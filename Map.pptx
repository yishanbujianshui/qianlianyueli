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7562850" cy="5330825"/>
  <p:notesSz cx="6858000" cy="9144000"/>
  <p:defaultTextStyle>
    <a:defPPr>
      <a:defRPr lang="en-US"/>
    </a:defPPr>
    <a:lvl1pPr marL="0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63113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526227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78934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05245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131556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157868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184179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210490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-1325" y="-62"/>
      </p:cViewPr>
      <p:guideLst>
        <p:guide orient="horz" pos="1679"/>
        <p:guide pos="23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1656014"/>
            <a:ext cx="6428422" cy="11426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4428" y="3020801"/>
            <a:ext cx="5293995" cy="136232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631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26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89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52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155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786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417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1049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414" y="3425550"/>
            <a:ext cx="6428422" cy="1058761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414" y="2259433"/>
            <a:ext cx="6428422" cy="1166118"/>
          </a:xfrm>
        </p:spPr>
        <p:txBody>
          <a:bodyPr anchor="b"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63113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2622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8934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105245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31556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57868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84179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210490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9656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59570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5" y="1193267"/>
            <a:ext cx="3341572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8145" y="1690563"/>
            <a:ext cx="3341572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41824" y="1193267"/>
            <a:ext cx="3342886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41824" y="1690563"/>
            <a:ext cx="3342886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5" y="212246"/>
            <a:ext cx="2488126" cy="903279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6865" y="212248"/>
            <a:ext cx="4227843" cy="454971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8145" y="1115526"/>
            <a:ext cx="2488126" cy="3646433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372" y="3731578"/>
            <a:ext cx="4537710" cy="440534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82372" y="476319"/>
            <a:ext cx="4537710" cy="3198495"/>
          </a:xfrm>
        </p:spPr>
        <p:txBody>
          <a:bodyPr/>
          <a:lstStyle>
            <a:lvl1pPr marL="0" indent="0">
              <a:buNone/>
              <a:defRPr sz="1800"/>
            </a:lvl1pPr>
            <a:lvl2pPr marL="263113" indent="0">
              <a:buNone/>
              <a:defRPr sz="1600"/>
            </a:lvl2pPr>
            <a:lvl3pPr marL="526227" indent="0">
              <a:buNone/>
              <a:defRPr sz="1400"/>
            </a:lvl3pPr>
            <a:lvl4pPr marL="789341" indent="0">
              <a:buNone/>
              <a:defRPr sz="1200"/>
            </a:lvl4pPr>
            <a:lvl5pPr marL="1052454" indent="0">
              <a:buNone/>
              <a:defRPr sz="1200"/>
            </a:lvl5pPr>
            <a:lvl6pPr marL="1315568" indent="0">
              <a:buNone/>
              <a:defRPr sz="1200"/>
            </a:lvl6pPr>
            <a:lvl7pPr marL="1578681" indent="0">
              <a:buNone/>
              <a:defRPr sz="1200"/>
            </a:lvl7pPr>
            <a:lvl8pPr marL="1841794" indent="0">
              <a:buNone/>
              <a:defRPr sz="1200"/>
            </a:lvl8pPr>
            <a:lvl9pPr marL="2104908" indent="0">
              <a:buNone/>
              <a:defRPr sz="1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372" y="4172112"/>
            <a:ext cx="4537710" cy="625631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39989" y="213483"/>
            <a:ext cx="1843445" cy="454847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9657" y="213483"/>
            <a:ext cx="5404287" cy="454847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  <a:prstGeom prst="rect">
            <a:avLst/>
          </a:prstGeom>
        </p:spPr>
        <p:txBody>
          <a:bodyPr vert="horz" lIns="52622" tIns="26311" rIns="52622" bIns="26311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3" y="1243861"/>
            <a:ext cx="6806565" cy="3518098"/>
          </a:xfrm>
          <a:prstGeom prst="rect">
            <a:avLst/>
          </a:prstGeom>
        </p:spPr>
        <p:txBody>
          <a:bodyPr vert="horz" lIns="52622" tIns="26311" rIns="52622" bIns="2631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8142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3974" y="4940888"/>
            <a:ext cx="2394903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20043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26227" rtl="0" eaLnBrk="1" latinLnBrk="0" hangingPunct="1">
        <a:spcBef>
          <a:spcPct val="0"/>
        </a:spcBef>
        <a:buNone/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335" indent="-197335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27559" indent="-164446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57784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20897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8401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4712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10238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97335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23646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263113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26227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8934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05245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1556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57868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84179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10490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495425" y="1065212"/>
            <a:ext cx="4572000" cy="3200400"/>
            <a:chOff x="1495425" y="1065212"/>
            <a:chExt cx="4572000" cy="3200400"/>
          </a:xfrm>
        </p:grpSpPr>
        <p:sp>
          <p:nvSpPr>
            <p:cNvPr id="3" name="rc3"/>
            <p:cNvSpPr/>
            <p:nvPr/>
          </p:nvSpPr>
          <p:spPr>
            <a:xfrm>
              <a:off x="1495425" y="1065212"/>
              <a:ext cx="4572000" cy="3200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495425" y="1065212"/>
              <a:ext cx="4571999" cy="3200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144469" y="1134801"/>
              <a:ext cx="3853366" cy="25897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144469" y="3464644"/>
              <a:ext cx="3853366" cy="0"/>
            </a:xfrm>
            <a:custGeom>
              <a:avLst/>
              <a:pathLst>
                <a:path w="3853366" h="0">
                  <a:moveTo>
                    <a:pt x="0" y="0"/>
                  </a:moveTo>
                  <a:lnTo>
                    <a:pt x="3853366" y="0"/>
                  </a:lnTo>
                  <a:lnTo>
                    <a:pt x="38533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144469" y="2767250"/>
              <a:ext cx="3853366" cy="0"/>
            </a:xfrm>
            <a:custGeom>
              <a:avLst/>
              <a:pathLst>
                <a:path w="3853366" h="0">
                  <a:moveTo>
                    <a:pt x="0" y="0"/>
                  </a:moveTo>
                  <a:lnTo>
                    <a:pt x="3853366" y="0"/>
                  </a:lnTo>
                  <a:lnTo>
                    <a:pt x="38533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144469" y="2069856"/>
              <a:ext cx="3853366" cy="0"/>
            </a:xfrm>
            <a:custGeom>
              <a:avLst/>
              <a:pathLst>
                <a:path w="3853366" h="0">
                  <a:moveTo>
                    <a:pt x="0" y="0"/>
                  </a:moveTo>
                  <a:lnTo>
                    <a:pt x="3853366" y="0"/>
                  </a:lnTo>
                  <a:lnTo>
                    <a:pt x="38533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44469" y="1372462"/>
              <a:ext cx="3853366" cy="0"/>
            </a:xfrm>
            <a:custGeom>
              <a:avLst/>
              <a:pathLst>
                <a:path w="3853366" h="0">
                  <a:moveTo>
                    <a:pt x="0" y="0"/>
                  </a:moveTo>
                  <a:lnTo>
                    <a:pt x="3853366" y="0"/>
                  </a:lnTo>
                  <a:lnTo>
                    <a:pt x="385336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03446" y="1134801"/>
              <a:ext cx="0" cy="2589716"/>
            </a:xfrm>
            <a:custGeom>
              <a:avLst/>
              <a:pathLst>
                <a:path w="0" h="2589716">
                  <a:moveTo>
                    <a:pt x="0" y="258971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549527" y="1134801"/>
              <a:ext cx="0" cy="2589716"/>
            </a:xfrm>
            <a:custGeom>
              <a:avLst/>
              <a:pathLst>
                <a:path w="0" h="2589716">
                  <a:moveTo>
                    <a:pt x="0" y="258971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495607" y="1134801"/>
              <a:ext cx="0" cy="2589716"/>
            </a:xfrm>
            <a:custGeom>
              <a:avLst/>
              <a:pathLst>
                <a:path w="0" h="2589716">
                  <a:moveTo>
                    <a:pt x="0" y="258971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441688" y="1134801"/>
              <a:ext cx="0" cy="2589716"/>
            </a:xfrm>
            <a:custGeom>
              <a:avLst/>
              <a:pathLst>
                <a:path w="0" h="2589716">
                  <a:moveTo>
                    <a:pt x="0" y="258971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144469" y="3115947"/>
              <a:ext cx="3853366" cy="0"/>
            </a:xfrm>
            <a:custGeom>
              <a:avLst/>
              <a:pathLst>
                <a:path w="3853366" h="0">
                  <a:moveTo>
                    <a:pt x="0" y="0"/>
                  </a:moveTo>
                  <a:lnTo>
                    <a:pt x="3853366" y="0"/>
                  </a:lnTo>
                  <a:lnTo>
                    <a:pt x="385336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144469" y="2418553"/>
              <a:ext cx="3853366" cy="0"/>
            </a:xfrm>
            <a:custGeom>
              <a:avLst/>
              <a:pathLst>
                <a:path w="3853366" h="0">
                  <a:moveTo>
                    <a:pt x="0" y="0"/>
                  </a:moveTo>
                  <a:lnTo>
                    <a:pt x="3853366" y="0"/>
                  </a:lnTo>
                  <a:lnTo>
                    <a:pt x="385336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44469" y="1721159"/>
              <a:ext cx="3853366" cy="0"/>
            </a:xfrm>
            <a:custGeom>
              <a:avLst/>
              <a:pathLst>
                <a:path w="3853366" h="0">
                  <a:moveTo>
                    <a:pt x="0" y="0"/>
                  </a:moveTo>
                  <a:lnTo>
                    <a:pt x="3853366" y="0"/>
                  </a:lnTo>
                  <a:lnTo>
                    <a:pt x="385336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076487" y="1134801"/>
              <a:ext cx="0" cy="2589716"/>
            </a:xfrm>
            <a:custGeom>
              <a:avLst/>
              <a:pathLst>
                <a:path w="0" h="2589716">
                  <a:moveTo>
                    <a:pt x="0" y="258971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22567" y="1134801"/>
              <a:ext cx="0" cy="2589716"/>
            </a:xfrm>
            <a:custGeom>
              <a:avLst/>
              <a:pathLst>
                <a:path w="0" h="2589716">
                  <a:moveTo>
                    <a:pt x="0" y="258971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968648" y="1134801"/>
              <a:ext cx="0" cy="2589716"/>
            </a:xfrm>
            <a:custGeom>
              <a:avLst/>
              <a:pathLst>
                <a:path w="0" h="2589716">
                  <a:moveTo>
                    <a:pt x="0" y="258971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914728" y="1134801"/>
              <a:ext cx="0" cy="2589716"/>
            </a:xfrm>
            <a:custGeom>
              <a:avLst/>
              <a:pathLst>
                <a:path w="0" h="2589716">
                  <a:moveTo>
                    <a:pt x="0" y="258971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3359685" y="2242613"/>
              <a:ext cx="1612" cy="2665"/>
            </a:xfrm>
            <a:custGeom>
              <a:avLst/>
              <a:pathLst>
                <a:path w="1612" h="2665">
                  <a:moveTo>
                    <a:pt x="1579" y="2261"/>
                  </a:moveTo>
                  <a:lnTo>
                    <a:pt x="1612" y="2665"/>
                  </a:lnTo>
                  <a:lnTo>
                    <a:pt x="1172" y="2449"/>
                  </a:lnTo>
                  <a:lnTo>
                    <a:pt x="586" y="1584"/>
                  </a:lnTo>
                  <a:lnTo>
                    <a:pt x="0" y="936"/>
                  </a:lnTo>
                  <a:lnTo>
                    <a:pt x="144" y="237"/>
                  </a:lnTo>
                  <a:lnTo>
                    <a:pt x="293" y="0"/>
                  </a:lnTo>
                  <a:lnTo>
                    <a:pt x="879" y="648"/>
                  </a:lnTo>
                  <a:lnTo>
                    <a:pt x="1459" y="186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4594811" y="1882167"/>
              <a:ext cx="136288" cy="126429"/>
            </a:xfrm>
            <a:custGeom>
              <a:avLst/>
              <a:pathLst>
                <a:path w="136288" h="126429">
                  <a:moveTo>
                    <a:pt x="136288" y="17082"/>
                  </a:moveTo>
                  <a:lnTo>
                    <a:pt x="135805" y="17174"/>
                  </a:lnTo>
                  <a:lnTo>
                    <a:pt x="135115" y="16838"/>
                  </a:lnTo>
                  <a:lnTo>
                    <a:pt x="134730" y="16258"/>
                  </a:lnTo>
                  <a:lnTo>
                    <a:pt x="134184" y="16593"/>
                  </a:lnTo>
                  <a:lnTo>
                    <a:pt x="133144" y="17013"/>
                  </a:lnTo>
                  <a:lnTo>
                    <a:pt x="131376" y="18113"/>
                  </a:lnTo>
                  <a:lnTo>
                    <a:pt x="131414" y="18397"/>
                  </a:lnTo>
                  <a:lnTo>
                    <a:pt x="132566" y="19515"/>
                  </a:lnTo>
                  <a:lnTo>
                    <a:pt x="132836" y="19885"/>
                  </a:lnTo>
                  <a:lnTo>
                    <a:pt x="132977" y="20004"/>
                  </a:lnTo>
                  <a:lnTo>
                    <a:pt x="131933" y="20541"/>
                  </a:lnTo>
                  <a:lnTo>
                    <a:pt x="129697" y="21752"/>
                  </a:lnTo>
                  <a:lnTo>
                    <a:pt x="128223" y="22744"/>
                  </a:lnTo>
                  <a:lnTo>
                    <a:pt x="127873" y="22781"/>
                  </a:lnTo>
                  <a:lnTo>
                    <a:pt x="126983" y="22364"/>
                  </a:lnTo>
                  <a:lnTo>
                    <a:pt x="125671" y="21869"/>
                  </a:lnTo>
                  <a:lnTo>
                    <a:pt x="125318" y="21878"/>
                  </a:lnTo>
                  <a:lnTo>
                    <a:pt x="122284" y="21963"/>
                  </a:lnTo>
                  <a:lnTo>
                    <a:pt x="119499" y="22147"/>
                  </a:lnTo>
                  <a:lnTo>
                    <a:pt x="118335" y="22383"/>
                  </a:lnTo>
                  <a:lnTo>
                    <a:pt x="116183" y="22614"/>
                  </a:lnTo>
                  <a:lnTo>
                    <a:pt x="114826" y="22690"/>
                  </a:lnTo>
                  <a:lnTo>
                    <a:pt x="113961" y="23075"/>
                  </a:lnTo>
                  <a:lnTo>
                    <a:pt x="113013" y="23579"/>
                  </a:lnTo>
                  <a:lnTo>
                    <a:pt x="112027" y="23906"/>
                  </a:lnTo>
                  <a:lnTo>
                    <a:pt x="111297" y="24013"/>
                  </a:lnTo>
                  <a:lnTo>
                    <a:pt x="110416" y="24485"/>
                  </a:lnTo>
                  <a:lnTo>
                    <a:pt x="109838" y="25422"/>
                  </a:lnTo>
                  <a:lnTo>
                    <a:pt x="108183" y="26810"/>
                  </a:lnTo>
                  <a:lnTo>
                    <a:pt x="107252" y="27481"/>
                  </a:lnTo>
                  <a:lnTo>
                    <a:pt x="106783" y="28238"/>
                  </a:lnTo>
                  <a:lnTo>
                    <a:pt x="106251" y="28311"/>
                  </a:lnTo>
                  <a:lnTo>
                    <a:pt x="105343" y="28173"/>
                  </a:lnTo>
                  <a:lnTo>
                    <a:pt x="104637" y="28993"/>
                  </a:lnTo>
                  <a:lnTo>
                    <a:pt x="103856" y="30171"/>
                  </a:lnTo>
                  <a:lnTo>
                    <a:pt x="102430" y="31873"/>
                  </a:lnTo>
                  <a:lnTo>
                    <a:pt x="101676" y="32563"/>
                  </a:lnTo>
                  <a:lnTo>
                    <a:pt x="101224" y="33674"/>
                  </a:lnTo>
                  <a:lnTo>
                    <a:pt x="101556" y="34252"/>
                  </a:lnTo>
                  <a:lnTo>
                    <a:pt x="102717" y="35118"/>
                  </a:lnTo>
                  <a:lnTo>
                    <a:pt x="103234" y="35932"/>
                  </a:lnTo>
                  <a:lnTo>
                    <a:pt x="103518" y="36580"/>
                  </a:lnTo>
                  <a:lnTo>
                    <a:pt x="104048" y="38242"/>
                  </a:lnTo>
                  <a:lnTo>
                    <a:pt x="104383" y="39875"/>
                  </a:lnTo>
                  <a:lnTo>
                    <a:pt x="104884" y="40582"/>
                  </a:lnTo>
                  <a:lnTo>
                    <a:pt x="105030" y="41781"/>
                  </a:lnTo>
                  <a:lnTo>
                    <a:pt x="105155" y="42519"/>
                  </a:lnTo>
                  <a:lnTo>
                    <a:pt x="104884" y="43042"/>
                  </a:lnTo>
                  <a:lnTo>
                    <a:pt x="104634" y="43627"/>
                  </a:lnTo>
                  <a:lnTo>
                    <a:pt x="104634" y="44180"/>
                  </a:lnTo>
                  <a:lnTo>
                    <a:pt x="104934" y="44750"/>
                  </a:lnTo>
                  <a:lnTo>
                    <a:pt x="105199" y="45255"/>
                  </a:lnTo>
                  <a:lnTo>
                    <a:pt x="105343" y="45656"/>
                  </a:lnTo>
                  <a:lnTo>
                    <a:pt x="105165" y="46107"/>
                  </a:lnTo>
                  <a:lnTo>
                    <a:pt x="104634" y="46794"/>
                  </a:lnTo>
                  <a:lnTo>
                    <a:pt x="104365" y="47496"/>
                  </a:lnTo>
                  <a:lnTo>
                    <a:pt x="103778" y="48670"/>
                  </a:lnTo>
                  <a:lnTo>
                    <a:pt x="102861" y="49470"/>
                  </a:lnTo>
                  <a:lnTo>
                    <a:pt x="102256" y="50054"/>
                  </a:lnTo>
                  <a:lnTo>
                    <a:pt x="101609" y="51284"/>
                  </a:lnTo>
                  <a:lnTo>
                    <a:pt x="100545" y="52650"/>
                  </a:lnTo>
                  <a:lnTo>
                    <a:pt x="100094" y="53794"/>
                  </a:lnTo>
                  <a:lnTo>
                    <a:pt x="99627" y="54421"/>
                  </a:lnTo>
                  <a:lnTo>
                    <a:pt x="99148" y="54759"/>
                  </a:lnTo>
                  <a:lnTo>
                    <a:pt x="99273" y="55374"/>
                  </a:lnTo>
                  <a:lnTo>
                    <a:pt x="99690" y="56143"/>
                  </a:lnTo>
                  <a:lnTo>
                    <a:pt x="100378" y="57004"/>
                  </a:lnTo>
                  <a:lnTo>
                    <a:pt x="100347" y="58346"/>
                  </a:lnTo>
                  <a:lnTo>
                    <a:pt x="100315" y="59311"/>
                  </a:lnTo>
                  <a:lnTo>
                    <a:pt x="100337" y="60479"/>
                  </a:lnTo>
                  <a:lnTo>
                    <a:pt x="99961" y="61463"/>
                  </a:lnTo>
                  <a:lnTo>
                    <a:pt x="98039" y="62409"/>
                  </a:lnTo>
                  <a:lnTo>
                    <a:pt x="96199" y="62822"/>
                  </a:lnTo>
                  <a:lnTo>
                    <a:pt x="93945" y="62848"/>
                  </a:lnTo>
                  <a:lnTo>
                    <a:pt x="93093" y="62699"/>
                  </a:lnTo>
                  <a:lnTo>
                    <a:pt x="92411" y="62492"/>
                  </a:lnTo>
                  <a:lnTo>
                    <a:pt x="89962" y="61434"/>
                  </a:lnTo>
                  <a:lnTo>
                    <a:pt x="88968" y="62055"/>
                  </a:lnTo>
                  <a:lnTo>
                    <a:pt x="88764" y="63584"/>
                  </a:lnTo>
                  <a:lnTo>
                    <a:pt x="90548" y="66064"/>
                  </a:lnTo>
                  <a:lnTo>
                    <a:pt x="91281" y="67446"/>
                  </a:lnTo>
                  <a:lnTo>
                    <a:pt x="92091" y="69763"/>
                  </a:lnTo>
                  <a:lnTo>
                    <a:pt x="92701" y="70957"/>
                  </a:lnTo>
                  <a:lnTo>
                    <a:pt x="92483" y="72074"/>
                  </a:lnTo>
                  <a:lnTo>
                    <a:pt x="90866" y="73342"/>
                  </a:lnTo>
                  <a:lnTo>
                    <a:pt x="89256" y="74536"/>
                  </a:lnTo>
                  <a:lnTo>
                    <a:pt x="87209" y="74783"/>
                  </a:lnTo>
                  <a:lnTo>
                    <a:pt x="85923" y="75210"/>
                  </a:lnTo>
                  <a:lnTo>
                    <a:pt x="85296" y="75825"/>
                  </a:lnTo>
                  <a:lnTo>
                    <a:pt x="84838" y="78437"/>
                  </a:lnTo>
                  <a:lnTo>
                    <a:pt x="84379" y="79393"/>
                  </a:lnTo>
                  <a:lnTo>
                    <a:pt x="84386" y="80530"/>
                  </a:lnTo>
                  <a:lnTo>
                    <a:pt x="83952" y="81819"/>
                  </a:lnTo>
                  <a:lnTo>
                    <a:pt x="83294" y="82652"/>
                  </a:lnTo>
                  <a:lnTo>
                    <a:pt x="82835" y="84006"/>
                  </a:lnTo>
                  <a:lnTo>
                    <a:pt x="82978" y="86573"/>
                  </a:lnTo>
                  <a:lnTo>
                    <a:pt x="83194" y="90934"/>
                  </a:lnTo>
                  <a:lnTo>
                    <a:pt x="82320" y="92311"/>
                  </a:lnTo>
                  <a:lnTo>
                    <a:pt x="81337" y="93700"/>
                  </a:lnTo>
                  <a:lnTo>
                    <a:pt x="80300" y="94692"/>
                  </a:lnTo>
                  <a:lnTo>
                    <a:pt x="79311" y="95154"/>
                  </a:lnTo>
                  <a:lnTo>
                    <a:pt x="78492" y="94984"/>
                  </a:lnTo>
                  <a:lnTo>
                    <a:pt x="77842" y="94125"/>
                  </a:lnTo>
                  <a:lnTo>
                    <a:pt x="77460" y="93404"/>
                  </a:lnTo>
                  <a:lnTo>
                    <a:pt x="76745" y="92801"/>
                  </a:lnTo>
                  <a:lnTo>
                    <a:pt x="76017" y="92924"/>
                  </a:lnTo>
                  <a:lnTo>
                    <a:pt x="75284" y="93477"/>
                  </a:lnTo>
                  <a:lnTo>
                    <a:pt x="74116" y="93293"/>
                  </a:lnTo>
                  <a:lnTo>
                    <a:pt x="73115" y="92739"/>
                  </a:lnTo>
                  <a:lnTo>
                    <a:pt x="72614" y="92801"/>
                  </a:lnTo>
                  <a:lnTo>
                    <a:pt x="72322" y="93354"/>
                  </a:lnTo>
                  <a:lnTo>
                    <a:pt x="71253" y="94544"/>
                  </a:lnTo>
                  <a:lnTo>
                    <a:pt x="68629" y="96354"/>
                  </a:lnTo>
                  <a:lnTo>
                    <a:pt x="67559" y="96486"/>
                  </a:lnTo>
                  <a:lnTo>
                    <a:pt x="67100" y="96936"/>
                  </a:lnTo>
                  <a:lnTo>
                    <a:pt x="67283" y="97678"/>
                  </a:lnTo>
                  <a:lnTo>
                    <a:pt x="67751" y="98282"/>
                  </a:lnTo>
                  <a:lnTo>
                    <a:pt x="68569" y="98711"/>
                  </a:lnTo>
                  <a:lnTo>
                    <a:pt x="68611" y="99203"/>
                  </a:lnTo>
                  <a:lnTo>
                    <a:pt x="67888" y="99635"/>
                  </a:lnTo>
                  <a:lnTo>
                    <a:pt x="67272" y="100127"/>
                  </a:lnTo>
                  <a:lnTo>
                    <a:pt x="65914" y="100728"/>
                  </a:lnTo>
                  <a:lnTo>
                    <a:pt x="64348" y="100962"/>
                  </a:lnTo>
                  <a:lnTo>
                    <a:pt x="62726" y="100612"/>
                  </a:lnTo>
                  <a:lnTo>
                    <a:pt x="61892" y="99813"/>
                  </a:lnTo>
                  <a:lnTo>
                    <a:pt x="60914" y="99738"/>
                  </a:lnTo>
                  <a:lnTo>
                    <a:pt x="60015" y="100323"/>
                  </a:lnTo>
                  <a:lnTo>
                    <a:pt x="59088" y="101287"/>
                  </a:lnTo>
                  <a:lnTo>
                    <a:pt x="58074" y="103358"/>
                  </a:lnTo>
                  <a:lnTo>
                    <a:pt x="57806" y="103722"/>
                  </a:lnTo>
                  <a:lnTo>
                    <a:pt x="57531" y="104048"/>
                  </a:lnTo>
                  <a:lnTo>
                    <a:pt x="56874" y="104495"/>
                  </a:lnTo>
                  <a:lnTo>
                    <a:pt x="55926" y="105225"/>
                  </a:lnTo>
                  <a:lnTo>
                    <a:pt x="55450" y="106751"/>
                  </a:lnTo>
                  <a:lnTo>
                    <a:pt x="54883" y="109469"/>
                  </a:lnTo>
                  <a:lnTo>
                    <a:pt x="55016" y="110933"/>
                  </a:lnTo>
                  <a:lnTo>
                    <a:pt x="55059" y="113469"/>
                  </a:lnTo>
                  <a:lnTo>
                    <a:pt x="54835" y="115250"/>
                  </a:lnTo>
                  <a:lnTo>
                    <a:pt x="54425" y="116419"/>
                  </a:lnTo>
                  <a:lnTo>
                    <a:pt x="54507" y="117341"/>
                  </a:lnTo>
                  <a:lnTo>
                    <a:pt x="55134" y="118387"/>
                  </a:lnTo>
                  <a:lnTo>
                    <a:pt x="54883" y="119064"/>
                  </a:lnTo>
                  <a:lnTo>
                    <a:pt x="54357" y="119821"/>
                  </a:lnTo>
                  <a:lnTo>
                    <a:pt x="53844" y="120241"/>
                  </a:lnTo>
                  <a:lnTo>
                    <a:pt x="51806" y="121032"/>
                  </a:lnTo>
                  <a:lnTo>
                    <a:pt x="49011" y="122114"/>
                  </a:lnTo>
                  <a:lnTo>
                    <a:pt x="47164" y="122808"/>
                  </a:lnTo>
                  <a:lnTo>
                    <a:pt x="44415" y="123839"/>
                  </a:lnTo>
                  <a:lnTo>
                    <a:pt x="43612" y="124093"/>
                  </a:lnTo>
                  <a:lnTo>
                    <a:pt x="41941" y="124186"/>
                  </a:lnTo>
                  <a:lnTo>
                    <a:pt x="41074" y="124027"/>
                  </a:lnTo>
                  <a:lnTo>
                    <a:pt x="39903" y="123986"/>
                  </a:lnTo>
                  <a:lnTo>
                    <a:pt x="38177" y="124023"/>
                  </a:lnTo>
                  <a:lnTo>
                    <a:pt x="36972" y="124304"/>
                  </a:lnTo>
                  <a:lnTo>
                    <a:pt x="35765" y="124826"/>
                  </a:lnTo>
                  <a:lnTo>
                    <a:pt x="34876" y="125475"/>
                  </a:lnTo>
                  <a:lnTo>
                    <a:pt x="34363" y="126118"/>
                  </a:lnTo>
                  <a:lnTo>
                    <a:pt x="34181" y="126429"/>
                  </a:lnTo>
                  <a:lnTo>
                    <a:pt x="32973" y="125897"/>
                  </a:lnTo>
                  <a:lnTo>
                    <a:pt x="29156" y="124950"/>
                  </a:lnTo>
                  <a:lnTo>
                    <a:pt x="18834" y="126201"/>
                  </a:lnTo>
                  <a:lnTo>
                    <a:pt x="17859" y="125963"/>
                  </a:lnTo>
                  <a:lnTo>
                    <a:pt x="14335" y="124498"/>
                  </a:lnTo>
                  <a:lnTo>
                    <a:pt x="9798" y="122611"/>
                  </a:lnTo>
                  <a:lnTo>
                    <a:pt x="6988" y="121443"/>
                  </a:lnTo>
                  <a:lnTo>
                    <a:pt x="3383" y="119919"/>
                  </a:lnTo>
                  <a:lnTo>
                    <a:pt x="5850" y="116157"/>
                  </a:lnTo>
                  <a:lnTo>
                    <a:pt x="8002" y="112875"/>
                  </a:lnTo>
                  <a:lnTo>
                    <a:pt x="10158" y="109588"/>
                  </a:lnTo>
                  <a:lnTo>
                    <a:pt x="12284" y="106345"/>
                  </a:lnTo>
                  <a:lnTo>
                    <a:pt x="12536" y="105210"/>
                  </a:lnTo>
                  <a:lnTo>
                    <a:pt x="12568" y="102988"/>
                  </a:lnTo>
                  <a:lnTo>
                    <a:pt x="12008" y="100021"/>
                  </a:lnTo>
                  <a:lnTo>
                    <a:pt x="11110" y="98666"/>
                  </a:lnTo>
                  <a:lnTo>
                    <a:pt x="8143" y="98120"/>
                  </a:lnTo>
                  <a:lnTo>
                    <a:pt x="5912" y="97708"/>
                  </a:lnTo>
                  <a:lnTo>
                    <a:pt x="3484" y="97260"/>
                  </a:lnTo>
                  <a:lnTo>
                    <a:pt x="3169" y="97094"/>
                  </a:lnTo>
                  <a:lnTo>
                    <a:pt x="2893" y="94787"/>
                  </a:lnTo>
                  <a:lnTo>
                    <a:pt x="3013" y="93756"/>
                  </a:lnTo>
                  <a:lnTo>
                    <a:pt x="2854" y="91765"/>
                  </a:lnTo>
                  <a:lnTo>
                    <a:pt x="2877" y="90232"/>
                  </a:lnTo>
                  <a:lnTo>
                    <a:pt x="3230" y="87710"/>
                  </a:lnTo>
                  <a:lnTo>
                    <a:pt x="3250" y="86574"/>
                  </a:lnTo>
                  <a:lnTo>
                    <a:pt x="2125" y="81684"/>
                  </a:lnTo>
                  <a:lnTo>
                    <a:pt x="1502" y="78973"/>
                  </a:lnTo>
                  <a:lnTo>
                    <a:pt x="859" y="76176"/>
                  </a:lnTo>
                  <a:lnTo>
                    <a:pt x="720" y="75285"/>
                  </a:lnTo>
                  <a:lnTo>
                    <a:pt x="707" y="74182"/>
                  </a:lnTo>
                  <a:lnTo>
                    <a:pt x="2197" y="71592"/>
                  </a:lnTo>
                  <a:lnTo>
                    <a:pt x="2659" y="71030"/>
                  </a:lnTo>
                  <a:lnTo>
                    <a:pt x="3533" y="69741"/>
                  </a:lnTo>
                  <a:lnTo>
                    <a:pt x="4079" y="69058"/>
                  </a:lnTo>
                  <a:lnTo>
                    <a:pt x="3984" y="68587"/>
                  </a:lnTo>
                  <a:lnTo>
                    <a:pt x="3034" y="68312"/>
                  </a:lnTo>
                  <a:lnTo>
                    <a:pt x="1597" y="68288"/>
                  </a:lnTo>
                  <a:lnTo>
                    <a:pt x="833" y="67899"/>
                  </a:lnTo>
                  <a:lnTo>
                    <a:pt x="237" y="67193"/>
                  </a:lnTo>
                  <a:lnTo>
                    <a:pt x="1" y="66175"/>
                  </a:lnTo>
                  <a:lnTo>
                    <a:pt x="390" y="64361"/>
                  </a:lnTo>
                  <a:lnTo>
                    <a:pt x="0" y="60835"/>
                  </a:lnTo>
                  <a:lnTo>
                    <a:pt x="799" y="59093"/>
                  </a:lnTo>
                  <a:lnTo>
                    <a:pt x="1484" y="57872"/>
                  </a:lnTo>
                  <a:lnTo>
                    <a:pt x="3819" y="57701"/>
                  </a:lnTo>
                  <a:lnTo>
                    <a:pt x="3010" y="56326"/>
                  </a:lnTo>
                  <a:lnTo>
                    <a:pt x="2619" y="55528"/>
                  </a:lnTo>
                  <a:lnTo>
                    <a:pt x="2368" y="55297"/>
                  </a:lnTo>
                  <a:lnTo>
                    <a:pt x="2275" y="54928"/>
                  </a:lnTo>
                  <a:lnTo>
                    <a:pt x="2400" y="54559"/>
                  </a:lnTo>
                  <a:lnTo>
                    <a:pt x="2995" y="54421"/>
                  </a:lnTo>
                  <a:lnTo>
                    <a:pt x="3401" y="53960"/>
                  </a:lnTo>
                  <a:lnTo>
                    <a:pt x="4058" y="53314"/>
                  </a:lnTo>
                  <a:lnTo>
                    <a:pt x="4403" y="53037"/>
                  </a:lnTo>
                  <a:lnTo>
                    <a:pt x="4466" y="52253"/>
                  </a:lnTo>
                  <a:lnTo>
                    <a:pt x="4778" y="51699"/>
                  </a:lnTo>
                  <a:lnTo>
                    <a:pt x="5247" y="51007"/>
                  </a:lnTo>
                  <a:lnTo>
                    <a:pt x="5622" y="50223"/>
                  </a:lnTo>
                  <a:lnTo>
                    <a:pt x="5529" y="49301"/>
                  </a:lnTo>
                  <a:lnTo>
                    <a:pt x="5874" y="48193"/>
                  </a:lnTo>
                  <a:lnTo>
                    <a:pt x="6030" y="47501"/>
                  </a:lnTo>
                  <a:lnTo>
                    <a:pt x="6280" y="46901"/>
                  </a:lnTo>
                  <a:lnTo>
                    <a:pt x="6061" y="46025"/>
                  </a:lnTo>
                  <a:lnTo>
                    <a:pt x="5874" y="45287"/>
                  </a:lnTo>
                  <a:lnTo>
                    <a:pt x="5811" y="44411"/>
                  </a:lnTo>
                  <a:lnTo>
                    <a:pt x="6186" y="44180"/>
                  </a:lnTo>
                  <a:lnTo>
                    <a:pt x="6655" y="43857"/>
                  </a:lnTo>
                  <a:lnTo>
                    <a:pt x="6750" y="43165"/>
                  </a:lnTo>
                  <a:lnTo>
                    <a:pt x="7000" y="42289"/>
                  </a:lnTo>
                  <a:lnTo>
                    <a:pt x="7187" y="41597"/>
                  </a:lnTo>
                  <a:lnTo>
                    <a:pt x="7500" y="41043"/>
                  </a:lnTo>
                  <a:lnTo>
                    <a:pt x="7531" y="40490"/>
                  </a:lnTo>
                  <a:lnTo>
                    <a:pt x="7344" y="39567"/>
                  </a:lnTo>
                  <a:lnTo>
                    <a:pt x="8126" y="39429"/>
                  </a:lnTo>
                  <a:lnTo>
                    <a:pt x="8438" y="39936"/>
                  </a:lnTo>
                  <a:lnTo>
                    <a:pt x="8855" y="40596"/>
                  </a:lnTo>
                  <a:lnTo>
                    <a:pt x="10000" y="41823"/>
                  </a:lnTo>
                  <a:lnTo>
                    <a:pt x="10740" y="42179"/>
                  </a:lnTo>
                  <a:lnTo>
                    <a:pt x="11674" y="42359"/>
                  </a:lnTo>
                  <a:lnTo>
                    <a:pt x="12821" y="42191"/>
                  </a:lnTo>
                  <a:lnTo>
                    <a:pt x="13740" y="41962"/>
                  </a:lnTo>
                  <a:lnTo>
                    <a:pt x="14173" y="42020"/>
                  </a:lnTo>
                  <a:lnTo>
                    <a:pt x="15174" y="42913"/>
                  </a:lnTo>
                  <a:lnTo>
                    <a:pt x="16342" y="44165"/>
                  </a:lnTo>
                  <a:lnTo>
                    <a:pt x="16718" y="44719"/>
                  </a:lnTo>
                  <a:lnTo>
                    <a:pt x="16891" y="45571"/>
                  </a:lnTo>
                  <a:lnTo>
                    <a:pt x="17238" y="45827"/>
                  </a:lnTo>
                  <a:lnTo>
                    <a:pt x="17983" y="44983"/>
                  </a:lnTo>
                  <a:lnTo>
                    <a:pt x="18705" y="44703"/>
                  </a:lnTo>
                  <a:lnTo>
                    <a:pt x="19369" y="44863"/>
                  </a:lnTo>
                  <a:lnTo>
                    <a:pt x="20102" y="44957"/>
                  </a:lnTo>
                  <a:lnTo>
                    <a:pt x="20835" y="44648"/>
                  </a:lnTo>
                  <a:lnTo>
                    <a:pt x="21163" y="44424"/>
                  </a:lnTo>
                  <a:lnTo>
                    <a:pt x="22443" y="43332"/>
                  </a:lnTo>
                  <a:lnTo>
                    <a:pt x="23600" y="42502"/>
                  </a:lnTo>
                  <a:lnTo>
                    <a:pt x="24322" y="41991"/>
                  </a:lnTo>
                  <a:lnTo>
                    <a:pt x="24583" y="40286"/>
                  </a:lnTo>
                  <a:lnTo>
                    <a:pt x="24915" y="39316"/>
                  </a:lnTo>
                  <a:lnTo>
                    <a:pt x="25392" y="38751"/>
                  </a:lnTo>
                  <a:lnTo>
                    <a:pt x="25213" y="38051"/>
                  </a:lnTo>
                  <a:lnTo>
                    <a:pt x="25016" y="37514"/>
                  </a:lnTo>
                  <a:lnTo>
                    <a:pt x="24814" y="36790"/>
                  </a:lnTo>
                  <a:lnTo>
                    <a:pt x="25016" y="36406"/>
                  </a:lnTo>
                  <a:lnTo>
                    <a:pt x="25479" y="36235"/>
                  </a:lnTo>
                  <a:lnTo>
                    <a:pt x="26640" y="36236"/>
                  </a:lnTo>
                  <a:lnTo>
                    <a:pt x="28678" y="35473"/>
                  </a:lnTo>
                  <a:lnTo>
                    <a:pt x="30377" y="34710"/>
                  </a:lnTo>
                  <a:lnTo>
                    <a:pt x="31946" y="34089"/>
                  </a:lnTo>
                  <a:lnTo>
                    <a:pt x="32661" y="33986"/>
                  </a:lnTo>
                  <a:lnTo>
                    <a:pt x="33339" y="34092"/>
                  </a:lnTo>
                  <a:lnTo>
                    <a:pt x="33648" y="33911"/>
                  </a:lnTo>
                  <a:lnTo>
                    <a:pt x="33733" y="33318"/>
                  </a:lnTo>
                  <a:lnTo>
                    <a:pt x="34119" y="32689"/>
                  </a:lnTo>
                  <a:lnTo>
                    <a:pt x="34991" y="32184"/>
                  </a:lnTo>
                  <a:lnTo>
                    <a:pt x="36634" y="31108"/>
                  </a:lnTo>
                  <a:lnTo>
                    <a:pt x="38082" y="29509"/>
                  </a:lnTo>
                  <a:lnTo>
                    <a:pt x="38600" y="28297"/>
                  </a:lnTo>
                  <a:lnTo>
                    <a:pt x="38948" y="26526"/>
                  </a:lnTo>
                  <a:lnTo>
                    <a:pt x="39627" y="23797"/>
                  </a:lnTo>
                  <a:lnTo>
                    <a:pt x="40372" y="20804"/>
                  </a:lnTo>
                  <a:lnTo>
                    <a:pt x="40650" y="19486"/>
                  </a:lnTo>
                  <a:lnTo>
                    <a:pt x="40970" y="18471"/>
                  </a:lnTo>
                  <a:lnTo>
                    <a:pt x="42250" y="17613"/>
                  </a:lnTo>
                  <a:lnTo>
                    <a:pt x="43556" y="16994"/>
                  </a:lnTo>
                  <a:lnTo>
                    <a:pt x="45580" y="16871"/>
                  </a:lnTo>
                  <a:lnTo>
                    <a:pt x="47959" y="16810"/>
                  </a:lnTo>
                  <a:lnTo>
                    <a:pt x="48460" y="15175"/>
                  </a:lnTo>
                  <a:lnTo>
                    <a:pt x="48774" y="13788"/>
                  </a:lnTo>
                  <a:lnTo>
                    <a:pt x="49170" y="13072"/>
                  </a:lnTo>
                  <a:lnTo>
                    <a:pt x="49745" y="12491"/>
                  </a:lnTo>
                  <a:lnTo>
                    <a:pt x="49946" y="12375"/>
                  </a:lnTo>
                  <a:lnTo>
                    <a:pt x="51229" y="13226"/>
                  </a:lnTo>
                  <a:lnTo>
                    <a:pt x="53194" y="14528"/>
                  </a:lnTo>
                  <a:lnTo>
                    <a:pt x="55483" y="15178"/>
                  </a:lnTo>
                  <a:lnTo>
                    <a:pt x="56633" y="15505"/>
                  </a:lnTo>
                  <a:lnTo>
                    <a:pt x="57110" y="15453"/>
                  </a:lnTo>
                  <a:lnTo>
                    <a:pt x="60000" y="15134"/>
                  </a:lnTo>
                  <a:lnTo>
                    <a:pt x="62281" y="15643"/>
                  </a:lnTo>
                  <a:lnTo>
                    <a:pt x="63479" y="17033"/>
                  </a:lnTo>
                  <a:lnTo>
                    <a:pt x="64654" y="17390"/>
                  </a:lnTo>
                  <a:lnTo>
                    <a:pt x="65808" y="16714"/>
                  </a:lnTo>
                  <a:lnTo>
                    <a:pt x="66524" y="16594"/>
                  </a:lnTo>
                  <a:lnTo>
                    <a:pt x="66800" y="17026"/>
                  </a:lnTo>
                  <a:lnTo>
                    <a:pt x="67376" y="17210"/>
                  </a:lnTo>
                  <a:lnTo>
                    <a:pt x="68252" y="17144"/>
                  </a:lnTo>
                  <a:lnTo>
                    <a:pt x="68753" y="17526"/>
                  </a:lnTo>
                  <a:lnTo>
                    <a:pt x="68810" y="17911"/>
                  </a:lnTo>
                  <a:lnTo>
                    <a:pt x="68877" y="18359"/>
                  </a:lnTo>
                  <a:lnTo>
                    <a:pt x="69524" y="19418"/>
                  </a:lnTo>
                  <a:lnTo>
                    <a:pt x="70693" y="20703"/>
                  </a:lnTo>
                  <a:lnTo>
                    <a:pt x="71732" y="21013"/>
                  </a:lnTo>
                  <a:lnTo>
                    <a:pt x="73097" y="20013"/>
                  </a:lnTo>
                  <a:lnTo>
                    <a:pt x="73559" y="20131"/>
                  </a:lnTo>
                  <a:lnTo>
                    <a:pt x="73785" y="19806"/>
                  </a:lnTo>
                  <a:lnTo>
                    <a:pt x="73924" y="19080"/>
                  </a:lnTo>
                  <a:lnTo>
                    <a:pt x="74751" y="18395"/>
                  </a:lnTo>
                  <a:lnTo>
                    <a:pt x="76261" y="17754"/>
                  </a:lnTo>
                  <a:lnTo>
                    <a:pt x="77117" y="17182"/>
                  </a:lnTo>
                  <a:lnTo>
                    <a:pt x="77421" y="16709"/>
                  </a:lnTo>
                  <a:lnTo>
                    <a:pt x="77933" y="16575"/>
                  </a:lnTo>
                  <a:lnTo>
                    <a:pt x="78489" y="16714"/>
                  </a:lnTo>
                  <a:lnTo>
                    <a:pt x="78884" y="16537"/>
                  </a:lnTo>
                  <a:lnTo>
                    <a:pt x="79023" y="16089"/>
                  </a:lnTo>
                  <a:lnTo>
                    <a:pt x="79183" y="15894"/>
                  </a:lnTo>
                  <a:lnTo>
                    <a:pt x="79466" y="15737"/>
                  </a:lnTo>
                  <a:lnTo>
                    <a:pt x="79717" y="15655"/>
                  </a:lnTo>
                  <a:lnTo>
                    <a:pt x="80177" y="15779"/>
                  </a:lnTo>
                  <a:lnTo>
                    <a:pt x="81024" y="16596"/>
                  </a:lnTo>
                  <a:lnTo>
                    <a:pt x="82256" y="18105"/>
                  </a:lnTo>
                  <a:lnTo>
                    <a:pt x="83057" y="18801"/>
                  </a:lnTo>
                  <a:lnTo>
                    <a:pt x="83426" y="18682"/>
                  </a:lnTo>
                  <a:lnTo>
                    <a:pt x="83898" y="18220"/>
                  </a:lnTo>
                  <a:lnTo>
                    <a:pt x="84472" y="17415"/>
                  </a:lnTo>
                  <a:lnTo>
                    <a:pt x="84616" y="16256"/>
                  </a:lnTo>
                  <a:lnTo>
                    <a:pt x="84328" y="14744"/>
                  </a:lnTo>
                  <a:lnTo>
                    <a:pt x="84526" y="13524"/>
                  </a:lnTo>
                  <a:lnTo>
                    <a:pt x="85207" y="12599"/>
                  </a:lnTo>
                  <a:lnTo>
                    <a:pt x="86472" y="12028"/>
                  </a:lnTo>
                  <a:lnTo>
                    <a:pt x="88318" y="11811"/>
                  </a:lnTo>
                  <a:lnTo>
                    <a:pt x="89450" y="11940"/>
                  </a:lnTo>
                  <a:lnTo>
                    <a:pt x="89870" y="12416"/>
                  </a:lnTo>
                  <a:lnTo>
                    <a:pt x="90435" y="12681"/>
                  </a:lnTo>
                  <a:lnTo>
                    <a:pt x="91146" y="12732"/>
                  </a:lnTo>
                  <a:lnTo>
                    <a:pt x="91797" y="12189"/>
                  </a:lnTo>
                  <a:lnTo>
                    <a:pt x="92391" y="11050"/>
                  </a:lnTo>
                  <a:lnTo>
                    <a:pt x="92424" y="9638"/>
                  </a:lnTo>
                  <a:lnTo>
                    <a:pt x="91899" y="7955"/>
                  </a:lnTo>
                  <a:lnTo>
                    <a:pt x="92043" y="7420"/>
                  </a:lnTo>
                  <a:lnTo>
                    <a:pt x="92271" y="7185"/>
                  </a:lnTo>
                  <a:lnTo>
                    <a:pt x="92976" y="6577"/>
                  </a:lnTo>
                  <a:lnTo>
                    <a:pt x="93965" y="5313"/>
                  </a:lnTo>
                  <a:lnTo>
                    <a:pt x="94918" y="3687"/>
                  </a:lnTo>
                  <a:lnTo>
                    <a:pt x="95838" y="1701"/>
                  </a:lnTo>
                  <a:lnTo>
                    <a:pt x="96975" y="471"/>
                  </a:lnTo>
                  <a:lnTo>
                    <a:pt x="98327" y="0"/>
                  </a:lnTo>
                  <a:lnTo>
                    <a:pt x="99966" y="537"/>
                  </a:lnTo>
                  <a:lnTo>
                    <a:pt x="101893" y="2084"/>
                  </a:lnTo>
                  <a:lnTo>
                    <a:pt x="102621" y="3990"/>
                  </a:lnTo>
                  <a:lnTo>
                    <a:pt x="102148" y="6255"/>
                  </a:lnTo>
                  <a:lnTo>
                    <a:pt x="102108" y="7503"/>
                  </a:lnTo>
                  <a:lnTo>
                    <a:pt x="102500" y="7734"/>
                  </a:lnTo>
                  <a:lnTo>
                    <a:pt x="103159" y="7672"/>
                  </a:lnTo>
                  <a:lnTo>
                    <a:pt x="104088" y="7315"/>
                  </a:lnTo>
                  <a:lnTo>
                    <a:pt x="104695" y="7298"/>
                  </a:lnTo>
                  <a:lnTo>
                    <a:pt x="104981" y="7619"/>
                  </a:lnTo>
                  <a:lnTo>
                    <a:pt x="104964" y="8259"/>
                  </a:lnTo>
                  <a:lnTo>
                    <a:pt x="104640" y="9215"/>
                  </a:lnTo>
                  <a:lnTo>
                    <a:pt x="104251" y="11904"/>
                  </a:lnTo>
                  <a:lnTo>
                    <a:pt x="104011" y="14231"/>
                  </a:lnTo>
                  <a:lnTo>
                    <a:pt x="103775" y="16522"/>
                  </a:lnTo>
                  <a:lnTo>
                    <a:pt x="103569" y="18534"/>
                  </a:lnTo>
                  <a:lnTo>
                    <a:pt x="103937" y="20103"/>
                  </a:lnTo>
                  <a:lnTo>
                    <a:pt x="104495" y="22473"/>
                  </a:lnTo>
                  <a:lnTo>
                    <a:pt x="105125" y="24038"/>
                  </a:lnTo>
                  <a:lnTo>
                    <a:pt x="105770" y="24540"/>
                  </a:lnTo>
                  <a:lnTo>
                    <a:pt x="106415" y="24720"/>
                  </a:lnTo>
                  <a:lnTo>
                    <a:pt x="107061" y="24577"/>
                  </a:lnTo>
                  <a:lnTo>
                    <a:pt x="108385" y="23571"/>
                  </a:lnTo>
                  <a:lnTo>
                    <a:pt x="110386" y="21700"/>
                  </a:lnTo>
                  <a:lnTo>
                    <a:pt x="112328" y="20552"/>
                  </a:lnTo>
                  <a:lnTo>
                    <a:pt x="115153" y="19908"/>
                  </a:lnTo>
                  <a:lnTo>
                    <a:pt x="116096" y="17904"/>
                  </a:lnTo>
                  <a:lnTo>
                    <a:pt x="117406" y="16582"/>
                  </a:lnTo>
                  <a:lnTo>
                    <a:pt x="120392" y="14615"/>
                  </a:lnTo>
                  <a:lnTo>
                    <a:pt x="122017" y="13866"/>
                  </a:lnTo>
                  <a:lnTo>
                    <a:pt x="122948" y="13734"/>
                  </a:lnTo>
                  <a:lnTo>
                    <a:pt x="124115" y="14092"/>
                  </a:lnTo>
                  <a:lnTo>
                    <a:pt x="124379" y="14215"/>
                  </a:lnTo>
                  <a:lnTo>
                    <a:pt x="124611" y="14309"/>
                  </a:lnTo>
                  <a:lnTo>
                    <a:pt x="125212" y="14472"/>
                  </a:lnTo>
                  <a:lnTo>
                    <a:pt x="125337" y="15072"/>
                  </a:lnTo>
                  <a:lnTo>
                    <a:pt x="125181" y="15718"/>
                  </a:lnTo>
                  <a:lnTo>
                    <a:pt x="124533" y="16251"/>
                  </a:lnTo>
                  <a:lnTo>
                    <a:pt x="124331" y="16665"/>
                  </a:lnTo>
                  <a:lnTo>
                    <a:pt x="124577" y="16975"/>
                  </a:lnTo>
                  <a:lnTo>
                    <a:pt x="125486" y="17080"/>
                  </a:lnTo>
                  <a:lnTo>
                    <a:pt x="127371" y="16364"/>
                  </a:lnTo>
                  <a:lnTo>
                    <a:pt x="128591" y="15903"/>
                  </a:lnTo>
                  <a:lnTo>
                    <a:pt x="129436" y="15718"/>
                  </a:lnTo>
                  <a:lnTo>
                    <a:pt x="129781" y="15118"/>
                  </a:lnTo>
                  <a:lnTo>
                    <a:pt x="130312" y="14519"/>
                  </a:lnTo>
                  <a:lnTo>
                    <a:pt x="131157" y="14472"/>
                  </a:lnTo>
                  <a:lnTo>
                    <a:pt x="132065" y="14795"/>
                  </a:lnTo>
                  <a:lnTo>
                    <a:pt x="132815" y="14980"/>
                  </a:lnTo>
                  <a:lnTo>
                    <a:pt x="134093" y="14811"/>
                  </a:lnTo>
                  <a:lnTo>
                    <a:pt x="134767" y="15333"/>
                  </a:lnTo>
                  <a:lnTo>
                    <a:pt x="135712" y="16325"/>
                  </a:lnTo>
                  <a:lnTo>
                    <a:pt x="136137" y="1693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4133666" y="2500220"/>
              <a:ext cx="116402" cy="169669"/>
            </a:xfrm>
            <a:custGeom>
              <a:avLst/>
              <a:pathLst>
                <a:path w="116402" h="169669">
                  <a:moveTo>
                    <a:pt x="115643" y="69970"/>
                  </a:moveTo>
                  <a:lnTo>
                    <a:pt x="115849" y="71798"/>
                  </a:lnTo>
                  <a:lnTo>
                    <a:pt x="116055" y="74336"/>
                  </a:lnTo>
                  <a:lnTo>
                    <a:pt x="116202" y="76161"/>
                  </a:lnTo>
                  <a:lnTo>
                    <a:pt x="116352" y="76977"/>
                  </a:lnTo>
                  <a:lnTo>
                    <a:pt x="116402" y="77413"/>
                  </a:lnTo>
                  <a:lnTo>
                    <a:pt x="116237" y="77884"/>
                  </a:lnTo>
                  <a:lnTo>
                    <a:pt x="116099" y="78979"/>
                  </a:lnTo>
                  <a:lnTo>
                    <a:pt x="115835" y="79949"/>
                  </a:lnTo>
                  <a:lnTo>
                    <a:pt x="115686" y="80628"/>
                  </a:lnTo>
                  <a:lnTo>
                    <a:pt x="115808" y="81871"/>
                  </a:lnTo>
                  <a:lnTo>
                    <a:pt x="115709" y="83655"/>
                  </a:lnTo>
                  <a:lnTo>
                    <a:pt x="115603" y="85538"/>
                  </a:lnTo>
                  <a:lnTo>
                    <a:pt x="115571" y="87349"/>
                  </a:lnTo>
                  <a:lnTo>
                    <a:pt x="115927" y="90598"/>
                  </a:lnTo>
                  <a:lnTo>
                    <a:pt x="115878" y="91595"/>
                  </a:lnTo>
                  <a:lnTo>
                    <a:pt x="115437" y="93291"/>
                  </a:lnTo>
                  <a:lnTo>
                    <a:pt x="115103" y="94579"/>
                  </a:lnTo>
                  <a:lnTo>
                    <a:pt x="114886" y="96074"/>
                  </a:lnTo>
                  <a:lnTo>
                    <a:pt x="114848" y="96851"/>
                  </a:lnTo>
                  <a:lnTo>
                    <a:pt x="115658" y="99054"/>
                  </a:lnTo>
                  <a:lnTo>
                    <a:pt x="115610" y="99494"/>
                  </a:lnTo>
                  <a:lnTo>
                    <a:pt x="114990" y="99630"/>
                  </a:lnTo>
                  <a:lnTo>
                    <a:pt x="114476" y="99668"/>
                  </a:lnTo>
                  <a:lnTo>
                    <a:pt x="112515" y="99668"/>
                  </a:lnTo>
                  <a:lnTo>
                    <a:pt x="109703" y="99668"/>
                  </a:lnTo>
                  <a:lnTo>
                    <a:pt x="106892" y="99668"/>
                  </a:lnTo>
                  <a:lnTo>
                    <a:pt x="104080" y="99668"/>
                  </a:lnTo>
                  <a:lnTo>
                    <a:pt x="101494" y="99668"/>
                  </a:lnTo>
                  <a:lnTo>
                    <a:pt x="99021" y="99668"/>
                  </a:lnTo>
                  <a:lnTo>
                    <a:pt x="96839" y="99668"/>
                  </a:lnTo>
                  <a:lnTo>
                    <a:pt x="96840" y="101842"/>
                  </a:lnTo>
                  <a:lnTo>
                    <a:pt x="96841" y="106318"/>
                  </a:lnTo>
                  <a:lnTo>
                    <a:pt x="96841" y="110795"/>
                  </a:lnTo>
                  <a:lnTo>
                    <a:pt x="96842" y="115271"/>
                  </a:lnTo>
                  <a:lnTo>
                    <a:pt x="96843" y="119747"/>
                  </a:lnTo>
                  <a:lnTo>
                    <a:pt x="96844" y="124223"/>
                  </a:lnTo>
                  <a:lnTo>
                    <a:pt x="96845" y="128699"/>
                  </a:lnTo>
                  <a:lnTo>
                    <a:pt x="96846" y="133174"/>
                  </a:lnTo>
                  <a:lnTo>
                    <a:pt x="96847" y="137650"/>
                  </a:lnTo>
                  <a:lnTo>
                    <a:pt x="96847" y="140879"/>
                  </a:lnTo>
                  <a:lnTo>
                    <a:pt x="97419" y="145164"/>
                  </a:lnTo>
                  <a:lnTo>
                    <a:pt x="98464" y="149828"/>
                  </a:lnTo>
                  <a:lnTo>
                    <a:pt x="98873" y="150259"/>
                  </a:lnTo>
                  <a:lnTo>
                    <a:pt x="99925" y="151116"/>
                  </a:lnTo>
                  <a:lnTo>
                    <a:pt x="101385" y="152868"/>
                  </a:lnTo>
                  <a:lnTo>
                    <a:pt x="102204" y="154194"/>
                  </a:lnTo>
                  <a:lnTo>
                    <a:pt x="103869" y="156496"/>
                  </a:lnTo>
                  <a:lnTo>
                    <a:pt x="106082" y="159432"/>
                  </a:lnTo>
                  <a:lnTo>
                    <a:pt x="108218" y="162063"/>
                  </a:lnTo>
                  <a:lnTo>
                    <a:pt x="110101" y="164382"/>
                  </a:lnTo>
                  <a:lnTo>
                    <a:pt x="107145" y="165193"/>
                  </a:lnTo>
                  <a:lnTo>
                    <a:pt x="102942" y="166348"/>
                  </a:lnTo>
                  <a:lnTo>
                    <a:pt x="100106" y="167127"/>
                  </a:lnTo>
                  <a:lnTo>
                    <a:pt x="96668" y="168071"/>
                  </a:lnTo>
                  <a:lnTo>
                    <a:pt x="94375" y="168665"/>
                  </a:lnTo>
                  <a:lnTo>
                    <a:pt x="91522" y="169404"/>
                  </a:lnTo>
                  <a:lnTo>
                    <a:pt x="91066" y="169387"/>
                  </a:lnTo>
                  <a:lnTo>
                    <a:pt x="90301" y="168878"/>
                  </a:lnTo>
                  <a:lnTo>
                    <a:pt x="88651" y="168777"/>
                  </a:lnTo>
                  <a:lnTo>
                    <a:pt x="86710" y="169478"/>
                  </a:lnTo>
                  <a:lnTo>
                    <a:pt x="85170" y="169669"/>
                  </a:lnTo>
                  <a:lnTo>
                    <a:pt x="84031" y="169348"/>
                  </a:lnTo>
                  <a:lnTo>
                    <a:pt x="82919" y="168732"/>
                  </a:lnTo>
                  <a:lnTo>
                    <a:pt x="81835" y="167824"/>
                  </a:lnTo>
                  <a:lnTo>
                    <a:pt x="79955" y="167493"/>
                  </a:lnTo>
                  <a:lnTo>
                    <a:pt x="77282" y="167739"/>
                  </a:lnTo>
                  <a:lnTo>
                    <a:pt x="74705" y="167562"/>
                  </a:lnTo>
                  <a:lnTo>
                    <a:pt x="72224" y="166960"/>
                  </a:lnTo>
                  <a:lnTo>
                    <a:pt x="70448" y="166723"/>
                  </a:lnTo>
                  <a:lnTo>
                    <a:pt x="69379" y="166851"/>
                  </a:lnTo>
                  <a:lnTo>
                    <a:pt x="68233" y="166654"/>
                  </a:lnTo>
                  <a:lnTo>
                    <a:pt x="67010" y="166135"/>
                  </a:lnTo>
                  <a:lnTo>
                    <a:pt x="65989" y="165255"/>
                  </a:lnTo>
                  <a:lnTo>
                    <a:pt x="64760" y="163397"/>
                  </a:lnTo>
                  <a:lnTo>
                    <a:pt x="63799" y="161622"/>
                  </a:lnTo>
                  <a:lnTo>
                    <a:pt x="63550" y="161369"/>
                  </a:lnTo>
                  <a:lnTo>
                    <a:pt x="63246" y="161097"/>
                  </a:lnTo>
                  <a:lnTo>
                    <a:pt x="62945" y="161017"/>
                  </a:lnTo>
                  <a:lnTo>
                    <a:pt x="60224" y="160969"/>
                  </a:lnTo>
                  <a:lnTo>
                    <a:pt x="57637" y="160924"/>
                  </a:lnTo>
                  <a:lnTo>
                    <a:pt x="56156" y="160922"/>
                  </a:lnTo>
                  <a:lnTo>
                    <a:pt x="52537" y="160914"/>
                  </a:lnTo>
                  <a:lnTo>
                    <a:pt x="48918" y="160905"/>
                  </a:lnTo>
                  <a:lnTo>
                    <a:pt x="45298" y="160897"/>
                  </a:lnTo>
                  <a:lnTo>
                    <a:pt x="41678" y="160889"/>
                  </a:lnTo>
                  <a:lnTo>
                    <a:pt x="38058" y="160881"/>
                  </a:lnTo>
                  <a:lnTo>
                    <a:pt x="34438" y="160874"/>
                  </a:lnTo>
                  <a:lnTo>
                    <a:pt x="30818" y="160866"/>
                  </a:lnTo>
                  <a:lnTo>
                    <a:pt x="27198" y="160858"/>
                  </a:lnTo>
                  <a:lnTo>
                    <a:pt x="25276" y="160854"/>
                  </a:lnTo>
                  <a:lnTo>
                    <a:pt x="23489" y="160994"/>
                  </a:lnTo>
                  <a:lnTo>
                    <a:pt x="21517" y="161149"/>
                  </a:lnTo>
                  <a:lnTo>
                    <a:pt x="21233" y="161084"/>
                  </a:lnTo>
                  <a:lnTo>
                    <a:pt x="20765" y="160869"/>
                  </a:lnTo>
                  <a:lnTo>
                    <a:pt x="20446" y="160478"/>
                  </a:lnTo>
                  <a:lnTo>
                    <a:pt x="19384" y="159468"/>
                  </a:lnTo>
                  <a:lnTo>
                    <a:pt x="18460" y="158703"/>
                  </a:lnTo>
                  <a:lnTo>
                    <a:pt x="17205" y="157416"/>
                  </a:lnTo>
                  <a:lnTo>
                    <a:pt x="16394" y="156005"/>
                  </a:lnTo>
                  <a:lnTo>
                    <a:pt x="15711" y="155555"/>
                  </a:lnTo>
                  <a:lnTo>
                    <a:pt x="14499" y="155300"/>
                  </a:lnTo>
                  <a:lnTo>
                    <a:pt x="13589" y="155051"/>
                  </a:lnTo>
                  <a:lnTo>
                    <a:pt x="12848" y="154995"/>
                  </a:lnTo>
                  <a:lnTo>
                    <a:pt x="11543" y="155661"/>
                  </a:lnTo>
                  <a:lnTo>
                    <a:pt x="10560" y="156319"/>
                  </a:lnTo>
                  <a:lnTo>
                    <a:pt x="9859" y="156955"/>
                  </a:lnTo>
                  <a:lnTo>
                    <a:pt x="8642" y="157685"/>
                  </a:lnTo>
                  <a:lnTo>
                    <a:pt x="7616" y="158413"/>
                  </a:lnTo>
                  <a:lnTo>
                    <a:pt x="5829" y="158317"/>
                  </a:lnTo>
                  <a:lnTo>
                    <a:pt x="5443" y="158422"/>
                  </a:lnTo>
                  <a:lnTo>
                    <a:pt x="4449" y="158375"/>
                  </a:lnTo>
                  <a:lnTo>
                    <a:pt x="3512" y="157741"/>
                  </a:lnTo>
                  <a:lnTo>
                    <a:pt x="2562" y="157797"/>
                  </a:lnTo>
                  <a:lnTo>
                    <a:pt x="1508" y="158606"/>
                  </a:lnTo>
                  <a:lnTo>
                    <a:pt x="0" y="158922"/>
                  </a:lnTo>
                  <a:lnTo>
                    <a:pt x="350" y="153651"/>
                  </a:lnTo>
                  <a:lnTo>
                    <a:pt x="717" y="151319"/>
                  </a:lnTo>
                  <a:lnTo>
                    <a:pt x="727" y="148532"/>
                  </a:lnTo>
                  <a:lnTo>
                    <a:pt x="509" y="141309"/>
                  </a:lnTo>
                  <a:lnTo>
                    <a:pt x="249" y="140317"/>
                  </a:lnTo>
                  <a:lnTo>
                    <a:pt x="73" y="139154"/>
                  </a:lnTo>
                  <a:lnTo>
                    <a:pt x="1008" y="138267"/>
                  </a:lnTo>
                  <a:lnTo>
                    <a:pt x="1483" y="137590"/>
                  </a:lnTo>
                  <a:lnTo>
                    <a:pt x="2126" y="136393"/>
                  </a:lnTo>
                  <a:lnTo>
                    <a:pt x="2583" y="134715"/>
                  </a:lnTo>
                  <a:lnTo>
                    <a:pt x="3123" y="131013"/>
                  </a:lnTo>
                  <a:lnTo>
                    <a:pt x="5084" y="122494"/>
                  </a:lnTo>
                  <a:lnTo>
                    <a:pt x="6015" y="114147"/>
                  </a:lnTo>
                  <a:lnTo>
                    <a:pt x="7196" y="110192"/>
                  </a:lnTo>
                  <a:lnTo>
                    <a:pt x="7638" y="105761"/>
                  </a:lnTo>
                  <a:lnTo>
                    <a:pt x="10923" y="100041"/>
                  </a:lnTo>
                  <a:lnTo>
                    <a:pt x="11732" y="96526"/>
                  </a:lnTo>
                  <a:lnTo>
                    <a:pt x="13430" y="94803"/>
                  </a:lnTo>
                  <a:lnTo>
                    <a:pt x="15836" y="92965"/>
                  </a:lnTo>
                  <a:lnTo>
                    <a:pt x="17548" y="89698"/>
                  </a:lnTo>
                  <a:lnTo>
                    <a:pt x="18377" y="87434"/>
                  </a:lnTo>
                  <a:lnTo>
                    <a:pt x="19321" y="83096"/>
                  </a:lnTo>
                  <a:lnTo>
                    <a:pt x="19311" y="78565"/>
                  </a:lnTo>
                  <a:lnTo>
                    <a:pt x="19909" y="72518"/>
                  </a:lnTo>
                  <a:lnTo>
                    <a:pt x="19778" y="70778"/>
                  </a:lnTo>
                  <a:lnTo>
                    <a:pt x="18882" y="68371"/>
                  </a:lnTo>
                  <a:lnTo>
                    <a:pt x="18716" y="66648"/>
                  </a:lnTo>
                  <a:lnTo>
                    <a:pt x="17884" y="64957"/>
                  </a:lnTo>
                  <a:lnTo>
                    <a:pt x="16995" y="63679"/>
                  </a:lnTo>
                  <a:lnTo>
                    <a:pt x="16578" y="61397"/>
                  </a:lnTo>
                  <a:lnTo>
                    <a:pt x="15034" y="57796"/>
                  </a:lnTo>
                  <a:lnTo>
                    <a:pt x="14611" y="55395"/>
                  </a:lnTo>
                  <a:lnTo>
                    <a:pt x="13872" y="53672"/>
                  </a:lnTo>
                  <a:lnTo>
                    <a:pt x="13754" y="51544"/>
                  </a:lnTo>
                  <a:lnTo>
                    <a:pt x="13364" y="49298"/>
                  </a:lnTo>
                  <a:lnTo>
                    <a:pt x="12610" y="47076"/>
                  </a:lnTo>
                  <a:lnTo>
                    <a:pt x="11877" y="44533"/>
                  </a:lnTo>
                  <a:lnTo>
                    <a:pt x="11877" y="43738"/>
                  </a:lnTo>
                  <a:lnTo>
                    <a:pt x="12334" y="42779"/>
                  </a:lnTo>
                  <a:lnTo>
                    <a:pt x="12769" y="42464"/>
                  </a:lnTo>
                  <a:lnTo>
                    <a:pt x="12622" y="42946"/>
                  </a:lnTo>
                  <a:lnTo>
                    <a:pt x="12332" y="43517"/>
                  </a:lnTo>
                  <a:lnTo>
                    <a:pt x="12400" y="43958"/>
                  </a:lnTo>
                  <a:lnTo>
                    <a:pt x="15287" y="39500"/>
                  </a:lnTo>
                  <a:lnTo>
                    <a:pt x="15470" y="38629"/>
                  </a:lnTo>
                  <a:lnTo>
                    <a:pt x="15373" y="37653"/>
                  </a:lnTo>
                  <a:lnTo>
                    <a:pt x="15358" y="36460"/>
                  </a:lnTo>
                  <a:lnTo>
                    <a:pt x="15472" y="35072"/>
                  </a:lnTo>
                  <a:lnTo>
                    <a:pt x="12750" y="26849"/>
                  </a:lnTo>
                  <a:lnTo>
                    <a:pt x="10588" y="19201"/>
                  </a:lnTo>
                  <a:lnTo>
                    <a:pt x="10221" y="15337"/>
                  </a:lnTo>
                  <a:lnTo>
                    <a:pt x="7362" y="10253"/>
                  </a:lnTo>
                  <a:lnTo>
                    <a:pt x="6235" y="6949"/>
                  </a:lnTo>
                  <a:lnTo>
                    <a:pt x="5593" y="4632"/>
                  </a:lnTo>
                  <a:lnTo>
                    <a:pt x="5111" y="3753"/>
                  </a:lnTo>
                  <a:lnTo>
                    <a:pt x="5293" y="3311"/>
                  </a:lnTo>
                  <a:lnTo>
                    <a:pt x="6029" y="3195"/>
                  </a:lnTo>
                  <a:lnTo>
                    <a:pt x="7667" y="2660"/>
                  </a:lnTo>
                  <a:lnTo>
                    <a:pt x="9910" y="2074"/>
                  </a:lnTo>
                  <a:lnTo>
                    <a:pt x="11983" y="731"/>
                  </a:lnTo>
                  <a:lnTo>
                    <a:pt x="12536" y="134"/>
                  </a:lnTo>
                  <a:lnTo>
                    <a:pt x="13635" y="14"/>
                  </a:lnTo>
                  <a:lnTo>
                    <a:pt x="14754" y="371"/>
                  </a:lnTo>
                  <a:lnTo>
                    <a:pt x="15169" y="114"/>
                  </a:lnTo>
                  <a:lnTo>
                    <a:pt x="15406" y="92"/>
                  </a:lnTo>
                  <a:lnTo>
                    <a:pt x="18031" y="91"/>
                  </a:lnTo>
                  <a:lnTo>
                    <a:pt x="19124" y="0"/>
                  </a:lnTo>
                  <a:lnTo>
                    <a:pt x="21149" y="28"/>
                  </a:lnTo>
                  <a:lnTo>
                    <a:pt x="22428" y="138"/>
                  </a:lnTo>
                  <a:lnTo>
                    <a:pt x="23157" y="290"/>
                  </a:lnTo>
                  <a:lnTo>
                    <a:pt x="25123" y="523"/>
                  </a:lnTo>
                  <a:lnTo>
                    <a:pt x="27576" y="469"/>
                  </a:lnTo>
                  <a:lnTo>
                    <a:pt x="28442" y="347"/>
                  </a:lnTo>
                  <a:lnTo>
                    <a:pt x="31658" y="269"/>
                  </a:lnTo>
                  <a:lnTo>
                    <a:pt x="34834" y="190"/>
                  </a:lnTo>
                  <a:lnTo>
                    <a:pt x="37690" y="121"/>
                  </a:lnTo>
                  <a:lnTo>
                    <a:pt x="40843" y="136"/>
                  </a:lnTo>
                  <a:lnTo>
                    <a:pt x="43256" y="145"/>
                  </a:lnTo>
                  <a:lnTo>
                    <a:pt x="44355" y="627"/>
                  </a:lnTo>
                  <a:lnTo>
                    <a:pt x="45355" y="1543"/>
                  </a:lnTo>
                  <a:lnTo>
                    <a:pt x="45810" y="2372"/>
                  </a:lnTo>
                  <a:lnTo>
                    <a:pt x="46026" y="2739"/>
                  </a:lnTo>
                  <a:lnTo>
                    <a:pt x="46324" y="3617"/>
                  </a:lnTo>
                  <a:lnTo>
                    <a:pt x="46870" y="4311"/>
                  </a:lnTo>
                  <a:lnTo>
                    <a:pt x="47064" y="5387"/>
                  </a:lnTo>
                  <a:lnTo>
                    <a:pt x="46905" y="6845"/>
                  </a:lnTo>
                  <a:lnTo>
                    <a:pt x="46985" y="8598"/>
                  </a:lnTo>
                  <a:lnTo>
                    <a:pt x="47303" y="10646"/>
                  </a:lnTo>
                  <a:lnTo>
                    <a:pt x="47966" y="12795"/>
                  </a:lnTo>
                  <a:lnTo>
                    <a:pt x="48972" y="15047"/>
                  </a:lnTo>
                  <a:lnTo>
                    <a:pt x="49411" y="16834"/>
                  </a:lnTo>
                  <a:lnTo>
                    <a:pt x="49281" y="18158"/>
                  </a:lnTo>
                  <a:lnTo>
                    <a:pt x="49590" y="19558"/>
                  </a:lnTo>
                  <a:lnTo>
                    <a:pt x="50338" y="21032"/>
                  </a:lnTo>
                  <a:lnTo>
                    <a:pt x="50885" y="21812"/>
                  </a:lnTo>
                  <a:lnTo>
                    <a:pt x="51201" y="22402"/>
                  </a:lnTo>
                  <a:lnTo>
                    <a:pt x="52052" y="24662"/>
                  </a:lnTo>
                  <a:lnTo>
                    <a:pt x="53626" y="28268"/>
                  </a:lnTo>
                  <a:lnTo>
                    <a:pt x="54806" y="30974"/>
                  </a:lnTo>
                  <a:lnTo>
                    <a:pt x="55218" y="31296"/>
                  </a:lnTo>
                  <a:lnTo>
                    <a:pt x="55821" y="31181"/>
                  </a:lnTo>
                  <a:lnTo>
                    <a:pt x="57102" y="30911"/>
                  </a:lnTo>
                  <a:lnTo>
                    <a:pt x="58373" y="30859"/>
                  </a:lnTo>
                  <a:lnTo>
                    <a:pt x="59278" y="31416"/>
                  </a:lnTo>
                  <a:lnTo>
                    <a:pt x="59641" y="31321"/>
                  </a:lnTo>
                  <a:lnTo>
                    <a:pt x="61007" y="30248"/>
                  </a:lnTo>
                  <a:lnTo>
                    <a:pt x="62363" y="29919"/>
                  </a:lnTo>
                  <a:lnTo>
                    <a:pt x="63780" y="29477"/>
                  </a:lnTo>
                  <a:lnTo>
                    <a:pt x="64519" y="29022"/>
                  </a:lnTo>
                  <a:lnTo>
                    <a:pt x="65377" y="29023"/>
                  </a:lnTo>
                  <a:lnTo>
                    <a:pt x="67694" y="29889"/>
                  </a:lnTo>
                  <a:lnTo>
                    <a:pt x="68130" y="29936"/>
                  </a:lnTo>
                  <a:lnTo>
                    <a:pt x="70006" y="29936"/>
                  </a:lnTo>
                  <a:lnTo>
                    <a:pt x="71880" y="29449"/>
                  </a:lnTo>
                  <a:lnTo>
                    <a:pt x="72156" y="25822"/>
                  </a:lnTo>
                  <a:lnTo>
                    <a:pt x="72172" y="25104"/>
                  </a:lnTo>
                  <a:lnTo>
                    <a:pt x="72623" y="23741"/>
                  </a:lnTo>
                  <a:lnTo>
                    <a:pt x="73196" y="22553"/>
                  </a:lnTo>
                  <a:lnTo>
                    <a:pt x="73267" y="21417"/>
                  </a:lnTo>
                  <a:lnTo>
                    <a:pt x="73233" y="19866"/>
                  </a:lnTo>
                  <a:lnTo>
                    <a:pt x="73648" y="17982"/>
                  </a:lnTo>
                  <a:lnTo>
                    <a:pt x="74903" y="16485"/>
                  </a:lnTo>
                  <a:lnTo>
                    <a:pt x="76936" y="15777"/>
                  </a:lnTo>
                  <a:lnTo>
                    <a:pt x="78093" y="15639"/>
                  </a:lnTo>
                  <a:lnTo>
                    <a:pt x="79915" y="15218"/>
                  </a:lnTo>
                  <a:lnTo>
                    <a:pt x="82679" y="14793"/>
                  </a:lnTo>
                  <a:lnTo>
                    <a:pt x="83699" y="14850"/>
                  </a:lnTo>
                  <a:lnTo>
                    <a:pt x="83781" y="15063"/>
                  </a:lnTo>
                  <a:lnTo>
                    <a:pt x="83196" y="17666"/>
                  </a:lnTo>
                  <a:lnTo>
                    <a:pt x="83186" y="18517"/>
                  </a:lnTo>
                  <a:lnTo>
                    <a:pt x="83400" y="19377"/>
                  </a:lnTo>
                  <a:lnTo>
                    <a:pt x="83867" y="19841"/>
                  </a:lnTo>
                  <a:lnTo>
                    <a:pt x="86735" y="19893"/>
                  </a:lnTo>
                  <a:lnTo>
                    <a:pt x="89378" y="19942"/>
                  </a:lnTo>
                  <a:lnTo>
                    <a:pt x="92411" y="20105"/>
                  </a:lnTo>
                  <a:lnTo>
                    <a:pt x="94683" y="20228"/>
                  </a:lnTo>
                  <a:lnTo>
                    <a:pt x="94972" y="20356"/>
                  </a:lnTo>
                  <a:lnTo>
                    <a:pt x="95203" y="20551"/>
                  </a:lnTo>
                  <a:lnTo>
                    <a:pt x="95540" y="21839"/>
                  </a:lnTo>
                  <a:lnTo>
                    <a:pt x="95464" y="24359"/>
                  </a:lnTo>
                  <a:lnTo>
                    <a:pt x="94958" y="28038"/>
                  </a:lnTo>
                  <a:lnTo>
                    <a:pt x="95155" y="31476"/>
                  </a:lnTo>
                  <a:lnTo>
                    <a:pt x="96053" y="34673"/>
                  </a:lnTo>
                  <a:lnTo>
                    <a:pt x="96143" y="39586"/>
                  </a:lnTo>
                  <a:lnTo>
                    <a:pt x="95826" y="42517"/>
                  </a:lnTo>
                  <a:lnTo>
                    <a:pt x="95425" y="46213"/>
                  </a:lnTo>
                  <a:lnTo>
                    <a:pt x="95271" y="50401"/>
                  </a:lnTo>
                  <a:lnTo>
                    <a:pt x="95682" y="52151"/>
                  </a:lnTo>
                  <a:lnTo>
                    <a:pt x="96552" y="53984"/>
                  </a:lnTo>
                  <a:lnTo>
                    <a:pt x="97882" y="55897"/>
                  </a:lnTo>
                  <a:lnTo>
                    <a:pt x="98909" y="58378"/>
                  </a:lnTo>
                  <a:lnTo>
                    <a:pt x="99635" y="61425"/>
                  </a:lnTo>
                  <a:lnTo>
                    <a:pt x="99900" y="63344"/>
                  </a:lnTo>
                  <a:lnTo>
                    <a:pt x="99703" y="64134"/>
                  </a:lnTo>
                  <a:lnTo>
                    <a:pt x="99718" y="65504"/>
                  </a:lnTo>
                  <a:lnTo>
                    <a:pt x="99943" y="67453"/>
                  </a:lnTo>
                  <a:lnTo>
                    <a:pt x="99692" y="68746"/>
                  </a:lnTo>
                  <a:lnTo>
                    <a:pt x="98964" y="69381"/>
                  </a:lnTo>
                  <a:lnTo>
                    <a:pt x="98722" y="70256"/>
                  </a:lnTo>
                  <a:lnTo>
                    <a:pt x="99088" y="71936"/>
                  </a:lnTo>
                  <a:lnTo>
                    <a:pt x="99178" y="73460"/>
                  </a:lnTo>
                  <a:lnTo>
                    <a:pt x="99466" y="74042"/>
                  </a:lnTo>
                  <a:lnTo>
                    <a:pt x="99676" y="74467"/>
                  </a:lnTo>
                  <a:lnTo>
                    <a:pt x="100018" y="74529"/>
                  </a:lnTo>
                  <a:lnTo>
                    <a:pt x="100756" y="73983"/>
                  </a:lnTo>
                  <a:lnTo>
                    <a:pt x="101638" y="72968"/>
                  </a:lnTo>
                  <a:lnTo>
                    <a:pt x="102346" y="72538"/>
                  </a:lnTo>
                  <a:lnTo>
                    <a:pt x="103344" y="72592"/>
                  </a:lnTo>
                  <a:lnTo>
                    <a:pt x="104747" y="72879"/>
                  </a:lnTo>
                  <a:lnTo>
                    <a:pt x="107221" y="72985"/>
                  </a:lnTo>
                  <a:lnTo>
                    <a:pt x="107982" y="72802"/>
                  </a:lnTo>
                  <a:lnTo>
                    <a:pt x="110285" y="71431"/>
                  </a:lnTo>
                  <a:lnTo>
                    <a:pt x="110889" y="71331"/>
                  </a:lnTo>
                  <a:lnTo>
                    <a:pt x="111797" y="71461"/>
                  </a:lnTo>
                  <a:lnTo>
                    <a:pt x="113088" y="71865"/>
                  </a:lnTo>
                  <a:lnTo>
                    <a:pt x="114388" y="71950"/>
                  </a:lnTo>
                  <a:lnTo>
                    <a:pt x="115025" y="71525"/>
                  </a:lnTo>
                  <a:lnTo>
                    <a:pt x="115083" y="70970"/>
                  </a:lnTo>
                  <a:lnTo>
                    <a:pt x="115286" y="7024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4136270" y="2480326"/>
              <a:ext cx="9975" cy="18547"/>
            </a:xfrm>
            <a:custGeom>
              <a:avLst/>
              <a:pathLst>
                <a:path w="9975" h="18547">
                  <a:moveTo>
                    <a:pt x="1847" y="18547"/>
                  </a:moveTo>
                  <a:lnTo>
                    <a:pt x="1709" y="18174"/>
                  </a:lnTo>
                  <a:lnTo>
                    <a:pt x="1297" y="16790"/>
                  </a:lnTo>
                  <a:lnTo>
                    <a:pt x="1529" y="15478"/>
                  </a:lnTo>
                  <a:lnTo>
                    <a:pt x="1780" y="14496"/>
                  </a:lnTo>
                  <a:lnTo>
                    <a:pt x="1502" y="12495"/>
                  </a:lnTo>
                  <a:lnTo>
                    <a:pt x="872" y="10715"/>
                  </a:lnTo>
                  <a:lnTo>
                    <a:pt x="204" y="8455"/>
                  </a:lnTo>
                  <a:lnTo>
                    <a:pt x="0" y="8025"/>
                  </a:lnTo>
                  <a:lnTo>
                    <a:pt x="559" y="7298"/>
                  </a:lnTo>
                  <a:lnTo>
                    <a:pt x="1407" y="5701"/>
                  </a:lnTo>
                  <a:lnTo>
                    <a:pt x="1759" y="4877"/>
                  </a:lnTo>
                  <a:lnTo>
                    <a:pt x="2739" y="4695"/>
                  </a:lnTo>
                  <a:lnTo>
                    <a:pt x="3106" y="4117"/>
                  </a:lnTo>
                  <a:lnTo>
                    <a:pt x="3364" y="3191"/>
                  </a:lnTo>
                  <a:lnTo>
                    <a:pt x="3464" y="2653"/>
                  </a:lnTo>
                  <a:lnTo>
                    <a:pt x="4570" y="2212"/>
                  </a:lnTo>
                  <a:lnTo>
                    <a:pt x="5897" y="1426"/>
                  </a:lnTo>
                  <a:lnTo>
                    <a:pt x="6632" y="569"/>
                  </a:lnTo>
                  <a:lnTo>
                    <a:pt x="7378" y="23"/>
                  </a:lnTo>
                  <a:lnTo>
                    <a:pt x="7850" y="0"/>
                  </a:lnTo>
                  <a:lnTo>
                    <a:pt x="8161" y="226"/>
                  </a:lnTo>
                  <a:lnTo>
                    <a:pt x="9016" y="1713"/>
                  </a:lnTo>
                  <a:lnTo>
                    <a:pt x="9741" y="2654"/>
                  </a:lnTo>
                  <a:lnTo>
                    <a:pt x="9975" y="2871"/>
                  </a:lnTo>
                  <a:lnTo>
                    <a:pt x="9829" y="3098"/>
                  </a:lnTo>
                  <a:lnTo>
                    <a:pt x="8790" y="3715"/>
                  </a:lnTo>
                  <a:lnTo>
                    <a:pt x="7675" y="4291"/>
                  </a:lnTo>
                  <a:lnTo>
                    <a:pt x="6210" y="6645"/>
                  </a:lnTo>
                  <a:lnTo>
                    <a:pt x="5466" y="7664"/>
                  </a:lnTo>
                  <a:lnTo>
                    <a:pt x="5252" y="7917"/>
                  </a:lnTo>
                  <a:lnTo>
                    <a:pt x="4582" y="8480"/>
                  </a:lnTo>
                  <a:lnTo>
                    <a:pt x="4097" y="8962"/>
                  </a:lnTo>
                  <a:lnTo>
                    <a:pt x="4114" y="9229"/>
                  </a:lnTo>
                  <a:lnTo>
                    <a:pt x="4437" y="9537"/>
                  </a:lnTo>
                  <a:lnTo>
                    <a:pt x="4768" y="10042"/>
                  </a:lnTo>
                  <a:lnTo>
                    <a:pt x="4735" y="13887"/>
                  </a:lnTo>
                  <a:lnTo>
                    <a:pt x="4591" y="17670"/>
                  </a:lnTo>
                  <a:lnTo>
                    <a:pt x="4410" y="17990"/>
                  </a:lnTo>
                  <a:lnTo>
                    <a:pt x="3478" y="18115"/>
                  </a:lnTo>
                  <a:lnTo>
                    <a:pt x="2241" y="1837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3425023" y="2163729"/>
              <a:ext cx="1706" cy="1371"/>
            </a:xfrm>
            <a:custGeom>
              <a:avLst/>
              <a:pathLst>
                <a:path w="1706" h="1371">
                  <a:moveTo>
                    <a:pt x="1502" y="668"/>
                  </a:moveTo>
                  <a:lnTo>
                    <a:pt x="0" y="1371"/>
                  </a:lnTo>
                  <a:lnTo>
                    <a:pt x="63" y="968"/>
                  </a:lnTo>
                  <a:lnTo>
                    <a:pt x="1267" y="0"/>
                  </a:lnTo>
                  <a:lnTo>
                    <a:pt x="1706" y="6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4204978" y="1823704"/>
              <a:ext cx="16560" cy="41765"/>
            </a:xfrm>
            <a:custGeom>
              <a:avLst/>
              <a:pathLst>
                <a:path w="16560" h="41765">
                  <a:moveTo>
                    <a:pt x="7410" y="1404"/>
                  </a:moveTo>
                  <a:lnTo>
                    <a:pt x="7784" y="1719"/>
                  </a:lnTo>
                  <a:lnTo>
                    <a:pt x="8562" y="3097"/>
                  </a:lnTo>
                  <a:lnTo>
                    <a:pt x="9081" y="4309"/>
                  </a:lnTo>
                  <a:lnTo>
                    <a:pt x="10100" y="4730"/>
                  </a:lnTo>
                  <a:lnTo>
                    <a:pt x="10668" y="5202"/>
                  </a:lnTo>
                  <a:lnTo>
                    <a:pt x="11398" y="5921"/>
                  </a:lnTo>
                  <a:lnTo>
                    <a:pt x="11752" y="6645"/>
                  </a:lnTo>
                  <a:lnTo>
                    <a:pt x="12249" y="8855"/>
                  </a:lnTo>
                  <a:lnTo>
                    <a:pt x="12306" y="10189"/>
                  </a:lnTo>
                  <a:lnTo>
                    <a:pt x="12162" y="10799"/>
                  </a:lnTo>
                  <a:lnTo>
                    <a:pt x="12038" y="10957"/>
                  </a:lnTo>
                  <a:lnTo>
                    <a:pt x="11584" y="13131"/>
                  </a:lnTo>
                  <a:lnTo>
                    <a:pt x="11692" y="14239"/>
                  </a:lnTo>
                  <a:lnTo>
                    <a:pt x="11689" y="14968"/>
                  </a:lnTo>
                  <a:lnTo>
                    <a:pt x="11304" y="15256"/>
                  </a:lnTo>
                  <a:lnTo>
                    <a:pt x="11049" y="15714"/>
                  </a:lnTo>
                  <a:lnTo>
                    <a:pt x="11463" y="17526"/>
                  </a:lnTo>
                  <a:lnTo>
                    <a:pt x="11413" y="18297"/>
                  </a:lnTo>
                  <a:lnTo>
                    <a:pt x="11431" y="19183"/>
                  </a:lnTo>
                  <a:lnTo>
                    <a:pt x="12178" y="21202"/>
                  </a:lnTo>
                  <a:lnTo>
                    <a:pt x="12618" y="21826"/>
                  </a:lnTo>
                  <a:lnTo>
                    <a:pt x="13012" y="22125"/>
                  </a:lnTo>
                  <a:lnTo>
                    <a:pt x="13515" y="23984"/>
                  </a:lnTo>
                  <a:lnTo>
                    <a:pt x="13814" y="24306"/>
                  </a:lnTo>
                  <a:lnTo>
                    <a:pt x="15038" y="24130"/>
                  </a:lnTo>
                  <a:lnTo>
                    <a:pt x="15637" y="24336"/>
                  </a:lnTo>
                  <a:lnTo>
                    <a:pt x="15874" y="24777"/>
                  </a:lnTo>
                  <a:lnTo>
                    <a:pt x="15928" y="25078"/>
                  </a:lnTo>
                  <a:lnTo>
                    <a:pt x="15847" y="26119"/>
                  </a:lnTo>
                  <a:lnTo>
                    <a:pt x="16151" y="26921"/>
                  </a:lnTo>
                  <a:lnTo>
                    <a:pt x="16560" y="27746"/>
                  </a:lnTo>
                  <a:lnTo>
                    <a:pt x="16558" y="28251"/>
                  </a:lnTo>
                  <a:lnTo>
                    <a:pt x="16284" y="29075"/>
                  </a:lnTo>
                  <a:lnTo>
                    <a:pt x="15795" y="30037"/>
                  </a:lnTo>
                  <a:lnTo>
                    <a:pt x="15146" y="30406"/>
                  </a:lnTo>
                  <a:lnTo>
                    <a:pt x="14431" y="30720"/>
                  </a:lnTo>
                  <a:lnTo>
                    <a:pt x="14090" y="31467"/>
                  </a:lnTo>
                  <a:lnTo>
                    <a:pt x="13916" y="32261"/>
                  </a:lnTo>
                  <a:lnTo>
                    <a:pt x="13597" y="32851"/>
                  </a:lnTo>
                  <a:lnTo>
                    <a:pt x="13399" y="33496"/>
                  </a:lnTo>
                  <a:lnTo>
                    <a:pt x="13096" y="34816"/>
                  </a:lnTo>
                  <a:lnTo>
                    <a:pt x="13025" y="35296"/>
                  </a:lnTo>
                  <a:lnTo>
                    <a:pt x="12541" y="35780"/>
                  </a:lnTo>
                  <a:lnTo>
                    <a:pt x="11791" y="35977"/>
                  </a:lnTo>
                  <a:lnTo>
                    <a:pt x="11120" y="36018"/>
                  </a:lnTo>
                  <a:lnTo>
                    <a:pt x="10665" y="36243"/>
                  </a:lnTo>
                  <a:lnTo>
                    <a:pt x="10435" y="36693"/>
                  </a:lnTo>
                  <a:lnTo>
                    <a:pt x="10007" y="37057"/>
                  </a:lnTo>
                  <a:lnTo>
                    <a:pt x="9749" y="37220"/>
                  </a:lnTo>
                  <a:lnTo>
                    <a:pt x="9750" y="37619"/>
                  </a:lnTo>
                  <a:lnTo>
                    <a:pt x="10062" y="38458"/>
                  </a:lnTo>
                  <a:lnTo>
                    <a:pt x="10416" y="39139"/>
                  </a:lnTo>
                  <a:lnTo>
                    <a:pt x="10423" y="39686"/>
                  </a:lnTo>
                  <a:lnTo>
                    <a:pt x="10249" y="39837"/>
                  </a:lnTo>
                  <a:lnTo>
                    <a:pt x="9701" y="39769"/>
                  </a:lnTo>
                  <a:lnTo>
                    <a:pt x="9585" y="39970"/>
                  </a:lnTo>
                  <a:lnTo>
                    <a:pt x="9526" y="40579"/>
                  </a:lnTo>
                  <a:lnTo>
                    <a:pt x="9379" y="41101"/>
                  </a:lnTo>
                  <a:lnTo>
                    <a:pt x="9154" y="41419"/>
                  </a:lnTo>
                  <a:lnTo>
                    <a:pt x="8762" y="41765"/>
                  </a:lnTo>
                  <a:lnTo>
                    <a:pt x="8045" y="41652"/>
                  </a:lnTo>
                  <a:lnTo>
                    <a:pt x="7370" y="41129"/>
                  </a:lnTo>
                  <a:lnTo>
                    <a:pt x="7018" y="40968"/>
                  </a:lnTo>
                  <a:lnTo>
                    <a:pt x="6817" y="40986"/>
                  </a:lnTo>
                  <a:lnTo>
                    <a:pt x="6763" y="39708"/>
                  </a:lnTo>
                  <a:lnTo>
                    <a:pt x="6472" y="38714"/>
                  </a:lnTo>
                  <a:lnTo>
                    <a:pt x="5403" y="36325"/>
                  </a:lnTo>
                  <a:lnTo>
                    <a:pt x="1929" y="34004"/>
                  </a:lnTo>
                  <a:lnTo>
                    <a:pt x="1111" y="32960"/>
                  </a:lnTo>
                  <a:lnTo>
                    <a:pt x="752" y="32083"/>
                  </a:lnTo>
                  <a:lnTo>
                    <a:pt x="393" y="31255"/>
                  </a:lnTo>
                  <a:lnTo>
                    <a:pt x="737" y="31232"/>
                  </a:lnTo>
                  <a:lnTo>
                    <a:pt x="1077" y="31441"/>
                  </a:lnTo>
                  <a:lnTo>
                    <a:pt x="1512" y="31693"/>
                  </a:lnTo>
                  <a:lnTo>
                    <a:pt x="1688" y="31279"/>
                  </a:lnTo>
                  <a:lnTo>
                    <a:pt x="1500" y="30374"/>
                  </a:lnTo>
                  <a:lnTo>
                    <a:pt x="605" y="28256"/>
                  </a:lnTo>
                  <a:lnTo>
                    <a:pt x="537" y="27674"/>
                  </a:lnTo>
                  <a:lnTo>
                    <a:pt x="976" y="25904"/>
                  </a:lnTo>
                  <a:lnTo>
                    <a:pt x="1708" y="23915"/>
                  </a:lnTo>
                  <a:lnTo>
                    <a:pt x="1659" y="21506"/>
                  </a:lnTo>
                  <a:lnTo>
                    <a:pt x="1886" y="19688"/>
                  </a:lnTo>
                  <a:lnTo>
                    <a:pt x="1634" y="18508"/>
                  </a:lnTo>
                  <a:lnTo>
                    <a:pt x="1513" y="17060"/>
                  </a:lnTo>
                  <a:lnTo>
                    <a:pt x="2050" y="15137"/>
                  </a:lnTo>
                  <a:lnTo>
                    <a:pt x="2508" y="14660"/>
                  </a:lnTo>
                  <a:lnTo>
                    <a:pt x="2791" y="14052"/>
                  </a:lnTo>
                  <a:lnTo>
                    <a:pt x="2808" y="12001"/>
                  </a:lnTo>
                  <a:lnTo>
                    <a:pt x="1774" y="11043"/>
                  </a:lnTo>
                  <a:lnTo>
                    <a:pt x="583" y="10863"/>
                  </a:lnTo>
                  <a:lnTo>
                    <a:pt x="613" y="10169"/>
                  </a:lnTo>
                  <a:lnTo>
                    <a:pt x="761" y="9068"/>
                  </a:lnTo>
                  <a:lnTo>
                    <a:pt x="676" y="8702"/>
                  </a:lnTo>
                  <a:lnTo>
                    <a:pt x="764" y="8073"/>
                  </a:lnTo>
                  <a:lnTo>
                    <a:pt x="474" y="7234"/>
                  </a:lnTo>
                  <a:lnTo>
                    <a:pt x="0" y="6630"/>
                  </a:lnTo>
                  <a:lnTo>
                    <a:pt x="457" y="5560"/>
                  </a:lnTo>
                  <a:lnTo>
                    <a:pt x="1125" y="4268"/>
                  </a:lnTo>
                  <a:lnTo>
                    <a:pt x="1745" y="3243"/>
                  </a:lnTo>
                  <a:lnTo>
                    <a:pt x="2496" y="2175"/>
                  </a:lnTo>
                  <a:lnTo>
                    <a:pt x="2997" y="1150"/>
                  </a:lnTo>
                  <a:lnTo>
                    <a:pt x="3536" y="270"/>
                  </a:lnTo>
                  <a:lnTo>
                    <a:pt x="3999" y="0"/>
                  </a:lnTo>
                  <a:lnTo>
                    <a:pt x="4230" y="187"/>
                  </a:lnTo>
                  <a:lnTo>
                    <a:pt x="4352" y="572"/>
                  </a:lnTo>
                  <a:lnTo>
                    <a:pt x="4324" y="1712"/>
                  </a:lnTo>
                  <a:lnTo>
                    <a:pt x="4482" y="2106"/>
                  </a:lnTo>
                  <a:lnTo>
                    <a:pt x="4802" y="2395"/>
                  </a:lnTo>
                  <a:lnTo>
                    <a:pt x="5478" y="2254"/>
                  </a:lnTo>
                  <a:lnTo>
                    <a:pt x="6228" y="1970"/>
                  </a:lnTo>
                  <a:lnTo>
                    <a:pt x="7237" y="136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4215548" y="1580635"/>
              <a:ext cx="2018" cy="881"/>
            </a:xfrm>
            <a:custGeom>
              <a:avLst/>
              <a:pathLst>
                <a:path w="2018" h="881">
                  <a:moveTo>
                    <a:pt x="2018" y="477"/>
                  </a:moveTo>
                  <a:lnTo>
                    <a:pt x="1943" y="808"/>
                  </a:lnTo>
                  <a:lnTo>
                    <a:pt x="1171" y="881"/>
                  </a:lnTo>
                  <a:lnTo>
                    <a:pt x="847" y="587"/>
                  </a:lnTo>
                  <a:lnTo>
                    <a:pt x="125" y="624"/>
                  </a:lnTo>
                  <a:lnTo>
                    <a:pt x="0" y="477"/>
                  </a:lnTo>
                  <a:lnTo>
                    <a:pt x="299" y="183"/>
                  </a:lnTo>
                  <a:lnTo>
                    <a:pt x="872" y="0"/>
                  </a:lnTo>
                  <a:lnTo>
                    <a:pt x="1619" y="7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4207233" y="1578247"/>
              <a:ext cx="1404" cy="1548"/>
            </a:xfrm>
            <a:custGeom>
              <a:avLst/>
              <a:pathLst>
                <a:path w="1404" h="1548">
                  <a:moveTo>
                    <a:pt x="1355" y="822"/>
                  </a:moveTo>
                  <a:lnTo>
                    <a:pt x="1404" y="1134"/>
                  </a:lnTo>
                  <a:lnTo>
                    <a:pt x="1042" y="1056"/>
                  </a:lnTo>
                  <a:lnTo>
                    <a:pt x="764" y="1163"/>
                  </a:lnTo>
                  <a:lnTo>
                    <a:pt x="575" y="1548"/>
                  </a:lnTo>
                  <a:lnTo>
                    <a:pt x="165" y="1410"/>
                  </a:lnTo>
                  <a:lnTo>
                    <a:pt x="0" y="858"/>
                  </a:lnTo>
                  <a:lnTo>
                    <a:pt x="305" y="31"/>
                  </a:lnTo>
                  <a:lnTo>
                    <a:pt x="1038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4208683" y="1576020"/>
              <a:ext cx="5549" cy="4520"/>
            </a:xfrm>
            <a:custGeom>
              <a:avLst/>
              <a:pathLst>
                <a:path w="5549" h="4520">
                  <a:moveTo>
                    <a:pt x="3001" y="762"/>
                  </a:moveTo>
                  <a:lnTo>
                    <a:pt x="3291" y="766"/>
                  </a:lnTo>
                  <a:lnTo>
                    <a:pt x="3421" y="648"/>
                  </a:lnTo>
                  <a:lnTo>
                    <a:pt x="3927" y="730"/>
                  </a:lnTo>
                  <a:lnTo>
                    <a:pt x="4688" y="1270"/>
                  </a:lnTo>
                  <a:lnTo>
                    <a:pt x="4842" y="1563"/>
                  </a:lnTo>
                  <a:lnTo>
                    <a:pt x="5366" y="1712"/>
                  </a:lnTo>
                  <a:lnTo>
                    <a:pt x="5549" y="2015"/>
                  </a:lnTo>
                  <a:lnTo>
                    <a:pt x="4942" y="2960"/>
                  </a:lnTo>
                  <a:lnTo>
                    <a:pt x="4567" y="2978"/>
                  </a:lnTo>
                  <a:lnTo>
                    <a:pt x="4287" y="2858"/>
                  </a:lnTo>
                  <a:lnTo>
                    <a:pt x="3793" y="2961"/>
                  </a:lnTo>
                  <a:lnTo>
                    <a:pt x="3503" y="3140"/>
                  </a:lnTo>
                  <a:lnTo>
                    <a:pt x="3406" y="3533"/>
                  </a:lnTo>
                  <a:lnTo>
                    <a:pt x="3422" y="4355"/>
                  </a:lnTo>
                  <a:lnTo>
                    <a:pt x="1206" y="4520"/>
                  </a:lnTo>
                  <a:lnTo>
                    <a:pt x="697" y="4279"/>
                  </a:lnTo>
                  <a:lnTo>
                    <a:pt x="0" y="2410"/>
                  </a:lnTo>
                  <a:lnTo>
                    <a:pt x="138" y="1927"/>
                  </a:lnTo>
                  <a:lnTo>
                    <a:pt x="607" y="1721"/>
                  </a:lnTo>
                  <a:lnTo>
                    <a:pt x="1009" y="1677"/>
                  </a:lnTo>
                  <a:lnTo>
                    <a:pt x="1068" y="2684"/>
                  </a:lnTo>
                  <a:lnTo>
                    <a:pt x="1659" y="2583"/>
                  </a:lnTo>
                  <a:lnTo>
                    <a:pt x="1844" y="1920"/>
                  </a:lnTo>
                  <a:lnTo>
                    <a:pt x="1885" y="1453"/>
                  </a:lnTo>
                  <a:lnTo>
                    <a:pt x="1725" y="1217"/>
                  </a:lnTo>
                  <a:lnTo>
                    <a:pt x="1324" y="1035"/>
                  </a:lnTo>
                  <a:lnTo>
                    <a:pt x="1092" y="721"/>
                  </a:lnTo>
                  <a:lnTo>
                    <a:pt x="1426" y="217"/>
                  </a:lnTo>
                  <a:lnTo>
                    <a:pt x="2043" y="0"/>
                  </a:lnTo>
                  <a:lnTo>
                    <a:pt x="2575" y="67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4035953" y="1823777"/>
              <a:ext cx="3078" cy="2904"/>
            </a:xfrm>
            <a:custGeom>
              <a:avLst/>
              <a:pathLst>
                <a:path w="3078" h="2904">
                  <a:moveTo>
                    <a:pt x="2755" y="1944"/>
                  </a:moveTo>
                  <a:lnTo>
                    <a:pt x="2494" y="2037"/>
                  </a:lnTo>
                  <a:lnTo>
                    <a:pt x="1623" y="2605"/>
                  </a:lnTo>
                  <a:lnTo>
                    <a:pt x="1128" y="2803"/>
                  </a:lnTo>
                  <a:lnTo>
                    <a:pt x="675" y="2904"/>
                  </a:lnTo>
                  <a:lnTo>
                    <a:pt x="321" y="2863"/>
                  </a:lnTo>
                  <a:lnTo>
                    <a:pt x="125" y="2530"/>
                  </a:lnTo>
                  <a:lnTo>
                    <a:pt x="145" y="2020"/>
                  </a:lnTo>
                  <a:lnTo>
                    <a:pt x="67" y="1561"/>
                  </a:lnTo>
                  <a:lnTo>
                    <a:pt x="0" y="1315"/>
                  </a:lnTo>
                  <a:lnTo>
                    <a:pt x="127" y="653"/>
                  </a:lnTo>
                  <a:lnTo>
                    <a:pt x="416" y="293"/>
                  </a:lnTo>
                  <a:lnTo>
                    <a:pt x="818" y="0"/>
                  </a:lnTo>
                  <a:lnTo>
                    <a:pt x="1450" y="107"/>
                  </a:lnTo>
                  <a:lnTo>
                    <a:pt x="2791" y="533"/>
                  </a:lnTo>
                  <a:lnTo>
                    <a:pt x="3071" y="931"/>
                  </a:lnTo>
                  <a:lnTo>
                    <a:pt x="3078" y="1199"/>
                  </a:lnTo>
                  <a:lnTo>
                    <a:pt x="2829" y="163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4529992" y="2080192"/>
              <a:ext cx="2778" cy="1720"/>
            </a:xfrm>
            <a:custGeom>
              <a:avLst/>
              <a:pathLst>
                <a:path w="2778" h="1720">
                  <a:moveTo>
                    <a:pt x="2775" y="1140"/>
                  </a:moveTo>
                  <a:lnTo>
                    <a:pt x="2778" y="1612"/>
                  </a:lnTo>
                  <a:lnTo>
                    <a:pt x="1815" y="1475"/>
                  </a:lnTo>
                  <a:lnTo>
                    <a:pt x="1557" y="1720"/>
                  </a:lnTo>
                  <a:lnTo>
                    <a:pt x="769" y="1584"/>
                  </a:lnTo>
                  <a:lnTo>
                    <a:pt x="0" y="1243"/>
                  </a:lnTo>
                  <a:lnTo>
                    <a:pt x="522" y="671"/>
                  </a:lnTo>
                  <a:lnTo>
                    <a:pt x="1885" y="0"/>
                  </a:lnTo>
                  <a:lnTo>
                    <a:pt x="2452" y="61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4520037" y="2078549"/>
              <a:ext cx="713" cy="1331"/>
            </a:xfrm>
            <a:custGeom>
              <a:avLst/>
              <a:pathLst>
                <a:path w="713" h="1331">
                  <a:moveTo>
                    <a:pt x="327" y="1229"/>
                  </a:moveTo>
                  <a:lnTo>
                    <a:pt x="168" y="1331"/>
                  </a:lnTo>
                  <a:lnTo>
                    <a:pt x="0" y="578"/>
                  </a:lnTo>
                  <a:lnTo>
                    <a:pt x="12" y="340"/>
                  </a:lnTo>
                  <a:lnTo>
                    <a:pt x="446" y="0"/>
                  </a:lnTo>
                  <a:lnTo>
                    <a:pt x="713" y="61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4525796" y="2078070"/>
              <a:ext cx="2406" cy="2205"/>
            </a:xfrm>
            <a:custGeom>
              <a:avLst/>
              <a:pathLst>
                <a:path w="2406" h="2205">
                  <a:moveTo>
                    <a:pt x="1336" y="2126"/>
                  </a:moveTo>
                  <a:lnTo>
                    <a:pt x="637" y="2205"/>
                  </a:lnTo>
                  <a:lnTo>
                    <a:pt x="0" y="1675"/>
                  </a:lnTo>
                  <a:lnTo>
                    <a:pt x="1339" y="968"/>
                  </a:lnTo>
                  <a:lnTo>
                    <a:pt x="1702" y="649"/>
                  </a:lnTo>
                  <a:lnTo>
                    <a:pt x="2095" y="0"/>
                  </a:lnTo>
                  <a:lnTo>
                    <a:pt x="2406" y="555"/>
                  </a:lnTo>
                  <a:lnTo>
                    <a:pt x="2063" y="1438"/>
                  </a:lnTo>
                  <a:lnTo>
                    <a:pt x="1813" y="181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4536618" y="2076741"/>
              <a:ext cx="1236" cy="1157"/>
            </a:xfrm>
            <a:custGeom>
              <a:avLst/>
              <a:pathLst>
                <a:path w="1236" h="1157">
                  <a:moveTo>
                    <a:pt x="1236" y="886"/>
                  </a:moveTo>
                  <a:lnTo>
                    <a:pt x="1153" y="1157"/>
                  </a:lnTo>
                  <a:lnTo>
                    <a:pt x="886" y="1133"/>
                  </a:lnTo>
                  <a:lnTo>
                    <a:pt x="217" y="886"/>
                  </a:lnTo>
                  <a:lnTo>
                    <a:pt x="0" y="492"/>
                  </a:lnTo>
                  <a:lnTo>
                    <a:pt x="417" y="24"/>
                  </a:lnTo>
                  <a:lnTo>
                    <a:pt x="601" y="0"/>
                  </a:lnTo>
                  <a:lnTo>
                    <a:pt x="868" y="49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4510445" y="2054957"/>
              <a:ext cx="45597" cy="48073"/>
            </a:xfrm>
            <a:custGeom>
              <a:avLst/>
              <a:pathLst>
                <a:path w="45597" h="48073">
                  <a:moveTo>
                    <a:pt x="44744" y="5822"/>
                  </a:moveTo>
                  <a:lnTo>
                    <a:pt x="45365" y="6956"/>
                  </a:lnTo>
                  <a:lnTo>
                    <a:pt x="45454" y="14643"/>
                  </a:lnTo>
                  <a:lnTo>
                    <a:pt x="45597" y="15188"/>
                  </a:lnTo>
                  <a:lnTo>
                    <a:pt x="45265" y="15271"/>
                  </a:lnTo>
                  <a:lnTo>
                    <a:pt x="44893" y="15856"/>
                  </a:lnTo>
                  <a:lnTo>
                    <a:pt x="44461" y="16757"/>
                  </a:lnTo>
                  <a:lnTo>
                    <a:pt x="43863" y="17223"/>
                  </a:lnTo>
                  <a:lnTo>
                    <a:pt x="43388" y="17750"/>
                  </a:lnTo>
                  <a:lnTo>
                    <a:pt x="42934" y="18403"/>
                  </a:lnTo>
                  <a:lnTo>
                    <a:pt x="42531" y="18542"/>
                  </a:lnTo>
                  <a:lnTo>
                    <a:pt x="42006" y="17712"/>
                  </a:lnTo>
                  <a:lnTo>
                    <a:pt x="41646" y="16866"/>
                  </a:lnTo>
                  <a:lnTo>
                    <a:pt x="41734" y="16682"/>
                  </a:lnTo>
                  <a:lnTo>
                    <a:pt x="41986" y="16622"/>
                  </a:lnTo>
                  <a:lnTo>
                    <a:pt x="42084" y="16185"/>
                  </a:lnTo>
                  <a:lnTo>
                    <a:pt x="41932" y="15551"/>
                  </a:lnTo>
                  <a:lnTo>
                    <a:pt x="41577" y="15313"/>
                  </a:lnTo>
                  <a:lnTo>
                    <a:pt x="41130" y="15292"/>
                  </a:lnTo>
                  <a:lnTo>
                    <a:pt x="40703" y="15576"/>
                  </a:lnTo>
                  <a:lnTo>
                    <a:pt x="40250" y="16136"/>
                  </a:lnTo>
                  <a:lnTo>
                    <a:pt x="39994" y="16738"/>
                  </a:lnTo>
                  <a:lnTo>
                    <a:pt x="39955" y="17949"/>
                  </a:lnTo>
                  <a:lnTo>
                    <a:pt x="40074" y="19311"/>
                  </a:lnTo>
                  <a:lnTo>
                    <a:pt x="40071" y="19972"/>
                  </a:lnTo>
                  <a:lnTo>
                    <a:pt x="39822" y="20793"/>
                  </a:lnTo>
                  <a:lnTo>
                    <a:pt x="39733" y="22003"/>
                  </a:lnTo>
                  <a:lnTo>
                    <a:pt x="39909" y="22939"/>
                  </a:lnTo>
                  <a:lnTo>
                    <a:pt x="40072" y="23496"/>
                  </a:lnTo>
                  <a:lnTo>
                    <a:pt x="40088" y="23967"/>
                  </a:lnTo>
                  <a:lnTo>
                    <a:pt x="39664" y="25461"/>
                  </a:lnTo>
                  <a:lnTo>
                    <a:pt x="40031" y="25740"/>
                  </a:lnTo>
                  <a:lnTo>
                    <a:pt x="41251" y="25845"/>
                  </a:lnTo>
                  <a:lnTo>
                    <a:pt x="41608" y="26857"/>
                  </a:lnTo>
                  <a:lnTo>
                    <a:pt x="41852" y="27549"/>
                  </a:lnTo>
                  <a:lnTo>
                    <a:pt x="41786" y="27962"/>
                  </a:lnTo>
                  <a:lnTo>
                    <a:pt x="40925" y="28268"/>
                  </a:lnTo>
                  <a:lnTo>
                    <a:pt x="39837" y="28608"/>
                  </a:lnTo>
                  <a:lnTo>
                    <a:pt x="39056" y="28510"/>
                  </a:lnTo>
                  <a:lnTo>
                    <a:pt x="37649" y="28967"/>
                  </a:lnTo>
                  <a:lnTo>
                    <a:pt x="36898" y="29667"/>
                  </a:lnTo>
                  <a:lnTo>
                    <a:pt x="37118" y="30106"/>
                  </a:lnTo>
                  <a:lnTo>
                    <a:pt x="37379" y="30443"/>
                  </a:lnTo>
                  <a:lnTo>
                    <a:pt x="37495" y="31370"/>
                  </a:lnTo>
                  <a:lnTo>
                    <a:pt x="37276" y="32687"/>
                  </a:lnTo>
                  <a:lnTo>
                    <a:pt x="36877" y="33966"/>
                  </a:lnTo>
                  <a:lnTo>
                    <a:pt x="36381" y="35558"/>
                  </a:lnTo>
                  <a:lnTo>
                    <a:pt x="35807" y="37390"/>
                  </a:lnTo>
                  <a:lnTo>
                    <a:pt x="35022" y="40145"/>
                  </a:lnTo>
                  <a:lnTo>
                    <a:pt x="34357" y="42309"/>
                  </a:lnTo>
                  <a:lnTo>
                    <a:pt x="34284" y="43869"/>
                  </a:lnTo>
                  <a:lnTo>
                    <a:pt x="34301" y="44886"/>
                  </a:lnTo>
                  <a:lnTo>
                    <a:pt x="34224" y="46921"/>
                  </a:lnTo>
                  <a:lnTo>
                    <a:pt x="33596" y="48039"/>
                  </a:lnTo>
                  <a:lnTo>
                    <a:pt x="33452" y="48073"/>
                  </a:lnTo>
                  <a:lnTo>
                    <a:pt x="32702" y="47938"/>
                  </a:lnTo>
                  <a:lnTo>
                    <a:pt x="32449" y="47894"/>
                  </a:lnTo>
                  <a:lnTo>
                    <a:pt x="31732" y="47764"/>
                  </a:lnTo>
                  <a:lnTo>
                    <a:pt x="30620" y="47564"/>
                  </a:lnTo>
                  <a:lnTo>
                    <a:pt x="29176" y="47304"/>
                  </a:lnTo>
                  <a:lnTo>
                    <a:pt x="27467" y="46996"/>
                  </a:lnTo>
                  <a:lnTo>
                    <a:pt x="25560" y="46653"/>
                  </a:lnTo>
                  <a:lnTo>
                    <a:pt x="23521" y="46286"/>
                  </a:lnTo>
                  <a:lnTo>
                    <a:pt x="21417" y="45907"/>
                  </a:lnTo>
                  <a:lnTo>
                    <a:pt x="19311" y="45528"/>
                  </a:lnTo>
                  <a:lnTo>
                    <a:pt x="17272" y="45161"/>
                  </a:lnTo>
                  <a:lnTo>
                    <a:pt x="15364" y="44817"/>
                  </a:lnTo>
                  <a:lnTo>
                    <a:pt x="13657" y="44509"/>
                  </a:lnTo>
                  <a:lnTo>
                    <a:pt x="12213" y="44250"/>
                  </a:lnTo>
                  <a:lnTo>
                    <a:pt x="11099" y="44049"/>
                  </a:lnTo>
                  <a:lnTo>
                    <a:pt x="10383" y="43920"/>
                  </a:lnTo>
                  <a:lnTo>
                    <a:pt x="10130" y="43875"/>
                  </a:lnTo>
                  <a:lnTo>
                    <a:pt x="9335" y="43731"/>
                  </a:lnTo>
                  <a:lnTo>
                    <a:pt x="8904" y="42976"/>
                  </a:lnTo>
                  <a:lnTo>
                    <a:pt x="8384" y="42062"/>
                  </a:lnTo>
                  <a:lnTo>
                    <a:pt x="7864" y="41148"/>
                  </a:lnTo>
                  <a:lnTo>
                    <a:pt x="7343" y="40234"/>
                  </a:lnTo>
                  <a:lnTo>
                    <a:pt x="6823" y="39321"/>
                  </a:lnTo>
                  <a:lnTo>
                    <a:pt x="6302" y="38408"/>
                  </a:lnTo>
                  <a:lnTo>
                    <a:pt x="5781" y="37494"/>
                  </a:lnTo>
                  <a:lnTo>
                    <a:pt x="5261" y="36581"/>
                  </a:lnTo>
                  <a:lnTo>
                    <a:pt x="4740" y="35667"/>
                  </a:lnTo>
                  <a:lnTo>
                    <a:pt x="4220" y="34753"/>
                  </a:lnTo>
                  <a:lnTo>
                    <a:pt x="3700" y="33839"/>
                  </a:lnTo>
                  <a:lnTo>
                    <a:pt x="3179" y="32925"/>
                  </a:lnTo>
                  <a:lnTo>
                    <a:pt x="2659" y="32012"/>
                  </a:lnTo>
                  <a:lnTo>
                    <a:pt x="2137" y="31099"/>
                  </a:lnTo>
                  <a:lnTo>
                    <a:pt x="1617" y="30185"/>
                  </a:lnTo>
                  <a:lnTo>
                    <a:pt x="1097" y="29271"/>
                  </a:lnTo>
                  <a:lnTo>
                    <a:pt x="576" y="28358"/>
                  </a:lnTo>
                  <a:lnTo>
                    <a:pt x="229" y="27746"/>
                  </a:lnTo>
                  <a:lnTo>
                    <a:pt x="36" y="27056"/>
                  </a:lnTo>
                  <a:lnTo>
                    <a:pt x="0" y="25249"/>
                  </a:lnTo>
                  <a:lnTo>
                    <a:pt x="0" y="24854"/>
                  </a:lnTo>
                  <a:lnTo>
                    <a:pt x="351" y="24126"/>
                  </a:lnTo>
                  <a:lnTo>
                    <a:pt x="518" y="24647"/>
                  </a:lnTo>
                  <a:lnTo>
                    <a:pt x="910" y="25353"/>
                  </a:lnTo>
                  <a:lnTo>
                    <a:pt x="1574" y="25181"/>
                  </a:lnTo>
                  <a:lnTo>
                    <a:pt x="1884" y="25298"/>
                  </a:lnTo>
                  <a:lnTo>
                    <a:pt x="2112" y="27803"/>
                  </a:lnTo>
                  <a:lnTo>
                    <a:pt x="2599" y="28694"/>
                  </a:lnTo>
                  <a:lnTo>
                    <a:pt x="3194" y="29050"/>
                  </a:lnTo>
                  <a:lnTo>
                    <a:pt x="5205" y="29249"/>
                  </a:lnTo>
                  <a:lnTo>
                    <a:pt x="6457" y="28913"/>
                  </a:lnTo>
                  <a:lnTo>
                    <a:pt x="8922" y="27277"/>
                  </a:lnTo>
                  <a:lnTo>
                    <a:pt x="10216" y="26689"/>
                  </a:lnTo>
                  <a:lnTo>
                    <a:pt x="13793" y="26791"/>
                  </a:lnTo>
                  <a:lnTo>
                    <a:pt x="16662" y="27473"/>
                  </a:lnTo>
                  <a:lnTo>
                    <a:pt x="21129" y="27877"/>
                  </a:lnTo>
                  <a:lnTo>
                    <a:pt x="21996" y="27771"/>
                  </a:lnTo>
                  <a:lnTo>
                    <a:pt x="24404" y="26458"/>
                  </a:lnTo>
                  <a:lnTo>
                    <a:pt x="25884" y="25299"/>
                  </a:lnTo>
                  <a:lnTo>
                    <a:pt x="26761" y="24966"/>
                  </a:lnTo>
                  <a:lnTo>
                    <a:pt x="27342" y="23849"/>
                  </a:lnTo>
                  <a:lnTo>
                    <a:pt x="27724" y="22392"/>
                  </a:lnTo>
                  <a:lnTo>
                    <a:pt x="28063" y="21440"/>
                  </a:lnTo>
                  <a:lnTo>
                    <a:pt x="28496" y="20986"/>
                  </a:lnTo>
                  <a:lnTo>
                    <a:pt x="28909" y="20180"/>
                  </a:lnTo>
                  <a:lnTo>
                    <a:pt x="29239" y="18866"/>
                  </a:lnTo>
                  <a:lnTo>
                    <a:pt x="30070" y="17542"/>
                  </a:lnTo>
                  <a:lnTo>
                    <a:pt x="33394" y="14318"/>
                  </a:lnTo>
                  <a:lnTo>
                    <a:pt x="35337" y="11595"/>
                  </a:lnTo>
                  <a:lnTo>
                    <a:pt x="35509" y="10716"/>
                  </a:lnTo>
                  <a:lnTo>
                    <a:pt x="36566" y="9396"/>
                  </a:lnTo>
                  <a:lnTo>
                    <a:pt x="37412" y="7950"/>
                  </a:lnTo>
                  <a:lnTo>
                    <a:pt x="41370" y="3824"/>
                  </a:lnTo>
                  <a:lnTo>
                    <a:pt x="42165" y="2122"/>
                  </a:lnTo>
                  <a:lnTo>
                    <a:pt x="42632" y="214"/>
                  </a:lnTo>
                  <a:lnTo>
                    <a:pt x="42688" y="76"/>
                  </a:lnTo>
                  <a:lnTo>
                    <a:pt x="43029" y="0"/>
                  </a:lnTo>
                  <a:lnTo>
                    <a:pt x="43511" y="288"/>
                  </a:lnTo>
                  <a:lnTo>
                    <a:pt x="43559" y="1715"/>
                  </a:lnTo>
                  <a:lnTo>
                    <a:pt x="43384" y="3064"/>
                  </a:lnTo>
                  <a:lnTo>
                    <a:pt x="43364" y="4492"/>
                  </a:lnTo>
                  <a:lnTo>
                    <a:pt x="43295" y="5267"/>
                  </a:lnTo>
                  <a:lnTo>
                    <a:pt x="43663" y="5903"/>
                  </a:lnTo>
                  <a:lnTo>
                    <a:pt x="44287" y="6175"/>
                  </a:lnTo>
                  <a:lnTo>
                    <a:pt x="44561" y="614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4554364" y="2065618"/>
              <a:ext cx="730" cy="1324"/>
            </a:xfrm>
            <a:custGeom>
              <a:avLst/>
              <a:pathLst>
                <a:path w="730" h="1324">
                  <a:moveTo>
                    <a:pt x="0" y="1262"/>
                  </a:moveTo>
                  <a:lnTo>
                    <a:pt x="280" y="1324"/>
                  </a:lnTo>
                  <a:lnTo>
                    <a:pt x="674" y="952"/>
                  </a:lnTo>
                  <a:lnTo>
                    <a:pt x="730" y="351"/>
                  </a:lnTo>
                  <a:lnTo>
                    <a:pt x="631" y="40"/>
                  </a:lnTo>
                  <a:lnTo>
                    <a:pt x="224" y="0"/>
                  </a:lnTo>
                  <a:lnTo>
                    <a:pt x="56" y="51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3409911" y="3181728"/>
              <a:ext cx="8911" cy="2598"/>
            </a:xfrm>
            <a:custGeom>
              <a:avLst/>
              <a:pathLst>
                <a:path w="8911" h="2598">
                  <a:moveTo>
                    <a:pt x="1969" y="0"/>
                  </a:moveTo>
                  <a:lnTo>
                    <a:pt x="3013" y="322"/>
                  </a:lnTo>
                  <a:lnTo>
                    <a:pt x="5078" y="80"/>
                  </a:lnTo>
                  <a:lnTo>
                    <a:pt x="6168" y="76"/>
                  </a:lnTo>
                  <a:lnTo>
                    <a:pt x="6645" y="190"/>
                  </a:lnTo>
                  <a:lnTo>
                    <a:pt x="6858" y="364"/>
                  </a:lnTo>
                  <a:lnTo>
                    <a:pt x="8281" y="93"/>
                  </a:lnTo>
                  <a:lnTo>
                    <a:pt x="8911" y="123"/>
                  </a:lnTo>
                  <a:lnTo>
                    <a:pt x="8748" y="721"/>
                  </a:lnTo>
                  <a:lnTo>
                    <a:pt x="7437" y="1317"/>
                  </a:lnTo>
                  <a:lnTo>
                    <a:pt x="6896" y="1065"/>
                  </a:lnTo>
                  <a:lnTo>
                    <a:pt x="4109" y="1119"/>
                  </a:lnTo>
                  <a:lnTo>
                    <a:pt x="2876" y="1731"/>
                  </a:lnTo>
                  <a:lnTo>
                    <a:pt x="2352" y="1725"/>
                  </a:lnTo>
                  <a:lnTo>
                    <a:pt x="1135" y="2598"/>
                  </a:lnTo>
                  <a:lnTo>
                    <a:pt x="244" y="2047"/>
                  </a:lnTo>
                  <a:lnTo>
                    <a:pt x="0" y="1539"/>
                  </a:lnTo>
                  <a:lnTo>
                    <a:pt x="644" y="815"/>
                  </a:lnTo>
                  <a:lnTo>
                    <a:pt x="1250" y="800"/>
                  </a:lnTo>
                  <a:lnTo>
                    <a:pt x="1664" y="50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3373052" y="3152945"/>
              <a:ext cx="32868" cy="33188"/>
            </a:xfrm>
            <a:custGeom>
              <a:avLst/>
              <a:pathLst>
                <a:path w="32868" h="33188">
                  <a:moveTo>
                    <a:pt x="0" y="30698"/>
                  </a:moveTo>
                  <a:lnTo>
                    <a:pt x="53" y="27549"/>
                  </a:lnTo>
                  <a:lnTo>
                    <a:pt x="127" y="23312"/>
                  </a:lnTo>
                  <a:lnTo>
                    <a:pt x="141" y="19531"/>
                  </a:lnTo>
                  <a:lnTo>
                    <a:pt x="156" y="15848"/>
                  </a:lnTo>
                  <a:lnTo>
                    <a:pt x="171" y="12034"/>
                  </a:lnTo>
                  <a:lnTo>
                    <a:pt x="187" y="8218"/>
                  </a:lnTo>
                  <a:lnTo>
                    <a:pt x="203" y="4140"/>
                  </a:lnTo>
                  <a:lnTo>
                    <a:pt x="220" y="0"/>
                  </a:lnTo>
                  <a:lnTo>
                    <a:pt x="776" y="589"/>
                  </a:lnTo>
                  <a:lnTo>
                    <a:pt x="2974" y="3451"/>
                  </a:lnTo>
                  <a:lnTo>
                    <a:pt x="3547" y="4621"/>
                  </a:lnTo>
                  <a:lnTo>
                    <a:pt x="3908" y="5986"/>
                  </a:lnTo>
                  <a:lnTo>
                    <a:pt x="3029" y="5118"/>
                  </a:lnTo>
                  <a:lnTo>
                    <a:pt x="2100" y="5615"/>
                  </a:lnTo>
                  <a:lnTo>
                    <a:pt x="1643" y="6431"/>
                  </a:lnTo>
                  <a:lnTo>
                    <a:pt x="1252" y="7317"/>
                  </a:lnTo>
                  <a:lnTo>
                    <a:pt x="1255" y="7939"/>
                  </a:lnTo>
                  <a:lnTo>
                    <a:pt x="1558" y="8484"/>
                  </a:lnTo>
                  <a:lnTo>
                    <a:pt x="2460" y="8958"/>
                  </a:lnTo>
                  <a:lnTo>
                    <a:pt x="4655" y="9119"/>
                  </a:lnTo>
                  <a:lnTo>
                    <a:pt x="4816" y="9294"/>
                  </a:lnTo>
                  <a:lnTo>
                    <a:pt x="6099" y="12712"/>
                  </a:lnTo>
                  <a:lnTo>
                    <a:pt x="6744" y="13475"/>
                  </a:lnTo>
                  <a:lnTo>
                    <a:pt x="7494" y="14081"/>
                  </a:lnTo>
                  <a:lnTo>
                    <a:pt x="9225" y="15823"/>
                  </a:lnTo>
                  <a:lnTo>
                    <a:pt x="10885" y="17704"/>
                  </a:lnTo>
                  <a:lnTo>
                    <a:pt x="12857" y="19487"/>
                  </a:lnTo>
                  <a:lnTo>
                    <a:pt x="14983" y="20857"/>
                  </a:lnTo>
                  <a:lnTo>
                    <a:pt x="16916" y="21897"/>
                  </a:lnTo>
                  <a:lnTo>
                    <a:pt x="18762" y="23166"/>
                  </a:lnTo>
                  <a:lnTo>
                    <a:pt x="20730" y="24944"/>
                  </a:lnTo>
                  <a:lnTo>
                    <a:pt x="22872" y="26233"/>
                  </a:lnTo>
                  <a:lnTo>
                    <a:pt x="25171" y="27146"/>
                  </a:lnTo>
                  <a:lnTo>
                    <a:pt x="27494" y="27906"/>
                  </a:lnTo>
                  <a:lnTo>
                    <a:pt x="31068" y="27609"/>
                  </a:lnTo>
                  <a:lnTo>
                    <a:pt x="32178" y="27692"/>
                  </a:lnTo>
                  <a:lnTo>
                    <a:pt x="32868" y="28251"/>
                  </a:lnTo>
                  <a:lnTo>
                    <a:pt x="32175" y="29795"/>
                  </a:lnTo>
                  <a:lnTo>
                    <a:pt x="31288" y="31038"/>
                  </a:lnTo>
                  <a:lnTo>
                    <a:pt x="30105" y="31550"/>
                  </a:lnTo>
                  <a:lnTo>
                    <a:pt x="28854" y="31738"/>
                  </a:lnTo>
                  <a:lnTo>
                    <a:pt x="27724" y="31713"/>
                  </a:lnTo>
                  <a:lnTo>
                    <a:pt x="26596" y="31484"/>
                  </a:lnTo>
                  <a:lnTo>
                    <a:pt x="25539" y="31615"/>
                  </a:lnTo>
                  <a:lnTo>
                    <a:pt x="24527" y="32137"/>
                  </a:lnTo>
                  <a:lnTo>
                    <a:pt x="23474" y="32396"/>
                  </a:lnTo>
                  <a:lnTo>
                    <a:pt x="22388" y="32430"/>
                  </a:lnTo>
                  <a:lnTo>
                    <a:pt x="21329" y="32871"/>
                  </a:lnTo>
                  <a:lnTo>
                    <a:pt x="20265" y="33188"/>
                  </a:lnTo>
                  <a:lnTo>
                    <a:pt x="19163" y="32925"/>
                  </a:lnTo>
                  <a:lnTo>
                    <a:pt x="16298" y="31693"/>
                  </a:lnTo>
                  <a:lnTo>
                    <a:pt x="14438" y="31399"/>
                  </a:lnTo>
                  <a:lnTo>
                    <a:pt x="8135" y="30908"/>
                  </a:lnTo>
                  <a:lnTo>
                    <a:pt x="6112" y="30626"/>
                  </a:lnTo>
                  <a:lnTo>
                    <a:pt x="4097" y="30196"/>
                  </a:lnTo>
                  <a:lnTo>
                    <a:pt x="3041" y="30178"/>
                  </a:lnTo>
                  <a:lnTo>
                    <a:pt x="1534" y="30456"/>
                  </a:lnTo>
                  <a:lnTo>
                    <a:pt x="327" y="3042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3435117" y="2963723"/>
              <a:ext cx="2148" cy="2073"/>
            </a:xfrm>
            <a:custGeom>
              <a:avLst/>
              <a:pathLst>
                <a:path w="2148" h="2073">
                  <a:moveTo>
                    <a:pt x="2055" y="1194"/>
                  </a:moveTo>
                  <a:lnTo>
                    <a:pt x="2148" y="2073"/>
                  </a:lnTo>
                  <a:lnTo>
                    <a:pt x="1655" y="1969"/>
                  </a:lnTo>
                  <a:lnTo>
                    <a:pt x="486" y="1125"/>
                  </a:lnTo>
                  <a:lnTo>
                    <a:pt x="91" y="333"/>
                  </a:lnTo>
                  <a:lnTo>
                    <a:pt x="0" y="0"/>
                  </a:lnTo>
                  <a:lnTo>
                    <a:pt x="1195" y="362"/>
                  </a:lnTo>
                  <a:lnTo>
                    <a:pt x="1758" y="68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3326476" y="2722652"/>
              <a:ext cx="188342" cy="426164"/>
            </a:xfrm>
            <a:custGeom>
              <a:avLst/>
              <a:pathLst>
                <a:path w="188342" h="426164">
                  <a:moveTo>
                    <a:pt x="103362" y="6013"/>
                  </a:moveTo>
                  <a:lnTo>
                    <a:pt x="103601" y="6401"/>
                  </a:lnTo>
                  <a:lnTo>
                    <a:pt x="103598" y="6805"/>
                  </a:lnTo>
                  <a:lnTo>
                    <a:pt x="104397" y="7630"/>
                  </a:lnTo>
                  <a:lnTo>
                    <a:pt x="105996" y="8879"/>
                  </a:lnTo>
                  <a:lnTo>
                    <a:pt x="107494" y="11295"/>
                  </a:lnTo>
                  <a:lnTo>
                    <a:pt x="108890" y="14880"/>
                  </a:lnTo>
                  <a:lnTo>
                    <a:pt x="110201" y="17528"/>
                  </a:lnTo>
                  <a:lnTo>
                    <a:pt x="111426" y="19240"/>
                  </a:lnTo>
                  <a:lnTo>
                    <a:pt x="112553" y="20450"/>
                  </a:lnTo>
                  <a:lnTo>
                    <a:pt x="113579" y="21157"/>
                  </a:lnTo>
                  <a:lnTo>
                    <a:pt x="114127" y="21729"/>
                  </a:lnTo>
                  <a:lnTo>
                    <a:pt x="114198" y="22169"/>
                  </a:lnTo>
                  <a:lnTo>
                    <a:pt x="115159" y="23083"/>
                  </a:lnTo>
                  <a:lnTo>
                    <a:pt x="117009" y="24471"/>
                  </a:lnTo>
                  <a:lnTo>
                    <a:pt x="118180" y="25858"/>
                  </a:lnTo>
                  <a:lnTo>
                    <a:pt x="118670" y="27241"/>
                  </a:lnTo>
                  <a:lnTo>
                    <a:pt x="120496" y="28670"/>
                  </a:lnTo>
                  <a:lnTo>
                    <a:pt x="123661" y="30141"/>
                  </a:lnTo>
                  <a:lnTo>
                    <a:pt x="125961" y="30844"/>
                  </a:lnTo>
                  <a:lnTo>
                    <a:pt x="127398" y="30777"/>
                  </a:lnTo>
                  <a:lnTo>
                    <a:pt x="129459" y="31954"/>
                  </a:lnTo>
                  <a:lnTo>
                    <a:pt x="132145" y="34371"/>
                  </a:lnTo>
                  <a:lnTo>
                    <a:pt x="133783" y="36047"/>
                  </a:lnTo>
                  <a:lnTo>
                    <a:pt x="134374" y="36980"/>
                  </a:lnTo>
                  <a:lnTo>
                    <a:pt x="136131" y="38492"/>
                  </a:lnTo>
                  <a:lnTo>
                    <a:pt x="140514" y="41621"/>
                  </a:lnTo>
                  <a:lnTo>
                    <a:pt x="142447" y="42406"/>
                  </a:lnTo>
                  <a:lnTo>
                    <a:pt x="143363" y="43121"/>
                  </a:lnTo>
                  <a:lnTo>
                    <a:pt x="143907" y="44029"/>
                  </a:lnTo>
                  <a:lnTo>
                    <a:pt x="144443" y="44306"/>
                  </a:lnTo>
                  <a:lnTo>
                    <a:pt x="144972" y="43953"/>
                  </a:lnTo>
                  <a:lnTo>
                    <a:pt x="146072" y="44279"/>
                  </a:lnTo>
                  <a:lnTo>
                    <a:pt x="147744" y="45284"/>
                  </a:lnTo>
                  <a:lnTo>
                    <a:pt x="149051" y="46500"/>
                  </a:lnTo>
                  <a:lnTo>
                    <a:pt x="150733" y="49178"/>
                  </a:lnTo>
                  <a:lnTo>
                    <a:pt x="151269" y="50247"/>
                  </a:lnTo>
                  <a:lnTo>
                    <a:pt x="151497" y="51205"/>
                  </a:lnTo>
                  <a:lnTo>
                    <a:pt x="151416" y="52048"/>
                  </a:lnTo>
                  <a:lnTo>
                    <a:pt x="150903" y="52948"/>
                  </a:lnTo>
                  <a:lnTo>
                    <a:pt x="149961" y="53903"/>
                  </a:lnTo>
                  <a:lnTo>
                    <a:pt x="149683" y="54320"/>
                  </a:lnTo>
                  <a:lnTo>
                    <a:pt x="149662" y="54723"/>
                  </a:lnTo>
                  <a:lnTo>
                    <a:pt x="149421" y="55528"/>
                  </a:lnTo>
                  <a:lnTo>
                    <a:pt x="148638" y="57247"/>
                  </a:lnTo>
                  <a:lnTo>
                    <a:pt x="148440" y="58047"/>
                  </a:lnTo>
                  <a:lnTo>
                    <a:pt x="148398" y="58636"/>
                  </a:lnTo>
                  <a:lnTo>
                    <a:pt x="147902" y="59283"/>
                  </a:lnTo>
                  <a:lnTo>
                    <a:pt x="146584" y="60478"/>
                  </a:lnTo>
                  <a:lnTo>
                    <a:pt x="146312" y="61058"/>
                  </a:lnTo>
                  <a:lnTo>
                    <a:pt x="146247" y="61682"/>
                  </a:lnTo>
                  <a:lnTo>
                    <a:pt x="146080" y="62053"/>
                  </a:lnTo>
                  <a:lnTo>
                    <a:pt x="145900" y="62208"/>
                  </a:lnTo>
                  <a:lnTo>
                    <a:pt x="145646" y="62833"/>
                  </a:lnTo>
                  <a:lnTo>
                    <a:pt x="145443" y="63866"/>
                  </a:lnTo>
                  <a:lnTo>
                    <a:pt x="145422" y="65192"/>
                  </a:lnTo>
                  <a:lnTo>
                    <a:pt x="145585" y="66810"/>
                  </a:lnTo>
                  <a:lnTo>
                    <a:pt x="145554" y="67332"/>
                  </a:lnTo>
                  <a:lnTo>
                    <a:pt x="145263" y="67611"/>
                  </a:lnTo>
                  <a:lnTo>
                    <a:pt x="145099" y="67986"/>
                  </a:lnTo>
                  <a:lnTo>
                    <a:pt x="145040" y="68742"/>
                  </a:lnTo>
                  <a:lnTo>
                    <a:pt x="144793" y="69295"/>
                  </a:lnTo>
                  <a:lnTo>
                    <a:pt x="144358" y="69646"/>
                  </a:lnTo>
                  <a:lnTo>
                    <a:pt x="144197" y="70051"/>
                  </a:lnTo>
                  <a:lnTo>
                    <a:pt x="144312" y="70507"/>
                  </a:lnTo>
                  <a:lnTo>
                    <a:pt x="143991" y="70959"/>
                  </a:lnTo>
                  <a:lnTo>
                    <a:pt x="143236" y="71405"/>
                  </a:lnTo>
                  <a:lnTo>
                    <a:pt x="142773" y="72053"/>
                  </a:lnTo>
                  <a:lnTo>
                    <a:pt x="142603" y="72904"/>
                  </a:lnTo>
                  <a:lnTo>
                    <a:pt x="142182" y="73664"/>
                  </a:lnTo>
                  <a:lnTo>
                    <a:pt x="141511" y="74336"/>
                  </a:lnTo>
                  <a:lnTo>
                    <a:pt x="141292" y="75228"/>
                  </a:lnTo>
                  <a:lnTo>
                    <a:pt x="141641" y="76878"/>
                  </a:lnTo>
                  <a:lnTo>
                    <a:pt x="145772" y="76307"/>
                  </a:lnTo>
                  <a:lnTo>
                    <a:pt x="149140" y="76909"/>
                  </a:lnTo>
                  <a:lnTo>
                    <a:pt x="153123" y="78497"/>
                  </a:lnTo>
                  <a:lnTo>
                    <a:pt x="155766" y="79050"/>
                  </a:lnTo>
                  <a:lnTo>
                    <a:pt x="157071" y="78571"/>
                  </a:lnTo>
                  <a:lnTo>
                    <a:pt x="158038" y="78639"/>
                  </a:lnTo>
                  <a:lnTo>
                    <a:pt x="158667" y="79253"/>
                  </a:lnTo>
                  <a:lnTo>
                    <a:pt x="159514" y="79380"/>
                  </a:lnTo>
                  <a:lnTo>
                    <a:pt x="160577" y="79019"/>
                  </a:lnTo>
                  <a:lnTo>
                    <a:pt x="161455" y="79298"/>
                  </a:lnTo>
                  <a:lnTo>
                    <a:pt x="162149" y="80217"/>
                  </a:lnTo>
                  <a:lnTo>
                    <a:pt x="162780" y="79989"/>
                  </a:lnTo>
                  <a:lnTo>
                    <a:pt x="163347" y="78613"/>
                  </a:lnTo>
                  <a:lnTo>
                    <a:pt x="163998" y="77609"/>
                  </a:lnTo>
                  <a:lnTo>
                    <a:pt x="164733" y="76977"/>
                  </a:lnTo>
                  <a:lnTo>
                    <a:pt x="165648" y="76785"/>
                  </a:lnTo>
                  <a:lnTo>
                    <a:pt x="166744" y="77036"/>
                  </a:lnTo>
                  <a:lnTo>
                    <a:pt x="167619" y="77541"/>
                  </a:lnTo>
                  <a:lnTo>
                    <a:pt x="168272" y="78301"/>
                  </a:lnTo>
                  <a:lnTo>
                    <a:pt x="168985" y="78279"/>
                  </a:lnTo>
                  <a:lnTo>
                    <a:pt x="169758" y="77474"/>
                  </a:lnTo>
                  <a:lnTo>
                    <a:pt x="170128" y="76511"/>
                  </a:lnTo>
                  <a:lnTo>
                    <a:pt x="170095" y="75389"/>
                  </a:lnTo>
                  <a:lnTo>
                    <a:pt x="170402" y="74585"/>
                  </a:lnTo>
                  <a:lnTo>
                    <a:pt x="171046" y="74102"/>
                  </a:lnTo>
                  <a:lnTo>
                    <a:pt x="171483" y="73447"/>
                  </a:lnTo>
                  <a:lnTo>
                    <a:pt x="171709" y="72622"/>
                  </a:lnTo>
                  <a:lnTo>
                    <a:pt x="172474" y="72118"/>
                  </a:lnTo>
                  <a:lnTo>
                    <a:pt x="173778" y="71937"/>
                  </a:lnTo>
                  <a:lnTo>
                    <a:pt x="174460" y="71533"/>
                  </a:lnTo>
                  <a:lnTo>
                    <a:pt x="174519" y="70903"/>
                  </a:lnTo>
                  <a:lnTo>
                    <a:pt x="174905" y="70325"/>
                  </a:lnTo>
                  <a:lnTo>
                    <a:pt x="175617" y="69796"/>
                  </a:lnTo>
                  <a:lnTo>
                    <a:pt x="176104" y="69137"/>
                  </a:lnTo>
                  <a:lnTo>
                    <a:pt x="176366" y="68344"/>
                  </a:lnTo>
                  <a:lnTo>
                    <a:pt x="176797" y="67846"/>
                  </a:lnTo>
                  <a:lnTo>
                    <a:pt x="177397" y="67643"/>
                  </a:lnTo>
                  <a:lnTo>
                    <a:pt x="178063" y="65978"/>
                  </a:lnTo>
                  <a:lnTo>
                    <a:pt x="178795" y="62852"/>
                  </a:lnTo>
                  <a:lnTo>
                    <a:pt x="179228" y="58626"/>
                  </a:lnTo>
                  <a:lnTo>
                    <a:pt x="179380" y="52632"/>
                  </a:lnTo>
                  <a:lnTo>
                    <a:pt x="180118" y="52638"/>
                  </a:lnTo>
                  <a:lnTo>
                    <a:pt x="180462" y="53082"/>
                  </a:lnTo>
                  <a:lnTo>
                    <a:pt x="181007" y="53315"/>
                  </a:lnTo>
                  <a:lnTo>
                    <a:pt x="181580" y="52808"/>
                  </a:lnTo>
                  <a:lnTo>
                    <a:pt x="182067" y="52574"/>
                  </a:lnTo>
                  <a:lnTo>
                    <a:pt x="182841" y="52553"/>
                  </a:lnTo>
                  <a:lnTo>
                    <a:pt x="183256" y="51984"/>
                  </a:lnTo>
                  <a:lnTo>
                    <a:pt x="183744" y="51893"/>
                  </a:lnTo>
                  <a:lnTo>
                    <a:pt x="184079" y="52202"/>
                  </a:lnTo>
                  <a:lnTo>
                    <a:pt x="184402" y="52574"/>
                  </a:lnTo>
                  <a:lnTo>
                    <a:pt x="185090" y="52658"/>
                  </a:lnTo>
                  <a:lnTo>
                    <a:pt x="185634" y="53631"/>
                  </a:lnTo>
                  <a:lnTo>
                    <a:pt x="186236" y="53926"/>
                  </a:lnTo>
                  <a:lnTo>
                    <a:pt x="186491" y="55042"/>
                  </a:lnTo>
                  <a:lnTo>
                    <a:pt x="186879" y="57981"/>
                  </a:lnTo>
                  <a:lnTo>
                    <a:pt x="187601" y="59712"/>
                  </a:lnTo>
                  <a:lnTo>
                    <a:pt x="188317" y="61685"/>
                  </a:lnTo>
                  <a:lnTo>
                    <a:pt x="188342" y="62565"/>
                  </a:lnTo>
                  <a:lnTo>
                    <a:pt x="187941" y="63453"/>
                  </a:lnTo>
                  <a:lnTo>
                    <a:pt x="187873" y="64726"/>
                  </a:lnTo>
                  <a:lnTo>
                    <a:pt x="187623" y="67841"/>
                  </a:lnTo>
                  <a:lnTo>
                    <a:pt x="187541" y="68987"/>
                  </a:lnTo>
                  <a:lnTo>
                    <a:pt x="187788" y="69769"/>
                  </a:lnTo>
                  <a:lnTo>
                    <a:pt x="187881" y="70859"/>
                  </a:lnTo>
                  <a:lnTo>
                    <a:pt x="187492" y="72191"/>
                  </a:lnTo>
                  <a:lnTo>
                    <a:pt x="186738" y="74182"/>
                  </a:lnTo>
                  <a:lnTo>
                    <a:pt x="186005" y="74719"/>
                  </a:lnTo>
                  <a:lnTo>
                    <a:pt x="185818" y="74741"/>
                  </a:lnTo>
                  <a:lnTo>
                    <a:pt x="184827" y="75893"/>
                  </a:lnTo>
                  <a:lnTo>
                    <a:pt x="184130" y="76325"/>
                  </a:lnTo>
                  <a:lnTo>
                    <a:pt x="183727" y="76033"/>
                  </a:lnTo>
                  <a:lnTo>
                    <a:pt x="183265" y="76533"/>
                  </a:lnTo>
                  <a:lnTo>
                    <a:pt x="182745" y="77822"/>
                  </a:lnTo>
                  <a:lnTo>
                    <a:pt x="182113" y="78400"/>
                  </a:lnTo>
                  <a:lnTo>
                    <a:pt x="180967" y="78721"/>
                  </a:lnTo>
                  <a:lnTo>
                    <a:pt x="180625" y="78872"/>
                  </a:lnTo>
                  <a:lnTo>
                    <a:pt x="179957" y="78827"/>
                  </a:lnTo>
                  <a:lnTo>
                    <a:pt x="179384" y="79148"/>
                  </a:lnTo>
                  <a:lnTo>
                    <a:pt x="178907" y="79837"/>
                  </a:lnTo>
                  <a:lnTo>
                    <a:pt x="178398" y="80094"/>
                  </a:lnTo>
                  <a:lnTo>
                    <a:pt x="177855" y="79921"/>
                  </a:lnTo>
                  <a:lnTo>
                    <a:pt x="177363" y="80173"/>
                  </a:lnTo>
                  <a:lnTo>
                    <a:pt x="176922" y="80851"/>
                  </a:lnTo>
                  <a:lnTo>
                    <a:pt x="176666" y="81586"/>
                  </a:lnTo>
                  <a:lnTo>
                    <a:pt x="176595" y="82376"/>
                  </a:lnTo>
                  <a:lnTo>
                    <a:pt x="176163" y="82914"/>
                  </a:lnTo>
                  <a:lnTo>
                    <a:pt x="175368" y="83202"/>
                  </a:lnTo>
                  <a:lnTo>
                    <a:pt x="175093" y="83600"/>
                  </a:lnTo>
                  <a:lnTo>
                    <a:pt x="175142" y="84153"/>
                  </a:lnTo>
                  <a:lnTo>
                    <a:pt x="174786" y="84583"/>
                  </a:lnTo>
                  <a:lnTo>
                    <a:pt x="173440" y="85030"/>
                  </a:lnTo>
                  <a:lnTo>
                    <a:pt x="172468" y="85827"/>
                  </a:lnTo>
                  <a:lnTo>
                    <a:pt x="171869" y="86968"/>
                  </a:lnTo>
                  <a:lnTo>
                    <a:pt x="171236" y="87687"/>
                  </a:lnTo>
                  <a:lnTo>
                    <a:pt x="170236" y="88129"/>
                  </a:lnTo>
                  <a:lnTo>
                    <a:pt x="168882" y="89288"/>
                  </a:lnTo>
                  <a:lnTo>
                    <a:pt x="168688" y="90004"/>
                  </a:lnTo>
                  <a:lnTo>
                    <a:pt x="169204" y="90665"/>
                  </a:lnTo>
                  <a:lnTo>
                    <a:pt x="169388" y="91252"/>
                  </a:lnTo>
                  <a:lnTo>
                    <a:pt x="169244" y="91764"/>
                  </a:lnTo>
                  <a:lnTo>
                    <a:pt x="168821" y="91833"/>
                  </a:lnTo>
                  <a:lnTo>
                    <a:pt x="168120" y="91459"/>
                  </a:lnTo>
                  <a:lnTo>
                    <a:pt x="167620" y="91381"/>
                  </a:lnTo>
                  <a:lnTo>
                    <a:pt x="167321" y="91602"/>
                  </a:lnTo>
                  <a:lnTo>
                    <a:pt x="167180" y="92015"/>
                  </a:lnTo>
                  <a:lnTo>
                    <a:pt x="167197" y="92623"/>
                  </a:lnTo>
                  <a:lnTo>
                    <a:pt x="166946" y="93036"/>
                  </a:lnTo>
                  <a:lnTo>
                    <a:pt x="166428" y="93255"/>
                  </a:lnTo>
                  <a:lnTo>
                    <a:pt x="166099" y="93758"/>
                  </a:lnTo>
                  <a:lnTo>
                    <a:pt x="165961" y="94543"/>
                  </a:lnTo>
                  <a:lnTo>
                    <a:pt x="165312" y="95532"/>
                  </a:lnTo>
                  <a:lnTo>
                    <a:pt x="164151" y="96723"/>
                  </a:lnTo>
                  <a:lnTo>
                    <a:pt x="163235" y="98331"/>
                  </a:lnTo>
                  <a:lnTo>
                    <a:pt x="162565" y="100351"/>
                  </a:lnTo>
                  <a:lnTo>
                    <a:pt x="161782" y="101679"/>
                  </a:lnTo>
                  <a:lnTo>
                    <a:pt x="160886" y="102315"/>
                  </a:lnTo>
                  <a:lnTo>
                    <a:pt x="160270" y="103221"/>
                  </a:lnTo>
                  <a:lnTo>
                    <a:pt x="159932" y="104396"/>
                  </a:lnTo>
                  <a:lnTo>
                    <a:pt x="158977" y="106217"/>
                  </a:lnTo>
                  <a:lnTo>
                    <a:pt x="157405" y="108685"/>
                  </a:lnTo>
                  <a:lnTo>
                    <a:pt x="155979" y="110378"/>
                  </a:lnTo>
                  <a:lnTo>
                    <a:pt x="154699" y="111298"/>
                  </a:lnTo>
                  <a:lnTo>
                    <a:pt x="153980" y="112336"/>
                  </a:lnTo>
                  <a:lnTo>
                    <a:pt x="153821" y="113492"/>
                  </a:lnTo>
                  <a:lnTo>
                    <a:pt x="152991" y="114809"/>
                  </a:lnTo>
                  <a:lnTo>
                    <a:pt x="151490" y="116289"/>
                  </a:lnTo>
                  <a:lnTo>
                    <a:pt x="151064" y="116956"/>
                  </a:lnTo>
                  <a:lnTo>
                    <a:pt x="150715" y="117502"/>
                  </a:lnTo>
                  <a:lnTo>
                    <a:pt x="150666" y="118452"/>
                  </a:lnTo>
                  <a:lnTo>
                    <a:pt x="150082" y="119699"/>
                  </a:lnTo>
                  <a:lnTo>
                    <a:pt x="148960" y="121244"/>
                  </a:lnTo>
                  <a:lnTo>
                    <a:pt x="148570" y="122580"/>
                  </a:lnTo>
                  <a:lnTo>
                    <a:pt x="149080" y="124268"/>
                  </a:lnTo>
                  <a:lnTo>
                    <a:pt x="149155" y="126312"/>
                  </a:lnTo>
                  <a:lnTo>
                    <a:pt x="148933" y="127134"/>
                  </a:lnTo>
                  <a:lnTo>
                    <a:pt x="148439" y="127411"/>
                  </a:lnTo>
                  <a:lnTo>
                    <a:pt x="148326" y="127939"/>
                  </a:lnTo>
                  <a:lnTo>
                    <a:pt x="148593" y="128718"/>
                  </a:lnTo>
                  <a:lnTo>
                    <a:pt x="148608" y="129741"/>
                  </a:lnTo>
                  <a:lnTo>
                    <a:pt x="148372" y="131009"/>
                  </a:lnTo>
                  <a:lnTo>
                    <a:pt x="147852" y="132461"/>
                  </a:lnTo>
                  <a:lnTo>
                    <a:pt x="147048" y="134095"/>
                  </a:lnTo>
                  <a:lnTo>
                    <a:pt x="146854" y="135188"/>
                  </a:lnTo>
                  <a:lnTo>
                    <a:pt x="147272" y="135738"/>
                  </a:lnTo>
                  <a:lnTo>
                    <a:pt x="147477" y="136321"/>
                  </a:lnTo>
                  <a:lnTo>
                    <a:pt x="147469" y="136941"/>
                  </a:lnTo>
                  <a:lnTo>
                    <a:pt x="147297" y="137838"/>
                  </a:lnTo>
                  <a:lnTo>
                    <a:pt x="146963" y="139014"/>
                  </a:lnTo>
                  <a:lnTo>
                    <a:pt x="146457" y="139887"/>
                  </a:lnTo>
                  <a:lnTo>
                    <a:pt x="145779" y="140456"/>
                  </a:lnTo>
                  <a:lnTo>
                    <a:pt x="145575" y="141175"/>
                  </a:lnTo>
                  <a:lnTo>
                    <a:pt x="145846" y="142044"/>
                  </a:lnTo>
                  <a:lnTo>
                    <a:pt x="145884" y="142952"/>
                  </a:lnTo>
                  <a:lnTo>
                    <a:pt x="145689" y="143893"/>
                  </a:lnTo>
                  <a:lnTo>
                    <a:pt x="145804" y="144811"/>
                  </a:lnTo>
                  <a:lnTo>
                    <a:pt x="146231" y="145704"/>
                  </a:lnTo>
                  <a:lnTo>
                    <a:pt x="146199" y="146722"/>
                  </a:lnTo>
                  <a:lnTo>
                    <a:pt x="145460" y="148811"/>
                  </a:lnTo>
                  <a:lnTo>
                    <a:pt x="145282" y="150099"/>
                  </a:lnTo>
                  <a:lnTo>
                    <a:pt x="145746" y="155612"/>
                  </a:lnTo>
                  <a:lnTo>
                    <a:pt x="145464" y="156385"/>
                  </a:lnTo>
                  <a:lnTo>
                    <a:pt x="144995" y="157273"/>
                  </a:lnTo>
                  <a:lnTo>
                    <a:pt x="144441" y="157337"/>
                  </a:lnTo>
                  <a:lnTo>
                    <a:pt x="143806" y="157183"/>
                  </a:lnTo>
                  <a:lnTo>
                    <a:pt x="143348" y="157736"/>
                  </a:lnTo>
                  <a:lnTo>
                    <a:pt x="143060" y="160169"/>
                  </a:lnTo>
                  <a:lnTo>
                    <a:pt x="142186" y="165434"/>
                  </a:lnTo>
                  <a:lnTo>
                    <a:pt x="142344" y="166683"/>
                  </a:lnTo>
                  <a:lnTo>
                    <a:pt x="143044" y="168710"/>
                  </a:lnTo>
                  <a:lnTo>
                    <a:pt x="143300" y="170002"/>
                  </a:lnTo>
                  <a:lnTo>
                    <a:pt x="143494" y="170975"/>
                  </a:lnTo>
                  <a:lnTo>
                    <a:pt x="143650" y="172820"/>
                  </a:lnTo>
                  <a:lnTo>
                    <a:pt x="143243" y="173651"/>
                  </a:lnTo>
                  <a:lnTo>
                    <a:pt x="142867" y="173796"/>
                  </a:lnTo>
                  <a:lnTo>
                    <a:pt x="142392" y="174259"/>
                  </a:lnTo>
                  <a:lnTo>
                    <a:pt x="142953" y="176508"/>
                  </a:lnTo>
                  <a:lnTo>
                    <a:pt x="143400" y="177543"/>
                  </a:lnTo>
                  <a:lnTo>
                    <a:pt x="144683" y="179661"/>
                  </a:lnTo>
                  <a:lnTo>
                    <a:pt x="149600" y="182605"/>
                  </a:lnTo>
                  <a:lnTo>
                    <a:pt x="151641" y="184340"/>
                  </a:lnTo>
                  <a:lnTo>
                    <a:pt x="153951" y="186705"/>
                  </a:lnTo>
                  <a:lnTo>
                    <a:pt x="155210" y="189132"/>
                  </a:lnTo>
                  <a:lnTo>
                    <a:pt x="155321" y="191133"/>
                  </a:lnTo>
                  <a:lnTo>
                    <a:pt x="153476" y="194123"/>
                  </a:lnTo>
                  <a:lnTo>
                    <a:pt x="153272" y="196633"/>
                  </a:lnTo>
                  <a:lnTo>
                    <a:pt x="153651" y="198397"/>
                  </a:lnTo>
                  <a:lnTo>
                    <a:pt x="154317" y="200034"/>
                  </a:lnTo>
                  <a:lnTo>
                    <a:pt x="156104" y="202163"/>
                  </a:lnTo>
                  <a:lnTo>
                    <a:pt x="157419" y="202941"/>
                  </a:lnTo>
                  <a:lnTo>
                    <a:pt x="159195" y="202857"/>
                  </a:lnTo>
                  <a:lnTo>
                    <a:pt x="159498" y="203451"/>
                  </a:lnTo>
                  <a:lnTo>
                    <a:pt x="159681" y="203972"/>
                  </a:lnTo>
                  <a:lnTo>
                    <a:pt x="159963" y="208279"/>
                  </a:lnTo>
                  <a:lnTo>
                    <a:pt x="159927" y="209897"/>
                  </a:lnTo>
                  <a:lnTo>
                    <a:pt x="159406" y="211382"/>
                  </a:lnTo>
                  <a:lnTo>
                    <a:pt x="155995" y="218198"/>
                  </a:lnTo>
                  <a:lnTo>
                    <a:pt x="153080" y="222358"/>
                  </a:lnTo>
                  <a:lnTo>
                    <a:pt x="152025" y="224654"/>
                  </a:lnTo>
                  <a:lnTo>
                    <a:pt x="151649" y="227114"/>
                  </a:lnTo>
                  <a:lnTo>
                    <a:pt x="150716" y="228286"/>
                  </a:lnTo>
                  <a:lnTo>
                    <a:pt x="145668" y="231999"/>
                  </a:lnTo>
                  <a:lnTo>
                    <a:pt x="137834" y="235311"/>
                  </a:lnTo>
                  <a:lnTo>
                    <a:pt x="131505" y="237032"/>
                  </a:lnTo>
                  <a:lnTo>
                    <a:pt x="130066" y="237611"/>
                  </a:lnTo>
                  <a:lnTo>
                    <a:pt x="119890" y="239504"/>
                  </a:lnTo>
                  <a:lnTo>
                    <a:pt x="117919" y="239770"/>
                  </a:lnTo>
                  <a:lnTo>
                    <a:pt x="115359" y="239601"/>
                  </a:lnTo>
                  <a:lnTo>
                    <a:pt x="113281" y="239851"/>
                  </a:lnTo>
                  <a:lnTo>
                    <a:pt x="110959" y="239335"/>
                  </a:lnTo>
                  <a:lnTo>
                    <a:pt x="108887" y="238740"/>
                  </a:lnTo>
                  <a:lnTo>
                    <a:pt x="107730" y="237263"/>
                  </a:lnTo>
                  <a:lnTo>
                    <a:pt x="106353" y="237079"/>
                  </a:lnTo>
                  <a:lnTo>
                    <a:pt x="105978" y="237816"/>
                  </a:lnTo>
                  <a:lnTo>
                    <a:pt x="106648" y="239701"/>
                  </a:lnTo>
                  <a:lnTo>
                    <a:pt x="106322" y="241968"/>
                  </a:lnTo>
                  <a:lnTo>
                    <a:pt x="106729" y="243261"/>
                  </a:lnTo>
                  <a:lnTo>
                    <a:pt x="107542" y="243519"/>
                  </a:lnTo>
                  <a:lnTo>
                    <a:pt x="108324" y="244188"/>
                  </a:lnTo>
                  <a:lnTo>
                    <a:pt x="109013" y="245082"/>
                  </a:lnTo>
                  <a:lnTo>
                    <a:pt x="107824" y="245174"/>
                  </a:lnTo>
                  <a:lnTo>
                    <a:pt x="108285" y="245887"/>
                  </a:lnTo>
                  <a:lnTo>
                    <a:pt x="108794" y="246305"/>
                  </a:lnTo>
                  <a:lnTo>
                    <a:pt x="108737" y="247795"/>
                  </a:lnTo>
                  <a:lnTo>
                    <a:pt x="108276" y="251380"/>
                  </a:lnTo>
                  <a:lnTo>
                    <a:pt x="107118" y="252148"/>
                  </a:lnTo>
                  <a:lnTo>
                    <a:pt x="106806" y="252355"/>
                  </a:lnTo>
                  <a:lnTo>
                    <a:pt x="106455" y="253128"/>
                  </a:lnTo>
                  <a:lnTo>
                    <a:pt x="105718" y="256557"/>
                  </a:lnTo>
                  <a:lnTo>
                    <a:pt x="105480" y="258780"/>
                  </a:lnTo>
                  <a:lnTo>
                    <a:pt x="105796" y="260215"/>
                  </a:lnTo>
                  <a:lnTo>
                    <a:pt x="107190" y="263225"/>
                  </a:lnTo>
                  <a:lnTo>
                    <a:pt x="106664" y="265178"/>
                  </a:lnTo>
                  <a:lnTo>
                    <a:pt x="105783" y="266241"/>
                  </a:lnTo>
                  <a:lnTo>
                    <a:pt x="101971" y="268421"/>
                  </a:lnTo>
                  <a:lnTo>
                    <a:pt x="100447" y="269293"/>
                  </a:lnTo>
                  <a:lnTo>
                    <a:pt x="98046" y="269890"/>
                  </a:lnTo>
                  <a:lnTo>
                    <a:pt x="94177" y="269992"/>
                  </a:lnTo>
                  <a:lnTo>
                    <a:pt x="92746" y="269856"/>
                  </a:lnTo>
                  <a:lnTo>
                    <a:pt x="89433" y="267872"/>
                  </a:lnTo>
                  <a:lnTo>
                    <a:pt x="86971" y="266682"/>
                  </a:lnTo>
                  <a:lnTo>
                    <a:pt x="84719" y="265734"/>
                  </a:lnTo>
                  <a:lnTo>
                    <a:pt x="82529" y="265166"/>
                  </a:lnTo>
                  <a:lnTo>
                    <a:pt x="82842" y="264880"/>
                  </a:lnTo>
                  <a:lnTo>
                    <a:pt x="82988" y="264368"/>
                  </a:lnTo>
                  <a:lnTo>
                    <a:pt x="82373" y="264079"/>
                  </a:lnTo>
                  <a:lnTo>
                    <a:pt x="81924" y="264016"/>
                  </a:lnTo>
                  <a:lnTo>
                    <a:pt x="80481" y="265047"/>
                  </a:lnTo>
                  <a:lnTo>
                    <a:pt x="79876" y="266099"/>
                  </a:lnTo>
                  <a:lnTo>
                    <a:pt x="79701" y="267024"/>
                  </a:lnTo>
                  <a:lnTo>
                    <a:pt x="79672" y="269237"/>
                  </a:lnTo>
                  <a:lnTo>
                    <a:pt x="79928" y="271094"/>
                  </a:lnTo>
                  <a:lnTo>
                    <a:pt x="80965" y="275670"/>
                  </a:lnTo>
                  <a:lnTo>
                    <a:pt x="81071" y="278156"/>
                  </a:lnTo>
                  <a:lnTo>
                    <a:pt x="80579" y="281292"/>
                  </a:lnTo>
                  <a:lnTo>
                    <a:pt x="81267" y="283135"/>
                  </a:lnTo>
                  <a:lnTo>
                    <a:pt x="82102" y="283968"/>
                  </a:lnTo>
                  <a:lnTo>
                    <a:pt x="83981" y="284791"/>
                  </a:lnTo>
                  <a:lnTo>
                    <a:pt x="84710" y="285352"/>
                  </a:lnTo>
                  <a:lnTo>
                    <a:pt x="85511" y="285262"/>
                  </a:lnTo>
                  <a:lnTo>
                    <a:pt x="85757" y="285480"/>
                  </a:lnTo>
                  <a:lnTo>
                    <a:pt x="85639" y="285885"/>
                  </a:lnTo>
                  <a:lnTo>
                    <a:pt x="85167" y="286676"/>
                  </a:lnTo>
                  <a:lnTo>
                    <a:pt x="85197" y="287514"/>
                  </a:lnTo>
                  <a:lnTo>
                    <a:pt x="86621" y="287762"/>
                  </a:lnTo>
                  <a:lnTo>
                    <a:pt x="88095" y="287593"/>
                  </a:lnTo>
                  <a:lnTo>
                    <a:pt x="89644" y="287222"/>
                  </a:lnTo>
                  <a:lnTo>
                    <a:pt x="90010" y="286641"/>
                  </a:lnTo>
                  <a:lnTo>
                    <a:pt x="90020" y="285423"/>
                  </a:lnTo>
                  <a:lnTo>
                    <a:pt x="88206" y="285209"/>
                  </a:lnTo>
                  <a:lnTo>
                    <a:pt x="88437" y="284756"/>
                  </a:lnTo>
                  <a:lnTo>
                    <a:pt x="89811" y="284261"/>
                  </a:lnTo>
                  <a:lnTo>
                    <a:pt x="91612" y="283449"/>
                  </a:lnTo>
                  <a:lnTo>
                    <a:pt x="92533" y="283299"/>
                  </a:lnTo>
                  <a:lnTo>
                    <a:pt x="93158" y="283844"/>
                  </a:lnTo>
                  <a:lnTo>
                    <a:pt x="93581" y="284343"/>
                  </a:lnTo>
                  <a:lnTo>
                    <a:pt x="94100" y="285654"/>
                  </a:lnTo>
                  <a:lnTo>
                    <a:pt x="94422" y="287382"/>
                  </a:lnTo>
                  <a:lnTo>
                    <a:pt x="94436" y="289460"/>
                  </a:lnTo>
                  <a:lnTo>
                    <a:pt x="94219" y="291416"/>
                  </a:lnTo>
                  <a:lnTo>
                    <a:pt x="93962" y="292112"/>
                  </a:lnTo>
                  <a:lnTo>
                    <a:pt x="93508" y="292943"/>
                  </a:lnTo>
                  <a:lnTo>
                    <a:pt x="90270" y="294003"/>
                  </a:lnTo>
                  <a:lnTo>
                    <a:pt x="89363" y="293726"/>
                  </a:lnTo>
                  <a:lnTo>
                    <a:pt x="88518" y="292250"/>
                  </a:lnTo>
                  <a:lnTo>
                    <a:pt x="88253" y="290723"/>
                  </a:lnTo>
                  <a:lnTo>
                    <a:pt x="87531" y="289693"/>
                  </a:lnTo>
                  <a:lnTo>
                    <a:pt x="85983" y="288873"/>
                  </a:lnTo>
                  <a:lnTo>
                    <a:pt x="84445" y="289124"/>
                  </a:lnTo>
                  <a:lnTo>
                    <a:pt x="82917" y="290543"/>
                  </a:lnTo>
                  <a:lnTo>
                    <a:pt x="81415" y="291005"/>
                  </a:lnTo>
                  <a:lnTo>
                    <a:pt x="80883" y="292296"/>
                  </a:lnTo>
                  <a:lnTo>
                    <a:pt x="84646" y="294390"/>
                  </a:lnTo>
                  <a:lnTo>
                    <a:pt x="86421" y="294971"/>
                  </a:lnTo>
                  <a:lnTo>
                    <a:pt x="87000" y="294951"/>
                  </a:lnTo>
                  <a:lnTo>
                    <a:pt x="87579" y="295226"/>
                  </a:lnTo>
                  <a:lnTo>
                    <a:pt x="87044" y="296002"/>
                  </a:lnTo>
                  <a:lnTo>
                    <a:pt x="86509" y="296485"/>
                  </a:lnTo>
                  <a:lnTo>
                    <a:pt x="83832" y="297550"/>
                  </a:lnTo>
                  <a:lnTo>
                    <a:pt x="82652" y="298293"/>
                  </a:lnTo>
                  <a:lnTo>
                    <a:pt x="81275" y="299754"/>
                  </a:lnTo>
                  <a:lnTo>
                    <a:pt x="79343" y="302941"/>
                  </a:lnTo>
                  <a:lnTo>
                    <a:pt x="78750" y="303636"/>
                  </a:lnTo>
                  <a:lnTo>
                    <a:pt x="78455" y="304446"/>
                  </a:lnTo>
                  <a:lnTo>
                    <a:pt x="78255" y="306643"/>
                  </a:lnTo>
                  <a:lnTo>
                    <a:pt x="78881" y="310287"/>
                  </a:lnTo>
                  <a:lnTo>
                    <a:pt x="78220" y="311814"/>
                  </a:lnTo>
                  <a:lnTo>
                    <a:pt x="78626" y="313508"/>
                  </a:lnTo>
                  <a:lnTo>
                    <a:pt x="78396" y="314639"/>
                  </a:lnTo>
                  <a:lnTo>
                    <a:pt x="77720" y="316265"/>
                  </a:lnTo>
                  <a:lnTo>
                    <a:pt x="75011" y="318832"/>
                  </a:lnTo>
                  <a:lnTo>
                    <a:pt x="74531" y="320712"/>
                  </a:lnTo>
                  <a:lnTo>
                    <a:pt x="75470" y="321820"/>
                  </a:lnTo>
                  <a:lnTo>
                    <a:pt x="75407" y="322788"/>
                  </a:lnTo>
                  <a:lnTo>
                    <a:pt x="75095" y="323664"/>
                  </a:lnTo>
                  <a:lnTo>
                    <a:pt x="73969" y="323654"/>
                  </a:lnTo>
                  <a:lnTo>
                    <a:pt x="69878" y="323063"/>
                  </a:lnTo>
                  <a:lnTo>
                    <a:pt x="68387" y="324023"/>
                  </a:lnTo>
                  <a:lnTo>
                    <a:pt x="67007" y="325195"/>
                  </a:lnTo>
                  <a:lnTo>
                    <a:pt x="66630" y="325756"/>
                  </a:lnTo>
                  <a:lnTo>
                    <a:pt x="66142" y="326106"/>
                  </a:lnTo>
                  <a:lnTo>
                    <a:pt x="63328" y="326730"/>
                  </a:lnTo>
                  <a:lnTo>
                    <a:pt x="62771" y="327144"/>
                  </a:lnTo>
                  <a:lnTo>
                    <a:pt x="59779" y="331606"/>
                  </a:lnTo>
                  <a:lnTo>
                    <a:pt x="58498" y="334373"/>
                  </a:lnTo>
                  <a:lnTo>
                    <a:pt x="56950" y="337086"/>
                  </a:lnTo>
                  <a:lnTo>
                    <a:pt x="56544" y="338236"/>
                  </a:lnTo>
                  <a:lnTo>
                    <a:pt x="56456" y="339829"/>
                  </a:lnTo>
                  <a:lnTo>
                    <a:pt x="56671" y="341262"/>
                  </a:lnTo>
                  <a:lnTo>
                    <a:pt x="56886" y="342320"/>
                  </a:lnTo>
                  <a:lnTo>
                    <a:pt x="57425" y="343678"/>
                  </a:lnTo>
                  <a:lnTo>
                    <a:pt x="58559" y="345227"/>
                  </a:lnTo>
                  <a:lnTo>
                    <a:pt x="64327" y="351532"/>
                  </a:lnTo>
                  <a:lnTo>
                    <a:pt x="65524" y="352083"/>
                  </a:lnTo>
                  <a:lnTo>
                    <a:pt x="71691" y="352758"/>
                  </a:lnTo>
                  <a:lnTo>
                    <a:pt x="73061" y="353637"/>
                  </a:lnTo>
                  <a:lnTo>
                    <a:pt x="73862" y="355032"/>
                  </a:lnTo>
                  <a:lnTo>
                    <a:pt x="74155" y="356262"/>
                  </a:lnTo>
                  <a:lnTo>
                    <a:pt x="73802" y="359378"/>
                  </a:lnTo>
                  <a:lnTo>
                    <a:pt x="73434" y="360352"/>
                  </a:lnTo>
                  <a:lnTo>
                    <a:pt x="72752" y="361236"/>
                  </a:lnTo>
                  <a:lnTo>
                    <a:pt x="71293" y="362376"/>
                  </a:lnTo>
                  <a:lnTo>
                    <a:pt x="69546" y="362982"/>
                  </a:lnTo>
                  <a:lnTo>
                    <a:pt x="70046" y="363413"/>
                  </a:lnTo>
                  <a:lnTo>
                    <a:pt x="70756" y="363351"/>
                  </a:lnTo>
                  <a:lnTo>
                    <a:pt x="72299" y="362982"/>
                  </a:lnTo>
                  <a:lnTo>
                    <a:pt x="72967" y="363351"/>
                  </a:lnTo>
                  <a:lnTo>
                    <a:pt x="73474" y="364577"/>
                  </a:lnTo>
                  <a:lnTo>
                    <a:pt x="72508" y="365074"/>
                  </a:lnTo>
                  <a:lnTo>
                    <a:pt x="72212" y="365668"/>
                  </a:lnTo>
                  <a:lnTo>
                    <a:pt x="71514" y="366574"/>
                  </a:lnTo>
                  <a:lnTo>
                    <a:pt x="67956" y="370174"/>
                  </a:lnTo>
                  <a:lnTo>
                    <a:pt x="66036" y="371250"/>
                  </a:lnTo>
                  <a:lnTo>
                    <a:pt x="64271" y="372693"/>
                  </a:lnTo>
                  <a:lnTo>
                    <a:pt x="61903" y="374154"/>
                  </a:lnTo>
                  <a:lnTo>
                    <a:pt x="60977" y="374993"/>
                  </a:lnTo>
                  <a:lnTo>
                    <a:pt x="59725" y="376756"/>
                  </a:lnTo>
                  <a:lnTo>
                    <a:pt x="57805" y="378674"/>
                  </a:lnTo>
                  <a:lnTo>
                    <a:pt x="55737" y="382787"/>
                  </a:lnTo>
                  <a:lnTo>
                    <a:pt x="55653" y="383587"/>
                  </a:lnTo>
                  <a:lnTo>
                    <a:pt x="55954" y="384119"/>
                  </a:lnTo>
                  <a:lnTo>
                    <a:pt x="54804" y="391326"/>
                  </a:lnTo>
                  <a:lnTo>
                    <a:pt x="54402" y="392173"/>
                  </a:lnTo>
                  <a:lnTo>
                    <a:pt x="53569" y="393078"/>
                  </a:lnTo>
                  <a:lnTo>
                    <a:pt x="51377" y="394569"/>
                  </a:lnTo>
                  <a:lnTo>
                    <a:pt x="50322" y="394753"/>
                  </a:lnTo>
                  <a:lnTo>
                    <a:pt x="48927" y="393889"/>
                  </a:lnTo>
                  <a:lnTo>
                    <a:pt x="48140" y="392986"/>
                  </a:lnTo>
                  <a:lnTo>
                    <a:pt x="47369" y="391439"/>
                  </a:lnTo>
                  <a:lnTo>
                    <a:pt x="46440" y="389843"/>
                  </a:lnTo>
                  <a:lnTo>
                    <a:pt x="46392" y="390413"/>
                  </a:lnTo>
                  <a:lnTo>
                    <a:pt x="46715" y="391383"/>
                  </a:lnTo>
                  <a:lnTo>
                    <a:pt x="46496" y="392398"/>
                  </a:lnTo>
                  <a:lnTo>
                    <a:pt x="44118" y="392858"/>
                  </a:lnTo>
                  <a:lnTo>
                    <a:pt x="43488" y="393336"/>
                  </a:lnTo>
                  <a:lnTo>
                    <a:pt x="45634" y="393123"/>
                  </a:lnTo>
                  <a:lnTo>
                    <a:pt x="47098" y="393426"/>
                  </a:lnTo>
                  <a:lnTo>
                    <a:pt x="47717" y="393798"/>
                  </a:lnTo>
                  <a:lnTo>
                    <a:pt x="48274" y="394569"/>
                  </a:lnTo>
                  <a:lnTo>
                    <a:pt x="48764" y="395497"/>
                  </a:lnTo>
                  <a:lnTo>
                    <a:pt x="48352" y="396010"/>
                  </a:lnTo>
                  <a:lnTo>
                    <a:pt x="47180" y="396435"/>
                  </a:lnTo>
                  <a:lnTo>
                    <a:pt x="45661" y="397216"/>
                  </a:lnTo>
                  <a:lnTo>
                    <a:pt x="43867" y="398627"/>
                  </a:lnTo>
                  <a:lnTo>
                    <a:pt x="42871" y="400256"/>
                  </a:lnTo>
                  <a:lnTo>
                    <a:pt x="42441" y="401427"/>
                  </a:lnTo>
                  <a:lnTo>
                    <a:pt x="41957" y="403791"/>
                  </a:lnTo>
                  <a:lnTo>
                    <a:pt x="41828" y="405352"/>
                  </a:lnTo>
                  <a:lnTo>
                    <a:pt x="41070" y="406553"/>
                  </a:lnTo>
                  <a:lnTo>
                    <a:pt x="39902" y="407634"/>
                  </a:lnTo>
                  <a:lnTo>
                    <a:pt x="39967" y="407881"/>
                  </a:lnTo>
                  <a:lnTo>
                    <a:pt x="40759" y="407328"/>
                  </a:lnTo>
                  <a:lnTo>
                    <a:pt x="41393" y="407154"/>
                  </a:lnTo>
                  <a:lnTo>
                    <a:pt x="41937" y="408595"/>
                  </a:lnTo>
                  <a:lnTo>
                    <a:pt x="42673" y="411476"/>
                  </a:lnTo>
                  <a:lnTo>
                    <a:pt x="43015" y="413470"/>
                  </a:lnTo>
                  <a:lnTo>
                    <a:pt x="42961" y="414062"/>
                  </a:lnTo>
                  <a:lnTo>
                    <a:pt x="42743" y="414874"/>
                  </a:lnTo>
                  <a:lnTo>
                    <a:pt x="41232" y="415070"/>
                  </a:lnTo>
                  <a:lnTo>
                    <a:pt x="39884" y="415046"/>
                  </a:lnTo>
                  <a:lnTo>
                    <a:pt x="38891" y="415394"/>
                  </a:lnTo>
                  <a:lnTo>
                    <a:pt x="39424" y="415754"/>
                  </a:lnTo>
                  <a:lnTo>
                    <a:pt x="40333" y="415626"/>
                  </a:lnTo>
                  <a:lnTo>
                    <a:pt x="41591" y="416480"/>
                  </a:lnTo>
                  <a:lnTo>
                    <a:pt x="42987" y="416116"/>
                  </a:lnTo>
                  <a:lnTo>
                    <a:pt x="43623" y="416687"/>
                  </a:lnTo>
                  <a:lnTo>
                    <a:pt x="44082" y="417210"/>
                  </a:lnTo>
                  <a:lnTo>
                    <a:pt x="46220" y="421373"/>
                  </a:lnTo>
                  <a:lnTo>
                    <a:pt x="48086" y="423946"/>
                  </a:lnTo>
                  <a:lnTo>
                    <a:pt x="49030" y="425472"/>
                  </a:lnTo>
                  <a:lnTo>
                    <a:pt x="48561" y="426164"/>
                  </a:lnTo>
                  <a:lnTo>
                    <a:pt x="48394" y="425241"/>
                  </a:lnTo>
                  <a:lnTo>
                    <a:pt x="47175" y="425003"/>
                  </a:lnTo>
                  <a:lnTo>
                    <a:pt x="45989" y="424753"/>
                  </a:lnTo>
                  <a:lnTo>
                    <a:pt x="44008" y="424093"/>
                  </a:lnTo>
                  <a:lnTo>
                    <a:pt x="41344" y="423089"/>
                  </a:lnTo>
                  <a:lnTo>
                    <a:pt x="38674" y="423089"/>
                  </a:lnTo>
                  <a:lnTo>
                    <a:pt x="36553" y="422242"/>
                  </a:lnTo>
                  <a:lnTo>
                    <a:pt x="34210" y="421304"/>
                  </a:lnTo>
                  <a:lnTo>
                    <a:pt x="29266" y="421221"/>
                  </a:lnTo>
                  <a:lnTo>
                    <a:pt x="24911" y="421164"/>
                  </a:lnTo>
                  <a:lnTo>
                    <a:pt x="20449" y="421106"/>
                  </a:lnTo>
                  <a:lnTo>
                    <a:pt x="17593" y="421069"/>
                  </a:lnTo>
                  <a:lnTo>
                    <a:pt x="15682" y="421044"/>
                  </a:lnTo>
                  <a:lnTo>
                    <a:pt x="15186" y="420690"/>
                  </a:lnTo>
                  <a:lnTo>
                    <a:pt x="15352" y="419521"/>
                  </a:lnTo>
                  <a:lnTo>
                    <a:pt x="14643" y="418661"/>
                  </a:lnTo>
                  <a:lnTo>
                    <a:pt x="13616" y="417620"/>
                  </a:lnTo>
                  <a:lnTo>
                    <a:pt x="12367" y="416882"/>
                  </a:lnTo>
                  <a:lnTo>
                    <a:pt x="11747" y="415894"/>
                  </a:lnTo>
                  <a:lnTo>
                    <a:pt x="11055" y="414785"/>
                  </a:lnTo>
                  <a:lnTo>
                    <a:pt x="11446" y="413802"/>
                  </a:lnTo>
                  <a:lnTo>
                    <a:pt x="12043" y="411411"/>
                  </a:lnTo>
                  <a:lnTo>
                    <a:pt x="12056" y="410357"/>
                  </a:lnTo>
                  <a:lnTo>
                    <a:pt x="11514" y="409619"/>
                  </a:lnTo>
                  <a:lnTo>
                    <a:pt x="11347" y="408573"/>
                  </a:lnTo>
                  <a:lnTo>
                    <a:pt x="11514" y="408081"/>
                  </a:lnTo>
                  <a:lnTo>
                    <a:pt x="12004" y="407708"/>
                  </a:lnTo>
                  <a:lnTo>
                    <a:pt x="12298" y="405990"/>
                  </a:lnTo>
                  <a:lnTo>
                    <a:pt x="12068" y="404307"/>
                  </a:lnTo>
                  <a:lnTo>
                    <a:pt x="11693" y="402804"/>
                  </a:lnTo>
                  <a:lnTo>
                    <a:pt x="11198" y="402141"/>
                  </a:lnTo>
                  <a:lnTo>
                    <a:pt x="10559" y="401826"/>
                  </a:lnTo>
                  <a:lnTo>
                    <a:pt x="10089" y="401768"/>
                  </a:lnTo>
                  <a:lnTo>
                    <a:pt x="9043" y="402328"/>
                  </a:lnTo>
                  <a:lnTo>
                    <a:pt x="7309" y="402189"/>
                  </a:lnTo>
                  <a:lnTo>
                    <a:pt x="6720" y="402404"/>
                  </a:lnTo>
                  <a:lnTo>
                    <a:pt x="5872" y="403009"/>
                  </a:lnTo>
                  <a:lnTo>
                    <a:pt x="4672" y="403900"/>
                  </a:lnTo>
                  <a:lnTo>
                    <a:pt x="4005" y="403592"/>
                  </a:lnTo>
                  <a:lnTo>
                    <a:pt x="3800" y="402640"/>
                  </a:lnTo>
                  <a:lnTo>
                    <a:pt x="3355" y="401813"/>
                  </a:lnTo>
                  <a:lnTo>
                    <a:pt x="3071" y="401084"/>
                  </a:lnTo>
                  <a:lnTo>
                    <a:pt x="2858" y="399885"/>
                  </a:lnTo>
                  <a:lnTo>
                    <a:pt x="2502" y="398342"/>
                  </a:lnTo>
                  <a:lnTo>
                    <a:pt x="1794" y="396518"/>
                  </a:lnTo>
                  <a:lnTo>
                    <a:pt x="709" y="395042"/>
                  </a:lnTo>
                  <a:lnTo>
                    <a:pt x="648" y="393717"/>
                  </a:lnTo>
                  <a:lnTo>
                    <a:pt x="448" y="392052"/>
                  </a:lnTo>
                  <a:lnTo>
                    <a:pt x="1001" y="390428"/>
                  </a:lnTo>
                  <a:lnTo>
                    <a:pt x="678" y="389083"/>
                  </a:lnTo>
                  <a:lnTo>
                    <a:pt x="0" y="387477"/>
                  </a:lnTo>
                  <a:lnTo>
                    <a:pt x="208" y="385816"/>
                  </a:lnTo>
                  <a:lnTo>
                    <a:pt x="876" y="384893"/>
                  </a:lnTo>
                  <a:lnTo>
                    <a:pt x="1085" y="383724"/>
                  </a:lnTo>
                  <a:lnTo>
                    <a:pt x="4172" y="383540"/>
                  </a:lnTo>
                  <a:lnTo>
                    <a:pt x="4043" y="381968"/>
                  </a:lnTo>
                  <a:lnTo>
                    <a:pt x="4557" y="380698"/>
                  </a:lnTo>
                  <a:lnTo>
                    <a:pt x="5133" y="379547"/>
                  </a:lnTo>
                  <a:lnTo>
                    <a:pt x="5624" y="379022"/>
                  </a:lnTo>
                  <a:lnTo>
                    <a:pt x="6725" y="378565"/>
                  </a:lnTo>
                  <a:lnTo>
                    <a:pt x="8020" y="377900"/>
                  </a:lnTo>
                  <a:lnTo>
                    <a:pt x="8751" y="377137"/>
                  </a:lnTo>
                  <a:lnTo>
                    <a:pt x="9099" y="376457"/>
                  </a:lnTo>
                  <a:lnTo>
                    <a:pt x="9314" y="375576"/>
                  </a:lnTo>
                  <a:lnTo>
                    <a:pt x="9369" y="374639"/>
                  </a:lnTo>
                  <a:lnTo>
                    <a:pt x="9156" y="372642"/>
                  </a:lnTo>
                  <a:lnTo>
                    <a:pt x="9398" y="372029"/>
                  </a:lnTo>
                  <a:lnTo>
                    <a:pt x="10199" y="371220"/>
                  </a:lnTo>
                  <a:lnTo>
                    <a:pt x="11556" y="370501"/>
                  </a:lnTo>
                  <a:lnTo>
                    <a:pt x="12140" y="368594"/>
                  </a:lnTo>
                  <a:lnTo>
                    <a:pt x="11806" y="366934"/>
                  </a:lnTo>
                  <a:lnTo>
                    <a:pt x="11053" y="365621"/>
                  </a:lnTo>
                  <a:lnTo>
                    <a:pt x="10096" y="365027"/>
                  </a:lnTo>
                  <a:lnTo>
                    <a:pt x="10012" y="363674"/>
                  </a:lnTo>
                  <a:lnTo>
                    <a:pt x="10445" y="362388"/>
                  </a:lnTo>
                  <a:lnTo>
                    <a:pt x="11009" y="361013"/>
                  </a:lnTo>
                  <a:lnTo>
                    <a:pt x="11681" y="359430"/>
                  </a:lnTo>
                  <a:lnTo>
                    <a:pt x="11639" y="358322"/>
                  </a:lnTo>
                  <a:lnTo>
                    <a:pt x="12236" y="357675"/>
                  </a:lnTo>
                  <a:lnTo>
                    <a:pt x="13934" y="356232"/>
                  </a:lnTo>
                  <a:lnTo>
                    <a:pt x="14518" y="354818"/>
                  </a:lnTo>
                  <a:lnTo>
                    <a:pt x="15115" y="354434"/>
                  </a:lnTo>
                  <a:lnTo>
                    <a:pt x="15811" y="354263"/>
                  </a:lnTo>
                  <a:lnTo>
                    <a:pt x="15853" y="353464"/>
                  </a:lnTo>
                  <a:lnTo>
                    <a:pt x="15345" y="352671"/>
                  </a:lnTo>
                  <a:lnTo>
                    <a:pt x="15262" y="351674"/>
                  </a:lnTo>
                  <a:lnTo>
                    <a:pt x="15322" y="350569"/>
                  </a:lnTo>
                  <a:lnTo>
                    <a:pt x="15478" y="349097"/>
                  </a:lnTo>
                  <a:lnTo>
                    <a:pt x="16270" y="348544"/>
                  </a:lnTo>
                  <a:lnTo>
                    <a:pt x="17441" y="347348"/>
                  </a:lnTo>
                  <a:lnTo>
                    <a:pt x="17754" y="346588"/>
                  </a:lnTo>
                  <a:lnTo>
                    <a:pt x="17796" y="345570"/>
                  </a:lnTo>
                  <a:lnTo>
                    <a:pt x="17454" y="343470"/>
                  </a:lnTo>
                  <a:lnTo>
                    <a:pt x="17163" y="341964"/>
                  </a:lnTo>
                  <a:lnTo>
                    <a:pt x="17016" y="341408"/>
                  </a:lnTo>
                  <a:lnTo>
                    <a:pt x="16481" y="340386"/>
                  </a:lnTo>
                  <a:lnTo>
                    <a:pt x="16088" y="339742"/>
                  </a:lnTo>
                  <a:lnTo>
                    <a:pt x="16717" y="338936"/>
                  </a:lnTo>
                  <a:lnTo>
                    <a:pt x="17897" y="338087"/>
                  </a:lnTo>
                  <a:lnTo>
                    <a:pt x="18398" y="336857"/>
                  </a:lnTo>
                  <a:lnTo>
                    <a:pt x="17939" y="335811"/>
                  </a:lnTo>
                  <a:lnTo>
                    <a:pt x="17271" y="335258"/>
                  </a:lnTo>
                  <a:lnTo>
                    <a:pt x="17063" y="333659"/>
                  </a:lnTo>
                  <a:lnTo>
                    <a:pt x="17313" y="331629"/>
                  </a:lnTo>
                  <a:lnTo>
                    <a:pt x="17814" y="331014"/>
                  </a:lnTo>
                  <a:lnTo>
                    <a:pt x="19566" y="330706"/>
                  </a:lnTo>
                  <a:lnTo>
                    <a:pt x="19733" y="329660"/>
                  </a:lnTo>
                  <a:lnTo>
                    <a:pt x="21068" y="328185"/>
                  </a:lnTo>
                  <a:lnTo>
                    <a:pt x="21026" y="326769"/>
                  </a:lnTo>
                  <a:lnTo>
                    <a:pt x="20178" y="325902"/>
                  </a:lnTo>
                  <a:lnTo>
                    <a:pt x="19346" y="324502"/>
                  </a:lnTo>
                  <a:lnTo>
                    <a:pt x="18732" y="323265"/>
                  </a:lnTo>
                  <a:lnTo>
                    <a:pt x="16687" y="322588"/>
                  </a:lnTo>
                  <a:lnTo>
                    <a:pt x="14518" y="322219"/>
                  </a:lnTo>
                  <a:lnTo>
                    <a:pt x="14226" y="321050"/>
                  </a:lnTo>
                  <a:lnTo>
                    <a:pt x="14309" y="320373"/>
                  </a:lnTo>
                  <a:lnTo>
                    <a:pt x="15319" y="320647"/>
                  </a:lnTo>
                  <a:lnTo>
                    <a:pt x="16967" y="320408"/>
                  </a:lnTo>
                  <a:lnTo>
                    <a:pt x="18208" y="320353"/>
                  </a:lnTo>
                  <a:lnTo>
                    <a:pt x="19071" y="320235"/>
                  </a:lnTo>
                  <a:lnTo>
                    <a:pt x="20067" y="320065"/>
                  </a:lnTo>
                  <a:lnTo>
                    <a:pt x="20985" y="320558"/>
                  </a:lnTo>
                  <a:lnTo>
                    <a:pt x="21903" y="320250"/>
                  </a:lnTo>
                  <a:lnTo>
                    <a:pt x="22278" y="318405"/>
                  </a:lnTo>
                  <a:lnTo>
                    <a:pt x="22862" y="317421"/>
                  </a:lnTo>
                  <a:lnTo>
                    <a:pt x="22946" y="316498"/>
                  </a:lnTo>
                  <a:lnTo>
                    <a:pt x="22362" y="315761"/>
                  </a:lnTo>
                  <a:lnTo>
                    <a:pt x="21291" y="315533"/>
                  </a:lnTo>
                  <a:lnTo>
                    <a:pt x="16615" y="314951"/>
                  </a:lnTo>
                  <a:lnTo>
                    <a:pt x="16473" y="314212"/>
                  </a:lnTo>
                  <a:lnTo>
                    <a:pt x="16513" y="312974"/>
                  </a:lnTo>
                  <a:lnTo>
                    <a:pt x="16690" y="311710"/>
                  </a:lnTo>
                  <a:lnTo>
                    <a:pt x="16687" y="311086"/>
                  </a:lnTo>
                  <a:lnTo>
                    <a:pt x="17115" y="310537"/>
                  </a:lnTo>
                  <a:lnTo>
                    <a:pt x="17598" y="309390"/>
                  </a:lnTo>
                  <a:lnTo>
                    <a:pt x="17939" y="308625"/>
                  </a:lnTo>
                  <a:lnTo>
                    <a:pt x="17599" y="307632"/>
                  </a:lnTo>
                  <a:lnTo>
                    <a:pt x="16854" y="306165"/>
                  </a:lnTo>
                  <a:lnTo>
                    <a:pt x="17397" y="305488"/>
                  </a:lnTo>
                  <a:lnTo>
                    <a:pt x="17440" y="304680"/>
                  </a:lnTo>
                  <a:lnTo>
                    <a:pt x="17271" y="303890"/>
                  </a:lnTo>
                  <a:lnTo>
                    <a:pt x="16498" y="303012"/>
                  </a:lnTo>
                  <a:lnTo>
                    <a:pt x="15811" y="301798"/>
                  </a:lnTo>
                  <a:lnTo>
                    <a:pt x="15811" y="300507"/>
                  </a:lnTo>
                  <a:lnTo>
                    <a:pt x="16613" y="300164"/>
                  </a:lnTo>
                  <a:lnTo>
                    <a:pt x="17146" y="299769"/>
                  </a:lnTo>
                  <a:lnTo>
                    <a:pt x="17271" y="298969"/>
                  </a:lnTo>
                  <a:lnTo>
                    <a:pt x="16979" y="297986"/>
                  </a:lnTo>
                  <a:lnTo>
                    <a:pt x="15872" y="297686"/>
                  </a:lnTo>
                  <a:lnTo>
                    <a:pt x="14395" y="297081"/>
                  </a:lnTo>
                  <a:lnTo>
                    <a:pt x="13943" y="296574"/>
                  </a:lnTo>
                  <a:lnTo>
                    <a:pt x="13527" y="295520"/>
                  </a:lnTo>
                  <a:lnTo>
                    <a:pt x="13837" y="292545"/>
                  </a:lnTo>
                  <a:lnTo>
                    <a:pt x="13682" y="290753"/>
                  </a:lnTo>
                  <a:lnTo>
                    <a:pt x="13553" y="289761"/>
                  </a:lnTo>
                  <a:lnTo>
                    <a:pt x="13915" y="288998"/>
                  </a:lnTo>
                  <a:lnTo>
                    <a:pt x="14406" y="288312"/>
                  </a:lnTo>
                  <a:lnTo>
                    <a:pt x="14173" y="286712"/>
                  </a:lnTo>
                  <a:lnTo>
                    <a:pt x="13733" y="285872"/>
                  </a:lnTo>
                  <a:lnTo>
                    <a:pt x="13888" y="285224"/>
                  </a:lnTo>
                  <a:lnTo>
                    <a:pt x="14303" y="284576"/>
                  </a:lnTo>
                  <a:lnTo>
                    <a:pt x="14665" y="283775"/>
                  </a:lnTo>
                  <a:lnTo>
                    <a:pt x="14976" y="283584"/>
                  </a:lnTo>
                  <a:lnTo>
                    <a:pt x="15441" y="284042"/>
                  </a:lnTo>
                  <a:lnTo>
                    <a:pt x="16229" y="283773"/>
                  </a:lnTo>
                  <a:lnTo>
                    <a:pt x="17174" y="283126"/>
                  </a:lnTo>
                  <a:lnTo>
                    <a:pt x="17277" y="282364"/>
                  </a:lnTo>
                  <a:lnTo>
                    <a:pt x="17088" y="281273"/>
                  </a:lnTo>
                  <a:lnTo>
                    <a:pt x="16384" y="278531"/>
                  </a:lnTo>
                  <a:lnTo>
                    <a:pt x="15752" y="276835"/>
                  </a:lnTo>
                  <a:lnTo>
                    <a:pt x="15881" y="276225"/>
                  </a:lnTo>
                  <a:lnTo>
                    <a:pt x="16131" y="275582"/>
                  </a:lnTo>
                  <a:lnTo>
                    <a:pt x="15932" y="273250"/>
                  </a:lnTo>
                  <a:lnTo>
                    <a:pt x="15995" y="271841"/>
                  </a:lnTo>
                  <a:lnTo>
                    <a:pt x="16041" y="267688"/>
                  </a:lnTo>
                  <a:lnTo>
                    <a:pt x="16113" y="266270"/>
                  </a:lnTo>
                  <a:lnTo>
                    <a:pt x="15467" y="264823"/>
                  </a:lnTo>
                  <a:lnTo>
                    <a:pt x="15554" y="263463"/>
                  </a:lnTo>
                  <a:lnTo>
                    <a:pt x="16012" y="262472"/>
                  </a:lnTo>
                  <a:lnTo>
                    <a:pt x="16440" y="261130"/>
                  </a:lnTo>
                  <a:lnTo>
                    <a:pt x="16760" y="259941"/>
                  </a:lnTo>
                  <a:lnTo>
                    <a:pt x="17096" y="259407"/>
                  </a:lnTo>
                  <a:lnTo>
                    <a:pt x="17665" y="259140"/>
                  </a:lnTo>
                  <a:lnTo>
                    <a:pt x="17795" y="258492"/>
                  </a:lnTo>
                  <a:lnTo>
                    <a:pt x="17536" y="257996"/>
                  </a:lnTo>
                  <a:lnTo>
                    <a:pt x="16799" y="257223"/>
                  </a:lnTo>
                  <a:lnTo>
                    <a:pt x="16631" y="256280"/>
                  </a:lnTo>
                  <a:lnTo>
                    <a:pt x="16786" y="255555"/>
                  </a:lnTo>
                  <a:lnTo>
                    <a:pt x="17148" y="255135"/>
                  </a:lnTo>
                  <a:lnTo>
                    <a:pt x="17709" y="255139"/>
                  </a:lnTo>
                  <a:lnTo>
                    <a:pt x="18131" y="254106"/>
                  </a:lnTo>
                  <a:lnTo>
                    <a:pt x="18251" y="252828"/>
                  </a:lnTo>
                  <a:lnTo>
                    <a:pt x="18338" y="252237"/>
                  </a:lnTo>
                  <a:lnTo>
                    <a:pt x="18015" y="251490"/>
                  </a:lnTo>
                  <a:lnTo>
                    <a:pt x="17781" y="249729"/>
                  </a:lnTo>
                  <a:lnTo>
                    <a:pt x="17562" y="248728"/>
                  </a:lnTo>
                  <a:lnTo>
                    <a:pt x="17821" y="248308"/>
                  </a:lnTo>
                  <a:lnTo>
                    <a:pt x="18183" y="248156"/>
                  </a:lnTo>
                  <a:lnTo>
                    <a:pt x="18819" y="248392"/>
                  </a:lnTo>
                  <a:lnTo>
                    <a:pt x="19269" y="248270"/>
                  </a:lnTo>
                  <a:lnTo>
                    <a:pt x="19347" y="247736"/>
                  </a:lnTo>
                  <a:lnTo>
                    <a:pt x="19399" y="247164"/>
                  </a:lnTo>
                  <a:lnTo>
                    <a:pt x="19569" y="246775"/>
                  </a:lnTo>
                  <a:lnTo>
                    <a:pt x="19970" y="245479"/>
                  </a:lnTo>
                  <a:lnTo>
                    <a:pt x="20399" y="243874"/>
                  </a:lnTo>
                  <a:lnTo>
                    <a:pt x="20500" y="242740"/>
                  </a:lnTo>
                  <a:lnTo>
                    <a:pt x="20347" y="239667"/>
                  </a:lnTo>
                  <a:lnTo>
                    <a:pt x="20574" y="238962"/>
                  </a:lnTo>
                  <a:lnTo>
                    <a:pt x="21032" y="238318"/>
                  </a:lnTo>
                  <a:lnTo>
                    <a:pt x="21670" y="237711"/>
                  </a:lnTo>
                  <a:lnTo>
                    <a:pt x="22507" y="237209"/>
                  </a:lnTo>
                  <a:lnTo>
                    <a:pt x="23549" y="236485"/>
                  </a:lnTo>
                  <a:lnTo>
                    <a:pt x="24831" y="236220"/>
                  </a:lnTo>
                  <a:lnTo>
                    <a:pt x="25348" y="235419"/>
                  </a:lnTo>
                  <a:lnTo>
                    <a:pt x="25710" y="234351"/>
                  </a:lnTo>
                  <a:lnTo>
                    <a:pt x="25814" y="233474"/>
                  </a:lnTo>
                  <a:lnTo>
                    <a:pt x="25322" y="232864"/>
                  </a:lnTo>
                  <a:lnTo>
                    <a:pt x="24676" y="232139"/>
                  </a:lnTo>
                  <a:lnTo>
                    <a:pt x="24368" y="230311"/>
                  </a:lnTo>
                  <a:lnTo>
                    <a:pt x="24201" y="228625"/>
                  </a:lnTo>
                  <a:lnTo>
                    <a:pt x="24106" y="226495"/>
                  </a:lnTo>
                  <a:lnTo>
                    <a:pt x="23463" y="224664"/>
                  </a:lnTo>
                  <a:lnTo>
                    <a:pt x="22788" y="222604"/>
                  </a:lnTo>
                  <a:lnTo>
                    <a:pt x="22607" y="220774"/>
                  </a:lnTo>
                  <a:lnTo>
                    <a:pt x="22832" y="219771"/>
                  </a:lnTo>
                  <a:lnTo>
                    <a:pt x="23098" y="218180"/>
                  </a:lnTo>
                  <a:lnTo>
                    <a:pt x="22813" y="217457"/>
                  </a:lnTo>
                  <a:lnTo>
                    <a:pt x="22477" y="216160"/>
                  </a:lnTo>
                  <a:lnTo>
                    <a:pt x="22826" y="215144"/>
                  </a:lnTo>
                  <a:lnTo>
                    <a:pt x="23253" y="213567"/>
                  </a:lnTo>
                  <a:lnTo>
                    <a:pt x="23202" y="212766"/>
                  </a:lnTo>
                  <a:lnTo>
                    <a:pt x="22865" y="210859"/>
                  </a:lnTo>
                  <a:lnTo>
                    <a:pt x="22555" y="209791"/>
                  </a:lnTo>
                  <a:lnTo>
                    <a:pt x="22865" y="208647"/>
                  </a:lnTo>
                  <a:lnTo>
                    <a:pt x="23357" y="207579"/>
                  </a:lnTo>
                  <a:lnTo>
                    <a:pt x="23745" y="207007"/>
                  </a:lnTo>
                  <a:lnTo>
                    <a:pt x="23680" y="206086"/>
                  </a:lnTo>
                  <a:lnTo>
                    <a:pt x="23848" y="205329"/>
                  </a:lnTo>
                  <a:lnTo>
                    <a:pt x="24582" y="204821"/>
                  </a:lnTo>
                  <a:lnTo>
                    <a:pt x="25271" y="203881"/>
                  </a:lnTo>
                  <a:lnTo>
                    <a:pt x="25762" y="203767"/>
                  </a:lnTo>
                  <a:lnTo>
                    <a:pt x="26357" y="203767"/>
                  </a:lnTo>
                  <a:lnTo>
                    <a:pt x="26745" y="203500"/>
                  </a:lnTo>
                  <a:lnTo>
                    <a:pt x="26900" y="202775"/>
                  </a:lnTo>
                  <a:lnTo>
                    <a:pt x="27004" y="201974"/>
                  </a:lnTo>
                  <a:lnTo>
                    <a:pt x="27950" y="200980"/>
                  </a:lnTo>
                  <a:lnTo>
                    <a:pt x="28504" y="200066"/>
                  </a:lnTo>
                  <a:lnTo>
                    <a:pt x="29513" y="199875"/>
                  </a:lnTo>
                  <a:lnTo>
                    <a:pt x="30004" y="198885"/>
                  </a:lnTo>
                  <a:lnTo>
                    <a:pt x="30015" y="197613"/>
                  </a:lnTo>
                  <a:lnTo>
                    <a:pt x="29901" y="196330"/>
                  </a:lnTo>
                  <a:lnTo>
                    <a:pt x="30237" y="194842"/>
                  </a:lnTo>
                  <a:lnTo>
                    <a:pt x="29863" y="192573"/>
                  </a:lnTo>
                  <a:lnTo>
                    <a:pt x="29901" y="191371"/>
                  </a:lnTo>
                  <a:lnTo>
                    <a:pt x="29513" y="190380"/>
                  </a:lnTo>
                  <a:lnTo>
                    <a:pt x="29590" y="189312"/>
                  </a:lnTo>
                  <a:lnTo>
                    <a:pt x="29383" y="188625"/>
                  </a:lnTo>
                  <a:lnTo>
                    <a:pt x="28798" y="188371"/>
                  </a:lnTo>
                  <a:lnTo>
                    <a:pt x="28581" y="187519"/>
                  </a:lnTo>
                  <a:lnTo>
                    <a:pt x="28866" y="187100"/>
                  </a:lnTo>
                  <a:lnTo>
                    <a:pt x="29419" y="186777"/>
                  </a:lnTo>
                  <a:lnTo>
                    <a:pt x="30114" y="186125"/>
                  </a:lnTo>
                  <a:lnTo>
                    <a:pt x="30635" y="182985"/>
                  </a:lnTo>
                  <a:lnTo>
                    <a:pt x="30881" y="182053"/>
                  </a:lnTo>
                  <a:lnTo>
                    <a:pt x="31121" y="180931"/>
                  </a:lnTo>
                  <a:lnTo>
                    <a:pt x="31091" y="180349"/>
                  </a:lnTo>
                  <a:lnTo>
                    <a:pt x="31424" y="179510"/>
                  </a:lnTo>
                  <a:lnTo>
                    <a:pt x="31841" y="178235"/>
                  </a:lnTo>
                  <a:lnTo>
                    <a:pt x="32497" y="177003"/>
                  </a:lnTo>
                  <a:lnTo>
                    <a:pt x="32874" y="176154"/>
                  </a:lnTo>
                  <a:lnTo>
                    <a:pt x="33238" y="175010"/>
                  </a:lnTo>
                  <a:lnTo>
                    <a:pt x="33341" y="174323"/>
                  </a:lnTo>
                  <a:lnTo>
                    <a:pt x="33807" y="173982"/>
                  </a:lnTo>
                  <a:lnTo>
                    <a:pt x="34342" y="173893"/>
                  </a:lnTo>
                  <a:lnTo>
                    <a:pt x="34971" y="173676"/>
                  </a:lnTo>
                  <a:lnTo>
                    <a:pt x="35230" y="173257"/>
                  </a:lnTo>
                  <a:lnTo>
                    <a:pt x="35183" y="172645"/>
                  </a:lnTo>
                  <a:lnTo>
                    <a:pt x="35144" y="171294"/>
                  </a:lnTo>
                  <a:lnTo>
                    <a:pt x="34955" y="169149"/>
                  </a:lnTo>
                  <a:lnTo>
                    <a:pt x="34834" y="166381"/>
                  </a:lnTo>
                  <a:lnTo>
                    <a:pt x="34945" y="164563"/>
                  </a:lnTo>
                  <a:lnTo>
                    <a:pt x="35359" y="162732"/>
                  </a:lnTo>
                  <a:lnTo>
                    <a:pt x="35747" y="161740"/>
                  </a:lnTo>
                  <a:lnTo>
                    <a:pt x="35644" y="160978"/>
                  </a:lnTo>
                  <a:lnTo>
                    <a:pt x="35540" y="160139"/>
                  </a:lnTo>
                  <a:lnTo>
                    <a:pt x="34816" y="159681"/>
                  </a:lnTo>
                  <a:lnTo>
                    <a:pt x="34127" y="160077"/>
                  </a:lnTo>
                  <a:lnTo>
                    <a:pt x="33646" y="159967"/>
                  </a:lnTo>
                  <a:lnTo>
                    <a:pt x="33031" y="158994"/>
                  </a:lnTo>
                  <a:lnTo>
                    <a:pt x="32850" y="157965"/>
                  </a:lnTo>
                  <a:lnTo>
                    <a:pt x="32953" y="156554"/>
                  </a:lnTo>
                  <a:lnTo>
                    <a:pt x="33435" y="155674"/>
                  </a:lnTo>
                  <a:lnTo>
                    <a:pt x="33626" y="154570"/>
                  </a:lnTo>
                  <a:lnTo>
                    <a:pt x="33341" y="154227"/>
                  </a:lnTo>
                  <a:lnTo>
                    <a:pt x="32735" y="153494"/>
                  </a:lnTo>
                  <a:lnTo>
                    <a:pt x="32160" y="150965"/>
                  </a:lnTo>
                  <a:lnTo>
                    <a:pt x="32229" y="148811"/>
                  </a:lnTo>
                  <a:lnTo>
                    <a:pt x="31660" y="148239"/>
                  </a:lnTo>
                  <a:lnTo>
                    <a:pt x="31395" y="146556"/>
                  </a:lnTo>
                  <a:lnTo>
                    <a:pt x="30806" y="145952"/>
                  </a:lnTo>
                  <a:lnTo>
                    <a:pt x="30573" y="144694"/>
                  </a:lnTo>
                  <a:lnTo>
                    <a:pt x="30392" y="143397"/>
                  </a:lnTo>
                  <a:lnTo>
                    <a:pt x="30470" y="142824"/>
                  </a:lnTo>
                  <a:lnTo>
                    <a:pt x="31082" y="142666"/>
                  </a:lnTo>
                  <a:lnTo>
                    <a:pt x="31427" y="141643"/>
                  </a:lnTo>
                  <a:lnTo>
                    <a:pt x="31168" y="141069"/>
                  </a:lnTo>
                  <a:lnTo>
                    <a:pt x="30703" y="140573"/>
                  </a:lnTo>
                  <a:lnTo>
                    <a:pt x="30108" y="140612"/>
                  </a:lnTo>
                  <a:lnTo>
                    <a:pt x="29575" y="140027"/>
                  </a:lnTo>
                  <a:lnTo>
                    <a:pt x="28861" y="137580"/>
                  </a:lnTo>
                  <a:lnTo>
                    <a:pt x="28297" y="136227"/>
                  </a:lnTo>
                  <a:lnTo>
                    <a:pt x="28475" y="134253"/>
                  </a:lnTo>
                  <a:lnTo>
                    <a:pt x="28586" y="132711"/>
                  </a:lnTo>
                  <a:lnTo>
                    <a:pt x="28829" y="131393"/>
                  </a:lnTo>
                  <a:lnTo>
                    <a:pt x="28918" y="130355"/>
                  </a:lnTo>
                  <a:lnTo>
                    <a:pt x="29358" y="129858"/>
                  </a:lnTo>
                  <a:lnTo>
                    <a:pt x="29771" y="130088"/>
                  </a:lnTo>
                  <a:lnTo>
                    <a:pt x="30159" y="129974"/>
                  </a:lnTo>
                  <a:lnTo>
                    <a:pt x="30517" y="129128"/>
                  </a:lnTo>
                  <a:lnTo>
                    <a:pt x="30910" y="128601"/>
                  </a:lnTo>
                  <a:lnTo>
                    <a:pt x="30884" y="128181"/>
                  </a:lnTo>
                  <a:lnTo>
                    <a:pt x="30651" y="127723"/>
                  </a:lnTo>
                  <a:lnTo>
                    <a:pt x="30540" y="126922"/>
                  </a:lnTo>
                  <a:lnTo>
                    <a:pt x="30814" y="125969"/>
                  </a:lnTo>
                  <a:lnTo>
                    <a:pt x="31285" y="123783"/>
                  </a:lnTo>
                  <a:lnTo>
                    <a:pt x="31999" y="121376"/>
                  </a:lnTo>
                  <a:lnTo>
                    <a:pt x="32307" y="120477"/>
                  </a:lnTo>
                  <a:lnTo>
                    <a:pt x="32229" y="119714"/>
                  </a:lnTo>
                  <a:lnTo>
                    <a:pt x="32384" y="119371"/>
                  </a:lnTo>
                  <a:lnTo>
                    <a:pt x="32869" y="119752"/>
                  </a:lnTo>
                  <a:lnTo>
                    <a:pt x="34247" y="119333"/>
                  </a:lnTo>
                  <a:lnTo>
                    <a:pt x="34712" y="118265"/>
                  </a:lnTo>
                  <a:lnTo>
                    <a:pt x="34893" y="117311"/>
                  </a:lnTo>
                  <a:lnTo>
                    <a:pt x="35307" y="116778"/>
                  </a:lnTo>
                  <a:lnTo>
                    <a:pt x="35126" y="116015"/>
                  </a:lnTo>
                  <a:lnTo>
                    <a:pt x="34557" y="115786"/>
                  </a:lnTo>
                  <a:lnTo>
                    <a:pt x="34213" y="115429"/>
                  </a:lnTo>
                  <a:lnTo>
                    <a:pt x="34350" y="114566"/>
                  </a:lnTo>
                  <a:lnTo>
                    <a:pt x="34552" y="112580"/>
                  </a:lnTo>
                  <a:lnTo>
                    <a:pt x="34518" y="111117"/>
                  </a:lnTo>
                  <a:lnTo>
                    <a:pt x="33998" y="107996"/>
                  </a:lnTo>
                  <a:lnTo>
                    <a:pt x="33580" y="104908"/>
                  </a:lnTo>
                  <a:lnTo>
                    <a:pt x="33875" y="103876"/>
                  </a:lnTo>
                  <a:lnTo>
                    <a:pt x="34777" y="102465"/>
                  </a:lnTo>
                  <a:lnTo>
                    <a:pt x="35462" y="101829"/>
                  </a:lnTo>
                  <a:lnTo>
                    <a:pt x="35585" y="101024"/>
                  </a:lnTo>
                  <a:lnTo>
                    <a:pt x="36264" y="97374"/>
                  </a:lnTo>
                  <a:lnTo>
                    <a:pt x="36342" y="95383"/>
                  </a:lnTo>
                  <a:lnTo>
                    <a:pt x="36787" y="94280"/>
                  </a:lnTo>
                  <a:lnTo>
                    <a:pt x="37079" y="92209"/>
                  </a:lnTo>
                  <a:lnTo>
                    <a:pt x="38307" y="90425"/>
                  </a:lnTo>
                  <a:lnTo>
                    <a:pt x="38670" y="89243"/>
                  </a:lnTo>
                  <a:lnTo>
                    <a:pt x="39161" y="89128"/>
                  </a:lnTo>
                  <a:lnTo>
                    <a:pt x="39420" y="88747"/>
                  </a:lnTo>
                  <a:lnTo>
                    <a:pt x="40071" y="87428"/>
                  </a:lnTo>
                  <a:lnTo>
                    <a:pt x="40918" y="86073"/>
                  </a:lnTo>
                  <a:lnTo>
                    <a:pt x="41645" y="85391"/>
                  </a:lnTo>
                  <a:lnTo>
                    <a:pt x="41826" y="84323"/>
                  </a:lnTo>
                  <a:lnTo>
                    <a:pt x="42173" y="82864"/>
                  </a:lnTo>
                  <a:lnTo>
                    <a:pt x="42895" y="80444"/>
                  </a:lnTo>
                  <a:lnTo>
                    <a:pt x="43300" y="78756"/>
                  </a:lnTo>
                  <a:lnTo>
                    <a:pt x="43843" y="78144"/>
                  </a:lnTo>
                  <a:lnTo>
                    <a:pt x="44476" y="75934"/>
                  </a:lnTo>
                  <a:lnTo>
                    <a:pt x="44748" y="74637"/>
                  </a:lnTo>
                  <a:lnTo>
                    <a:pt x="45473" y="74103"/>
                  </a:lnTo>
                  <a:lnTo>
                    <a:pt x="46042" y="73950"/>
                  </a:lnTo>
                  <a:lnTo>
                    <a:pt x="46585" y="74562"/>
                  </a:lnTo>
                  <a:lnTo>
                    <a:pt x="47154" y="74446"/>
                  </a:lnTo>
                  <a:lnTo>
                    <a:pt x="47672" y="73683"/>
                  </a:lnTo>
                  <a:lnTo>
                    <a:pt x="48920" y="73165"/>
                  </a:lnTo>
                  <a:lnTo>
                    <a:pt x="49482" y="72883"/>
                  </a:lnTo>
                  <a:lnTo>
                    <a:pt x="49741" y="72120"/>
                  </a:lnTo>
                  <a:lnTo>
                    <a:pt x="49741" y="70785"/>
                  </a:lnTo>
                  <a:lnTo>
                    <a:pt x="49223" y="69793"/>
                  </a:lnTo>
                  <a:lnTo>
                    <a:pt x="48166" y="67895"/>
                  </a:lnTo>
                  <a:lnTo>
                    <a:pt x="47257" y="65775"/>
                  </a:lnTo>
                  <a:lnTo>
                    <a:pt x="47158" y="65106"/>
                  </a:lnTo>
                  <a:lnTo>
                    <a:pt x="47153" y="64376"/>
                  </a:lnTo>
                  <a:lnTo>
                    <a:pt x="47308" y="63454"/>
                  </a:lnTo>
                  <a:lnTo>
                    <a:pt x="47743" y="62408"/>
                  </a:lnTo>
                  <a:lnTo>
                    <a:pt x="48834" y="60689"/>
                  </a:lnTo>
                  <a:lnTo>
                    <a:pt x="48718" y="59458"/>
                  </a:lnTo>
                  <a:lnTo>
                    <a:pt x="47922" y="54933"/>
                  </a:lnTo>
                  <a:lnTo>
                    <a:pt x="47629" y="53685"/>
                  </a:lnTo>
                  <a:lnTo>
                    <a:pt x="47076" y="51371"/>
                  </a:lnTo>
                  <a:lnTo>
                    <a:pt x="47154" y="50456"/>
                  </a:lnTo>
                  <a:lnTo>
                    <a:pt x="47639" y="47899"/>
                  </a:lnTo>
                  <a:lnTo>
                    <a:pt x="48060" y="46871"/>
                  </a:lnTo>
                  <a:lnTo>
                    <a:pt x="48681" y="46680"/>
                  </a:lnTo>
                  <a:lnTo>
                    <a:pt x="49016" y="46337"/>
                  </a:lnTo>
                  <a:lnTo>
                    <a:pt x="49120" y="45879"/>
                  </a:lnTo>
                  <a:lnTo>
                    <a:pt x="48706" y="45308"/>
                  </a:lnTo>
                  <a:lnTo>
                    <a:pt x="48525" y="44582"/>
                  </a:lnTo>
                  <a:lnTo>
                    <a:pt x="48344" y="43554"/>
                  </a:lnTo>
                  <a:lnTo>
                    <a:pt x="47769" y="43192"/>
                  </a:lnTo>
                  <a:lnTo>
                    <a:pt x="47438" y="42333"/>
                  </a:lnTo>
                  <a:lnTo>
                    <a:pt x="47438" y="41074"/>
                  </a:lnTo>
                  <a:lnTo>
                    <a:pt x="47956" y="39434"/>
                  </a:lnTo>
                  <a:lnTo>
                    <a:pt x="48525" y="38976"/>
                  </a:lnTo>
                  <a:lnTo>
                    <a:pt x="48758" y="38253"/>
                  </a:lnTo>
                  <a:lnTo>
                    <a:pt x="49368" y="37585"/>
                  </a:lnTo>
                  <a:lnTo>
                    <a:pt x="49922" y="37070"/>
                  </a:lnTo>
                  <a:lnTo>
                    <a:pt x="50387" y="36117"/>
                  </a:lnTo>
                  <a:lnTo>
                    <a:pt x="52307" y="34950"/>
                  </a:lnTo>
                  <a:lnTo>
                    <a:pt x="53832" y="34044"/>
                  </a:lnTo>
                  <a:lnTo>
                    <a:pt x="56807" y="32308"/>
                  </a:lnTo>
                  <a:lnTo>
                    <a:pt x="58846" y="31121"/>
                  </a:lnTo>
                  <a:lnTo>
                    <a:pt x="59041" y="30298"/>
                  </a:lnTo>
                  <a:lnTo>
                    <a:pt x="59197" y="29738"/>
                  </a:lnTo>
                  <a:lnTo>
                    <a:pt x="60143" y="25544"/>
                  </a:lnTo>
                  <a:lnTo>
                    <a:pt x="61367" y="20120"/>
                  </a:lnTo>
                  <a:lnTo>
                    <a:pt x="62133" y="16721"/>
                  </a:lnTo>
                  <a:lnTo>
                    <a:pt x="60373" y="14214"/>
                  </a:lnTo>
                  <a:lnTo>
                    <a:pt x="60684" y="13547"/>
                  </a:lnTo>
                  <a:lnTo>
                    <a:pt x="61692" y="11832"/>
                  </a:lnTo>
                  <a:lnTo>
                    <a:pt x="61899" y="10456"/>
                  </a:lnTo>
                  <a:lnTo>
                    <a:pt x="62300" y="9865"/>
                  </a:lnTo>
                  <a:lnTo>
                    <a:pt x="64106" y="8468"/>
                  </a:lnTo>
                  <a:lnTo>
                    <a:pt x="64416" y="7539"/>
                  </a:lnTo>
                  <a:lnTo>
                    <a:pt x="64575" y="6510"/>
                  </a:lnTo>
                  <a:lnTo>
                    <a:pt x="64944" y="5771"/>
                  </a:lnTo>
                  <a:lnTo>
                    <a:pt x="65631" y="5618"/>
                  </a:lnTo>
                  <a:lnTo>
                    <a:pt x="66881" y="4963"/>
                  </a:lnTo>
                  <a:lnTo>
                    <a:pt x="68222" y="4340"/>
                  </a:lnTo>
                  <a:lnTo>
                    <a:pt x="68626" y="3495"/>
                  </a:lnTo>
                  <a:lnTo>
                    <a:pt x="69008" y="2021"/>
                  </a:lnTo>
                  <a:lnTo>
                    <a:pt x="69334" y="389"/>
                  </a:lnTo>
                  <a:lnTo>
                    <a:pt x="69594" y="0"/>
                  </a:lnTo>
                  <a:lnTo>
                    <a:pt x="70025" y="43"/>
                  </a:lnTo>
                  <a:lnTo>
                    <a:pt x="70744" y="453"/>
                  </a:lnTo>
                  <a:lnTo>
                    <a:pt x="71123" y="1073"/>
                  </a:lnTo>
                  <a:lnTo>
                    <a:pt x="73000" y="3029"/>
                  </a:lnTo>
                  <a:lnTo>
                    <a:pt x="73843" y="4143"/>
                  </a:lnTo>
                  <a:lnTo>
                    <a:pt x="74646" y="4291"/>
                  </a:lnTo>
                  <a:lnTo>
                    <a:pt x="76230" y="4072"/>
                  </a:lnTo>
                  <a:lnTo>
                    <a:pt x="76551" y="4123"/>
                  </a:lnTo>
                  <a:lnTo>
                    <a:pt x="80591" y="4187"/>
                  </a:lnTo>
                  <a:lnTo>
                    <a:pt x="81208" y="4283"/>
                  </a:lnTo>
                  <a:lnTo>
                    <a:pt x="82623" y="4761"/>
                  </a:lnTo>
                  <a:lnTo>
                    <a:pt x="83421" y="5143"/>
                  </a:lnTo>
                  <a:lnTo>
                    <a:pt x="83975" y="5342"/>
                  </a:lnTo>
                  <a:lnTo>
                    <a:pt x="84870" y="5945"/>
                  </a:lnTo>
                  <a:lnTo>
                    <a:pt x="85645" y="7936"/>
                  </a:lnTo>
                  <a:lnTo>
                    <a:pt x="86079" y="9523"/>
                  </a:lnTo>
                  <a:lnTo>
                    <a:pt x="86384" y="10918"/>
                  </a:lnTo>
                  <a:lnTo>
                    <a:pt x="87061" y="13368"/>
                  </a:lnTo>
                  <a:lnTo>
                    <a:pt x="87521" y="14297"/>
                  </a:lnTo>
                  <a:lnTo>
                    <a:pt x="87686" y="13847"/>
                  </a:lnTo>
                  <a:lnTo>
                    <a:pt x="88078" y="11169"/>
                  </a:lnTo>
                  <a:lnTo>
                    <a:pt x="88621" y="9606"/>
                  </a:lnTo>
                  <a:lnTo>
                    <a:pt x="89351" y="7856"/>
                  </a:lnTo>
                  <a:lnTo>
                    <a:pt x="90825" y="3766"/>
                  </a:lnTo>
                  <a:lnTo>
                    <a:pt x="91340" y="3153"/>
                  </a:lnTo>
                  <a:lnTo>
                    <a:pt x="91913" y="2854"/>
                  </a:lnTo>
                  <a:lnTo>
                    <a:pt x="92314" y="2830"/>
                  </a:lnTo>
                  <a:lnTo>
                    <a:pt x="92722" y="3134"/>
                  </a:lnTo>
                  <a:lnTo>
                    <a:pt x="93277" y="3138"/>
                  </a:lnTo>
                  <a:lnTo>
                    <a:pt x="93670" y="2814"/>
                  </a:lnTo>
                  <a:lnTo>
                    <a:pt x="97532" y="2762"/>
                  </a:lnTo>
                  <a:lnTo>
                    <a:pt x="101627" y="2741"/>
                  </a:lnTo>
                  <a:lnTo>
                    <a:pt x="101809" y="3446"/>
                  </a:lnTo>
                  <a:lnTo>
                    <a:pt x="102476" y="4983"/>
                  </a:lnTo>
                  <a:lnTo>
                    <a:pt x="103226" y="579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4452833" y="1851364"/>
              <a:ext cx="789" cy="910"/>
            </a:xfrm>
            <a:custGeom>
              <a:avLst/>
              <a:pathLst>
                <a:path w="789" h="910">
                  <a:moveTo>
                    <a:pt x="695" y="680"/>
                  </a:moveTo>
                  <a:lnTo>
                    <a:pt x="336" y="910"/>
                  </a:lnTo>
                  <a:lnTo>
                    <a:pt x="0" y="807"/>
                  </a:lnTo>
                  <a:lnTo>
                    <a:pt x="0" y="230"/>
                  </a:lnTo>
                  <a:lnTo>
                    <a:pt x="242" y="0"/>
                  </a:lnTo>
                  <a:lnTo>
                    <a:pt x="523" y="11"/>
                  </a:lnTo>
                  <a:lnTo>
                    <a:pt x="789" y="21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4433539" y="1842631"/>
              <a:ext cx="29757" cy="33780"/>
            </a:xfrm>
            <a:custGeom>
              <a:avLst/>
              <a:pathLst>
                <a:path w="29757" h="33780">
                  <a:moveTo>
                    <a:pt x="28866" y="33255"/>
                  </a:moveTo>
                  <a:lnTo>
                    <a:pt x="27231" y="33172"/>
                  </a:lnTo>
                  <a:lnTo>
                    <a:pt x="25834" y="33780"/>
                  </a:lnTo>
                  <a:lnTo>
                    <a:pt x="25307" y="33658"/>
                  </a:lnTo>
                  <a:lnTo>
                    <a:pt x="24957" y="32583"/>
                  </a:lnTo>
                  <a:lnTo>
                    <a:pt x="24659" y="31709"/>
                  </a:lnTo>
                  <a:lnTo>
                    <a:pt x="23769" y="29469"/>
                  </a:lnTo>
                  <a:lnTo>
                    <a:pt x="24011" y="28552"/>
                  </a:lnTo>
                  <a:lnTo>
                    <a:pt x="23515" y="28021"/>
                  </a:lnTo>
                  <a:lnTo>
                    <a:pt x="22319" y="27069"/>
                  </a:lnTo>
                  <a:lnTo>
                    <a:pt x="22013" y="26675"/>
                  </a:lnTo>
                  <a:lnTo>
                    <a:pt x="22183" y="26134"/>
                  </a:lnTo>
                  <a:lnTo>
                    <a:pt x="22299" y="25145"/>
                  </a:lnTo>
                  <a:lnTo>
                    <a:pt x="22185" y="24344"/>
                  </a:lnTo>
                  <a:lnTo>
                    <a:pt x="21864" y="24102"/>
                  </a:lnTo>
                  <a:lnTo>
                    <a:pt x="21267" y="24086"/>
                  </a:lnTo>
                  <a:lnTo>
                    <a:pt x="20542" y="24285"/>
                  </a:lnTo>
                  <a:lnTo>
                    <a:pt x="19086" y="25057"/>
                  </a:lnTo>
                  <a:lnTo>
                    <a:pt x="18074" y="24563"/>
                  </a:lnTo>
                  <a:lnTo>
                    <a:pt x="17491" y="24065"/>
                  </a:lnTo>
                  <a:lnTo>
                    <a:pt x="17153" y="23648"/>
                  </a:lnTo>
                  <a:lnTo>
                    <a:pt x="16396" y="23995"/>
                  </a:lnTo>
                  <a:lnTo>
                    <a:pt x="16209" y="23827"/>
                  </a:lnTo>
                  <a:lnTo>
                    <a:pt x="16170" y="22796"/>
                  </a:lnTo>
                  <a:lnTo>
                    <a:pt x="15942" y="22241"/>
                  </a:lnTo>
                  <a:lnTo>
                    <a:pt x="15487" y="21593"/>
                  </a:lnTo>
                  <a:lnTo>
                    <a:pt x="15063" y="21282"/>
                  </a:lnTo>
                  <a:lnTo>
                    <a:pt x="13507" y="21923"/>
                  </a:lnTo>
                  <a:lnTo>
                    <a:pt x="12571" y="22141"/>
                  </a:lnTo>
                  <a:lnTo>
                    <a:pt x="12245" y="21542"/>
                  </a:lnTo>
                  <a:lnTo>
                    <a:pt x="10605" y="19574"/>
                  </a:lnTo>
                  <a:lnTo>
                    <a:pt x="9083" y="18065"/>
                  </a:lnTo>
                  <a:lnTo>
                    <a:pt x="8039" y="17442"/>
                  </a:lnTo>
                  <a:lnTo>
                    <a:pt x="6987" y="17507"/>
                  </a:lnTo>
                  <a:lnTo>
                    <a:pt x="5354" y="17809"/>
                  </a:lnTo>
                  <a:lnTo>
                    <a:pt x="4754" y="17683"/>
                  </a:lnTo>
                  <a:lnTo>
                    <a:pt x="3332" y="17026"/>
                  </a:lnTo>
                  <a:lnTo>
                    <a:pt x="2145" y="16243"/>
                  </a:lnTo>
                  <a:lnTo>
                    <a:pt x="2306" y="15918"/>
                  </a:lnTo>
                  <a:lnTo>
                    <a:pt x="2558" y="15683"/>
                  </a:lnTo>
                  <a:lnTo>
                    <a:pt x="2258" y="14668"/>
                  </a:lnTo>
                  <a:lnTo>
                    <a:pt x="1598" y="13032"/>
                  </a:lnTo>
                  <a:lnTo>
                    <a:pt x="1668" y="12520"/>
                  </a:lnTo>
                  <a:lnTo>
                    <a:pt x="1459" y="11812"/>
                  </a:lnTo>
                  <a:lnTo>
                    <a:pt x="1228" y="11278"/>
                  </a:lnTo>
                  <a:lnTo>
                    <a:pt x="2161" y="9999"/>
                  </a:lnTo>
                  <a:lnTo>
                    <a:pt x="2586" y="8971"/>
                  </a:lnTo>
                  <a:lnTo>
                    <a:pt x="2679" y="7970"/>
                  </a:lnTo>
                  <a:lnTo>
                    <a:pt x="2431" y="6929"/>
                  </a:lnTo>
                  <a:lnTo>
                    <a:pt x="1818" y="5048"/>
                  </a:lnTo>
                  <a:lnTo>
                    <a:pt x="1440" y="4501"/>
                  </a:lnTo>
                  <a:lnTo>
                    <a:pt x="738" y="3990"/>
                  </a:lnTo>
                  <a:lnTo>
                    <a:pt x="149" y="3155"/>
                  </a:lnTo>
                  <a:lnTo>
                    <a:pt x="0" y="2564"/>
                  </a:lnTo>
                  <a:lnTo>
                    <a:pt x="497" y="2446"/>
                  </a:lnTo>
                  <a:lnTo>
                    <a:pt x="1944" y="2431"/>
                  </a:lnTo>
                  <a:lnTo>
                    <a:pt x="3346" y="2229"/>
                  </a:lnTo>
                  <a:lnTo>
                    <a:pt x="4443" y="1840"/>
                  </a:lnTo>
                  <a:lnTo>
                    <a:pt x="6034" y="1512"/>
                  </a:lnTo>
                  <a:lnTo>
                    <a:pt x="6689" y="1221"/>
                  </a:lnTo>
                  <a:lnTo>
                    <a:pt x="7454" y="1082"/>
                  </a:lnTo>
                  <a:lnTo>
                    <a:pt x="9778" y="1394"/>
                  </a:lnTo>
                  <a:lnTo>
                    <a:pt x="10647" y="1154"/>
                  </a:lnTo>
                  <a:lnTo>
                    <a:pt x="13331" y="987"/>
                  </a:lnTo>
                  <a:lnTo>
                    <a:pt x="12975" y="591"/>
                  </a:lnTo>
                  <a:lnTo>
                    <a:pt x="12979" y="440"/>
                  </a:lnTo>
                  <a:lnTo>
                    <a:pt x="14535" y="187"/>
                  </a:lnTo>
                  <a:lnTo>
                    <a:pt x="14776" y="0"/>
                  </a:lnTo>
                  <a:lnTo>
                    <a:pt x="14981" y="631"/>
                  </a:lnTo>
                  <a:lnTo>
                    <a:pt x="15565" y="1332"/>
                  </a:lnTo>
                  <a:lnTo>
                    <a:pt x="16205" y="1615"/>
                  </a:lnTo>
                  <a:lnTo>
                    <a:pt x="16548" y="2002"/>
                  </a:lnTo>
                  <a:lnTo>
                    <a:pt x="16563" y="2295"/>
                  </a:lnTo>
                  <a:lnTo>
                    <a:pt x="15432" y="2651"/>
                  </a:lnTo>
                  <a:lnTo>
                    <a:pt x="15356" y="2829"/>
                  </a:lnTo>
                  <a:lnTo>
                    <a:pt x="15431" y="3004"/>
                  </a:lnTo>
                  <a:lnTo>
                    <a:pt x="15767" y="3091"/>
                  </a:lnTo>
                  <a:lnTo>
                    <a:pt x="17350" y="3971"/>
                  </a:lnTo>
                  <a:lnTo>
                    <a:pt x="18254" y="3990"/>
                  </a:lnTo>
                  <a:lnTo>
                    <a:pt x="18729" y="4257"/>
                  </a:lnTo>
                  <a:lnTo>
                    <a:pt x="18966" y="4783"/>
                  </a:lnTo>
                  <a:lnTo>
                    <a:pt x="19721" y="5498"/>
                  </a:lnTo>
                  <a:lnTo>
                    <a:pt x="20322" y="6193"/>
                  </a:lnTo>
                  <a:lnTo>
                    <a:pt x="20359" y="6433"/>
                  </a:lnTo>
                  <a:lnTo>
                    <a:pt x="20245" y="6785"/>
                  </a:lnTo>
                  <a:lnTo>
                    <a:pt x="18561" y="8143"/>
                  </a:lnTo>
                  <a:lnTo>
                    <a:pt x="18348" y="8611"/>
                  </a:lnTo>
                  <a:lnTo>
                    <a:pt x="18322" y="9106"/>
                  </a:lnTo>
                  <a:lnTo>
                    <a:pt x="19062" y="10580"/>
                  </a:lnTo>
                  <a:lnTo>
                    <a:pt x="20152" y="12192"/>
                  </a:lnTo>
                  <a:lnTo>
                    <a:pt x="21724" y="13415"/>
                  </a:lnTo>
                  <a:lnTo>
                    <a:pt x="23890" y="14745"/>
                  </a:lnTo>
                  <a:lnTo>
                    <a:pt x="23918" y="15568"/>
                  </a:lnTo>
                  <a:lnTo>
                    <a:pt x="23574" y="16546"/>
                  </a:lnTo>
                  <a:lnTo>
                    <a:pt x="23279" y="17210"/>
                  </a:lnTo>
                  <a:lnTo>
                    <a:pt x="23145" y="17659"/>
                  </a:lnTo>
                  <a:lnTo>
                    <a:pt x="22882" y="17848"/>
                  </a:lnTo>
                  <a:lnTo>
                    <a:pt x="20726" y="17808"/>
                  </a:lnTo>
                  <a:lnTo>
                    <a:pt x="20402" y="17966"/>
                  </a:lnTo>
                  <a:lnTo>
                    <a:pt x="20260" y="18159"/>
                  </a:lnTo>
                  <a:lnTo>
                    <a:pt x="20249" y="18319"/>
                  </a:lnTo>
                  <a:lnTo>
                    <a:pt x="21025" y="18617"/>
                  </a:lnTo>
                  <a:lnTo>
                    <a:pt x="22234" y="19664"/>
                  </a:lnTo>
                  <a:lnTo>
                    <a:pt x="22930" y="20679"/>
                  </a:lnTo>
                  <a:lnTo>
                    <a:pt x="23656" y="21122"/>
                  </a:lnTo>
                  <a:lnTo>
                    <a:pt x="24469" y="21931"/>
                  </a:lnTo>
                  <a:lnTo>
                    <a:pt x="25121" y="22686"/>
                  </a:lnTo>
                  <a:lnTo>
                    <a:pt x="26136" y="23662"/>
                  </a:lnTo>
                  <a:lnTo>
                    <a:pt x="27268" y="23342"/>
                  </a:lnTo>
                  <a:lnTo>
                    <a:pt x="28779" y="24210"/>
                  </a:lnTo>
                  <a:lnTo>
                    <a:pt x="28842" y="24801"/>
                  </a:lnTo>
                  <a:lnTo>
                    <a:pt x="28748" y="25327"/>
                  </a:lnTo>
                  <a:lnTo>
                    <a:pt x="27797" y="25902"/>
                  </a:lnTo>
                  <a:lnTo>
                    <a:pt x="27679" y="26140"/>
                  </a:lnTo>
                  <a:lnTo>
                    <a:pt x="27680" y="26340"/>
                  </a:lnTo>
                  <a:lnTo>
                    <a:pt x="27804" y="26622"/>
                  </a:lnTo>
                  <a:lnTo>
                    <a:pt x="28362" y="27092"/>
                  </a:lnTo>
                  <a:lnTo>
                    <a:pt x="29018" y="27790"/>
                  </a:lnTo>
                  <a:lnTo>
                    <a:pt x="29757" y="28834"/>
                  </a:lnTo>
                  <a:lnTo>
                    <a:pt x="29428" y="29144"/>
                  </a:lnTo>
                  <a:lnTo>
                    <a:pt x="28739" y="29189"/>
                  </a:lnTo>
                  <a:lnTo>
                    <a:pt x="28201" y="29061"/>
                  </a:lnTo>
                  <a:lnTo>
                    <a:pt x="28011" y="29273"/>
                  </a:lnTo>
                  <a:lnTo>
                    <a:pt x="28022" y="29615"/>
                  </a:lnTo>
                  <a:lnTo>
                    <a:pt x="28722" y="30407"/>
                  </a:lnTo>
                  <a:lnTo>
                    <a:pt x="28859" y="30985"/>
                  </a:lnTo>
                  <a:lnTo>
                    <a:pt x="28829" y="3198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4447914" y="1845496"/>
              <a:ext cx="660" cy="973"/>
            </a:xfrm>
            <a:custGeom>
              <a:avLst/>
              <a:pathLst>
                <a:path w="660" h="973">
                  <a:moveTo>
                    <a:pt x="96" y="813"/>
                  </a:moveTo>
                  <a:lnTo>
                    <a:pt x="408" y="973"/>
                  </a:lnTo>
                  <a:lnTo>
                    <a:pt x="612" y="813"/>
                  </a:lnTo>
                  <a:lnTo>
                    <a:pt x="660" y="442"/>
                  </a:lnTo>
                  <a:lnTo>
                    <a:pt x="588" y="106"/>
                  </a:lnTo>
                  <a:lnTo>
                    <a:pt x="335" y="0"/>
                  </a:lnTo>
                  <a:lnTo>
                    <a:pt x="24" y="88"/>
                  </a:lnTo>
                  <a:lnTo>
                    <a:pt x="0" y="45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2406468" y="2617413"/>
              <a:ext cx="2387" cy="1427"/>
            </a:xfrm>
            <a:custGeom>
              <a:avLst/>
              <a:pathLst>
                <a:path w="2387" h="1427">
                  <a:moveTo>
                    <a:pt x="891" y="1307"/>
                  </a:moveTo>
                  <a:lnTo>
                    <a:pt x="485" y="1427"/>
                  </a:lnTo>
                  <a:lnTo>
                    <a:pt x="0" y="762"/>
                  </a:lnTo>
                  <a:lnTo>
                    <a:pt x="942" y="258"/>
                  </a:lnTo>
                  <a:lnTo>
                    <a:pt x="1242" y="0"/>
                  </a:lnTo>
                  <a:lnTo>
                    <a:pt x="2387" y="130"/>
                  </a:lnTo>
                  <a:lnTo>
                    <a:pt x="1703" y="34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2472926" y="3574032"/>
              <a:ext cx="20442" cy="4172"/>
            </a:xfrm>
            <a:custGeom>
              <a:avLst/>
              <a:pathLst>
                <a:path w="20442" h="4172">
                  <a:moveTo>
                    <a:pt x="17049" y="3850"/>
                  </a:moveTo>
                  <a:lnTo>
                    <a:pt x="14106" y="4172"/>
                  </a:lnTo>
                  <a:lnTo>
                    <a:pt x="7089" y="3544"/>
                  </a:lnTo>
                  <a:lnTo>
                    <a:pt x="5239" y="3026"/>
                  </a:lnTo>
                  <a:lnTo>
                    <a:pt x="4234" y="2495"/>
                  </a:lnTo>
                  <a:lnTo>
                    <a:pt x="2306" y="2022"/>
                  </a:lnTo>
                  <a:lnTo>
                    <a:pt x="1837" y="1755"/>
                  </a:lnTo>
                  <a:lnTo>
                    <a:pt x="1832" y="1180"/>
                  </a:lnTo>
                  <a:lnTo>
                    <a:pt x="1529" y="830"/>
                  </a:lnTo>
                  <a:lnTo>
                    <a:pt x="870" y="510"/>
                  </a:lnTo>
                  <a:lnTo>
                    <a:pt x="573" y="197"/>
                  </a:lnTo>
                  <a:lnTo>
                    <a:pt x="0" y="0"/>
                  </a:lnTo>
                  <a:lnTo>
                    <a:pt x="9436" y="309"/>
                  </a:lnTo>
                  <a:lnTo>
                    <a:pt x="13106" y="788"/>
                  </a:lnTo>
                  <a:lnTo>
                    <a:pt x="13776" y="1116"/>
                  </a:lnTo>
                  <a:lnTo>
                    <a:pt x="20442" y="2570"/>
                  </a:lnTo>
                  <a:lnTo>
                    <a:pt x="18616" y="278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2518406" y="3559200"/>
              <a:ext cx="10919" cy="4640"/>
            </a:xfrm>
            <a:custGeom>
              <a:avLst/>
              <a:pathLst>
                <a:path w="10919" h="4640">
                  <a:moveTo>
                    <a:pt x="9472" y="4542"/>
                  </a:moveTo>
                  <a:lnTo>
                    <a:pt x="8633" y="4640"/>
                  </a:lnTo>
                  <a:lnTo>
                    <a:pt x="7896" y="3894"/>
                  </a:lnTo>
                  <a:lnTo>
                    <a:pt x="4194" y="2364"/>
                  </a:lnTo>
                  <a:lnTo>
                    <a:pt x="2039" y="1341"/>
                  </a:lnTo>
                  <a:lnTo>
                    <a:pt x="590" y="548"/>
                  </a:lnTo>
                  <a:lnTo>
                    <a:pt x="0" y="0"/>
                  </a:lnTo>
                  <a:lnTo>
                    <a:pt x="709" y="6"/>
                  </a:lnTo>
                  <a:lnTo>
                    <a:pt x="6073" y="1690"/>
                  </a:lnTo>
                  <a:lnTo>
                    <a:pt x="6886" y="2342"/>
                  </a:lnTo>
                  <a:lnTo>
                    <a:pt x="10919" y="350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2471457" y="3552256"/>
              <a:ext cx="32962" cy="4413"/>
            </a:xfrm>
            <a:custGeom>
              <a:avLst/>
              <a:pathLst>
                <a:path w="32962" h="4413">
                  <a:moveTo>
                    <a:pt x="32962" y="4296"/>
                  </a:moveTo>
                  <a:lnTo>
                    <a:pt x="31979" y="4413"/>
                  </a:lnTo>
                  <a:lnTo>
                    <a:pt x="6604" y="2803"/>
                  </a:lnTo>
                  <a:lnTo>
                    <a:pt x="1751" y="2278"/>
                  </a:lnTo>
                  <a:lnTo>
                    <a:pt x="577" y="1983"/>
                  </a:lnTo>
                  <a:lnTo>
                    <a:pt x="113" y="1710"/>
                  </a:lnTo>
                  <a:lnTo>
                    <a:pt x="0" y="1526"/>
                  </a:lnTo>
                  <a:lnTo>
                    <a:pt x="200" y="986"/>
                  </a:lnTo>
                  <a:lnTo>
                    <a:pt x="777" y="593"/>
                  </a:lnTo>
                  <a:lnTo>
                    <a:pt x="7101" y="0"/>
                  </a:lnTo>
                  <a:lnTo>
                    <a:pt x="14141" y="444"/>
                  </a:lnTo>
                  <a:lnTo>
                    <a:pt x="22636" y="1607"/>
                  </a:lnTo>
                  <a:lnTo>
                    <a:pt x="28508" y="2539"/>
                  </a:lnTo>
                  <a:lnTo>
                    <a:pt x="31545" y="3356"/>
                  </a:lnTo>
                  <a:lnTo>
                    <a:pt x="32789" y="398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2549036" y="3531113"/>
              <a:ext cx="17225" cy="3773"/>
            </a:xfrm>
            <a:custGeom>
              <a:avLst/>
              <a:pathLst>
                <a:path w="17225" h="3773">
                  <a:moveTo>
                    <a:pt x="17225" y="3734"/>
                  </a:moveTo>
                  <a:lnTo>
                    <a:pt x="15488" y="3773"/>
                  </a:lnTo>
                  <a:lnTo>
                    <a:pt x="13267" y="3634"/>
                  </a:lnTo>
                  <a:lnTo>
                    <a:pt x="11558" y="3277"/>
                  </a:lnTo>
                  <a:lnTo>
                    <a:pt x="7658" y="2800"/>
                  </a:lnTo>
                  <a:lnTo>
                    <a:pt x="6683" y="1872"/>
                  </a:lnTo>
                  <a:lnTo>
                    <a:pt x="2136" y="1129"/>
                  </a:lnTo>
                  <a:lnTo>
                    <a:pt x="0" y="893"/>
                  </a:lnTo>
                  <a:lnTo>
                    <a:pt x="727" y="0"/>
                  </a:lnTo>
                  <a:lnTo>
                    <a:pt x="5571" y="1187"/>
                  </a:lnTo>
                  <a:lnTo>
                    <a:pt x="11504" y="2371"/>
                  </a:lnTo>
                  <a:lnTo>
                    <a:pt x="16327" y="309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3390858" y="3530771"/>
              <a:ext cx="70477" cy="16836"/>
            </a:xfrm>
            <a:custGeom>
              <a:avLst/>
              <a:pathLst>
                <a:path w="70477" h="16836">
                  <a:moveTo>
                    <a:pt x="66577" y="8412"/>
                  </a:moveTo>
                  <a:lnTo>
                    <a:pt x="66201" y="11396"/>
                  </a:lnTo>
                  <a:lnTo>
                    <a:pt x="66223" y="12769"/>
                  </a:lnTo>
                  <a:lnTo>
                    <a:pt x="65711" y="13840"/>
                  </a:lnTo>
                  <a:lnTo>
                    <a:pt x="64757" y="14412"/>
                  </a:lnTo>
                  <a:lnTo>
                    <a:pt x="62881" y="15338"/>
                  </a:lnTo>
                  <a:lnTo>
                    <a:pt x="61522" y="15905"/>
                  </a:lnTo>
                  <a:lnTo>
                    <a:pt x="58546" y="16836"/>
                  </a:lnTo>
                  <a:lnTo>
                    <a:pt x="44917" y="16012"/>
                  </a:lnTo>
                  <a:lnTo>
                    <a:pt x="38795" y="15248"/>
                  </a:lnTo>
                  <a:lnTo>
                    <a:pt x="36242" y="14293"/>
                  </a:lnTo>
                  <a:lnTo>
                    <a:pt x="35809" y="13857"/>
                  </a:lnTo>
                  <a:lnTo>
                    <a:pt x="35039" y="12363"/>
                  </a:lnTo>
                  <a:lnTo>
                    <a:pt x="34315" y="11908"/>
                  </a:lnTo>
                  <a:lnTo>
                    <a:pt x="28914" y="12217"/>
                  </a:lnTo>
                  <a:lnTo>
                    <a:pt x="25601" y="12683"/>
                  </a:lnTo>
                  <a:lnTo>
                    <a:pt x="25020" y="12927"/>
                  </a:lnTo>
                  <a:lnTo>
                    <a:pt x="24136" y="13849"/>
                  </a:lnTo>
                  <a:lnTo>
                    <a:pt x="23679" y="14052"/>
                  </a:lnTo>
                  <a:lnTo>
                    <a:pt x="14837" y="12084"/>
                  </a:lnTo>
                  <a:lnTo>
                    <a:pt x="5557" y="9777"/>
                  </a:lnTo>
                  <a:lnTo>
                    <a:pt x="1700" y="8600"/>
                  </a:lnTo>
                  <a:lnTo>
                    <a:pt x="355" y="8055"/>
                  </a:lnTo>
                  <a:lnTo>
                    <a:pt x="0" y="7710"/>
                  </a:lnTo>
                  <a:lnTo>
                    <a:pt x="851" y="7244"/>
                  </a:lnTo>
                  <a:lnTo>
                    <a:pt x="1728" y="6939"/>
                  </a:lnTo>
                  <a:lnTo>
                    <a:pt x="2729" y="6742"/>
                  </a:lnTo>
                  <a:lnTo>
                    <a:pt x="3729" y="6712"/>
                  </a:lnTo>
                  <a:lnTo>
                    <a:pt x="4497" y="6886"/>
                  </a:lnTo>
                  <a:lnTo>
                    <a:pt x="5239" y="7213"/>
                  </a:lnTo>
                  <a:lnTo>
                    <a:pt x="5709" y="8440"/>
                  </a:lnTo>
                  <a:lnTo>
                    <a:pt x="6203" y="8650"/>
                  </a:lnTo>
                  <a:lnTo>
                    <a:pt x="7484" y="8974"/>
                  </a:lnTo>
                  <a:lnTo>
                    <a:pt x="40230" y="8819"/>
                  </a:lnTo>
                  <a:lnTo>
                    <a:pt x="42945" y="8754"/>
                  </a:lnTo>
                  <a:lnTo>
                    <a:pt x="48608" y="8412"/>
                  </a:lnTo>
                  <a:lnTo>
                    <a:pt x="51639" y="7887"/>
                  </a:lnTo>
                  <a:lnTo>
                    <a:pt x="52764" y="7191"/>
                  </a:lnTo>
                  <a:lnTo>
                    <a:pt x="50013" y="7013"/>
                  </a:lnTo>
                  <a:lnTo>
                    <a:pt x="48947" y="6483"/>
                  </a:lnTo>
                  <a:lnTo>
                    <a:pt x="48030" y="5486"/>
                  </a:lnTo>
                  <a:lnTo>
                    <a:pt x="47817" y="4579"/>
                  </a:lnTo>
                  <a:lnTo>
                    <a:pt x="48126" y="3887"/>
                  </a:lnTo>
                  <a:lnTo>
                    <a:pt x="51739" y="3553"/>
                  </a:lnTo>
                  <a:lnTo>
                    <a:pt x="52270" y="3309"/>
                  </a:lnTo>
                  <a:lnTo>
                    <a:pt x="51323" y="2922"/>
                  </a:lnTo>
                  <a:lnTo>
                    <a:pt x="51353" y="2033"/>
                  </a:lnTo>
                  <a:lnTo>
                    <a:pt x="53511" y="1690"/>
                  </a:lnTo>
                  <a:lnTo>
                    <a:pt x="54350" y="946"/>
                  </a:lnTo>
                  <a:lnTo>
                    <a:pt x="58584" y="0"/>
                  </a:lnTo>
                  <a:lnTo>
                    <a:pt x="65258" y="501"/>
                  </a:lnTo>
                  <a:lnTo>
                    <a:pt x="66838" y="1872"/>
                  </a:lnTo>
                  <a:lnTo>
                    <a:pt x="66402" y="2747"/>
                  </a:lnTo>
                  <a:lnTo>
                    <a:pt x="66088" y="3627"/>
                  </a:lnTo>
                  <a:lnTo>
                    <a:pt x="66068" y="5020"/>
                  </a:lnTo>
                  <a:lnTo>
                    <a:pt x="68808" y="5216"/>
                  </a:lnTo>
                  <a:lnTo>
                    <a:pt x="69663" y="5716"/>
                  </a:lnTo>
                  <a:lnTo>
                    <a:pt x="70477" y="6348"/>
                  </a:lnTo>
                  <a:lnTo>
                    <a:pt x="69485" y="6369"/>
                  </a:lnTo>
                  <a:lnTo>
                    <a:pt x="68506" y="6513"/>
                  </a:lnTo>
                  <a:lnTo>
                    <a:pt x="67727" y="7175"/>
                  </a:lnTo>
                  <a:lnTo>
                    <a:pt x="67056" y="801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3719819" y="3529282"/>
              <a:ext cx="22571" cy="5252"/>
            </a:xfrm>
            <a:custGeom>
              <a:avLst/>
              <a:pathLst>
                <a:path w="22571" h="5252">
                  <a:moveTo>
                    <a:pt x="8339" y="2289"/>
                  </a:moveTo>
                  <a:lnTo>
                    <a:pt x="9604" y="2568"/>
                  </a:lnTo>
                  <a:lnTo>
                    <a:pt x="10969" y="1910"/>
                  </a:lnTo>
                  <a:lnTo>
                    <a:pt x="10774" y="1277"/>
                  </a:lnTo>
                  <a:lnTo>
                    <a:pt x="11545" y="182"/>
                  </a:lnTo>
                  <a:lnTo>
                    <a:pt x="12678" y="1378"/>
                  </a:lnTo>
                  <a:lnTo>
                    <a:pt x="20145" y="2635"/>
                  </a:lnTo>
                  <a:lnTo>
                    <a:pt x="22571" y="3839"/>
                  </a:lnTo>
                  <a:lnTo>
                    <a:pt x="21566" y="4123"/>
                  </a:lnTo>
                  <a:lnTo>
                    <a:pt x="20815" y="4068"/>
                  </a:lnTo>
                  <a:lnTo>
                    <a:pt x="18649" y="4210"/>
                  </a:lnTo>
                  <a:lnTo>
                    <a:pt x="14930" y="5252"/>
                  </a:lnTo>
                  <a:lnTo>
                    <a:pt x="10935" y="4242"/>
                  </a:lnTo>
                  <a:lnTo>
                    <a:pt x="3841" y="3534"/>
                  </a:lnTo>
                  <a:lnTo>
                    <a:pt x="1666" y="3002"/>
                  </a:lnTo>
                  <a:lnTo>
                    <a:pt x="0" y="1368"/>
                  </a:lnTo>
                  <a:lnTo>
                    <a:pt x="3026" y="0"/>
                  </a:lnTo>
                  <a:lnTo>
                    <a:pt x="3740" y="14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3714303" y="3527826"/>
              <a:ext cx="6147" cy="2132"/>
            </a:xfrm>
            <a:custGeom>
              <a:avLst/>
              <a:pathLst>
                <a:path w="6147" h="2132">
                  <a:moveTo>
                    <a:pt x="2277" y="2004"/>
                  </a:moveTo>
                  <a:lnTo>
                    <a:pt x="646" y="2132"/>
                  </a:lnTo>
                  <a:lnTo>
                    <a:pt x="0" y="1791"/>
                  </a:lnTo>
                  <a:lnTo>
                    <a:pt x="779" y="870"/>
                  </a:lnTo>
                  <a:lnTo>
                    <a:pt x="1954" y="66"/>
                  </a:lnTo>
                  <a:lnTo>
                    <a:pt x="4098" y="0"/>
                  </a:lnTo>
                  <a:lnTo>
                    <a:pt x="6147" y="529"/>
                  </a:lnTo>
                  <a:lnTo>
                    <a:pt x="5927" y="1031"/>
                  </a:lnTo>
                  <a:lnTo>
                    <a:pt x="5506" y="107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3381042" y="3527805"/>
              <a:ext cx="21800" cy="7713"/>
            </a:xfrm>
            <a:custGeom>
              <a:avLst/>
              <a:pathLst>
                <a:path w="21800" h="7713">
                  <a:moveTo>
                    <a:pt x="15469" y="7663"/>
                  </a:moveTo>
                  <a:lnTo>
                    <a:pt x="14584" y="7713"/>
                  </a:lnTo>
                  <a:lnTo>
                    <a:pt x="14089" y="7624"/>
                  </a:lnTo>
                  <a:lnTo>
                    <a:pt x="13641" y="7334"/>
                  </a:lnTo>
                  <a:lnTo>
                    <a:pt x="13229" y="6205"/>
                  </a:lnTo>
                  <a:lnTo>
                    <a:pt x="8557" y="5306"/>
                  </a:lnTo>
                  <a:lnTo>
                    <a:pt x="8007" y="4801"/>
                  </a:lnTo>
                  <a:lnTo>
                    <a:pt x="7711" y="3695"/>
                  </a:lnTo>
                  <a:lnTo>
                    <a:pt x="6920" y="3255"/>
                  </a:lnTo>
                  <a:lnTo>
                    <a:pt x="847" y="1280"/>
                  </a:lnTo>
                  <a:lnTo>
                    <a:pt x="359" y="851"/>
                  </a:lnTo>
                  <a:lnTo>
                    <a:pt x="0" y="243"/>
                  </a:lnTo>
                  <a:lnTo>
                    <a:pt x="1142" y="0"/>
                  </a:lnTo>
                  <a:lnTo>
                    <a:pt x="3505" y="445"/>
                  </a:lnTo>
                  <a:lnTo>
                    <a:pt x="7850" y="561"/>
                  </a:lnTo>
                  <a:lnTo>
                    <a:pt x="8774" y="750"/>
                  </a:lnTo>
                  <a:lnTo>
                    <a:pt x="9683" y="1110"/>
                  </a:lnTo>
                  <a:lnTo>
                    <a:pt x="14522" y="1165"/>
                  </a:lnTo>
                  <a:lnTo>
                    <a:pt x="16978" y="1338"/>
                  </a:lnTo>
                  <a:lnTo>
                    <a:pt x="18339" y="2919"/>
                  </a:lnTo>
                  <a:lnTo>
                    <a:pt x="21092" y="3380"/>
                  </a:lnTo>
                  <a:lnTo>
                    <a:pt x="21468" y="4302"/>
                  </a:lnTo>
                  <a:lnTo>
                    <a:pt x="21800" y="5940"/>
                  </a:lnTo>
                  <a:lnTo>
                    <a:pt x="18067" y="7142"/>
                  </a:lnTo>
                  <a:lnTo>
                    <a:pt x="17212" y="733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3374039" y="3523421"/>
              <a:ext cx="14004" cy="4004"/>
            </a:xfrm>
            <a:custGeom>
              <a:avLst/>
              <a:pathLst>
                <a:path w="14004" h="4004">
                  <a:moveTo>
                    <a:pt x="12176" y="3327"/>
                  </a:moveTo>
                  <a:lnTo>
                    <a:pt x="10545" y="4004"/>
                  </a:lnTo>
                  <a:lnTo>
                    <a:pt x="3665" y="3688"/>
                  </a:lnTo>
                  <a:lnTo>
                    <a:pt x="1332" y="3485"/>
                  </a:lnTo>
                  <a:lnTo>
                    <a:pt x="0" y="3115"/>
                  </a:lnTo>
                  <a:lnTo>
                    <a:pt x="1198" y="1661"/>
                  </a:lnTo>
                  <a:lnTo>
                    <a:pt x="2124" y="1174"/>
                  </a:lnTo>
                  <a:lnTo>
                    <a:pt x="2988" y="988"/>
                  </a:lnTo>
                  <a:lnTo>
                    <a:pt x="4885" y="182"/>
                  </a:lnTo>
                  <a:lnTo>
                    <a:pt x="7897" y="0"/>
                  </a:lnTo>
                  <a:lnTo>
                    <a:pt x="10164" y="123"/>
                  </a:lnTo>
                  <a:lnTo>
                    <a:pt x="14004" y="758"/>
                  </a:lnTo>
                  <a:lnTo>
                    <a:pt x="13017" y="1359"/>
                  </a:lnTo>
                  <a:lnTo>
                    <a:pt x="12388" y="1584"/>
                  </a:lnTo>
                  <a:lnTo>
                    <a:pt x="11769" y="251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3676294" y="3521691"/>
              <a:ext cx="25228" cy="3725"/>
            </a:xfrm>
            <a:custGeom>
              <a:avLst/>
              <a:pathLst>
                <a:path w="25228" h="3725">
                  <a:moveTo>
                    <a:pt x="25228" y="3213"/>
                  </a:moveTo>
                  <a:lnTo>
                    <a:pt x="24132" y="3725"/>
                  </a:lnTo>
                  <a:lnTo>
                    <a:pt x="1130" y="2845"/>
                  </a:lnTo>
                  <a:lnTo>
                    <a:pt x="0" y="2687"/>
                  </a:lnTo>
                  <a:lnTo>
                    <a:pt x="329" y="1656"/>
                  </a:lnTo>
                  <a:lnTo>
                    <a:pt x="3434" y="1473"/>
                  </a:lnTo>
                  <a:lnTo>
                    <a:pt x="5229" y="1270"/>
                  </a:lnTo>
                  <a:lnTo>
                    <a:pt x="7668" y="821"/>
                  </a:lnTo>
                  <a:lnTo>
                    <a:pt x="9493" y="25"/>
                  </a:lnTo>
                  <a:lnTo>
                    <a:pt x="10086" y="0"/>
                  </a:lnTo>
                  <a:lnTo>
                    <a:pt x="20901" y="1853"/>
                  </a:lnTo>
                  <a:lnTo>
                    <a:pt x="24655" y="2628"/>
                  </a:lnTo>
                  <a:lnTo>
                    <a:pt x="25105" y="300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2468331" y="3516518"/>
              <a:ext cx="50000" cy="15696"/>
            </a:xfrm>
            <a:custGeom>
              <a:avLst/>
              <a:pathLst>
                <a:path w="50000" h="15696">
                  <a:moveTo>
                    <a:pt x="49467" y="15179"/>
                  </a:moveTo>
                  <a:lnTo>
                    <a:pt x="37649" y="15696"/>
                  </a:lnTo>
                  <a:lnTo>
                    <a:pt x="32875" y="15243"/>
                  </a:lnTo>
                  <a:lnTo>
                    <a:pt x="22858" y="13729"/>
                  </a:lnTo>
                  <a:lnTo>
                    <a:pt x="9123" y="10958"/>
                  </a:lnTo>
                  <a:lnTo>
                    <a:pt x="5385" y="10082"/>
                  </a:lnTo>
                  <a:lnTo>
                    <a:pt x="2939" y="9339"/>
                  </a:lnTo>
                  <a:lnTo>
                    <a:pt x="528" y="8391"/>
                  </a:lnTo>
                  <a:lnTo>
                    <a:pt x="0" y="7341"/>
                  </a:lnTo>
                  <a:lnTo>
                    <a:pt x="347" y="5837"/>
                  </a:lnTo>
                  <a:lnTo>
                    <a:pt x="776" y="4625"/>
                  </a:lnTo>
                  <a:lnTo>
                    <a:pt x="1476" y="3851"/>
                  </a:lnTo>
                  <a:lnTo>
                    <a:pt x="4418" y="2924"/>
                  </a:lnTo>
                  <a:lnTo>
                    <a:pt x="5878" y="1905"/>
                  </a:lnTo>
                  <a:lnTo>
                    <a:pt x="8858" y="847"/>
                  </a:lnTo>
                  <a:lnTo>
                    <a:pt x="9702" y="40"/>
                  </a:lnTo>
                  <a:lnTo>
                    <a:pt x="10950" y="0"/>
                  </a:lnTo>
                  <a:lnTo>
                    <a:pt x="13329" y="84"/>
                  </a:lnTo>
                  <a:lnTo>
                    <a:pt x="15705" y="316"/>
                  </a:lnTo>
                  <a:lnTo>
                    <a:pt x="17895" y="572"/>
                  </a:lnTo>
                  <a:lnTo>
                    <a:pt x="20065" y="1036"/>
                  </a:lnTo>
                  <a:lnTo>
                    <a:pt x="24963" y="2536"/>
                  </a:lnTo>
                  <a:lnTo>
                    <a:pt x="28365" y="4015"/>
                  </a:lnTo>
                  <a:lnTo>
                    <a:pt x="33275" y="5753"/>
                  </a:lnTo>
                  <a:lnTo>
                    <a:pt x="38146" y="7704"/>
                  </a:lnTo>
                  <a:lnTo>
                    <a:pt x="40852" y="8440"/>
                  </a:lnTo>
                  <a:lnTo>
                    <a:pt x="43496" y="9530"/>
                  </a:lnTo>
                  <a:lnTo>
                    <a:pt x="46006" y="11004"/>
                  </a:lnTo>
                  <a:lnTo>
                    <a:pt x="46502" y="11522"/>
                  </a:lnTo>
                  <a:lnTo>
                    <a:pt x="47545" y="12160"/>
                  </a:lnTo>
                  <a:lnTo>
                    <a:pt x="48173" y="12806"/>
                  </a:lnTo>
                  <a:lnTo>
                    <a:pt x="48845" y="13325"/>
                  </a:lnTo>
                  <a:lnTo>
                    <a:pt x="49482" y="13604"/>
                  </a:lnTo>
                  <a:lnTo>
                    <a:pt x="50000" y="14171"/>
                  </a:lnTo>
                  <a:lnTo>
                    <a:pt x="49877" y="1480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3343437" y="3510891"/>
              <a:ext cx="47828" cy="19070"/>
            </a:xfrm>
            <a:custGeom>
              <a:avLst/>
              <a:pathLst>
                <a:path w="47828" h="19070">
                  <a:moveTo>
                    <a:pt x="13713" y="19027"/>
                  </a:moveTo>
                  <a:lnTo>
                    <a:pt x="11646" y="19070"/>
                  </a:lnTo>
                  <a:lnTo>
                    <a:pt x="7566" y="18950"/>
                  </a:lnTo>
                  <a:lnTo>
                    <a:pt x="3496" y="18474"/>
                  </a:lnTo>
                  <a:lnTo>
                    <a:pt x="2438" y="18242"/>
                  </a:lnTo>
                  <a:lnTo>
                    <a:pt x="916" y="17467"/>
                  </a:lnTo>
                  <a:lnTo>
                    <a:pt x="457" y="17056"/>
                  </a:lnTo>
                  <a:lnTo>
                    <a:pt x="55" y="16526"/>
                  </a:lnTo>
                  <a:lnTo>
                    <a:pt x="0" y="15741"/>
                  </a:lnTo>
                  <a:lnTo>
                    <a:pt x="1098" y="12971"/>
                  </a:lnTo>
                  <a:lnTo>
                    <a:pt x="3117" y="11342"/>
                  </a:lnTo>
                  <a:lnTo>
                    <a:pt x="5005" y="10376"/>
                  </a:lnTo>
                  <a:lnTo>
                    <a:pt x="10952" y="8171"/>
                  </a:lnTo>
                  <a:lnTo>
                    <a:pt x="11727" y="7921"/>
                  </a:lnTo>
                  <a:lnTo>
                    <a:pt x="17139" y="6885"/>
                  </a:lnTo>
                  <a:lnTo>
                    <a:pt x="19261" y="6324"/>
                  </a:lnTo>
                  <a:lnTo>
                    <a:pt x="22566" y="5166"/>
                  </a:lnTo>
                  <a:lnTo>
                    <a:pt x="40729" y="652"/>
                  </a:lnTo>
                  <a:lnTo>
                    <a:pt x="44895" y="0"/>
                  </a:lnTo>
                  <a:lnTo>
                    <a:pt x="46767" y="474"/>
                  </a:lnTo>
                  <a:lnTo>
                    <a:pt x="47828" y="948"/>
                  </a:lnTo>
                  <a:lnTo>
                    <a:pt x="47271" y="1477"/>
                  </a:lnTo>
                  <a:lnTo>
                    <a:pt x="44819" y="2767"/>
                  </a:lnTo>
                  <a:lnTo>
                    <a:pt x="43681" y="3540"/>
                  </a:lnTo>
                  <a:lnTo>
                    <a:pt x="40705" y="5114"/>
                  </a:lnTo>
                  <a:lnTo>
                    <a:pt x="34309" y="7743"/>
                  </a:lnTo>
                  <a:lnTo>
                    <a:pt x="29759" y="9728"/>
                  </a:lnTo>
                  <a:lnTo>
                    <a:pt x="23961" y="12478"/>
                  </a:lnTo>
                  <a:lnTo>
                    <a:pt x="22602" y="13446"/>
                  </a:lnTo>
                  <a:lnTo>
                    <a:pt x="19840" y="15728"/>
                  </a:lnTo>
                  <a:lnTo>
                    <a:pt x="20331" y="16763"/>
                  </a:lnTo>
                  <a:lnTo>
                    <a:pt x="19411" y="18169"/>
                  </a:lnTo>
                  <a:lnTo>
                    <a:pt x="15773" y="1883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5593179" y="3506381"/>
              <a:ext cx="15423" cy="4380"/>
            </a:xfrm>
            <a:custGeom>
              <a:avLst/>
              <a:pathLst>
                <a:path w="15423" h="4380">
                  <a:moveTo>
                    <a:pt x="15423" y="2078"/>
                  </a:moveTo>
                  <a:lnTo>
                    <a:pt x="14238" y="3119"/>
                  </a:lnTo>
                  <a:lnTo>
                    <a:pt x="12908" y="3579"/>
                  </a:lnTo>
                  <a:lnTo>
                    <a:pt x="8739" y="3209"/>
                  </a:lnTo>
                  <a:lnTo>
                    <a:pt x="5804" y="4071"/>
                  </a:lnTo>
                  <a:lnTo>
                    <a:pt x="2576" y="4380"/>
                  </a:lnTo>
                  <a:lnTo>
                    <a:pt x="1034" y="3936"/>
                  </a:lnTo>
                  <a:lnTo>
                    <a:pt x="360" y="3082"/>
                  </a:lnTo>
                  <a:lnTo>
                    <a:pt x="0" y="1936"/>
                  </a:lnTo>
                  <a:lnTo>
                    <a:pt x="3" y="1528"/>
                  </a:lnTo>
                  <a:lnTo>
                    <a:pt x="933" y="1356"/>
                  </a:lnTo>
                  <a:lnTo>
                    <a:pt x="5246" y="2171"/>
                  </a:lnTo>
                  <a:lnTo>
                    <a:pt x="7070" y="2867"/>
                  </a:lnTo>
                  <a:lnTo>
                    <a:pt x="8052" y="2845"/>
                  </a:lnTo>
                  <a:lnTo>
                    <a:pt x="10647" y="1919"/>
                  </a:lnTo>
                  <a:lnTo>
                    <a:pt x="12786" y="745"/>
                  </a:lnTo>
                  <a:lnTo>
                    <a:pt x="13338" y="196"/>
                  </a:lnTo>
                  <a:lnTo>
                    <a:pt x="14052" y="0"/>
                  </a:lnTo>
                  <a:lnTo>
                    <a:pt x="14960" y="416"/>
                  </a:lnTo>
                  <a:lnTo>
                    <a:pt x="15396" y="166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3508168" y="3503492"/>
              <a:ext cx="108107" cy="43027"/>
            </a:xfrm>
            <a:custGeom>
              <a:avLst/>
              <a:pathLst>
                <a:path w="108107" h="43027">
                  <a:moveTo>
                    <a:pt x="86556" y="14303"/>
                  </a:moveTo>
                  <a:lnTo>
                    <a:pt x="87796" y="14352"/>
                  </a:lnTo>
                  <a:lnTo>
                    <a:pt x="92765" y="14213"/>
                  </a:lnTo>
                  <a:lnTo>
                    <a:pt x="97734" y="14246"/>
                  </a:lnTo>
                  <a:lnTo>
                    <a:pt x="100752" y="14410"/>
                  </a:lnTo>
                  <a:lnTo>
                    <a:pt x="101649" y="14796"/>
                  </a:lnTo>
                  <a:lnTo>
                    <a:pt x="102434" y="15575"/>
                  </a:lnTo>
                  <a:lnTo>
                    <a:pt x="103320" y="16798"/>
                  </a:lnTo>
                  <a:lnTo>
                    <a:pt x="104143" y="18125"/>
                  </a:lnTo>
                  <a:lnTo>
                    <a:pt x="105056" y="19217"/>
                  </a:lnTo>
                  <a:lnTo>
                    <a:pt x="105592" y="21127"/>
                  </a:lnTo>
                  <a:lnTo>
                    <a:pt x="106461" y="21824"/>
                  </a:lnTo>
                  <a:lnTo>
                    <a:pt x="107911" y="23596"/>
                  </a:lnTo>
                  <a:lnTo>
                    <a:pt x="108107" y="25020"/>
                  </a:lnTo>
                  <a:lnTo>
                    <a:pt x="107679" y="28119"/>
                  </a:lnTo>
                  <a:lnTo>
                    <a:pt x="106960" y="29376"/>
                  </a:lnTo>
                  <a:lnTo>
                    <a:pt x="105055" y="30592"/>
                  </a:lnTo>
                  <a:lnTo>
                    <a:pt x="102893" y="30463"/>
                  </a:lnTo>
                  <a:lnTo>
                    <a:pt x="101905" y="30527"/>
                  </a:lnTo>
                  <a:lnTo>
                    <a:pt x="100927" y="30753"/>
                  </a:lnTo>
                  <a:lnTo>
                    <a:pt x="100562" y="30931"/>
                  </a:lnTo>
                  <a:lnTo>
                    <a:pt x="100411" y="31177"/>
                  </a:lnTo>
                  <a:lnTo>
                    <a:pt x="102948" y="32223"/>
                  </a:lnTo>
                  <a:lnTo>
                    <a:pt x="103243" y="32607"/>
                  </a:lnTo>
                  <a:lnTo>
                    <a:pt x="103291" y="33053"/>
                  </a:lnTo>
                  <a:lnTo>
                    <a:pt x="102954" y="33374"/>
                  </a:lnTo>
                  <a:lnTo>
                    <a:pt x="102589" y="33560"/>
                  </a:lnTo>
                  <a:lnTo>
                    <a:pt x="49045" y="39856"/>
                  </a:lnTo>
                  <a:lnTo>
                    <a:pt x="46936" y="40192"/>
                  </a:lnTo>
                  <a:lnTo>
                    <a:pt x="44862" y="40826"/>
                  </a:lnTo>
                  <a:lnTo>
                    <a:pt x="44184" y="41396"/>
                  </a:lnTo>
                  <a:lnTo>
                    <a:pt x="43505" y="41828"/>
                  </a:lnTo>
                  <a:lnTo>
                    <a:pt x="1978" y="43027"/>
                  </a:lnTo>
                  <a:lnTo>
                    <a:pt x="1603" y="42940"/>
                  </a:lnTo>
                  <a:lnTo>
                    <a:pt x="1232" y="42704"/>
                  </a:lnTo>
                  <a:lnTo>
                    <a:pt x="196" y="41496"/>
                  </a:lnTo>
                  <a:lnTo>
                    <a:pt x="0" y="39589"/>
                  </a:lnTo>
                  <a:lnTo>
                    <a:pt x="230" y="38833"/>
                  </a:lnTo>
                  <a:lnTo>
                    <a:pt x="2289" y="38095"/>
                  </a:lnTo>
                  <a:lnTo>
                    <a:pt x="3090" y="37690"/>
                  </a:lnTo>
                  <a:lnTo>
                    <a:pt x="6580" y="34847"/>
                  </a:lnTo>
                  <a:lnTo>
                    <a:pt x="8413" y="33526"/>
                  </a:lnTo>
                  <a:lnTo>
                    <a:pt x="9249" y="32408"/>
                  </a:lnTo>
                  <a:lnTo>
                    <a:pt x="9698" y="32487"/>
                  </a:lnTo>
                  <a:lnTo>
                    <a:pt x="11307" y="33135"/>
                  </a:lnTo>
                  <a:lnTo>
                    <a:pt x="12470" y="33331"/>
                  </a:lnTo>
                  <a:lnTo>
                    <a:pt x="14800" y="33066"/>
                  </a:lnTo>
                  <a:lnTo>
                    <a:pt x="17074" y="32272"/>
                  </a:lnTo>
                  <a:lnTo>
                    <a:pt x="18075" y="31819"/>
                  </a:lnTo>
                  <a:lnTo>
                    <a:pt x="19058" y="31976"/>
                  </a:lnTo>
                  <a:lnTo>
                    <a:pt x="19238" y="32649"/>
                  </a:lnTo>
                  <a:lnTo>
                    <a:pt x="19625" y="32860"/>
                  </a:lnTo>
                  <a:lnTo>
                    <a:pt x="25168" y="30749"/>
                  </a:lnTo>
                  <a:lnTo>
                    <a:pt x="30158" y="28376"/>
                  </a:lnTo>
                  <a:lnTo>
                    <a:pt x="35073" y="25685"/>
                  </a:lnTo>
                  <a:lnTo>
                    <a:pt x="37559" y="24080"/>
                  </a:lnTo>
                  <a:lnTo>
                    <a:pt x="38149" y="23631"/>
                  </a:lnTo>
                  <a:lnTo>
                    <a:pt x="38568" y="22936"/>
                  </a:lnTo>
                  <a:lnTo>
                    <a:pt x="38223" y="22263"/>
                  </a:lnTo>
                  <a:lnTo>
                    <a:pt x="37776" y="21660"/>
                  </a:lnTo>
                  <a:lnTo>
                    <a:pt x="37389" y="21424"/>
                  </a:lnTo>
                  <a:lnTo>
                    <a:pt x="36970" y="21312"/>
                  </a:lnTo>
                  <a:lnTo>
                    <a:pt x="34423" y="20886"/>
                  </a:lnTo>
                  <a:lnTo>
                    <a:pt x="35218" y="20190"/>
                  </a:lnTo>
                  <a:lnTo>
                    <a:pt x="35934" y="19345"/>
                  </a:lnTo>
                  <a:lnTo>
                    <a:pt x="36436" y="18399"/>
                  </a:lnTo>
                  <a:lnTo>
                    <a:pt x="36605" y="17246"/>
                  </a:lnTo>
                  <a:lnTo>
                    <a:pt x="36498" y="16662"/>
                  </a:lnTo>
                  <a:lnTo>
                    <a:pt x="36604" y="16244"/>
                  </a:lnTo>
                  <a:lnTo>
                    <a:pt x="37765" y="15867"/>
                  </a:lnTo>
                  <a:lnTo>
                    <a:pt x="38541" y="15300"/>
                  </a:lnTo>
                  <a:lnTo>
                    <a:pt x="39069" y="14617"/>
                  </a:lnTo>
                  <a:lnTo>
                    <a:pt x="38185" y="14408"/>
                  </a:lnTo>
                  <a:lnTo>
                    <a:pt x="37788" y="13881"/>
                  </a:lnTo>
                  <a:lnTo>
                    <a:pt x="38575" y="12702"/>
                  </a:lnTo>
                  <a:lnTo>
                    <a:pt x="39280" y="11437"/>
                  </a:lnTo>
                  <a:lnTo>
                    <a:pt x="40018" y="10760"/>
                  </a:lnTo>
                  <a:lnTo>
                    <a:pt x="41928" y="9442"/>
                  </a:lnTo>
                  <a:lnTo>
                    <a:pt x="47468" y="6098"/>
                  </a:lnTo>
                  <a:lnTo>
                    <a:pt x="49460" y="4304"/>
                  </a:lnTo>
                  <a:lnTo>
                    <a:pt x="50050" y="3657"/>
                  </a:lnTo>
                  <a:lnTo>
                    <a:pt x="63193" y="765"/>
                  </a:lnTo>
                  <a:lnTo>
                    <a:pt x="65356" y="471"/>
                  </a:lnTo>
                  <a:lnTo>
                    <a:pt x="69457" y="73"/>
                  </a:lnTo>
                  <a:lnTo>
                    <a:pt x="71390" y="0"/>
                  </a:lnTo>
                  <a:lnTo>
                    <a:pt x="76762" y="273"/>
                  </a:lnTo>
                  <a:lnTo>
                    <a:pt x="79266" y="580"/>
                  </a:lnTo>
                  <a:lnTo>
                    <a:pt x="83645" y="1341"/>
                  </a:lnTo>
                  <a:lnTo>
                    <a:pt x="90063" y="2833"/>
                  </a:lnTo>
                  <a:lnTo>
                    <a:pt x="92499" y="3485"/>
                  </a:lnTo>
                  <a:lnTo>
                    <a:pt x="94908" y="4290"/>
                  </a:lnTo>
                  <a:lnTo>
                    <a:pt x="97234" y="5328"/>
                  </a:lnTo>
                  <a:lnTo>
                    <a:pt x="99500" y="6600"/>
                  </a:lnTo>
                  <a:lnTo>
                    <a:pt x="99934" y="6991"/>
                  </a:lnTo>
                  <a:lnTo>
                    <a:pt x="100161" y="7686"/>
                  </a:lnTo>
                  <a:lnTo>
                    <a:pt x="100236" y="8366"/>
                  </a:lnTo>
                  <a:lnTo>
                    <a:pt x="100126" y="9029"/>
                  </a:lnTo>
                  <a:lnTo>
                    <a:pt x="99520" y="10385"/>
                  </a:lnTo>
                  <a:lnTo>
                    <a:pt x="98622" y="11329"/>
                  </a:lnTo>
                  <a:lnTo>
                    <a:pt x="88021" y="12220"/>
                  </a:lnTo>
                  <a:lnTo>
                    <a:pt x="86646" y="12577"/>
                  </a:lnTo>
                  <a:lnTo>
                    <a:pt x="85873" y="13314"/>
                  </a:lnTo>
                  <a:lnTo>
                    <a:pt x="85329" y="1403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2606641" y="3496371"/>
              <a:ext cx="6939" cy="1563"/>
            </a:xfrm>
            <a:custGeom>
              <a:avLst/>
              <a:pathLst>
                <a:path w="6939" h="1563">
                  <a:moveTo>
                    <a:pt x="4202" y="859"/>
                  </a:moveTo>
                  <a:lnTo>
                    <a:pt x="6939" y="1563"/>
                  </a:lnTo>
                  <a:lnTo>
                    <a:pt x="2116" y="1337"/>
                  </a:lnTo>
                  <a:lnTo>
                    <a:pt x="0" y="366"/>
                  </a:lnTo>
                  <a:lnTo>
                    <a:pt x="1359" y="0"/>
                  </a:lnTo>
                  <a:lnTo>
                    <a:pt x="2714" y="73"/>
                  </a:lnTo>
                  <a:lnTo>
                    <a:pt x="3909" y="56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2589145" y="3495608"/>
              <a:ext cx="10930" cy="2143"/>
            </a:xfrm>
            <a:custGeom>
              <a:avLst/>
              <a:pathLst>
                <a:path w="10930" h="2143">
                  <a:moveTo>
                    <a:pt x="10544" y="2079"/>
                  </a:moveTo>
                  <a:lnTo>
                    <a:pt x="9808" y="2143"/>
                  </a:lnTo>
                  <a:lnTo>
                    <a:pt x="1581" y="1063"/>
                  </a:lnTo>
                  <a:lnTo>
                    <a:pt x="0" y="743"/>
                  </a:lnTo>
                  <a:lnTo>
                    <a:pt x="2777" y="89"/>
                  </a:lnTo>
                  <a:lnTo>
                    <a:pt x="4636" y="0"/>
                  </a:lnTo>
                  <a:lnTo>
                    <a:pt x="9579" y="1604"/>
                  </a:lnTo>
                  <a:lnTo>
                    <a:pt x="10930" y="179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5595112" y="3494795"/>
              <a:ext cx="29668" cy="9613"/>
            </a:xfrm>
            <a:custGeom>
              <a:avLst/>
              <a:pathLst>
                <a:path w="29668" h="9613">
                  <a:moveTo>
                    <a:pt x="8205" y="2231"/>
                  </a:moveTo>
                  <a:lnTo>
                    <a:pt x="11770" y="3244"/>
                  </a:lnTo>
                  <a:lnTo>
                    <a:pt x="21135" y="3130"/>
                  </a:lnTo>
                  <a:lnTo>
                    <a:pt x="28938" y="4086"/>
                  </a:lnTo>
                  <a:lnTo>
                    <a:pt x="29668" y="5062"/>
                  </a:lnTo>
                  <a:lnTo>
                    <a:pt x="27441" y="5562"/>
                  </a:lnTo>
                  <a:lnTo>
                    <a:pt x="24009" y="6856"/>
                  </a:lnTo>
                  <a:lnTo>
                    <a:pt x="21779" y="7246"/>
                  </a:lnTo>
                  <a:lnTo>
                    <a:pt x="19922" y="7264"/>
                  </a:lnTo>
                  <a:lnTo>
                    <a:pt x="16090" y="6728"/>
                  </a:lnTo>
                  <a:lnTo>
                    <a:pt x="11121" y="6791"/>
                  </a:lnTo>
                  <a:lnTo>
                    <a:pt x="10053" y="7544"/>
                  </a:lnTo>
                  <a:lnTo>
                    <a:pt x="7647" y="8295"/>
                  </a:lnTo>
                  <a:lnTo>
                    <a:pt x="4845" y="9613"/>
                  </a:lnTo>
                  <a:lnTo>
                    <a:pt x="4102" y="8540"/>
                  </a:lnTo>
                  <a:lnTo>
                    <a:pt x="2987" y="7513"/>
                  </a:lnTo>
                  <a:lnTo>
                    <a:pt x="189" y="5380"/>
                  </a:lnTo>
                  <a:lnTo>
                    <a:pt x="0" y="5061"/>
                  </a:lnTo>
                  <a:lnTo>
                    <a:pt x="1529" y="4635"/>
                  </a:lnTo>
                  <a:lnTo>
                    <a:pt x="2282" y="3933"/>
                  </a:lnTo>
                  <a:lnTo>
                    <a:pt x="3874" y="2999"/>
                  </a:lnTo>
                  <a:lnTo>
                    <a:pt x="3692" y="2424"/>
                  </a:lnTo>
                  <a:lnTo>
                    <a:pt x="2386" y="1773"/>
                  </a:lnTo>
                  <a:lnTo>
                    <a:pt x="1857" y="1258"/>
                  </a:lnTo>
                  <a:lnTo>
                    <a:pt x="2739" y="385"/>
                  </a:lnTo>
                  <a:lnTo>
                    <a:pt x="4726" y="0"/>
                  </a:lnTo>
                  <a:lnTo>
                    <a:pt x="7289" y="345"/>
                  </a:lnTo>
                  <a:lnTo>
                    <a:pt x="8420" y="1518"/>
                  </a:lnTo>
                  <a:lnTo>
                    <a:pt x="8213" y="203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2610045" y="3491147"/>
              <a:ext cx="8162" cy="1658"/>
            </a:xfrm>
            <a:custGeom>
              <a:avLst/>
              <a:pathLst>
                <a:path w="8162" h="1658">
                  <a:moveTo>
                    <a:pt x="6685" y="1487"/>
                  </a:moveTo>
                  <a:lnTo>
                    <a:pt x="2723" y="1658"/>
                  </a:lnTo>
                  <a:lnTo>
                    <a:pt x="545" y="1295"/>
                  </a:lnTo>
                  <a:lnTo>
                    <a:pt x="0" y="217"/>
                  </a:lnTo>
                  <a:lnTo>
                    <a:pt x="609" y="0"/>
                  </a:lnTo>
                  <a:lnTo>
                    <a:pt x="5661" y="494"/>
                  </a:lnTo>
                  <a:lnTo>
                    <a:pt x="7508" y="758"/>
                  </a:lnTo>
                  <a:lnTo>
                    <a:pt x="8162" y="1073"/>
                  </a:lnTo>
                  <a:lnTo>
                    <a:pt x="7835" y="136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2595986" y="3490796"/>
              <a:ext cx="14738" cy="3649"/>
            </a:xfrm>
            <a:custGeom>
              <a:avLst/>
              <a:pathLst>
                <a:path w="14738" h="3649">
                  <a:moveTo>
                    <a:pt x="14738" y="3424"/>
                  </a:moveTo>
                  <a:lnTo>
                    <a:pt x="14144" y="3649"/>
                  </a:lnTo>
                  <a:lnTo>
                    <a:pt x="10027" y="3536"/>
                  </a:lnTo>
                  <a:lnTo>
                    <a:pt x="9192" y="3335"/>
                  </a:lnTo>
                  <a:lnTo>
                    <a:pt x="8819" y="3130"/>
                  </a:lnTo>
                  <a:lnTo>
                    <a:pt x="3091" y="2799"/>
                  </a:lnTo>
                  <a:lnTo>
                    <a:pt x="499" y="1803"/>
                  </a:lnTo>
                  <a:lnTo>
                    <a:pt x="0" y="1487"/>
                  </a:lnTo>
                  <a:lnTo>
                    <a:pt x="1024" y="1024"/>
                  </a:lnTo>
                  <a:lnTo>
                    <a:pt x="2958" y="712"/>
                  </a:lnTo>
                  <a:lnTo>
                    <a:pt x="3739" y="330"/>
                  </a:lnTo>
                  <a:lnTo>
                    <a:pt x="8684" y="0"/>
                  </a:lnTo>
                  <a:lnTo>
                    <a:pt x="9448" y="198"/>
                  </a:lnTo>
                  <a:lnTo>
                    <a:pt x="9895" y="725"/>
                  </a:lnTo>
                  <a:lnTo>
                    <a:pt x="12135" y="1766"/>
                  </a:lnTo>
                  <a:lnTo>
                    <a:pt x="12741" y="2429"/>
                  </a:lnTo>
                  <a:lnTo>
                    <a:pt x="12981" y="2844"/>
                  </a:lnTo>
                  <a:lnTo>
                    <a:pt x="14193" y="304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2630735" y="3490267"/>
              <a:ext cx="9003" cy="2351"/>
            </a:xfrm>
            <a:custGeom>
              <a:avLst/>
              <a:pathLst>
                <a:path w="9003" h="2351">
                  <a:moveTo>
                    <a:pt x="4814" y="1732"/>
                  </a:moveTo>
                  <a:lnTo>
                    <a:pt x="1269" y="2351"/>
                  </a:lnTo>
                  <a:lnTo>
                    <a:pt x="347" y="2171"/>
                  </a:lnTo>
                  <a:lnTo>
                    <a:pt x="676" y="1291"/>
                  </a:lnTo>
                  <a:lnTo>
                    <a:pt x="133" y="689"/>
                  </a:lnTo>
                  <a:lnTo>
                    <a:pt x="0" y="405"/>
                  </a:lnTo>
                  <a:lnTo>
                    <a:pt x="273" y="2"/>
                  </a:lnTo>
                  <a:lnTo>
                    <a:pt x="2356" y="0"/>
                  </a:lnTo>
                  <a:lnTo>
                    <a:pt x="8242" y="641"/>
                  </a:lnTo>
                  <a:lnTo>
                    <a:pt x="9003" y="155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2608471" y="3488597"/>
              <a:ext cx="10862" cy="1784"/>
            </a:xfrm>
            <a:custGeom>
              <a:avLst/>
              <a:pathLst>
                <a:path w="10862" h="1784">
                  <a:moveTo>
                    <a:pt x="1283" y="0"/>
                  </a:moveTo>
                  <a:lnTo>
                    <a:pt x="5118" y="177"/>
                  </a:lnTo>
                  <a:lnTo>
                    <a:pt x="7628" y="43"/>
                  </a:lnTo>
                  <a:lnTo>
                    <a:pt x="10262" y="377"/>
                  </a:lnTo>
                  <a:lnTo>
                    <a:pt x="10862" y="757"/>
                  </a:lnTo>
                  <a:lnTo>
                    <a:pt x="10388" y="1081"/>
                  </a:lnTo>
                  <a:lnTo>
                    <a:pt x="7563" y="1180"/>
                  </a:lnTo>
                  <a:lnTo>
                    <a:pt x="6190" y="1720"/>
                  </a:lnTo>
                  <a:lnTo>
                    <a:pt x="4589" y="1784"/>
                  </a:lnTo>
                  <a:lnTo>
                    <a:pt x="2180" y="1400"/>
                  </a:lnTo>
                  <a:lnTo>
                    <a:pt x="0" y="55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2595182" y="3488234"/>
              <a:ext cx="7462" cy="1362"/>
            </a:xfrm>
            <a:custGeom>
              <a:avLst/>
              <a:pathLst>
                <a:path w="7462" h="1362">
                  <a:moveTo>
                    <a:pt x="6064" y="1187"/>
                  </a:moveTo>
                  <a:lnTo>
                    <a:pt x="2065" y="1362"/>
                  </a:lnTo>
                  <a:lnTo>
                    <a:pt x="407" y="979"/>
                  </a:lnTo>
                  <a:lnTo>
                    <a:pt x="0" y="633"/>
                  </a:lnTo>
                  <a:lnTo>
                    <a:pt x="339" y="318"/>
                  </a:lnTo>
                  <a:lnTo>
                    <a:pt x="6586" y="0"/>
                  </a:lnTo>
                  <a:lnTo>
                    <a:pt x="7284" y="384"/>
                  </a:lnTo>
                  <a:lnTo>
                    <a:pt x="7462" y="61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2622358" y="3486374"/>
              <a:ext cx="3994" cy="1461"/>
            </a:xfrm>
            <a:custGeom>
              <a:avLst/>
              <a:pathLst>
                <a:path w="3994" h="1461">
                  <a:moveTo>
                    <a:pt x="3905" y="1280"/>
                  </a:moveTo>
                  <a:lnTo>
                    <a:pt x="3994" y="1461"/>
                  </a:lnTo>
                  <a:lnTo>
                    <a:pt x="2567" y="1330"/>
                  </a:lnTo>
                  <a:lnTo>
                    <a:pt x="442" y="546"/>
                  </a:lnTo>
                  <a:lnTo>
                    <a:pt x="0" y="266"/>
                  </a:lnTo>
                  <a:lnTo>
                    <a:pt x="958" y="0"/>
                  </a:lnTo>
                  <a:lnTo>
                    <a:pt x="2189" y="262"/>
                  </a:lnTo>
                  <a:lnTo>
                    <a:pt x="3329" y="73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2628467" y="3486005"/>
              <a:ext cx="5347" cy="2545"/>
            </a:xfrm>
            <a:custGeom>
              <a:avLst/>
              <a:pathLst>
                <a:path w="5347" h="2545">
                  <a:moveTo>
                    <a:pt x="5347" y="1416"/>
                  </a:moveTo>
                  <a:lnTo>
                    <a:pt x="4233" y="2545"/>
                  </a:lnTo>
                  <a:lnTo>
                    <a:pt x="1267" y="1943"/>
                  </a:lnTo>
                  <a:lnTo>
                    <a:pt x="0" y="1217"/>
                  </a:lnTo>
                  <a:lnTo>
                    <a:pt x="725" y="292"/>
                  </a:lnTo>
                  <a:lnTo>
                    <a:pt x="2081" y="0"/>
                  </a:lnTo>
                  <a:lnTo>
                    <a:pt x="3858" y="326"/>
                  </a:lnTo>
                  <a:lnTo>
                    <a:pt x="4516" y="44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2627847" y="3479467"/>
              <a:ext cx="6913" cy="2763"/>
            </a:xfrm>
            <a:custGeom>
              <a:avLst/>
              <a:pathLst>
                <a:path w="6913" h="2763">
                  <a:moveTo>
                    <a:pt x="6913" y="2560"/>
                  </a:moveTo>
                  <a:lnTo>
                    <a:pt x="4980" y="2763"/>
                  </a:lnTo>
                  <a:lnTo>
                    <a:pt x="2554" y="1878"/>
                  </a:lnTo>
                  <a:lnTo>
                    <a:pt x="714" y="1169"/>
                  </a:lnTo>
                  <a:lnTo>
                    <a:pt x="124" y="582"/>
                  </a:lnTo>
                  <a:lnTo>
                    <a:pt x="0" y="382"/>
                  </a:lnTo>
                  <a:lnTo>
                    <a:pt x="26" y="148"/>
                  </a:lnTo>
                  <a:lnTo>
                    <a:pt x="570" y="0"/>
                  </a:lnTo>
                  <a:lnTo>
                    <a:pt x="4464" y="49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5560811" y="3472417"/>
              <a:ext cx="3565" cy="1936"/>
            </a:xfrm>
            <a:custGeom>
              <a:avLst/>
              <a:pathLst>
                <a:path w="3565" h="1936">
                  <a:moveTo>
                    <a:pt x="3565" y="136"/>
                  </a:moveTo>
                  <a:lnTo>
                    <a:pt x="1864" y="1936"/>
                  </a:lnTo>
                  <a:lnTo>
                    <a:pt x="668" y="1877"/>
                  </a:lnTo>
                  <a:lnTo>
                    <a:pt x="0" y="1551"/>
                  </a:lnTo>
                  <a:lnTo>
                    <a:pt x="1218" y="548"/>
                  </a:lnTo>
                  <a:lnTo>
                    <a:pt x="2376" y="123"/>
                  </a:lnTo>
                  <a:lnTo>
                    <a:pt x="3082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2639863" y="3471684"/>
              <a:ext cx="8635" cy="2947"/>
            </a:xfrm>
            <a:custGeom>
              <a:avLst/>
              <a:pathLst>
                <a:path w="8635" h="2947">
                  <a:moveTo>
                    <a:pt x="8635" y="2879"/>
                  </a:moveTo>
                  <a:lnTo>
                    <a:pt x="7591" y="2947"/>
                  </a:lnTo>
                  <a:lnTo>
                    <a:pt x="5767" y="2620"/>
                  </a:lnTo>
                  <a:lnTo>
                    <a:pt x="1022" y="1494"/>
                  </a:lnTo>
                  <a:lnTo>
                    <a:pt x="0" y="959"/>
                  </a:lnTo>
                  <a:lnTo>
                    <a:pt x="710" y="399"/>
                  </a:lnTo>
                  <a:lnTo>
                    <a:pt x="2415" y="0"/>
                  </a:lnTo>
                  <a:lnTo>
                    <a:pt x="3690" y="126"/>
                  </a:lnTo>
                  <a:lnTo>
                    <a:pt x="6939" y="1160"/>
                  </a:lnTo>
                  <a:lnTo>
                    <a:pt x="7903" y="1905"/>
                  </a:lnTo>
                  <a:lnTo>
                    <a:pt x="8501" y="248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5571653" y="3459172"/>
              <a:ext cx="4458" cy="3138"/>
            </a:xfrm>
            <a:custGeom>
              <a:avLst/>
              <a:pathLst>
                <a:path w="4458" h="3138">
                  <a:moveTo>
                    <a:pt x="2258" y="3138"/>
                  </a:moveTo>
                  <a:lnTo>
                    <a:pt x="1016" y="3138"/>
                  </a:lnTo>
                  <a:lnTo>
                    <a:pt x="247" y="2721"/>
                  </a:lnTo>
                  <a:lnTo>
                    <a:pt x="0" y="1758"/>
                  </a:lnTo>
                  <a:lnTo>
                    <a:pt x="42" y="1447"/>
                  </a:lnTo>
                  <a:lnTo>
                    <a:pt x="2508" y="295"/>
                  </a:lnTo>
                  <a:lnTo>
                    <a:pt x="4458" y="0"/>
                  </a:lnTo>
                  <a:lnTo>
                    <a:pt x="3415" y="1732"/>
                  </a:lnTo>
                  <a:lnTo>
                    <a:pt x="3046" y="202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2765631" y="3456088"/>
              <a:ext cx="4681" cy="1559"/>
            </a:xfrm>
            <a:custGeom>
              <a:avLst/>
              <a:pathLst>
                <a:path w="4681" h="1559">
                  <a:moveTo>
                    <a:pt x="4407" y="770"/>
                  </a:moveTo>
                  <a:lnTo>
                    <a:pt x="2941" y="1559"/>
                  </a:lnTo>
                  <a:lnTo>
                    <a:pt x="0" y="1047"/>
                  </a:lnTo>
                  <a:lnTo>
                    <a:pt x="241" y="487"/>
                  </a:lnTo>
                  <a:lnTo>
                    <a:pt x="2882" y="0"/>
                  </a:lnTo>
                  <a:lnTo>
                    <a:pt x="4681" y="32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2772202" y="3455212"/>
              <a:ext cx="11408" cy="3918"/>
            </a:xfrm>
            <a:custGeom>
              <a:avLst/>
              <a:pathLst>
                <a:path w="11408" h="3918">
                  <a:moveTo>
                    <a:pt x="10368" y="3625"/>
                  </a:moveTo>
                  <a:lnTo>
                    <a:pt x="9306" y="3918"/>
                  </a:lnTo>
                  <a:lnTo>
                    <a:pt x="5342" y="3206"/>
                  </a:lnTo>
                  <a:lnTo>
                    <a:pt x="3044" y="3051"/>
                  </a:lnTo>
                  <a:lnTo>
                    <a:pt x="1988" y="2657"/>
                  </a:lnTo>
                  <a:lnTo>
                    <a:pt x="1301" y="2299"/>
                  </a:lnTo>
                  <a:lnTo>
                    <a:pt x="1072" y="1953"/>
                  </a:lnTo>
                  <a:lnTo>
                    <a:pt x="0" y="1422"/>
                  </a:lnTo>
                  <a:lnTo>
                    <a:pt x="2127" y="352"/>
                  </a:lnTo>
                  <a:lnTo>
                    <a:pt x="3783" y="0"/>
                  </a:lnTo>
                  <a:lnTo>
                    <a:pt x="5379" y="81"/>
                  </a:lnTo>
                  <a:lnTo>
                    <a:pt x="5705" y="606"/>
                  </a:lnTo>
                  <a:lnTo>
                    <a:pt x="8786" y="1251"/>
                  </a:lnTo>
                  <a:lnTo>
                    <a:pt x="11178" y="1258"/>
                  </a:lnTo>
                  <a:lnTo>
                    <a:pt x="11408" y="1846"/>
                  </a:lnTo>
                  <a:lnTo>
                    <a:pt x="11309" y="266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2810322" y="3455050"/>
              <a:ext cx="9350" cy="4579"/>
            </a:xfrm>
            <a:custGeom>
              <a:avLst/>
              <a:pathLst>
                <a:path w="9350" h="4579">
                  <a:moveTo>
                    <a:pt x="7262" y="4330"/>
                  </a:moveTo>
                  <a:lnTo>
                    <a:pt x="5825" y="4579"/>
                  </a:lnTo>
                  <a:lnTo>
                    <a:pt x="2993" y="3659"/>
                  </a:lnTo>
                  <a:lnTo>
                    <a:pt x="2064" y="3213"/>
                  </a:lnTo>
                  <a:lnTo>
                    <a:pt x="1261" y="2472"/>
                  </a:lnTo>
                  <a:lnTo>
                    <a:pt x="595" y="2315"/>
                  </a:lnTo>
                  <a:lnTo>
                    <a:pt x="352" y="2148"/>
                  </a:lnTo>
                  <a:lnTo>
                    <a:pt x="0" y="212"/>
                  </a:lnTo>
                  <a:lnTo>
                    <a:pt x="857" y="0"/>
                  </a:lnTo>
                  <a:lnTo>
                    <a:pt x="2653" y="273"/>
                  </a:lnTo>
                  <a:lnTo>
                    <a:pt x="6121" y="1298"/>
                  </a:lnTo>
                  <a:lnTo>
                    <a:pt x="8549" y="1575"/>
                  </a:lnTo>
                  <a:lnTo>
                    <a:pt x="9350" y="2342"/>
                  </a:lnTo>
                  <a:lnTo>
                    <a:pt x="8529" y="371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2911885" y="3448820"/>
              <a:ext cx="11762" cy="4564"/>
            </a:xfrm>
            <a:custGeom>
              <a:avLst/>
              <a:pathLst>
                <a:path w="11762" h="4564">
                  <a:moveTo>
                    <a:pt x="6240" y="4177"/>
                  </a:moveTo>
                  <a:lnTo>
                    <a:pt x="1589" y="4564"/>
                  </a:lnTo>
                  <a:lnTo>
                    <a:pt x="333" y="4120"/>
                  </a:lnTo>
                  <a:lnTo>
                    <a:pt x="0" y="3583"/>
                  </a:lnTo>
                  <a:lnTo>
                    <a:pt x="206" y="3030"/>
                  </a:lnTo>
                  <a:lnTo>
                    <a:pt x="9621" y="0"/>
                  </a:lnTo>
                  <a:lnTo>
                    <a:pt x="11311" y="419"/>
                  </a:lnTo>
                  <a:lnTo>
                    <a:pt x="11762" y="626"/>
                  </a:lnTo>
                  <a:lnTo>
                    <a:pt x="8958" y="2122"/>
                  </a:lnTo>
                  <a:lnTo>
                    <a:pt x="7698" y="2650"/>
                  </a:lnTo>
                  <a:lnTo>
                    <a:pt x="7470" y="2831"/>
                  </a:lnTo>
                  <a:lnTo>
                    <a:pt x="8175" y="3037"/>
                  </a:lnTo>
                  <a:lnTo>
                    <a:pt x="8365" y="3207"/>
                  </a:lnTo>
                  <a:lnTo>
                    <a:pt x="7827" y="362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2888168" y="3447556"/>
              <a:ext cx="9723" cy="4842"/>
            </a:xfrm>
            <a:custGeom>
              <a:avLst/>
              <a:pathLst>
                <a:path w="9723" h="4842">
                  <a:moveTo>
                    <a:pt x="3369" y="4677"/>
                  </a:moveTo>
                  <a:lnTo>
                    <a:pt x="1388" y="4842"/>
                  </a:lnTo>
                  <a:lnTo>
                    <a:pt x="795" y="4808"/>
                  </a:lnTo>
                  <a:lnTo>
                    <a:pt x="169" y="4496"/>
                  </a:lnTo>
                  <a:lnTo>
                    <a:pt x="0" y="4276"/>
                  </a:lnTo>
                  <a:lnTo>
                    <a:pt x="1025" y="3546"/>
                  </a:lnTo>
                  <a:lnTo>
                    <a:pt x="1999" y="3225"/>
                  </a:lnTo>
                  <a:lnTo>
                    <a:pt x="2304" y="2991"/>
                  </a:lnTo>
                  <a:lnTo>
                    <a:pt x="970" y="554"/>
                  </a:lnTo>
                  <a:lnTo>
                    <a:pt x="2233" y="479"/>
                  </a:lnTo>
                  <a:lnTo>
                    <a:pt x="3678" y="0"/>
                  </a:lnTo>
                  <a:lnTo>
                    <a:pt x="6517" y="38"/>
                  </a:lnTo>
                  <a:lnTo>
                    <a:pt x="8948" y="482"/>
                  </a:lnTo>
                  <a:lnTo>
                    <a:pt x="9416" y="828"/>
                  </a:lnTo>
                  <a:lnTo>
                    <a:pt x="9723" y="1438"/>
                  </a:lnTo>
                  <a:lnTo>
                    <a:pt x="8659" y="2679"/>
                  </a:lnTo>
                  <a:lnTo>
                    <a:pt x="8008" y="3106"/>
                  </a:lnTo>
                  <a:lnTo>
                    <a:pt x="4319" y="420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2855613" y="3446134"/>
              <a:ext cx="29079" cy="10184"/>
            </a:xfrm>
            <a:custGeom>
              <a:avLst/>
              <a:pathLst>
                <a:path w="29079" h="10184">
                  <a:moveTo>
                    <a:pt x="26395" y="1159"/>
                  </a:moveTo>
                  <a:lnTo>
                    <a:pt x="28080" y="2551"/>
                  </a:lnTo>
                  <a:lnTo>
                    <a:pt x="28702" y="3473"/>
                  </a:lnTo>
                  <a:lnTo>
                    <a:pt x="29079" y="4410"/>
                  </a:lnTo>
                  <a:lnTo>
                    <a:pt x="22296" y="6751"/>
                  </a:lnTo>
                  <a:lnTo>
                    <a:pt x="22016" y="6980"/>
                  </a:lnTo>
                  <a:lnTo>
                    <a:pt x="21684" y="8187"/>
                  </a:lnTo>
                  <a:lnTo>
                    <a:pt x="21852" y="8457"/>
                  </a:lnTo>
                  <a:lnTo>
                    <a:pt x="22152" y="8646"/>
                  </a:lnTo>
                  <a:lnTo>
                    <a:pt x="22173" y="9113"/>
                  </a:lnTo>
                  <a:lnTo>
                    <a:pt x="21606" y="9266"/>
                  </a:lnTo>
                  <a:lnTo>
                    <a:pt x="10024" y="10184"/>
                  </a:lnTo>
                  <a:lnTo>
                    <a:pt x="4608" y="9341"/>
                  </a:lnTo>
                  <a:lnTo>
                    <a:pt x="3857" y="8774"/>
                  </a:lnTo>
                  <a:lnTo>
                    <a:pt x="3691" y="7913"/>
                  </a:lnTo>
                  <a:lnTo>
                    <a:pt x="4310" y="7728"/>
                  </a:lnTo>
                  <a:lnTo>
                    <a:pt x="5500" y="7611"/>
                  </a:lnTo>
                  <a:lnTo>
                    <a:pt x="5222" y="7217"/>
                  </a:lnTo>
                  <a:lnTo>
                    <a:pt x="4455" y="6531"/>
                  </a:lnTo>
                  <a:lnTo>
                    <a:pt x="4403" y="5942"/>
                  </a:lnTo>
                  <a:lnTo>
                    <a:pt x="6018" y="4473"/>
                  </a:lnTo>
                  <a:lnTo>
                    <a:pt x="6825" y="4080"/>
                  </a:lnTo>
                  <a:lnTo>
                    <a:pt x="3737" y="2701"/>
                  </a:lnTo>
                  <a:lnTo>
                    <a:pt x="3355" y="2387"/>
                  </a:lnTo>
                  <a:lnTo>
                    <a:pt x="2947" y="2296"/>
                  </a:lnTo>
                  <a:lnTo>
                    <a:pt x="1469" y="2459"/>
                  </a:lnTo>
                  <a:lnTo>
                    <a:pt x="0" y="2372"/>
                  </a:lnTo>
                  <a:lnTo>
                    <a:pt x="514" y="1814"/>
                  </a:lnTo>
                  <a:lnTo>
                    <a:pt x="918" y="916"/>
                  </a:lnTo>
                  <a:lnTo>
                    <a:pt x="2214" y="129"/>
                  </a:lnTo>
                  <a:lnTo>
                    <a:pt x="3157" y="0"/>
                  </a:lnTo>
                  <a:lnTo>
                    <a:pt x="4122" y="93"/>
                  </a:lnTo>
                  <a:lnTo>
                    <a:pt x="8614" y="121"/>
                  </a:lnTo>
                  <a:lnTo>
                    <a:pt x="13051" y="542"/>
                  </a:lnTo>
                  <a:lnTo>
                    <a:pt x="17491" y="834"/>
                  </a:lnTo>
                  <a:lnTo>
                    <a:pt x="24824" y="110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3814095" y="3445385"/>
              <a:ext cx="15363" cy="12182"/>
            </a:xfrm>
            <a:custGeom>
              <a:avLst/>
              <a:pathLst>
                <a:path w="15363" h="12182">
                  <a:moveTo>
                    <a:pt x="13509" y="3729"/>
                  </a:moveTo>
                  <a:lnTo>
                    <a:pt x="13066" y="6775"/>
                  </a:lnTo>
                  <a:lnTo>
                    <a:pt x="13189" y="7411"/>
                  </a:lnTo>
                  <a:lnTo>
                    <a:pt x="13576" y="8056"/>
                  </a:lnTo>
                  <a:lnTo>
                    <a:pt x="15250" y="9737"/>
                  </a:lnTo>
                  <a:lnTo>
                    <a:pt x="15363" y="11008"/>
                  </a:lnTo>
                  <a:lnTo>
                    <a:pt x="15314" y="11494"/>
                  </a:lnTo>
                  <a:lnTo>
                    <a:pt x="14629" y="12182"/>
                  </a:lnTo>
                  <a:lnTo>
                    <a:pt x="12283" y="12019"/>
                  </a:lnTo>
                  <a:lnTo>
                    <a:pt x="11520" y="11654"/>
                  </a:lnTo>
                  <a:lnTo>
                    <a:pt x="11255" y="11417"/>
                  </a:lnTo>
                  <a:lnTo>
                    <a:pt x="10015" y="8450"/>
                  </a:lnTo>
                  <a:lnTo>
                    <a:pt x="9310" y="7766"/>
                  </a:lnTo>
                  <a:lnTo>
                    <a:pt x="8219" y="7160"/>
                  </a:lnTo>
                  <a:lnTo>
                    <a:pt x="4025" y="6591"/>
                  </a:lnTo>
                  <a:lnTo>
                    <a:pt x="0" y="6796"/>
                  </a:lnTo>
                  <a:lnTo>
                    <a:pt x="993" y="6100"/>
                  </a:lnTo>
                  <a:lnTo>
                    <a:pt x="7067" y="5162"/>
                  </a:lnTo>
                  <a:lnTo>
                    <a:pt x="8599" y="4471"/>
                  </a:lnTo>
                  <a:lnTo>
                    <a:pt x="9563" y="3638"/>
                  </a:lnTo>
                  <a:lnTo>
                    <a:pt x="9992" y="2387"/>
                  </a:lnTo>
                  <a:lnTo>
                    <a:pt x="11053" y="801"/>
                  </a:lnTo>
                  <a:lnTo>
                    <a:pt x="12726" y="83"/>
                  </a:lnTo>
                  <a:lnTo>
                    <a:pt x="13766" y="0"/>
                  </a:lnTo>
                  <a:lnTo>
                    <a:pt x="14329" y="1291"/>
                  </a:lnTo>
                  <a:lnTo>
                    <a:pt x="14329" y="249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5625980" y="3441217"/>
              <a:ext cx="4549" cy="4252"/>
            </a:xfrm>
            <a:custGeom>
              <a:avLst/>
              <a:pathLst>
                <a:path w="4549" h="4252">
                  <a:moveTo>
                    <a:pt x="3445" y="3969"/>
                  </a:moveTo>
                  <a:lnTo>
                    <a:pt x="2173" y="4252"/>
                  </a:lnTo>
                  <a:lnTo>
                    <a:pt x="405" y="3363"/>
                  </a:lnTo>
                  <a:lnTo>
                    <a:pt x="0" y="3055"/>
                  </a:lnTo>
                  <a:lnTo>
                    <a:pt x="1701" y="1362"/>
                  </a:lnTo>
                  <a:lnTo>
                    <a:pt x="1569" y="818"/>
                  </a:lnTo>
                  <a:lnTo>
                    <a:pt x="1820" y="358"/>
                  </a:lnTo>
                  <a:lnTo>
                    <a:pt x="2464" y="0"/>
                  </a:lnTo>
                  <a:lnTo>
                    <a:pt x="2873" y="53"/>
                  </a:lnTo>
                  <a:lnTo>
                    <a:pt x="3850" y="1928"/>
                  </a:lnTo>
                  <a:lnTo>
                    <a:pt x="4549" y="2705"/>
                  </a:lnTo>
                  <a:lnTo>
                    <a:pt x="3588" y="345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2816986" y="3440638"/>
              <a:ext cx="34329" cy="13630"/>
            </a:xfrm>
            <a:custGeom>
              <a:avLst/>
              <a:pathLst>
                <a:path w="34329" h="13630">
                  <a:moveTo>
                    <a:pt x="10399" y="102"/>
                  </a:moveTo>
                  <a:lnTo>
                    <a:pt x="12902" y="501"/>
                  </a:lnTo>
                  <a:lnTo>
                    <a:pt x="13748" y="1087"/>
                  </a:lnTo>
                  <a:lnTo>
                    <a:pt x="14876" y="1525"/>
                  </a:lnTo>
                  <a:lnTo>
                    <a:pt x="16019" y="1767"/>
                  </a:lnTo>
                  <a:lnTo>
                    <a:pt x="17050" y="2431"/>
                  </a:lnTo>
                  <a:lnTo>
                    <a:pt x="17670" y="3591"/>
                  </a:lnTo>
                  <a:lnTo>
                    <a:pt x="18213" y="3955"/>
                  </a:lnTo>
                  <a:lnTo>
                    <a:pt x="19894" y="4727"/>
                  </a:lnTo>
                  <a:lnTo>
                    <a:pt x="20483" y="5404"/>
                  </a:lnTo>
                  <a:lnTo>
                    <a:pt x="20368" y="5741"/>
                  </a:lnTo>
                  <a:lnTo>
                    <a:pt x="17186" y="6023"/>
                  </a:lnTo>
                  <a:lnTo>
                    <a:pt x="16138" y="5911"/>
                  </a:lnTo>
                  <a:lnTo>
                    <a:pt x="15143" y="6129"/>
                  </a:lnTo>
                  <a:lnTo>
                    <a:pt x="14845" y="6551"/>
                  </a:lnTo>
                  <a:lnTo>
                    <a:pt x="14872" y="6991"/>
                  </a:lnTo>
                  <a:lnTo>
                    <a:pt x="15425" y="7295"/>
                  </a:lnTo>
                  <a:lnTo>
                    <a:pt x="16600" y="7577"/>
                  </a:lnTo>
                  <a:lnTo>
                    <a:pt x="17754" y="7548"/>
                  </a:lnTo>
                  <a:lnTo>
                    <a:pt x="19888" y="7205"/>
                  </a:lnTo>
                  <a:lnTo>
                    <a:pt x="20857" y="7279"/>
                  </a:lnTo>
                  <a:lnTo>
                    <a:pt x="21951" y="7630"/>
                  </a:lnTo>
                  <a:lnTo>
                    <a:pt x="23043" y="7683"/>
                  </a:lnTo>
                  <a:lnTo>
                    <a:pt x="25872" y="6565"/>
                  </a:lnTo>
                  <a:lnTo>
                    <a:pt x="26599" y="6365"/>
                  </a:lnTo>
                  <a:lnTo>
                    <a:pt x="27332" y="6427"/>
                  </a:lnTo>
                  <a:lnTo>
                    <a:pt x="31225" y="7742"/>
                  </a:lnTo>
                  <a:lnTo>
                    <a:pt x="32043" y="8389"/>
                  </a:lnTo>
                  <a:lnTo>
                    <a:pt x="31490" y="8758"/>
                  </a:lnTo>
                  <a:lnTo>
                    <a:pt x="31005" y="9279"/>
                  </a:lnTo>
                  <a:lnTo>
                    <a:pt x="31217" y="9654"/>
                  </a:lnTo>
                  <a:lnTo>
                    <a:pt x="33081" y="10169"/>
                  </a:lnTo>
                  <a:lnTo>
                    <a:pt x="33849" y="10853"/>
                  </a:lnTo>
                  <a:lnTo>
                    <a:pt x="34329" y="11121"/>
                  </a:lnTo>
                  <a:lnTo>
                    <a:pt x="34229" y="11694"/>
                  </a:lnTo>
                  <a:lnTo>
                    <a:pt x="33966" y="12404"/>
                  </a:lnTo>
                  <a:lnTo>
                    <a:pt x="33986" y="13205"/>
                  </a:lnTo>
                  <a:lnTo>
                    <a:pt x="33033" y="13630"/>
                  </a:lnTo>
                  <a:lnTo>
                    <a:pt x="32607" y="13629"/>
                  </a:lnTo>
                  <a:lnTo>
                    <a:pt x="30554" y="13204"/>
                  </a:lnTo>
                  <a:lnTo>
                    <a:pt x="24182" y="12963"/>
                  </a:lnTo>
                  <a:lnTo>
                    <a:pt x="22133" y="12602"/>
                  </a:lnTo>
                  <a:lnTo>
                    <a:pt x="18999" y="11032"/>
                  </a:lnTo>
                  <a:lnTo>
                    <a:pt x="17783" y="10932"/>
                  </a:lnTo>
                  <a:lnTo>
                    <a:pt x="16521" y="10552"/>
                  </a:lnTo>
                  <a:lnTo>
                    <a:pt x="14590" y="9424"/>
                  </a:lnTo>
                  <a:lnTo>
                    <a:pt x="11210" y="8536"/>
                  </a:lnTo>
                  <a:lnTo>
                    <a:pt x="9057" y="7437"/>
                  </a:lnTo>
                  <a:lnTo>
                    <a:pt x="9115" y="6519"/>
                  </a:lnTo>
                  <a:lnTo>
                    <a:pt x="8826" y="5876"/>
                  </a:lnTo>
                  <a:lnTo>
                    <a:pt x="8426" y="5596"/>
                  </a:lnTo>
                  <a:lnTo>
                    <a:pt x="8007" y="5453"/>
                  </a:lnTo>
                  <a:lnTo>
                    <a:pt x="6793" y="5226"/>
                  </a:lnTo>
                  <a:lnTo>
                    <a:pt x="5589" y="5278"/>
                  </a:lnTo>
                  <a:lnTo>
                    <a:pt x="4989" y="5549"/>
                  </a:lnTo>
                  <a:lnTo>
                    <a:pt x="3998" y="6232"/>
                  </a:lnTo>
                  <a:lnTo>
                    <a:pt x="2904" y="6350"/>
                  </a:lnTo>
                  <a:lnTo>
                    <a:pt x="2057" y="6213"/>
                  </a:lnTo>
                  <a:lnTo>
                    <a:pt x="1867" y="6061"/>
                  </a:lnTo>
                  <a:lnTo>
                    <a:pt x="1855" y="4276"/>
                  </a:lnTo>
                  <a:lnTo>
                    <a:pt x="917" y="4024"/>
                  </a:lnTo>
                  <a:lnTo>
                    <a:pt x="139" y="3311"/>
                  </a:lnTo>
                  <a:lnTo>
                    <a:pt x="0" y="2342"/>
                  </a:lnTo>
                  <a:lnTo>
                    <a:pt x="328" y="1441"/>
                  </a:lnTo>
                  <a:lnTo>
                    <a:pt x="1527" y="349"/>
                  </a:lnTo>
                  <a:lnTo>
                    <a:pt x="2890" y="215"/>
                  </a:lnTo>
                  <a:lnTo>
                    <a:pt x="4268" y="405"/>
                  </a:lnTo>
                  <a:lnTo>
                    <a:pt x="5667" y="166"/>
                  </a:lnTo>
                  <a:lnTo>
                    <a:pt x="7873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3321080" y="3438148"/>
              <a:ext cx="5716" cy="3845"/>
            </a:xfrm>
            <a:custGeom>
              <a:avLst/>
              <a:pathLst>
                <a:path w="5716" h="3845">
                  <a:moveTo>
                    <a:pt x="2537" y="3576"/>
                  </a:moveTo>
                  <a:lnTo>
                    <a:pt x="1625" y="3845"/>
                  </a:lnTo>
                  <a:lnTo>
                    <a:pt x="1025" y="3697"/>
                  </a:lnTo>
                  <a:lnTo>
                    <a:pt x="0" y="2999"/>
                  </a:lnTo>
                  <a:lnTo>
                    <a:pt x="115" y="2458"/>
                  </a:lnTo>
                  <a:lnTo>
                    <a:pt x="588" y="2077"/>
                  </a:lnTo>
                  <a:lnTo>
                    <a:pt x="926" y="1671"/>
                  </a:lnTo>
                  <a:lnTo>
                    <a:pt x="2975" y="179"/>
                  </a:lnTo>
                  <a:lnTo>
                    <a:pt x="4469" y="0"/>
                  </a:lnTo>
                  <a:lnTo>
                    <a:pt x="5716" y="326"/>
                  </a:lnTo>
                  <a:lnTo>
                    <a:pt x="4393" y="1737"/>
                  </a:lnTo>
                  <a:lnTo>
                    <a:pt x="4023" y="273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3027936" y="3435925"/>
              <a:ext cx="5618" cy="3781"/>
            </a:xfrm>
            <a:custGeom>
              <a:avLst/>
              <a:pathLst>
                <a:path w="5618" h="3781">
                  <a:moveTo>
                    <a:pt x="5618" y="3142"/>
                  </a:moveTo>
                  <a:lnTo>
                    <a:pt x="4467" y="3781"/>
                  </a:lnTo>
                  <a:lnTo>
                    <a:pt x="2373" y="3620"/>
                  </a:lnTo>
                  <a:lnTo>
                    <a:pt x="746" y="2579"/>
                  </a:lnTo>
                  <a:lnTo>
                    <a:pt x="79" y="1190"/>
                  </a:lnTo>
                  <a:lnTo>
                    <a:pt x="0" y="704"/>
                  </a:lnTo>
                  <a:lnTo>
                    <a:pt x="446" y="347"/>
                  </a:lnTo>
                  <a:lnTo>
                    <a:pt x="1507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3302634" y="3434243"/>
              <a:ext cx="17715" cy="11031"/>
            </a:xfrm>
            <a:custGeom>
              <a:avLst/>
              <a:pathLst>
                <a:path w="17715" h="11031">
                  <a:moveTo>
                    <a:pt x="16480" y="3877"/>
                  </a:moveTo>
                  <a:lnTo>
                    <a:pt x="15113" y="5701"/>
                  </a:lnTo>
                  <a:lnTo>
                    <a:pt x="14890" y="5907"/>
                  </a:lnTo>
                  <a:lnTo>
                    <a:pt x="13516" y="6344"/>
                  </a:lnTo>
                  <a:lnTo>
                    <a:pt x="14011" y="6848"/>
                  </a:lnTo>
                  <a:lnTo>
                    <a:pt x="14388" y="7076"/>
                  </a:lnTo>
                  <a:lnTo>
                    <a:pt x="14624" y="7653"/>
                  </a:lnTo>
                  <a:lnTo>
                    <a:pt x="15414" y="8462"/>
                  </a:lnTo>
                  <a:lnTo>
                    <a:pt x="16369" y="8980"/>
                  </a:lnTo>
                  <a:lnTo>
                    <a:pt x="15556" y="10391"/>
                  </a:lnTo>
                  <a:lnTo>
                    <a:pt x="14396" y="11031"/>
                  </a:lnTo>
                  <a:lnTo>
                    <a:pt x="1850" y="7144"/>
                  </a:lnTo>
                  <a:lnTo>
                    <a:pt x="881" y="6521"/>
                  </a:lnTo>
                  <a:lnTo>
                    <a:pt x="409" y="6057"/>
                  </a:lnTo>
                  <a:lnTo>
                    <a:pt x="56" y="5333"/>
                  </a:lnTo>
                  <a:lnTo>
                    <a:pt x="0" y="4603"/>
                  </a:lnTo>
                  <a:lnTo>
                    <a:pt x="321" y="4022"/>
                  </a:lnTo>
                  <a:lnTo>
                    <a:pt x="744" y="3696"/>
                  </a:lnTo>
                  <a:lnTo>
                    <a:pt x="1880" y="3290"/>
                  </a:lnTo>
                  <a:lnTo>
                    <a:pt x="3043" y="3262"/>
                  </a:lnTo>
                  <a:lnTo>
                    <a:pt x="5586" y="4023"/>
                  </a:lnTo>
                  <a:lnTo>
                    <a:pt x="5949" y="3914"/>
                  </a:lnTo>
                  <a:lnTo>
                    <a:pt x="6425" y="3224"/>
                  </a:lnTo>
                  <a:lnTo>
                    <a:pt x="7759" y="3207"/>
                  </a:lnTo>
                  <a:lnTo>
                    <a:pt x="8065" y="2635"/>
                  </a:lnTo>
                  <a:lnTo>
                    <a:pt x="6215" y="2424"/>
                  </a:lnTo>
                  <a:lnTo>
                    <a:pt x="4693" y="1844"/>
                  </a:lnTo>
                  <a:lnTo>
                    <a:pt x="3733" y="1263"/>
                  </a:lnTo>
                  <a:lnTo>
                    <a:pt x="3456" y="821"/>
                  </a:lnTo>
                  <a:lnTo>
                    <a:pt x="6807" y="0"/>
                  </a:lnTo>
                  <a:lnTo>
                    <a:pt x="15350" y="1022"/>
                  </a:lnTo>
                  <a:lnTo>
                    <a:pt x="16659" y="1374"/>
                  </a:lnTo>
                  <a:lnTo>
                    <a:pt x="17224" y="1825"/>
                  </a:lnTo>
                  <a:lnTo>
                    <a:pt x="17715" y="246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3132181" y="3434233"/>
              <a:ext cx="3381" cy="1401"/>
            </a:xfrm>
            <a:custGeom>
              <a:avLst/>
              <a:pathLst>
                <a:path w="3381" h="1401">
                  <a:moveTo>
                    <a:pt x="3004" y="1394"/>
                  </a:moveTo>
                  <a:lnTo>
                    <a:pt x="1396" y="1401"/>
                  </a:lnTo>
                  <a:lnTo>
                    <a:pt x="331" y="894"/>
                  </a:lnTo>
                  <a:lnTo>
                    <a:pt x="0" y="562"/>
                  </a:lnTo>
                  <a:lnTo>
                    <a:pt x="626" y="46"/>
                  </a:lnTo>
                  <a:lnTo>
                    <a:pt x="1030" y="0"/>
                  </a:lnTo>
                  <a:lnTo>
                    <a:pt x="2967" y="869"/>
                  </a:lnTo>
                  <a:lnTo>
                    <a:pt x="3381" y="122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3155295" y="3430434"/>
              <a:ext cx="8694" cy="9202"/>
            </a:xfrm>
            <a:custGeom>
              <a:avLst/>
              <a:pathLst>
                <a:path w="8694" h="9202">
                  <a:moveTo>
                    <a:pt x="4818" y="8855"/>
                  </a:moveTo>
                  <a:lnTo>
                    <a:pt x="3082" y="9202"/>
                  </a:lnTo>
                  <a:lnTo>
                    <a:pt x="1505" y="9040"/>
                  </a:lnTo>
                  <a:lnTo>
                    <a:pt x="2077" y="5865"/>
                  </a:lnTo>
                  <a:lnTo>
                    <a:pt x="2962" y="5050"/>
                  </a:lnTo>
                  <a:lnTo>
                    <a:pt x="2723" y="4470"/>
                  </a:lnTo>
                  <a:lnTo>
                    <a:pt x="1121" y="2876"/>
                  </a:lnTo>
                  <a:lnTo>
                    <a:pt x="0" y="1065"/>
                  </a:lnTo>
                  <a:lnTo>
                    <a:pt x="545" y="648"/>
                  </a:lnTo>
                  <a:lnTo>
                    <a:pt x="3467" y="0"/>
                  </a:lnTo>
                  <a:lnTo>
                    <a:pt x="6836" y="125"/>
                  </a:lnTo>
                  <a:lnTo>
                    <a:pt x="8163" y="882"/>
                  </a:lnTo>
                  <a:lnTo>
                    <a:pt x="8578" y="1864"/>
                  </a:lnTo>
                  <a:lnTo>
                    <a:pt x="8418" y="2571"/>
                  </a:lnTo>
                  <a:lnTo>
                    <a:pt x="7328" y="3853"/>
                  </a:lnTo>
                  <a:lnTo>
                    <a:pt x="8456" y="4276"/>
                  </a:lnTo>
                  <a:lnTo>
                    <a:pt x="8694" y="5150"/>
                  </a:lnTo>
                  <a:lnTo>
                    <a:pt x="8462" y="6215"/>
                  </a:lnTo>
                  <a:lnTo>
                    <a:pt x="7350" y="7484"/>
                  </a:lnTo>
                  <a:lnTo>
                    <a:pt x="6353" y="821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3121208" y="3429328"/>
              <a:ext cx="8012" cy="2814"/>
            </a:xfrm>
            <a:custGeom>
              <a:avLst/>
              <a:pathLst>
                <a:path w="8012" h="2814">
                  <a:moveTo>
                    <a:pt x="2326" y="2747"/>
                  </a:moveTo>
                  <a:lnTo>
                    <a:pt x="506" y="2814"/>
                  </a:lnTo>
                  <a:lnTo>
                    <a:pt x="0" y="2493"/>
                  </a:lnTo>
                  <a:lnTo>
                    <a:pt x="542" y="1831"/>
                  </a:lnTo>
                  <a:lnTo>
                    <a:pt x="4918" y="685"/>
                  </a:lnTo>
                  <a:lnTo>
                    <a:pt x="6687" y="0"/>
                  </a:lnTo>
                  <a:lnTo>
                    <a:pt x="6949" y="107"/>
                  </a:lnTo>
                  <a:lnTo>
                    <a:pt x="7181" y="329"/>
                  </a:lnTo>
                  <a:lnTo>
                    <a:pt x="7937" y="1688"/>
                  </a:lnTo>
                  <a:lnTo>
                    <a:pt x="8012" y="201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3866307" y="3429196"/>
              <a:ext cx="3898" cy="3406"/>
            </a:xfrm>
            <a:custGeom>
              <a:avLst/>
              <a:pathLst>
                <a:path w="3898" h="3406">
                  <a:moveTo>
                    <a:pt x="3898" y="3075"/>
                  </a:moveTo>
                  <a:lnTo>
                    <a:pt x="3233" y="3406"/>
                  </a:lnTo>
                  <a:lnTo>
                    <a:pt x="1882" y="3397"/>
                  </a:lnTo>
                  <a:lnTo>
                    <a:pt x="601" y="2702"/>
                  </a:lnTo>
                  <a:lnTo>
                    <a:pt x="64" y="1724"/>
                  </a:lnTo>
                  <a:lnTo>
                    <a:pt x="0" y="1007"/>
                  </a:lnTo>
                  <a:lnTo>
                    <a:pt x="578" y="208"/>
                  </a:lnTo>
                  <a:lnTo>
                    <a:pt x="1520" y="0"/>
                  </a:lnTo>
                  <a:lnTo>
                    <a:pt x="2021" y="271"/>
                  </a:lnTo>
                  <a:lnTo>
                    <a:pt x="3254" y="197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4669770" y="3424044"/>
              <a:ext cx="4082" cy="2943"/>
            </a:xfrm>
            <a:custGeom>
              <a:avLst/>
              <a:pathLst>
                <a:path w="4082" h="2943">
                  <a:moveTo>
                    <a:pt x="499" y="2942"/>
                  </a:moveTo>
                  <a:lnTo>
                    <a:pt x="0" y="2943"/>
                  </a:lnTo>
                  <a:lnTo>
                    <a:pt x="257" y="2389"/>
                  </a:lnTo>
                  <a:lnTo>
                    <a:pt x="1489" y="1408"/>
                  </a:lnTo>
                  <a:lnTo>
                    <a:pt x="2442" y="194"/>
                  </a:lnTo>
                  <a:lnTo>
                    <a:pt x="3031" y="0"/>
                  </a:lnTo>
                  <a:lnTo>
                    <a:pt x="4082" y="1063"/>
                  </a:lnTo>
                  <a:lnTo>
                    <a:pt x="3862" y="1946"/>
                  </a:lnTo>
                  <a:lnTo>
                    <a:pt x="2465" y="260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3899924" y="3422809"/>
              <a:ext cx="4298" cy="2725"/>
            </a:xfrm>
            <a:custGeom>
              <a:avLst/>
              <a:pathLst>
                <a:path w="4298" h="2725">
                  <a:moveTo>
                    <a:pt x="4298" y="2408"/>
                  </a:moveTo>
                  <a:lnTo>
                    <a:pt x="3546" y="2725"/>
                  </a:lnTo>
                  <a:lnTo>
                    <a:pt x="2300" y="2608"/>
                  </a:lnTo>
                  <a:lnTo>
                    <a:pt x="708" y="1902"/>
                  </a:lnTo>
                  <a:lnTo>
                    <a:pt x="185" y="1370"/>
                  </a:lnTo>
                  <a:lnTo>
                    <a:pt x="0" y="889"/>
                  </a:lnTo>
                  <a:lnTo>
                    <a:pt x="458" y="194"/>
                  </a:lnTo>
                  <a:lnTo>
                    <a:pt x="830" y="0"/>
                  </a:lnTo>
                  <a:lnTo>
                    <a:pt x="1650" y="81"/>
                  </a:lnTo>
                  <a:lnTo>
                    <a:pt x="3090" y="984"/>
                  </a:lnTo>
                  <a:lnTo>
                    <a:pt x="4054" y="194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4681915" y="3421321"/>
              <a:ext cx="2136" cy="2130"/>
            </a:xfrm>
            <a:custGeom>
              <a:avLst/>
              <a:pathLst>
                <a:path w="2136" h="2130">
                  <a:moveTo>
                    <a:pt x="2136" y="332"/>
                  </a:moveTo>
                  <a:lnTo>
                    <a:pt x="940" y="2130"/>
                  </a:lnTo>
                  <a:lnTo>
                    <a:pt x="482" y="2094"/>
                  </a:lnTo>
                  <a:lnTo>
                    <a:pt x="0" y="1036"/>
                  </a:lnTo>
                  <a:lnTo>
                    <a:pt x="421" y="390"/>
                  </a:lnTo>
                  <a:lnTo>
                    <a:pt x="979" y="0"/>
                  </a:lnTo>
                  <a:lnTo>
                    <a:pt x="1917" y="19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3054598" y="3419505"/>
              <a:ext cx="64168" cy="11361"/>
            </a:xfrm>
            <a:custGeom>
              <a:avLst/>
              <a:pathLst>
                <a:path w="64168" h="11361">
                  <a:moveTo>
                    <a:pt x="39948" y="2074"/>
                  </a:moveTo>
                  <a:lnTo>
                    <a:pt x="39145" y="3552"/>
                  </a:lnTo>
                  <a:lnTo>
                    <a:pt x="39221" y="5011"/>
                  </a:lnTo>
                  <a:lnTo>
                    <a:pt x="41537" y="4921"/>
                  </a:lnTo>
                  <a:lnTo>
                    <a:pt x="42550" y="2163"/>
                  </a:lnTo>
                  <a:lnTo>
                    <a:pt x="44738" y="1657"/>
                  </a:lnTo>
                  <a:lnTo>
                    <a:pt x="45791" y="3299"/>
                  </a:lnTo>
                  <a:lnTo>
                    <a:pt x="44765" y="4621"/>
                  </a:lnTo>
                  <a:lnTo>
                    <a:pt x="45298" y="5376"/>
                  </a:lnTo>
                  <a:lnTo>
                    <a:pt x="45916" y="5921"/>
                  </a:lnTo>
                  <a:lnTo>
                    <a:pt x="47005" y="5932"/>
                  </a:lnTo>
                  <a:lnTo>
                    <a:pt x="47981" y="5133"/>
                  </a:lnTo>
                  <a:lnTo>
                    <a:pt x="48421" y="4564"/>
                  </a:lnTo>
                  <a:lnTo>
                    <a:pt x="48806" y="3928"/>
                  </a:lnTo>
                  <a:lnTo>
                    <a:pt x="49431" y="2514"/>
                  </a:lnTo>
                  <a:lnTo>
                    <a:pt x="51506" y="1216"/>
                  </a:lnTo>
                  <a:lnTo>
                    <a:pt x="56105" y="1012"/>
                  </a:lnTo>
                  <a:lnTo>
                    <a:pt x="58549" y="1837"/>
                  </a:lnTo>
                  <a:lnTo>
                    <a:pt x="56910" y="3924"/>
                  </a:lnTo>
                  <a:lnTo>
                    <a:pt x="52968" y="5131"/>
                  </a:lnTo>
                  <a:lnTo>
                    <a:pt x="50470" y="6389"/>
                  </a:lnTo>
                  <a:lnTo>
                    <a:pt x="51310" y="6739"/>
                  </a:lnTo>
                  <a:lnTo>
                    <a:pt x="52175" y="6914"/>
                  </a:lnTo>
                  <a:lnTo>
                    <a:pt x="52943" y="6858"/>
                  </a:lnTo>
                  <a:lnTo>
                    <a:pt x="55168" y="6190"/>
                  </a:lnTo>
                  <a:lnTo>
                    <a:pt x="60617" y="4996"/>
                  </a:lnTo>
                  <a:lnTo>
                    <a:pt x="62708" y="4085"/>
                  </a:lnTo>
                  <a:lnTo>
                    <a:pt x="63427" y="4249"/>
                  </a:lnTo>
                  <a:lnTo>
                    <a:pt x="63426" y="5735"/>
                  </a:lnTo>
                  <a:lnTo>
                    <a:pt x="64168" y="6764"/>
                  </a:lnTo>
                  <a:lnTo>
                    <a:pt x="63749" y="9013"/>
                  </a:lnTo>
                  <a:lnTo>
                    <a:pt x="61381" y="9417"/>
                  </a:lnTo>
                  <a:lnTo>
                    <a:pt x="58992" y="9624"/>
                  </a:lnTo>
                  <a:lnTo>
                    <a:pt x="59596" y="10613"/>
                  </a:lnTo>
                  <a:lnTo>
                    <a:pt x="59449" y="11026"/>
                  </a:lnTo>
                  <a:lnTo>
                    <a:pt x="59242" y="11346"/>
                  </a:lnTo>
                  <a:lnTo>
                    <a:pt x="53178" y="10933"/>
                  </a:lnTo>
                  <a:lnTo>
                    <a:pt x="52126" y="11078"/>
                  </a:lnTo>
                  <a:lnTo>
                    <a:pt x="51077" y="11361"/>
                  </a:lnTo>
                  <a:lnTo>
                    <a:pt x="50009" y="11298"/>
                  </a:lnTo>
                  <a:lnTo>
                    <a:pt x="47903" y="10560"/>
                  </a:lnTo>
                  <a:lnTo>
                    <a:pt x="46812" y="10572"/>
                  </a:lnTo>
                  <a:lnTo>
                    <a:pt x="44636" y="10933"/>
                  </a:lnTo>
                  <a:lnTo>
                    <a:pt x="42434" y="11064"/>
                  </a:lnTo>
                  <a:lnTo>
                    <a:pt x="39264" y="11050"/>
                  </a:lnTo>
                  <a:lnTo>
                    <a:pt x="36952" y="10933"/>
                  </a:lnTo>
                  <a:lnTo>
                    <a:pt x="34748" y="10125"/>
                  </a:lnTo>
                  <a:lnTo>
                    <a:pt x="32470" y="9895"/>
                  </a:lnTo>
                  <a:lnTo>
                    <a:pt x="29941" y="9878"/>
                  </a:lnTo>
                  <a:lnTo>
                    <a:pt x="27240" y="8966"/>
                  </a:lnTo>
                  <a:lnTo>
                    <a:pt x="24988" y="8593"/>
                  </a:lnTo>
                  <a:lnTo>
                    <a:pt x="21753" y="7652"/>
                  </a:lnTo>
                  <a:lnTo>
                    <a:pt x="20904" y="7298"/>
                  </a:lnTo>
                  <a:lnTo>
                    <a:pt x="20041" y="7098"/>
                  </a:lnTo>
                  <a:lnTo>
                    <a:pt x="18507" y="7174"/>
                  </a:lnTo>
                  <a:lnTo>
                    <a:pt x="6732" y="5745"/>
                  </a:lnTo>
                  <a:lnTo>
                    <a:pt x="5003" y="5774"/>
                  </a:lnTo>
                  <a:lnTo>
                    <a:pt x="3881" y="5949"/>
                  </a:lnTo>
                  <a:lnTo>
                    <a:pt x="2757" y="5874"/>
                  </a:lnTo>
                  <a:lnTo>
                    <a:pt x="461" y="5181"/>
                  </a:lnTo>
                  <a:lnTo>
                    <a:pt x="0" y="4425"/>
                  </a:lnTo>
                  <a:lnTo>
                    <a:pt x="239" y="3743"/>
                  </a:lnTo>
                  <a:lnTo>
                    <a:pt x="729" y="3424"/>
                  </a:lnTo>
                  <a:lnTo>
                    <a:pt x="1754" y="3091"/>
                  </a:lnTo>
                  <a:lnTo>
                    <a:pt x="18095" y="1422"/>
                  </a:lnTo>
                  <a:lnTo>
                    <a:pt x="19820" y="964"/>
                  </a:lnTo>
                  <a:lnTo>
                    <a:pt x="21088" y="1020"/>
                  </a:lnTo>
                  <a:lnTo>
                    <a:pt x="22029" y="2450"/>
                  </a:lnTo>
                  <a:lnTo>
                    <a:pt x="23466" y="3937"/>
                  </a:lnTo>
                  <a:lnTo>
                    <a:pt x="23932" y="3913"/>
                  </a:lnTo>
                  <a:lnTo>
                    <a:pt x="24396" y="3755"/>
                  </a:lnTo>
                  <a:lnTo>
                    <a:pt x="26022" y="2526"/>
                  </a:lnTo>
                  <a:lnTo>
                    <a:pt x="28945" y="2906"/>
                  </a:lnTo>
                  <a:lnTo>
                    <a:pt x="30572" y="2353"/>
                  </a:lnTo>
                  <a:lnTo>
                    <a:pt x="31684" y="1262"/>
                  </a:lnTo>
                  <a:lnTo>
                    <a:pt x="34987" y="0"/>
                  </a:lnTo>
                  <a:lnTo>
                    <a:pt x="37080" y="248"/>
                  </a:lnTo>
                  <a:lnTo>
                    <a:pt x="39020" y="78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3990364" y="3409574"/>
              <a:ext cx="4246" cy="2578"/>
            </a:xfrm>
            <a:custGeom>
              <a:avLst/>
              <a:pathLst>
                <a:path w="4246" h="2578">
                  <a:moveTo>
                    <a:pt x="4246" y="2259"/>
                  </a:moveTo>
                  <a:lnTo>
                    <a:pt x="3247" y="2578"/>
                  </a:lnTo>
                  <a:lnTo>
                    <a:pt x="1914" y="2489"/>
                  </a:lnTo>
                  <a:lnTo>
                    <a:pt x="893" y="2079"/>
                  </a:lnTo>
                  <a:lnTo>
                    <a:pt x="172" y="1272"/>
                  </a:lnTo>
                  <a:lnTo>
                    <a:pt x="0" y="949"/>
                  </a:lnTo>
                  <a:lnTo>
                    <a:pt x="115" y="410"/>
                  </a:lnTo>
                  <a:lnTo>
                    <a:pt x="46" y="144"/>
                  </a:lnTo>
                  <a:lnTo>
                    <a:pt x="1332" y="0"/>
                  </a:lnTo>
                  <a:lnTo>
                    <a:pt x="1807" y="337"/>
                  </a:lnTo>
                  <a:lnTo>
                    <a:pt x="2010" y="60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3445964" y="3407653"/>
              <a:ext cx="4069" cy="2017"/>
            </a:xfrm>
            <a:custGeom>
              <a:avLst/>
              <a:pathLst>
                <a:path w="4069" h="2017">
                  <a:moveTo>
                    <a:pt x="3729" y="1936"/>
                  </a:moveTo>
                  <a:lnTo>
                    <a:pt x="2784" y="2017"/>
                  </a:lnTo>
                  <a:lnTo>
                    <a:pt x="1482" y="1772"/>
                  </a:lnTo>
                  <a:lnTo>
                    <a:pt x="379" y="1302"/>
                  </a:lnTo>
                  <a:lnTo>
                    <a:pt x="0" y="743"/>
                  </a:lnTo>
                  <a:lnTo>
                    <a:pt x="543" y="283"/>
                  </a:lnTo>
                  <a:lnTo>
                    <a:pt x="1548" y="0"/>
                  </a:lnTo>
                  <a:lnTo>
                    <a:pt x="3153" y="84"/>
                  </a:lnTo>
                  <a:lnTo>
                    <a:pt x="3908" y="675"/>
                  </a:lnTo>
                  <a:lnTo>
                    <a:pt x="4069" y="1191"/>
                  </a:lnTo>
                  <a:lnTo>
                    <a:pt x="3884" y="176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3988748" y="3404311"/>
              <a:ext cx="14024" cy="6877"/>
            </a:xfrm>
            <a:custGeom>
              <a:avLst/>
              <a:pathLst>
                <a:path w="14024" h="6877">
                  <a:moveTo>
                    <a:pt x="9856" y="1302"/>
                  </a:moveTo>
                  <a:lnTo>
                    <a:pt x="10891" y="1757"/>
                  </a:lnTo>
                  <a:lnTo>
                    <a:pt x="12479" y="1697"/>
                  </a:lnTo>
                  <a:lnTo>
                    <a:pt x="14024" y="2043"/>
                  </a:lnTo>
                  <a:lnTo>
                    <a:pt x="13771" y="2523"/>
                  </a:lnTo>
                  <a:lnTo>
                    <a:pt x="12885" y="3168"/>
                  </a:lnTo>
                  <a:lnTo>
                    <a:pt x="12123" y="4512"/>
                  </a:lnTo>
                  <a:lnTo>
                    <a:pt x="11407" y="5160"/>
                  </a:lnTo>
                  <a:lnTo>
                    <a:pt x="9157" y="6509"/>
                  </a:lnTo>
                  <a:lnTo>
                    <a:pt x="7485" y="6877"/>
                  </a:lnTo>
                  <a:lnTo>
                    <a:pt x="7090" y="6113"/>
                  </a:lnTo>
                  <a:lnTo>
                    <a:pt x="7121" y="5332"/>
                  </a:lnTo>
                  <a:lnTo>
                    <a:pt x="7279" y="4746"/>
                  </a:lnTo>
                  <a:lnTo>
                    <a:pt x="7323" y="4293"/>
                  </a:lnTo>
                  <a:lnTo>
                    <a:pt x="5785" y="3708"/>
                  </a:lnTo>
                  <a:lnTo>
                    <a:pt x="5673" y="2913"/>
                  </a:lnTo>
                  <a:lnTo>
                    <a:pt x="5370" y="2469"/>
                  </a:lnTo>
                  <a:lnTo>
                    <a:pt x="810" y="858"/>
                  </a:lnTo>
                  <a:lnTo>
                    <a:pt x="0" y="400"/>
                  </a:lnTo>
                  <a:lnTo>
                    <a:pt x="355" y="123"/>
                  </a:lnTo>
                  <a:lnTo>
                    <a:pt x="5057" y="0"/>
                  </a:lnTo>
                  <a:lnTo>
                    <a:pt x="7803" y="27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3298706" y="3402616"/>
              <a:ext cx="28015" cy="8088"/>
            </a:xfrm>
            <a:custGeom>
              <a:avLst/>
              <a:pathLst>
                <a:path w="28015" h="8088">
                  <a:moveTo>
                    <a:pt x="26536" y="1146"/>
                  </a:moveTo>
                  <a:lnTo>
                    <a:pt x="28015" y="2378"/>
                  </a:lnTo>
                  <a:lnTo>
                    <a:pt x="26651" y="3367"/>
                  </a:lnTo>
                  <a:lnTo>
                    <a:pt x="21821" y="5177"/>
                  </a:lnTo>
                  <a:lnTo>
                    <a:pt x="18985" y="5865"/>
                  </a:lnTo>
                  <a:lnTo>
                    <a:pt x="16137" y="6407"/>
                  </a:lnTo>
                  <a:lnTo>
                    <a:pt x="3171" y="8082"/>
                  </a:lnTo>
                  <a:lnTo>
                    <a:pt x="2272" y="8088"/>
                  </a:lnTo>
                  <a:lnTo>
                    <a:pt x="1396" y="7864"/>
                  </a:lnTo>
                  <a:lnTo>
                    <a:pt x="851" y="7496"/>
                  </a:lnTo>
                  <a:lnTo>
                    <a:pt x="0" y="6107"/>
                  </a:lnTo>
                  <a:lnTo>
                    <a:pt x="106" y="5418"/>
                  </a:lnTo>
                  <a:lnTo>
                    <a:pt x="1266" y="4759"/>
                  </a:lnTo>
                  <a:lnTo>
                    <a:pt x="2484" y="4335"/>
                  </a:lnTo>
                  <a:lnTo>
                    <a:pt x="4512" y="3947"/>
                  </a:lnTo>
                  <a:lnTo>
                    <a:pt x="12313" y="3063"/>
                  </a:lnTo>
                  <a:lnTo>
                    <a:pt x="13099" y="2773"/>
                  </a:lnTo>
                  <a:lnTo>
                    <a:pt x="13733" y="2128"/>
                  </a:lnTo>
                  <a:lnTo>
                    <a:pt x="13945" y="1362"/>
                  </a:lnTo>
                  <a:lnTo>
                    <a:pt x="14229" y="780"/>
                  </a:lnTo>
                  <a:lnTo>
                    <a:pt x="14739" y="520"/>
                  </a:lnTo>
                  <a:lnTo>
                    <a:pt x="15260" y="524"/>
                  </a:lnTo>
                  <a:lnTo>
                    <a:pt x="16282" y="1088"/>
                  </a:lnTo>
                  <a:lnTo>
                    <a:pt x="18182" y="3334"/>
                  </a:lnTo>
                  <a:lnTo>
                    <a:pt x="18773" y="3023"/>
                  </a:lnTo>
                  <a:lnTo>
                    <a:pt x="19327" y="2423"/>
                  </a:lnTo>
                  <a:lnTo>
                    <a:pt x="19445" y="471"/>
                  </a:lnTo>
                  <a:lnTo>
                    <a:pt x="19967" y="320"/>
                  </a:lnTo>
                  <a:lnTo>
                    <a:pt x="21632" y="860"/>
                  </a:lnTo>
                  <a:lnTo>
                    <a:pt x="22677" y="1428"/>
                  </a:lnTo>
                  <a:lnTo>
                    <a:pt x="22695" y="332"/>
                  </a:lnTo>
                  <a:lnTo>
                    <a:pt x="23398" y="0"/>
                  </a:lnTo>
                  <a:lnTo>
                    <a:pt x="24160" y="111"/>
                  </a:lnTo>
                  <a:lnTo>
                    <a:pt x="24901" y="35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3445689" y="3402001"/>
              <a:ext cx="4981" cy="2814"/>
            </a:xfrm>
            <a:custGeom>
              <a:avLst/>
              <a:pathLst>
                <a:path w="4981" h="2814">
                  <a:moveTo>
                    <a:pt x="2222" y="2814"/>
                  </a:moveTo>
                  <a:lnTo>
                    <a:pt x="1414" y="2814"/>
                  </a:lnTo>
                  <a:lnTo>
                    <a:pt x="747" y="2522"/>
                  </a:lnTo>
                  <a:lnTo>
                    <a:pt x="165" y="1676"/>
                  </a:lnTo>
                  <a:lnTo>
                    <a:pt x="0" y="1259"/>
                  </a:lnTo>
                  <a:lnTo>
                    <a:pt x="319" y="331"/>
                  </a:lnTo>
                  <a:lnTo>
                    <a:pt x="867" y="122"/>
                  </a:lnTo>
                  <a:lnTo>
                    <a:pt x="3991" y="0"/>
                  </a:lnTo>
                  <a:lnTo>
                    <a:pt x="4948" y="494"/>
                  </a:lnTo>
                  <a:lnTo>
                    <a:pt x="4981" y="1318"/>
                  </a:lnTo>
                  <a:lnTo>
                    <a:pt x="4615" y="192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3961659" y="3400549"/>
              <a:ext cx="5145" cy="2884"/>
            </a:xfrm>
            <a:custGeom>
              <a:avLst/>
              <a:pathLst>
                <a:path w="5145" h="2884">
                  <a:moveTo>
                    <a:pt x="5145" y="2058"/>
                  </a:moveTo>
                  <a:lnTo>
                    <a:pt x="2666" y="2884"/>
                  </a:lnTo>
                  <a:lnTo>
                    <a:pt x="2432" y="2522"/>
                  </a:lnTo>
                  <a:lnTo>
                    <a:pt x="1626" y="2029"/>
                  </a:lnTo>
                  <a:lnTo>
                    <a:pt x="0" y="668"/>
                  </a:lnTo>
                  <a:lnTo>
                    <a:pt x="1838" y="572"/>
                  </a:lnTo>
                  <a:lnTo>
                    <a:pt x="3497" y="0"/>
                  </a:lnTo>
                  <a:lnTo>
                    <a:pt x="4412" y="234"/>
                  </a:lnTo>
                  <a:lnTo>
                    <a:pt x="4621" y="38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4047020" y="3400227"/>
              <a:ext cx="6387" cy="3373"/>
            </a:xfrm>
            <a:custGeom>
              <a:avLst/>
              <a:pathLst>
                <a:path w="6387" h="3373">
                  <a:moveTo>
                    <a:pt x="4278" y="3008"/>
                  </a:moveTo>
                  <a:lnTo>
                    <a:pt x="1069" y="3373"/>
                  </a:lnTo>
                  <a:lnTo>
                    <a:pt x="360" y="2952"/>
                  </a:lnTo>
                  <a:lnTo>
                    <a:pt x="0" y="2132"/>
                  </a:lnTo>
                  <a:lnTo>
                    <a:pt x="442" y="1656"/>
                  </a:lnTo>
                  <a:lnTo>
                    <a:pt x="4612" y="0"/>
                  </a:lnTo>
                  <a:lnTo>
                    <a:pt x="5753" y="153"/>
                  </a:lnTo>
                  <a:lnTo>
                    <a:pt x="6110" y="292"/>
                  </a:lnTo>
                  <a:lnTo>
                    <a:pt x="6387" y="936"/>
                  </a:lnTo>
                  <a:lnTo>
                    <a:pt x="6022" y="1917"/>
                  </a:lnTo>
                  <a:lnTo>
                    <a:pt x="5548" y="240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3989484" y="3398805"/>
              <a:ext cx="7702" cy="3567"/>
            </a:xfrm>
            <a:custGeom>
              <a:avLst/>
              <a:pathLst>
                <a:path w="7702" h="3567">
                  <a:moveTo>
                    <a:pt x="2049" y="3544"/>
                  </a:moveTo>
                  <a:lnTo>
                    <a:pt x="519" y="3567"/>
                  </a:lnTo>
                  <a:lnTo>
                    <a:pt x="62" y="3184"/>
                  </a:lnTo>
                  <a:lnTo>
                    <a:pt x="0" y="2910"/>
                  </a:lnTo>
                  <a:lnTo>
                    <a:pt x="1980" y="897"/>
                  </a:lnTo>
                  <a:lnTo>
                    <a:pt x="3061" y="385"/>
                  </a:lnTo>
                  <a:lnTo>
                    <a:pt x="5174" y="0"/>
                  </a:lnTo>
                  <a:lnTo>
                    <a:pt x="6544" y="122"/>
                  </a:lnTo>
                  <a:lnTo>
                    <a:pt x="7410" y="565"/>
                  </a:lnTo>
                  <a:lnTo>
                    <a:pt x="7686" y="1345"/>
                  </a:lnTo>
                  <a:lnTo>
                    <a:pt x="7702" y="2545"/>
                  </a:lnTo>
                  <a:lnTo>
                    <a:pt x="7178" y="317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3343326" y="3398602"/>
              <a:ext cx="4304" cy="2470"/>
            </a:xfrm>
            <a:custGeom>
              <a:avLst/>
              <a:pathLst>
                <a:path w="4304" h="2470">
                  <a:moveTo>
                    <a:pt x="948" y="0"/>
                  </a:moveTo>
                  <a:lnTo>
                    <a:pt x="1395" y="422"/>
                  </a:lnTo>
                  <a:lnTo>
                    <a:pt x="3440" y="30"/>
                  </a:lnTo>
                  <a:lnTo>
                    <a:pt x="4166" y="456"/>
                  </a:lnTo>
                  <a:lnTo>
                    <a:pt x="4304" y="730"/>
                  </a:lnTo>
                  <a:lnTo>
                    <a:pt x="3382" y="1762"/>
                  </a:lnTo>
                  <a:lnTo>
                    <a:pt x="2308" y="2423"/>
                  </a:lnTo>
                  <a:lnTo>
                    <a:pt x="1046" y="2470"/>
                  </a:lnTo>
                  <a:lnTo>
                    <a:pt x="125" y="749"/>
                  </a:lnTo>
                  <a:lnTo>
                    <a:pt x="0" y="32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4700312" y="3398590"/>
              <a:ext cx="4354" cy="5143"/>
            </a:xfrm>
            <a:custGeom>
              <a:avLst/>
              <a:pathLst>
                <a:path w="4354" h="5143">
                  <a:moveTo>
                    <a:pt x="3454" y="5137"/>
                  </a:moveTo>
                  <a:lnTo>
                    <a:pt x="2761" y="5143"/>
                  </a:lnTo>
                  <a:lnTo>
                    <a:pt x="1931" y="4989"/>
                  </a:lnTo>
                  <a:lnTo>
                    <a:pt x="838" y="3973"/>
                  </a:lnTo>
                  <a:lnTo>
                    <a:pt x="210" y="3252"/>
                  </a:lnTo>
                  <a:lnTo>
                    <a:pt x="0" y="2500"/>
                  </a:lnTo>
                  <a:lnTo>
                    <a:pt x="89" y="1005"/>
                  </a:lnTo>
                  <a:lnTo>
                    <a:pt x="643" y="280"/>
                  </a:lnTo>
                  <a:lnTo>
                    <a:pt x="1508" y="0"/>
                  </a:lnTo>
                  <a:lnTo>
                    <a:pt x="1900" y="668"/>
                  </a:lnTo>
                  <a:lnTo>
                    <a:pt x="2025" y="1442"/>
                  </a:lnTo>
                  <a:lnTo>
                    <a:pt x="2297" y="1970"/>
                  </a:lnTo>
                  <a:lnTo>
                    <a:pt x="3433" y="2686"/>
                  </a:lnTo>
                  <a:lnTo>
                    <a:pt x="3959" y="3301"/>
                  </a:lnTo>
                  <a:lnTo>
                    <a:pt x="4128" y="3629"/>
                  </a:lnTo>
                  <a:lnTo>
                    <a:pt x="4354" y="4328"/>
                  </a:lnTo>
                  <a:lnTo>
                    <a:pt x="4172" y="480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4061070" y="3398263"/>
              <a:ext cx="5183" cy="3651"/>
            </a:xfrm>
            <a:custGeom>
              <a:avLst/>
              <a:pathLst>
                <a:path w="5183" h="3651">
                  <a:moveTo>
                    <a:pt x="4315" y="3318"/>
                  </a:moveTo>
                  <a:lnTo>
                    <a:pt x="2795" y="3651"/>
                  </a:lnTo>
                  <a:lnTo>
                    <a:pt x="1040" y="2935"/>
                  </a:lnTo>
                  <a:lnTo>
                    <a:pt x="566" y="2457"/>
                  </a:lnTo>
                  <a:lnTo>
                    <a:pt x="60" y="1178"/>
                  </a:lnTo>
                  <a:lnTo>
                    <a:pt x="0" y="689"/>
                  </a:lnTo>
                  <a:lnTo>
                    <a:pt x="397" y="362"/>
                  </a:lnTo>
                  <a:lnTo>
                    <a:pt x="1762" y="0"/>
                  </a:lnTo>
                  <a:lnTo>
                    <a:pt x="4023" y="147"/>
                  </a:lnTo>
                  <a:lnTo>
                    <a:pt x="4886" y="745"/>
                  </a:lnTo>
                  <a:lnTo>
                    <a:pt x="5183" y="1782"/>
                  </a:lnTo>
                  <a:lnTo>
                    <a:pt x="4921" y="267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4268114" y="3395749"/>
              <a:ext cx="8710" cy="5403"/>
            </a:xfrm>
            <a:custGeom>
              <a:avLst/>
              <a:pathLst>
                <a:path w="8710" h="5403">
                  <a:moveTo>
                    <a:pt x="8544" y="4471"/>
                  </a:moveTo>
                  <a:lnTo>
                    <a:pt x="7936" y="5004"/>
                  </a:lnTo>
                  <a:lnTo>
                    <a:pt x="6193" y="4907"/>
                  </a:lnTo>
                  <a:lnTo>
                    <a:pt x="4882" y="5403"/>
                  </a:lnTo>
                  <a:lnTo>
                    <a:pt x="3817" y="5212"/>
                  </a:lnTo>
                  <a:lnTo>
                    <a:pt x="485" y="4357"/>
                  </a:lnTo>
                  <a:lnTo>
                    <a:pt x="96" y="3263"/>
                  </a:lnTo>
                  <a:lnTo>
                    <a:pt x="0" y="2801"/>
                  </a:lnTo>
                  <a:lnTo>
                    <a:pt x="268" y="1943"/>
                  </a:lnTo>
                  <a:lnTo>
                    <a:pt x="3282" y="166"/>
                  </a:lnTo>
                  <a:lnTo>
                    <a:pt x="4460" y="0"/>
                  </a:lnTo>
                  <a:lnTo>
                    <a:pt x="6155" y="246"/>
                  </a:lnTo>
                  <a:lnTo>
                    <a:pt x="6926" y="751"/>
                  </a:lnTo>
                  <a:lnTo>
                    <a:pt x="7410" y="1750"/>
                  </a:lnTo>
                  <a:lnTo>
                    <a:pt x="8710" y="375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4031551" y="3395221"/>
              <a:ext cx="4837" cy="5001"/>
            </a:xfrm>
            <a:custGeom>
              <a:avLst/>
              <a:pathLst>
                <a:path w="4837" h="5001">
                  <a:moveTo>
                    <a:pt x="3308" y="3241"/>
                  </a:moveTo>
                  <a:lnTo>
                    <a:pt x="2477" y="5001"/>
                  </a:lnTo>
                  <a:lnTo>
                    <a:pt x="1955" y="4956"/>
                  </a:lnTo>
                  <a:lnTo>
                    <a:pt x="1466" y="3925"/>
                  </a:lnTo>
                  <a:lnTo>
                    <a:pt x="385" y="2811"/>
                  </a:lnTo>
                  <a:lnTo>
                    <a:pt x="27" y="2039"/>
                  </a:lnTo>
                  <a:lnTo>
                    <a:pt x="0" y="994"/>
                  </a:lnTo>
                  <a:lnTo>
                    <a:pt x="729" y="377"/>
                  </a:lnTo>
                  <a:lnTo>
                    <a:pt x="3455" y="0"/>
                  </a:lnTo>
                  <a:lnTo>
                    <a:pt x="4376" y="250"/>
                  </a:lnTo>
                  <a:lnTo>
                    <a:pt x="4837" y="157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3441633" y="3392900"/>
              <a:ext cx="2804" cy="1695"/>
            </a:xfrm>
            <a:custGeom>
              <a:avLst/>
              <a:pathLst>
                <a:path w="2804" h="1695">
                  <a:moveTo>
                    <a:pt x="2326" y="1665"/>
                  </a:moveTo>
                  <a:lnTo>
                    <a:pt x="905" y="1695"/>
                  </a:lnTo>
                  <a:lnTo>
                    <a:pt x="244" y="1303"/>
                  </a:lnTo>
                  <a:lnTo>
                    <a:pt x="0" y="1062"/>
                  </a:lnTo>
                  <a:lnTo>
                    <a:pt x="169" y="514"/>
                  </a:lnTo>
                  <a:lnTo>
                    <a:pt x="730" y="0"/>
                  </a:lnTo>
                  <a:lnTo>
                    <a:pt x="2388" y="373"/>
                  </a:lnTo>
                  <a:lnTo>
                    <a:pt x="2804" y="137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3305316" y="3391108"/>
              <a:ext cx="13008" cy="6297"/>
            </a:xfrm>
            <a:custGeom>
              <a:avLst/>
              <a:pathLst>
                <a:path w="13008" h="6297">
                  <a:moveTo>
                    <a:pt x="7813" y="0"/>
                  </a:moveTo>
                  <a:lnTo>
                    <a:pt x="9487" y="343"/>
                  </a:lnTo>
                  <a:lnTo>
                    <a:pt x="11951" y="1856"/>
                  </a:lnTo>
                  <a:lnTo>
                    <a:pt x="12748" y="2637"/>
                  </a:lnTo>
                  <a:lnTo>
                    <a:pt x="13008" y="3093"/>
                  </a:lnTo>
                  <a:lnTo>
                    <a:pt x="12799" y="3401"/>
                  </a:lnTo>
                  <a:lnTo>
                    <a:pt x="11679" y="3768"/>
                  </a:lnTo>
                  <a:lnTo>
                    <a:pt x="10796" y="5633"/>
                  </a:lnTo>
                  <a:lnTo>
                    <a:pt x="9121" y="6297"/>
                  </a:lnTo>
                  <a:lnTo>
                    <a:pt x="5151" y="5880"/>
                  </a:lnTo>
                  <a:lnTo>
                    <a:pt x="815" y="5136"/>
                  </a:lnTo>
                  <a:lnTo>
                    <a:pt x="458" y="4982"/>
                  </a:lnTo>
                  <a:lnTo>
                    <a:pt x="83" y="4328"/>
                  </a:lnTo>
                  <a:lnTo>
                    <a:pt x="0" y="3572"/>
                  </a:lnTo>
                  <a:lnTo>
                    <a:pt x="505" y="2626"/>
                  </a:lnTo>
                  <a:lnTo>
                    <a:pt x="1244" y="2145"/>
                  </a:lnTo>
                  <a:lnTo>
                    <a:pt x="4474" y="1567"/>
                  </a:lnTo>
                  <a:lnTo>
                    <a:pt x="4721" y="1240"/>
                  </a:lnTo>
                  <a:lnTo>
                    <a:pt x="5188" y="299"/>
                  </a:lnTo>
                  <a:lnTo>
                    <a:pt x="5998" y="102"/>
                  </a:lnTo>
                  <a:lnTo>
                    <a:pt x="6400" y="17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4169802" y="3390789"/>
              <a:ext cx="10055" cy="5118"/>
            </a:xfrm>
            <a:custGeom>
              <a:avLst/>
              <a:pathLst>
                <a:path w="10055" h="5118">
                  <a:moveTo>
                    <a:pt x="6244" y="4221"/>
                  </a:moveTo>
                  <a:lnTo>
                    <a:pt x="5645" y="5118"/>
                  </a:lnTo>
                  <a:lnTo>
                    <a:pt x="2671" y="3864"/>
                  </a:lnTo>
                  <a:lnTo>
                    <a:pt x="954" y="3488"/>
                  </a:lnTo>
                  <a:lnTo>
                    <a:pt x="485" y="3264"/>
                  </a:lnTo>
                  <a:lnTo>
                    <a:pt x="79" y="2507"/>
                  </a:lnTo>
                  <a:lnTo>
                    <a:pt x="0" y="2201"/>
                  </a:lnTo>
                  <a:lnTo>
                    <a:pt x="324" y="1716"/>
                  </a:lnTo>
                  <a:lnTo>
                    <a:pt x="1290" y="952"/>
                  </a:lnTo>
                  <a:lnTo>
                    <a:pt x="3282" y="326"/>
                  </a:lnTo>
                  <a:lnTo>
                    <a:pt x="6473" y="0"/>
                  </a:lnTo>
                  <a:lnTo>
                    <a:pt x="9563" y="254"/>
                  </a:lnTo>
                  <a:lnTo>
                    <a:pt x="10055" y="631"/>
                  </a:lnTo>
                  <a:lnTo>
                    <a:pt x="7122" y="194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3332332" y="3386718"/>
              <a:ext cx="9195" cy="4561"/>
            </a:xfrm>
            <a:custGeom>
              <a:avLst/>
              <a:pathLst>
                <a:path w="9195" h="4561">
                  <a:moveTo>
                    <a:pt x="9195" y="3980"/>
                  </a:moveTo>
                  <a:lnTo>
                    <a:pt x="7145" y="4561"/>
                  </a:lnTo>
                  <a:lnTo>
                    <a:pt x="5797" y="4099"/>
                  </a:lnTo>
                  <a:lnTo>
                    <a:pt x="1708" y="3234"/>
                  </a:lnTo>
                  <a:lnTo>
                    <a:pt x="0" y="1618"/>
                  </a:lnTo>
                  <a:lnTo>
                    <a:pt x="194" y="777"/>
                  </a:lnTo>
                  <a:lnTo>
                    <a:pt x="945" y="279"/>
                  </a:lnTo>
                  <a:lnTo>
                    <a:pt x="2186" y="0"/>
                  </a:lnTo>
                  <a:lnTo>
                    <a:pt x="4664" y="540"/>
                  </a:lnTo>
                  <a:lnTo>
                    <a:pt x="5924" y="109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3430627" y="3382993"/>
              <a:ext cx="7417" cy="8138"/>
            </a:xfrm>
            <a:custGeom>
              <a:avLst/>
              <a:pathLst>
                <a:path w="7417" h="8138">
                  <a:moveTo>
                    <a:pt x="5393" y="8032"/>
                  </a:moveTo>
                  <a:lnTo>
                    <a:pt x="4565" y="8138"/>
                  </a:lnTo>
                  <a:lnTo>
                    <a:pt x="3744" y="6843"/>
                  </a:lnTo>
                  <a:lnTo>
                    <a:pt x="3327" y="4866"/>
                  </a:lnTo>
                  <a:lnTo>
                    <a:pt x="675" y="1983"/>
                  </a:lnTo>
                  <a:lnTo>
                    <a:pt x="0" y="480"/>
                  </a:lnTo>
                  <a:lnTo>
                    <a:pt x="490" y="119"/>
                  </a:lnTo>
                  <a:lnTo>
                    <a:pt x="1187" y="0"/>
                  </a:lnTo>
                  <a:lnTo>
                    <a:pt x="3109" y="415"/>
                  </a:lnTo>
                  <a:lnTo>
                    <a:pt x="4255" y="958"/>
                  </a:lnTo>
                  <a:lnTo>
                    <a:pt x="5575" y="2153"/>
                  </a:lnTo>
                  <a:lnTo>
                    <a:pt x="7111" y="3210"/>
                  </a:lnTo>
                  <a:lnTo>
                    <a:pt x="7417" y="4127"/>
                  </a:lnTo>
                  <a:lnTo>
                    <a:pt x="7194" y="5141"/>
                  </a:lnTo>
                  <a:lnTo>
                    <a:pt x="6209" y="5403"/>
                  </a:lnTo>
                  <a:lnTo>
                    <a:pt x="6242" y="6159"/>
                  </a:lnTo>
                  <a:lnTo>
                    <a:pt x="5653" y="760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3309386" y="3378013"/>
              <a:ext cx="67690" cy="54128"/>
            </a:xfrm>
            <a:custGeom>
              <a:avLst/>
              <a:pathLst>
                <a:path w="67690" h="54128">
                  <a:moveTo>
                    <a:pt x="50441" y="5580"/>
                  </a:moveTo>
                  <a:lnTo>
                    <a:pt x="50174" y="7280"/>
                  </a:lnTo>
                  <a:lnTo>
                    <a:pt x="51745" y="6671"/>
                  </a:lnTo>
                  <a:lnTo>
                    <a:pt x="52296" y="6800"/>
                  </a:lnTo>
                  <a:lnTo>
                    <a:pt x="53691" y="7419"/>
                  </a:lnTo>
                  <a:lnTo>
                    <a:pt x="56441" y="11077"/>
                  </a:lnTo>
                  <a:lnTo>
                    <a:pt x="57046" y="12237"/>
                  </a:lnTo>
                  <a:lnTo>
                    <a:pt x="58173" y="15623"/>
                  </a:lnTo>
                  <a:lnTo>
                    <a:pt x="59522" y="18151"/>
                  </a:lnTo>
                  <a:lnTo>
                    <a:pt x="62934" y="22583"/>
                  </a:lnTo>
                  <a:lnTo>
                    <a:pt x="64609" y="25001"/>
                  </a:lnTo>
                  <a:lnTo>
                    <a:pt x="65499" y="26416"/>
                  </a:lnTo>
                  <a:lnTo>
                    <a:pt x="65581" y="28298"/>
                  </a:lnTo>
                  <a:lnTo>
                    <a:pt x="66667" y="28831"/>
                  </a:lnTo>
                  <a:lnTo>
                    <a:pt x="66875" y="29607"/>
                  </a:lnTo>
                  <a:lnTo>
                    <a:pt x="67216" y="32193"/>
                  </a:lnTo>
                  <a:lnTo>
                    <a:pt x="67458" y="35211"/>
                  </a:lnTo>
                  <a:lnTo>
                    <a:pt x="67690" y="40954"/>
                  </a:lnTo>
                  <a:lnTo>
                    <a:pt x="67566" y="42306"/>
                  </a:lnTo>
                  <a:lnTo>
                    <a:pt x="66119" y="44441"/>
                  </a:lnTo>
                  <a:lnTo>
                    <a:pt x="65487" y="45977"/>
                  </a:lnTo>
                  <a:lnTo>
                    <a:pt x="64713" y="46985"/>
                  </a:lnTo>
                  <a:lnTo>
                    <a:pt x="63791" y="47712"/>
                  </a:lnTo>
                  <a:lnTo>
                    <a:pt x="58973" y="50736"/>
                  </a:lnTo>
                  <a:lnTo>
                    <a:pt x="58405" y="52237"/>
                  </a:lnTo>
                  <a:lnTo>
                    <a:pt x="50328" y="53520"/>
                  </a:lnTo>
                  <a:lnTo>
                    <a:pt x="45783" y="54054"/>
                  </a:lnTo>
                  <a:lnTo>
                    <a:pt x="44005" y="53475"/>
                  </a:lnTo>
                  <a:lnTo>
                    <a:pt x="42192" y="53338"/>
                  </a:lnTo>
                  <a:lnTo>
                    <a:pt x="39963" y="53531"/>
                  </a:lnTo>
                  <a:lnTo>
                    <a:pt x="33458" y="53704"/>
                  </a:lnTo>
                  <a:lnTo>
                    <a:pt x="28526" y="54128"/>
                  </a:lnTo>
                  <a:lnTo>
                    <a:pt x="27903" y="53969"/>
                  </a:lnTo>
                  <a:lnTo>
                    <a:pt x="27463" y="53396"/>
                  </a:lnTo>
                  <a:lnTo>
                    <a:pt x="26981" y="53010"/>
                  </a:lnTo>
                  <a:lnTo>
                    <a:pt x="25662" y="53098"/>
                  </a:lnTo>
                  <a:lnTo>
                    <a:pt x="24620" y="52884"/>
                  </a:lnTo>
                  <a:lnTo>
                    <a:pt x="23605" y="52412"/>
                  </a:lnTo>
                  <a:lnTo>
                    <a:pt x="22475" y="51539"/>
                  </a:lnTo>
                  <a:lnTo>
                    <a:pt x="21999" y="51029"/>
                  </a:lnTo>
                  <a:lnTo>
                    <a:pt x="21725" y="50475"/>
                  </a:lnTo>
                  <a:lnTo>
                    <a:pt x="23915" y="49030"/>
                  </a:lnTo>
                  <a:lnTo>
                    <a:pt x="25025" y="48700"/>
                  </a:lnTo>
                  <a:lnTo>
                    <a:pt x="26154" y="48624"/>
                  </a:lnTo>
                  <a:lnTo>
                    <a:pt x="28445" y="48919"/>
                  </a:lnTo>
                  <a:lnTo>
                    <a:pt x="30726" y="49408"/>
                  </a:lnTo>
                  <a:lnTo>
                    <a:pt x="35737" y="49794"/>
                  </a:lnTo>
                  <a:lnTo>
                    <a:pt x="42669" y="49897"/>
                  </a:lnTo>
                  <a:lnTo>
                    <a:pt x="44575" y="49757"/>
                  </a:lnTo>
                  <a:lnTo>
                    <a:pt x="46878" y="49286"/>
                  </a:lnTo>
                  <a:lnTo>
                    <a:pt x="48975" y="47963"/>
                  </a:lnTo>
                  <a:lnTo>
                    <a:pt x="47952" y="47451"/>
                  </a:lnTo>
                  <a:lnTo>
                    <a:pt x="46911" y="47127"/>
                  </a:lnTo>
                  <a:lnTo>
                    <a:pt x="45880" y="47066"/>
                  </a:lnTo>
                  <a:lnTo>
                    <a:pt x="44856" y="47153"/>
                  </a:lnTo>
                  <a:lnTo>
                    <a:pt x="41982" y="47982"/>
                  </a:lnTo>
                  <a:lnTo>
                    <a:pt x="39782" y="48470"/>
                  </a:lnTo>
                  <a:lnTo>
                    <a:pt x="37560" y="48754"/>
                  </a:lnTo>
                  <a:lnTo>
                    <a:pt x="35205" y="48271"/>
                  </a:lnTo>
                  <a:lnTo>
                    <a:pt x="33023" y="46918"/>
                  </a:lnTo>
                  <a:lnTo>
                    <a:pt x="32972" y="46472"/>
                  </a:lnTo>
                  <a:lnTo>
                    <a:pt x="40455" y="45443"/>
                  </a:lnTo>
                  <a:lnTo>
                    <a:pt x="41138" y="45269"/>
                  </a:lnTo>
                  <a:lnTo>
                    <a:pt x="42494" y="44611"/>
                  </a:lnTo>
                  <a:lnTo>
                    <a:pt x="42933" y="44031"/>
                  </a:lnTo>
                  <a:lnTo>
                    <a:pt x="43157" y="43483"/>
                  </a:lnTo>
                  <a:lnTo>
                    <a:pt x="38105" y="42505"/>
                  </a:lnTo>
                  <a:lnTo>
                    <a:pt x="37068" y="42526"/>
                  </a:lnTo>
                  <a:lnTo>
                    <a:pt x="36029" y="42703"/>
                  </a:lnTo>
                  <a:lnTo>
                    <a:pt x="33742" y="42302"/>
                  </a:lnTo>
                  <a:lnTo>
                    <a:pt x="31568" y="41155"/>
                  </a:lnTo>
                  <a:lnTo>
                    <a:pt x="29552" y="39782"/>
                  </a:lnTo>
                  <a:lnTo>
                    <a:pt x="28818" y="39657"/>
                  </a:lnTo>
                  <a:lnTo>
                    <a:pt x="28103" y="40076"/>
                  </a:lnTo>
                  <a:lnTo>
                    <a:pt x="23227" y="43694"/>
                  </a:lnTo>
                  <a:lnTo>
                    <a:pt x="22806" y="43722"/>
                  </a:lnTo>
                  <a:lnTo>
                    <a:pt x="20965" y="43456"/>
                  </a:lnTo>
                  <a:lnTo>
                    <a:pt x="18663" y="42738"/>
                  </a:lnTo>
                  <a:lnTo>
                    <a:pt x="16554" y="42485"/>
                  </a:lnTo>
                  <a:lnTo>
                    <a:pt x="15201" y="42679"/>
                  </a:lnTo>
                  <a:lnTo>
                    <a:pt x="14690" y="42976"/>
                  </a:lnTo>
                  <a:lnTo>
                    <a:pt x="16008" y="43802"/>
                  </a:lnTo>
                  <a:lnTo>
                    <a:pt x="17127" y="44521"/>
                  </a:lnTo>
                  <a:lnTo>
                    <a:pt x="17460" y="45099"/>
                  </a:lnTo>
                  <a:lnTo>
                    <a:pt x="14034" y="46912"/>
                  </a:lnTo>
                  <a:lnTo>
                    <a:pt x="13123" y="47155"/>
                  </a:lnTo>
                  <a:lnTo>
                    <a:pt x="11634" y="47001"/>
                  </a:lnTo>
                  <a:lnTo>
                    <a:pt x="11104" y="46771"/>
                  </a:lnTo>
                  <a:lnTo>
                    <a:pt x="10037" y="45800"/>
                  </a:lnTo>
                  <a:lnTo>
                    <a:pt x="9020" y="45562"/>
                  </a:lnTo>
                  <a:lnTo>
                    <a:pt x="6806" y="45762"/>
                  </a:lnTo>
                  <a:lnTo>
                    <a:pt x="5646" y="45673"/>
                  </a:lnTo>
                  <a:lnTo>
                    <a:pt x="4488" y="45251"/>
                  </a:lnTo>
                  <a:lnTo>
                    <a:pt x="3392" y="44626"/>
                  </a:lnTo>
                  <a:lnTo>
                    <a:pt x="2393" y="44284"/>
                  </a:lnTo>
                  <a:lnTo>
                    <a:pt x="1171" y="43587"/>
                  </a:lnTo>
                  <a:lnTo>
                    <a:pt x="280" y="43091"/>
                  </a:lnTo>
                  <a:lnTo>
                    <a:pt x="0" y="42387"/>
                  </a:lnTo>
                  <a:lnTo>
                    <a:pt x="89" y="41722"/>
                  </a:lnTo>
                  <a:lnTo>
                    <a:pt x="491" y="41332"/>
                  </a:lnTo>
                  <a:lnTo>
                    <a:pt x="546" y="40959"/>
                  </a:lnTo>
                  <a:lnTo>
                    <a:pt x="279" y="40319"/>
                  </a:lnTo>
                  <a:lnTo>
                    <a:pt x="447" y="39838"/>
                  </a:lnTo>
                  <a:lnTo>
                    <a:pt x="852" y="39416"/>
                  </a:lnTo>
                  <a:lnTo>
                    <a:pt x="2677" y="38585"/>
                  </a:lnTo>
                  <a:lnTo>
                    <a:pt x="4915" y="38417"/>
                  </a:lnTo>
                  <a:lnTo>
                    <a:pt x="7060" y="39451"/>
                  </a:lnTo>
                  <a:lnTo>
                    <a:pt x="8469" y="39786"/>
                  </a:lnTo>
                  <a:lnTo>
                    <a:pt x="9120" y="39811"/>
                  </a:lnTo>
                  <a:lnTo>
                    <a:pt x="9374" y="39740"/>
                  </a:lnTo>
                  <a:lnTo>
                    <a:pt x="9549" y="39458"/>
                  </a:lnTo>
                  <a:lnTo>
                    <a:pt x="9485" y="38920"/>
                  </a:lnTo>
                  <a:lnTo>
                    <a:pt x="9105" y="37913"/>
                  </a:lnTo>
                  <a:lnTo>
                    <a:pt x="9057" y="37212"/>
                  </a:lnTo>
                  <a:lnTo>
                    <a:pt x="9533" y="36626"/>
                  </a:lnTo>
                  <a:lnTo>
                    <a:pt x="10168" y="36417"/>
                  </a:lnTo>
                  <a:lnTo>
                    <a:pt x="10848" y="36256"/>
                  </a:lnTo>
                  <a:lnTo>
                    <a:pt x="11310" y="36181"/>
                  </a:lnTo>
                  <a:lnTo>
                    <a:pt x="12694" y="36564"/>
                  </a:lnTo>
                  <a:lnTo>
                    <a:pt x="13676" y="36951"/>
                  </a:lnTo>
                  <a:lnTo>
                    <a:pt x="15690" y="38050"/>
                  </a:lnTo>
                  <a:lnTo>
                    <a:pt x="17382" y="38832"/>
                  </a:lnTo>
                  <a:lnTo>
                    <a:pt x="18010" y="38911"/>
                  </a:lnTo>
                  <a:lnTo>
                    <a:pt x="18501" y="38634"/>
                  </a:lnTo>
                  <a:lnTo>
                    <a:pt x="18945" y="38202"/>
                  </a:lnTo>
                  <a:lnTo>
                    <a:pt x="16939" y="37088"/>
                  </a:lnTo>
                  <a:lnTo>
                    <a:pt x="16704" y="36370"/>
                  </a:lnTo>
                  <a:lnTo>
                    <a:pt x="16823" y="35731"/>
                  </a:lnTo>
                  <a:lnTo>
                    <a:pt x="18058" y="35370"/>
                  </a:lnTo>
                  <a:lnTo>
                    <a:pt x="18782" y="35319"/>
                  </a:lnTo>
                  <a:lnTo>
                    <a:pt x="22355" y="35981"/>
                  </a:lnTo>
                  <a:lnTo>
                    <a:pt x="24235" y="36189"/>
                  </a:lnTo>
                  <a:lnTo>
                    <a:pt x="26122" y="36256"/>
                  </a:lnTo>
                  <a:lnTo>
                    <a:pt x="30000" y="35512"/>
                  </a:lnTo>
                  <a:lnTo>
                    <a:pt x="27934" y="34674"/>
                  </a:lnTo>
                  <a:lnTo>
                    <a:pt x="23436" y="33951"/>
                  </a:lnTo>
                  <a:lnTo>
                    <a:pt x="22594" y="33440"/>
                  </a:lnTo>
                  <a:lnTo>
                    <a:pt x="21970" y="32609"/>
                  </a:lnTo>
                  <a:lnTo>
                    <a:pt x="25281" y="31856"/>
                  </a:lnTo>
                  <a:lnTo>
                    <a:pt x="28631" y="31882"/>
                  </a:lnTo>
                  <a:lnTo>
                    <a:pt x="34666" y="32863"/>
                  </a:lnTo>
                  <a:lnTo>
                    <a:pt x="36691" y="32394"/>
                  </a:lnTo>
                  <a:lnTo>
                    <a:pt x="38554" y="30990"/>
                  </a:lnTo>
                  <a:lnTo>
                    <a:pt x="39628" y="30626"/>
                  </a:lnTo>
                  <a:lnTo>
                    <a:pt x="43913" y="30735"/>
                  </a:lnTo>
                  <a:lnTo>
                    <a:pt x="47323" y="30091"/>
                  </a:lnTo>
                  <a:lnTo>
                    <a:pt x="47869" y="30158"/>
                  </a:lnTo>
                  <a:lnTo>
                    <a:pt x="48392" y="30347"/>
                  </a:lnTo>
                  <a:lnTo>
                    <a:pt x="51715" y="32705"/>
                  </a:lnTo>
                  <a:lnTo>
                    <a:pt x="52156" y="32592"/>
                  </a:lnTo>
                  <a:lnTo>
                    <a:pt x="52484" y="32130"/>
                  </a:lnTo>
                  <a:lnTo>
                    <a:pt x="52600" y="31309"/>
                  </a:lnTo>
                  <a:lnTo>
                    <a:pt x="52604" y="30468"/>
                  </a:lnTo>
                  <a:lnTo>
                    <a:pt x="52529" y="29635"/>
                  </a:lnTo>
                  <a:lnTo>
                    <a:pt x="52100" y="29109"/>
                  </a:lnTo>
                  <a:lnTo>
                    <a:pt x="51556" y="29170"/>
                  </a:lnTo>
                  <a:lnTo>
                    <a:pt x="50990" y="29403"/>
                  </a:lnTo>
                  <a:lnTo>
                    <a:pt x="50035" y="29201"/>
                  </a:lnTo>
                  <a:lnTo>
                    <a:pt x="49068" y="28755"/>
                  </a:lnTo>
                  <a:lnTo>
                    <a:pt x="48099" y="28553"/>
                  </a:lnTo>
                  <a:lnTo>
                    <a:pt x="44674" y="28298"/>
                  </a:lnTo>
                  <a:lnTo>
                    <a:pt x="42249" y="27852"/>
                  </a:lnTo>
                  <a:lnTo>
                    <a:pt x="40996" y="27521"/>
                  </a:lnTo>
                  <a:lnTo>
                    <a:pt x="39830" y="26836"/>
                  </a:lnTo>
                  <a:lnTo>
                    <a:pt x="39666" y="26090"/>
                  </a:lnTo>
                  <a:lnTo>
                    <a:pt x="40886" y="24382"/>
                  </a:lnTo>
                  <a:lnTo>
                    <a:pt x="45606" y="22527"/>
                  </a:lnTo>
                  <a:lnTo>
                    <a:pt x="47820" y="21929"/>
                  </a:lnTo>
                  <a:lnTo>
                    <a:pt x="50069" y="21782"/>
                  </a:lnTo>
                  <a:lnTo>
                    <a:pt x="51158" y="21914"/>
                  </a:lnTo>
                  <a:lnTo>
                    <a:pt x="53743" y="22676"/>
                  </a:lnTo>
                  <a:lnTo>
                    <a:pt x="54142" y="22642"/>
                  </a:lnTo>
                  <a:lnTo>
                    <a:pt x="54535" y="22443"/>
                  </a:lnTo>
                  <a:lnTo>
                    <a:pt x="52031" y="21147"/>
                  </a:lnTo>
                  <a:lnTo>
                    <a:pt x="49809" y="20157"/>
                  </a:lnTo>
                  <a:lnTo>
                    <a:pt x="48710" y="19408"/>
                  </a:lnTo>
                  <a:lnTo>
                    <a:pt x="47825" y="19118"/>
                  </a:lnTo>
                  <a:lnTo>
                    <a:pt x="44117" y="18836"/>
                  </a:lnTo>
                  <a:lnTo>
                    <a:pt x="42161" y="19574"/>
                  </a:lnTo>
                  <a:lnTo>
                    <a:pt x="41239" y="19700"/>
                  </a:lnTo>
                  <a:lnTo>
                    <a:pt x="40323" y="19631"/>
                  </a:lnTo>
                  <a:lnTo>
                    <a:pt x="34878" y="17836"/>
                  </a:lnTo>
                  <a:lnTo>
                    <a:pt x="34571" y="17640"/>
                  </a:lnTo>
                  <a:lnTo>
                    <a:pt x="33801" y="16963"/>
                  </a:lnTo>
                  <a:lnTo>
                    <a:pt x="33388" y="16463"/>
                  </a:lnTo>
                  <a:lnTo>
                    <a:pt x="33145" y="15621"/>
                  </a:lnTo>
                  <a:lnTo>
                    <a:pt x="33255" y="14759"/>
                  </a:lnTo>
                  <a:lnTo>
                    <a:pt x="33403" y="14199"/>
                  </a:lnTo>
                  <a:lnTo>
                    <a:pt x="34212" y="12001"/>
                  </a:lnTo>
                  <a:lnTo>
                    <a:pt x="34669" y="10252"/>
                  </a:lnTo>
                  <a:lnTo>
                    <a:pt x="34435" y="8840"/>
                  </a:lnTo>
                  <a:lnTo>
                    <a:pt x="33577" y="8059"/>
                  </a:lnTo>
                  <a:lnTo>
                    <a:pt x="32351" y="7528"/>
                  </a:lnTo>
                  <a:lnTo>
                    <a:pt x="31240" y="6670"/>
                  </a:lnTo>
                  <a:lnTo>
                    <a:pt x="30921" y="6087"/>
                  </a:lnTo>
                  <a:lnTo>
                    <a:pt x="30724" y="5406"/>
                  </a:lnTo>
                  <a:lnTo>
                    <a:pt x="30698" y="4541"/>
                  </a:lnTo>
                  <a:lnTo>
                    <a:pt x="30975" y="3781"/>
                  </a:lnTo>
                  <a:lnTo>
                    <a:pt x="31455" y="2957"/>
                  </a:lnTo>
                  <a:lnTo>
                    <a:pt x="32096" y="2536"/>
                  </a:lnTo>
                  <a:lnTo>
                    <a:pt x="33242" y="2120"/>
                  </a:lnTo>
                  <a:lnTo>
                    <a:pt x="37759" y="1179"/>
                  </a:lnTo>
                  <a:lnTo>
                    <a:pt x="46979" y="0"/>
                  </a:lnTo>
                  <a:lnTo>
                    <a:pt x="47973" y="603"/>
                  </a:lnTo>
                  <a:lnTo>
                    <a:pt x="49465" y="1868"/>
                  </a:lnTo>
                  <a:lnTo>
                    <a:pt x="49926" y="2376"/>
                  </a:lnTo>
                  <a:lnTo>
                    <a:pt x="50425" y="488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3164926" y="3376941"/>
              <a:ext cx="1299" cy="1228"/>
            </a:xfrm>
            <a:custGeom>
              <a:avLst/>
              <a:pathLst>
                <a:path w="1299" h="1228">
                  <a:moveTo>
                    <a:pt x="992" y="1202"/>
                  </a:moveTo>
                  <a:lnTo>
                    <a:pt x="807" y="1200"/>
                  </a:lnTo>
                  <a:lnTo>
                    <a:pt x="673" y="1206"/>
                  </a:lnTo>
                  <a:lnTo>
                    <a:pt x="537" y="1228"/>
                  </a:lnTo>
                  <a:lnTo>
                    <a:pt x="0" y="820"/>
                  </a:lnTo>
                  <a:lnTo>
                    <a:pt x="145" y="490"/>
                  </a:lnTo>
                  <a:lnTo>
                    <a:pt x="334" y="0"/>
                  </a:lnTo>
                  <a:lnTo>
                    <a:pt x="590" y="12"/>
                  </a:lnTo>
                  <a:lnTo>
                    <a:pt x="979" y="87"/>
                  </a:lnTo>
                  <a:lnTo>
                    <a:pt x="1103" y="227"/>
                  </a:lnTo>
                  <a:lnTo>
                    <a:pt x="1299" y="825"/>
                  </a:lnTo>
                  <a:lnTo>
                    <a:pt x="1266" y="99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3445317" y="3376502"/>
              <a:ext cx="3396" cy="1595"/>
            </a:xfrm>
            <a:custGeom>
              <a:avLst/>
              <a:pathLst>
                <a:path w="3396" h="1595">
                  <a:moveTo>
                    <a:pt x="3396" y="1212"/>
                  </a:moveTo>
                  <a:lnTo>
                    <a:pt x="3042" y="1595"/>
                  </a:lnTo>
                  <a:lnTo>
                    <a:pt x="1843" y="1363"/>
                  </a:lnTo>
                  <a:lnTo>
                    <a:pt x="1143" y="1091"/>
                  </a:lnTo>
                  <a:lnTo>
                    <a:pt x="0" y="405"/>
                  </a:lnTo>
                  <a:lnTo>
                    <a:pt x="641" y="0"/>
                  </a:lnTo>
                  <a:lnTo>
                    <a:pt x="1905" y="98"/>
                  </a:lnTo>
                  <a:lnTo>
                    <a:pt x="2933" y="57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3381661" y="3361298"/>
              <a:ext cx="5618" cy="2714"/>
            </a:xfrm>
            <a:custGeom>
              <a:avLst/>
              <a:pathLst>
                <a:path w="5618" h="2714">
                  <a:moveTo>
                    <a:pt x="3730" y="2449"/>
                  </a:moveTo>
                  <a:lnTo>
                    <a:pt x="1880" y="2714"/>
                  </a:lnTo>
                  <a:lnTo>
                    <a:pt x="472" y="2410"/>
                  </a:lnTo>
                  <a:lnTo>
                    <a:pt x="506" y="1353"/>
                  </a:lnTo>
                  <a:lnTo>
                    <a:pt x="119" y="1239"/>
                  </a:lnTo>
                  <a:lnTo>
                    <a:pt x="0" y="984"/>
                  </a:lnTo>
                  <a:lnTo>
                    <a:pt x="1764" y="193"/>
                  </a:lnTo>
                  <a:lnTo>
                    <a:pt x="3080" y="0"/>
                  </a:lnTo>
                  <a:lnTo>
                    <a:pt x="4697" y="113"/>
                  </a:lnTo>
                  <a:lnTo>
                    <a:pt x="5377" y="472"/>
                  </a:lnTo>
                  <a:lnTo>
                    <a:pt x="5618" y="830"/>
                  </a:lnTo>
                  <a:lnTo>
                    <a:pt x="4385" y="1691"/>
                  </a:lnTo>
                  <a:lnTo>
                    <a:pt x="4196" y="204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5580184" y="3356678"/>
              <a:ext cx="2645" cy="4316"/>
            </a:xfrm>
            <a:custGeom>
              <a:avLst/>
              <a:pathLst>
                <a:path w="2645" h="4316">
                  <a:moveTo>
                    <a:pt x="1841" y="3920"/>
                  </a:moveTo>
                  <a:lnTo>
                    <a:pt x="1015" y="4316"/>
                  </a:lnTo>
                  <a:lnTo>
                    <a:pt x="502" y="4193"/>
                  </a:lnTo>
                  <a:lnTo>
                    <a:pt x="0" y="3357"/>
                  </a:lnTo>
                  <a:lnTo>
                    <a:pt x="542" y="2070"/>
                  </a:lnTo>
                  <a:lnTo>
                    <a:pt x="342" y="411"/>
                  </a:lnTo>
                  <a:lnTo>
                    <a:pt x="426" y="0"/>
                  </a:lnTo>
                  <a:lnTo>
                    <a:pt x="1760" y="930"/>
                  </a:lnTo>
                  <a:lnTo>
                    <a:pt x="1997" y="1454"/>
                  </a:lnTo>
                  <a:lnTo>
                    <a:pt x="2538" y="2220"/>
                  </a:lnTo>
                  <a:lnTo>
                    <a:pt x="2645" y="2623"/>
                  </a:lnTo>
                  <a:lnTo>
                    <a:pt x="2095" y="341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3383080" y="3349391"/>
              <a:ext cx="3181" cy="2302"/>
            </a:xfrm>
            <a:custGeom>
              <a:avLst/>
              <a:pathLst>
                <a:path w="3181" h="2302">
                  <a:moveTo>
                    <a:pt x="2184" y="2198"/>
                  </a:moveTo>
                  <a:lnTo>
                    <a:pt x="1741" y="2302"/>
                  </a:lnTo>
                  <a:lnTo>
                    <a:pt x="685" y="2236"/>
                  </a:lnTo>
                  <a:lnTo>
                    <a:pt x="0" y="1934"/>
                  </a:lnTo>
                  <a:lnTo>
                    <a:pt x="886" y="930"/>
                  </a:lnTo>
                  <a:lnTo>
                    <a:pt x="779" y="269"/>
                  </a:lnTo>
                  <a:lnTo>
                    <a:pt x="1582" y="0"/>
                  </a:lnTo>
                  <a:lnTo>
                    <a:pt x="2474" y="231"/>
                  </a:lnTo>
                  <a:lnTo>
                    <a:pt x="3070" y="1092"/>
                  </a:lnTo>
                  <a:lnTo>
                    <a:pt x="3181" y="145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4829711" y="3349202"/>
              <a:ext cx="5896" cy="3575"/>
            </a:xfrm>
            <a:custGeom>
              <a:avLst/>
              <a:pathLst>
                <a:path w="5896" h="3575">
                  <a:moveTo>
                    <a:pt x="4805" y="3207"/>
                  </a:moveTo>
                  <a:lnTo>
                    <a:pt x="3175" y="3575"/>
                  </a:lnTo>
                  <a:lnTo>
                    <a:pt x="2912" y="3375"/>
                  </a:lnTo>
                  <a:lnTo>
                    <a:pt x="2865" y="3173"/>
                  </a:lnTo>
                  <a:lnTo>
                    <a:pt x="419" y="1826"/>
                  </a:lnTo>
                  <a:lnTo>
                    <a:pt x="0" y="734"/>
                  </a:lnTo>
                  <a:lnTo>
                    <a:pt x="244" y="0"/>
                  </a:lnTo>
                  <a:lnTo>
                    <a:pt x="2255" y="72"/>
                  </a:lnTo>
                  <a:lnTo>
                    <a:pt x="4652" y="714"/>
                  </a:lnTo>
                  <a:lnTo>
                    <a:pt x="5896" y="238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4479467" y="3348890"/>
              <a:ext cx="4650" cy="1483"/>
            </a:xfrm>
            <a:custGeom>
              <a:avLst/>
              <a:pathLst>
                <a:path w="4650" h="1483">
                  <a:moveTo>
                    <a:pt x="2384" y="1160"/>
                  </a:moveTo>
                  <a:lnTo>
                    <a:pt x="794" y="1483"/>
                  </a:lnTo>
                  <a:lnTo>
                    <a:pt x="99" y="1351"/>
                  </a:lnTo>
                  <a:lnTo>
                    <a:pt x="19" y="1016"/>
                  </a:lnTo>
                  <a:lnTo>
                    <a:pt x="0" y="685"/>
                  </a:lnTo>
                  <a:lnTo>
                    <a:pt x="64" y="324"/>
                  </a:lnTo>
                  <a:lnTo>
                    <a:pt x="603" y="39"/>
                  </a:lnTo>
                  <a:lnTo>
                    <a:pt x="3253" y="0"/>
                  </a:lnTo>
                  <a:lnTo>
                    <a:pt x="4324" y="260"/>
                  </a:lnTo>
                  <a:lnTo>
                    <a:pt x="4621" y="420"/>
                  </a:lnTo>
                  <a:lnTo>
                    <a:pt x="4650" y="928"/>
                  </a:lnTo>
                  <a:lnTo>
                    <a:pt x="4548" y="107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5565526" y="3348715"/>
              <a:ext cx="2008" cy="2698"/>
            </a:xfrm>
            <a:custGeom>
              <a:avLst/>
              <a:pathLst>
                <a:path w="2008" h="2698">
                  <a:moveTo>
                    <a:pt x="2008" y="1851"/>
                  </a:moveTo>
                  <a:lnTo>
                    <a:pt x="1834" y="2698"/>
                  </a:lnTo>
                  <a:lnTo>
                    <a:pt x="1371" y="2503"/>
                  </a:lnTo>
                  <a:lnTo>
                    <a:pt x="702" y="1822"/>
                  </a:lnTo>
                  <a:lnTo>
                    <a:pt x="0" y="168"/>
                  </a:lnTo>
                  <a:lnTo>
                    <a:pt x="629" y="0"/>
                  </a:lnTo>
                  <a:lnTo>
                    <a:pt x="1402" y="283"/>
                  </a:lnTo>
                  <a:lnTo>
                    <a:pt x="1716" y="1103"/>
                  </a:lnTo>
                  <a:lnTo>
                    <a:pt x="1981" y="153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4838393" y="3348525"/>
              <a:ext cx="3970" cy="1634"/>
            </a:xfrm>
            <a:custGeom>
              <a:avLst/>
              <a:pathLst>
                <a:path w="3970" h="1634">
                  <a:moveTo>
                    <a:pt x="2928" y="1292"/>
                  </a:moveTo>
                  <a:lnTo>
                    <a:pt x="1839" y="1634"/>
                  </a:lnTo>
                  <a:lnTo>
                    <a:pt x="991" y="1573"/>
                  </a:lnTo>
                  <a:lnTo>
                    <a:pt x="0" y="810"/>
                  </a:lnTo>
                  <a:lnTo>
                    <a:pt x="430" y="305"/>
                  </a:lnTo>
                  <a:lnTo>
                    <a:pt x="1429" y="0"/>
                  </a:lnTo>
                  <a:lnTo>
                    <a:pt x="2728" y="168"/>
                  </a:lnTo>
                  <a:lnTo>
                    <a:pt x="3070" y="431"/>
                  </a:lnTo>
                  <a:lnTo>
                    <a:pt x="3970" y="60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3368466" y="3347820"/>
              <a:ext cx="13783" cy="15748"/>
            </a:xfrm>
            <a:custGeom>
              <a:avLst/>
              <a:pathLst>
                <a:path w="13783" h="15748">
                  <a:moveTo>
                    <a:pt x="10875" y="11857"/>
                  </a:moveTo>
                  <a:lnTo>
                    <a:pt x="9891" y="12753"/>
                  </a:lnTo>
                  <a:lnTo>
                    <a:pt x="9110" y="13025"/>
                  </a:lnTo>
                  <a:lnTo>
                    <a:pt x="8397" y="12767"/>
                  </a:lnTo>
                  <a:lnTo>
                    <a:pt x="7691" y="12666"/>
                  </a:lnTo>
                  <a:lnTo>
                    <a:pt x="7159" y="12986"/>
                  </a:lnTo>
                  <a:lnTo>
                    <a:pt x="6609" y="14393"/>
                  </a:lnTo>
                  <a:lnTo>
                    <a:pt x="5972" y="15103"/>
                  </a:lnTo>
                  <a:lnTo>
                    <a:pt x="5275" y="15461"/>
                  </a:lnTo>
                  <a:lnTo>
                    <a:pt x="4878" y="15318"/>
                  </a:lnTo>
                  <a:lnTo>
                    <a:pt x="4484" y="15322"/>
                  </a:lnTo>
                  <a:lnTo>
                    <a:pt x="3825" y="15641"/>
                  </a:lnTo>
                  <a:lnTo>
                    <a:pt x="3024" y="15748"/>
                  </a:lnTo>
                  <a:lnTo>
                    <a:pt x="2239" y="15620"/>
                  </a:lnTo>
                  <a:lnTo>
                    <a:pt x="1473" y="14724"/>
                  </a:lnTo>
                  <a:lnTo>
                    <a:pt x="382" y="13646"/>
                  </a:lnTo>
                  <a:lnTo>
                    <a:pt x="167" y="13300"/>
                  </a:lnTo>
                  <a:lnTo>
                    <a:pt x="0" y="12426"/>
                  </a:lnTo>
                  <a:lnTo>
                    <a:pt x="50" y="11553"/>
                  </a:lnTo>
                  <a:lnTo>
                    <a:pt x="526" y="10862"/>
                  </a:lnTo>
                  <a:lnTo>
                    <a:pt x="3009" y="8498"/>
                  </a:lnTo>
                  <a:lnTo>
                    <a:pt x="3826" y="7433"/>
                  </a:lnTo>
                  <a:lnTo>
                    <a:pt x="4557" y="6222"/>
                  </a:lnTo>
                  <a:lnTo>
                    <a:pt x="5330" y="5136"/>
                  </a:lnTo>
                  <a:lnTo>
                    <a:pt x="6823" y="3194"/>
                  </a:lnTo>
                  <a:lnTo>
                    <a:pt x="7588" y="2479"/>
                  </a:lnTo>
                  <a:lnTo>
                    <a:pt x="11356" y="453"/>
                  </a:lnTo>
                  <a:lnTo>
                    <a:pt x="12370" y="0"/>
                  </a:lnTo>
                  <a:lnTo>
                    <a:pt x="13499" y="121"/>
                  </a:lnTo>
                  <a:lnTo>
                    <a:pt x="13783" y="1180"/>
                  </a:lnTo>
                  <a:lnTo>
                    <a:pt x="13218" y="1699"/>
                  </a:lnTo>
                  <a:lnTo>
                    <a:pt x="11406" y="3071"/>
                  </a:lnTo>
                  <a:lnTo>
                    <a:pt x="11058" y="4990"/>
                  </a:lnTo>
                  <a:lnTo>
                    <a:pt x="11065" y="5689"/>
                  </a:lnTo>
                  <a:lnTo>
                    <a:pt x="11249" y="5865"/>
                  </a:lnTo>
                  <a:lnTo>
                    <a:pt x="11939" y="6110"/>
                  </a:lnTo>
                  <a:lnTo>
                    <a:pt x="12396" y="6382"/>
                  </a:lnTo>
                  <a:lnTo>
                    <a:pt x="13026" y="6954"/>
                  </a:lnTo>
                  <a:lnTo>
                    <a:pt x="13720" y="7295"/>
                  </a:lnTo>
                  <a:lnTo>
                    <a:pt x="12204" y="8296"/>
                  </a:lnTo>
                  <a:lnTo>
                    <a:pt x="11179" y="8801"/>
                  </a:lnTo>
                  <a:lnTo>
                    <a:pt x="10482" y="9424"/>
                  </a:lnTo>
                  <a:lnTo>
                    <a:pt x="9109" y="10040"/>
                  </a:lnTo>
                  <a:lnTo>
                    <a:pt x="8542" y="10428"/>
                  </a:lnTo>
                  <a:lnTo>
                    <a:pt x="9400" y="10574"/>
                  </a:lnTo>
                  <a:lnTo>
                    <a:pt x="10700" y="11069"/>
                  </a:lnTo>
                  <a:lnTo>
                    <a:pt x="11055" y="1152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4827386" y="3346345"/>
              <a:ext cx="2457" cy="1742"/>
            </a:xfrm>
            <a:custGeom>
              <a:avLst/>
              <a:pathLst>
                <a:path w="2457" h="1742">
                  <a:moveTo>
                    <a:pt x="2457" y="1302"/>
                  </a:moveTo>
                  <a:lnTo>
                    <a:pt x="1454" y="1742"/>
                  </a:lnTo>
                  <a:lnTo>
                    <a:pt x="637" y="1653"/>
                  </a:lnTo>
                  <a:lnTo>
                    <a:pt x="102" y="1195"/>
                  </a:lnTo>
                  <a:lnTo>
                    <a:pt x="0" y="909"/>
                  </a:lnTo>
                  <a:lnTo>
                    <a:pt x="495" y="0"/>
                  </a:lnTo>
                  <a:lnTo>
                    <a:pt x="908" y="42"/>
                  </a:lnTo>
                  <a:lnTo>
                    <a:pt x="1184" y="52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4955369" y="3344263"/>
              <a:ext cx="3342" cy="1567"/>
            </a:xfrm>
            <a:custGeom>
              <a:avLst/>
              <a:pathLst>
                <a:path w="3342" h="1567">
                  <a:moveTo>
                    <a:pt x="2361" y="1403"/>
                  </a:moveTo>
                  <a:lnTo>
                    <a:pt x="1468" y="1567"/>
                  </a:lnTo>
                  <a:lnTo>
                    <a:pt x="554" y="1172"/>
                  </a:lnTo>
                  <a:lnTo>
                    <a:pt x="82" y="427"/>
                  </a:lnTo>
                  <a:lnTo>
                    <a:pt x="0" y="186"/>
                  </a:lnTo>
                  <a:lnTo>
                    <a:pt x="1439" y="0"/>
                  </a:lnTo>
                  <a:lnTo>
                    <a:pt x="3342" y="71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5558030" y="3342617"/>
              <a:ext cx="2972" cy="3819"/>
            </a:xfrm>
            <a:custGeom>
              <a:avLst/>
              <a:pathLst>
                <a:path w="2972" h="3819">
                  <a:moveTo>
                    <a:pt x="2972" y="3153"/>
                  </a:moveTo>
                  <a:lnTo>
                    <a:pt x="2458" y="3819"/>
                  </a:lnTo>
                  <a:lnTo>
                    <a:pt x="2025" y="3749"/>
                  </a:lnTo>
                  <a:lnTo>
                    <a:pt x="51" y="2070"/>
                  </a:lnTo>
                  <a:lnTo>
                    <a:pt x="274" y="1341"/>
                  </a:lnTo>
                  <a:lnTo>
                    <a:pt x="0" y="731"/>
                  </a:lnTo>
                  <a:lnTo>
                    <a:pt x="45" y="186"/>
                  </a:lnTo>
                  <a:lnTo>
                    <a:pt x="125" y="0"/>
                  </a:lnTo>
                  <a:lnTo>
                    <a:pt x="2516" y="252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4969369" y="3340680"/>
              <a:ext cx="2027" cy="1633"/>
            </a:xfrm>
            <a:custGeom>
              <a:avLst/>
              <a:pathLst>
                <a:path w="2027" h="1633">
                  <a:moveTo>
                    <a:pt x="1783" y="1453"/>
                  </a:moveTo>
                  <a:lnTo>
                    <a:pt x="538" y="1633"/>
                  </a:lnTo>
                  <a:lnTo>
                    <a:pt x="54" y="1260"/>
                  </a:lnTo>
                  <a:lnTo>
                    <a:pt x="0" y="1055"/>
                  </a:lnTo>
                  <a:lnTo>
                    <a:pt x="928" y="260"/>
                  </a:lnTo>
                  <a:lnTo>
                    <a:pt x="2027" y="0"/>
                  </a:lnTo>
                  <a:lnTo>
                    <a:pt x="1942" y="94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3389946" y="3340044"/>
              <a:ext cx="2765" cy="3429"/>
            </a:xfrm>
            <a:custGeom>
              <a:avLst/>
              <a:pathLst>
                <a:path w="2765" h="3429">
                  <a:moveTo>
                    <a:pt x="2575" y="1867"/>
                  </a:moveTo>
                  <a:lnTo>
                    <a:pt x="462" y="3429"/>
                  </a:lnTo>
                  <a:lnTo>
                    <a:pt x="165" y="3328"/>
                  </a:lnTo>
                  <a:lnTo>
                    <a:pt x="0" y="3166"/>
                  </a:lnTo>
                  <a:lnTo>
                    <a:pt x="5" y="2901"/>
                  </a:lnTo>
                  <a:lnTo>
                    <a:pt x="719" y="2326"/>
                  </a:lnTo>
                  <a:lnTo>
                    <a:pt x="837" y="614"/>
                  </a:lnTo>
                  <a:lnTo>
                    <a:pt x="2234" y="0"/>
                  </a:lnTo>
                  <a:lnTo>
                    <a:pt x="2765" y="217"/>
                  </a:lnTo>
                  <a:lnTo>
                    <a:pt x="2314" y="935"/>
                  </a:lnTo>
                  <a:lnTo>
                    <a:pt x="2600" y="155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4933709" y="3339613"/>
              <a:ext cx="6734" cy="2638"/>
            </a:xfrm>
            <a:custGeom>
              <a:avLst/>
              <a:pathLst>
                <a:path w="6734" h="2638">
                  <a:moveTo>
                    <a:pt x="2891" y="0"/>
                  </a:moveTo>
                  <a:lnTo>
                    <a:pt x="3976" y="348"/>
                  </a:lnTo>
                  <a:lnTo>
                    <a:pt x="5909" y="314"/>
                  </a:lnTo>
                  <a:lnTo>
                    <a:pt x="6608" y="849"/>
                  </a:lnTo>
                  <a:lnTo>
                    <a:pt x="6734" y="1445"/>
                  </a:lnTo>
                  <a:lnTo>
                    <a:pt x="6703" y="1787"/>
                  </a:lnTo>
                  <a:lnTo>
                    <a:pt x="5931" y="2300"/>
                  </a:lnTo>
                  <a:lnTo>
                    <a:pt x="827" y="2638"/>
                  </a:lnTo>
                  <a:lnTo>
                    <a:pt x="0" y="2092"/>
                  </a:lnTo>
                  <a:lnTo>
                    <a:pt x="868" y="618"/>
                  </a:lnTo>
                  <a:lnTo>
                    <a:pt x="1823" y="14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4895309" y="3334958"/>
              <a:ext cx="3987" cy="1667"/>
            </a:xfrm>
            <a:custGeom>
              <a:avLst/>
              <a:pathLst>
                <a:path w="3987" h="1667">
                  <a:moveTo>
                    <a:pt x="3341" y="1480"/>
                  </a:moveTo>
                  <a:lnTo>
                    <a:pt x="2103" y="1667"/>
                  </a:lnTo>
                  <a:lnTo>
                    <a:pt x="802" y="1465"/>
                  </a:lnTo>
                  <a:lnTo>
                    <a:pt x="138" y="807"/>
                  </a:lnTo>
                  <a:lnTo>
                    <a:pt x="0" y="527"/>
                  </a:lnTo>
                  <a:lnTo>
                    <a:pt x="504" y="64"/>
                  </a:lnTo>
                  <a:lnTo>
                    <a:pt x="2348" y="0"/>
                  </a:lnTo>
                  <a:lnTo>
                    <a:pt x="3648" y="397"/>
                  </a:lnTo>
                  <a:lnTo>
                    <a:pt x="3939" y="813"/>
                  </a:lnTo>
                  <a:lnTo>
                    <a:pt x="3987" y="101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3396437" y="3332519"/>
              <a:ext cx="5151" cy="4932"/>
            </a:xfrm>
            <a:custGeom>
              <a:avLst/>
              <a:pathLst>
                <a:path w="5151" h="4932">
                  <a:moveTo>
                    <a:pt x="3180" y="4396"/>
                  </a:moveTo>
                  <a:lnTo>
                    <a:pt x="1111" y="4932"/>
                  </a:lnTo>
                  <a:lnTo>
                    <a:pt x="58" y="4732"/>
                  </a:lnTo>
                  <a:lnTo>
                    <a:pt x="0" y="4172"/>
                  </a:lnTo>
                  <a:lnTo>
                    <a:pt x="264" y="3438"/>
                  </a:lnTo>
                  <a:lnTo>
                    <a:pt x="1247" y="3033"/>
                  </a:lnTo>
                  <a:lnTo>
                    <a:pt x="1083" y="1936"/>
                  </a:lnTo>
                  <a:lnTo>
                    <a:pt x="1719" y="1472"/>
                  </a:lnTo>
                  <a:lnTo>
                    <a:pt x="2016" y="610"/>
                  </a:lnTo>
                  <a:lnTo>
                    <a:pt x="3290" y="0"/>
                  </a:lnTo>
                  <a:lnTo>
                    <a:pt x="5151" y="286"/>
                  </a:lnTo>
                  <a:lnTo>
                    <a:pt x="4857" y="1379"/>
                  </a:lnTo>
                  <a:lnTo>
                    <a:pt x="4841" y="1753"/>
                  </a:lnTo>
                  <a:lnTo>
                    <a:pt x="3762" y="2051"/>
                  </a:lnTo>
                  <a:lnTo>
                    <a:pt x="3477" y="2222"/>
                  </a:lnTo>
                  <a:lnTo>
                    <a:pt x="3222" y="2946"/>
                  </a:lnTo>
                  <a:lnTo>
                    <a:pt x="3270" y="399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4971205" y="3330439"/>
              <a:ext cx="9353" cy="4507"/>
            </a:xfrm>
            <a:custGeom>
              <a:avLst/>
              <a:pathLst>
                <a:path w="9353" h="4507">
                  <a:moveTo>
                    <a:pt x="6727" y="4176"/>
                  </a:moveTo>
                  <a:lnTo>
                    <a:pt x="2616" y="4507"/>
                  </a:lnTo>
                  <a:lnTo>
                    <a:pt x="2289" y="4146"/>
                  </a:lnTo>
                  <a:lnTo>
                    <a:pt x="759" y="4112"/>
                  </a:lnTo>
                  <a:lnTo>
                    <a:pt x="210" y="3809"/>
                  </a:lnTo>
                  <a:lnTo>
                    <a:pt x="0" y="3140"/>
                  </a:lnTo>
                  <a:lnTo>
                    <a:pt x="509" y="1988"/>
                  </a:lnTo>
                  <a:lnTo>
                    <a:pt x="1315" y="1220"/>
                  </a:lnTo>
                  <a:lnTo>
                    <a:pt x="2599" y="430"/>
                  </a:lnTo>
                  <a:lnTo>
                    <a:pt x="3184" y="254"/>
                  </a:lnTo>
                  <a:lnTo>
                    <a:pt x="5800" y="0"/>
                  </a:lnTo>
                  <a:lnTo>
                    <a:pt x="7648" y="340"/>
                  </a:lnTo>
                  <a:lnTo>
                    <a:pt x="8990" y="1313"/>
                  </a:lnTo>
                  <a:lnTo>
                    <a:pt x="9353" y="2085"/>
                  </a:lnTo>
                  <a:lnTo>
                    <a:pt x="9158" y="260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4994755" y="3326974"/>
              <a:ext cx="6033" cy="4726"/>
            </a:xfrm>
            <a:custGeom>
              <a:avLst/>
              <a:pathLst>
                <a:path w="6033" h="4726">
                  <a:moveTo>
                    <a:pt x="6033" y="4402"/>
                  </a:moveTo>
                  <a:lnTo>
                    <a:pt x="5464" y="4726"/>
                  </a:lnTo>
                  <a:lnTo>
                    <a:pt x="3939" y="4533"/>
                  </a:lnTo>
                  <a:lnTo>
                    <a:pt x="3584" y="4259"/>
                  </a:lnTo>
                  <a:lnTo>
                    <a:pt x="3449" y="2910"/>
                  </a:lnTo>
                  <a:lnTo>
                    <a:pt x="3341" y="2543"/>
                  </a:lnTo>
                  <a:lnTo>
                    <a:pt x="2789" y="2171"/>
                  </a:lnTo>
                  <a:lnTo>
                    <a:pt x="276" y="1482"/>
                  </a:lnTo>
                  <a:lnTo>
                    <a:pt x="0" y="532"/>
                  </a:lnTo>
                  <a:lnTo>
                    <a:pt x="345" y="92"/>
                  </a:lnTo>
                  <a:lnTo>
                    <a:pt x="1261" y="0"/>
                  </a:lnTo>
                  <a:lnTo>
                    <a:pt x="3569" y="850"/>
                  </a:lnTo>
                  <a:lnTo>
                    <a:pt x="4079" y="1498"/>
                  </a:lnTo>
                  <a:lnTo>
                    <a:pt x="3994" y="2483"/>
                  </a:lnTo>
                  <a:lnTo>
                    <a:pt x="4035" y="2801"/>
                  </a:lnTo>
                  <a:lnTo>
                    <a:pt x="4744" y="3454"/>
                  </a:lnTo>
                  <a:lnTo>
                    <a:pt x="5859" y="413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3421254" y="3321396"/>
              <a:ext cx="3605" cy="2465"/>
            </a:xfrm>
            <a:custGeom>
              <a:avLst/>
              <a:pathLst>
                <a:path w="3605" h="2465">
                  <a:moveTo>
                    <a:pt x="2290" y="1832"/>
                  </a:moveTo>
                  <a:lnTo>
                    <a:pt x="794" y="2465"/>
                  </a:lnTo>
                  <a:lnTo>
                    <a:pt x="0" y="2457"/>
                  </a:lnTo>
                  <a:lnTo>
                    <a:pt x="937" y="927"/>
                  </a:lnTo>
                  <a:lnTo>
                    <a:pt x="1811" y="869"/>
                  </a:lnTo>
                  <a:lnTo>
                    <a:pt x="3206" y="0"/>
                  </a:lnTo>
                  <a:lnTo>
                    <a:pt x="3605" y="125"/>
                  </a:lnTo>
                  <a:lnTo>
                    <a:pt x="2851" y="85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3479064" y="3315862"/>
              <a:ext cx="5233" cy="3315"/>
            </a:xfrm>
            <a:custGeom>
              <a:avLst/>
              <a:pathLst>
                <a:path w="5233" h="3315">
                  <a:moveTo>
                    <a:pt x="1962" y="3260"/>
                  </a:moveTo>
                  <a:lnTo>
                    <a:pt x="1150" y="3315"/>
                  </a:lnTo>
                  <a:lnTo>
                    <a:pt x="137" y="2890"/>
                  </a:lnTo>
                  <a:lnTo>
                    <a:pt x="0" y="2168"/>
                  </a:lnTo>
                  <a:lnTo>
                    <a:pt x="18" y="1769"/>
                  </a:lnTo>
                  <a:lnTo>
                    <a:pt x="778" y="1475"/>
                  </a:lnTo>
                  <a:lnTo>
                    <a:pt x="1261" y="1427"/>
                  </a:lnTo>
                  <a:lnTo>
                    <a:pt x="4024" y="269"/>
                  </a:lnTo>
                  <a:lnTo>
                    <a:pt x="5233" y="0"/>
                  </a:lnTo>
                  <a:lnTo>
                    <a:pt x="4694" y="679"/>
                  </a:lnTo>
                  <a:lnTo>
                    <a:pt x="4755" y="1314"/>
                  </a:lnTo>
                  <a:lnTo>
                    <a:pt x="4322" y="188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3414502" y="3314851"/>
              <a:ext cx="13581" cy="8002"/>
            </a:xfrm>
            <a:custGeom>
              <a:avLst/>
              <a:pathLst>
                <a:path w="13581" h="8002">
                  <a:moveTo>
                    <a:pt x="10326" y="2914"/>
                  </a:moveTo>
                  <a:lnTo>
                    <a:pt x="9414" y="4362"/>
                  </a:lnTo>
                  <a:lnTo>
                    <a:pt x="10800" y="4349"/>
                  </a:lnTo>
                  <a:lnTo>
                    <a:pt x="11731" y="3827"/>
                  </a:lnTo>
                  <a:lnTo>
                    <a:pt x="12713" y="3609"/>
                  </a:lnTo>
                  <a:lnTo>
                    <a:pt x="13581" y="4342"/>
                  </a:lnTo>
                  <a:lnTo>
                    <a:pt x="11792" y="4887"/>
                  </a:lnTo>
                  <a:lnTo>
                    <a:pt x="10118" y="5854"/>
                  </a:lnTo>
                  <a:lnTo>
                    <a:pt x="9428" y="6371"/>
                  </a:lnTo>
                  <a:lnTo>
                    <a:pt x="8677" y="6602"/>
                  </a:lnTo>
                  <a:lnTo>
                    <a:pt x="7703" y="6510"/>
                  </a:lnTo>
                  <a:lnTo>
                    <a:pt x="6751" y="6606"/>
                  </a:lnTo>
                  <a:lnTo>
                    <a:pt x="5914" y="7566"/>
                  </a:lnTo>
                  <a:lnTo>
                    <a:pt x="5038" y="8002"/>
                  </a:lnTo>
                  <a:lnTo>
                    <a:pt x="4750" y="7641"/>
                  </a:lnTo>
                  <a:lnTo>
                    <a:pt x="4424" y="7405"/>
                  </a:lnTo>
                  <a:lnTo>
                    <a:pt x="2507" y="7085"/>
                  </a:lnTo>
                  <a:lnTo>
                    <a:pt x="1635" y="6585"/>
                  </a:lnTo>
                  <a:lnTo>
                    <a:pt x="835" y="6262"/>
                  </a:lnTo>
                  <a:lnTo>
                    <a:pt x="0" y="6095"/>
                  </a:lnTo>
                  <a:lnTo>
                    <a:pt x="433" y="5227"/>
                  </a:lnTo>
                  <a:lnTo>
                    <a:pt x="955" y="4482"/>
                  </a:lnTo>
                  <a:lnTo>
                    <a:pt x="3831" y="3476"/>
                  </a:lnTo>
                  <a:lnTo>
                    <a:pt x="3549" y="3160"/>
                  </a:lnTo>
                  <a:lnTo>
                    <a:pt x="3367" y="2743"/>
                  </a:lnTo>
                  <a:lnTo>
                    <a:pt x="5654" y="2243"/>
                  </a:lnTo>
                  <a:lnTo>
                    <a:pt x="5712" y="1721"/>
                  </a:lnTo>
                  <a:lnTo>
                    <a:pt x="5572" y="1146"/>
                  </a:lnTo>
                  <a:lnTo>
                    <a:pt x="6305" y="747"/>
                  </a:lnTo>
                  <a:lnTo>
                    <a:pt x="6981" y="173"/>
                  </a:lnTo>
                  <a:lnTo>
                    <a:pt x="7440" y="0"/>
                  </a:lnTo>
                  <a:lnTo>
                    <a:pt x="8878" y="79"/>
                  </a:lnTo>
                  <a:lnTo>
                    <a:pt x="9862" y="879"/>
                  </a:lnTo>
                  <a:lnTo>
                    <a:pt x="9473" y="167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3428601" y="3311390"/>
              <a:ext cx="6842" cy="6999"/>
            </a:xfrm>
            <a:custGeom>
              <a:avLst/>
              <a:pathLst>
                <a:path w="6842" h="6999">
                  <a:moveTo>
                    <a:pt x="4314" y="5746"/>
                  </a:moveTo>
                  <a:lnTo>
                    <a:pt x="3650" y="6307"/>
                  </a:lnTo>
                  <a:lnTo>
                    <a:pt x="3090" y="6405"/>
                  </a:lnTo>
                  <a:lnTo>
                    <a:pt x="2589" y="6160"/>
                  </a:lnTo>
                  <a:lnTo>
                    <a:pt x="1912" y="6999"/>
                  </a:lnTo>
                  <a:lnTo>
                    <a:pt x="518" y="6745"/>
                  </a:lnTo>
                  <a:lnTo>
                    <a:pt x="0" y="6508"/>
                  </a:lnTo>
                  <a:lnTo>
                    <a:pt x="330" y="6405"/>
                  </a:lnTo>
                  <a:lnTo>
                    <a:pt x="576" y="6027"/>
                  </a:lnTo>
                  <a:lnTo>
                    <a:pt x="1312" y="5288"/>
                  </a:lnTo>
                  <a:lnTo>
                    <a:pt x="2628" y="3361"/>
                  </a:lnTo>
                  <a:lnTo>
                    <a:pt x="2857" y="2764"/>
                  </a:lnTo>
                  <a:lnTo>
                    <a:pt x="1811" y="1774"/>
                  </a:lnTo>
                  <a:lnTo>
                    <a:pt x="1618" y="1449"/>
                  </a:lnTo>
                  <a:lnTo>
                    <a:pt x="1855" y="881"/>
                  </a:lnTo>
                  <a:lnTo>
                    <a:pt x="2240" y="464"/>
                  </a:lnTo>
                  <a:lnTo>
                    <a:pt x="3125" y="0"/>
                  </a:lnTo>
                  <a:lnTo>
                    <a:pt x="4285" y="14"/>
                  </a:lnTo>
                  <a:lnTo>
                    <a:pt x="4864" y="384"/>
                  </a:lnTo>
                  <a:lnTo>
                    <a:pt x="4853" y="1082"/>
                  </a:lnTo>
                  <a:lnTo>
                    <a:pt x="6842" y="1752"/>
                  </a:lnTo>
                  <a:lnTo>
                    <a:pt x="6508" y="3098"/>
                  </a:lnTo>
                  <a:lnTo>
                    <a:pt x="5747" y="3955"/>
                  </a:lnTo>
                  <a:lnTo>
                    <a:pt x="5639" y="4971"/>
                  </a:lnTo>
                  <a:lnTo>
                    <a:pt x="4523" y="542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3435582" y="3310751"/>
              <a:ext cx="2324" cy="1586"/>
            </a:xfrm>
            <a:custGeom>
              <a:avLst/>
              <a:pathLst>
                <a:path w="2324" h="1586">
                  <a:moveTo>
                    <a:pt x="865" y="1541"/>
                  </a:moveTo>
                  <a:lnTo>
                    <a:pt x="0" y="1586"/>
                  </a:lnTo>
                  <a:lnTo>
                    <a:pt x="218" y="847"/>
                  </a:lnTo>
                  <a:lnTo>
                    <a:pt x="1018" y="329"/>
                  </a:lnTo>
                  <a:lnTo>
                    <a:pt x="2324" y="0"/>
                  </a:lnTo>
                  <a:lnTo>
                    <a:pt x="1491" y="841"/>
                  </a:lnTo>
                  <a:lnTo>
                    <a:pt x="1256" y="122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3469696" y="3308480"/>
              <a:ext cx="11502" cy="8455"/>
            </a:xfrm>
            <a:custGeom>
              <a:avLst/>
              <a:pathLst>
                <a:path w="11502" h="8455">
                  <a:moveTo>
                    <a:pt x="5601" y="3488"/>
                  </a:moveTo>
                  <a:lnTo>
                    <a:pt x="5955" y="3679"/>
                  </a:lnTo>
                  <a:lnTo>
                    <a:pt x="6285" y="3594"/>
                  </a:lnTo>
                  <a:lnTo>
                    <a:pt x="6593" y="3403"/>
                  </a:lnTo>
                  <a:lnTo>
                    <a:pt x="6887" y="2947"/>
                  </a:lnTo>
                  <a:lnTo>
                    <a:pt x="7995" y="2277"/>
                  </a:lnTo>
                  <a:lnTo>
                    <a:pt x="9066" y="2201"/>
                  </a:lnTo>
                  <a:lnTo>
                    <a:pt x="8713" y="2884"/>
                  </a:lnTo>
                  <a:lnTo>
                    <a:pt x="11245" y="4090"/>
                  </a:lnTo>
                  <a:lnTo>
                    <a:pt x="11024" y="5054"/>
                  </a:lnTo>
                  <a:lnTo>
                    <a:pt x="11502" y="5824"/>
                  </a:lnTo>
                  <a:lnTo>
                    <a:pt x="10505" y="6053"/>
                  </a:lnTo>
                  <a:lnTo>
                    <a:pt x="9689" y="6863"/>
                  </a:lnTo>
                  <a:lnTo>
                    <a:pt x="10404" y="7175"/>
                  </a:lnTo>
                  <a:lnTo>
                    <a:pt x="10817" y="7855"/>
                  </a:lnTo>
                  <a:lnTo>
                    <a:pt x="9935" y="8021"/>
                  </a:lnTo>
                  <a:lnTo>
                    <a:pt x="8110" y="7623"/>
                  </a:lnTo>
                  <a:lnTo>
                    <a:pt x="7141" y="7718"/>
                  </a:lnTo>
                  <a:lnTo>
                    <a:pt x="7259" y="7073"/>
                  </a:lnTo>
                  <a:lnTo>
                    <a:pt x="6951" y="6826"/>
                  </a:lnTo>
                  <a:lnTo>
                    <a:pt x="5820" y="6949"/>
                  </a:lnTo>
                  <a:lnTo>
                    <a:pt x="5360" y="8329"/>
                  </a:lnTo>
                  <a:lnTo>
                    <a:pt x="4998" y="8455"/>
                  </a:lnTo>
                  <a:lnTo>
                    <a:pt x="4596" y="8232"/>
                  </a:lnTo>
                  <a:lnTo>
                    <a:pt x="4894" y="7356"/>
                  </a:lnTo>
                  <a:lnTo>
                    <a:pt x="4418" y="7205"/>
                  </a:lnTo>
                  <a:lnTo>
                    <a:pt x="3940" y="7221"/>
                  </a:lnTo>
                  <a:lnTo>
                    <a:pt x="2541" y="7876"/>
                  </a:lnTo>
                  <a:lnTo>
                    <a:pt x="2119" y="7893"/>
                  </a:lnTo>
                  <a:lnTo>
                    <a:pt x="1264" y="7123"/>
                  </a:lnTo>
                  <a:lnTo>
                    <a:pt x="3955" y="6111"/>
                  </a:lnTo>
                  <a:lnTo>
                    <a:pt x="2841" y="5611"/>
                  </a:lnTo>
                  <a:lnTo>
                    <a:pt x="2610" y="4978"/>
                  </a:lnTo>
                  <a:lnTo>
                    <a:pt x="2753" y="4094"/>
                  </a:lnTo>
                  <a:lnTo>
                    <a:pt x="1775" y="4226"/>
                  </a:lnTo>
                  <a:lnTo>
                    <a:pt x="814" y="4558"/>
                  </a:lnTo>
                  <a:lnTo>
                    <a:pt x="382" y="4616"/>
                  </a:lnTo>
                  <a:lnTo>
                    <a:pt x="0" y="4319"/>
                  </a:lnTo>
                  <a:lnTo>
                    <a:pt x="124" y="3681"/>
                  </a:lnTo>
                  <a:lnTo>
                    <a:pt x="910" y="2657"/>
                  </a:lnTo>
                  <a:lnTo>
                    <a:pt x="1544" y="1567"/>
                  </a:lnTo>
                  <a:lnTo>
                    <a:pt x="2766" y="1029"/>
                  </a:lnTo>
                  <a:lnTo>
                    <a:pt x="3478" y="608"/>
                  </a:lnTo>
                  <a:lnTo>
                    <a:pt x="4421" y="430"/>
                  </a:lnTo>
                  <a:lnTo>
                    <a:pt x="4847" y="31"/>
                  </a:lnTo>
                  <a:lnTo>
                    <a:pt x="5740" y="0"/>
                  </a:lnTo>
                  <a:lnTo>
                    <a:pt x="6230" y="898"/>
                  </a:lnTo>
                  <a:lnTo>
                    <a:pt x="6219" y="1437"/>
                  </a:lnTo>
                  <a:lnTo>
                    <a:pt x="5781" y="202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3476837" y="3308307"/>
              <a:ext cx="5480" cy="1215"/>
            </a:xfrm>
            <a:custGeom>
              <a:avLst/>
              <a:pathLst>
                <a:path w="5480" h="1215">
                  <a:moveTo>
                    <a:pt x="2924" y="220"/>
                  </a:moveTo>
                  <a:lnTo>
                    <a:pt x="3056" y="465"/>
                  </a:lnTo>
                  <a:lnTo>
                    <a:pt x="4942" y="339"/>
                  </a:lnTo>
                  <a:lnTo>
                    <a:pt x="5480" y="694"/>
                  </a:lnTo>
                  <a:lnTo>
                    <a:pt x="4401" y="1174"/>
                  </a:lnTo>
                  <a:lnTo>
                    <a:pt x="4120" y="1073"/>
                  </a:lnTo>
                  <a:lnTo>
                    <a:pt x="3211" y="1215"/>
                  </a:lnTo>
                  <a:lnTo>
                    <a:pt x="632" y="867"/>
                  </a:lnTo>
                  <a:lnTo>
                    <a:pt x="0" y="296"/>
                  </a:lnTo>
                  <a:lnTo>
                    <a:pt x="2307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3445721" y="3306598"/>
              <a:ext cx="3877" cy="3254"/>
            </a:xfrm>
            <a:custGeom>
              <a:avLst/>
              <a:pathLst>
                <a:path w="3877" h="3254">
                  <a:moveTo>
                    <a:pt x="3018" y="2758"/>
                  </a:moveTo>
                  <a:lnTo>
                    <a:pt x="1839" y="3254"/>
                  </a:lnTo>
                  <a:lnTo>
                    <a:pt x="1132" y="3098"/>
                  </a:lnTo>
                  <a:lnTo>
                    <a:pt x="0" y="2513"/>
                  </a:lnTo>
                  <a:lnTo>
                    <a:pt x="1533" y="2340"/>
                  </a:lnTo>
                  <a:lnTo>
                    <a:pt x="1660" y="667"/>
                  </a:lnTo>
                  <a:lnTo>
                    <a:pt x="2434" y="0"/>
                  </a:lnTo>
                  <a:lnTo>
                    <a:pt x="3877" y="377"/>
                  </a:lnTo>
                  <a:lnTo>
                    <a:pt x="2992" y="1257"/>
                  </a:lnTo>
                  <a:lnTo>
                    <a:pt x="2680" y="1939"/>
                  </a:lnTo>
                  <a:lnTo>
                    <a:pt x="3000" y="252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3490537" y="3302950"/>
              <a:ext cx="4881" cy="2408"/>
            </a:xfrm>
            <a:custGeom>
              <a:avLst/>
              <a:pathLst>
                <a:path w="4881" h="2408">
                  <a:moveTo>
                    <a:pt x="3430" y="1789"/>
                  </a:moveTo>
                  <a:lnTo>
                    <a:pt x="2634" y="2408"/>
                  </a:lnTo>
                  <a:lnTo>
                    <a:pt x="537" y="1477"/>
                  </a:lnTo>
                  <a:lnTo>
                    <a:pt x="0" y="858"/>
                  </a:lnTo>
                  <a:lnTo>
                    <a:pt x="239" y="412"/>
                  </a:lnTo>
                  <a:lnTo>
                    <a:pt x="3569" y="0"/>
                  </a:lnTo>
                  <a:lnTo>
                    <a:pt x="4478" y="205"/>
                  </a:lnTo>
                  <a:lnTo>
                    <a:pt x="4881" y="118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2319622" y="3300425"/>
              <a:ext cx="3402297" cy="306377"/>
            </a:xfrm>
            <a:custGeom>
              <a:avLst/>
              <a:pathLst>
                <a:path w="3402297" h="306377">
                  <a:moveTo>
                    <a:pt x="0" y="294653"/>
                  </a:moveTo>
                  <a:lnTo>
                    <a:pt x="15236" y="294456"/>
                  </a:lnTo>
                  <a:lnTo>
                    <a:pt x="18268" y="294663"/>
                  </a:lnTo>
                  <a:lnTo>
                    <a:pt x="21472" y="295261"/>
                  </a:lnTo>
                  <a:lnTo>
                    <a:pt x="28519" y="295319"/>
                  </a:lnTo>
                  <a:lnTo>
                    <a:pt x="35108" y="295584"/>
                  </a:lnTo>
                  <a:lnTo>
                    <a:pt x="36827" y="296378"/>
                  </a:lnTo>
                  <a:lnTo>
                    <a:pt x="39029" y="296867"/>
                  </a:lnTo>
                  <a:lnTo>
                    <a:pt x="43699" y="296441"/>
                  </a:lnTo>
                  <a:lnTo>
                    <a:pt x="47429" y="296241"/>
                  </a:lnTo>
                  <a:lnTo>
                    <a:pt x="50490" y="296203"/>
                  </a:lnTo>
                  <a:lnTo>
                    <a:pt x="78490" y="297314"/>
                  </a:lnTo>
                  <a:lnTo>
                    <a:pt x="107211" y="299284"/>
                  </a:lnTo>
                  <a:lnTo>
                    <a:pt x="113070" y="299912"/>
                  </a:lnTo>
                  <a:lnTo>
                    <a:pt x="118333" y="301377"/>
                  </a:lnTo>
                  <a:lnTo>
                    <a:pt x="123831" y="301176"/>
                  </a:lnTo>
                  <a:lnTo>
                    <a:pt x="156446" y="302314"/>
                  </a:lnTo>
                  <a:lnTo>
                    <a:pt x="161463" y="302318"/>
                  </a:lnTo>
                  <a:lnTo>
                    <a:pt x="181449" y="303510"/>
                  </a:lnTo>
                  <a:lnTo>
                    <a:pt x="216392" y="306286"/>
                  </a:lnTo>
                  <a:lnTo>
                    <a:pt x="219393" y="306377"/>
                  </a:lnTo>
                  <a:lnTo>
                    <a:pt x="222715" y="306292"/>
                  </a:lnTo>
                  <a:lnTo>
                    <a:pt x="220978" y="304804"/>
                  </a:lnTo>
                  <a:lnTo>
                    <a:pt x="217709" y="303449"/>
                  </a:lnTo>
                  <a:lnTo>
                    <a:pt x="213304" y="302475"/>
                  </a:lnTo>
                  <a:lnTo>
                    <a:pt x="216183" y="302181"/>
                  </a:lnTo>
                  <a:lnTo>
                    <a:pt x="222426" y="302152"/>
                  </a:lnTo>
                  <a:lnTo>
                    <a:pt x="221184" y="301460"/>
                  </a:lnTo>
                  <a:lnTo>
                    <a:pt x="217727" y="301063"/>
                  </a:lnTo>
                  <a:lnTo>
                    <a:pt x="205267" y="300601"/>
                  </a:lnTo>
                  <a:lnTo>
                    <a:pt x="155455" y="297123"/>
                  </a:lnTo>
                  <a:lnTo>
                    <a:pt x="154348" y="296905"/>
                  </a:lnTo>
                  <a:lnTo>
                    <a:pt x="153653" y="296622"/>
                  </a:lnTo>
                  <a:lnTo>
                    <a:pt x="152347" y="296310"/>
                  </a:lnTo>
                  <a:lnTo>
                    <a:pt x="150292" y="295962"/>
                  </a:lnTo>
                  <a:lnTo>
                    <a:pt x="142698" y="295765"/>
                  </a:lnTo>
                  <a:lnTo>
                    <a:pt x="140631" y="295466"/>
                  </a:lnTo>
                  <a:lnTo>
                    <a:pt x="139637" y="295067"/>
                  </a:lnTo>
                  <a:lnTo>
                    <a:pt x="140163" y="294903"/>
                  </a:lnTo>
                  <a:lnTo>
                    <a:pt x="140728" y="294974"/>
                  </a:lnTo>
                  <a:lnTo>
                    <a:pt x="152326" y="294668"/>
                  </a:lnTo>
                  <a:lnTo>
                    <a:pt x="153594" y="294271"/>
                  </a:lnTo>
                  <a:lnTo>
                    <a:pt x="153665" y="294010"/>
                  </a:lnTo>
                  <a:lnTo>
                    <a:pt x="153062" y="293801"/>
                  </a:lnTo>
                  <a:lnTo>
                    <a:pt x="151068" y="293571"/>
                  </a:lnTo>
                  <a:lnTo>
                    <a:pt x="146374" y="292413"/>
                  </a:lnTo>
                  <a:lnTo>
                    <a:pt x="144891" y="291905"/>
                  </a:lnTo>
                  <a:lnTo>
                    <a:pt x="145669" y="291097"/>
                  </a:lnTo>
                  <a:lnTo>
                    <a:pt x="146618" y="290747"/>
                  </a:lnTo>
                  <a:lnTo>
                    <a:pt x="150200" y="290495"/>
                  </a:lnTo>
                  <a:lnTo>
                    <a:pt x="151265" y="289967"/>
                  </a:lnTo>
                  <a:lnTo>
                    <a:pt x="150588" y="288997"/>
                  </a:lnTo>
                  <a:lnTo>
                    <a:pt x="142376" y="287041"/>
                  </a:lnTo>
                  <a:lnTo>
                    <a:pt x="136837" y="286355"/>
                  </a:lnTo>
                  <a:lnTo>
                    <a:pt x="133191" y="286823"/>
                  </a:lnTo>
                  <a:lnTo>
                    <a:pt x="126306" y="286848"/>
                  </a:lnTo>
                  <a:lnTo>
                    <a:pt x="117759" y="287111"/>
                  </a:lnTo>
                  <a:lnTo>
                    <a:pt x="115410" y="286831"/>
                  </a:lnTo>
                  <a:lnTo>
                    <a:pt x="113030" y="286059"/>
                  </a:lnTo>
                  <a:lnTo>
                    <a:pt x="110243" y="284683"/>
                  </a:lnTo>
                  <a:lnTo>
                    <a:pt x="108825" y="284328"/>
                  </a:lnTo>
                  <a:lnTo>
                    <a:pt x="106102" y="283184"/>
                  </a:lnTo>
                  <a:lnTo>
                    <a:pt x="102482" y="282075"/>
                  </a:lnTo>
                  <a:lnTo>
                    <a:pt x="83370" y="279378"/>
                  </a:lnTo>
                  <a:lnTo>
                    <a:pt x="80043" y="278642"/>
                  </a:lnTo>
                  <a:lnTo>
                    <a:pt x="56140" y="274408"/>
                  </a:lnTo>
                  <a:lnTo>
                    <a:pt x="55137" y="273678"/>
                  </a:lnTo>
                  <a:lnTo>
                    <a:pt x="54532" y="272920"/>
                  </a:lnTo>
                  <a:lnTo>
                    <a:pt x="65552" y="274627"/>
                  </a:lnTo>
                  <a:lnTo>
                    <a:pt x="67630" y="274641"/>
                  </a:lnTo>
                  <a:lnTo>
                    <a:pt x="70076" y="274186"/>
                  </a:lnTo>
                  <a:lnTo>
                    <a:pt x="71977" y="274310"/>
                  </a:lnTo>
                  <a:lnTo>
                    <a:pt x="74509" y="273882"/>
                  </a:lnTo>
                  <a:lnTo>
                    <a:pt x="77377" y="273674"/>
                  </a:lnTo>
                  <a:lnTo>
                    <a:pt x="84851" y="275006"/>
                  </a:lnTo>
                  <a:lnTo>
                    <a:pt x="99898" y="277140"/>
                  </a:lnTo>
                  <a:lnTo>
                    <a:pt x="103916" y="277897"/>
                  </a:lnTo>
                  <a:lnTo>
                    <a:pt x="106054" y="278422"/>
                  </a:lnTo>
                  <a:lnTo>
                    <a:pt x="107817" y="278612"/>
                  </a:lnTo>
                  <a:lnTo>
                    <a:pt x="109578" y="278992"/>
                  </a:lnTo>
                  <a:lnTo>
                    <a:pt x="111722" y="278776"/>
                  </a:lnTo>
                  <a:lnTo>
                    <a:pt x="113011" y="278961"/>
                  </a:lnTo>
                  <a:lnTo>
                    <a:pt x="116138" y="278833"/>
                  </a:lnTo>
                  <a:lnTo>
                    <a:pt x="130399" y="278602"/>
                  </a:lnTo>
                  <a:lnTo>
                    <a:pt x="136054" y="278807"/>
                  </a:lnTo>
                  <a:lnTo>
                    <a:pt x="142710" y="279847"/>
                  </a:lnTo>
                  <a:lnTo>
                    <a:pt x="145276" y="281555"/>
                  </a:lnTo>
                  <a:lnTo>
                    <a:pt x="147157" y="282324"/>
                  </a:lnTo>
                  <a:lnTo>
                    <a:pt x="150820" y="281725"/>
                  </a:lnTo>
                  <a:lnTo>
                    <a:pt x="153895" y="281004"/>
                  </a:lnTo>
                  <a:lnTo>
                    <a:pt x="159782" y="280391"/>
                  </a:lnTo>
                  <a:lnTo>
                    <a:pt x="161665" y="280642"/>
                  </a:lnTo>
                  <a:lnTo>
                    <a:pt x="164862" y="281529"/>
                  </a:lnTo>
                  <a:lnTo>
                    <a:pt x="168428" y="283039"/>
                  </a:lnTo>
                  <a:lnTo>
                    <a:pt x="183589" y="282629"/>
                  </a:lnTo>
                  <a:lnTo>
                    <a:pt x="189939" y="282702"/>
                  </a:lnTo>
                  <a:lnTo>
                    <a:pt x="194472" y="283377"/>
                  </a:lnTo>
                  <a:lnTo>
                    <a:pt x="210982" y="281119"/>
                  </a:lnTo>
                  <a:lnTo>
                    <a:pt x="213544" y="280633"/>
                  </a:lnTo>
                  <a:lnTo>
                    <a:pt x="217335" y="279070"/>
                  </a:lnTo>
                  <a:lnTo>
                    <a:pt x="214232" y="278569"/>
                  </a:lnTo>
                  <a:lnTo>
                    <a:pt x="212024" y="278415"/>
                  </a:lnTo>
                  <a:lnTo>
                    <a:pt x="211169" y="277607"/>
                  </a:lnTo>
                  <a:lnTo>
                    <a:pt x="212661" y="277289"/>
                  </a:lnTo>
                  <a:lnTo>
                    <a:pt x="217425" y="276850"/>
                  </a:lnTo>
                  <a:lnTo>
                    <a:pt x="226709" y="276176"/>
                  </a:lnTo>
                  <a:lnTo>
                    <a:pt x="232173" y="275533"/>
                  </a:lnTo>
                  <a:lnTo>
                    <a:pt x="235098" y="273826"/>
                  </a:lnTo>
                  <a:lnTo>
                    <a:pt x="247662" y="271189"/>
                  </a:lnTo>
                  <a:lnTo>
                    <a:pt x="251670" y="270030"/>
                  </a:lnTo>
                  <a:lnTo>
                    <a:pt x="255348" y="268124"/>
                  </a:lnTo>
                  <a:lnTo>
                    <a:pt x="247091" y="264316"/>
                  </a:lnTo>
                  <a:lnTo>
                    <a:pt x="239193" y="261026"/>
                  </a:lnTo>
                  <a:lnTo>
                    <a:pt x="241709" y="260006"/>
                  </a:lnTo>
                  <a:lnTo>
                    <a:pt x="244197" y="259211"/>
                  </a:lnTo>
                  <a:lnTo>
                    <a:pt x="245400" y="258582"/>
                  </a:lnTo>
                  <a:lnTo>
                    <a:pt x="246391" y="257672"/>
                  </a:lnTo>
                  <a:lnTo>
                    <a:pt x="243785" y="256598"/>
                  </a:lnTo>
                  <a:lnTo>
                    <a:pt x="241390" y="255803"/>
                  </a:lnTo>
                  <a:lnTo>
                    <a:pt x="237392" y="255024"/>
                  </a:lnTo>
                  <a:lnTo>
                    <a:pt x="222399" y="253163"/>
                  </a:lnTo>
                  <a:lnTo>
                    <a:pt x="217290" y="252357"/>
                  </a:lnTo>
                  <a:lnTo>
                    <a:pt x="219347" y="251127"/>
                  </a:lnTo>
                  <a:lnTo>
                    <a:pt x="222061" y="250169"/>
                  </a:lnTo>
                  <a:lnTo>
                    <a:pt x="227805" y="249766"/>
                  </a:lnTo>
                  <a:lnTo>
                    <a:pt x="264573" y="248310"/>
                  </a:lnTo>
                  <a:lnTo>
                    <a:pt x="301584" y="246521"/>
                  </a:lnTo>
                  <a:lnTo>
                    <a:pt x="302524" y="245614"/>
                  </a:lnTo>
                  <a:lnTo>
                    <a:pt x="297608" y="244559"/>
                  </a:lnTo>
                  <a:lnTo>
                    <a:pt x="293434" y="244300"/>
                  </a:lnTo>
                  <a:lnTo>
                    <a:pt x="291892" y="243981"/>
                  </a:lnTo>
                  <a:lnTo>
                    <a:pt x="291322" y="243308"/>
                  </a:lnTo>
                  <a:lnTo>
                    <a:pt x="291259" y="242385"/>
                  </a:lnTo>
                  <a:lnTo>
                    <a:pt x="290783" y="242229"/>
                  </a:lnTo>
                  <a:lnTo>
                    <a:pt x="289230" y="242134"/>
                  </a:lnTo>
                  <a:lnTo>
                    <a:pt x="282568" y="241077"/>
                  </a:lnTo>
                  <a:lnTo>
                    <a:pt x="281159" y="240659"/>
                  </a:lnTo>
                  <a:lnTo>
                    <a:pt x="278941" y="239669"/>
                  </a:lnTo>
                  <a:lnTo>
                    <a:pt x="278380" y="238891"/>
                  </a:lnTo>
                  <a:lnTo>
                    <a:pt x="279704" y="236901"/>
                  </a:lnTo>
                  <a:lnTo>
                    <a:pt x="281736" y="236050"/>
                  </a:lnTo>
                  <a:lnTo>
                    <a:pt x="285287" y="235599"/>
                  </a:lnTo>
                  <a:lnTo>
                    <a:pt x="287820" y="235435"/>
                  </a:lnTo>
                  <a:lnTo>
                    <a:pt x="295498" y="235465"/>
                  </a:lnTo>
                  <a:lnTo>
                    <a:pt x="298507" y="235220"/>
                  </a:lnTo>
                  <a:lnTo>
                    <a:pt x="299745" y="234948"/>
                  </a:lnTo>
                  <a:lnTo>
                    <a:pt x="299530" y="233996"/>
                  </a:lnTo>
                  <a:lnTo>
                    <a:pt x="298675" y="233557"/>
                  </a:lnTo>
                  <a:lnTo>
                    <a:pt x="298644" y="232974"/>
                  </a:lnTo>
                  <a:lnTo>
                    <a:pt x="299941" y="232654"/>
                  </a:lnTo>
                  <a:lnTo>
                    <a:pt x="301522" y="232670"/>
                  </a:lnTo>
                  <a:lnTo>
                    <a:pt x="301960" y="231959"/>
                  </a:lnTo>
                  <a:lnTo>
                    <a:pt x="301075" y="230831"/>
                  </a:lnTo>
                  <a:lnTo>
                    <a:pt x="298796" y="230212"/>
                  </a:lnTo>
                  <a:lnTo>
                    <a:pt x="292798" y="229172"/>
                  </a:lnTo>
                  <a:lnTo>
                    <a:pt x="279182" y="227620"/>
                  </a:lnTo>
                  <a:lnTo>
                    <a:pt x="273905" y="226421"/>
                  </a:lnTo>
                  <a:lnTo>
                    <a:pt x="270879" y="225496"/>
                  </a:lnTo>
                  <a:lnTo>
                    <a:pt x="268345" y="224440"/>
                  </a:lnTo>
                  <a:lnTo>
                    <a:pt x="265814" y="223923"/>
                  </a:lnTo>
                  <a:lnTo>
                    <a:pt x="264037" y="223379"/>
                  </a:lnTo>
                  <a:lnTo>
                    <a:pt x="264397" y="222698"/>
                  </a:lnTo>
                  <a:lnTo>
                    <a:pt x="263599" y="221626"/>
                  </a:lnTo>
                  <a:lnTo>
                    <a:pt x="262598" y="221443"/>
                  </a:lnTo>
                  <a:lnTo>
                    <a:pt x="258267" y="221891"/>
                  </a:lnTo>
                  <a:lnTo>
                    <a:pt x="250545" y="221645"/>
                  </a:lnTo>
                  <a:lnTo>
                    <a:pt x="241082" y="220659"/>
                  </a:lnTo>
                  <a:lnTo>
                    <a:pt x="234534" y="219519"/>
                  </a:lnTo>
                  <a:lnTo>
                    <a:pt x="225975" y="216448"/>
                  </a:lnTo>
                  <a:lnTo>
                    <a:pt x="222619" y="214924"/>
                  </a:lnTo>
                  <a:lnTo>
                    <a:pt x="225092" y="213854"/>
                  </a:lnTo>
                  <a:lnTo>
                    <a:pt x="227818" y="213180"/>
                  </a:lnTo>
                  <a:lnTo>
                    <a:pt x="239203" y="211615"/>
                  </a:lnTo>
                  <a:lnTo>
                    <a:pt x="240894" y="211067"/>
                  </a:lnTo>
                  <a:lnTo>
                    <a:pt x="243208" y="209675"/>
                  </a:lnTo>
                  <a:lnTo>
                    <a:pt x="239405" y="209088"/>
                  </a:lnTo>
                  <a:lnTo>
                    <a:pt x="236173" y="209141"/>
                  </a:lnTo>
                  <a:lnTo>
                    <a:pt x="233289" y="208740"/>
                  </a:lnTo>
                  <a:lnTo>
                    <a:pt x="221673" y="208658"/>
                  </a:lnTo>
                  <a:lnTo>
                    <a:pt x="215074" y="208849"/>
                  </a:lnTo>
                  <a:lnTo>
                    <a:pt x="209575" y="207093"/>
                  </a:lnTo>
                  <a:lnTo>
                    <a:pt x="205432" y="205375"/>
                  </a:lnTo>
                  <a:lnTo>
                    <a:pt x="204287" y="204497"/>
                  </a:lnTo>
                  <a:lnTo>
                    <a:pt x="203403" y="202970"/>
                  </a:lnTo>
                  <a:lnTo>
                    <a:pt x="204812" y="200690"/>
                  </a:lnTo>
                  <a:lnTo>
                    <a:pt x="205961" y="199055"/>
                  </a:lnTo>
                  <a:lnTo>
                    <a:pt x="205805" y="197055"/>
                  </a:lnTo>
                  <a:lnTo>
                    <a:pt x="206117" y="194305"/>
                  </a:lnTo>
                  <a:lnTo>
                    <a:pt x="208108" y="193386"/>
                  </a:lnTo>
                  <a:lnTo>
                    <a:pt x="209632" y="193219"/>
                  </a:lnTo>
                  <a:lnTo>
                    <a:pt x="213195" y="195339"/>
                  </a:lnTo>
                  <a:lnTo>
                    <a:pt x="216280" y="195490"/>
                  </a:lnTo>
                  <a:lnTo>
                    <a:pt x="220742" y="195085"/>
                  </a:lnTo>
                  <a:lnTo>
                    <a:pt x="223575" y="193994"/>
                  </a:lnTo>
                  <a:lnTo>
                    <a:pt x="225060" y="193588"/>
                  </a:lnTo>
                  <a:lnTo>
                    <a:pt x="227820" y="193481"/>
                  </a:lnTo>
                  <a:lnTo>
                    <a:pt x="233125" y="193973"/>
                  </a:lnTo>
                  <a:lnTo>
                    <a:pt x="235557" y="193781"/>
                  </a:lnTo>
                  <a:lnTo>
                    <a:pt x="238270" y="193885"/>
                  </a:lnTo>
                  <a:lnTo>
                    <a:pt x="246832" y="195279"/>
                  </a:lnTo>
                  <a:lnTo>
                    <a:pt x="248699" y="195939"/>
                  </a:lnTo>
                  <a:lnTo>
                    <a:pt x="249707" y="196440"/>
                  </a:lnTo>
                  <a:lnTo>
                    <a:pt x="250020" y="197178"/>
                  </a:lnTo>
                  <a:lnTo>
                    <a:pt x="251084" y="197916"/>
                  </a:lnTo>
                  <a:lnTo>
                    <a:pt x="254713" y="198286"/>
                  </a:lnTo>
                  <a:lnTo>
                    <a:pt x="264917" y="197869"/>
                  </a:lnTo>
                  <a:lnTo>
                    <a:pt x="267561" y="198054"/>
                  </a:lnTo>
                  <a:lnTo>
                    <a:pt x="274775" y="200113"/>
                  </a:lnTo>
                  <a:lnTo>
                    <a:pt x="280933" y="202316"/>
                  </a:lnTo>
                  <a:lnTo>
                    <a:pt x="283026" y="202868"/>
                  </a:lnTo>
                  <a:lnTo>
                    <a:pt x="286494" y="203237"/>
                  </a:lnTo>
                  <a:lnTo>
                    <a:pt x="287717" y="202912"/>
                  </a:lnTo>
                  <a:lnTo>
                    <a:pt x="288800" y="202084"/>
                  </a:lnTo>
                  <a:lnTo>
                    <a:pt x="292093" y="201078"/>
                  </a:lnTo>
                  <a:lnTo>
                    <a:pt x="299529" y="199801"/>
                  </a:lnTo>
                  <a:lnTo>
                    <a:pt x="301272" y="198562"/>
                  </a:lnTo>
                  <a:lnTo>
                    <a:pt x="300287" y="197869"/>
                  </a:lnTo>
                  <a:lnTo>
                    <a:pt x="297454" y="197154"/>
                  </a:lnTo>
                  <a:lnTo>
                    <a:pt x="295703" y="196902"/>
                  </a:lnTo>
                  <a:lnTo>
                    <a:pt x="294764" y="196071"/>
                  </a:lnTo>
                  <a:lnTo>
                    <a:pt x="294807" y="194936"/>
                  </a:lnTo>
                  <a:lnTo>
                    <a:pt x="295390" y="193857"/>
                  </a:lnTo>
                  <a:lnTo>
                    <a:pt x="297330" y="193579"/>
                  </a:lnTo>
                  <a:lnTo>
                    <a:pt x="300888" y="195061"/>
                  </a:lnTo>
                  <a:lnTo>
                    <a:pt x="305298" y="196434"/>
                  </a:lnTo>
                  <a:lnTo>
                    <a:pt x="306847" y="196651"/>
                  </a:lnTo>
                  <a:lnTo>
                    <a:pt x="308022" y="196587"/>
                  </a:lnTo>
                  <a:lnTo>
                    <a:pt x="310246" y="196101"/>
                  </a:lnTo>
                  <a:lnTo>
                    <a:pt x="312891" y="195738"/>
                  </a:lnTo>
                  <a:lnTo>
                    <a:pt x="317971" y="198704"/>
                  </a:lnTo>
                  <a:lnTo>
                    <a:pt x="320970" y="198903"/>
                  </a:lnTo>
                  <a:lnTo>
                    <a:pt x="324721" y="198922"/>
                  </a:lnTo>
                  <a:lnTo>
                    <a:pt x="325445" y="198464"/>
                  </a:lnTo>
                  <a:lnTo>
                    <a:pt x="324981" y="197670"/>
                  </a:lnTo>
                  <a:lnTo>
                    <a:pt x="324374" y="196834"/>
                  </a:lnTo>
                  <a:lnTo>
                    <a:pt x="323613" y="196716"/>
                  </a:lnTo>
                  <a:lnTo>
                    <a:pt x="323484" y="195925"/>
                  </a:lnTo>
                  <a:lnTo>
                    <a:pt x="325124" y="195200"/>
                  </a:lnTo>
                  <a:lnTo>
                    <a:pt x="326249" y="194893"/>
                  </a:lnTo>
                  <a:lnTo>
                    <a:pt x="325799" y="194369"/>
                  </a:lnTo>
                  <a:lnTo>
                    <a:pt x="324002" y="193555"/>
                  </a:lnTo>
                  <a:lnTo>
                    <a:pt x="322951" y="193427"/>
                  </a:lnTo>
                  <a:lnTo>
                    <a:pt x="321979" y="193073"/>
                  </a:lnTo>
                  <a:lnTo>
                    <a:pt x="322292" y="192518"/>
                  </a:lnTo>
                  <a:lnTo>
                    <a:pt x="323499" y="192283"/>
                  </a:lnTo>
                  <a:lnTo>
                    <a:pt x="325174" y="191468"/>
                  </a:lnTo>
                  <a:lnTo>
                    <a:pt x="324640" y="190503"/>
                  </a:lnTo>
                  <a:lnTo>
                    <a:pt x="324735" y="189278"/>
                  </a:lnTo>
                  <a:lnTo>
                    <a:pt x="324027" y="188613"/>
                  </a:lnTo>
                  <a:lnTo>
                    <a:pt x="320092" y="187338"/>
                  </a:lnTo>
                  <a:lnTo>
                    <a:pt x="314319" y="185238"/>
                  </a:lnTo>
                  <a:lnTo>
                    <a:pt x="308985" y="184280"/>
                  </a:lnTo>
                  <a:lnTo>
                    <a:pt x="297059" y="185046"/>
                  </a:lnTo>
                  <a:lnTo>
                    <a:pt x="292851" y="184554"/>
                  </a:lnTo>
                  <a:lnTo>
                    <a:pt x="290071" y="184009"/>
                  </a:lnTo>
                  <a:lnTo>
                    <a:pt x="287095" y="183262"/>
                  </a:lnTo>
                  <a:lnTo>
                    <a:pt x="290589" y="182507"/>
                  </a:lnTo>
                  <a:lnTo>
                    <a:pt x="294280" y="181957"/>
                  </a:lnTo>
                  <a:lnTo>
                    <a:pt x="295362" y="181489"/>
                  </a:lnTo>
                  <a:lnTo>
                    <a:pt x="296768" y="180509"/>
                  </a:lnTo>
                  <a:lnTo>
                    <a:pt x="298403" y="179811"/>
                  </a:lnTo>
                  <a:lnTo>
                    <a:pt x="299715" y="179623"/>
                  </a:lnTo>
                  <a:lnTo>
                    <a:pt x="304068" y="179991"/>
                  </a:lnTo>
                  <a:lnTo>
                    <a:pt x="313934" y="182602"/>
                  </a:lnTo>
                  <a:lnTo>
                    <a:pt x="316015" y="182877"/>
                  </a:lnTo>
                  <a:lnTo>
                    <a:pt x="322748" y="184084"/>
                  </a:lnTo>
                  <a:lnTo>
                    <a:pt x="324629" y="184147"/>
                  </a:lnTo>
                  <a:lnTo>
                    <a:pt x="326945" y="183873"/>
                  </a:lnTo>
                  <a:lnTo>
                    <a:pt x="325051" y="182709"/>
                  </a:lnTo>
                  <a:lnTo>
                    <a:pt x="322988" y="181884"/>
                  </a:lnTo>
                  <a:lnTo>
                    <a:pt x="318043" y="179557"/>
                  </a:lnTo>
                  <a:lnTo>
                    <a:pt x="318606" y="178449"/>
                  </a:lnTo>
                  <a:lnTo>
                    <a:pt x="321783" y="176615"/>
                  </a:lnTo>
                  <a:lnTo>
                    <a:pt x="330129" y="176477"/>
                  </a:lnTo>
                  <a:lnTo>
                    <a:pt x="333765" y="175825"/>
                  </a:lnTo>
                  <a:lnTo>
                    <a:pt x="338501" y="174420"/>
                  </a:lnTo>
                  <a:lnTo>
                    <a:pt x="344616" y="172079"/>
                  </a:lnTo>
                  <a:lnTo>
                    <a:pt x="349840" y="171798"/>
                  </a:lnTo>
                  <a:lnTo>
                    <a:pt x="356390" y="171065"/>
                  </a:lnTo>
                  <a:lnTo>
                    <a:pt x="358619" y="171607"/>
                  </a:lnTo>
                  <a:lnTo>
                    <a:pt x="364186" y="173848"/>
                  </a:lnTo>
                  <a:lnTo>
                    <a:pt x="367697" y="174623"/>
                  </a:lnTo>
                  <a:lnTo>
                    <a:pt x="368886" y="174690"/>
                  </a:lnTo>
                  <a:lnTo>
                    <a:pt x="370160" y="174622"/>
                  </a:lnTo>
                  <a:lnTo>
                    <a:pt x="366858" y="171832"/>
                  </a:lnTo>
                  <a:lnTo>
                    <a:pt x="368983" y="171471"/>
                  </a:lnTo>
                  <a:lnTo>
                    <a:pt x="371721" y="171159"/>
                  </a:lnTo>
                  <a:lnTo>
                    <a:pt x="373976" y="170456"/>
                  </a:lnTo>
                  <a:lnTo>
                    <a:pt x="375652" y="169879"/>
                  </a:lnTo>
                  <a:lnTo>
                    <a:pt x="381354" y="167186"/>
                  </a:lnTo>
                  <a:lnTo>
                    <a:pt x="386484" y="166452"/>
                  </a:lnTo>
                  <a:lnTo>
                    <a:pt x="400966" y="165272"/>
                  </a:lnTo>
                  <a:lnTo>
                    <a:pt x="405961" y="166347"/>
                  </a:lnTo>
                  <a:lnTo>
                    <a:pt x="410127" y="166474"/>
                  </a:lnTo>
                  <a:lnTo>
                    <a:pt x="411076" y="166163"/>
                  </a:lnTo>
                  <a:lnTo>
                    <a:pt x="411905" y="164718"/>
                  </a:lnTo>
                  <a:lnTo>
                    <a:pt x="414119" y="161931"/>
                  </a:lnTo>
                  <a:lnTo>
                    <a:pt x="415990" y="160945"/>
                  </a:lnTo>
                  <a:lnTo>
                    <a:pt x="422310" y="159900"/>
                  </a:lnTo>
                  <a:lnTo>
                    <a:pt x="427246" y="159952"/>
                  </a:lnTo>
                  <a:lnTo>
                    <a:pt x="430796" y="161096"/>
                  </a:lnTo>
                  <a:lnTo>
                    <a:pt x="434088" y="161843"/>
                  </a:lnTo>
                  <a:lnTo>
                    <a:pt x="437123" y="162190"/>
                  </a:lnTo>
                  <a:lnTo>
                    <a:pt x="440165" y="162152"/>
                  </a:lnTo>
                  <a:lnTo>
                    <a:pt x="444736" y="161514"/>
                  </a:lnTo>
                  <a:lnTo>
                    <a:pt x="450795" y="161280"/>
                  </a:lnTo>
                  <a:lnTo>
                    <a:pt x="453651" y="160950"/>
                  </a:lnTo>
                  <a:lnTo>
                    <a:pt x="456894" y="161581"/>
                  </a:lnTo>
                  <a:lnTo>
                    <a:pt x="464927" y="161791"/>
                  </a:lnTo>
                  <a:lnTo>
                    <a:pt x="471189" y="162693"/>
                  </a:lnTo>
                  <a:lnTo>
                    <a:pt x="475019" y="162703"/>
                  </a:lnTo>
                  <a:lnTo>
                    <a:pt x="480246" y="161832"/>
                  </a:lnTo>
                  <a:lnTo>
                    <a:pt x="483062" y="161710"/>
                  </a:lnTo>
                  <a:lnTo>
                    <a:pt x="493254" y="160302"/>
                  </a:lnTo>
                  <a:lnTo>
                    <a:pt x="501231" y="160004"/>
                  </a:lnTo>
                  <a:lnTo>
                    <a:pt x="507250" y="160628"/>
                  </a:lnTo>
                  <a:lnTo>
                    <a:pt x="517000" y="160238"/>
                  </a:lnTo>
                  <a:lnTo>
                    <a:pt x="526849" y="160532"/>
                  </a:lnTo>
                  <a:lnTo>
                    <a:pt x="530850" y="161053"/>
                  </a:lnTo>
                  <a:lnTo>
                    <a:pt x="553041" y="160731"/>
                  </a:lnTo>
                  <a:lnTo>
                    <a:pt x="570704" y="159400"/>
                  </a:lnTo>
                  <a:lnTo>
                    <a:pt x="573114" y="158940"/>
                  </a:lnTo>
                  <a:lnTo>
                    <a:pt x="576897" y="157493"/>
                  </a:lnTo>
                  <a:lnTo>
                    <a:pt x="578973" y="156160"/>
                  </a:lnTo>
                  <a:lnTo>
                    <a:pt x="580365" y="155749"/>
                  </a:lnTo>
                  <a:lnTo>
                    <a:pt x="583333" y="155592"/>
                  </a:lnTo>
                  <a:lnTo>
                    <a:pt x="588403" y="155890"/>
                  </a:lnTo>
                  <a:lnTo>
                    <a:pt x="595384" y="156871"/>
                  </a:lnTo>
                  <a:lnTo>
                    <a:pt x="601394" y="156506"/>
                  </a:lnTo>
                  <a:lnTo>
                    <a:pt x="612846" y="157068"/>
                  </a:lnTo>
                  <a:lnTo>
                    <a:pt x="613957" y="156618"/>
                  </a:lnTo>
                  <a:lnTo>
                    <a:pt x="615037" y="154106"/>
                  </a:lnTo>
                  <a:lnTo>
                    <a:pt x="616929" y="150111"/>
                  </a:lnTo>
                  <a:lnTo>
                    <a:pt x="618512" y="148916"/>
                  </a:lnTo>
                  <a:lnTo>
                    <a:pt x="621140" y="149224"/>
                  </a:lnTo>
                  <a:lnTo>
                    <a:pt x="629063" y="151510"/>
                  </a:lnTo>
                  <a:lnTo>
                    <a:pt x="629243" y="152479"/>
                  </a:lnTo>
                  <a:lnTo>
                    <a:pt x="628437" y="153170"/>
                  </a:lnTo>
                  <a:lnTo>
                    <a:pt x="627122" y="153447"/>
                  </a:lnTo>
                  <a:lnTo>
                    <a:pt x="626747" y="155385"/>
                  </a:lnTo>
                  <a:lnTo>
                    <a:pt x="627811" y="155938"/>
                  </a:lnTo>
                  <a:lnTo>
                    <a:pt x="629576" y="155769"/>
                  </a:lnTo>
                  <a:lnTo>
                    <a:pt x="630723" y="156605"/>
                  </a:lnTo>
                  <a:lnTo>
                    <a:pt x="628222" y="158064"/>
                  </a:lnTo>
                  <a:lnTo>
                    <a:pt x="626465" y="158892"/>
                  </a:lnTo>
                  <a:lnTo>
                    <a:pt x="625326" y="159259"/>
                  </a:lnTo>
                  <a:lnTo>
                    <a:pt x="624557" y="162028"/>
                  </a:lnTo>
                  <a:lnTo>
                    <a:pt x="623493" y="162950"/>
                  </a:lnTo>
                  <a:lnTo>
                    <a:pt x="623368" y="163965"/>
                  </a:lnTo>
                  <a:lnTo>
                    <a:pt x="625057" y="163965"/>
                  </a:lnTo>
                  <a:lnTo>
                    <a:pt x="626754" y="163551"/>
                  </a:lnTo>
                  <a:lnTo>
                    <a:pt x="628259" y="163432"/>
                  </a:lnTo>
                  <a:lnTo>
                    <a:pt x="633008" y="162708"/>
                  </a:lnTo>
                  <a:lnTo>
                    <a:pt x="641726" y="161878"/>
                  </a:lnTo>
                  <a:lnTo>
                    <a:pt x="644581" y="161445"/>
                  </a:lnTo>
                  <a:lnTo>
                    <a:pt x="646208" y="161320"/>
                  </a:lnTo>
                  <a:lnTo>
                    <a:pt x="647266" y="160743"/>
                  </a:lnTo>
                  <a:lnTo>
                    <a:pt x="645806" y="159384"/>
                  </a:lnTo>
                  <a:lnTo>
                    <a:pt x="645333" y="158244"/>
                  </a:lnTo>
                  <a:lnTo>
                    <a:pt x="646211" y="157301"/>
                  </a:lnTo>
                  <a:lnTo>
                    <a:pt x="645962" y="155663"/>
                  </a:lnTo>
                  <a:lnTo>
                    <a:pt x="645166" y="154032"/>
                  </a:lnTo>
                  <a:lnTo>
                    <a:pt x="646835" y="152801"/>
                  </a:lnTo>
                  <a:lnTo>
                    <a:pt x="648379" y="153071"/>
                  </a:lnTo>
                  <a:lnTo>
                    <a:pt x="651090" y="152894"/>
                  </a:lnTo>
                  <a:lnTo>
                    <a:pt x="652607" y="153485"/>
                  </a:lnTo>
                  <a:lnTo>
                    <a:pt x="654967" y="154021"/>
                  </a:lnTo>
                  <a:lnTo>
                    <a:pt x="657204" y="154299"/>
                  </a:lnTo>
                  <a:lnTo>
                    <a:pt x="659351" y="155385"/>
                  </a:lnTo>
                  <a:lnTo>
                    <a:pt x="660082" y="157751"/>
                  </a:lnTo>
                  <a:lnTo>
                    <a:pt x="659413" y="160182"/>
                  </a:lnTo>
                  <a:lnTo>
                    <a:pt x="657223" y="161935"/>
                  </a:lnTo>
                  <a:lnTo>
                    <a:pt x="653102" y="163538"/>
                  </a:lnTo>
                  <a:lnTo>
                    <a:pt x="648413" y="166079"/>
                  </a:lnTo>
                  <a:lnTo>
                    <a:pt x="649401" y="167286"/>
                  </a:lnTo>
                  <a:lnTo>
                    <a:pt x="651809" y="166880"/>
                  </a:lnTo>
                  <a:lnTo>
                    <a:pt x="662351" y="166995"/>
                  </a:lnTo>
                  <a:lnTo>
                    <a:pt x="669142" y="166799"/>
                  </a:lnTo>
                  <a:lnTo>
                    <a:pt x="673398" y="167100"/>
                  </a:lnTo>
                  <a:lnTo>
                    <a:pt x="678770" y="167740"/>
                  </a:lnTo>
                  <a:lnTo>
                    <a:pt x="683025" y="168704"/>
                  </a:lnTo>
                  <a:lnTo>
                    <a:pt x="688114" y="168883"/>
                  </a:lnTo>
                  <a:lnTo>
                    <a:pt x="691280" y="168533"/>
                  </a:lnTo>
                  <a:lnTo>
                    <a:pt x="694244" y="169015"/>
                  </a:lnTo>
                  <a:lnTo>
                    <a:pt x="705782" y="166975"/>
                  </a:lnTo>
                  <a:lnTo>
                    <a:pt x="710488" y="165824"/>
                  </a:lnTo>
                  <a:lnTo>
                    <a:pt x="713176" y="166397"/>
                  </a:lnTo>
                  <a:lnTo>
                    <a:pt x="717510" y="165902"/>
                  </a:lnTo>
                  <a:lnTo>
                    <a:pt x="719954" y="166346"/>
                  </a:lnTo>
                  <a:lnTo>
                    <a:pt x="724462" y="165631"/>
                  </a:lnTo>
                  <a:lnTo>
                    <a:pt x="727336" y="165546"/>
                  </a:lnTo>
                  <a:lnTo>
                    <a:pt x="730645" y="165850"/>
                  </a:lnTo>
                  <a:lnTo>
                    <a:pt x="740704" y="165994"/>
                  </a:lnTo>
                  <a:lnTo>
                    <a:pt x="741463" y="167311"/>
                  </a:lnTo>
                  <a:lnTo>
                    <a:pt x="744530" y="169321"/>
                  </a:lnTo>
                  <a:lnTo>
                    <a:pt x="747031" y="170102"/>
                  </a:lnTo>
                  <a:lnTo>
                    <a:pt x="750181" y="169771"/>
                  </a:lnTo>
                  <a:lnTo>
                    <a:pt x="752479" y="169147"/>
                  </a:lnTo>
                  <a:lnTo>
                    <a:pt x="756080" y="169385"/>
                  </a:lnTo>
                  <a:lnTo>
                    <a:pt x="761298" y="168528"/>
                  </a:lnTo>
                  <a:lnTo>
                    <a:pt x="766512" y="168785"/>
                  </a:lnTo>
                  <a:lnTo>
                    <a:pt x="768668" y="168641"/>
                  </a:lnTo>
                  <a:lnTo>
                    <a:pt x="769677" y="168084"/>
                  </a:lnTo>
                  <a:lnTo>
                    <a:pt x="770508" y="166865"/>
                  </a:lnTo>
                  <a:lnTo>
                    <a:pt x="768905" y="166182"/>
                  </a:lnTo>
                  <a:lnTo>
                    <a:pt x="764355" y="165313"/>
                  </a:lnTo>
                  <a:lnTo>
                    <a:pt x="760157" y="163504"/>
                  </a:lnTo>
                  <a:lnTo>
                    <a:pt x="758296" y="163126"/>
                  </a:lnTo>
                  <a:lnTo>
                    <a:pt x="755312" y="163352"/>
                  </a:lnTo>
                  <a:lnTo>
                    <a:pt x="753903" y="163023"/>
                  </a:lnTo>
                  <a:lnTo>
                    <a:pt x="752386" y="162438"/>
                  </a:lnTo>
                  <a:lnTo>
                    <a:pt x="754358" y="161749"/>
                  </a:lnTo>
                  <a:lnTo>
                    <a:pt x="756744" y="159505"/>
                  </a:lnTo>
                  <a:lnTo>
                    <a:pt x="755742" y="157454"/>
                  </a:lnTo>
                  <a:lnTo>
                    <a:pt x="754611" y="157024"/>
                  </a:lnTo>
                  <a:lnTo>
                    <a:pt x="751842" y="157089"/>
                  </a:lnTo>
                  <a:lnTo>
                    <a:pt x="748521" y="157818"/>
                  </a:lnTo>
                  <a:lnTo>
                    <a:pt x="747184" y="157314"/>
                  </a:lnTo>
                  <a:lnTo>
                    <a:pt x="745022" y="157045"/>
                  </a:lnTo>
                  <a:lnTo>
                    <a:pt x="744160" y="155153"/>
                  </a:lnTo>
                  <a:lnTo>
                    <a:pt x="741852" y="151615"/>
                  </a:lnTo>
                  <a:lnTo>
                    <a:pt x="740635" y="150601"/>
                  </a:lnTo>
                  <a:lnTo>
                    <a:pt x="736948" y="149680"/>
                  </a:lnTo>
                  <a:lnTo>
                    <a:pt x="733772" y="149235"/>
                  </a:lnTo>
                  <a:lnTo>
                    <a:pt x="730691" y="148649"/>
                  </a:lnTo>
                  <a:lnTo>
                    <a:pt x="729780" y="147252"/>
                  </a:lnTo>
                  <a:lnTo>
                    <a:pt x="730378" y="145328"/>
                  </a:lnTo>
                  <a:lnTo>
                    <a:pt x="734057" y="144920"/>
                  </a:lnTo>
                  <a:lnTo>
                    <a:pt x="737596" y="145117"/>
                  </a:lnTo>
                  <a:lnTo>
                    <a:pt x="739566" y="145465"/>
                  </a:lnTo>
                  <a:lnTo>
                    <a:pt x="741846" y="145623"/>
                  </a:lnTo>
                  <a:lnTo>
                    <a:pt x="744463" y="146019"/>
                  </a:lnTo>
                  <a:lnTo>
                    <a:pt x="746171" y="146572"/>
                  </a:lnTo>
                  <a:lnTo>
                    <a:pt x="747541" y="146884"/>
                  </a:lnTo>
                  <a:lnTo>
                    <a:pt x="750073" y="146892"/>
                  </a:lnTo>
                  <a:lnTo>
                    <a:pt x="758935" y="146366"/>
                  </a:lnTo>
                  <a:lnTo>
                    <a:pt x="760117" y="146004"/>
                  </a:lnTo>
                  <a:lnTo>
                    <a:pt x="761206" y="145320"/>
                  </a:lnTo>
                  <a:lnTo>
                    <a:pt x="763076" y="145168"/>
                  </a:lnTo>
                  <a:lnTo>
                    <a:pt x="764793" y="145260"/>
                  </a:lnTo>
                  <a:lnTo>
                    <a:pt x="767307" y="144846"/>
                  </a:lnTo>
                  <a:lnTo>
                    <a:pt x="764429" y="144286"/>
                  </a:lnTo>
                  <a:lnTo>
                    <a:pt x="761330" y="143228"/>
                  </a:lnTo>
                  <a:lnTo>
                    <a:pt x="756667" y="141937"/>
                  </a:lnTo>
                  <a:lnTo>
                    <a:pt x="752735" y="141248"/>
                  </a:lnTo>
                  <a:lnTo>
                    <a:pt x="745611" y="140756"/>
                  </a:lnTo>
                  <a:lnTo>
                    <a:pt x="741975" y="140919"/>
                  </a:lnTo>
                  <a:lnTo>
                    <a:pt x="739683" y="140663"/>
                  </a:lnTo>
                  <a:lnTo>
                    <a:pt x="731556" y="140798"/>
                  </a:lnTo>
                  <a:lnTo>
                    <a:pt x="729344" y="140300"/>
                  </a:lnTo>
                  <a:lnTo>
                    <a:pt x="727761" y="138897"/>
                  </a:lnTo>
                  <a:lnTo>
                    <a:pt x="725570" y="135560"/>
                  </a:lnTo>
                  <a:lnTo>
                    <a:pt x="724934" y="133796"/>
                  </a:lnTo>
                  <a:lnTo>
                    <a:pt x="726432" y="133143"/>
                  </a:lnTo>
                  <a:lnTo>
                    <a:pt x="727440" y="132434"/>
                  </a:lnTo>
                  <a:lnTo>
                    <a:pt x="729845" y="132364"/>
                  </a:lnTo>
                  <a:lnTo>
                    <a:pt x="733356" y="132635"/>
                  </a:lnTo>
                  <a:lnTo>
                    <a:pt x="734509" y="132977"/>
                  </a:lnTo>
                  <a:lnTo>
                    <a:pt x="735369" y="134020"/>
                  </a:lnTo>
                  <a:lnTo>
                    <a:pt x="734509" y="135087"/>
                  </a:lnTo>
                  <a:lnTo>
                    <a:pt x="733382" y="135641"/>
                  </a:lnTo>
                  <a:lnTo>
                    <a:pt x="734070" y="136147"/>
                  </a:lnTo>
                  <a:lnTo>
                    <a:pt x="737669" y="136296"/>
                  </a:lnTo>
                  <a:lnTo>
                    <a:pt x="739442" y="136614"/>
                  </a:lnTo>
                  <a:lnTo>
                    <a:pt x="740958" y="136739"/>
                  </a:lnTo>
                  <a:lnTo>
                    <a:pt x="744264" y="136258"/>
                  </a:lnTo>
                  <a:lnTo>
                    <a:pt x="749101" y="136059"/>
                  </a:lnTo>
                  <a:lnTo>
                    <a:pt x="751532" y="136539"/>
                  </a:lnTo>
                  <a:lnTo>
                    <a:pt x="754416" y="136898"/>
                  </a:lnTo>
                  <a:lnTo>
                    <a:pt x="758654" y="136321"/>
                  </a:lnTo>
                  <a:lnTo>
                    <a:pt x="773812" y="136633"/>
                  </a:lnTo>
                  <a:lnTo>
                    <a:pt x="775668" y="136785"/>
                  </a:lnTo>
                  <a:lnTo>
                    <a:pt x="777503" y="137742"/>
                  </a:lnTo>
                  <a:lnTo>
                    <a:pt x="779087" y="138337"/>
                  </a:lnTo>
                  <a:lnTo>
                    <a:pt x="780739" y="138083"/>
                  </a:lnTo>
                  <a:lnTo>
                    <a:pt x="785665" y="139202"/>
                  </a:lnTo>
                  <a:lnTo>
                    <a:pt x="788313" y="140068"/>
                  </a:lnTo>
                  <a:lnTo>
                    <a:pt x="790977" y="140523"/>
                  </a:lnTo>
                  <a:lnTo>
                    <a:pt x="793268" y="140636"/>
                  </a:lnTo>
                  <a:lnTo>
                    <a:pt x="795837" y="140421"/>
                  </a:lnTo>
                  <a:lnTo>
                    <a:pt x="799161" y="139689"/>
                  </a:lnTo>
                  <a:lnTo>
                    <a:pt x="801929" y="139393"/>
                  </a:lnTo>
                  <a:lnTo>
                    <a:pt x="803888" y="139655"/>
                  </a:lnTo>
                  <a:lnTo>
                    <a:pt x="808080" y="139802"/>
                  </a:lnTo>
                  <a:lnTo>
                    <a:pt x="811300" y="140688"/>
                  </a:lnTo>
                  <a:lnTo>
                    <a:pt x="813774" y="140321"/>
                  </a:lnTo>
                  <a:lnTo>
                    <a:pt x="816411" y="139322"/>
                  </a:lnTo>
                  <a:lnTo>
                    <a:pt x="824713" y="138619"/>
                  </a:lnTo>
                  <a:lnTo>
                    <a:pt x="830270" y="138811"/>
                  </a:lnTo>
                  <a:lnTo>
                    <a:pt x="840416" y="140605"/>
                  </a:lnTo>
                  <a:lnTo>
                    <a:pt x="842759" y="140774"/>
                  </a:lnTo>
                  <a:lnTo>
                    <a:pt x="847395" y="139715"/>
                  </a:lnTo>
                  <a:lnTo>
                    <a:pt x="848882" y="137977"/>
                  </a:lnTo>
                  <a:lnTo>
                    <a:pt x="848677" y="136014"/>
                  </a:lnTo>
                  <a:lnTo>
                    <a:pt x="850030" y="135549"/>
                  </a:lnTo>
                  <a:lnTo>
                    <a:pt x="851139" y="135767"/>
                  </a:lnTo>
                  <a:lnTo>
                    <a:pt x="853197" y="134406"/>
                  </a:lnTo>
                  <a:lnTo>
                    <a:pt x="855991" y="134522"/>
                  </a:lnTo>
                  <a:lnTo>
                    <a:pt x="857704" y="134782"/>
                  </a:lnTo>
                  <a:lnTo>
                    <a:pt x="858763" y="133892"/>
                  </a:lnTo>
                  <a:lnTo>
                    <a:pt x="859730" y="132043"/>
                  </a:lnTo>
                  <a:lnTo>
                    <a:pt x="863014" y="131901"/>
                  </a:lnTo>
                  <a:lnTo>
                    <a:pt x="865409" y="132171"/>
                  </a:lnTo>
                  <a:lnTo>
                    <a:pt x="868557" y="133358"/>
                  </a:lnTo>
                  <a:lnTo>
                    <a:pt x="868553" y="134350"/>
                  </a:lnTo>
                  <a:lnTo>
                    <a:pt x="867255" y="135407"/>
                  </a:lnTo>
                  <a:lnTo>
                    <a:pt x="865088" y="138006"/>
                  </a:lnTo>
                  <a:lnTo>
                    <a:pt x="866426" y="139516"/>
                  </a:lnTo>
                  <a:lnTo>
                    <a:pt x="868454" y="139384"/>
                  </a:lnTo>
                  <a:lnTo>
                    <a:pt x="870996" y="139683"/>
                  </a:lnTo>
                  <a:lnTo>
                    <a:pt x="874098" y="139036"/>
                  </a:lnTo>
                  <a:lnTo>
                    <a:pt x="876060" y="139000"/>
                  </a:lnTo>
                  <a:lnTo>
                    <a:pt x="879495" y="141259"/>
                  </a:lnTo>
                  <a:lnTo>
                    <a:pt x="881832" y="141395"/>
                  </a:lnTo>
                  <a:lnTo>
                    <a:pt x="883618" y="141256"/>
                  </a:lnTo>
                  <a:lnTo>
                    <a:pt x="889497" y="139230"/>
                  </a:lnTo>
                  <a:lnTo>
                    <a:pt x="891194" y="139002"/>
                  </a:lnTo>
                  <a:lnTo>
                    <a:pt x="893268" y="139935"/>
                  </a:lnTo>
                  <a:lnTo>
                    <a:pt x="896311" y="142087"/>
                  </a:lnTo>
                  <a:lnTo>
                    <a:pt x="898954" y="143325"/>
                  </a:lnTo>
                  <a:lnTo>
                    <a:pt x="902832" y="144088"/>
                  </a:lnTo>
                  <a:lnTo>
                    <a:pt x="906211" y="144311"/>
                  </a:lnTo>
                  <a:lnTo>
                    <a:pt x="910164" y="145320"/>
                  </a:lnTo>
                  <a:lnTo>
                    <a:pt x="912354" y="146169"/>
                  </a:lnTo>
                  <a:lnTo>
                    <a:pt x="917301" y="146187"/>
                  </a:lnTo>
                  <a:lnTo>
                    <a:pt x="919446" y="146537"/>
                  </a:lnTo>
                  <a:lnTo>
                    <a:pt x="925422" y="148273"/>
                  </a:lnTo>
                  <a:lnTo>
                    <a:pt x="930885" y="147421"/>
                  </a:lnTo>
                  <a:lnTo>
                    <a:pt x="933698" y="146620"/>
                  </a:lnTo>
                  <a:lnTo>
                    <a:pt x="935075" y="145143"/>
                  </a:lnTo>
                  <a:lnTo>
                    <a:pt x="934387" y="142930"/>
                  </a:lnTo>
                  <a:lnTo>
                    <a:pt x="934137" y="140715"/>
                  </a:lnTo>
                  <a:lnTo>
                    <a:pt x="934950" y="139793"/>
                  </a:lnTo>
                  <a:lnTo>
                    <a:pt x="936389" y="139608"/>
                  </a:lnTo>
                  <a:lnTo>
                    <a:pt x="942898" y="142099"/>
                  </a:lnTo>
                  <a:lnTo>
                    <a:pt x="942486" y="140620"/>
                  </a:lnTo>
                  <a:lnTo>
                    <a:pt x="941929" y="139461"/>
                  </a:lnTo>
                  <a:lnTo>
                    <a:pt x="940269" y="137486"/>
                  </a:lnTo>
                  <a:lnTo>
                    <a:pt x="940519" y="136010"/>
                  </a:lnTo>
                  <a:lnTo>
                    <a:pt x="941896" y="135549"/>
                  </a:lnTo>
                  <a:lnTo>
                    <a:pt x="944644" y="136324"/>
                  </a:lnTo>
                  <a:lnTo>
                    <a:pt x="947896" y="136715"/>
                  </a:lnTo>
                  <a:lnTo>
                    <a:pt x="950605" y="137571"/>
                  </a:lnTo>
                  <a:lnTo>
                    <a:pt x="955884" y="140680"/>
                  </a:lnTo>
                  <a:lnTo>
                    <a:pt x="957563" y="143390"/>
                  </a:lnTo>
                  <a:lnTo>
                    <a:pt x="961143" y="144074"/>
                  </a:lnTo>
                  <a:lnTo>
                    <a:pt x="963638" y="143953"/>
                  </a:lnTo>
                  <a:lnTo>
                    <a:pt x="966462" y="143506"/>
                  </a:lnTo>
                  <a:lnTo>
                    <a:pt x="970261" y="143129"/>
                  </a:lnTo>
                  <a:lnTo>
                    <a:pt x="973180" y="143238"/>
                  </a:lnTo>
                  <a:lnTo>
                    <a:pt x="975877" y="142745"/>
                  </a:lnTo>
                  <a:lnTo>
                    <a:pt x="976690" y="144221"/>
                  </a:lnTo>
                  <a:lnTo>
                    <a:pt x="974150" y="146343"/>
                  </a:lnTo>
                  <a:lnTo>
                    <a:pt x="973186" y="147727"/>
                  </a:lnTo>
                  <a:lnTo>
                    <a:pt x="974000" y="148096"/>
                  </a:lnTo>
                  <a:lnTo>
                    <a:pt x="975527" y="147767"/>
                  </a:lnTo>
                  <a:lnTo>
                    <a:pt x="976780" y="147333"/>
                  </a:lnTo>
                  <a:lnTo>
                    <a:pt x="981168" y="147556"/>
                  </a:lnTo>
                  <a:lnTo>
                    <a:pt x="984716" y="146594"/>
                  </a:lnTo>
                  <a:lnTo>
                    <a:pt x="987755" y="146242"/>
                  </a:lnTo>
                  <a:lnTo>
                    <a:pt x="990611" y="145232"/>
                  </a:lnTo>
                  <a:lnTo>
                    <a:pt x="992972" y="145320"/>
                  </a:lnTo>
                  <a:lnTo>
                    <a:pt x="994751" y="145500"/>
                  </a:lnTo>
                  <a:lnTo>
                    <a:pt x="997225" y="146298"/>
                  </a:lnTo>
                  <a:lnTo>
                    <a:pt x="999578" y="145861"/>
                  </a:lnTo>
                  <a:lnTo>
                    <a:pt x="1000978" y="146023"/>
                  </a:lnTo>
                  <a:lnTo>
                    <a:pt x="1002882" y="146083"/>
                  </a:lnTo>
                  <a:lnTo>
                    <a:pt x="1012975" y="142570"/>
                  </a:lnTo>
                  <a:lnTo>
                    <a:pt x="1015263" y="142632"/>
                  </a:lnTo>
                  <a:lnTo>
                    <a:pt x="1018164" y="142437"/>
                  </a:lnTo>
                  <a:lnTo>
                    <a:pt x="1021821" y="141611"/>
                  </a:lnTo>
                  <a:lnTo>
                    <a:pt x="1024628" y="141246"/>
                  </a:lnTo>
                  <a:lnTo>
                    <a:pt x="1026944" y="141267"/>
                  </a:lnTo>
                  <a:lnTo>
                    <a:pt x="1031065" y="139988"/>
                  </a:lnTo>
                  <a:lnTo>
                    <a:pt x="1037635" y="140144"/>
                  </a:lnTo>
                  <a:lnTo>
                    <a:pt x="1040985" y="139481"/>
                  </a:lnTo>
                  <a:lnTo>
                    <a:pt x="1047479" y="138688"/>
                  </a:lnTo>
                  <a:lnTo>
                    <a:pt x="1051843" y="137793"/>
                  </a:lnTo>
                  <a:lnTo>
                    <a:pt x="1059606" y="135423"/>
                  </a:lnTo>
                  <a:lnTo>
                    <a:pt x="1062759" y="134015"/>
                  </a:lnTo>
                  <a:lnTo>
                    <a:pt x="1066168" y="130898"/>
                  </a:lnTo>
                  <a:lnTo>
                    <a:pt x="1068318" y="127781"/>
                  </a:lnTo>
                  <a:lnTo>
                    <a:pt x="1070700" y="123636"/>
                  </a:lnTo>
                  <a:lnTo>
                    <a:pt x="1069528" y="120942"/>
                  </a:lnTo>
                  <a:lnTo>
                    <a:pt x="1068275" y="119755"/>
                  </a:lnTo>
                  <a:lnTo>
                    <a:pt x="1067219" y="118454"/>
                  </a:lnTo>
                  <a:lnTo>
                    <a:pt x="1064715" y="115774"/>
                  </a:lnTo>
                  <a:lnTo>
                    <a:pt x="1064057" y="112396"/>
                  </a:lnTo>
                  <a:lnTo>
                    <a:pt x="1064297" y="109233"/>
                  </a:lnTo>
                  <a:lnTo>
                    <a:pt x="1063409" y="106259"/>
                  </a:lnTo>
                  <a:lnTo>
                    <a:pt x="1062522" y="104049"/>
                  </a:lnTo>
                  <a:lnTo>
                    <a:pt x="1060665" y="100360"/>
                  </a:lnTo>
                  <a:lnTo>
                    <a:pt x="1058421" y="97964"/>
                  </a:lnTo>
                  <a:lnTo>
                    <a:pt x="1055794" y="94754"/>
                  </a:lnTo>
                  <a:lnTo>
                    <a:pt x="1055791" y="91817"/>
                  </a:lnTo>
                  <a:lnTo>
                    <a:pt x="1055165" y="89511"/>
                  </a:lnTo>
                  <a:lnTo>
                    <a:pt x="1053578" y="87873"/>
                  </a:lnTo>
                  <a:lnTo>
                    <a:pt x="1052912" y="86559"/>
                  </a:lnTo>
                  <a:lnTo>
                    <a:pt x="1054122" y="86287"/>
                  </a:lnTo>
                  <a:lnTo>
                    <a:pt x="1055243" y="85887"/>
                  </a:lnTo>
                  <a:lnTo>
                    <a:pt x="1058277" y="85378"/>
                  </a:lnTo>
                  <a:lnTo>
                    <a:pt x="1065553" y="86282"/>
                  </a:lnTo>
                  <a:lnTo>
                    <a:pt x="1066191" y="84960"/>
                  </a:lnTo>
                  <a:lnTo>
                    <a:pt x="1068025" y="83991"/>
                  </a:lnTo>
                  <a:lnTo>
                    <a:pt x="1069308" y="82777"/>
                  </a:lnTo>
                  <a:lnTo>
                    <a:pt x="1068870" y="80931"/>
                  </a:lnTo>
                  <a:lnTo>
                    <a:pt x="1067296" y="80174"/>
                  </a:lnTo>
                  <a:lnTo>
                    <a:pt x="1065376" y="78595"/>
                  </a:lnTo>
                  <a:lnTo>
                    <a:pt x="1066241" y="77333"/>
                  </a:lnTo>
                  <a:lnTo>
                    <a:pt x="1067806" y="77333"/>
                  </a:lnTo>
                  <a:lnTo>
                    <a:pt x="1068557" y="75949"/>
                  </a:lnTo>
                  <a:lnTo>
                    <a:pt x="1067965" y="74600"/>
                  </a:lnTo>
                  <a:lnTo>
                    <a:pt x="1068682" y="72903"/>
                  </a:lnTo>
                  <a:lnTo>
                    <a:pt x="1070078" y="70735"/>
                  </a:lnTo>
                  <a:lnTo>
                    <a:pt x="1071025" y="69936"/>
                  </a:lnTo>
                  <a:lnTo>
                    <a:pt x="1069283" y="68630"/>
                  </a:lnTo>
                  <a:lnTo>
                    <a:pt x="1067653" y="66926"/>
                  </a:lnTo>
                  <a:lnTo>
                    <a:pt x="1068061" y="65608"/>
                  </a:lnTo>
                  <a:lnTo>
                    <a:pt x="1068869" y="64232"/>
                  </a:lnTo>
                  <a:lnTo>
                    <a:pt x="1069871" y="62295"/>
                  </a:lnTo>
                  <a:lnTo>
                    <a:pt x="1071248" y="60911"/>
                  </a:lnTo>
                  <a:lnTo>
                    <a:pt x="1072124" y="60449"/>
                  </a:lnTo>
                  <a:lnTo>
                    <a:pt x="1071862" y="59988"/>
                  </a:lnTo>
                  <a:lnTo>
                    <a:pt x="1069798" y="59492"/>
                  </a:lnTo>
                  <a:lnTo>
                    <a:pt x="1067894" y="59401"/>
                  </a:lnTo>
                  <a:lnTo>
                    <a:pt x="1064464" y="60264"/>
                  </a:lnTo>
                  <a:lnTo>
                    <a:pt x="1063919" y="60093"/>
                  </a:lnTo>
                  <a:lnTo>
                    <a:pt x="1063728" y="59650"/>
                  </a:lnTo>
                  <a:lnTo>
                    <a:pt x="1063528" y="58705"/>
                  </a:lnTo>
                  <a:lnTo>
                    <a:pt x="1063863" y="56390"/>
                  </a:lnTo>
                  <a:lnTo>
                    <a:pt x="1064403" y="54208"/>
                  </a:lnTo>
                  <a:lnTo>
                    <a:pt x="1064903" y="53900"/>
                  </a:lnTo>
                  <a:lnTo>
                    <a:pt x="1066241" y="53623"/>
                  </a:lnTo>
                  <a:lnTo>
                    <a:pt x="1067555" y="51962"/>
                  </a:lnTo>
                  <a:lnTo>
                    <a:pt x="1068744" y="51870"/>
                  </a:lnTo>
                  <a:lnTo>
                    <a:pt x="1069495" y="52423"/>
                  </a:lnTo>
                  <a:lnTo>
                    <a:pt x="1069746" y="54637"/>
                  </a:lnTo>
                  <a:lnTo>
                    <a:pt x="1070148" y="55145"/>
                  </a:lnTo>
                  <a:lnTo>
                    <a:pt x="1069996" y="56205"/>
                  </a:lnTo>
                  <a:lnTo>
                    <a:pt x="1070622" y="56574"/>
                  </a:lnTo>
                  <a:lnTo>
                    <a:pt x="1071366" y="55878"/>
                  </a:lnTo>
                  <a:lnTo>
                    <a:pt x="1072760" y="55545"/>
                  </a:lnTo>
                  <a:lnTo>
                    <a:pt x="1073313" y="56298"/>
                  </a:lnTo>
                  <a:lnTo>
                    <a:pt x="1073813" y="56667"/>
                  </a:lnTo>
                  <a:lnTo>
                    <a:pt x="1074064" y="56021"/>
                  </a:lnTo>
                  <a:lnTo>
                    <a:pt x="1073886" y="54229"/>
                  </a:lnTo>
                  <a:lnTo>
                    <a:pt x="1073658" y="53507"/>
                  </a:lnTo>
                  <a:lnTo>
                    <a:pt x="1073486" y="52346"/>
                  </a:lnTo>
                  <a:lnTo>
                    <a:pt x="1073781" y="51800"/>
                  </a:lnTo>
                  <a:lnTo>
                    <a:pt x="1074135" y="50894"/>
                  </a:lnTo>
                  <a:lnTo>
                    <a:pt x="1073547" y="49019"/>
                  </a:lnTo>
                  <a:lnTo>
                    <a:pt x="1073767" y="48309"/>
                  </a:lnTo>
                  <a:lnTo>
                    <a:pt x="1075022" y="47180"/>
                  </a:lnTo>
                  <a:lnTo>
                    <a:pt x="1075631" y="46944"/>
                  </a:lnTo>
                  <a:lnTo>
                    <a:pt x="1076810" y="46951"/>
                  </a:lnTo>
                  <a:lnTo>
                    <a:pt x="1078969" y="47692"/>
                  </a:lnTo>
                  <a:lnTo>
                    <a:pt x="1079974" y="47751"/>
                  </a:lnTo>
                  <a:lnTo>
                    <a:pt x="1080741" y="47403"/>
                  </a:lnTo>
                  <a:lnTo>
                    <a:pt x="1081199" y="46683"/>
                  </a:lnTo>
                  <a:lnTo>
                    <a:pt x="1081573" y="44305"/>
                  </a:lnTo>
                  <a:lnTo>
                    <a:pt x="1080653" y="43465"/>
                  </a:lnTo>
                  <a:lnTo>
                    <a:pt x="1080665" y="42704"/>
                  </a:lnTo>
                  <a:lnTo>
                    <a:pt x="1081204" y="42237"/>
                  </a:lnTo>
                  <a:lnTo>
                    <a:pt x="1082152" y="40574"/>
                  </a:lnTo>
                  <a:lnTo>
                    <a:pt x="1083592" y="40491"/>
                  </a:lnTo>
                  <a:lnTo>
                    <a:pt x="1084999" y="40638"/>
                  </a:lnTo>
                  <a:lnTo>
                    <a:pt x="1086365" y="40316"/>
                  </a:lnTo>
                  <a:lnTo>
                    <a:pt x="1085891" y="39642"/>
                  </a:lnTo>
                  <a:lnTo>
                    <a:pt x="1085461" y="38607"/>
                  </a:lnTo>
                  <a:lnTo>
                    <a:pt x="1086998" y="38100"/>
                  </a:lnTo>
                  <a:lnTo>
                    <a:pt x="1088004" y="37938"/>
                  </a:lnTo>
                  <a:lnTo>
                    <a:pt x="1090625" y="38586"/>
                  </a:lnTo>
                  <a:lnTo>
                    <a:pt x="1091648" y="38953"/>
                  </a:lnTo>
                  <a:lnTo>
                    <a:pt x="1092587" y="38123"/>
                  </a:lnTo>
                  <a:lnTo>
                    <a:pt x="1092274" y="37292"/>
                  </a:lnTo>
                  <a:lnTo>
                    <a:pt x="1091273" y="36831"/>
                  </a:lnTo>
                  <a:lnTo>
                    <a:pt x="1091085" y="36094"/>
                  </a:lnTo>
                  <a:lnTo>
                    <a:pt x="1091336" y="35170"/>
                  </a:lnTo>
                  <a:lnTo>
                    <a:pt x="1092963" y="35632"/>
                  </a:lnTo>
                  <a:lnTo>
                    <a:pt x="1093334" y="35456"/>
                  </a:lnTo>
                  <a:lnTo>
                    <a:pt x="1093763" y="34621"/>
                  </a:lnTo>
                  <a:lnTo>
                    <a:pt x="1093510" y="34222"/>
                  </a:lnTo>
                  <a:lnTo>
                    <a:pt x="1093300" y="33675"/>
                  </a:lnTo>
                  <a:lnTo>
                    <a:pt x="1095433" y="33567"/>
                  </a:lnTo>
                  <a:lnTo>
                    <a:pt x="1095750" y="33350"/>
                  </a:lnTo>
                  <a:lnTo>
                    <a:pt x="1096202" y="32697"/>
                  </a:lnTo>
                  <a:lnTo>
                    <a:pt x="1096829" y="32462"/>
                  </a:lnTo>
                  <a:lnTo>
                    <a:pt x="1098757" y="32494"/>
                  </a:lnTo>
                  <a:lnTo>
                    <a:pt x="1099174" y="32153"/>
                  </a:lnTo>
                  <a:lnTo>
                    <a:pt x="1099364" y="31439"/>
                  </a:lnTo>
                  <a:lnTo>
                    <a:pt x="1098323" y="31258"/>
                  </a:lnTo>
                  <a:lnTo>
                    <a:pt x="1096968" y="30558"/>
                  </a:lnTo>
                  <a:lnTo>
                    <a:pt x="1096780" y="28620"/>
                  </a:lnTo>
                  <a:lnTo>
                    <a:pt x="1097093" y="27236"/>
                  </a:lnTo>
                  <a:lnTo>
                    <a:pt x="1098282" y="26037"/>
                  </a:lnTo>
                  <a:lnTo>
                    <a:pt x="1099721" y="25206"/>
                  </a:lnTo>
                  <a:lnTo>
                    <a:pt x="1102352" y="25924"/>
                  </a:lnTo>
                  <a:lnTo>
                    <a:pt x="1104414" y="25759"/>
                  </a:lnTo>
                  <a:lnTo>
                    <a:pt x="1105228" y="26498"/>
                  </a:lnTo>
                  <a:lnTo>
                    <a:pt x="1106355" y="26683"/>
                  </a:lnTo>
                  <a:lnTo>
                    <a:pt x="1106605" y="25852"/>
                  </a:lnTo>
                  <a:lnTo>
                    <a:pt x="1106103" y="25129"/>
                  </a:lnTo>
                  <a:lnTo>
                    <a:pt x="1105780" y="23937"/>
                  </a:lnTo>
                  <a:lnTo>
                    <a:pt x="1109046" y="22531"/>
                  </a:lnTo>
                  <a:lnTo>
                    <a:pt x="1110088" y="22752"/>
                  </a:lnTo>
                  <a:lnTo>
                    <a:pt x="1111384" y="22416"/>
                  </a:lnTo>
                  <a:lnTo>
                    <a:pt x="1110923" y="21331"/>
                  </a:lnTo>
                  <a:lnTo>
                    <a:pt x="1111611" y="19947"/>
                  </a:lnTo>
                  <a:lnTo>
                    <a:pt x="1112550" y="19763"/>
                  </a:lnTo>
                  <a:lnTo>
                    <a:pt x="1113176" y="20962"/>
                  </a:lnTo>
                  <a:lnTo>
                    <a:pt x="1114073" y="21209"/>
                  </a:lnTo>
                  <a:lnTo>
                    <a:pt x="1115053" y="20928"/>
                  </a:lnTo>
                  <a:lnTo>
                    <a:pt x="1117486" y="19514"/>
                  </a:lnTo>
                  <a:lnTo>
                    <a:pt x="1118679" y="19298"/>
                  </a:lnTo>
                  <a:lnTo>
                    <a:pt x="1119858" y="19226"/>
                  </a:lnTo>
                  <a:lnTo>
                    <a:pt x="1121100" y="18401"/>
                  </a:lnTo>
                  <a:lnTo>
                    <a:pt x="1121388" y="17425"/>
                  </a:lnTo>
                  <a:lnTo>
                    <a:pt x="1122089" y="16749"/>
                  </a:lnTo>
                  <a:lnTo>
                    <a:pt x="1124193" y="15847"/>
                  </a:lnTo>
                  <a:lnTo>
                    <a:pt x="1125058" y="15182"/>
                  </a:lnTo>
                  <a:lnTo>
                    <a:pt x="1126908" y="12879"/>
                  </a:lnTo>
                  <a:lnTo>
                    <a:pt x="1126573" y="12297"/>
                  </a:lnTo>
                  <a:lnTo>
                    <a:pt x="1127120" y="11816"/>
                  </a:lnTo>
                  <a:lnTo>
                    <a:pt x="1132673" y="9730"/>
                  </a:lnTo>
                  <a:lnTo>
                    <a:pt x="1135392" y="9530"/>
                  </a:lnTo>
                  <a:lnTo>
                    <a:pt x="1139930" y="8291"/>
                  </a:lnTo>
                  <a:lnTo>
                    <a:pt x="1142698" y="6801"/>
                  </a:lnTo>
                  <a:lnTo>
                    <a:pt x="1144412" y="6193"/>
                  </a:lnTo>
                  <a:lnTo>
                    <a:pt x="1145967" y="4541"/>
                  </a:lnTo>
                  <a:lnTo>
                    <a:pt x="1147845" y="4297"/>
                  </a:lnTo>
                  <a:lnTo>
                    <a:pt x="1152178" y="3138"/>
                  </a:lnTo>
                  <a:lnTo>
                    <a:pt x="1155466" y="1289"/>
                  </a:lnTo>
                  <a:lnTo>
                    <a:pt x="1159992" y="0"/>
                  </a:lnTo>
                  <a:lnTo>
                    <a:pt x="1162087" y="118"/>
                  </a:lnTo>
                  <a:lnTo>
                    <a:pt x="1162953" y="505"/>
                  </a:lnTo>
                  <a:lnTo>
                    <a:pt x="1163483" y="2044"/>
                  </a:lnTo>
                  <a:lnTo>
                    <a:pt x="1164366" y="3895"/>
                  </a:lnTo>
                  <a:lnTo>
                    <a:pt x="1165743" y="4817"/>
                  </a:lnTo>
                  <a:lnTo>
                    <a:pt x="1165242" y="5648"/>
                  </a:lnTo>
                  <a:lnTo>
                    <a:pt x="1163927" y="5556"/>
                  </a:lnTo>
                  <a:lnTo>
                    <a:pt x="1162551" y="5739"/>
                  </a:lnTo>
                  <a:lnTo>
                    <a:pt x="1162238" y="4817"/>
                  </a:lnTo>
                  <a:lnTo>
                    <a:pt x="1162754" y="4146"/>
                  </a:lnTo>
                  <a:lnTo>
                    <a:pt x="1162238" y="3526"/>
                  </a:lnTo>
                  <a:lnTo>
                    <a:pt x="1160993" y="3687"/>
                  </a:lnTo>
                  <a:lnTo>
                    <a:pt x="1159320" y="4007"/>
                  </a:lnTo>
                  <a:lnTo>
                    <a:pt x="1158177" y="4467"/>
                  </a:lnTo>
                  <a:lnTo>
                    <a:pt x="1156707" y="5444"/>
                  </a:lnTo>
                  <a:lnTo>
                    <a:pt x="1155573" y="6005"/>
                  </a:lnTo>
                  <a:lnTo>
                    <a:pt x="1151730" y="7491"/>
                  </a:lnTo>
                  <a:lnTo>
                    <a:pt x="1149186" y="9612"/>
                  </a:lnTo>
                  <a:lnTo>
                    <a:pt x="1147379" y="11872"/>
                  </a:lnTo>
                  <a:lnTo>
                    <a:pt x="1146280" y="13397"/>
                  </a:lnTo>
                  <a:lnTo>
                    <a:pt x="1144707" y="13510"/>
                  </a:lnTo>
                  <a:lnTo>
                    <a:pt x="1144309" y="14062"/>
                  </a:lnTo>
                  <a:lnTo>
                    <a:pt x="1144972" y="14500"/>
                  </a:lnTo>
                  <a:lnTo>
                    <a:pt x="1145485" y="14687"/>
                  </a:lnTo>
                  <a:lnTo>
                    <a:pt x="1146656" y="14874"/>
                  </a:lnTo>
                  <a:lnTo>
                    <a:pt x="1146468" y="15519"/>
                  </a:lnTo>
                  <a:lnTo>
                    <a:pt x="1145654" y="15703"/>
                  </a:lnTo>
                  <a:lnTo>
                    <a:pt x="1145746" y="16215"/>
                  </a:lnTo>
                  <a:lnTo>
                    <a:pt x="1146593" y="16996"/>
                  </a:lnTo>
                  <a:lnTo>
                    <a:pt x="1146781" y="18103"/>
                  </a:lnTo>
                  <a:lnTo>
                    <a:pt x="1145780" y="18287"/>
                  </a:lnTo>
                  <a:lnTo>
                    <a:pt x="1144277" y="17087"/>
                  </a:lnTo>
                  <a:lnTo>
                    <a:pt x="1142587" y="16978"/>
                  </a:lnTo>
                  <a:lnTo>
                    <a:pt x="1141259" y="16420"/>
                  </a:lnTo>
                  <a:lnTo>
                    <a:pt x="1140398" y="15612"/>
                  </a:lnTo>
                  <a:lnTo>
                    <a:pt x="1139584" y="15796"/>
                  </a:lnTo>
                  <a:lnTo>
                    <a:pt x="1138965" y="16930"/>
                  </a:lnTo>
                  <a:lnTo>
                    <a:pt x="1139334" y="18194"/>
                  </a:lnTo>
                  <a:lnTo>
                    <a:pt x="1138645" y="18933"/>
                  </a:lnTo>
                  <a:lnTo>
                    <a:pt x="1137809" y="18587"/>
                  </a:lnTo>
                  <a:lnTo>
                    <a:pt x="1137519" y="17087"/>
                  </a:lnTo>
                  <a:lnTo>
                    <a:pt x="1136713" y="16839"/>
                  </a:lnTo>
                  <a:lnTo>
                    <a:pt x="1135645" y="16808"/>
                  </a:lnTo>
                  <a:lnTo>
                    <a:pt x="1133002" y="18419"/>
                  </a:lnTo>
                  <a:lnTo>
                    <a:pt x="1132074" y="18471"/>
                  </a:lnTo>
                  <a:lnTo>
                    <a:pt x="1131572" y="19291"/>
                  </a:lnTo>
                  <a:lnTo>
                    <a:pt x="1130036" y="20228"/>
                  </a:lnTo>
                  <a:lnTo>
                    <a:pt x="1129052" y="20962"/>
                  </a:lnTo>
                  <a:lnTo>
                    <a:pt x="1126636" y="23440"/>
                  </a:lnTo>
                  <a:lnTo>
                    <a:pt x="1125269" y="24478"/>
                  </a:lnTo>
                  <a:lnTo>
                    <a:pt x="1122696" y="25072"/>
                  </a:lnTo>
                  <a:lnTo>
                    <a:pt x="1121678" y="24986"/>
                  </a:lnTo>
                  <a:lnTo>
                    <a:pt x="1121076" y="24735"/>
                  </a:lnTo>
                  <a:lnTo>
                    <a:pt x="1120128" y="24569"/>
                  </a:lnTo>
                  <a:lnTo>
                    <a:pt x="1119183" y="24561"/>
                  </a:lnTo>
                  <a:lnTo>
                    <a:pt x="1118870" y="25206"/>
                  </a:lnTo>
                  <a:lnTo>
                    <a:pt x="1120372" y="27329"/>
                  </a:lnTo>
                  <a:lnTo>
                    <a:pt x="1119559" y="28067"/>
                  </a:lnTo>
                  <a:lnTo>
                    <a:pt x="1117740" y="28022"/>
                  </a:lnTo>
                  <a:lnTo>
                    <a:pt x="1116868" y="27421"/>
                  </a:lnTo>
                  <a:lnTo>
                    <a:pt x="1116143" y="27982"/>
                  </a:lnTo>
                  <a:lnTo>
                    <a:pt x="1115573" y="28550"/>
                  </a:lnTo>
                  <a:lnTo>
                    <a:pt x="1115000" y="29366"/>
                  </a:lnTo>
                  <a:lnTo>
                    <a:pt x="1115867" y="31111"/>
                  </a:lnTo>
                  <a:lnTo>
                    <a:pt x="1117289" y="31901"/>
                  </a:lnTo>
                  <a:lnTo>
                    <a:pt x="1118307" y="32033"/>
                  </a:lnTo>
                  <a:lnTo>
                    <a:pt x="1118683" y="32679"/>
                  </a:lnTo>
                  <a:lnTo>
                    <a:pt x="1116456" y="32957"/>
                  </a:lnTo>
                  <a:lnTo>
                    <a:pt x="1114950" y="34486"/>
                  </a:lnTo>
                  <a:lnTo>
                    <a:pt x="1114270" y="35549"/>
                  </a:lnTo>
                  <a:lnTo>
                    <a:pt x="1113489" y="36462"/>
                  </a:lnTo>
                  <a:lnTo>
                    <a:pt x="1113600" y="37521"/>
                  </a:lnTo>
                  <a:lnTo>
                    <a:pt x="1114774" y="39124"/>
                  </a:lnTo>
                  <a:lnTo>
                    <a:pt x="1116327" y="40262"/>
                  </a:lnTo>
                  <a:lnTo>
                    <a:pt x="1117897" y="40354"/>
                  </a:lnTo>
                  <a:lnTo>
                    <a:pt x="1119924" y="40008"/>
                  </a:lnTo>
                  <a:lnTo>
                    <a:pt x="1120398" y="39684"/>
                  </a:lnTo>
                  <a:lnTo>
                    <a:pt x="1122438" y="39507"/>
                  </a:lnTo>
                  <a:lnTo>
                    <a:pt x="1123318" y="38408"/>
                  </a:lnTo>
                  <a:lnTo>
                    <a:pt x="1123961" y="38332"/>
                  </a:lnTo>
                  <a:lnTo>
                    <a:pt x="1124534" y="38529"/>
                  </a:lnTo>
                  <a:lnTo>
                    <a:pt x="1125464" y="38575"/>
                  </a:lnTo>
                  <a:lnTo>
                    <a:pt x="1125948" y="37854"/>
                  </a:lnTo>
                  <a:lnTo>
                    <a:pt x="1126660" y="37584"/>
                  </a:lnTo>
                  <a:lnTo>
                    <a:pt x="1127605" y="37768"/>
                  </a:lnTo>
                  <a:lnTo>
                    <a:pt x="1129446" y="37754"/>
                  </a:lnTo>
                  <a:lnTo>
                    <a:pt x="1129947" y="38400"/>
                  </a:lnTo>
                  <a:lnTo>
                    <a:pt x="1129384" y="39138"/>
                  </a:lnTo>
                  <a:lnTo>
                    <a:pt x="1128257" y="40153"/>
                  </a:lnTo>
                  <a:lnTo>
                    <a:pt x="1127193" y="39598"/>
                  </a:lnTo>
                  <a:lnTo>
                    <a:pt x="1126255" y="39691"/>
                  </a:lnTo>
                  <a:lnTo>
                    <a:pt x="1125748" y="40229"/>
                  </a:lnTo>
                  <a:lnTo>
                    <a:pt x="1126756" y="41351"/>
                  </a:lnTo>
                  <a:lnTo>
                    <a:pt x="1126380" y="42366"/>
                  </a:lnTo>
                  <a:lnTo>
                    <a:pt x="1125566" y="43381"/>
                  </a:lnTo>
                  <a:lnTo>
                    <a:pt x="1124565" y="42735"/>
                  </a:lnTo>
                  <a:lnTo>
                    <a:pt x="1124418" y="41640"/>
                  </a:lnTo>
                  <a:lnTo>
                    <a:pt x="1123064" y="40982"/>
                  </a:lnTo>
                  <a:lnTo>
                    <a:pt x="1121749" y="40706"/>
                  </a:lnTo>
                  <a:lnTo>
                    <a:pt x="1120858" y="41835"/>
                  </a:lnTo>
                  <a:lnTo>
                    <a:pt x="1119443" y="42167"/>
                  </a:lnTo>
                  <a:lnTo>
                    <a:pt x="1119246" y="43474"/>
                  </a:lnTo>
                  <a:lnTo>
                    <a:pt x="1118683" y="44674"/>
                  </a:lnTo>
                  <a:lnTo>
                    <a:pt x="1117869" y="44305"/>
                  </a:lnTo>
                  <a:lnTo>
                    <a:pt x="1117553" y="42817"/>
                  </a:lnTo>
                  <a:lnTo>
                    <a:pt x="1115272" y="41602"/>
                  </a:lnTo>
                  <a:lnTo>
                    <a:pt x="1114092" y="41436"/>
                  </a:lnTo>
                  <a:lnTo>
                    <a:pt x="1111700" y="41746"/>
                  </a:lnTo>
                  <a:lnTo>
                    <a:pt x="1110861" y="41721"/>
                  </a:lnTo>
                  <a:lnTo>
                    <a:pt x="1109922" y="41997"/>
                  </a:lnTo>
                  <a:lnTo>
                    <a:pt x="1109233" y="43013"/>
                  </a:lnTo>
                  <a:lnTo>
                    <a:pt x="1110222" y="43760"/>
                  </a:lnTo>
                  <a:lnTo>
                    <a:pt x="1110552" y="44765"/>
                  </a:lnTo>
                  <a:lnTo>
                    <a:pt x="1110528" y="45517"/>
                  </a:lnTo>
                  <a:lnTo>
                    <a:pt x="1110343" y="45816"/>
                  </a:lnTo>
                  <a:lnTo>
                    <a:pt x="1110177" y="46443"/>
                  </a:lnTo>
                  <a:lnTo>
                    <a:pt x="1111236" y="47349"/>
                  </a:lnTo>
                  <a:lnTo>
                    <a:pt x="1111299" y="48549"/>
                  </a:lnTo>
                  <a:lnTo>
                    <a:pt x="1110425" y="48537"/>
                  </a:lnTo>
                  <a:lnTo>
                    <a:pt x="1109707" y="48173"/>
                  </a:lnTo>
                  <a:lnTo>
                    <a:pt x="1106945" y="45003"/>
                  </a:lnTo>
                  <a:lnTo>
                    <a:pt x="1105215" y="43604"/>
                  </a:lnTo>
                  <a:lnTo>
                    <a:pt x="1104477" y="42366"/>
                  </a:lnTo>
                  <a:lnTo>
                    <a:pt x="1102670" y="42087"/>
                  </a:lnTo>
                  <a:lnTo>
                    <a:pt x="1101364" y="42058"/>
                  </a:lnTo>
                  <a:lnTo>
                    <a:pt x="1099794" y="42561"/>
                  </a:lnTo>
                  <a:lnTo>
                    <a:pt x="1100409" y="43148"/>
                  </a:lnTo>
                  <a:lnTo>
                    <a:pt x="1100723" y="44028"/>
                  </a:lnTo>
                  <a:lnTo>
                    <a:pt x="1099764" y="44392"/>
                  </a:lnTo>
                  <a:lnTo>
                    <a:pt x="1098584" y="45744"/>
                  </a:lnTo>
                  <a:lnTo>
                    <a:pt x="1097790" y="46899"/>
                  </a:lnTo>
                  <a:lnTo>
                    <a:pt x="1097311" y="47148"/>
                  </a:lnTo>
                  <a:lnTo>
                    <a:pt x="1096717" y="47810"/>
                  </a:lnTo>
                  <a:lnTo>
                    <a:pt x="1099262" y="49301"/>
                  </a:lnTo>
                  <a:lnTo>
                    <a:pt x="1099638" y="49890"/>
                  </a:lnTo>
                  <a:lnTo>
                    <a:pt x="1099773" y="50863"/>
                  </a:lnTo>
                  <a:lnTo>
                    <a:pt x="1098970" y="51408"/>
                  </a:lnTo>
                  <a:lnTo>
                    <a:pt x="1097050" y="51620"/>
                  </a:lnTo>
                  <a:lnTo>
                    <a:pt x="1093659" y="50589"/>
                  </a:lnTo>
                  <a:lnTo>
                    <a:pt x="1092212" y="50567"/>
                  </a:lnTo>
                  <a:lnTo>
                    <a:pt x="1091711" y="49840"/>
                  </a:lnTo>
                  <a:lnTo>
                    <a:pt x="1090960" y="49933"/>
                  </a:lnTo>
                  <a:lnTo>
                    <a:pt x="1090495" y="51159"/>
                  </a:lnTo>
                  <a:lnTo>
                    <a:pt x="1089947" y="52244"/>
                  </a:lnTo>
                  <a:lnTo>
                    <a:pt x="1089145" y="52977"/>
                  </a:lnTo>
                  <a:lnTo>
                    <a:pt x="1089372" y="54097"/>
                  </a:lnTo>
                  <a:lnTo>
                    <a:pt x="1090021" y="54361"/>
                  </a:lnTo>
                  <a:lnTo>
                    <a:pt x="1089518" y="54812"/>
                  </a:lnTo>
                  <a:lnTo>
                    <a:pt x="1088457" y="55190"/>
                  </a:lnTo>
                  <a:lnTo>
                    <a:pt x="1087738" y="55621"/>
                  </a:lnTo>
                  <a:lnTo>
                    <a:pt x="1089333" y="56021"/>
                  </a:lnTo>
                  <a:lnTo>
                    <a:pt x="1089634" y="56389"/>
                  </a:lnTo>
                  <a:lnTo>
                    <a:pt x="1089702" y="56922"/>
                  </a:lnTo>
                  <a:lnTo>
                    <a:pt x="1087239" y="57312"/>
                  </a:lnTo>
                  <a:lnTo>
                    <a:pt x="1085641" y="57405"/>
                  </a:lnTo>
                  <a:lnTo>
                    <a:pt x="1084680" y="56972"/>
                  </a:lnTo>
                  <a:lnTo>
                    <a:pt x="1083800" y="57184"/>
                  </a:lnTo>
                  <a:lnTo>
                    <a:pt x="1083232" y="57897"/>
                  </a:lnTo>
                  <a:lnTo>
                    <a:pt x="1083040" y="58837"/>
                  </a:lnTo>
                  <a:lnTo>
                    <a:pt x="1083225" y="60003"/>
                  </a:lnTo>
                  <a:lnTo>
                    <a:pt x="1083538" y="60835"/>
                  </a:lnTo>
                  <a:lnTo>
                    <a:pt x="1083765" y="61145"/>
                  </a:lnTo>
                  <a:lnTo>
                    <a:pt x="1084037" y="61835"/>
                  </a:lnTo>
                  <a:lnTo>
                    <a:pt x="1082561" y="63631"/>
                  </a:lnTo>
                  <a:lnTo>
                    <a:pt x="1082417" y="64021"/>
                  </a:lnTo>
                  <a:lnTo>
                    <a:pt x="1082315" y="64849"/>
                  </a:lnTo>
                  <a:lnTo>
                    <a:pt x="1082998" y="65606"/>
                  </a:lnTo>
                  <a:lnTo>
                    <a:pt x="1083551" y="66715"/>
                  </a:lnTo>
                  <a:lnTo>
                    <a:pt x="1082778" y="67257"/>
                  </a:lnTo>
                  <a:lnTo>
                    <a:pt x="1081942" y="68404"/>
                  </a:lnTo>
                  <a:lnTo>
                    <a:pt x="1082824" y="68629"/>
                  </a:lnTo>
                  <a:lnTo>
                    <a:pt x="1084326" y="68681"/>
                  </a:lnTo>
                  <a:lnTo>
                    <a:pt x="1085929" y="68536"/>
                  </a:lnTo>
                  <a:lnTo>
                    <a:pt x="1088382" y="67525"/>
                  </a:lnTo>
                  <a:lnTo>
                    <a:pt x="1089083" y="67369"/>
                  </a:lnTo>
                  <a:lnTo>
                    <a:pt x="1089378" y="67742"/>
                  </a:lnTo>
                  <a:lnTo>
                    <a:pt x="1089605" y="68360"/>
                  </a:lnTo>
                  <a:lnTo>
                    <a:pt x="1088976" y="68931"/>
                  </a:lnTo>
                  <a:lnTo>
                    <a:pt x="1084537" y="70593"/>
                  </a:lnTo>
                  <a:lnTo>
                    <a:pt x="1083716" y="71279"/>
                  </a:lnTo>
                  <a:lnTo>
                    <a:pt x="1084857" y="71662"/>
                  </a:lnTo>
                  <a:lnTo>
                    <a:pt x="1087143" y="71747"/>
                  </a:lnTo>
                  <a:lnTo>
                    <a:pt x="1088025" y="72271"/>
                  </a:lnTo>
                  <a:lnTo>
                    <a:pt x="1087476" y="72850"/>
                  </a:lnTo>
                  <a:lnTo>
                    <a:pt x="1086667" y="73407"/>
                  </a:lnTo>
                  <a:lnTo>
                    <a:pt x="1085706" y="74717"/>
                  </a:lnTo>
                  <a:lnTo>
                    <a:pt x="1086494" y="75202"/>
                  </a:lnTo>
                  <a:lnTo>
                    <a:pt x="1088954" y="75975"/>
                  </a:lnTo>
                  <a:lnTo>
                    <a:pt x="1093395" y="76989"/>
                  </a:lnTo>
                  <a:lnTo>
                    <a:pt x="1096710" y="77339"/>
                  </a:lnTo>
                  <a:lnTo>
                    <a:pt x="1095969" y="76164"/>
                  </a:lnTo>
                  <a:lnTo>
                    <a:pt x="1095852" y="74708"/>
                  </a:lnTo>
                  <a:lnTo>
                    <a:pt x="1098167" y="73524"/>
                  </a:lnTo>
                  <a:lnTo>
                    <a:pt x="1099378" y="73135"/>
                  </a:lnTo>
                  <a:lnTo>
                    <a:pt x="1104864" y="72425"/>
                  </a:lnTo>
                  <a:lnTo>
                    <a:pt x="1106379" y="72451"/>
                  </a:lnTo>
                  <a:lnTo>
                    <a:pt x="1107545" y="72756"/>
                  </a:lnTo>
                  <a:lnTo>
                    <a:pt x="1107106" y="73366"/>
                  </a:lnTo>
                  <a:lnTo>
                    <a:pt x="1105828" y="73147"/>
                  </a:lnTo>
                  <a:lnTo>
                    <a:pt x="1103626" y="73549"/>
                  </a:lnTo>
                  <a:lnTo>
                    <a:pt x="1100222" y="74843"/>
                  </a:lnTo>
                  <a:lnTo>
                    <a:pt x="1099596" y="75396"/>
                  </a:lnTo>
                  <a:lnTo>
                    <a:pt x="1099846" y="76410"/>
                  </a:lnTo>
                  <a:lnTo>
                    <a:pt x="1102725" y="77241"/>
                  </a:lnTo>
                  <a:lnTo>
                    <a:pt x="1103664" y="77887"/>
                  </a:lnTo>
                  <a:lnTo>
                    <a:pt x="1102389" y="79850"/>
                  </a:lnTo>
                  <a:lnTo>
                    <a:pt x="1102600" y="81115"/>
                  </a:lnTo>
                  <a:lnTo>
                    <a:pt x="1104062" y="82498"/>
                  </a:lnTo>
                  <a:lnTo>
                    <a:pt x="1106021" y="84060"/>
                  </a:lnTo>
                  <a:lnTo>
                    <a:pt x="1106970" y="85118"/>
                  </a:lnTo>
                  <a:lnTo>
                    <a:pt x="1108430" y="85718"/>
                  </a:lnTo>
                  <a:lnTo>
                    <a:pt x="1110823" y="87187"/>
                  </a:lnTo>
                  <a:lnTo>
                    <a:pt x="1112112" y="88682"/>
                  </a:lnTo>
                  <a:lnTo>
                    <a:pt x="1112523" y="92069"/>
                  </a:lnTo>
                  <a:lnTo>
                    <a:pt x="1114459" y="94868"/>
                  </a:lnTo>
                  <a:lnTo>
                    <a:pt x="1116743" y="96154"/>
                  </a:lnTo>
                  <a:lnTo>
                    <a:pt x="1116993" y="97261"/>
                  </a:lnTo>
                  <a:lnTo>
                    <a:pt x="1116242" y="98369"/>
                  </a:lnTo>
                  <a:lnTo>
                    <a:pt x="1114313" y="97731"/>
                  </a:lnTo>
                  <a:lnTo>
                    <a:pt x="1113238" y="98369"/>
                  </a:lnTo>
                  <a:lnTo>
                    <a:pt x="1112800" y="99567"/>
                  </a:lnTo>
                  <a:lnTo>
                    <a:pt x="1114177" y="100398"/>
                  </a:lnTo>
                  <a:lnTo>
                    <a:pt x="1116367" y="101413"/>
                  </a:lnTo>
                  <a:lnTo>
                    <a:pt x="1121061" y="101321"/>
                  </a:lnTo>
                  <a:lnTo>
                    <a:pt x="1121186" y="102428"/>
                  </a:lnTo>
                  <a:lnTo>
                    <a:pt x="1120108" y="103080"/>
                  </a:lnTo>
                  <a:lnTo>
                    <a:pt x="1119246" y="103904"/>
                  </a:lnTo>
                  <a:lnTo>
                    <a:pt x="1118182" y="104365"/>
                  </a:lnTo>
                  <a:lnTo>
                    <a:pt x="1116430" y="104641"/>
                  </a:lnTo>
                  <a:lnTo>
                    <a:pt x="1115992" y="105656"/>
                  </a:lnTo>
                  <a:lnTo>
                    <a:pt x="1116743" y="107040"/>
                  </a:lnTo>
                  <a:lnTo>
                    <a:pt x="1119192" y="106428"/>
                  </a:lnTo>
                  <a:lnTo>
                    <a:pt x="1120978" y="106351"/>
                  </a:lnTo>
                  <a:lnTo>
                    <a:pt x="1122876" y="106580"/>
                  </a:lnTo>
                  <a:lnTo>
                    <a:pt x="1123454" y="108458"/>
                  </a:lnTo>
                  <a:lnTo>
                    <a:pt x="1125672" y="110754"/>
                  </a:lnTo>
                  <a:lnTo>
                    <a:pt x="1126192" y="111839"/>
                  </a:lnTo>
                  <a:lnTo>
                    <a:pt x="1125806" y="112881"/>
                  </a:lnTo>
                  <a:lnTo>
                    <a:pt x="1124431" y="113195"/>
                  </a:lnTo>
                  <a:lnTo>
                    <a:pt x="1123590" y="114014"/>
                  </a:lnTo>
                  <a:lnTo>
                    <a:pt x="1122342" y="114736"/>
                  </a:lnTo>
                  <a:lnTo>
                    <a:pt x="1120954" y="115109"/>
                  </a:lnTo>
                  <a:lnTo>
                    <a:pt x="1118365" y="117019"/>
                  </a:lnTo>
                  <a:lnTo>
                    <a:pt x="1117230" y="117226"/>
                  </a:lnTo>
                  <a:lnTo>
                    <a:pt x="1116764" y="117602"/>
                  </a:lnTo>
                  <a:lnTo>
                    <a:pt x="1118972" y="117807"/>
                  </a:lnTo>
                  <a:lnTo>
                    <a:pt x="1120511" y="117845"/>
                  </a:lnTo>
                  <a:lnTo>
                    <a:pt x="1123815" y="116294"/>
                  </a:lnTo>
                  <a:lnTo>
                    <a:pt x="1125066" y="116636"/>
                  </a:lnTo>
                  <a:lnTo>
                    <a:pt x="1125880" y="117651"/>
                  </a:lnTo>
                  <a:lnTo>
                    <a:pt x="1126318" y="118849"/>
                  </a:lnTo>
                  <a:lnTo>
                    <a:pt x="1125504" y="119864"/>
                  </a:lnTo>
                  <a:lnTo>
                    <a:pt x="1119737" y="120462"/>
                  </a:lnTo>
                  <a:lnTo>
                    <a:pt x="1116952" y="121030"/>
                  </a:lnTo>
                  <a:lnTo>
                    <a:pt x="1113946" y="122620"/>
                  </a:lnTo>
                  <a:lnTo>
                    <a:pt x="1117377" y="123365"/>
                  </a:lnTo>
                  <a:lnTo>
                    <a:pt x="1119894" y="123110"/>
                  </a:lnTo>
                  <a:lnTo>
                    <a:pt x="1121174" y="123388"/>
                  </a:lnTo>
                  <a:lnTo>
                    <a:pt x="1122900" y="123946"/>
                  </a:lnTo>
                  <a:lnTo>
                    <a:pt x="1124819" y="123651"/>
                  </a:lnTo>
                  <a:lnTo>
                    <a:pt x="1126292" y="123075"/>
                  </a:lnTo>
                  <a:lnTo>
                    <a:pt x="1127413" y="123094"/>
                  </a:lnTo>
                  <a:lnTo>
                    <a:pt x="1128490" y="123388"/>
                  </a:lnTo>
                  <a:lnTo>
                    <a:pt x="1128633" y="124385"/>
                  </a:lnTo>
                  <a:lnTo>
                    <a:pt x="1128758" y="126138"/>
                  </a:lnTo>
                  <a:lnTo>
                    <a:pt x="1129008" y="127431"/>
                  </a:lnTo>
                  <a:lnTo>
                    <a:pt x="1128387" y="128316"/>
                  </a:lnTo>
                  <a:lnTo>
                    <a:pt x="1125386" y="128937"/>
                  </a:lnTo>
                  <a:lnTo>
                    <a:pt x="1123188" y="128906"/>
                  </a:lnTo>
                  <a:lnTo>
                    <a:pt x="1123128" y="130754"/>
                  </a:lnTo>
                  <a:lnTo>
                    <a:pt x="1126411" y="132134"/>
                  </a:lnTo>
                  <a:lnTo>
                    <a:pt x="1128445" y="131397"/>
                  </a:lnTo>
                  <a:lnTo>
                    <a:pt x="1130260" y="131766"/>
                  </a:lnTo>
                  <a:lnTo>
                    <a:pt x="1130260" y="133981"/>
                  </a:lnTo>
                  <a:lnTo>
                    <a:pt x="1131657" y="136424"/>
                  </a:lnTo>
                  <a:lnTo>
                    <a:pt x="1132888" y="136563"/>
                  </a:lnTo>
                  <a:lnTo>
                    <a:pt x="1133889" y="135456"/>
                  </a:lnTo>
                  <a:lnTo>
                    <a:pt x="1135204" y="135456"/>
                  </a:lnTo>
                  <a:lnTo>
                    <a:pt x="1135704" y="136749"/>
                  </a:lnTo>
                  <a:lnTo>
                    <a:pt x="1135141" y="138962"/>
                  </a:lnTo>
                  <a:lnTo>
                    <a:pt x="1134140" y="140162"/>
                  </a:lnTo>
                  <a:lnTo>
                    <a:pt x="1131476" y="139673"/>
                  </a:lnTo>
                  <a:lnTo>
                    <a:pt x="1129991" y="139271"/>
                  </a:lnTo>
                  <a:lnTo>
                    <a:pt x="1128800" y="140102"/>
                  </a:lnTo>
                  <a:lnTo>
                    <a:pt x="1126821" y="140791"/>
                  </a:lnTo>
                  <a:lnTo>
                    <a:pt x="1125066" y="140900"/>
                  </a:lnTo>
                  <a:lnTo>
                    <a:pt x="1123545" y="139813"/>
                  </a:lnTo>
                  <a:lnTo>
                    <a:pt x="1121782" y="138992"/>
                  </a:lnTo>
                  <a:lnTo>
                    <a:pt x="1118963" y="138564"/>
                  </a:lnTo>
                  <a:lnTo>
                    <a:pt x="1116296" y="138382"/>
                  </a:lnTo>
                  <a:lnTo>
                    <a:pt x="1117181" y="139331"/>
                  </a:lnTo>
                  <a:lnTo>
                    <a:pt x="1118384" y="139877"/>
                  </a:lnTo>
                  <a:lnTo>
                    <a:pt x="1118856" y="141560"/>
                  </a:lnTo>
                  <a:lnTo>
                    <a:pt x="1119809" y="143299"/>
                  </a:lnTo>
                  <a:lnTo>
                    <a:pt x="1121999" y="142837"/>
                  </a:lnTo>
                  <a:lnTo>
                    <a:pt x="1125080" y="143836"/>
                  </a:lnTo>
                  <a:lnTo>
                    <a:pt x="1126981" y="144859"/>
                  </a:lnTo>
                  <a:lnTo>
                    <a:pt x="1127819" y="146251"/>
                  </a:lnTo>
                  <a:lnTo>
                    <a:pt x="1126756" y="148465"/>
                  </a:lnTo>
                  <a:lnTo>
                    <a:pt x="1125000" y="149287"/>
                  </a:lnTo>
                  <a:lnTo>
                    <a:pt x="1123911" y="149665"/>
                  </a:lnTo>
                  <a:lnTo>
                    <a:pt x="1122013" y="148820"/>
                  </a:lnTo>
                  <a:lnTo>
                    <a:pt x="1120675" y="148820"/>
                  </a:lnTo>
                  <a:lnTo>
                    <a:pt x="1119291" y="149208"/>
                  </a:lnTo>
                  <a:lnTo>
                    <a:pt x="1118819" y="150217"/>
                  </a:lnTo>
                  <a:lnTo>
                    <a:pt x="1117905" y="150717"/>
                  </a:lnTo>
                  <a:lnTo>
                    <a:pt x="1122813" y="150771"/>
                  </a:lnTo>
                  <a:lnTo>
                    <a:pt x="1124315" y="151048"/>
                  </a:lnTo>
                  <a:lnTo>
                    <a:pt x="1125441" y="151971"/>
                  </a:lnTo>
                  <a:lnTo>
                    <a:pt x="1123689" y="153170"/>
                  </a:lnTo>
                  <a:lnTo>
                    <a:pt x="1120435" y="152986"/>
                  </a:lnTo>
                  <a:lnTo>
                    <a:pt x="1119040" y="153452"/>
                  </a:lnTo>
                  <a:lnTo>
                    <a:pt x="1117862" y="154310"/>
                  </a:lnTo>
                  <a:lnTo>
                    <a:pt x="1122696" y="154854"/>
                  </a:lnTo>
                  <a:lnTo>
                    <a:pt x="1124694" y="154551"/>
                  </a:lnTo>
                  <a:lnTo>
                    <a:pt x="1127882" y="153632"/>
                  </a:lnTo>
                  <a:lnTo>
                    <a:pt x="1128633" y="154554"/>
                  </a:lnTo>
                  <a:lnTo>
                    <a:pt x="1127363" y="155472"/>
                  </a:lnTo>
                  <a:lnTo>
                    <a:pt x="1125733" y="156942"/>
                  </a:lnTo>
                  <a:lnTo>
                    <a:pt x="1122333" y="157409"/>
                  </a:lnTo>
                  <a:lnTo>
                    <a:pt x="1119780" y="157433"/>
                  </a:lnTo>
                  <a:lnTo>
                    <a:pt x="1116426" y="156906"/>
                  </a:lnTo>
                  <a:lnTo>
                    <a:pt x="1115534" y="156586"/>
                  </a:lnTo>
                  <a:lnTo>
                    <a:pt x="1114148" y="156425"/>
                  </a:lnTo>
                  <a:lnTo>
                    <a:pt x="1114239" y="157322"/>
                  </a:lnTo>
                  <a:lnTo>
                    <a:pt x="1115119" y="157941"/>
                  </a:lnTo>
                  <a:lnTo>
                    <a:pt x="1117373" y="160216"/>
                  </a:lnTo>
                  <a:lnTo>
                    <a:pt x="1117744" y="161104"/>
                  </a:lnTo>
                  <a:lnTo>
                    <a:pt x="1117055" y="162304"/>
                  </a:lnTo>
                  <a:lnTo>
                    <a:pt x="1115071" y="163191"/>
                  </a:lnTo>
                  <a:lnTo>
                    <a:pt x="1112851" y="163551"/>
                  </a:lnTo>
                  <a:lnTo>
                    <a:pt x="1111012" y="162765"/>
                  </a:lnTo>
                  <a:lnTo>
                    <a:pt x="1109671" y="160551"/>
                  </a:lnTo>
                  <a:lnTo>
                    <a:pt x="1107982" y="159906"/>
                  </a:lnTo>
                  <a:lnTo>
                    <a:pt x="1106230" y="159720"/>
                  </a:lnTo>
                  <a:lnTo>
                    <a:pt x="1105228" y="159813"/>
                  </a:lnTo>
                  <a:lnTo>
                    <a:pt x="1105325" y="160934"/>
                  </a:lnTo>
                  <a:lnTo>
                    <a:pt x="1105729" y="162119"/>
                  </a:lnTo>
                  <a:lnTo>
                    <a:pt x="1105040" y="162950"/>
                  </a:lnTo>
                  <a:lnTo>
                    <a:pt x="1103536" y="162521"/>
                  </a:lnTo>
                  <a:lnTo>
                    <a:pt x="1101627" y="162902"/>
                  </a:lnTo>
                  <a:lnTo>
                    <a:pt x="1099810" y="163553"/>
                  </a:lnTo>
                  <a:lnTo>
                    <a:pt x="1098165" y="164281"/>
                  </a:lnTo>
                  <a:lnTo>
                    <a:pt x="1101512" y="164640"/>
                  </a:lnTo>
                  <a:lnTo>
                    <a:pt x="1103726" y="164703"/>
                  </a:lnTo>
                  <a:lnTo>
                    <a:pt x="1105275" y="165819"/>
                  </a:lnTo>
                  <a:lnTo>
                    <a:pt x="1104728" y="166363"/>
                  </a:lnTo>
                  <a:lnTo>
                    <a:pt x="1101697" y="166610"/>
                  </a:lnTo>
                  <a:lnTo>
                    <a:pt x="1098801" y="167093"/>
                  </a:lnTo>
                  <a:lnTo>
                    <a:pt x="1094808" y="168303"/>
                  </a:lnTo>
                  <a:lnTo>
                    <a:pt x="1097713" y="168812"/>
                  </a:lnTo>
                  <a:lnTo>
                    <a:pt x="1100495" y="168792"/>
                  </a:lnTo>
                  <a:lnTo>
                    <a:pt x="1102421" y="168909"/>
                  </a:lnTo>
                  <a:lnTo>
                    <a:pt x="1104039" y="169131"/>
                  </a:lnTo>
                  <a:lnTo>
                    <a:pt x="1104477" y="169777"/>
                  </a:lnTo>
                  <a:lnTo>
                    <a:pt x="1103476" y="170515"/>
                  </a:lnTo>
                  <a:lnTo>
                    <a:pt x="1096955" y="172302"/>
                  </a:lnTo>
                  <a:lnTo>
                    <a:pt x="1090090" y="174514"/>
                  </a:lnTo>
                  <a:lnTo>
                    <a:pt x="1087572" y="175202"/>
                  </a:lnTo>
                  <a:lnTo>
                    <a:pt x="1084948" y="175587"/>
                  </a:lnTo>
                  <a:lnTo>
                    <a:pt x="1078856" y="177492"/>
                  </a:lnTo>
                  <a:lnTo>
                    <a:pt x="1075027" y="178353"/>
                  </a:lnTo>
                  <a:lnTo>
                    <a:pt x="1064168" y="179697"/>
                  </a:lnTo>
                  <a:lnTo>
                    <a:pt x="1047269" y="183059"/>
                  </a:lnTo>
                  <a:lnTo>
                    <a:pt x="1041490" y="185446"/>
                  </a:lnTo>
                  <a:lnTo>
                    <a:pt x="1039784" y="187295"/>
                  </a:lnTo>
                  <a:lnTo>
                    <a:pt x="1038700" y="187568"/>
                  </a:lnTo>
                  <a:lnTo>
                    <a:pt x="1035477" y="188181"/>
                  </a:lnTo>
                  <a:lnTo>
                    <a:pt x="1032220" y="188478"/>
                  </a:lnTo>
                  <a:lnTo>
                    <a:pt x="1023671" y="188665"/>
                  </a:lnTo>
                  <a:lnTo>
                    <a:pt x="1014933" y="187777"/>
                  </a:lnTo>
                  <a:lnTo>
                    <a:pt x="1007842" y="187588"/>
                  </a:lnTo>
                  <a:lnTo>
                    <a:pt x="1003982" y="187885"/>
                  </a:lnTo>
                  <a:lnTo>
                    <a:pt x="990845" y="186276"/>
                  </a:lnTo>
                  <a:lnTo>
                    <a:pt x="989188" y="186350"/>
                  </a:lnTo>
                  <a:lnTo>
                    <a:pt x="987147" y="186649"/>
                  </a:lnTo>
                  <a:lnTo>
                    <a:pt x="985519" y="186649"/>
                  </a:lnTo>
                  <a:lnTo>
                    <a:pt x="984275" y="186424"/>
                  </a:lnTo>
                  <a:lnTo>
                    <a:pt x="981613" y="186330"/>
                  </a:lnTo>
                  <a:lnTo>
                    <a:pt x="972664" y="186950"/>
                  </a:lnTo>
                  <a:lnTo>
                    <a:pt x="971747" y="187953"/>
                  </a:lnTo>
                  <a:lnTo>
                    <a:pt x="972873" y="189797"/>
                  </a:lnTo>
                  <a:lnTo>
                    <a:pt x="976131" y="192023"/>
                  </a:lnTo>
                  <a:lnTo>
                    <a:pt x="981571" y="195948"/>
                  </a:lnTo>
                  <a:lnTo>
                    <a:pt x="984517" y="196779"/>
                  </a:lnTo>
                  <a:lnTo>
                    <a:pt x="986306" y="197671"/>
                  </a:lnTo>
                  <a:lnTo>
                    <a:pt x="989723" y="198728"/>
                  </a:lnTo>
                  <a:lnTo>
                    <a:pt x="997352" y="198781"/>
                  </a:lnTo>
                  <a:lnTo>
                    <a:pt x="1007781" y="199584"/>
                  </a:lnTo>
                  <a:lnTo>
                    <a:pt x="1013706" y="200346"/>
                  </a:lnTo>
                  <a:lnTo>
                    <a:pt x="1013487" y="201792"/>
                  </a:lnTo>
                  <a:lnTo>
                    <a:pt x="1009926" y="204586"/>
                  </a:lnTo>
                  <a:lnTo>
                    <a:pt x="1007717" y="205654"/>
                  </a:lnTo>
                  <a:lnTo>
                    <a:pt x="1002446" y="207587"/>
                  </a:lnTo>
                  <a:lnTo>
                    <a:pt x="995162" y="208542"/>
                  </a:lnTo>
                  <a:lnTo>
                    <a:pt x="989614" y="208263"/>
                  </a:lnTo>
                  <a:lnTo>
                    <a:pt x="979781" y="206677"/>
                  </a:lnTo>
                  <a:lnTo>
                    <a:pt x="967441" y="205229"/>
                  </a:lnTo>
                  <a:lnTo>
                    <a:pt x="949117" y="203866"/>
                  </a:lnTo>
                  <a:lnTo>
                    <a:pt x="945095" y="203224"/>
                  </a:lnTo>
                  <a:lnTo>
                    <a:pt x="940389" y="202602"/>
                  </a:lnTo>
                  <a:lnTo>
                    <a:pt x="937674" y="203240"/>
                  </a:lnTo>
                  <a:lnTo>
                    <a:pt x="935644" y="203855"/>
                  </a:lnTo>
                  <a:lnTo>
                    <a:pt x="931123" y="203915"/>
                  </a:lnTo>
                  <a:lnTo>
                    <a:pt x="932447" y="204467"/>
                  </a:lnTo>
                  <a:lnTo>
                    <a:pt x="950719" y="208214"/>
                  </a:lnTo>
                  <a:lnTo>
                    <a:pt x="966344" y="210957"/>
                  </a:lnTo>
                  <a:lnTo>
                    <a:pt x="968173" y="211661"/>
                  </a:lnTo>
                  <a:lnTo>
                    <a:pt x="970370" y="212124"/>
                  </a:lnTo>
                  <a:lnTo>
                    <a:pt x="970182" y="213877"/>
                  </a:lnTo>
                  <a:lnTo>
                    <a:pt x="969306" y="215261"/>
                  </a:lnTo>
                  <a:lnTo>
                    <a:pt x="966240" y="216460"/>
                  </a:lnTo>
                  <a:lnTo>
                    <a:pt x="958269" y="216551"/>
                  </a:lnTo>
                  <a:lnTo>
                    <a:pt x="948289" y="217509"/>
                  </a:lnTo>
                  <a:lnTo>
                    <a:pt x="943315" y="217537"/>
                  </a:lnTo>
                  <a:lnTo>
                    <a:pt x="938357" y="216583"/>
                  </a:lnTo>
                  <a:lnTo>
                    <a:pt x="927827" y="213860"/>
                  </a:lnTo>
                  <a:lnTo>
                    <a:pt x="921402" y="211814"/>
                  </a:lnTo>
                  <a:lnTo>
                    <a:pt x="916917" y="209502"/>
                  </a:lnTo>
                  <a:lnTo>
                    <a:pt x="913799" y="207661"/>
                  </a:lnTo>
                  <a:lnTo>
                    <a:pt x="910328" y="205833"/>
                  </a:lnTo>
                  <a:lnTo>
                    <a:pt x="910582" y="206987"/>
                  </a:lnTo>
                  <a:lnTo>
                    <a:pt x="911191" y="208127"/>
                  </a:lnTo>
                  <a:lnTo>
                    <a:pt x="912889" y="209521"/>
                  </a:lnTo>
                  <a:lnTo>
                    <a:pt x="915371" y="211042"/>
                  </a:lnTo>
                  <a:lnTo>
                    <a:pt x="915550" y="211663"/>
                  </a:lnTo>
                  <a:lnTo>
                    <a:pt x="914339" y="211747"/>
                  </a:lnTo>
                  <a:lnTo>
                    <a:pt x="912547" y="211017"/>
                  </a:lnTo>
                  <a:lnTo>
                    <a:pt x="911019" y="211698"/>
                  </a:lnTo>
                  <a:lnTo>
                    <a:pt x="910481" y="212494"/>
                  </a:lnTo>
                  <a:lnTo>
                    <a:pt x="911107" y="213556"/>
                  </a:lnTo>
                  <a:lnTo>
                    <a:pt x="912067" y="214584"/>
                  </a:lnTo>
                  <a:lnTo>
                    <a:pt x="915238" y="216860"/>
                  </a:lnTo>
                  <a:lnTo>
                    <a:pt x="917974" y="217453"/>
                  </a:lnTo>
                  <a:lnTo>
                    <a:pt x="921584" y="218842"/>
                  </a:lnTo>
                  <a:lnTo>
                    <a:pt x="930367" y="221402"/>
                  </a:lnTo>
                  <a:lnTo>
                    <a:pt x="931861" y="222282"/>
                  </a:lnTo>
                  <a:lnTo>
                    <a:pt x="934517" y="224164"/>
                  </a:lnTo>
                  <a:lnTo>
                    <a:pt x="935075" y="225594"/>
                  </a:lnTo>
                  <a:lnTo>
                    <a:pt x="937641" y="227009"/>
                  </a:lnTo>
                  <a:lnTo>
                    <a:pt x="939412" y="227223"/>
                  </a:lnTo>
                  <a:lnTo>
                    <a:pt x="941020" y="227162"/>
                  </a:lnTo>
                  <a:lnTo>
                    <a:pt x="941551" y="225954"/>
                  </a:lnTo>
                  <a:lnTo>
                    <a:pt x="941458" y="224487"/>
                  </a:lnTo>
                  <a:lnTo>
                    <a:pt x="942146" y="224118"/>
                  </a:lnTo>
                  <a:lnTo>
                    <a:pt x="944650" y="223749"/>
                  </a:lnTo>
                  <a:lnTo>
                    <a:pt x="951230" y="224255"/>
                  </a:lnTo>
                  <a:lnTo>
                    <a:pt x="979201" y="224552"/>
                  </a:lnTo>
                  <a:lnTo>
                    <a:pt x="981864" y="225410"/>
                  </a:lnTo>
                  <a:lnTo>
                    <a:pt x="982929" y="226497"/>
                  </a:lnTo>
                  <a:lnTo>
                    <a:pt x="983624" y="228756"/>
                  </a:lnTo>
                  <a:lnTo>
                    <a:pt x="980669" y="231459"/>
                  </a:lnTo>
                  <a:lnTo>
                    <a:pt x="978645" y="232612"/>
                  </a:lnTo>
                  <a:lnTo>
                    <a:pt x="975371" y="233334"/>
                  </a:lnTo>
                  <a:lnTo>
                    <a:pt x="972360" y="233876"/>
                  </a:lnTo>
                  <a:lnTo>
                    <a:pt x="967822" y="234091"/>
                  </a:lnTo>
                  <a:lnTo>
                    <a:pt x="958452" y="233893"/>
                  </a:lnTo>
                  <a:lnTo>
                    <a:pt x="949293" y="233914"/>
                  </a:lnTo>
                  <a:lnTo>
                    <a:pt x="956419" y="235208"/>
                  </a:lnTo>
                  <a:lnTo>
                    <a:pt x="963336" y="236284"/>
                  </a:lnTo>
                  <a:lnTo>
                    <a:pt x="972944" y="236091"/>
                  </a:lnTo>
                  <a:lnTo>
                    <a:pt x="976760" y="235788"/>
                  </a:lnTo>
                  <a:lnTo>
                    <a:pt x="980070" y="235281"/>
                  </a:lnTo>
                  <a:lnTo>
                    <a:pt x="981467" y="236190"/>
                  </a:lnTo>
                  <a:lnTo>
                    <a:pt x="984059" y="238072"/>
                  </a:lnTo>
                  <a:lnTo>
                    <a:pt x="985603" y="238674"/>
                  </a:lnTo>
                  <a:lnTo>
                    <a:pt x="986676" y="239296"/>
                  </a:lnTo>
                  <a:lnTo>
                    <a:pt x="988133" y="241362"/>
                  </a:lnTo>
                  <a:lnTo>
                    <a:pt x="988705" y="242570"/>
                  </a:lnTo>
                  <a:lnTo>
                    <a:pt x="990124" y="243985"/>
                  </a:lnTo>
                  <a:lnTo>
                    <a:pt x="991146" y="245153"/>
                  </a:lnTo>
                  <a:lnTo>
                    <a:pt x="992669" y="245954"/>
                  </a:lnTo>
                  <a:lnTo>
                    <a:pt x="995214" y="246323"/>
                  </a:lnTo>
                  <a:lnTo>
                    <a:pt x="998009" y="245646"/>
                  </a:lnTo>
                  <a:lnTo>
                    <a:pt x="1003433" y="245338"/>
                  </a:lnTo>
                  <a:lnTo>
                    <a:pt x="1008679" y="246422"/>
                  </a:lnTo>
                  <a:lnTo>
                    <a:pt x="1012027" y="246752"/>
                  </a:lnTo>
                  <a:lnTo>
                    <a:pt x="1016532" y="245857"/>
                  </a:lnTo>
                  <a:lnTo>
                    <a:pt x="1020124" y="244612"/>
                  </a:lnTo>
                  <a:lnTo>
                    <a:pt x="1027632" y="243473"/>
                  </a:lnTo>
                  <a:lnTo>
                    <a:pt x="1029045" y="242979"/>
                  </a:lnTo>
                  <a:lnTo>
                    <a:pt x="1031060" y="242592"/>
                  </a:lnTo>
                  <a:lnTo>
                    <a:pt x="1034180" y="242693"/>
                  </a:lnTo>
                  <a:lnTo>
                    <a:pt x="1035389" y="242976"/>
                  </a:lnTo>
                  <a:lnTo>
                    <a:pt x="1036975" y="244215"/>
                  </a:lnTo>
                  <a:lnTo>
                    <a:pt x="1038426" y="245906"/>
                  </a:lnTo>
                  <a:lnTo>
                    <a:pt x="1040570" y="246758"/>
                  </a:lnTo>
                  <a:lnTo>
                    <a:pt x="1042843" y="247369"/>
                  </a:lnTo>
                  <a:lnTo>
                    <a:pt x="1044151" y="247429"/>
                  </a:lnTo>
                  <a:lnTo>
                    <a:pt x="1048431" y="247973"/>
                  </a:lnTo>
                  <a:lnTo>
                    <a:pt x="1054029" y="247459"/>
                  </a:lnTo>
                  <a:lnTo>
                    <a:pt x="1056520" y="247963"/>
                  </a:lnTo>
                  <a:lnTo>
                    <a:pt x="1056917" y="248935"/>
                  </a:lnTo>
                  <a:lnTo>
                    <a:pt x="1058250" y="249724"/>
                  </a:lnTo>
                  <a:lnTo>
                    <a:pt x="1059937" y="249973"/>
                  </a:lnTo>
                  <a:lnTo>
                    <a:pt x="1082565" y="254329"/>
                  </a:lnTo>
                  <a:lnTo>
                    <a:pt x="1090356" y="255182"/>
                  </a:lnTo>
                  <a:lnTo>
                    <a:pt x="1102394" y="255622"/>
                  </a:lnTo>
                  <a:lnTo>
                    <a:pt x="1111736" y="255671"/>
                  </a:lnTo>
                  <a:lnTo>
                    <a:pt x="1113028" y="255949"/>
                  </a:lnTo>
                  <a:lnTo>
                    <a:pt x="1114810" y="256778"/>
                  </a:lnTo>
                  <a:lnTo>
                    <a:pt x="1111248" y="257366"/>
                  </a:lnTo>
                  <a:lnTo>
                    <a:pt x="1107426" y="257445"/>
                  </a:lnTo>
                  <a:lnTo>
                    <a:pt x="1101673" y="257211"/>
                  </a:lnTo>
                  <a:lnTo>
                    <a:pt x="1099642" y="257335"/>
                  </a:lnTo>
                  <a:lnTo>
                    <a:pt x="1095252" y="257108"/>
                  </a:lnTo>
                  <a:lnTo>
                    <a:pt x="1092953" y="257274"/>
                  </a:lnTo>
                  <a:lnTo>
                    <a:pt x="1090867" y="257004"/>
                  </a:lnTo>
                  <a:lnTo>
                    <a:pt x="1087788" y="257620"/>
                  </a:lnTo>
                  <a:lnTo>
                    <a:pt x="1082129" y="258078"/>
                  </a:lnTo>
                  <a:lnTo>
                    <a:pt x="1083388" y="258715"/>
                  </a:lnTo>
                  <a:lnTo>
                    <a:pt x="1085497" y="258863"/>
                  </a:lnTo>
                  <a:lnTo>
                    <a:pt x="1089784" y="259102"/>
                  </a:lnTo>
                  <a:lnTo>
                    <a:pt x="1095654" y="258991"/>
                  </a:lnTo>
                  <a:lnTo>
                    <a:pt x="1096156" y="260031"/>
                  </a:lnTo>
                  <a:lnTo>
                    <a:pt x="1090772" y="260284"/>
                  </a:lnTo>
                  <a:lnTo>
                    <a:pt x="1079324" y="260490"/>
                  </a:lnTo>
                  <a:lnTo>
                    <a:pt x="1078131" y="260652"/>
                  </a:lnTo>
                  <a:lnTo>
                    <a:pt x="1077265" y="261203"/>
                  </a:lnTo>
                  <a:lnTo>
                    <a:pt x="1078976" y="261449"/>
                  </a:lnTo>
                  <a:lnTo>
                    <a:pt x="1080009" y="261759"/>
                  </a:lnTo>
                  <a:lnTo>
                    <a:pt x="1080550" y="262488"/>
                  </a:lnTo>
                  <a:lnTo>
                    <a:pt x="1079353" y="264409"/>
                  </a:lnTo>
                  <a:lnTo>
                    <a:pt x="1081237" y="265747"/>
                  </a:lnTo>
                  <a:lnTo>
                    <a:pt x="1082581" y="265959"/>
                  </a:lnTo>
                  <a:lnTo>
                    <a:pt x="1083977" y="265764"/>
                  </a:lnTo>
                  <a:lnTo>
                    <a:pt x="1086383" y="266292"/>
                  </a:lnTo>
                  <a:lnTo>
                    <a:pt x="1088753" y="267021"/>
                  </a:lnTo>
                  <a:lnTo>
                    <a:pt x="1093701" y="267075"/>
                  </a:lnTo>
                  <a:lnTo>
                    <a:pt x="1099602" y="266098"/>
                  </a:lnTo>
                  <a:lnTo>
                    <a:pt x="1102502" y="266133"/>
                  </a:lnTo>
                  <a:lnTo>
                    <a:pt x="1110269" y="265523"/>
                  </a:lnTo>
                  <a:lnTo>
                    <a:pt x="1117305" y="265634"/>
                  </a:lnTo>
                  <a:lnTo>
                    <a:pt x="1127168" y="264457"/>
                  </a:lnTo>
                  <a:lnTo>
                    <a:pt x="1128795" y="264483"/>
                  </a:lnTo>
                  <a:lnTo>
                    <a:pt x="1130303" y="264641"/>
                  </a:lnTo>
                  <a:lnTo>
                    <a:pt x="1127565" y="265700"/>
                  </a:lnTo>
                  <a:lnTo>
                    <a:pt x="1115480" y="268361"/>
                  </a:lnTo>
                  <a:lnTo>
                    <a:pt x="1111142" y="268874"/>
                  </a:lnTo>
                  <a:lnTo>
                    <a:pt x="1109415" y="269209"/>
                  </a:lnTo>
                  <a:lnTo>
                    <a:pt x="1110406" y="270511"/>
                  </a:lnTo>
                  <a:lnTo>
                    <a:pt x="1111970" y="271870"/>
                  </a:lnTo>
                  <a:lnTo>
                    <a:pt x="1115158" y="273323"/>
                  </a:lnTo>
                  <a:lnTo>
                    <a:pt x="1117160" y="275476"/>
                  </a:lnTo>
                  <a:lnTo>
                    <a:pt x="1119128" y="275940"/>
                  </a:lnTo>
                  <a:lnTo>
                    <a:pt x="1122876" y="274952"/>
                  </a:lnTo>
                  <a:lnTo>
                    <a:pt x="1123769" y="275687"/>
                  </a:lnTo>
                  <a:lnTo>
                    <a:pt x="1123939" y="277167"/>
                  </a:lnTo>
                  <a:lnTo>
                    <a:pt x="1122967" y="278370"/>
                  </a:lnTo>
                  <a:lnTo>
                    <a:pt x="1121707" y="279043"/>
                  </a:lnTo>
                  <a:lnTo>
                    <a:pt x="1120816" y="279698"/>
                  </a:lnTo>
                  <a:lnTo>
                    <a:pt x="1120255" y="280560"/>
                  </a:lnTo>
                  <a:lnTo>
                    <a:pt x="1121812" y="281319"/>
                  </a:lnTo>
                  <a:lnTo>
                    <a:pt x="1125994" y="281764"/>
                  </a:lnTo>
                  <a:lnTo>
                    <a:pt x="1131540" y="281948"/>
                  </a:lnTo>
                  <a:lnTo>
                    <a:pt x="1136679" y="281971"/>
                  </a:lnTo>
                  <a:lnTo>
                    <a:pt x="1139875" y="282195"/>
                  </a:lnTo>
                  <a:lnTo>
                    <a:pt x="1151475" y="277485"/>
                  </a:lnTo>
                  <a:lnTo>
                    <a:pt x="1156131" y="275224"/>
                  </a:lnTo>
                  <a:lnTo>
                    <a:pt x="1158408" y="274270"/>
                  </a:lnTo>
                  <a:lnTo>
                    <a:pt x="1160333" y="273573"/>
                  </a:lnTo>
                  <a:lnTo>
                    <a:pt x="1170132" y="270688"/>
                  </a:lnTo>
                  <a:lnTo>
                    <a:pt x="1172429" y="269806"/>
                  </a:lnTo>
                  <a:lnTo>
                    <a:pt x="1175025" y="268526"/>
                  </a:lnTo>
                  <a:lnTo>
                    <a:pt x="1179812" y="268337"/>
                  </a:lnTo>
                  <a:lnTo>
                    <a:pt x="1186374" y="266264"/>
                  </a:lnTo>
                  <a:lnTo>
                    <a:pt x="1192193" y="264651"/>
                  </a:lnTo>
                  <a:lnTo>
                    <a:pt x="1194524" y="264342"/>
                  </a:lnTo>
                  <a:lnTo>
                    <a:pt x="1196247" y="264216"/>
                  </a:lnTo>
                  <a:lnTo>
                    <a:pt x="1198314" y="263869"/>
                  </a:lnTo>
                  <a:lnTo>
                    <a:pt x="1203425" y="263996"/>
                  </a:lnTo>
                  <a:lnTo>
                    <a:pt x="1207057" y="263734"/>
                  </a:lnTo>
                  <a:lnTo>
                    <a:pt x="1213531" y="262711"/>
                  </a:lnTo>
                  <a:lnTo>
                    <a:pt x="1218460" y="262066"/>
                  </a:lnTo>
                  <a:lnTo>
                    <a:pt x="1223726" y="261511"/>
                  </a:lnTo>
                  <a:lnTo>
                    <a:pt x="1229627" y="261402"/>
                  </a:lnTo>
                  <a:lnTo>
                    <a:pt x="1245412" y="260351"/>
                  </a:lnTo>
                  <a:lnTo>
                    <a:pt x="1249897" y="260810"/>
                  </a:lnTo>
                  <a:lnTo>
                    <a:pt x="1254878" y="261909"/>
                  </a:lnTo>
                  <a:lnTo>
                    <a:pt x="1258099" y="261898"/>
                  </a:lnTo>
                  <a:lnTo>
                    <a:pt x="1262386" y="261563"/>
                  </a:lnTo>
                  <a:lnTo>
                    <a:pt x="1265306" y="261114"/>
                  </a:lnTo>
                  <a:lnTo>
                    <a:pt x="1266620" y="262405"/>
                  </a:lnTo>
                  <a:lnTo>
                    <a:pt x="1267308" y="264067"/>
                  </a:lnTo>
                  <a:lnTo>
                    <a:pt x="1265869" y="265634"/>
                  </a:lnTo>
                  <a:lnTo>
                    <a:pt x="1263506" y="266593"/>
                  </a:lnTo>
                  <a:lnTo>
                    <a:pt x="1262859" y="268194"/>
                  </a:lnTo>
                  <a:lnTo>
                    <a:pt x="1266089" y="268989"/>
                  </a:lnTo>
                  <a:lnTo>
                    <a:pt x="1269748" y="268756"/>
                  </a:lnTo>
                  <a:lnTo>
                    <a:pt x="1276794" y="267962"/>
                  </a:lnTo>
                  <a:lnTo>
                    <a:pt x="1282365" y="266957"/>
                  </a:lnTo>
                  <a:lnTo>
                    <a:pt x="1283908" y="266285"/>
                  </a:lnTo>
                  <a:lnTo>
                    <a:pt x="1286061" y="266476"/>
                  </a:lnTo>
                  <a:lnTo>
                    <a:pt x="1289797" y="265621"/>
                  </a:lnTo>
                  <a:lnTo>
                    <a:pt x="1294423" y="262093"/>
                  </a:lnTo>
                  <a:lnTo>
                    <a:pt x="1300249" y="258528"/>
                  </a:lnTo>
                  <a:lnTo>
                    <a:pt x="1305153" y="256244"/>
                  </a:lnTo>
                  <a:lnTo>
                    <a:pt x="1308319" y="253592"/>
                  </a:lnTo>
                  <a:lnTo>
                    <a:pt x="1310947" y="252058"/>
                  </a:lnTo>
                  <a:lnTo>
                    <a:pt x="1313860" y="250902"/>
                  </a:lnTo>
                  <a:lnTo>
                    <a:pt x="1315860" y="250309"/>
                  </a:lnTo>
                  <a:lnTo>
                    <a:pt x="1320342" y="250209"/>
                  </a:lnTo>
                  <a:lnTo>
                    <a:pt x="1326761" y="248352"/>
                  </a:lnTo>
                  <a:lnTo>
                    <a:pt x="1336133" y="246264"/>
                  </a:lnTo>
                  <a:lnTo>
                    <a:pt x="1343330" y="247268"/>
                  </a:lnTo>
                  <a:lnTo>
                    <a:pt x="1350915" y="248796"/>
                  </a:lnTo>
                  <a:lnTo>
                    <a:pt x="1354669" y="247553"/>
                  </a:lnTo>
                  <a:lnTo>
                    <a:pt x="1357630" y="247341"/>
                  </a:lnTo>
                  <a:lnTo>
                    <a:pt x="1360142" y="246797"/>
                  </a:lnTo>
                  <a:lnTo>
                    <a:pt x="1362679" y="246384"/>
                  </a:lnTo>
                  <a:lnTo>
                    <a:pt x="1364476" y="245293"/>
                  </a:lnTo>
                  <a:lnTo>
                    <a:pt x="1366891" y="244358"/>
                  </a:lnTo>
                  <a:lnTo>
                    <a:pt x="1368722" y="243033"/>
                  </a:lnTo>
                  <a:lnTo>
                    <a:pt x="1377966" y="242374"/>
                  </a:lnTo>
                  <a:lnTo>
                    <a:pt x="1387628" y="241495"/>
                  </a:lnTo>
                  <a:lnTo>
                    <a:pt x="1388928" y="241192"/>
                  </a:lnTo>
                  <a:lnTo>
                    <a:pt x="1390196" y="241373"/>
                  </a:lnTo>
                  <a:lnTo>
                    <a:pt x="1393517" y="241125"/>
                  </a:lnTo>
                  <a:lnTo>
                    <a:pt x="1397779" y="240384"/>
                  </a:lnTo>
                  <a:lnTo>
                    <a:pt x="1403659" y="240159"/>
                  </a:lnTo>
                  <a:lnTo>
                    <a:pt x="1406707" y="240235"/>
                  </a:lnTo>
                  <a:lnTo>
                    <a:pt x="1409513" y="238255"/>
                  </a:lnTo>
                  <a:lnTo>
                    <a:pt x="1415097" y="237858"/>
                  </a:lnTo>
                  <a:lnTo>
                    <a:pt x="1421037" y="237073"/>
                  </a:lnTo>
                  <a:lnTo>
                    <a:pt x="1423553" y="236494"/>
                  </a:lnTo>
                  <a:lnTo>
                    <a:pt x="1425467" y="236358"/>
                  </a:lnTo>
                  <a:lnTo>
                    <a:pt x="1473612" y="234821"/>
                  </a:lnTo>
                  <a:lnTo>
                    <a:pt x="1475698" y="234083"/>
                  </a:lnTo>
                  <a:lnTo>
                    <a:pt x="1479911" y="233467"/>
                  </a:lnTo>
                  <a:lnTo>
                    <a:pt x="1481497" y="231991"/>
                  </a:lnTo>
                  <a:lnTo>
                    <a:pt x="1475050" y="231375"/>
                  </a:lnTo>
                  <a:lnTo>
                    <a:pt x="1473048" y="230761"/>
                  </a:lnTo>
                  <a:lnTo>
                    <a:pt x="1470834" y="230581"/>
                  </a:lnTo>
                  <a:lnTo>
                    <a:pt x="1469542" y="230814"/>
                  </a:lnTo>
                  <a:lnTo>
                    <a:pt x="1463977" y="230645"/>
                  </a:lnTo>
                  <a:lnTo>
                    <a:pt x="1419600" y="228365"/>
                  </a:lnTo>
                  <a:lnTo>
                    <a:pt x="1418656" y="228174"/>
                  </a:lnTo>
                  <a:lnTo>
                    <a:pt x="1417122" y="226778"/>
                  </a:lnTo>
                  <a:lnTo>
                    <a:pt x="1417437" y="224254"/>
                  </a:lnTo>
                  <a:lnTo>
                    <a:pt x="1416131" y="222284"/>
                  </a:lnTo>
                  <a:lnTo>
                    <a:pt x="1413016" y="221741"/>
                  </a:lnTo>
                  <a:lnTo>
                    <a:pt x="1409800" y="221794"/>
                  </a:lnTo>
                  <a:lnTo>
                    <a:pt x="1405754" y="222035"/>
                  </a:lnTo>
                  <a:lnTo>
                    <a:pt x="1395072" y="223108"/>
                  </a:lnTo>
                  <a:lnTo>
                    <a:pt x="1390792" y="223201"/>
                  </a:lnTo>
                  <a:lnTo>
                    <a:pt x="1379410" y="221547"/>
                  </a:lnTo>
                  <a:lnTo>
                    <a:pt x="1371864" y="219696"/>
                  </a:lnTo>
                  <a:lnTo>
                    <a:pt x="1366935" y="219075"/>
                  </a:lnTo>
                  <a:lnTo>
                    <a:pt x="1363395" y="217828"/>
                  </a:lnTo>
                  <a:lnTo>
                    <a:pt x="1360093" y="216860"/>
                  </a:lnTo>
                  <a:lnTo>
                    <a:pt x="1359842" y="214647"/>
                  </a:lnTo>
                  <a:lnTo>
                    <a:pt x="1360644" y="212594"/>
                  </a:lnTo>
                  <a:lnTo>
                    <a:pt x="1366998" y="206636"/>
                  </a:lnTo>
                  <a:lnTo>
                    <a:pt x="1370987" y="203790"/>
                  </a:lnTo>
                  <a:lnTo>
                    <a:pt x="1373629" y="203560"/>
                  </a:lnTo>
                  <a:lnTo>
                    <a:pt x="1376060" y="202275"/>
                  </a:lnTo>
                  <a:lnTo>
                    <a:pt x="1378532" y="199393"/>
                  </a:lnTo>
                  <a:lnTo>
                    <a:pt x="1380560" y="198047"/>
                  </a:lnTo>
                  <a:lnTo>
                    <a:pt x="1385145" y="196455"/>
                  </a:lnTo>
                  <a:lnTo>
                    <a:pt x="1387173" y="196042"/>
                  </a:lnTo>
                  <a:lnTo>
                    <a:pt x="1394389" y="194078"/>
                  </a:lnTo>
                  <a:lnTo>
                    <a:pt x="1396364" y="194014"/>
                  </a:lnTo>
                  <a:lnTo>
                    <a:pt x="1399599" y="194344"/>
                  </a:lnTo>
                  <a:lnTo>
                    <a:pt x="1403266" y="192576"/>
                  </a:lnTo>
                  <a:lnTo>
                    <a:pt x="1414492" y="188799"/>
                  </a:lnTo>
                  <a:lnTo>
                    <a:pt x="1417020" y="187376"/>
                  </a:lnTo>
                  <a:lnTo>
                    <a:pt x="1420146" y="186506"/>
                  </a:lnTo>
                  <a:lnTo>
                    <a:pt x="1429209" y="183331"/>
                  </a:lnTo>
                  <a:lnTo>
                    <a:pt x="1437291" y="181762"/>
                  </a:lnTo>
                  <a:lnTo>
                    <a:pt x="1441324" y="181323"/>
                  </a:lnTo>
                  <a:lnTo>
                    <a:pt x="1446230" y="180360"/>
                  </a:lnTo>
                  <a:lnTo>
                    <a:pt x="1451665" y="178929"/>
                  </a:lnTo>
                  <a:lnTo>
                    <a:pt x="1456402" y="177569"/>
                  </a:lnTo>
                  <a:lnTo>
                    <a:pt x="1473335" y="174916"/>
                  </a:lnTo>
                  <a:lnTo>
                    <a:pt x="1483480" y="174228"/>
                  </a:lnTo>
                  <a:lnTo>
                    <a:pt x="1490403" y="173438"/>
                  </a:lnTo>
                  <a:lnTo>
                    <a:pt x="1495298" y="173900"/>
                  </a:lnTo>
                  <a:lnTo>
                    <a:pt x="1500163" y="173746"/>
                  </a:lnTo>
                  <a:lnTo>
                    <a:pt x="1504371" y="173066"/>
                  </a:lnTo>
                  <a:lnTo>
                    <a:pt x="1506318" y="172502"/>
                  </a:lnTo>
                  <a:lnTo>
                    <a:pt x="1509116" y="171080"/>
                  </a:lnTo>
                  <a:lnTo>
                    <a:pt x="1518525" y="171749"/>
                  </a:lnTo>
                  <a:lnTo>
                    <a:pt x="1524599" y="170777"/>
                  </a:lnTo>
                  <a:lnTo>
                    <a:pt x="1527114" y="170670"/>
                  </a:lnTo>
                  <a:lnTo>
                    <a:pt x="1529768" y="170234"/>
                  </a:lnTo>
                  <a:lnTo>
                    <a:pt x="1528722" y="169748"/>
                  </a:lnTo>
                  <a:lnTo>
                    <a:pt x="1527759" y="169657"/>
                  </a:lnTo>
                  <a:lnTo>
                    <a:pt x="1526810" y="168994"/>
                  </a:lnTo>
                  <a:lnTo>
                    <a:pt x="1525562" y="167595"/>
                  </a:lnTo>
                  <a:lnTo>
                    <a:pt x="1526810" y="165827"/>
                  </a:lnTo>
                  <a:lnTo>
                    <a:pt x="1527759" y="164943"/>
                  </a:lnTo>
                  <a:lnTo>
                    <a:pt x="1530557" y="163863"/>
                  </a:lnTo>
                  <a:lnTo>
                    <a:pt x="1532004" y="162307"/>
                  </a:lnTo>
                  <a:lnTo>
                    <a:pt x="1533381" y="160023"/>
                  </a:lnTo>
                  <a:lnTo>
                    <a:pt x="1537987" y="155558"/>
                  </a:lnTo>
                  <a:lnTo>
                    <a:pt x="1539282" y="154927"/>
                  </a:lnTo>
                  <a:lnTo>
                    <a:pt x="1542212" y="154731"/>
                  </a:lnTo>
                  <a:lnTo>
                    <a:pt x="1544693" y="154840"/>
                  </a:lnTo>
                  <a:lnTo>
                    <a:pt x="1547508" y="154788"/>
                  </a:lnTo>
                  <a:lnTo>
                    <a:pt x="1554670" y="155952"/>
                  </a:lnTo>
                  <a:lnTo>
                    <a:pt x="1556006" y="155509"/>
                  </a:lnTo>
                  <a:lnTo>
                    <a:pt x="1558291" y="154188"/>
                  </a:lnTo>
                  <a:lnTo>
                    <a:pt x="1560189" y="152548"/>
                  </a:lnTo>
                  <a:lnTo>
                    <a:pt x="1564259" y="150115"/>
                  </a:lnTo>
                  <a:lnTo>
                    <a:pt x="1565064" y="149398"/>
                  </a:lnTo>
                  <a:lnTo>
                    <a:pt x="1564709" y="148202"/>
                  </a:lnTo>
                  <a:lnTo>
                    <a:pt x="1558576" y="148720"/>
                  </a:lnTo>
                  <a:lnTo>
                    <a:pt x="1553948" y="149512"/>
                  </a:lnTo>
                  <a:lnTo>
                    <a:pt x="1549489" y="149095"/>
                  </a:lnTo>
                  <a:lnTo>
                    <a:pt x="1548905" y="148415"/>
                  </a:lnTo>
                  <a:lnTo>
                    <a:pt x="1549860" y="147903"/>
                  </a:lnTo>
                  <a:lnTo>
                    <a:pt x="1551542" y="147703"/>
                  </a:lnTo>
                  <a:lnTo>
                    <a:pt x="1552180" y="146889"/>
                  </a:lnTo>
                  <a:lnTo>
                    <a:pt x="1550649" y="146212"/>
                  </a:lnTo>
                  <a:lnTo>
                    <a:pt x="1547903" y="145826"/>
                  </a:lnTo>
                  <a:lnTo>
                    <a:pt x="1546663" y="145305"/>
                  </a:lnTo>
                  <a:lnTo>
                    <a:pt x="1546775" y="144077"/>
                  </a:lnTo>
                  <a:lnTo>
                    <a:pt x="1547454" y="142260"/>
                  </a:lnTo>
                  <a:lnTo>
                    <a:pt x="1548931" y="141741"/>
                  </a:lnTo>
                  <a:lnTo>
                    <a:pt x="1550162" y="140988"/>
                  </a:lnTo>
                  <a:lnTo>
                    <a:pt x="1553437" y="138444"/>
                  </a:lnTo>
                  <a:lnTo>
                    <a:pt x="1555394" y="137672"/>
                  </a:lnTo>
                  <a:lnTo>
                    <a:pt x="1560966" y="136984"/>
                  </a:lnTo>
                  <a:lnTo>
                    <a:pt x="1567456" y="138039"/>
                  </a:lnTo>
                  <a:lnTo>
                    <a:pt x="1568935" y="137751"/>
                  </a:lnTo>
                  <a:lnTo>
                    <a:pt x="1570492" y="136331"/>
                  </a:lnTo>
                  <a:lnTo>
                    <a:pt x="1568901" y="134136"/>
                  </a:lnTo>
                  <a:lnTo>
                    <a:pt x="1567672" y="133318"/>
                  </a:lnTo>
                  <a:lnTo>
                    <a:pt x="1567676" y="132598"/>
                  </a:lnTo>
                  <a:lnTo>
                    <a:pt x="1571071" y="132923"/>
                  </a:lnTo>
                  <a:lnTo>
                    <a:pt x="1574251" y="133422"/>
                  </a:lnTo>
                  <a:lnTo>
                    <a:pt x="1577980" y="133324"/>
                  </a:lnTo>
                  <a:lnTo>
                    <a:pt x="1582348" y="131146"/>
                  </a:lnTo>
                  <a:lnTo>
                    <a:pt x="1588519" y="129322"/>
                  </a:lnTo>
                  <a:lnTo>
                    <a:pt x="1591521" y="128568"/>
                  </a:lnTo>
                  <a:lnTo>
                    <a:pt x="1594174" y="128133"/>
                  </a:lnTo>
                  <a:lnTo>
                    <a:pt x="1595598" y="126303"/>
                  </a:lnTo>
                  <a:lnTo>
                    <a:pt x="1597727" y="122814"/>
                  </a:lnTo>
                  <a:lnTo>
                    <a:pt x="1599272" y="121007"/>
                  </a:lnTo>
                  <a:lnTo>
                    <a:pt x="1599244" y="119897"/>
                  </a:lnTo>
                  <a:lnTo>
                    <a:pt x="1598788" y="118998"/>
                  </a:lnTo>
                  <a:lnTo>
                    <a:pt x="1597179" y="119262"/>
                  </a:lnTo>
                  <a:lnTo>
                    <a:pt x="1595725" y="119383"/>
                  </a:lnTo>
                  <a:lnTo>
                    <a:pt x="1592283" y="118460"/>
                  </a:lnTo>
                  <a:lnTo>
                    <a:pt x="1588013" y="116986"/>
                  </a:lnTo>
                  <a:lnTo>
                    <a:pt x="1586723" y="115332"/>
                  </a:lnTo>
                  <a:lnTo>
                    <a:pt x="1586091" y="113863"/>
                  </a:lnTo>
                  <a:lnTo>
                    <a:pt x="1587449" y="113060"/>
                  </a:lnTo>
                  <a:lnTo>
                    <a:pt x="1588718" y="112567"/>
                  </a:lnTo>
                  <a:lnTo>
                    <a:pt x="1590114" y="112453"/>
                  </a:lnTo>
                  <a:lnTo>
                    <a:pt x="1592603" y="113047"/>
                  </a:lnTo>
                  <a:lnTo>
                    <a:pt x="1595772" y="114560"/>
                  </a:lnTo>
                  <a:lnTo>
                    <a:pt x="1597360" y="115138"/>
                  </a:lnTo>
                  <a:lnTo>
                    <a:pt x="1599161" y="116238"/>
                  </a:lnTo>
                  <a:lnTo>
                    <a:pt x="1600527" y="116144"/>
                  </a:lnTo>
                  <a:lnTo>
                    <a:pt x="1602097" y="114601"/>
                  </a:lnTo>
                  <a:lnTo>
                    <a:pt x="1603416" y="112548"/>
                  </a:lnTo>
                  <a:lnTo>
                    <a:pt x="1604489" y="111918"/>
                  </a:lnTo>
                  <a:lnTo>
                    <a:pt x="1606155" y="111230"/>
                  </a:lnTo>
                  <a:lnTo>
                    <a:pt x="1608019" y="110249"/>
                  </a:lnTo>
                  <a:lnTo>
                    <a:pt x="1607179" y="109276"/>
                  </a:lnTo>
                  <a:lnTo>
                    <a:pt x="1605205" y="108762"/>
                  </a:lnTo>
                  <a:lnTo>
                    <a:pt x="1604931" y="108181"/>
                  </a:lnTo>
                  <a:lnTo>
                    <a:pt x="1605776" y="107530"/>
                  </a:lnTo>
                  <a:lnTo>
                    <a:pt x="1607402" y="107399"/>
                  </a:lnTo>
                  <a:lnTo>
                    <a:pt x="1609396" y="108808"/>
                  </a:lnTo>
                  <a:lnTo>
                    <a:pt x="1612127" y="109756"/>
                  </a:lnTo>
                  <a:lnTo>
                    <a:pt x="1613991" y="110067"/>
                  </a:lnTo>
                  <a:lnTo>
                    <a:pt x="1615615" y="110854"/>
                  </a:lnTo>
                  <a:lnTo>
                    <a:pt x="1618120" y="113466"/>
                  </a:lnTo>
                  <a:lnTo>
                    <a:pt x="1621142" y="117810"/>
                  </a:lnTo>
                  <a:lnTo>
                    <a:pt x="1622549" y="117839"/>
                  </a:lnTo>
                  <a:lnTo>
                    <a:pt x="1625210" y="117452"/>
                  </a:lnTo>
                  <a:lnTo>
                    <a:pt x="1628054" y="117288"/>
                  </a:lnTo>
                  <a:lnTo>
                    <a:pt x="1629966" y="116049"/>
                  </a:lnTo>
                  <a:lnTo>
                    <a:pt x="1630390" y="112950"/>
                  </a:lnTo>
                  <a:lnTo>
                    <a:pt x="1631136" y="111547"/>
                  </a:lnTo>
                  <a:lnTo>
                    <a:pt x="1630872" y="110121"/>
                  </a:lnTo>
                  <a:lnTo>
                    <a:pt x="1629558" y="108666"/>
                  </a:lnTo>
                  <a:lnTo>
                    <a:pt x="1628455" y="107594"/>
                  </a:lnTo>
                  <a:lnTo>
                    <a:pt x="1628630" y="106817"/>
                  </a:lnTo>
                  <a:lnTo>
                    <a:pt x="1629597" y="106234"/>
                  </a:lnTo>
                  <a:lnTo>
                    <a:pt x="1630855" y="106042"/>
                  </a:lnTo>
                  <a:lnTo>
                    <a:pt x="1633047" y="105454"/>
                  </a:lnTo>
                  <a:lnTo>
                    <a:pt x="1636420" y="106127"/>
                  </a:lnTo>
                  <a:lnTo>
                    <a:pt x="1638250" y="106258"/>
                  </a:lnTo>
                  <a:lnTo>
                    <a:pt x="1641000" y="105873"/>
                  </a:lnTo>
                  <a:lnTo>
                    <a:pt x="1643860" y="105020"/>
                  </a:lnTo>
                  <a:lnTo>
                    <a:pt x="1646782" y="104419"/>
                  </a:lnTo>
                  <a:lnTo>
                    <a:pt x="1649068" y="104874"/>
                  </a:lnTo>
                  <a:lnTo>
                    <a:pt x="1650078" y="106428"/>
                  </a:lnTo>
                  <a:lnTo>
                    <a:pt x="1648936" y="107984"/>
                  </a:lnTo>
                  <a:lnTo>
                    <a:pt x="1647090" y="109150"/>
                  </a:lnTo>
                  <a:lnTo>
                    <a:pt x="1645420" y="110576"/>
                  </a:lnTo>
                  <a:lnTo>
                    <a:pt x="1644980" y="112131"/>
                  </a:lnTo>
                  <a:lnTo>
                    <a:pt x="1645068" y="112973"/>
                  </a:lnTo>
                  <a:lnTo>
                    <a:pt x="1646652" y="113191"/>
                  </a:lnTo>
                  <a:lnTo>
                    <a:pt x="1660842" y="112998"/>
                  </a:lnTo>
                  <a:lnTo>
                    <a:pt x="1662705" y="113148"/>
                  </a:lnTo>
                  <a:lnTo>
                    <a:pt x="1665150" y="113153"/>
                  </a:lnTo>
                  <a:lnTo>
                    <a:pt x="1667815" y="113652"/>
                  </a:lnTo>
                  <a:lnTo>
                    <a:pt x="1672295" y="113454"/>
                  </a:lnTo>
                  <a:lnTo>
                    <a:pt x="1676340" y="112904"/>
                  </a:lnTo>
                  <a:lnTo>
                    <a:pt x="1678249" y="112901"/>
                  </a:lnTo>
                  <a:lnTo>
                    <a:pt x="1681550" y="113408"/>
                  </a:lnTo>
                  <a:lnTo>
                    <a:pt x="1683885" y="114472"/>
                  </a:lnTo>
                  <a:lnTo>
                    <a:pt x="1688747" y="114177"/>
                  </a:lnTo>
                  <a:lnTo>
                    <a:pt x="1690132" y="113822"/>
                  </a:lnTo>
                  <a:lnTo>
                    <a:pt x="1691437" y="112390"/>
                  </a:lnTo>
                  <a:lnTo>
                    <a:pt x="1692842" y="112131"/>
                  </a:lnTo>
                  <a:lnTo>
                    <a:pt x="1694469" y="113297"/>
                  </a:lnTo>
                  <a:lnTo>
                    <a:pt x="1694996" y="115955"/>
                  </a:lnTo>
                  <a:lnTo>
                    <a:pt x="1695755" y="117218"/>
                  </a:lnTo>
                  <a:lnTo>
                    <a:pt x="1697806" y="118367"/>
                  </a:lnTo>
                  <a:lnTo>
                    <a:pt x="1699851" y="117380"/>
                  </a:lnTo>
                  <a:lnTo>
                    <a:pt x="1701198" y="116222"/>
                  </a:lnTo>
                  <a:lnTo>
                    <a:pt x="1702944" y="114999"/>
                  </a:lnTo>
                  <a:lnTo>
                    <a:pt x="1704403" y="113977"/>
                  </a:lnTo>
                  <a:lnTo>
                    <a:pt x="1708039" y="112251"/>
                  </a:lnTo>
                  <a:lnTo>
                    <a:pt x="1710844" y="111249"/>
                  </a:lnTo>
                  <a:lnTo>
                    <a:pt x="1717630" y="109546"/>
                  </a:lnTo>
                  <a:lnTo>
                    <a:pt x="1721002" y="108477"/>
                  </a:lnTo>
                  <a:lnTo>
                    <a:pt x="1727632" y="107033"/>
                  </a:lnTo>
                  <a:lnTo>
                    <a:pt x="1736123" y="106257"/>
                  </a:lnTo>
                  <a:lnTo>
                    <a:pt x="1751318" y="103624"/>
                  </a:lnTo>
                  <a:lnTo>
                    <a:pt x="1756341" y="103354"/>
                  </a:lnTo>
                  <a:lnTo>
                    <a:pt x="1764515" y="102658"/>
                  </a:lnTo>
                  <a:lnTo>
                    <a:pt x="1768706" y="101944"/>
                  </a:lnTo>
                  <a:lnTo>
                    <a:pt x="1772965" y="101375"/>
                  </a:lnTo>
                  <a:lnTo>
                    <a:pt x="1775573" y="99449"/>
                  </a:lnTo>
                  <a:lnTo>
                    <a:pt x="1781533" y="100917"/>
                  </a:lnTo>
                  <a:lnTo>
                    <a:pt x="1783579" y="101088"/>
                  </a:lnTo>
                  <a:lnTo>
                    <a:pt x="1786365" y="99930"/>
                  </a:lnTo>
                  <a:lnTo>
                    <a:pt x="1789431" y="97041"/>
                  </a:lnTo>
                  <a:lnTo>
                    <a:pt x="1793896" y="98231"/>
                  </a:lnTo>
                  <a:lnTo>
                    <a:pt x="1796470" y="100099"/>
                  </a:lnTo>
                  <a:lnTo>
                    <a:pt x="1799612" y="101563"/>
                  </a:lnTo>
                  <a:lnTo>
                    <a:pt x="1806719" y="104071"/>
                  </a:lnTo>
                  <a:lnTo>
                    <a:pt x="1808939" y="104643"/>
                  </a:lnTo>
                  <a:lnTo>
                    <a:pt x="1813648" y="105171"/>
                  </a:lnTo>
                  <a:lnTo>
                    <a:pt x="1814900" y="104752"/>
                  </a:lnTo>
                  <a:lnTo>
                    <a:pt x="1817117" y="103078"/>
                  </a:lnTo>
                  <a:lnTo>
                    <a:pt x="1819395" y="100661"/>
                  </a:lnTo>
                  <a:lnTo>
                    <a:pt x="1820841" y="99641"/>
                  </a:lnTo>
                  <a:lnTo>
                    <a:pt x="1822926" y="98784"/>
                  </a:lnTo>
                  <a:lnTo>
                    <a:pt x="1825267" y="97455"/>
                  </a:lnTo>
                  <a:lnTo>
                    <a:pt x="1824653" y="96743"/>
                  </a:lnTo>
                  <a:lnTo>
                    <a:pt x="1823318" y="96482"/>
                  </a:lnTo>
                  <a:lnTo>
                    <a:pt x="1822104" y="96116"/>
                  </a:lnTo>
                  <a:lnTo>
                    <a:pt x="1822399" y="95394"/>
                  </a:lnTo>
                  <a:lnTo>
                    <a:pt x="1826556" y="95226"/>
                  </a:lnTo>
                  <a:lnTo>
                    <a:pt x="1828754" y="97681"/>
                  </a:lnTo>
                  <a:lnTo>
                    <a:pt x="1830974" y="98489"/>
                  </a:lnTo>
                  <a:lnTo>
                    <a:pt x="1833718" y="99265"/>
                  </a:lnTo>
                  <a:lnTo>
                    <a:pt x="1840048" y="98658"/>
                  </a:lnTo>
                  <a:lnTo>
                    <a:pt x="1845461" y="98590"/>
                  </a:lnTo>
                  <a:lnTo>
                    <a:pt x="1850182" y="99092"/>
                  </a:lnTo>
                  <a:lnTo>
                    <a:pt x="1852491" y="98998"/>
                  </a:lnTo>
                  <a:lnTo>
                    <a:pt x="1854556" y="97177"/>
                  </a:lnTo>
                  <a:lnTo>
                    <a:pt x="1857922" y="96503"/>
                  </a:lnTo>
                  <a:lnTo>
                    <a:pt x="1859851" y="97321"/>
                  </a:lnTo>
                  <a:lnTo>
                    <a:pt x="1861027" y="100020"/>
                  </a:lnTo>
                  <a:lnTo>
                    <a:pt x="1865355" y="100768"/>
                  </a:lnTo>
                  <a:lnTo>
                    <a:pt x="1874418" y="102015"/>
                  </a:lnTo>
                  <a:lnTo>
                    <a:pt x="1875434" y="101707"/>
                  </a:lnTo>
                  <a:lnTo>
                    <a:pt x="1876563" y="100274"/>
                  </a:lnTo>
                  <a:lnTo>
                    <a:pt x="1877332" y="98523"/>
                  </a:lnTo>
                  <a:lnTo>
                    <a:pt x="1879174" y="98237"/>
                  </a:lnTo>
                  <a:lnTo>
                    <a:pt x="1881538" y="97287"/>
                  </a:lnTo>
                  <a:lnTo>
                    <a:pt x="1882788" y="97437"/>
                  </a:lnTo>
                  <a:lnTo>
                    <a:pt x="1884558" y="98568"/>
                  </a:lnTo>
                  <a:lnTo>
                    <a:pt x="1883952" y="101340"/>
                  </a:lnTo>
                  <a:lnTo>
                    <a:pt x="1882951" y="103880"/>
                  </a:lnTo>
                  <a:lnTo>
                    <a:pt x="1884147" y="105928"/>
                  </a:lnTo>
                  <a:lnTo>
                    <a:pt x="1885208" y="107064"/>
                  </a:lnTo>
                  <a:lnTo>
                    <a:pt x="1886572" y="107269"/>
                  </a:lnTo>
                  <a:lnTo>
                    <a:pt x="1888867" y="107319"/>
                  </a:lnTo>
                  <a:lnTo>
                    <a:pt x="1891633" y="107173"/>
                  </a:lnTo>
                  <a:lnTo>
                    <a:pt x="1893373" y="107277"/>
                  </a:lnTo>
                  <a:lnTo>
                    <a:pt x="1902291" y="106243"/>
                  </a:lnTo>
                  <a:lnTo>
                    <a:pt x="1903381" y="103971"/>
                  </a:lnTo>
                  <a:lnTo>
                    <a:pt x="1904812" y="101385"/>
                  </a:lnTo>
                  <a:lnTo>
                    <a:pt x="1908291" y="98084"/>
                  </a:lnTo>
                  <a:lnTo>
                    <a:pt x="1909653" y="98339"/>
                  </a:lnTo>
                  <a:lnTo>
                    <a:pt x="1910725" y="98669"/>
                  </a:lnTo>
                  <a:lnTo>
                    <a:pt x="1913124" y="100299"/>
                  </a:lnTo>
                  <a:lnTo>
                    <a:pt x="1914545" y="101105"/>
                  </a:lnTo>
                  <a:lnTo>
                    <a:pt x="1914833" y="102308"/>
                  </a:lnTo>
                  <a:lnTo>
                    <a:pt x="1913293" y="103443"/>
                  </a:lnTo>
                  <a:lnTo>
                    <a:pt x="1913711" y="104181"/>
                  </a:lnTo>
                  <a:lnTo>
                    <a:pt x="1915296" y="104797"/>
                  </a:lnTo>
                  <a:lnTo>
                    <a:pt x="1920344" y="105781"/>
                  </a:lnTo>
                  <a:lnTo>
                    <a:pt x="1921961" y="105585"/>
                  </a:lnTo>
                  <a:lnTo>
                    <a:pt x="1924392" y="104566"/>
                  </a:lnTo>
                  <a:lnTo>
                    <a:pt x="1926833" y="102499"/>
                  </a:lnTo>
                  <a:lnTo>
                    <a:pt x="1928146" y="100122"/>
                  </a:lnTo>
                  <a:lnTo>
                    <a:pt x="1930232" y="100244"/>
                  </a:lnTo>
                  <a:lnTo>
                    <a:pt x="1932234" y="100736"/>
                  </a:lnTo>
                  <a:lnTo>
                    <a:pt x="1933653" y="101967"/>
                  </a:lnTo>
                  <a:lnTo>
                    <a:pt x="1933653" y="104304"/>
                  </a:lnTo>
                  <a:lnTo>
                    <a:pt x="1935570" y="105922"/>
                  </a:lnTo>
                  <a:lnTo>
                    <a:pt x="1937163" y="106921"/>
                  </a:lnTo>
                  <a:lnTo>
                    <a:pt x="1941237" y="108022"/>
                  </a:lnTo>
                  <a:lnTo>
                    <a:pt x="1945616" y="108296"/>
                  </a:lnTo>
                  <a:lnTo>
                    <a:pt x="1948680" y="108948"/>
                  </a:lnTo>
                  <a:lnTo>
                    <a:pt x="1953645" y="108699"/>
                  </a:lnTo>
                  <a:lnTo>
                    <a:pt x="1956062" y="107970"/>
                  </a:lnTo>
                  <a:lnTo>
                    <a:pt x="1957610" y="107781"/>
                  </a:lnTo>
                  <a:lnTo>
                    <a:pt x="1960343" y="107184"/>
                  </a:lnTo>
                  <a:lnTo>
                    <a:pt x="1963198" y="105822"/>
                  </a:lnTo>
                  <a:lnTo>
                    <a:pt x="1964987" y="105253"/>
                  </a:lnTo>
                  <a:lnTo>
                    <a:pt x="1971503" y="103992"/>
                  </a:lnTo>
                  <a:lnTo>
                    <a:pt x="1976471" y="102612"/>
                  </a:lnTo>
                  <a:lnTo>
                    <a:pt x="1981696" y="100145"/>
                  </a:lnTo>
                  <a:lnTo>
                    <a:pt x="1986800" y="98663"/>
                  </a:lnTo>
                  <a:lnTo>
                    <a:pt x="1994660" y="97914"/>
                  </a:lnTo>
                  <a:lnTo>
                    <a:pt x="1996824" y="97613"/>
                  </a:lnTo>
                  <a:lnTo>
                    <a:pt x="1999813" y="97628"/>
                  </a:lnTo>
                  <a:lnTo>
                    <a:pt x="2007200" y="95871"/>
                  </a:lnTo>
                  <a:lnTo>
                    <a:pt x="2010009" y="94841"/>
                  </a:lnTo>
                  <a:lnTo>
                    <a:pt x="2011568" y="94487"/>
                  </a:lnTo>
                  <a:lnTo>
                    <a:pt x="2013351" y="93215"/>
                  </a:lnTo>
                  <a:lnTo>
                    <a:pt x="2014314" y="90764"/>
                  </a:lnTo>
                  <a:lnTo>
                    <a:pt x="2015050" y="89237"/>
                  </a:lnTo>
                  <a:lnTo>
                    <a:pt x="2014924" y="87742"/>
                  </a:lnTo>
                  <a:lnTo>
                    <a:pt x="2014234" y="85813"/>
                  </a:lnTo>
                  <a:lnTo>
                    <a:pt x="2012672" y="84086"/>
                  </a:lnTo>
                  <a:lnTo>
                    <a:pt x="2011060" y="81566"/>
                  </a:lnTo>
                  <a:lnTo>
                    <a:pt x="2011760" y="78703"/>
                  </a:lnTo>
                  <a:lnTo>
                    <a:pt x="2013033" y="77506"/>
                  </a:lnTo>
                  <a:lnTo>
                    <a:pt x="2016300" y="76195"/>
                  </a:lnTo>
                  <a:lnTo>
                    <a:pt x="2019556" y="75938"/>
                  </a:lnTo>
                  <a:lnTo>
                    <a:pt x="2023226" y="76109"/>
                  </a:lnTo>
                  <a:lnTo>
                    <a:pt x="2026436" y="76380"/>
                  </a:lnTo>
                  <a:lnTo>
                    <a:pt x="2026687" y="77610"/>
                  </a:lnTo>
                  <a:lnTo>
                    <a:pt x="2025314" y="78932"/>
                  </a:lnTo>
                  <a:lnTo>
                    <a:pt x="2023522" y="80242"/>
                  </a:lnTo>
                  <a:lnTo>
                    <a:pt x="2022455" y="80810"/>
                  </a:lnTo>
                  <a:lnTo>
                    <a:pt x="2022849" y="81916"/>
                  </a:lnTo>
                  <a:lnTo>
                    <a:pt x="2025166" y="82073"/>
                  </a:lnTo>
                  <a:lnTo>
                    <a:pt x="2030249" y="81849"/>
                  </a:lnTo>
                  <a:lnTo>
                    <a:pt x="2031703" y="82869"/>
                  </a:lnTo>
                  <a:lnTo>
                    <a:pt x="2035315" y="87322"/>
                  </a:lnTo>
                  <a:lnTo>
                    <a:pt x="2036199" y="89420"/>
                  </a:lnTo>
                  <a:lnTo>
                    <a:pt x="2037450" y="90034"/>
                  </a:lnTo>
                  <a:lnTo>
                    <a:pt x="2039443" y="89737"/>
                  </a:lnTo>
                  <a:lnTo>
                    <a:pt x="2043701" y="89762"/>
                  </a:lnTo>
                  <a:lnTo>
                    <a:pt x="2046666" y="89448"/>
                  </a:lnTo>
                  <a:lnTo>
                    <a:pt x="2049077" y="89428"/>
                  </a:lnTo>
                  <a:lnTo>
                    <a:pt x="2050333" y="89628"/>
                  </a:lnTo>
                  <a:lnTo>
                    <a:pt x="2051630" y="90651"/>
                  </a:lnTo>
                  <a:lnTo>
                    <a:pt x="2054081" y="91835"/>
                  </a:lnTo>
                  <a:lnTo>
                    <a:pt x="2056537" y="90962"/>
                  </a:lnTo>
                  <a:lnTo>
                    <a:pt x="2058290" y="90550"/>
                  </a:lnTo>
                  <a:lnTo>
                    <a:pt x="2060441" y="90653"/>
                  </a:lnTo>
                  <a:lnTo>
                    <a:pt x="2063821" y="92027"/>
                  </a:lnTo>
                  <a:lnTo>
                    <a:pt x="2067180" y="95262"/>
                  </a:lnTo>
                  <a:lnTo>
                    <a:pt x="2070833" y="96876"/>
                  </a:lnTo>
                  <a:lnTo>
                    <a:pt x="2071081" y="95843"/>
                  </a:lnTo>
                  <a:lnTo>
                    <a:pt x="2070584" y="94563"/>
                  </a:lnTo>
                  <a:lnTo>
                    <a:pt x="2072093" y="93422"/>
                  </a:lnTo>
                  <a:lnTo>
                    <a:pt x="2073915" y="91493"/>
                  </a:lnTo>
                  <a:lnTo>
                    <a:pt x="2076523" y="89011"/>
                  </a:lnTo>
                  <a:lnTo>
                    <a:pt x="2078586" y="86467"/>
                  </a:lnTo>
                  <a:lnTo>
                    <a:pt x="2079128" y="82949"/>
                  </a:lnTo>
                  <a:lnTo>
                    <a:pt x="2080089" y="80070"/>
                  </a:lnTo>
                  <a:lnTo>
                    <a:pt x="2081771" y="78687"/>
                  </a:lnTo>
                  <a:lnTo>
                    <a:pt x="2083417" y="77809"/>
                  </a:lnTo>
                  <a:lnTo>
                    <a:pt x="2085955" y="76889"/>
                  </a:lnTo>
                  <a:lnTo>
                    <a:pt x="2089107" y="76676"/>
                  </a:lnTo>
                  <a:lnTo>
                    <a:pt x="2092093" y="74604"/>
                  </a:lnTo>
                  <a:lnTo>
                    <a:pt x="2094209" y="73765"/>
                  </a:lnTo>
                  <a:lnTo>
                    <a:pt x="2098639" y="72617"/>
                  </a:lnTo>
                  <a:lnTo>
                    <a:pt x="2104166" y="71491"/>
                  </a:lnTo>
                  <a:lnTo>
                    <a:pt x="2108052" y="68302"/>
                  </a:lnTo>
                  <a:lnTo>
                    <a:pt x="2109389" y="67912"/>
                  </a:lnTo>
                  <a:lnTo>
                    <a:pt x="2111376" y="67417"/>
                  </a:lnTo>
                  <a:lnTo>
                    <a:pt x="2115001" y="67219"/>
                  </a:lnTo>
                  <a:lnTo>
                    <a:pt x="2120899" y="66199"/>
                  </a:lnTo>
                  <a:lnTo>
                    <a:pt x="2122747" y="66044"/>
                  </a:lnTo>
                  <a:lnTo>
                    <a:pt x="2125840" y="65248"/>
                  </a:lnTo>
                  <a:lnTo>
                    <a:pt x="2128582" y="63364"/>
                  </a:lnTo>
                  <a:lnTo>
                    <a:pt x="2130544" y="62833"/>
                  </a:lnTo>
                  <a:lnTo>
                    <a:pt x="2134067" y="62907"/>
                  </a:lnTo>
                  <a:lnTo>
                    <a:pt x="2137079" y="61837"/>
                  </a:lnTo>
                  <a:lnTo>
                    <a:pt x="2139597" y="61799"/>
                  </a:lnTo>
                  <a:lnTo>
                    <a:pt x="2141916" y="61249"/>
                  </a:lnTo>
                  <a:lnTo>
                    <a:pt x="2142271" y="60075"/>
                  </a:lnTo>
                  <a:lnTo>
                    <a:pt x="2141166" y="59282"/>
                  </a:lnTo>
                  <a:lnTo>
                    <a:pt x="2141143" y="58241"/>
                  </a:lnTo>
                  <a:lnTo>
                    <a:pt x="2142438" y="56870"/>
                  </a:lnTo>
                  <a:lnTo>
                    <a:pt x="2143436" y="56375"/>
                  </a:lnTo>
                  <a:lnTo>
                    <a:pt x="2146504" y="56468"/>
                  </a:lnTo>
                  <a:lnTo>
                    <a:pt x="2149063" y="57618"/>
                  </a:lnTo>
                  <a:lnTo>
                    <a:pt x="2150928" y="57683"/>
                  </a:lnTo>
                  <a:lnTo>
                    <a:pt x="2151414" y="58342"/>
                  </a:lnTo>
                  <a:lnTo>
                    <a:pt x="2149791" y="59166"/>
                  </a:lnTo>
                  <a:lnTo>
                    <a:pt x="2148711" y="60622"/>
                  </a:lnTo>
                  <a:lnTo>
                    <a:pt x="2150574" y="61910"/>
                  </a:lnTo>
                  <a:lnTo>
                    <a:pt x="2152237" y="62788"/>
                  </a:lnTo>
                  <a:lnTo>
                    <a:pt x="2154258" y="62625"/>
                  </a:lnTo>
                  <a:lnTo>
                    <a:pt x="2156671" y="61841"/>
                  </a:lnTo>
                  <a:lnTo>
                    <a:pt x="2159049" y="62389"/>
                  </a:lnTo>
                  <a:lnTo>
                    <a:pt x="2160106" y="63588"/>
                  </a:lnTo>
                  <a:lnTo>
                    <a:pt x="2160106" y="65432"/>
                  </a:lnTo>
                  <a:lnTo>
                    <a:pt x="2160606" y="66417"/>
                  </a:lnTo>
                  <a:lnTo>
                    <a:pt x="2162276" y="65556"/>
                  </a:lnTo>
                  <a:lnTo>
                    <a:pt x="2163194" y="63710"/>
                  </a:lnTo>
                  <a:lnTo>
                    <a:pt x="2162929" y="61355"/>
                  </a:lnTo>
                  <a:lnTo>
                    <a:pt x="2163027" y="59896"/>
                  </a:lnTo>
                  <a:lnTo>
                    <a:pt x="2167025" y="57551"/>
                  </a:lnTo>
                  <a:lnTo>
                    <a:pt x="2168599" y="55799"/>
                  </a:lnTo>
                  <a:lnTo>
                    <a:pt x="2165796" y="55421"/>
                  </a:lnTo>
                  <a:lnTo>
                    <a:pt x="2163815" y="55660"/>
                  </a:lnTo>
                  <a:lnTo>
                    <a:pt x="2162725" y="55024"/>
                  </a:lnTo>
                  <a:lnTo>
                    <a:pt x="2161464" y="53241"/>
                  </a:lnTo>
                  <a:lnTo>
                    <a:pt x="2164918" y="51774"/>
                  </a:lnTo>
                  <a:lnTo>
                    <a:pt x="2168861" y="51820"/>
                  </a:lnTo>
                  <a:lnTo>
                    <a:pt x="2171147" y="53067"/>
                  </a:lnTo>
                  <a:lnTo>
                    <a:pt x="2176043" y="55079"/>
                  </a:lnTo>
                  <a:lnTo>
                    <a:pt x="2178756" y="55036"/>
                  </a:lnTo>
                  <a:lnTo>
                    <a:pt x="2181217" y="55346"/>
                  </a:lnTo>
                  <a:lnTo>
                    <a:pt x="2181717" y="54730"/>
                  </a:lnTo>
                  <a:lnTo>
                    <a:pt x="2180799" y="51778"/>
                  </a:lnTo>
                  <a:lnTo>
                    <a:pt x="2180913" y="50125"/>
                  </a:lnTo>
                  <a:lnTo>
                    <a:pt x="2178880" y="49194"/>
                  </a:lnTo>
                  <a:lnTo>
                    <a:pt x="2178296" y="47104"/>
                  </a:lnTo>
                  <a:lnTo>
                    <a:pt x="2179130" y="44889"/>
                  </a:lnTo>
                  <a:lnTo>
                    <a:pt x="2181550" y="43659"/>
                  </a:lnTo>
                  <a:lnTo>
                    <a:pt x="2184849" y="43087"/>
                  </a:lnTo>
                  <a:lnTo>
                    <a:pt x="2191950" y="39694"/>
                  </a:lnTo>
                  <a:lnTo>
                    <a:pt x="2193814" y="38966"/>
                  </a:lnTo>
                  <a:lnTo>
                    <a:pt x="2198484" y="38257"/>
                  </a:lnTo>
                  <a:lnTo>
                    <a:pt x="2203944" y="37927"/>
                  </a:lnTo>
                  <a:lnTo>
                    <a:pt x="2210723" y="36716"/>
                  </a:lnTo>
                  <a:lnTo>
                    <a:pt x="2222795" y="37520"/>
                  </a:lnTo>
                  <a:lnTo>
                    <a:pt x="2226036" y="38048"/>
                  </a:lnTo>
                  <a:lnTo>
                    <a:pt x="2228062" y="38724"/>
                  </a:lnTo>
                  <a:lnTo>
                    <a:pt x="2230009" y="39803"/>
                  </a:lnTo>
                  <a:lnTo>
                    <a:pt x="2232504" y="41607"/>
                  </a:lnTo>
                  <a:lnTo>
                    <a:pt x="2236170" y="43886"/>
                  </a:lnTo>
                  <a:lnTo>
                    <a:pt x="2240880" y="44593"/>
                  </a:lnTo>
                  <a:lnTo>
                    <a:pt x="2242213" y="45310"/>
                  </a:lnTo>
                  <a:lnTo>
                    <a:pt x="2243965" y="47241"/>
                  </a:lnTo>
                  <a:lnTo>
                    <a:pt x="2242083" y="48512"/>
                  </a:lnTo>
                  <a:lnTo>
                    <a:pt x="2240542" y="48628"/>
                  </a:lnTo>
                  <a:lnTo>
                    <a:pt x="2237575" y="47883"/>
                  </a:lnTo>
                  <a:lnTo>
                    <a:pt x="2235536" y="47104"/>
                  </a:lnTo>
                  <a:lnTo>
                    <a:pt x="2234130" y="47420"/>
                  </a:lnTo>
                  <a:lnTo>
                    <a:pt x="2235511" y="48745"/>
                  </a:lnTo>
                  <a:lnTo>
                    <a:pt x="2237037" y="49564"/>
                  </a:lnTo>
                  <a:lnTo>
                    <a:pt x="2237288" y="50671"/>
                  </a:lnTo>
                  <a:lnTo>
                    <a:pt x="2236452" y="52270"/>
                  </a:lnTo>
                  <a:lnTo>
                    <a:pt x="2230883" y="55415"/>
                  </a:lnTo>
                  <a:lnTo>
                    <a:pt x="2234215" y="56325"/>
                  </a:lnTo>
                  <a:lnTo>
                    <a:pt x="2236211" y="55599"/>
                  </a:lnTo>
                  <a:lnTo>
                    <a:pt x="2238067" y="54252"/>
                  </a:lnTo>
                  <a:lnTo>
                    <a:pt x="2239940" y="53658"/>
                  </a:lnTo>
                  <a:lnTo>
                    <a:pt x="2241185" y="53420"/>
                  </a:lnTo>
                  <a:lnTo>
                    <a:pt x="2245627" y="53369"/>
                  </a:lnTo>
                  <a:lnTo>
                    <a:pt x="2248146" y="52831"/>
                  </a:lnTo>
                  <a:lnTo>
                    <a:pt x="2250045" y="53211"/>
                  </a:lnTo>
                  <a:lnTo>
                    <a:pt x="2251924" y="54077"/>
                  </a:lnTo>
                  <a:lnTo>
                    <a:pt x="2254675" y="54910"/>
                  </a:lnTo>
                  <a:lnTo>
                    <a:pt x="2258647" y="55837"/>
                  </a:lnTo>
                  <a:lnTo>
                    <a:pt x="2263505" y="59399"/>
                  </a:lnTo>
                  <a:lnTo>
                    <a:pt x="2267283" y="59031"/>
                  </a:lnTo>
                  <a:lnTo>
                    <a:pt x="2269340" y="58258"/>
                  </a:lnTo>
                  <a:lnTo>
                    <a:pt x="2275153" y="58007"/>
                  </a:lnTo>
                  <a:lnTo>
                    <a:pt x="2280168" y="59602"/>
                  </a:lnTo>
                  <a:lnTo>
                    <a:pt x="2282978" y="60170"/>
                  </a:lnTo>
                  <a:lnTo>
                    <a:pt x="2291160" y="60662"/>
                  </a:lnTo>
                  <a:lnTo>
                    <a:pt x="2296022" y="61667"/>
                  </a:lnTo>
                  <a:lnTo>
                    <a:pt x="2299142" y="60471"/>
                  </a:lnTo>
                  <a:lnTo>
                    <a:pt x="2301223" y="59984"/>
                  </a:lnTo>
                  <a:lnTo>
                    <a:pt x="2305588" y="59725"/>
                  </a:lnTo>
                  <a:lnTo>
                    <a:pt x="2307785" y="59973"/>
                  </a:lnTo>
                  <a:lnTo>
                    <a:pt x="2313863" y="61288"/>
                  </a:lnTo>
                  <a:lnTo>
                    <a:pt x="2324590" y="62627"/>
                  </a:lnTo>
                  <a:lnTo>
                    <a:pt x="2331978" y="63313"/>
                  </a:lnTo>
                  <a:lnTo>
                    <a:pt x="2338472" y="63347"/>
                  </a:lnTo>
                  <a:lnTo>
                    <a:pt x="2341572" y="63935"/>
                  </a:lnTo>
                  <a:lnTo>
                    <a:pt x="2347211" y="64548"/>
                  </a:lnTo>
                  <a:lnTo>
                    <a:pt x="2349382" y="65042"/>
                  </a:lnTo>
                  <a:lnTo>
                    <a:pt x="2354789" y="64660"/>
                  </a:lnTo>
                  <a:lnTo>
                    <a:pt x="2357322" y="64139"/>
                  </a:lnTo>
                  <a:lnTo>
                    <a:pt x="2359679" y="62998"/>
                  </a:lnTo>
                  <a:lnTo>
                    <a:pt x="2361030" y="63280"/>
                  </a:lnTo>
                  <a:lnTo>
                    <a:pt x="2361946" y="64694"/>
                  </a:lnTo>
                  <a:lnTo>
                    <a:pt x="2361445" y="67155"/>
                  </a:lnTo>
                  <a:lnTo>
                    <a:pt x="2362405" y="68826"/>
                  </a:lnTo>
                  <a:lnTo>
                    <a:pt x="2363201" y="70481"/>
                  </a:lnTo>
                  <a:lnTo>
                    <a:pt x="2364325" y="71876"/>
                  </a:lnTo>
                  <a:lnTo>
                    <a:pt x="2365033" y="73058"/>
                  </a:lnTo>
                  <a:lnTo>
                    <a:pt x="2364519" y="74050"/>
                  </a:lnTo>
                  <a:lnTo>
                    <a:pt x="2362948" y="74931"/>
                  </a:lnTo>
                  <a:lnTo>
                    <a:pt x="2360794" y="76861"/>
                  </a:lnTo>
                  <a:lnTo>
                    <a:pt x="2360914" y="78531"/>
                  </a:lnTo>
                  <a:lnTo>
                    <a:pt x="2361848" y="79586"/>
                  </a:lnTo>
                  <a:lnTo>
                    <a:pt x="2360761" y="80866"/>
                  </a:lnTo>
                  <a:lnTo>
                    <a:pt x="2361555" y="82675"/>
                  </a:lnTo>
                  <a:lnTo>
                    <a:pt x="2361695" y="83762"/>
                  </a:lnTo>
                  <a:lnTo>
                    <a:pt x="2360938" y="84628"/>
                  </a:lnTo>
                  <a:lnTo>
                    <a:pt x="2359258" y="85154"/>
                  </a:lnTo>
                  <a:lnTo>
                    <a:pt x="2356354" y="85237"/>
                  </a:lnTo>
                  <a:lnTo>
                    <a:pt x="2354853" y="85730"/>
                  </a:lnTo>
                  <a:lnTo>
                    <a:pt x="2354603" y="87082"/>
                  </a:lnTo>
                  <a:lnTo>
                    <a:pt x="2355354" y="88066"/>
                  </a:lnTo>
                  <a:lnTo>
                    <a:pt x="2357022" y="88592"/>
                  </a:lnTo>
                  <a:lnTo>
                    <a:pt x="2357523" y="89665"/>
                  </a:lnTo>
                  <a:lnTo>
                    <a:pt x="2357273" y="91266"/>
                  </a:lnTo>
                  <a:lnTo>
                    <a:pt x="2356522" y="92618"/>
                  </a:lnTo>
                  <a:lnTo>
                    <a:pt x="2354988" y="93249"/>
                  </a:lnTo>
                  <a:lnTo>
                    <a:pt x="2353316" y="93382"/>
                  </a:lnTo>
                  <a:lnTo>
                    <a:pt x="2350208" y="93114"/>
                  </a:lnTo>
                  <a:lnTo>
                    <a:pt x="2347964" y="92209"/>
                  </a:lnTo>
                  <a:lnTo>
                    <a:pt x="2346536" y="93006"/>
                  </a:lnTo>
                  <a:lnTo>
                    <a:pt x="2345494" y="93819"/>
                  </a:lnTo>
                  <a:lnTo>
                    <a:pt x="2342262" y="95705"/>
                  </a:lnTo>
                  <a:lnTo>
                    <a:pt x="2340760" y="96950"/>
                  </a:lnTo>
                  <a:lnTo>
                    <a:pt x="2339354" y="98289"/>
                  </a:lnTo>
                  <a:lnTo>
                    <a:pt x="2343053" y="99025"/>
                  </a:lnTo>
                  <a:lnTo>
                    <a:pt x="2345719" y="100377"/>
                  </a:lnTo>
                  <a:lnTo>
                    <a:pt x="2351571" y="100232"/>
                  </a:lnTo>
                  <a:lnTo>
                    <a:pt x="2353445" y="99638"/>
                  </a:lnTo>
                  <a:lnTo>
                    <a:pt x="2355938" y="99014"/>
                  </a:lnTo>
                  <a:lnTo>
                    <a:pt x="2357273" y="99137"/>
                  </a:lnTo>
                  <a:lnTo>
                    <a:pt x="2358107" y="100491"/>
                  </a:lnTo>
                  <a:lnTo>
                    <a:pt x="2357601" y="102642"/>
                  </a:lnTo>
                  <a:lnTo>
                    <a:pt x="2357522" y="104306"/>
                  </a:lnTo>
                  <a:lnTo>
                    <a:pt x="2354536" y="108917"/>
                  </a:lnTo>
                  <a:lnTo>
                    <a:pt x="2353545" y="109692"/>
                  </a:lnTo>
                  <a:lnTo>
                    <a:pt x="2352180" y="110957"/>
                  </a:lnTo>
                  <a:lnTo>
                    <a:pt x="2350513" y="111935"/>
                  </a:lnTo>
                  <a:lnTo>
                    <a:pt x="2349217" y="112423"/>
                  </a:lnTo>
                  <a:lnTo>
                    <a:pt x="2346633" y="113880"/>
                  </a:lnTo>
                  <a:lnTo>
                    <a:pt x="2345081" y="116513"/>
                  </a:lnTo>
                  <a:lnTo>
                    <a:pt x="2343380" y="118702"/>
                  </a:lnTo>
                  <a:lnTo>
                    <a:pt x="2340907" y="122415"/>
                  </a:lnTo>
                  <a:lnTo>
                    <a:pt x="2339477" y="126428"/>
                  </a:lnTo>
                  <a:lnTo>
                    <a:pt x="2338851" y="128810"/>
                  </a:lnTo>
                  <a:lnTo>
                    <a:pt x="2337891" y="131317"/>
                  </a:lnTo>
                  <a:lnTo>
                    <a:pt x="2335797" y="135606"/>
                  </a:lnTo>
                  <a:lnTo>
                    <a:pt x="2334420" y="136320"/>
                  </a:lnTo>
                  <a:lnTo>
                    <a:pt x="2332066" y="138073"/>
                  </a:lnTo>
                  <a:lnTo>
                    <a:pt x="2332742" y="139240"/>
                  </a:lnTo>
                  <a:lnTo>
                    <a:pt x="2334593" y="139348"/>
                  </a:lnTo>
                  <a:lnTo>
                    <a:pt x="2336848" y="139620"/>
                  </a:lnTo>
                  <a:lnTo>
                    <a:pt x="2339865" y="140511"/>
                  </a:lnTo>
                  <a:lnTo>
                    <a:pt x="2343901" y="138668"/>
                  </a:lnTo>
                  <a:lnTo>
                    <a:pt x="2346008" y="137517"/>
                  </a:lnTo>
                  <a:lnTo>
                    <a:pt x="2346426" y="135181"/>
                  </a:lnTo>
                  <a:lnTo>
                    <a:pt x="2346008" y="132844"/>
                  </a:lnTo>
                  <a:lnTo>
                    <a:pt x="2347290" y="131450"/>
                  </a:lnTo>
                  <a:lnTo>
                    <a:pt x="2350251" y="129558"/>
                  </a:lnTo>
                  <a:lnTo>
                    <a:pt x="2357226" y="128214"/>
                  </a:lnTo>
                  <a:lnTo>
                    <a:pt x="2358668" y="128076"/>
                  </a:lnTo>
                  <a:lnTo>
                    <a:pt x="2360988" y="127598"/>
                  </a:lnTo>
                  <a:lnTo>
                    <a:pt x="2363022" y="125912"/>
                  </a:lnTo>
                  <a:lnTo>
                    <a:pt x="2364842" y="124228"/>
                  </a:lnTo>
                  <a:lnTo>
                    <a:pt x="2367985" y="123147"/>
                  </a:lnTo>
                  <a:lnTo>
                    <a:pt x="2370620" y="121411"/>
                  </a:lnTo>
                  <a:lnTo>
                    <a:pt x="2371031" y="120172"/>
                  </a:lnTo>
                  <a:lnTo>
                    <a:pt x="2372123" y="119895"/>
                  </a:lnTo>
                  <a:lnTo>
                    <a:pt x="2375407" y="118702"/>
                  </a:lnTo>
                  <a:lnTo>
                    <a:pt x="2376250" y="117794"/>
                  </a:lnTo>
                  <a:lnTo>
                    <a:pt x="2377280" y="117129"/>
                  </a:lnTo>
                  <a:lnTo>
                    <a:pt x="2377965" y="115594"/>
                  </a:lnTo>
                  <a:lnTo>
                    <a:pt x="2378245" y="112739"/>
                  </a:lnTo>
                  <a:lnTo>
                    <a:pt x="2379059" y="110583"/>
                  </a:lnTo>
                  <a:lnTo>
                    <a:pt x="2380659" y="107718"/>
                  </a:lnTo>
                  <a:lnTo>
                    <a:pt x="2381959" y="105655"/>
                  </a:lnTo>
                  <a:lnTo>
                    <a:pt x="2383222" y="104335"/>
                  </a:lnTo>
                  <a:lnTo>
                    <a:pt x="2386607" y="103639"/>
                  </a:lnTo>
                  <a:lnTo>
                    <a:pt x="2388077" y="102828"/>
                  </a:lnTo>
                  <a:lnTo>
                    <a:pt x="2390010" y="101063"/>
                  </a:lnTo>
                  <a:lnTo>
                    <a:pt x="2391316" y="99998"/>
                  </a:lnTo>
                  <a:lnTo>
                    <a:pt x="2391164" y="97814"/>
                  </a:lnTo>
                  <a:lnTo>
                    <a:pt x="2391900" y="95816"/>
                  </a:lnTo>
                  <a:lnTo>
                    <a:pt x="2393975" y="94614"/>
                  </a:lnTo>
                  <a:lnTo>
                    <a:pt x="2396656" y="92371"/>
                  </a:lnTo>
                  <a:lnTo>
                    <a:pt x="2399979" y="92049"/>
                  </a:lnTo>
                  <a:lnTo>
                    <a:pt x="2402497" y="90896"/>
                  </a:lnTo>
                  <a:lnTo>
                    <a:pt x="2405189" y="91695"/>
                  </a:lnTo>
                  <a:lnTo>
                    <a:pt x="2408447" y="92799"/>
                  </a:lnTo>
                  <a:lnTo>
                    <a:pt x="2413904" y="92463"/>
                  </a:lnTo>
                  <a:lnTo>
                    <a:pt x="2416514" y="92987"/>
                  </a:lnTo>
                  <a:lnTo>
                    <a:pt x="2418518" y="92371"/>
                  </a:lnTo>
                  <a:lnTo>
                    <a:pt x="2420269" y="90650"/>
                  </a:lnTo>
                  <a:lnTo>
                    <a:pt x="2420936" y="88559"/>
                  </a:lnTo>
                  <a:lnTo>
                    <a:pt x="2423023" y="87329"/>
                  </a:lnTo>
                  <a:lnTo>
                    <a:pt x="2425369" y="87369"/>
                  </a:lnTo>
                  <a:lnTo>
                    <a:pt x="2429251" y="85268"/>
                  </a:lnTo>
                  <a:lnTo>
                    <a:pt x="2433243" y="83403"/>
                  </a:lnTo>
                  <a:lnTo>
                    <a:pt x="2436544" y="82964"/>
                  </a:lnTo>
                  <a:lnTo>
                    <a:pt x="2439160" y="81492"/>
                  </a:lnTo>
                  <a:lnTo>
                    <a:pt x="2441030" y="79023"/>
                  </a:lnTo>
                  <a:lnTo>
                    <a:pt x="2443049" y="77130"/>
                  </a:lnTo>
                  <a:lnTo>
                    <a:pt x="2445513" y="75311"/>
                  </a:lnTo>
                  <a:lnTo>
                    <a:pt x="2446218" y="72075"/>
                  </a:lnTo>
                  <a:lnTo>
                    <a:pt x="2447758" y="70458"/>
                  </a:lnTo>
                  <a:lnTo>
                    <a:pt x="2450681" y="69029"/>
                  </a:lnTo>
                  <a:lnTo>
                    <a:pt x="2453071" y="68247"/>
                  </a:lnTo>
                  <a:lnTo>
                    <a:pt x="2463244" y="65842"/>
                  </a:lnTo>
                  <a:lnTo>
                    <a:pt x="2471043" y="64229"/>
                  </a:lnTo>
                  <a:lnTo>
                    <a:pt x="2478891" y="62260"/>
                  </a:lnTo>
                  <a:lnTo>
                    <a:pt x="2481315" y="62283"/>
                  </a:lnTo>
                  <a:lnTo>
                    <a:pt x="2484473" y="61186"/>
                  </a:lnTo>
                  <a:lnTo>
                    <a:pt x="2489684" y="61151"/>
                  </a:lnTo>
                  <a:lnTo>
                    <a:pt x="2491070" y="61046"/>
                  </a:lnTo>
                  <a:lnTo>
                    <a:pt x="2492862" y="58789"/>
                  </a:lnTo>
                  <a:lnTo>
                    <a:pt x="2496741" y="56708"/>
                  </a:lnTo>
                  <a:lnTo>
                    <a:pt x="2499173" y="56040"/>
                  </a:lnTo>
                  <a:lnTo>
                    <a:pt x="2502242" y="54231"/>
                  </a:lnTo>
                  <a:lnTo>
                    <a:pt x="2504732" y="54061"/>
                  </a:lnTo>
                  <a:lnTo>
                    <a:pt x="2508218" y="54387"/>
                  </a:lnTo>
                  <a:lnTo>
                    <a:pt x="2511171" y="54880"/>
                  </a:lnTo>
                  <a:lnTo>
                    <a:pt x="2513837" y="54885"/>
                  </a:lnTo>
                  <a:lnTo>
                    <a:pt x="2517693" y="53402"/>
                  </a:lnTo>
                  <a:lnTo>
                    <a:pt x="2523671" y="53153"/>
                  </a:lnTo>
                  <a:lnTo>
                    <a:pt x="2525529" y="52433"/>
                  </a:lnTo>
                  <a:lnTo>
                    <a:pt x="2526837" y="51800"/>
                  </a:lnTo>
                  <a:lnTo>
                    <a:pt x="2535309" y="49685"/>
                  </a:lnTo>
                  <a:lnTo>
                    <a:pt x="2538467" y="50089"/>
                  </a:lnTo>
                  <a:lnTo>
                    <a:pt x="2542964" y="49734"/>
                  </a:lnTo>
                  <a:lnTo>
                    <a:pt x="2545680" y="49837"/>
                  </a:lnTo>
                  <a:lnTo>
                    <a:pt x="2548284" y="50099"/>
                  </a:lnTo>
                  <a:lnTo>
                    <a:pt x="2551564" y="50167"/>
                  </a:lnTo>
                  <a:lnTo>
                    <a:pt x="2557189" y="49422"/>
                  </a:lnTo>
                  <a:lnTo>
                    <a:pt x="2559594" y="48929"/>
                  </a:lnTo>
                  <a:lnTo>
                    <a:pt x="2564083" y="47095"/>
                  </a:lnTo>
                  <a:lnTo>
                    <a:pt x="2569044" y="46666"/>
                  </a:lnTo>
                  <a:lnTo>
                    <a:pt x="2571229" y="46184"/>
                  </a:lnTo>
                  <a:lnTo>
                    <a:pt x="2574033" y="45771"/>
                  </a:lnTo>
                  <a:lnTo>
                    <a:pt x="2576293" y="46478"/>
                  </a:lnTo>
                  <a:lnTo>
                    <a:pt x="2577935" y="47116"/>
                  </a:lnTo>
                  <a:lnTo>
                    <a:pt x="2578939" y="47258"/>
                  </a:lnTo>
                  <a:lnTo>
                    <a:pt x="2580250" y="47396"/>
                  </a:lnTo>
                  <a:lnTo>
                    <a:pt x="2583508" y="46653"/>
                  </a:lnTo>
                  <a:lnTo>
                    <a:pt x="2586186" y="46853"/>
                  </a:lnTo>
                  <a:lnTo>
                    <a:pt x="2589627" y="47655"/>
                  </a:lnTo>
                  <a:lnTo>
                    <a:pt x="2591922" y="48306"/>
                  </a:lnTo>
                  <a:lnTo>
                    <a:pt x="2593100" y="48295"/>
                  </a:lnTo>
                  <a:lnTo>
                    <a:pt x="2595226" y="47714"/>
                  </a:lnTo>
                  <a:lnTo>
                    <a:pt x="2597812" y="46269"/>
                  </a:lnTo>
                  <a:lnTo>
                    <a:pt x="2600206" y="45680"/>
                  </a:lnTo>
                  <a:lnTo>
                    <a:pt x="2602515" y="46044"/>
                  </a:lnTo>
                  <a:lnTo>
                    <a:pt x="2604067" y="46654"/>
                  </a:lnTo>
                  <a:lnTo>
                    <a:pt x="2606839" y="47488"/>
                  </a:lnTo>
                  <a:lnTo>
                    <a:pt x="2611100" y="47351"/>
                  </a:lnTo>
                  <a:lnTo>
                    <a:pt x="2615190" y="47050"/>
                  </a:lnTo>
                  <a:lnTo>
                    <a:pt x="2618645" y="46367"/>
                  </a:lnTo>
                  <a:lnTo>
                    <a:pt x="2621594" y="45653"/>
                  </a:lnTo>
                  <a:lnTo>
                    <a:pt x="2624318" y="46758"/>
                  </a:lnTo>
                  <a:lnTo>
                    <a:pt x="2627453" y="47158"/>
                  </a:lnTo>
                  <a:lnTo>
                    <a:pt x="2632541" y="45208"/>
                  </a:lnTo>
                  <a:lnTo>
                    <a:pt x="2634471" y="45641"/>
                  </a:lnTo>
                  <a:lnTo>
                    <a:pt x="2635809" y="46146"/>
                  </a:lnTo>
                  <a:lnTo>
                    <a:pt x="2636916" y="46402"/>
                  </a:lnTo>
                  <a:lnTo>
                    <a:pt x="2638229" y="48043"/>
                  </a:lnTo>
                  <a:lnTo>
                    <a:pt x="2643066" y="47729"/>
                  </a:lnTo>
                  <a:lnTo>
                    <a:pt x="2647363" y="46339"/>
                  </a:lnTo>
                  <a:lnTo>
                    <a:pt x="2651028" y="45297"/>
                  </a:lnTo>
                  <a:lnTo>
                    <a:pt x="2654618" y="44618"/>
                  </a:lnTo>
                  <a:lnTo>
                    <a:pt x="2657436" y="43681"/>
                  </a:lnTo>
                  <a:lnTo>
                    <a:pt x="2661581" y="40089"/>
                  </a:lnTo>
                  <a:lnTo>
                    <a:pt x="2661522" y="38979"/>
                  </a:lnTo>
                  <a:lnTo>
                    <a:pt x="2662094" y="38311"/>
                  </a:lnTo>
                  <a:lnTo>
                    <a:pt x="2662974" y="38006"/>
                  </a:lnTo>
                  <a:lnTo>
                    <a:pt x="2669594" y="38048"/>
                  </a:lnTo>
                  <a:lnTo>
                    <a:pt x="2671657" y="37747"/>
                  </a:lnTo>
                  <a:lnTo>
                    <a:pt x="2674325" y="36806"/>
                  </a:lnTo>
                  <a:lnTo>
                    <a:pt x="2678983" y="37528"/>
                  </a:lnTo>
                  <a:lnTo>
                    <a:pt x="2683451" y="38672"/>
                  </a:lnTo>
                  <a:lnTo>
                    <a:pt x="2684630" y="38544"/>
                  </a:lnTo>
                  <a:lnTo>
                    <a:pt x="2686406" y="38521"/>
                  </a:lnTo>
                  <a:lnTo>
                    <a:pt x="2689603" y="39233"/>
                  </a:lnTo>
                  <a:lnTo>
                    <a:pt x="2693178" y="40595"/>
                  </a:lnTo>
                  <a:lnTo>
                    <a:pt x="2696333" y="40975"/>
                  </a:lnTo>
                  <a:lnTo>
                    <a:pt x="2709450" y="44415"/>
                  </a:lnTo>
                  <a:lnTo>
                    <a:pt x="2716867" y="45248"/>
                  </a:lnTo>
                  <a:lnTo>
                    <a:pt x="2720601" y="46391"/>
                  </a:lnTo>
                  <a:lnTo>
                    <a:pt x="2721564" y="46782"/>
                  </a:lnTo>
                  <a:lnTo>
                    <a:pt x="2722678" y="47949"/>
                  </a:lnTo>
                  <a:lnTo>
                    <a:pt x="2724633" y="48061"/>
                  </a:lnTo>
                  <a:lnTo>
                    <a:pt x="2726205" y="47601"/>
                  </a:lnTo>
                  <a:lnTo>
                    <a:pt x="2728270" y="49369"/>
                  </a:lnTo>
                  <a:lnTo>
                    <a:pt x="2733321" y="50709"/>
                  </a:lnTo>
                  <a:lnTo>
                    <a:pt x="2738550" y="51361"/>
                  </a:lnTo>
                  <a:lnTo>
                    <a:pt x="2741965" y="50315"/>
                  </a:lnTo>
                  <a:lnTo>
                    <a:pt x="2747767" y="47350"/>
                  </a:lnTo>
                  <a:lnTo>
                    <a:pt x="2749520" y="45996"/>
                  </a:lnTo>
                  <a:lnTo>
                    <a:pt x="2749187" y="43043"/>
                  </a:lnTo>
                  <a:lnTo>
                    <a:pt x="2752211" y="39756"/>
                  </a:lnTo>
                  <a:lnTo>
                    <a:pt x="2757381" y="38142"/>
                  </a:lnTo>
                  <a:lnTo>
                    <a:pt x="2763787" y="37294"/>
                  </a:lnTo>
                  <a:lnTo>
                    <a:pt x="2767738" y="36566"/>
                  </a:lnTo>
                  <a:lnTo>
                    <a:pt x="2772956" y="35896"/>
                  </a:lnTo>
                  <a:lnTo>
                    <a:pt x="2775497" y="36577"/>
                  </a:lnTo>
                  <a:lnTo>
                    <a:pt x="2776766" y="37102"/>
                  </a:lnTo>
                  <a:lnTo>
                    <a:pt x="2778730" y="37705"/>
                  </a:lnTo>
                  <a:lnTo>
                    <a:pt x="2781046" y="39530"/>
                  </a:lnTo>
                  <a:lnTo>
                    <a:pt x="2784664" y="43711"/>
                  </a:lnTo>
                  <a:lnTo>
                    <a:pt x="2787328" y="45214"/>
                  </a:lnTo>
                  <a:lnTo>
                    <a:pt x="2789703" y="45340"/>
                  </a:lnTo>
                  <a:lnTo>
                    <a:pt x="2791717" y="45563"/>
                  </a:lnTo>
                  <a:lnTo>
                    <a:pt x="2793873" y="46510"/>
                  </a:lnTo>
                  <a:lnTo>
                    <a:pt x="2796948" y="49444"/>
                  </a:lnTo>
                  <a:lnTo>
                    <a:pt x="2795118" y="52049"/>
                  </a:lnTo>
                  <a:lnTo>
                    <a:pt x="2793527" y="53025"/>
                  </a:lnTo>
                  <a:lnTo>
                    <a:pt x="2786874" y="54148"/>
                  </a:lnTo>
                  <a:lnTo>
                    <a:pt x="2783934" y="55038"/>
                  </a:lnTo>
                  <a:lnTo>
                    <a:pt x="2781393" y="55591"/>
                  </a:lnTo>
                  <a:lnTo>
                    <a:pt x="2780648" y="57763"/>
                  </a:lnTo>
                  <a:lnTo>
                    <a:pt x="2781727" y="58789"/>
                  </a:lnTo>
                  <a:lnTo>
                    <a:pt x="2784494" y="58293"/>
                  </a:lnTo>
                  <a:lnTo>
                    <a:pt x="2787700" y="58045"/>
                  </a:lnTo>
                  <a:lnTo>
                    <a:pt x="2790235" y="57608"/>
                  </a:lnTo>
                  <a:lnTo>
                    <a:pt x="2792563" y="56928"/>
                  </a:lnTo>
                  <a:lnTo>
                    <a:pt x="2794572" y="55956"/>
                  </a:lnTo>
                  <a:lnTo>
                    <a:pt x="2799312" y="55452"/>
                  </a:lnTo>
                  <a:lnTo>
                    <a:pt x="2802428" y="54626"/>
                  </a:lnTo>
                  <a:lnTo>
                    <a:pt x="2805214" y="54140"/>
                  </a:lnTo>
                  <a:lnTo>
                    <a:pt x="2807148" y="53293"/>
                  </a:lnTo>
                  <a:lnTo>
                    <a:pt x="2809136" y="53409"/>
                  </a:lnTo>
                  <a:lnTo>
                    <a:pt x="2811107" y="54230"/>
                  </a:lnTo>
                  <a:lnTo>
                    <a:pt x="2812677" y="54159"/>
                  </a:lnTo>
                  <a:lnTo>
                    <a:pt x="2816904" y="54427"/>
                  </a:lnTo>
                  <a:lnTo>
                    <a:pt x="2818865" y="53825"/>
                  </a:lnTo>
                  <a:lnTo>
                    <a:pt x="2820631" y="53785"/>
                  </a:lnTo>
                  <a:lnTo>
                    <a:pt x="2822402" y="54240"/>
                  </a:lnTo>
                  <a:lnTo>
                    <a:pt x="2824229" y="54880"/>
                  </a:lnTo>
                  <a:lnTo>
                    <a:pt x="2826073" y="55030"/>
                  </a:lnTo>
                  <a:lnTo>
                    <a:pt x="2828446" y="54655"/>
                  </a:lnTo>
                  <a:lnTo>
                    <a:pt x="2831791" y="53623"/>
                  </a:lnTo>
                  <a:lnTo>
                    <a:pt x="2836046" y="52517"/>
                  </a:lnTo>
                  <a:lnTo>
                    <a:pt x="2840013" y="52164"/>
                  </a:lnTo>
                  <a:lnTo>
                    <a:pt x="2840978" y="52169"/>
                  </a:lnTo>
                  <a:lnTo>
                    <a:pt x="2841787" y="52409"/>
                  </a:lnTo>
                  <a:lnTo>
                    <a:pt x="2837803" y="53693"/>
                  </a:lnTo>
                  <a:lnTo>
                    <a:pt x="2831435" y="55414"/>
                  </a:lnTo>
                  <a:lnTo>
                    <a:pt x="2828039" y="57095"/>
                  </a:lnTo>
                  <a:lnTo>
                    <a:pt x="2830038" y="57806"/>
                  </a:lnTo>
                  <a:lnTo>
                    <a:pt x="2842029" y="55927"/>
                  </a:lnTo>
                  <a:lnTo>
                    <a:pt x="2847500" y="54528"/>
                  </a:lnTo>
                  <a:lnTo>
                    <a:pt x="2852315" y="53900"/>
                  </a:lnTo>
                  <a:lnTo>
                    <a:pt x="2853503" y="53430"/>
                  </a:lnTo>
                  <a:lnTo>
                    <a:pt x="2857476" y="51265"/>
                  </a:lnTo>
                  <a:lnTo>
                    <a:pt x="2858892" y="50675"/>
                  </a:lnTo>
                  <a:lnTo>
                    <a:pt x="2863151" y="49914"/>
                  </a:lnTo>
                  <a:lnTo>
                    <a:pt x="2868721" y="49080"/>
                  </a:lnTo>
                  <a:lnTo>
                    <a:pt x="2872930" y="48128"/>
                  </a:lnTo>
                  <a:lnTo>
                    <a:pt x="2875794" y="47169"/>
                  </a:lnTo>
                  <a:lnTo>
                    <a:pt x="2877940" y="47067"/>
                  </a:lnTo>
                  <a:lnTo>
                    <a:pt x="2879589" y="47785"/>
                  </a:lnTo>
                  <a:lnTo>
                    <a:pt x="2881740" y="48565"/>
                  </a:lnTo>
                  <a:lnTo>
                    <a:pt x="2883857" y="48374"/>
                  </a:lnTo>
                  <a:lnTo>
                    <a:pt x="2886445" y="47629"/>
                  </a:lnTo>
                  <a:lnTo>
                    <a:pt x="2888254" y="45882"/>
                  </a:lnTo>
                  <a:lnTo>
                    <a:pt x="2889310" y="44607"/>
                  </a:lnTo>
                  <a:lnTo>
                    <a:pt x="2891250" y="44174"/>
                  </a:lnTo>
                  <a:lnTo>
                    <a:pt x="2893734" y="43771"/>
                  </a:lnTo>
                  <a:lnTo>
                    <a:pt x="2895736" y="44204"/>
                  </a:lnTo>
                  <a:lnTo>
                    <a:pt x="2899015" y="45137"/>
                  </a:lnTo>
                  <a:lnTo>
                    <a:pt x="2901295" y="45627"/>
                  </a:lnTo>
                  <a:lnTo>
                    <a:pt x="2903271" y="49279"/>
                  </a:lnTo>
                  <a:lnTo>
                    <a:pt x="2907924" y="52491"/>
                  </a:lnTo>
                  <a:lnTo>
                    <a:pt x="2909587" y="53347"/>
                  </a:lnTo>
                  <a:lnTo>
                    <a:pt x="2913625" y="53025"/>
                  </a:lnTo>
                  <a:lnTo>
                    <a:pt x="2918001" y="54297"/>
                  </a:lnTo>
                  <a:lnTo>
                    <a:pt x="2919867" y="54129"/>
                  </a:lnTo>
                  <a:lnTo>
                    <a:pt x="2921651" y="53756"/>
                  </a:lnTo>
                  <a:lnTo>
                    <a:pt x="2923222" y="54005"/>
                  </a:lnTo>
                  <a:lnTo>
                    <a:pt x="2925630" y="53215"/>
                  </a:lnTo>
                  <a:lnTo>
                    <a:pt x="2928119" y="49189"/>
                  </a:lnTo>
                  <a:lnTo>
                    <a:pt x="2930401" y="45222"/>
                  </a:lnTo>
                  <a:lnTo>
                    <a:pt x="2932620" y="43497"/>
                  </a:lnTo>
                  <a:lnTo>
                    <a:pt x="2933989" y="42753"/>
                  </a:lnTo>
                  <a:lnTo>
                    <a:pt x="2935693" y="42432"/>
                  </a:lnTo>
                  <a:lnTo>
                    <a:pt x="2938322" y="41597"/>
                  </a:lnTo>
                  <a:lnTo>
                    <a:pt x="2941853" y="41357"/>
                  </a:lnTo>
                  <a:lnTo>
                    <a:pt x="2944505" y="41693"/>
                  </a:lnTo>
                  <a:lnTo>
                    <a:pt x="2950170" y="41977"/>
                  </a:lnTo>
                  <a:lnTo>
                    <a:pt x="2954801" y="40995"/>
                  </a:lnTo>
                  <a:lnTo>
                    <a:pt x="2960042" y="41170"/>
                  </a:lnTo>
                  <a:lnTo>
                    <a:pt x="2962634" y="40010"/>
                  </a:lnTo>
                  <a:lnTo>
                    <a:pt x="2965437" y="39823"/>
                  </a:lnTo>
                  <a:lnTo>
                    <a:pt x="2969205" y="40830"/>
                  </a:lnTo>
                  <a:lnTo>
                    <a:pt x="2970290" y="41537"/>
                  </a:lnTo>
                  <a:lnTo>
                    <a:pt x="2972385" y="42551"/>
                  </a:lnTo>
                  <a:lnTo>
                    <a:pt x="2972886" y="43536"/>
                  </a:lnTo>
                  <a:lnTo>
                    <a:pt x="2973431" y="45337"/>
                  </a:lnTo>
                  <a:lnTo>
                    <a:pt x="2974459" y="45380"/>
                  </a:lnTo>
                  <a:lnTo>
                    <a:pt x="2977974" y="43615"/>
                  </a:lnTo>
                  <a:lnTo>
                    <a:pt x="2979883" y="43292"/>
                  </a:lnTo>
                  <a:lnTo>
                    <a:pt x="2983483" y="40461"/>
                  </a:lnTo>
                  <a:lnTo>
                    <a:pt x="2985402" y="41199"/>
                  </a:lnTo>
                  <a:lnTo>
                    <a:pt x="2989703" y="42408"/>
                  </a:lnTo>
                  <a:lnTo>
                    <a:pt x="2991449" y="42763"/>
                  </a:lnTo>
                  <a:lnTo>
                    <a:pt x="2994849" y="44810"/>
                  </a:lnTo>
                  <a:lnTo>
                    <a:pt x="2996612" y="44374"/>
                  </a:lnTo>
                  <a:lnTo>
                    <a:pt x="2998026" y="43424"/>
                  </a:lnTo>
                  <a:lnTo>
                    <a:pt x="3002256" y="43520"/>
                  </a:lnTo>
                  <a:lnTo>
                    <a:pt x="3006206" y="44356"/>
                  </a:lnTo>
                  <a:lnTo>
                    <a:pt x="3007833" y="45060"/>
                  </a:lnTo>
                  <a:lnTo>
                    <a:pt x="3009860" y="46274"/>
                  </a:lnTo>
                  <a:lnTo>
                    <a:pt x="3011099" y="46560"/>
                  </a:lnTo>
                  <a:lnTo>
                    <a:pt x="3012097" y="46225"/>
                  </a:lnTo>
                  <a:lnTo>
                    <a:pt x="3020282" y="46694"/>
                  </a:lnTo>
                  <a:lnTo>
                    <a:pt x="3023797" y="47580"/>
                  </a:lnTo>
                  <a:lnTo>
                    <a:pt x="3026512" y="48662"/>
                  </a:lnTo>
                  <a:lnTo>
                    <a:pt x="3035986" y="49175"/>
                  </a:lnTo>
                  <a:lnTo>
                    <a:pt x="3039623" y="50290"/>
                  </a:lnTo>
                  <a:lnTo>
                    <a:pt x="3041811" y="49762"/>
                  </a:lnTo>
                  <a:lnTo>
                    <a:pt x="3046122" y="49939"/>
                  </a:lnTo>
                  <a:lnTo>
                    <a:pt x="3047883" y="50873"/>
                  </a:lnTo>
                  <a:lnTo>
                    <a:pt x="3049469" y="51915"/>
                  </a:lnTo>
                  <a:lnTo>
                    <a:pt x="3052883" y="52814"/>
                  </a:lnTo>
                  <a:lnTo>
                    <a:pt x="3054783" y="52636"/>
                  </a:lnTo>
                  <a:lnTo>
                    <a:pt x="3057438" y="51919"/>
                  </a:lnTo>
                  <a:lnTo>
                    <a:pt x="3060080" y="50916"/>
                  </a:lnTo>
                  <a:lnTo>
                    <a:pt x="3062749" y="50916"/>
                  </a:lnTo>
                  <a:lnTo>
                    <a:pt x="3064001" y="51778"/>
                  </a:lnTo>
                  <a:lnTo>
                    <a:pt x="3064460" y="53900"/>
                  </a:lnTo>
                  <a:lnTo>
                    <a:pt x="3066414" y="53858"/>
                  </a:lnTo>
                  <a:lnTo>
                    <a:pt x="3068591" y="52886"/>
                  </a:lnTo>
                  <a:lnTo>
                    <a:pt x="3070509" y="53131"/>
                  </a:lnTo>
                  <a:lnTo>
                    <a:pt x="3071177" y="54607"/>
                  </a:lnTo>
                  <a:lnTo>
                    <a:pt x="3070176" y="56576"/>
                  </a:lnTo>
                  <a:lnTo>
                    <a:pt x="3067757" y="59312"/>
                  </a:lnTo>
                  <a:lnTo>
                    <a:pt x="3066755" y="61619"/>
                  </a:lnTo>
                  <a:lnTo>
                    <a:pt x="3064751" y="63710"/>
                  </a:lnTo>
                  <a:lnTo>
                    <a:pt x="3065086" y="64694"/>
                  </a:lnTo>
                  <a:lnTo>
                    <a:pt x="3067089" y="65185"/>
                  </a:lnTo>
                  <a:lnTo>
                    <a:pt x="3069125" y="63713"/>
                  </a:lnTo>
                  <a:lnTo>
                    <a:pt x="3073617" y="62690"/>
                  </a:lnTo>
                  <a:lnTo>
                    <a:pt x="3075971" y="61366"/>
                  </a:lnTo>
                  <a:lnTo>
                    <a:pt x="3080025" y="60877"/>
                  </a:lnTo>
                  <a:lnTo>
                    <a:pt x="3083987" y="61342"/>
                  </a:lnTo>
                  <a:lnTo>
                    <a:pt x="3086837" y="63108"/>
                  </a:lnTo>
                  <a:lnTo>
                    <a:pt x="3092054" y="66090"/>
                  </a:lnTo>
                  <a:lnTo>
                    <a:pt x="3092287" y="67155"/>
                  </a:lnTo>
                  <a:lnTo>
                    <a:pt x="3092704" y="68261"/>
                  </a:lnTo>
                  <a:lnTo>
                    <a:pt x="3092531" y="69250"/>
                  </a:lnTo>
                  <a:lnTo>
                    <a:pt x="3091768" y="70400"/>
                  </a:lnTo>
                  <a:lnTo>
                    <a:pt x="3094569" y="71725"/>
                  </a:lnTo>
                  <a:lnTo>
                    <a:pt x="3097030" y="71943"/>
                  </a:lnTo>
                  <a:lnTo>
                    <a:pt x="3099062" y="71815"/>
                  </a:lnTo>
                  <a:lnTo>
                    <a:pt x="3107460" y="73096"/>
                  </a:lnTo>
                  <a:lnTo>
                    <a:pt x="3111474" y="72597"/>
                  </a:lnTo>
                  <a:lnTo>
                    <a:pt x="3115090" y="72599"/>
                  </a:lnTo>
                  <a:lnTo>
                    <a:pt x="3119387" y="72410"/>
                  </a:lnTo>
                  <a:lnTo>
                    <a:pt x="3122685" y="72440"/>
                  </a:lnTo>
                  <a:lnTo>
                    <a:pt x="3125303" y="72661"/>
                  </a:lnTo>
                  <a:lnTo>
                    <a:pt x="3128423" y="72203"/>
                  </a:lnTo>
                  <a:lnTo>
                    <a:pt x="3130920" y="71583"/>
                  </a:lnTo>
                  <a:lnTo>
                    <a:pt x="3132172" y="71952"/>
                  </a:lnTo>
                  <a:lnTo>
                    <a:pt x="3132672" y="75273"/>
                  </a:lnTo>
                  <a:lnTo>
                    <a:pt x="3132840" y="77241"/>
                  </a:lnTo>
                  <a:lnTo>
                    <a:pt x="3134258" y="77980"/>
                  </a:lnTo>
                  <a:lnTo>
                    <a:pt x="3135760" y="77241"/>
                  </a:lnTo>
                  <a:lnTo>
                    <a:pt x="3136844" y="76258"/>
                  </a:lnTo>
                  <a:lnTo>
                    <a:pt x="3143496" y="76703"/>
                  </a:lnTo>
                  <a:lnTo>
                    <a:pt x="3146148" y="76759"/>
                  </a:lnTo>
                  <a:lnTo>
                    <a:pt x="3148689" y="77290"/>
                  </a:lnTo>
                  <a:lnTo>
                    <a:pt x="3151222" y="78534"/>
                  </a:lnTo>
                  <a:lnTo>
                    <a:pt x="3153664" y="77992"/>
                  </a:lnTo>
                  <a:lnTo>
                    <a:pt x="3155137" y="77244"/>
                  </a:lnTo>
                  <a:lnTo>
                    <a:pt x="3157120" y="76750"/>
                  </a:lnTo>
                  <a:lnTo>
                    <a:pt x="3157704" y="75518"/>
                  </a:lnTo>
                  <a:lnTo>
                    <a:pt x="3157944" y="73464"/>
                  </a:lnTo>
                  <a:lnTo>
                    <a:pt x="3157871" y="71459"/>
                  </a:lnTo>
                  <a:lnTo>
                    <a:pt x="3159038" y="71090"/>
                  </a:lnTo>
                  <a:lnTo>
                    <a:pt x="3160207" y="71459"/>
                  </a:lnTo>
                  <a:lnTo>
                    <a:pt x="3161798" y="72411"/>
                  </a:lnTo>
                  <a:lnTo>
                    <a:pt x="3165361" y="75430"/>
                  </a:lnTo>
                  <a:lnTo>
                    <a:pt x="3168102" y="77383"/>
                  </a:lnTo>
                  <a:lnTo>
                    <a:pt x="3169251" y="78317"/>
                  </a:lnTo>
                  <a:lnTo>
                    <a:pt x="3170920" y="79061"/>
                  </a:lnTo>
                  <a:lnTo>
                    <a:pt x="3174292" y="80871"/>
                  </a:lnTo>
                  <a:lnTo>
                    <a:pt x="3178933" y="81616"/>
                  </a:lnTo>
                  <a:lnTo>
                    <a:pt x="3183453" y="83083"/>
                  </a:lnTo>
                  <a:lnTo>
                    <a:pt x="3188730" y="82989"/>
                  </a:lnTo>
                  <a:lnTo>
                    <a:pt x="3192845" y="84836"/>
                  </a:lnTo>
                  <a:lnTo>
                    <a:pt x="3195630" y="83386"/>
                  </a:lnTo>
                  <a:lnTo>
                    <a:pt x="3197113" y="83052"/>
                  </a:lnTo>
                  <a:lnTo>
                    <a:pt x="3199245" y="83444"/>
                  </a:lnTo>
                  <a:lnTo>
                    <a:pt x="3201844" y="84707"/>
                  </a:lnTo>
                  <a:lnTo>
                    <a:pt x="3203874" y="84996"/>
                  </a:lnTo>
                  <a:lnTo>
                    <a:pt x="3210867" y="87063"/>
                  </a:lnTo>
                  <a:lnTo>
                    <a:pt x="3214629" y="87810"/>
                  </a:lnTo>
                  <a:lnTo>
                    <a:pt x="3216020" y="89326"/>
                  </a:lnTo>
                  <a:lnTo>
                    <a:pt x="3217863" y="90772"/>
                  </a:lnTo>
                  <a:lnTo>
                    <a:pt x="3217863" y="92249"/>
                  </a:lnTo>
                  <a:lnTo>
                    <a:pt x="3218657" y="94129"/>
                  </a:lnTo>
                  <a:lnTo>
                    <a:pt x="3222840" y="95602"/>
                  </a:lnTo>
                  <a:lnTo>
                    <a:pt x="3224495" y="97018"/>
                  </a:lnTo>
                  <a:lnTo>
                    <a:pt x="3226484" y="98903"/>
                  </a:lnTo>
                  <a:lnTo>
                    <a:pt x="3230150" y="106010"/>
                  </a:lnTo>
                  <a:lnTo>
                    <a:pt x="3232048" y="107257"/>
                  </a:lnTo>
                  <a:lnTo>
                    <a:pt x="3234801" y="107134"/>
                  </a:lnTo>
                  <a:lnTo>
                    <a:pt x="3237387" y="108978"/>
                  </a:lnTo>
                  <a:lnTo>
                    <a:pt x="3238222" y="108732"/>
                  </a:lnTo>
                  <a:lnTo>
                    <a:pt x="3238306" y="107995"/>
                  </a:lnTo>
                  <a:lnTo>
                    <a:pt x="3235970" y="103196"/>
                  </a:lnTo>
                  <a:lnTo>
                    <a:pt x="3235803" y="100614"/>
                  </a:lnTo>
                  <a:lnTo>
                    <a:pt x="3237638" y="99137"/>
                  </a:lnTo>
                  <a:lnTo>
                    <a:pt x="3241979" y="98727"/>
                  </a:lnTo>
                  <a:lnTo>
                    <a:pt x="3245306" y="101472"/>
                  </a:lnTo>
                  <a:lnTo>
                    <a:pt x="3248355" y="103139"/>
                  </a:lnTo>
                  <a:lnTo>
                    <a:pt x="3250415" y="103437"/>
                  </a:lnTo>
                  <a:lnTo>
                    <a:pt x="3254502" y="103357"/>
                  </a:lnTo>
                  <a:lnTo>
                    <a:pt x="3258331" y="101598"/>
                  </a:lnTo>
                  <a:lnTo>
                    <a:pt x="3261290" y="102241"/>
                  </a:lnTo>
                  <a:lnTo>
                    <a:pt x="3265958" y="102440"/>
                  </a:lnTo>
                  <a:lnTo>
                    <a:pt x="3272056" y="103479"/>
                  </a:lnTo>
                  <a:lnTo>
                    <a:pt x="3274687" y="103305"/>
                  </a:lnTo>
                  <a:lnTo>
                    <a:pt x="3279369" y="103744"/>
                  </a:lnTo>
                  <a:lnTo>
                    <a:pt x="3285063" y="105237"/>
                  </a:lnTo>
                  <a:lnTo>
                    <a:pt x="3288286" y="105780"/>
                  </a:lnTo>
                  <a:lnTo>
                    <a:pt x="3288954" y="106396"/>
                  </a:lnTo>
                  <a:lnTo>
                    <a:pt x="3290456" y="107379"/>
                  </a:lnTo>
                  <a:lnTo>
                    <a:pt x="3291207" y="108609"/>
                  </a:lnTo>
                  <a:lnTo>
                    <a:pt x="3292041" y="109717"/>
                  </a:lnTo>
                  <a:lnTo>
                    <a:pt x="3293993" y="110982"/>
                  </a:lnTo>
                  <a:lnTo>
                    <a:pt x="3295981" y="111179"/>
                  </a:lnTo>
                  <a:lnTo>
                    <a:pt x="3299908" y="112259"/>
                  </a:lnTo>
                  <a:lnTo>
                    <a:pt x="3308100" y="115559"/>
                  </a:lnTo>
                  <a:lnTo>
                    <a:pt x="3311063" y="116526"/>
                  </a:lnTo>
                  <a:lnTo>
                    <a:pt x="3312817" y="117220"/>
                  </a:lnTo>
                  <a:lnTo>
                    <a:pt x="3313651" y="116359"/>
                  </a:lnTo>
                  <a:lnTo>
                    <a:pt x="3313900" y="114619"/>
                  </a:lnTo>
                  <a:lnTo>
                    <a:pt x="3315404" y="114267"/>
                  </a:lnTo>
                  <a:lnTo>
                    <a:pt x="3316989" y="116851"/>
                  </a:lnTo>
                  <a:lnTo>
                    <a:pt x="3318658" y="118819"/>
                  </a:lnTo>
                  <a:lnTo>
                    <a:pt x="3319409" y="120541"/>
                  </a:lnTo>
                  <a:lnTo>
                    <a:pt x="3317671" y="121936"/>
                  </a:lnTo>
                  <a:lnTo>
                    <a:pt x="3315153" y="121648"/>
                  </a:lnTo>
                  <a:lnTo>
                    <a:pt x="3313401" y="121648"/>
                  </a:lnTo>
                  <a:lnTo>
                    <a:pt x="3311566" y="123986"/>
                  </a:lnTo>
                  <a:lnTo>
                    <a:pt x="3310841" y="127993"/>
                  </a:lnTo>
                  <a:lnTo>
                    <a:pt x="3312484" y="127922"/>
                  </a:lnTo>
                  <a:lnTo>
                    <a:pt x="3313735" y="127553"/>
                  </a:lnTo>
                  <a:lnTo>
                    <a:pt x="3313986" y="129030"/>
                  </a:lnTo>
                  <a:lnTo>
                    <a:pt x="3313234" y="130260"/>
                  </a:lnTo>
                  <a:lnTo>
                    <a:pt x="3311733" y="130751"/>
                  </a:lnTo>
                  <a:lnTo>
                    <a:pt x="3309152" y="129820"/>
                  </a:lnTo>
                  <a:lnTo>
                    <a:pt x="3305986" y="129164"/>
                  </a:lnTo>
                  <a:lnTo>
                    <a:pt x="3302505" y="128913"/>
                  </a:lnTo>
                  <a:lnTo>
                    <a:pt x="3299160" y="127737"/>
                  </a:lnTo>
                  <a:lnTo>
                    <a:pt x="3297811" y="127662"/>
                  </a:lnTo>
                  <a:lnTo>
                    <a:pt x="3296413" y="127722"/>
                  </a:lnTo>
                  <a:lnTo>
                    <a:pt x="3298241" y="128967"/>
                  </a:lnTo>
                  <a:lnTo>
                    <a:pt x="3300118" y="130080"/>
                  </a:lnTo>
                  <a:lnTo>
                    <a:pt x="3304370" y="131040"/>
                  </a:lnTo>
                  <a:lnTo>
                    <a:pt x="3309660" y="132540"/>
                  </a:lnTo>
                  <a:lnTo>
                    <a:pt x="3309813" y="133458"/>
                  </a:lnTo>
                  <a:lnTo>
                    <a:pt x="3308558" y="134606"/>
                  </a:lnTo>
                  <a:lnTo>
                    <a:pt x="3306977" y="137025"/>
                  </a:lnTo>
                  <a:lnTo>
                    <a:pt x="3302136" y="139117"/>
                  </a:lnTo>
                  <a:lnTo>
                    <a:pt x="3299322" y="137595"/>
                  </a:lnTo>
                  <a:lnTo>
                    <a:pt x="3295967" y="137242"/>
                  </a:lnTo>
                  <a:lnTo>
                    <a:pt x="3294294" y="138133"/>
                  </a:lnTo>
                  <a:lnTo>
                    <a:pt x="3290969" y="138030"/>
                  </a:lnTo>
                  <a:lnTo>
                    <a:pt x="3284372" y="138376"/>
                  </a:lnTo>
                  <a:lnTo>
                    <a:pt x="3281790" y="136479"/>
                  </a:lnTo>
                  <a:lnTo>
                    <a:pt x="3277722" y="135430"/>
                  </a:lnTo>
                  <a:lnTo>
                    <a:pt x="3277856" y="136287"/>
                  </a:lnTo>
                  <a:lnTo>
                    <a:pt x="3281328" y="139451"/>
                  </a:lnTo>
                  <a:lnTo>
                    <a:pt x="3285033" y="140169"/>
                  </a:lnTo>
                  <a:lnTo>
                    <a:pt x="3288725" y="141020"/>
                  </a:lnTo>
                  <a:lnTo>
                    <a:pt x="3289607" y="141821"/>
                  </a:lnTo>
                  <a:lnTo>
                    <a:pt x="3287953" y="142561"/>
                  </a:lnTo>
                  <a:lnTo>
                    <a:pt x="3285704" y="142460"/>
                  </a:lnTo>
                  <a:lnTo>
                    <a:pt x="3282862" y="143915"/>
                  </a:lnTo>
                  <a:lnTo>
                    <a:pt x="3277495" y="143672"/>
                  </a:lnTo>
                  <a:lnTo>
                    <a:pt x="3274946" y="143768"/>
                  </a:lnTo>
                  <a:lnTo>
                    <a:pt x="3273448" y="144366"/>
                  </a:lnTo>
                  <a:lnTo>
                    <a:pt x="3272115" y="144589"/>
                  </a:lnTo>
                  <a:lnTo>
                    <a:pt x="3273160" y="145120"/>
                  </a:lnTo>
                  <a:lnTo>
                    <a:pt x="3274441" y="146576"/>
                  </a:lnTo>
                  <a:lnTo>
                    <a:pt x="3272618" y="147799"/>
                  </a:lnTo>
                  <a:lnTo>
                    <a:pt x="3270918" y="148411"/>
                  </a:lnTo>
                  <a:lnTo>
                    <a:pt x="3269170" y="148124"/>
                  </a:lnTo>
                  <a:lnTo>
                    <a:pt x="3267260" y="148588"/>
                  </a:lnTo>
                  <a:lnTo>
                    <a:pt x="3266341" y="147235"/>
                  </a:lnTo>
                  <a:lnTo>
                    <a:pt x="3266291" y="144289"/>
                  </a:lnTo>
                  <a:lnTo>
                    <a:pt x="3265202" y="141659"/>
                  </a:lnTo>
                  <a:lnTo>
                    <a:pt x="3264023" y="141546"/>
                  </a:lnTo>
                  <a:lnTo>
                    <a:pt x="3262208" y="141856"/>
                  </a:lnTo>
                  <a:lnTo>
                    <a:pt x="3261608" y="144116"/>
                  </a:lnTo>
                  <a:lnTo>
                    <a:pt x="3262915" y="148006"/>
                  </a:lnTo>
                  <a:lnTo>
                    <a:pt x="3263787" y="149236"/>
                  </a:lnTo>
                  <a:lnTo>
                    <a:pt x="3263087" y="150311"/>
                  </a:lnTo>
                  <a:lnTo>
                    <a:pt x="3261855" y="150668"/>
                  </a:lnTo>
                  <a:lnTo>
                    <a:pt x="3264329" y="153945"/>
                  </a:lnTo>
                  <a:lnTo>
                    <a:pt x="3266466" y="156214"/>
                  </a:lnTo>
                  <a:lnTo>
                    <a:pt x="3267760" y="156954"/>
                  </a:lnTo>
                  <a:lnTo>
                    <a:pt x="3267843" y="158061"/>
                  </a:lnTo>
                  <a:lnTo>
                    <a:pt x="3266842" y="158552"/>
                  </a:lnTo>
                  <a:lnTo>
                    <a:pt x="3263988" y="158119"/>
                  </a:lnTo>
                  <a:lnTo>
                    <a:pt x="3262587" y="158337"/>
                  </a:lnTo>
                  <a:lnTo>
                    <a:pt x="3261035" y="158198"/>
                  </a:lnTo>
                  <a:lnTo>
                    <a:pt x="3258402" y="157710"/>
                  </a:lnTo>
                  <a:lnTo>
                    <a:pt x="3256163" y="157568"/>
                  </a:lnTo>
                  <a:lnTo>
                    <a:pt x="3253909" y="158184"/>
                  </a:lnTo>
                  <a:lnTo>
                    <a:pt x="3252012" y="158134"/>
                  </a:lnTo>
                  <a:lnTo>
                    <a:pt x="3250321" y="156092"/>
                  </a:lnTo>
                  <a:lnTo>
                    <a:pt x="3248820" y="155600"/>
                  </a:lnTo>
                  <a:lnTo>
                    <a:pt x="3247568" y="156216"/>
                  </a:lnTo>
                  <a:lnTo>
                    <a:pt x="3246639" y="158666"/>
                  </a:lnTo>
                  <a:lnTo>
                    <a:pt x="3244689" y="159421"/>
                  </a:lnTo>
                  <a:lnTo>
                    <a:pt x="3242710" y="160538"/>
                  </a:lnTo>
                  <a:lnTo>
                    <a:pt x="3241310" y="161751"/>
                  </a:lnTo>
                  <a:lnTo>
                    <a:pt x="3240643" y="166549"/>
                  </a:lnTo>
                  <a:lnTo>
                    <a:pt x="3239474" y="167532"/>
                  </a:lnTo>
                  <a:lnTo>
                    <a:pt x="3237729" y="167490"/>
                  </a:lnTo>
                  <a:lnTo>
                    <a:pt x="3236425" y="167867"/>
                  </a:lnTo>
                  <a:lnTo>
                    <a:pt x="3234747" y="167480"/>
                  </a:lnTo>
                  <a:lnTo>
                    <a:pt x="3232563" y="167256"/>
                  </a:lnTo>
                  <a:lnTo>
                    <a:pt x="3225290" y="168886"/>
                  </a:lnTo>
                  <a:lnTo>
                    <a:pt x="3226445" y="169740"/>
                  </a:lnTo>
                  <a:lnTo>
                    <a:pt x="3228285" y="169604"/>
                  </a:lnTo>
                  <a:lnTo>
                    <a:pt x="3234682" y="169856"/>
                  </a:lnTo>
                  <a:lnTo>
                    <a:pt x="3237389" y="170730"/>
                  </a:lnTo>
                  <a:lnTo>
                    <a:pt x="3237857" y="172889"/>
                  </a:lnTo>
                  <a:lnTo>
                    <a:pt x="3238925" y="173794"/>
                  </a:lnTo>
                  <a:lnTo>
                    <a:pt x="3241060" y="174791"/>
                  </a:lnTo>
                  <a:lnTo>
                    <a:pt x="3242728" y="175282"/>
                  </a:lnTo>
                  <a:lnTo>
                    <a:pt x="3243312" y="176021"/>
                  </a:lnTo>
                  <a:lnTo>
                    <a:pt x="3242644" y="177496"/>
                  </a:lnTo>
                  <a:lnTo>
                    <a:pt x="3241728" y="178850"/>
                  </a:lnTo>
                  <a:lnTo>
                    <a:pt x="3239725" y="180326"/>
                  </a:lnTo>
                  <a:lnTo>
                    <a:pt x="3240309" y="181063"/>
                  </a:lnTo>
                  <a:lnTo>
                    <a:pt x="3242478" y="181310"/>
                  </a:lnTo>
                  <a:lnTo>
                    <a:pt x="3243396" y="184632"/>
                  </a:lnTo>
                  <a:lnTo>
                    <a:pt x="3241977" y="186107"/>
                  </a:lnTo>
                  <a:lnTo>
                    <a:pt x="3242645" y="187337"/>
                  </a:lnTo>
                  <a:lnTo>
                    <a:pt x="3242811" y="188567"/>
                  </a:lnTo>
                  <a:lnTo>
                    <a:pt x="3241362" y="189725"/>
                  </a:lnTo>
                  <a:lnTo>
                    <a:pt x="3240225" y="190290"/>
                  </a:lnTo>
                  <a:lnTo>
                    <a:pt x="3239855" y="191495"/>
                  </a:lnTo>
                  <a:lnTo>
                    <a:pt x="3242020" y="192208"/>
                  </a:lnTo>
                  <a:lnTo>
                    <a:pt x="3243638" y="192442"/>
                  </a:lnTo>
                  <a:lnTo>
                    <a:pt x="3245878" y="192565"/>
                  </a:lnTo>
                  <a:lnTo>
                    <a:pt x="3247420" y="193878"/>
                  </a:lnTo>
                  <a:lnTo>
                    <a:pt x="3249393" y="195870"/>
                  </a:lnTo>
                  <a:lnTo>
                    <a:pt x="3250804" y="197523"/>
                  </a:lnTo>
                  <a:lnTo>
                    <a:pt x="3250913" y="200236"/>
                  </a:lnTo>
                  <a:lnTo>
                    <a:pt x="3252305" y="201876"/>
                  </a:lnTo>
                  <a:lnTo>
                    <a:pt x="3254944" y="202918"/>
                  </a:lnTo>
                  <a:lnTo>
                    <a:pt x="3254861" y="204012"/>
                  </a:lnTo>
                  <a:lnTo>
                    <a:pt x="3256712" y="204347"/>
                  </a:lnTo>
                  <a:lnTo>
                    <a:pt x="3258498" y="204437"/>
                  </a:lnTo>
                  <a:lnTo>
                    <a:pt x="3259166" y="205420"/>
                  </a:lnTo>
                  <a:lnTo>
                    <a:pt x="3258582" y="206650"/>
                  </a:lnTo>
                  <a:lnTo>
                    <a:pt x="3255536" y="208109"/>
                  </a:lnTo>
                  <a:lnTo>
                    <a:pt x="3254305" y="209184"/>
                  </a:lnTo>
                  <a:lnTo>
                    <a:pt x="3257330" y="209357"/>
                  </a:lnTo>
                  <a:lnTo>
                    <a:pt x="3260459" y="210464"/>
                  </a:lnTo>
                  <a:lnTo>
                    <a:pt x="3264456" y="209215"/>
                  </a:lnTo>
                  <a:lnTo>
                    <a:pt x="3266570" y="207856"/>
                  </a:lnTo>
                  <a:lnTo>
                    <a:pt x="3267928" y="206650"/>
                  </a:lnTo>
                  <a:lnTo>
                    <a:pt x="3268935" y="206948"/>
                  </a:lnTo>
                  <a:lnTo>
                    <a:pt x="3269031" y="208207"/>
                  </a:lnTo>
                  <a:lnTo>
                    <a:pt x="3270250" y="210325"/>
                  </a:lnTo>
                  <a:lnTo>
                    <a:pt x="3275412" y="212361"/>
                  </a:lnTo>
                  <a:lnTo>
                    <a:pt x="3278266" y="212999"/>
                  </a:lnTo>
                  <a:lnTo>
                    <a:pt x="3281018" y="213337"/>
                  </a:lnTo>
                  <a:lnTo>
                    <a:pt x="3283448" y="213293"/>
                  </a:lnTo>
                  <a:lnTo>
                    <a:pt x="3284131" y="214516"/>
                  </a:lnTo>
                  <a:lnTo>
                    <a:pt x="3283363" y="215630"/>
                  </a:lnTo>
                  <a:lnTo>
                    <a:pt x="3281480" y="215545"/>
                  </a:lnTo>
                  <a:lnTo>
                    <a:pt x="3278401" y="215754"/>
                  </a:lnTo>
                  <a:lnTo>
                    <a:pt x="3276149" y="214819"/>
                  </a:lnTo>
                  <a:lnTo>
                    <a:pt x="3274543" y="214027"/>
                  </a:lnTo>
                  <a:lnTo>
                    <a:pt x="3260522" y="214475"/>
                  </a:lnTo>
                  <a:lnTo>
                    <a:pt x="3257360" y="214850"/>
                  </a:lnTo>
                  <a:lnTo>
                    <a:pt x="3253587" y="216064"/>
                  </a:lnTo>
                  <a:lnTo>
                    <a:pt x="3249816" y="216643"/>
                  </a:lnTo>
                  <a:lnTo>
                    <a:pt x="3244063" y="217845"/>
                  </a:lnTo>
                  <a:lnTo>
                    <a:pt x="3241644" y="218584"/>
                  </a:lnTo>
                  <a:lnTo>
                    <a:pt x="3235354" y="215745"/>
                  </a:lnTo>
                  <a:lnTo>
                    <a:pt x="3233300" y="213662"/>
                  </a:lnTo>
                  <a:lnTo>
                    <a:pt x="3232465" y="213540"/>
                  </a:lnTo>
                  <a:lnTo>
                    <a:pt x="3230963" y="214031"/>
                  </a:lnTo>
                  <a:lnTo>
                    <a:pt x="3230881" y="215508"/>
                  </a:lnTo>
                  <a:lnTo>
                    <a:pt x="3233829" y="218718"/>
                  </a:lnTo>
                  <a:lnTo>
                    <a:pt x="3235136" y="219567"/>
                  </a:lnTo>
                  <a:lnTo>
                    <a:pt x="3235136" y="220428"/>
                  </a:lnTo>
                  <a:lnTo>
                    <a:pt x="3234311" y="220860"/>
                  </a:lnTo>
                  <a:lnTo>
                    <a:pt x="3233109" y="220846"/>
                  </a:lnTo>
                  <a:lnTo>
                    <a:pt x="3231300" y="220219"/>
                  </a:lnTo>
                  <a:lnTo>
                    <a:pt x="3227936" y="219713"/>
                  </a:lnTo>
                  <a:lnTo>
                    <a:pt x="3224938" y="220703"/>
                  </a:lnTo>
                  <a:lnTo>
                    <a:pt x="3221240" y="222820"/>
                  </a:lnTo>
                  <a:lnTo>
                    <a:pt x="3222041" y="224227"/>
                  </a:lnTo>
                  <a:lnTo>
                    <a:pt x="3223014" y="225015"/>
                  </a:lnTo>
                  <a:lnTo>
                    <a:pt x="3222786" y="225963"/>
                  </a:lnTo>
                  <a:lnTo>
                    <a:pt x="3218652" y="227742"/>
                  </a:lnTo>
                  <a:lnTo>
                    <a:pt x="3217316" y="227838"/>
                  </a:lnTo>
                  <a:lnTo>
                    <a:pt x="3216445" y="228178"/>
                  </a:lnTo>
                  <a:lnTo>
                    <a:pt x="3217464" y="228832"/>
                  </a:lnTo>
                  <a:lnTo>
                    <a:pt x="3219727" y="228874"/>
                  </a:lnTo>
                  <a:lnTo>
                    <a:pt x="3219949" y="229655"/>
                  </a:lnTo>
                  <a:lnTo>
                    <a:pt x="3219179" y="230284"/>
                  </a:lnTo>
                  <a:lnTo>
                    <a:pt x="3215461" y="231026"/>
                  </a:lnTo>
                  <a:lnTo>
                    <a:pt x="3215694" y="231991"/>
                  </a:lnTo>
                  <a:lnTo>
                    <a:pt x="3217727" y="232458"/>
                  </a:lnTo>
                  <a:lnTo>
                    <a:pt x="3220337" y="232277"/>
                  </a:lnTo>
                  <a:lnTo>
                    <a:pt x="3221952" y="232975"/>
                  </a:lnTo>
                  <a:lnTo>
                    <a:pt x="3221960" y="234105"/>
                  </a:lnTo>
                  <a:lnTo>
                    <a:pt x="3220285" y="234717"/>
                  </a:lnTo>
                  <a:lnTo>
                    <a:pt x="3218370" y="235186"/>
                  </a:lnTo>
                  <a:lnTo>
                    <a:pt x="3205012" y="238049"/>
                  </a:lnTo>
                  <a:lnTo>
                    <a:pt x="3203053" y="238824"/>
                  </a:lnTo>
                  <a:lnTo>
                    <a:pt x="3203179" y="239864"/>
                  </a:lnTo>
                  <a:lnTo>
                    <a:pt x="3207829" y="240131"/>
                  </a:lnTo>
                  <a:lnTo>
                    <a:pt x="3221803" y="239885"/>
                  </a:lnTo>
                  <a:lnTo>
                    <a:pt x="3222703" y="240233"/>
                  </a:lnTo>
                  <a:lnTo>
                    <a:pt x="3222381" y="241038"/>
                  </a:lnTo>
                  <a:lnTo>
                    <a:pt x="3221605" y="242095"/>
                  </a:lnTo>
                  <a:lnTo>
                    <a:pt x="3222363" y="242836"/>
                  </a:lnTo>
                  <a:lnTo>
                    <a:pt x="3224462" y="243359"/>
                  </a:lnTo>
                  <a:lnTo>
                    <a:pt x="3224528" y="244138"/>
                  </a:lnTo>
                  <a:lnTo>
                    <a:pt x="3223485" y="244462"/>
                  </a:lnTo>
                  <a:lnTo>
                    <a:pt x="3221428" y="244827"/>
                  </a:lnTo>
                  <a:lnTo>
                    <a:pt x="3219135" y="244931"/>
                  </a:lnTo>
                  <a:lnTo>
                    <a:pt x="3219282" y="245768"/>
                  </a:lnTo>
                  <a:lnTo>
                    <a:pt x="3222418" y="246527"/>
                  </a:lnTo>
                  <a:lnTo>
                    <a:pt x="3223455" y="246614"/>
                  </a:lnTo>
                  <a:lnTo>
                    <a:pt x="3223560" y="249480"/>
                  </a:lnTo>
                  <a:lnTo>
                    <a:pt x="3223454" y="250689"/>
                  </a:lnTo>
                  <a:lnTo>
                    <a:pt x="3221782" y="251277"/>
                  </a:lnTo>
                  <a:lnTo>
                    <a:pt x="3221201" y="251673"/>
                  </a:lnTo>
                  <a:lnTo>
                    <a:pt x="3221118" y="252656"/>
                  </a:lnTo>
                  <a:lnTo>
                    <a:pt x="3225262" y="253348"/>
                  </a:lnTo>
                  <a:lnTo>
                    <a:pt x="3231641" y="256410"/>
                  </a:lnTo>
                  <a:lnTo>
                    <a:pt x="3233042" y="256420"/>
                  </a:lnTo>
                  <a:lnTo>
                    <a:pt x="3235558" y="257014"/>
                  </a:lnTo>
                  <a:lnTo>
                    <a:pt x="3239618" y="258575"/>
                  </a:lnTo>
                  <a:lnTo>
                    <a:pt x="3241050" y="259510"/>
                  </a:lnTo>
                  <a:lnTo>
                    <a:pt x="3243364" y="259987"/>
                  </a:lnTo>
                  <a:lnTo>
                    <a:pt x="3243678" y="260747"/>
                  </a:lnTo>
                  <a:lnTo>
                    <a:pt x="3245096" y="261420"/>
                  </a:lnTo>
                  <a:lnTo>
                    <a:pt x="3250754" y="263535"/>
                  </a:lnTo>
                  <a:lnTo>
                    <a:pt x="3251490" y="264466"/>
                  </a:lnTo>
                  <a:lnTo>
                    <a:pt x="3239630" y="266239"/>
                  </a:lnTo>
                  <a:lnTo>
                    <a:pt x="3227709" y="267541"/>
                  </a:lnTo>
                  <a:lnTo>
                    <a:pt x="3228813" y="268687"/>
                  </a:lnTo>
                  <a:lnTo>
                    <a:pt x="3241685" y="268570"/>
                  </a:lnTo>
                  <a:lnTo>
                    <a:pt x="3245167" y="269315"/>
                  </a:lnTo>
                  <a:lnTo>
                    <a:pt x="3246708" y="269091"/>
                  </a:lnTo>
                  <a:lnTo>
                    <a:pt x="3247596" y="268315"/>
                  </a:lnTo>
                  <a:lnTo>
                    <a:pt x="3254529" y="267387"/>
                  </a:lnTo>
                  <a:lnTo>
                    <a:pt x="3261585" y="266796"/>
                  </a:lnTo>
                  <a:lnTo>
                    <a:pt x="3263789" y="267223"/>
                  </a:lnTo>
                  <a:lnTo>
                    <a:pt x="3273264" y="270636"/>
                  </a:lnTo>
                  <a:lnTo>
                    <a:pt x="3277657" y="271926"/>
                  </a:lnTo>
                  <a:lnTo>
                    <a:pt x="3280460" y="272412"/>
                  </a:lnTo>
                  <a:lnTo>
                    <a:pt x="3282490" y="272518"/>
                  </a:lnTo>
                  <a:lnTo>
                    <a:pt x="3283999" y="273029"/>
                  </a:lnTo>
                  <a:lnTo>
                    <a:pt x="3285465" y="274119"/>
                  </a:lnTo>
                  <a:lnTo>
                    <a:pt x="3285100" y="275136"/>
                  </a:lnTo>
                  <a:lnTo>
                    <a:pt x="3285713" y="275604"/>
                  </a:lnTo>
                  <a:lnTo>
                    <a:pt x="3286726" y="275785"/>
                  </a:lnTo>
                  <a:lnTo>
                    <a:pt x="3288594" y="276463"/>
                  </a:lnTo>
                  <a:lnTo>
                    <a:pt x="3290728" y="276230"/>
                  </a:lnTo>
                  <a:lnTo>
                    <a:pt x="3293228" y="275448"/>
                  </a:lnTo>
                  <a:lnTo>
                    <a:pt x="3294970" y="275623"/>
                  </a:lnTo>
                  <a:lnTo>
                    <a:pt x="3298105" y="276712"/>
                  </a:lnTo>
                  <a:lnTo>
                    <a:pt x="3296916" y="277569"/>
                  </a:lnTo>
                  <a:lnTo>
                    <a:pt x="3296223" y="277964"/>
                  </a:lnTo>
                  <a:lnTo>
                    <a:pt x="3295387" y="278740"/>
                  </a:lnTo>
                  <a:lnTo>
                    <a:pt x="3294632" y="279007"/>
                  </a:lnTo>
                  <a:lnTo>
                    <a:pt x="3292105" y="279193"/>
                  </a:lnTo>
                  <a:lnTo>
                    <a:pt x="3290708" y="279190"/>
                  </a:lnTo>
                  <a:lnTo>
                    <a:pt x="3289279" y="279029"/>
                  </a:lnTo>
                  <a:lnTo>
                    <a:pt x="3289120" y="279597"/>
                  </a:lnTo>
                  <a:lnTo>
                    <a:pt x="3290872" y="280212"/>
                  </a:lnTo>
                  <a:lnTo>
                    <a:pt x="3293401" y="280850"/>
                  </a:lnTo>
                  <a:lnTo>
                    <a:pt x="3309748" y="281367"/>
                  </a:lnTo>
                  <a:lnTo>
                    <a:pt x="3314422" y="282480"/>
                  </a:lnTo>
                  <a:lnTo>
                    <a:pt x="3319015" y="281879"/>
                  </a:lnTo>
                  <a:lnTo>
                    <a:pt x="3321080" y="282056"/>
                  </a:lnTo>
                  <a:lnTo>
                    <a:pt x="3322830" y="282426"/>
                  </a:lnTo>
                  <a:lnTo>
                    <a:pt x="3323479" y="283549"/>
                  </a:lnTo>
                  <a:lnTo>
                    <a:pt x="3325823" y="283910"/>
                  </a:lnTo>
                  <a:lnTo>
                    <a:pt x="3329419" y="284784"/>
                  </a:lnTo>
                  <a:lnTo>
                    <a:pt x="3334461" y="285221"/>
                  </a:lnTo>
                  <a:lnTo>
                    <a:pt x="3338471" y="285190"/>
                  </a:lnTo>
                  <a:lnTo>
                    <a:pt x="3343422" y="286385"/>
                  </a:lnTo>
                  <a:lnTo>
                    <a:pt x="3345925" y="286415"/>
                  </a:lnTo>
                  <a:lnTo>
                    <a:pt x="3347444" y="287101"/>
                  </a:lnTo>
                  <a:lnTo>
                    <a:pt x="3358690" y="287504"/>
                  </a:lnTo>
                  <a:lnTo>
                    <a:pt x="3360358" y="288040"/>
                  </a:lnTo>
                  <a:lnTo>
                    <a:pt x="3361640" y="288913"/>
                  </a:lnTo>
                  <a:lnTo>
                    <a:pt x="3364316" y="289297"/>
                  </a:lnTo>
                  <a:lnTo>
                    <a:pt x="3367206" y="289374"/>
                  </a:lnTo>
                  <a:lnTo>
                    <a:pt x="3383004" y="290794"/>
                  </a:lnTo>
                  <a:lnTo>
                    <a:pt x="3388941" y="291561"/>
                  </a:lnTo>
                  <a:lnTo>
                    <a:pt x="3390304" y="291516"/>
                  </a:lnTo>
                  <a:lnTo>
                    <a:pt x="3391660" y="291642"/>
                  </a:lnTo>
                  <a:lnTo>
                    <a:pt x="3395903" y="292280"/>
                  </a:lnTo>
                  <a:lnTo>
                    <a:pt x="3400241" y="292624"/>
                  </a:lnTo>
                  <a:lnTo>
                    <a:pt x="3402297" y="29349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3487981" y="3299059"/>
              <a:ext cx="13530" cy="4309"/>
            </a:xfrm>
            <a:custGeom>
              <a:avLst/>
              <a:pathLst>
                <a:path w="13530" h="4309">
                  <a:moveTo>
                    <a:pt x="9245" y="630"/>
                  </a:moveTo>
                  <a:lnTo>
                    <a:pt x="9830" y="994"/>
                  </a:lnTo>
                  <a:lnTo>
                    <a:pt x="12202" y="980"/>
                  </a:lnTo>
                  <a:lnTo>
                    <a:pt x="12763" y="1066"/>
                  </a:lnTo>
                  <a:lnTo>
                    <a:pt x="13234" y="1687"/>
                  </a:lnTo>
                  <a:lnTo>
                    <a:pt x="13530" y="2733"/>
                  </a:lnTo>
                  <a:lnTo>
                    <a:pt x="12758" y="3135"/>
                  </a:lnTo>
                  <a:lnTo>
                    <a:pt x="8625" y="2894"/>
                  </a:lnTo>
                  <a:lnTo>
                    <a:pt x="7144" y="2348"/>
                  </a:lnTo>
                  <a:lnTo>
                    <a:pt x="6384" y="2372"/>
                  </a:lnTo>
                  <a:lnTo>
                    <a:pt x="4694" y="2973"/>
                  </a:lnTo>
                  <a:lnTo>
                    <a:pt x="3995" y="3546"/>
                  </a:lnTo>
                  <a:lnTo>
                    <a:pt x="1199" y="4309"/>
                  </a:lnTo>
                  <a:lnTo>
                    <a:pt x="401" y="4041"/>
                  </a:lnTo>
                  <a:lnTo>
                    <a:pt x="59" y="3198"/>
                  </a:lnTo>
                  <a:lnTo>
                    <a:pt x="0" y="2872"/>
                  </a:lnTo>
                  <a:lnTo>
                    <a:pt x="283" y="2649"/>
                  </a:lnTo>
                  <a:lnTo>
                    <a:pt x="423" y="2421"/>
                  </a:lnTo>
                  <a:lnTo>
                    <a:pt x="372" y="2164"/>
                  </a:lnTo>
                  <a:lnTo>
                    <a:pt x="1137" y="1475"/>
                  </a:lnTo>
                  <a:lnTo>
                    <a:pt x="4381" y="401"/>
                  </a:lnTo>
                  <a:lnTo>
                    <a:pt x="8662" y="0"/>
                  </a:lnTo>
                  <a:lnTo>
                    <a:pt x="9239" y="39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3486952" y="3297021"/>
              <a:ext cx="5327" cy="2662"/>
            </a:xfrm>
            <a:custGeom>
              <a:avLst/>
              <a:pathLst>
                <a:path w="5327" h="2662">
                  <a:moveTo>
                    <a:pt x="5243" y="1343"/>
                  </a:moveTo>
                  <a:lnTo>
                    <a:pt x="3360" y="2662"/>
                  </a:lnTo>
                  <a:lnTo>
                    <a:pt x="2460" y="2602"/>
                  </a:lnTo>
                  <a:lnTo>
                    <a:pt x="646" y="1619"/>
                  </a:lnTo>
                  <a:lnTo>
                    <a:pt x="128" y="1107"/>
                  </a:lnTo>
                  <a:lnTo>
                    <a:pt x="0" y="877"/>
                  </a:lnTo>
                  <a:lnTo>
                    <a:pt x="1188" y="0"/>
                  </a:lnTo>
                  <a:lnTo>
                    <a:pt x="4482" y="321"/>
                  </a:lnTo>
                  <a:lnTo>
                    <a:pt x="5257" y="506"/>
                  </a:lnTo>
                  <a:lnTo>
                    <a:pt x="5327" y="101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3447914" y="3295808"/>
              <a:ext cx="2228" cy="1712"/>
            </a:xfrm>
            <a:custGeom>
              <a:avLst/>
              <a:pathLst>
                <a:path w="2228" h="1712">
                  <a:moveTo>
                    <a:pt x="2228" y="1006"/>
                  </a:moveTo>
                  <a:lnTo>
                    <a:pt x="1757" y="1148"/>
                  </a:lnTo>
                  <a:lnTo>
                    <a:pt x="1141" y="1029"/>
                  </a:lnTo>
                  <a:lnTo>
                    <a:pt x="1160" y="1274"/>
                  </a:lnTo>
                  <a:lnTo>
                    <a:pt x="1672" y="1586"/>
                  </a:lnTo>
                  <a:lnTo>
                    <a:pt x="1123" y="1712"/>
                  </a:lnTo>
                  <a:lnTo>
                    <a:pt x="449" y="1401"/>
                  </a:lnTo>
                  <a:lnTo>
                    <a:pt x="0" y="745"/>
                  </a:lnTo>
                  <a:lnTo>
                    <a:pt x="327" y="144"/>
                  </a:lnTo>
                  <a:lnTo>
                    <a:pt x="974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3429798" y="3295513"/>
              <a:ext cx="3196" cy="2785"/>
            </a:xfrm>
            <a:custGeom>
              <a:avLst/>
              <a:pathLst>
                <a:path w="3196" h="2785">
                  <a:moveTo>
                    <a:pt x="380" y="2722"/>
                  </a:moveTo>
                  <a:lnTo>
                    <a:pt x="0" y="2785"/>
                  </a:lnTo>
                  <a:lnTo>
                    <a:pt x="155" y="2201"/>
                  </a:lnTo>
                  <a:lnTo>
                    <a:pt x="1213" y="693"/>
                  </a:lnTo>
                  <a:lnTo>
                    <a:pt x="3196" y="0"/>
                  </a:lnTo>
                  <a:lnTo>
                    <a:pt x="2944" y="608"/>
                  </a:lnTo>
                  <a:lnTo>
                    <a:pt x="2306" y="135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3444016" y="3289949"/>
              <a:ext cx="12325" cy="3768"/>
            </a:xfrm>
            <a:custGeom>
              <a:avLst/>
              <a:pathLst>
                <a:path w="12325" h="3768">
                  <a:moveTo>
                    <a:pt x="4989" y="1183"/>
                  </a:moveTo>
                  <a:lnTo>
                    <a:pt x="5450" y="1359"/>
                  </a:lnTo>
                  <a:lnTo>
                    <a:pt x="9579" y="1025"/>
                  </a:lnTo>
                  <a:lnTo>
                    <a:pt x="10876" y="1998"/>
                  </a:lnTo>
                  <a:lnTo>
                    <a:pt x="12325" y="1949"/>
                  </a:lnTo>
                  <a:lnTo>
                    <a:pt x="8812" y="3768"/>
                  </a:lnTo>
                  <a:lnTo>
                    <a:pt x="7860" y="3240"/>
                  </a:lnTo>
                  <a:lnTo>
                    <a:pt x="7555" y="2845"/>
                  </a:lnTo>
                  <a:lnTo>
                    <a:pt x="7326" y="1970"/>
                  </a:lnTo>
                  <a:lnTo>
                    <a:pt x="5040" y="2206"/>
                  </a:lnTo>
                  <a:lnTo>
                    <a:pt x="4309" y="2029"/>
                  </a:lnTo>
                  <a:lnTo>
                    <a:pt x="3372" y="2609"/>
                  </a:lnTo>
                  <a:lnTo>
                    <a:pt x="1488" y="2844"/>
                  </a:lnTo>
                  <a:lnTo>
                    <a:pt x="842" y="2841"/>
                  </a:lnTo>
                  <a:lnTo>
                    <a:pt x="24" y="2217"/>
                  </a:lnTo>
                  <a:lnTo>
                    <a:pt x="0" y="1588"/>
                  </a:lnTo>
                  <a:lnTo>
                    <a:pt x="1681" y="1624"/>
                  </a:lnTo>
                  <a:lnTo>
                    <a:pt x="2976" y="815"/>
                  </a:lnTo>
                  <a:lnTo>
                    <a:pt x="3340" y="0"/>
                  </a:lnTo>
                  <a:lnTo>
                    <a:pt x="3978" y="22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3458129" y="3288233"/>
              <a:ext cx="2907" cy="1385"/>
            </a:xfrm>
            <a:custGeom>
              <a:avLst/>
              <a:pathLst>
                <a:path w="2907" h="1385">
                  <a:moveTo>
                    <a:pt x="2570" y="1285"/>
                  </a:moveTo>
                  <a:lnTo>
                    <a:pt x="1281" y="1385"/>
                  </a:lnTo>
                  <a:lnTo>
                    <a:pt x="390" y="597"/>
                  </a:lnTo>
                  <a:lnTo>
                    <a:pt x="0" y="30"/>
                  </a:lnTo>
                  <a:lnTo>
                    <a:pt x="1723" y="0"/>
                  </a:lnTo>
                  <a:lnTo>
                    <a:pt x="2505" y="211"/>
                  </a:lnTo>
                  <a:lnTo>
                    <a:pt x="2907" y="84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3462464" y="3286655"/>
              <a:ext cx="3448" cy="1516"/>
            </a:xfrm>
            <a:custGeom>
              <a:avLst/>
              <a:pathLst>
                <a:path w="3448" h="1516">
                  <a:moveTo>
                    <a:pt x="3448" y="885"/>
                  </a:moveTo>
                  <a:lnTo>
                    <a:pt x="1353" y="1516"/>
                  </a:lnTo>
                  <a:lnTo>
                    <a:pt x="263" y="874"/>
                  </a:lnTo>
                  <a:lnTo>
                    <a:pt x="0" y="614"/>
                  </a:lnTo>
                  <a:lnTo>
                    <a:pt x="1311" y="0"/>
                  </a:lnTo>
                  <a:lnTo>
                    <a:pt x="2003" y="141"/>
                  </a:lnTo>
                  <a:lnTo>
                    <a:pt x="2273" y="346"/>
                  </a:lnTo>
                  <a:lnTo>
                    <a:pt x="3063" y="40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3464345" y="3282093"/>
              <a:ext cx="12934" cy="4684"/>
            </a:xfrm>
            <a:custGeom>
              <a:avLst/>
              <a:pathLst>
                <a:path w="12934" h="4684">
                  <a:moveTo>
                    <a:pt x="9700" y="0"/>
                  </a:moveTo>
                  <a:lnTo>
                    <a:pt x="10921" y="390"/>
                  </a:lnTo>
                  <a:lnTo>
                    <a:pt x="11974" y="129"/>
                  </a:lnTo>
                  <a:lnTo>
                    <a:pt x="12555" y="420"/>
                  </a:lnTo>
                  <a:lnTo>
                    <a:pt x="12934" y="1204"/>
                  </a:lnTo>
                  <a:lnTo>
                    <a:pt x="12906" y="1513"/>
                  </a:lnTo>
                  <a:lnTo>
                    <a:pt x="11324" y="1394"/>
                  </a:lnTo>
                  <a:lnTo>
                    <a:pt x="9848" y="2310"/>
                  </a:lnTo>
                  <a:lnTo>
                    <a:pt x="8099" y="2113"/>
                  </a:lnTo>
                  <a:lnTo>
                    <a:pt x="7866" y="2871"/>
                  </a:lnTo>
                  <a:lnTo>
                    <a:pt x="8236" y="3262"/>
                  </a:lnTo>
                  <a:lnTo>
                    <a:pt x="7764" y="3600"/>
                  </a:lnTo>
                  <a:lnTo>
                    <a:pt x="6265" y="2894"/>
                  </a:lnTo>
                  <a:lnTo>
                    <a:pt x="5080" y="3142"/>
                  </a:lnTo>
                  <a:lnTo>
                    <a:pt x="4696" y="4376"/>
                  </a:lnTo>
                  <a:lnTo>
                    <a:pt x="4179" y="4631"/>
                  </a:lnTo>
                  <a:lnTo>
                    <a:pt x="3875" y="4684"/>
                  </a:lnTo>
                  <a:lnTo>
                    <a:pt x="3403" y="4369"/>
                  </a:lnTo>
                  <a:lnTo>
                    <a:pt x="2440" y="4267"/>
                  </a:lnTo>
                  <a:lnTo>
                    <a:pt x="2349" y="4102"/>
                  </a:lnTo>
                  <a:lnTo>
                    <a:pt x="1747" y="3617"/>
                  </a:lnTo>
                  <a:lnTo>
                    <a:pt x="0" y="4154"/>
                  </a:lnTo>
                  <a:lnTo>
                    <a:pt x="458" y="3519"/>
                  </a:lnTo>
                  <a:lnTo>
                    <a:pt x="2783" y="1852"/>
                  </a:lnTo>
                  <a:lnTo>
                    <a:pt x="3028" y="1342"/>
                  </a:lnTo>
                  <a:lnTo>
                    <a:pt x="5716" y="367"/>
                  </a:lnTo>
                  <a:lnTo>
                    <a:pt x="6986" y="57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3509865" y="3271260"/>
              <a:ext cx="1588" cy="2416"/>
            </a:xfrm>
            <a:custGeom>
              <a:avLst/>
              <a:pathLst>
                <a:path w="1588" h="2416">
                  <a:moveTo>
                    <a:pt x="1149" y="2285"/>
                  </a:moveTo>
                  <a:lnTo>
                    <a:pt x="726" y="2416"/>
                  </a:lnTo>
                  <a:lnTo>
                    <a:pt x="79" y="1875"/>
                  </a:lnTo>
                  <a:lnTo>
                    <a:pt x="0" y="1552"/>
                  </a:lnTo>
                  <a:lnTo>
                    <a:pt x="664" y="927"/>
                  </a:lnTo>
                  <a:lnTo>
                    <a:pt x="1346" y="95"/>
                  </a:lnTo>
                  <a:lnTo>
                    <a:pt x="1588" y="0"/>
                  </a:lnTo>
                  <a:lnTo>
                    <a:pt x="1427" y="167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3498058" y="3270387"/>
              <a:ext cx="7277" cy="2453"/>
            </a:xfrm>
            <a:custGeom>
              <a:avLst/>
              <a:pathLst>
                <a:path w="7277" h="2453">
                  <a:moveTo>
                    <a:pt x="2599" y="2060"/>
                  </a:moveTo>
                  <a:lnTo>
                    <a:pt x="1354" y="2453"/>
                  </a:lnTo>
                  <a:lnTo>
                    <a:pt x="882" y="1938"/>
                  </a:lnTo>
                  <a:lnTo>
                    <a:pt x="672" y="1028"/>
                  </a:lnTo>
                  <a:lnTo>
                    <a:pt x="0" y="467"/>
                  </a:lnTo>
                  <a:lnTo>
                    <a:pt x="503" y="0"/>
                  </a:lnTo>
                  <a:lnTo>
                    <a:pt x="7277" y="618"/>
                  </a:lnTo>
                  <a:lnTo>
                    <a:pt x="6908" y="935"/>
                  </a:lnTo>
                  <a:lnTo>
                    <a:pt x="3619" y="133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3587784" y="3262691"/>
              <a:ext cx="7412" cy="2958"/>
            </a:xfrm>
            <a:custGeom>
              <a:avLst/>
              <a:pathLst>
                <a:path w="7412" h="2958">
                  <a:moveTo>
                    <a:pt x="2256" y="0"/>
                  </a:moveTo>
                  <a:lnTo>
                    <a:pt x="4319" y="356"/>
                  </a:lnTo>
                  <a:lnTo>
                    <a:pt x="5392" y="862"/>
                  </a:lnTo>
                  <a:lnTo>
                    <a:pt x="5665" y="1435"/>
                  </a:lnTo>
                  <a:lnTo>
                    <a:pt x="6889" y="1657"/>
                  </a:lnTo>
                  <a:lnTo>
                    <a:pt x="7051" y="1774"/>
                  </a:lnTo>
                  <a:lnTo>
                    <a:pt x="7284" y="2105"/>
                  </a:lnTo>
                  <a:lnTo>
                    <a:pt x="7412" y="2480"/>
                  </a:lnTo>
                  <a:lnTo>
                    <a:pt x="7404" y="2958"/>
                  </a:lnTo>
                  <a:lnTo>
                    <a:pt x="5281" y="1796"/>
                  </a:lnTo>
                  <a:lnTo>
                    <a:pt x="2337" y="1736"/>
                  </a:lnTo>
                  <a:lnTo>
                    <a:pt x="1667" y="908"/>
                  </a:lnTo>
                  <a:lnTo>
                    <a:pt x="179" y="1381"/>
                  </a:lnTo>
                  <a:lnTo>
                    <a:pt x="14" y="1067"/>
                  </a:lnTo>
                  <a:lnTo>
                    <a:pt x="0" y="662"/>
                  </a:lnTo>
                  <a:lnTo>
                    <a:pt x="203" y="78"/>
                  </a:lnTo>
                  <a:lnTo>
                    <a:pt x="1155" y="31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191662" y="2591840"/>
              <a:ext cx="215" cy="167"/>
            </a:xfrm>
            <a:custGeom>
              <a:avLst/>
              <a:pathLst>
                <a:path w="215" h="167">
                  <a:moveTo>
                    <a:pt x="208" y="24"/>
                  </a:moveTo>
                  <a:lnTo>
                    <a:pt x="215" y="167"/>
                  </a:lnTo>
                  <a:lnTo>
                    <a:pt x="6" y="1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4676783" y="3100308"/>
              <a:ext cx="2314" cy="2622"/>
            </a:xfrm>
            <a:custGeom>
              <a:avLst/>
              <a:pathLst>
                <a:path w="2314" h="2622">
                  <a:moveTo>
                    <a:pt x="1251" y="2511"/>
                  </a:moveTo>
                  <a:lnTo>
                    <a:pt x="667" y="2622"/>
                  </a:lnTo>
                  <a:lnTo>
                    <a:pt x="486" y="2168"/>
                  </a:lnTo>
                  <a:lnTo>
                    <a:pt x="509" y="1567"/>
                  </a:lnTo>
                  <a:lnTo>
                    <a:pt x="183" y="1091"/>
                  </a:lnTo>
                  <a:lnTo>
                    <a:pt x="0" y="561"/>
                  </a:lnTo>
                  <a:lnTo>
                    <a:pt x="161" y="57"/>
                  </a:lnTo>
                  <a:lnTo>
                    <a:pt x="1100" y="0"/>
                  </a:lnTo>
                  <a:lnTo>
                    <a:pt x="2068" y="162"/>
                  </a:lnTo>
                  <a:lnTo>
                    <a:pt x="2314" y="1009"/>
                  </a:lnTo>
                  <a:lnTo>
                    <a:pt x="1618" y="216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4673182" y="3097207"/>
              <a:ext cx="16896" cy="14692"/>
            </a:xfrm>
            <a:custGeom>
              <a:avLst/>
              <a:pathLst>
                <a:path w="16896" h="14692">
                  <a:moveTo>
                    <a:pt x="3929" y="6320"/>
                  </a:moveTo>
                  <a:lnTo>
                    <a:pt x="4688" y="6401"/>
                  </a:lnTo>
                  <a:lnTo>
                    <a:pt x="5153" y="6273"/>
                  </a:lnTo>
                  <a:lnTo>
                    <a:pt x="7241" y="4433"/>
                  </a:lnTo>
                  <a:lnTo>
                    <a:pt x="7788" y="4387"/>
                  </a:lnTo>
                  <a:lnTo>
                    <a:pt x="7736" y="5795"/>
                  </a:lnTo>
                  <a:lnTo>
                    <a:pt x="8273" y="6429"/>
                  </a:lnTo>
                  <a:lnTo>
                    <a:pt x="7594" y="6591"/>
                  </a:lnTo>
                  <a:lnTo>
                    <a:pt x="6307" y="6521"/>
                  </a:lnTo>
                  <a:lnTo>
                    <a:pt x="6012" y="7326"/>
                  </a:lnTo>
                  <a:lnTo>
                    <a:pt x="7311" y="8357"/>
                  </a:lnTo>
                  <a:lnTo>
                    <a:pt x="7958" y="8499"/>
                  </a:lnTo>
                  <a:lnTo>
                    <a:pt x="8487" y="8487"/>
                  </a:lnTo>
                  <a:lnTo>
                    <a:pt x="9471" y="8252"/>
                  </a:lnTo>
                  <a:lnTo>
                    <a:pt x="10263" y="7882"/>
                  </a:lnTo>
                  <a:lnTo>
                    <a:pt x="11489" y="7021"/>
                  </a:lnTo>
                  <a:lnTo>
                    <a:pt x="12221" y="6689"/>
                  </a:lnTo>
                  <a:lnTo>
                    <a:pt x="13612" y="6674"/>
                  </a:lnTo>
                  <a:lnTo>
                    <a:pt x="14337" y="5858"/>
                  </a:lnTo>
                  <a:lnTo>
                    <a:pt x="14670" y="5609"/>
                  </a:lnTo>
                  <a:lnTo>
                    <a:pt x="15484" y="5644"/>
                  </a:lnTo>
                  <a:lnTo>
                    <a:pt x="16222" y="5961"/>
                  </a:lnTo>
                  <a:lnTo>
                    <a:pt x="16663" y="6701"/>
                  </a:lnTo>
                  <a:lnTo>
                    <a:pt x="16896" y="7601"/>
                  </a:lnTo>
                  <a:lnTo>
                    <a:pt x="16719" y="8495"/>
                  </a:lnTo>
                  <a:lnTo>
                    <a:pt x="16230" y="9361"/>
                  </a:lnTo>
                  <a:lnTo>
                    <a:pt x="15329" y="9891"/>
                  </a:lnTo>
                  <a:lnTo>
                    <a:pt x="15533" y="10523"/>
                  </a:lnTo>
                  <a:lnTo>
                    <a:pt x="15294" y="10845"/>
                  </a:lnTo>
                  <a:lnTo>
                    <a:pt x="14842" y="10862"/>
                  </a:lnTo>
                  <a:lnTo>
                    <a:pt x="14457" y="10716"/>
                  </a:lnTo>
                  <a:lnTo>
                    <a:pt x="13890" y="9974"/>
                  </a:lnTo>
                  <a:lnTo>
                    <a:pt x="13210" y="9575"/>
                  </a:lnTo>
                  <a:lnTo>
                    <a:pt x="11576" y="9602"/>
                  </a:lnTo>
                  <a:lnTo>
                    <a:pt x="10842" y="9653"/>
                  </a:lnTo>
                  <a:lnTo>
                    <a:pt x="10715" y="10221"/>
                  </a:lnTo>
                  <a:lnTo>
                    <a:pt x="10327" y="10657"/>
                  </a:lnTo>
                  <a:lnTo>
                    <a:pt x="9922" y="10896"/>
                  </a:lnTo>
                  <a:lnTo>
                    <a:pt x="9370" y="10791"/>
                  </a:lnTo>
                  <a:lnTo>
                    <a:pt x="9268" y="11034"/>
                  </a:lnTo>
                  <a:lnTo>
                    <a:pt x="9562" y="11628"/>
                  </a:lnTo>
                  <a:lnTo>
                    <a:pt x="10278" y="12380"/>
                  </a:lnTo>
                  <a:lnTo>
                    <a:pt x="11512" y="12904"/>
                  </a:lnTo>
                  <a:lnTo>
                    <a:pt x="12236" y="13012"/>
                  </a:lnTo>
                  <a:lnTo>
                    <a:pt x="12336" y="12013"/>
                  </a:lnTo>
                  <a:lnTo>
                    <a:pt x="13210" y="11896"/>
                  </a:lnTo>
                  <a:lnTo>
                    <a:pt x="13985" y="12193"/>
                  </a:lnTo>
                  <a:lnTo>
                    <a:pt x="14546" y="12930"/>
                  </a:lnTo>
                  <a:lnTo>
                    <a:pt x="14089" y="13171"/>
                  </a:lnTo>
                  <a:lnTo>
                    <a:pt x="13686" y="13562"/>
                  </a:lnTo>
                  <a:lnTo>
                    <a:pt x="13603" y="14067"/>
                  </a:lnTo>
                  <a:lnTo>
                    <a:pt x="12817" y="14616"/>
                  </a:lnTo>
                  <a:lnTo>
                    <a:pt x="12351" y="14675"/>
                  </a:lnTo>
                  <a:lnTo>
                    <a:pt x="10874" y="14406"/>
                  </a:lnTo>
                  <a:lnTo>
                    <a:pt x="9995" y="13787"/>
                  </a:lnTo>
                  <a:lnTo>
                    <a:pt x="9785" y="13349"/>
                  </a:lnTo>
                  <a:lnTo>
                    <a:pt x="9244" y="13185"/>
                  </a:lnTo>
                  <a:lnTo>
                    <a:pt x="8633" y="13749"/>
                  </a:lnTo>
                  <a:lnTo>
                    <a:pt x="7978" y="13871"/>
                  </a:lnTo>
                  <a:lnTo>
                    <a:pt x="6699" y="13403"/>
                  </a:lnTo>
                  <a:lnTo>
                    <a:pt x="5517" y="12647"/>
                  </a:lnTo>
                  <a:lnTo>
                    <a:pt x="4778" y="12362"/>
                  </a:lnTo>
                  <a:lnTo>
                    <a:pt x="3629" y="12179"/>
                  </a:lnTo>
                  <a:lnTo>
                    <a:pt x="2993" y="13898"/>
                  </a:lnTo>
                  <a:lnTo>
                    <a:pt x="2113" y="14624"/>
                  </a:lnTo>
                  <a:lnTo>
                    <a:pt x="975" y="14692"/>
                  </a:lnTo>
                  <a:lnTo>
                    <a:pt x="427" y="14549"/>
                  </a:lnTo>
                  <a:lnTo>
                    <a:pt x="125" y="13875"/>
                  </a:lnTo>
                  <a:lnTo>
                    <a:pt x="205" y="13155"/>
                  </a:lnTo>
                  <a:lnTo>
                    <a:pt x="388" y="12465"/>
                  </a:lnTo>
                  <a:lnTo>
                    <a:pt x="745" y="11760"/>
                  </a:lnTo>
                  <a:lnTo>
                    <a:pt x="970" y="10989"/>
                  </a:lnTo>
                  <a:lnTo>
                    <a:pt x="874" y="10262"/>
                  </a:lnTo>
                  <a:lnTo>
                    <a:pt x="462" y="9728"/>
                  </a:lnTo>
                  <a:lnTo>
                    <a:pt x="680" y="8771"/>
                  </a:lnTo>
                  <a:lnTo>
                    <a:pt x="277" y="8022"/>
                  </a:lnTo>
                  <a:lnTo>
                    <a:pt x="416" y="7471"/>
                  </a:lnTo>
                  <a:lnTo>
                    <a:pt x="1077" y="7092"/>
                  </a:lnTo>
                  <a:lnTo>
                    <a:pt x="797" y="6762"/>
                  </a:lnTo>
                  <a:lnTo>
                    <a:pt x="446" y="6675"/>
                  </a:lnTo>
                  <a:lnTo>
                    <a:pt x="194" y="6238"/>
                  </a:lnTo>
                  <a:lnTo>
                    <a:pt x="0" y="5711"/>
                  </a:lnTo>
                  <a:lnTo>
                    <a:pt x="255" y="4718"/>
                  </a:lnTo>
                  <a:lnTo>
                    <a:pt x="637" y="3762"/>
                  </a:lnTo>
                  <a:lnTo>
                    <a:pt x="591" y="2682"/>
                  </a:lnTo>
                  <a:lnTo>
                    <a:pt x="1237" y="1661"/>
                  </a:lnTo>
                  <a:lnTo>
                    <a:pt x="1789" y="521"/>
                  </a:lnTo>
                  <a:lnTo>
                    <a:pt x="2203" y="66"/>
                  </a:lnTo>
                  <a:lnTo>
                    <a:pt x="2721" y="0"/>
                  </a:lnTo>
                  <a:lnTo>
                    <a:pt x="2949" y="318"/>
                  </a:lnTo>
                  <a:lnTo>
                    <a:pt x="3060" y="941"/>
                  </a:lnTo>
                  <a:lnTo>
                    <a:pt x="2857" y="1344"/>
                  </a:lnTo>
                  <a:lnTo>
                    <a:pt x="3341" y="1528"/>
                  </a:lnTo>
                  <a:lnTo>
                    <a:pt x="3468" y="2853"/>
                  </a:lnTo>
                  <a:lnTo>
                    <a:pt x="3165" y="3395"/>
                  </a:lnTo>
                  <a:lnTo>
                    <a:pt x="3120" y="3921"/>
                  </a:lnTo>
                  <a:lnTo>
                    <a:pt x="2489" y="5037"/>
                  </a:lnTo>
                  <a:lnTo>
                    <a:pt x="2673" y="593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4511305" y="3064714"/>
              <a:ext cx="1658" cy="1699"/>
            </a:xfrm>
            <a:custGeom>
              <a:avLst/>
              <a:pathLst>
                <a:path w="1658" h="1699">
                  <a:moveTo>
                    <a:pt x="1658" y="1577"/>
                  </a:moveTo>
                  <a:lnTo>
                    <a:pt x="969" y="1699"/>
                  </a:lnTo>
                  <a:lnTo>
                    <a:pt x="352" y="1412"/>
                  </a:lnTo>
                  <a:lnTo>
                    <a:pt x="0" y="652"/>
                  </a:lnTo>
                  <a:lnTo>
                    <a:pt x="781" y="0"/>
                  </a:lnTo>
                  <a:lnTo>
                    <a:pt x="1181" y="446"/>
                  </a:lnTo>
                  <a:lnTo>
                    <a:pt x="1477" y="94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3437065" y="2179082"/>
              <a:ext cx="1902" cy="2395"/>
            </a:xfrm>
            <a:custGeom>
              <a:avLst/>
              <a:pathLst>
                <a:path w="1902" h="2395">
                  <a:moveTo>
                    <a:pt x="1618" y="1840"/>
                  </a:moveTo>
                  <a:lnTo>
                    <a:pt x="1314" y="2395"/>
                  </a:lnTo>
                  <a:lnTo>
                    <a:pt x="259" y="2170"/>
                  </a:lnTo>
                  <a:lnTo>
                    <a:pt x="47" y="1475"/>
                  </a:lnTo>
                  <a:lnTo>
                    <a:pt x="0" y="987"/>
                  </a:lnTo>
                  <a:lnTo>
                    <a:pt x="660" y="0"/>
                  </a:lnTo>
                  <a:lnTo>
                    <a:pt x="1405" y="424"/>
                  </a:lnTo>
                  <a:lnTo>
                    <a:pt x="1692" y="890"/>
                  </a:lnTo>
                  <a:lnTo>
                    <a:pt x="1902" y="983"/>
                  </a:lnTo>
                  <a:lnTo>
                    <a:pt x="1898" y="1382"/>
                  </a:lnTo>
                  <a:lnTo>
                    <a:pt x="1817" y="167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3437239" y="2171479"/>
              <a:ext cx="1150" cy="2306"/>
            </a:xfrm>
            <a:custGeom>
              <a:avLst/>
              <a:pathLst>
                <a:path w="1150" h="2306">
                  <a:moveTo>
                    <a:pt x="1150" y="1940"/>
                  </a:moveTo>
                  <a:lnTo>
                    <a:pt x="1009" y="2306"/>
                  </a:lnTo>
                  <a:lnTo>
                    <a:pt x="236" y="1644"/>
                  </a:lnTo>
                  <a:lnTo>
                    <a:pt x="0" y="399"/>
                  </a:lnTo>
                  <a:lnTo>
                    <a:pt x="24" y="136"/>
                  </a:lnTo>
                  <a:lnTo>
                    <a:pt x="154" y="0"/>
                  </a:lnTo>
                  <a:lnTo>
                    <a:pt x="461" y="239"/>
                  </a:lnTo>
                  <a:lnTo>
                    <a:pt x="870" y="328"/>
                  </a:lnTo>
                  <a:lnTo>
                    <a:pt x="1127" y="73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525283" y="3178327"/>
              <a:ext cx="1163" cy="3861"/>
            </a:xfrm>
            <a:custGeom>
              <a:avLst/>
              <a:pathLst>
                <a:path w="1163" h="3861">
                  <a:moveTo>
                    <a:pt x="405" y="3311"/>
                  </a:moveTo>
                  <a:lnTo>
                    <a:pt x="87" y="3861"/>
                  </a:lnTo>
                  <a:lnTo>
                    <a:pt x="0" y="3230"/>
                  </a:lnTo>
                  <a:lnTo>
                    <a:pt x="577" y="469"/>
                  </a:lnTo>
                  <a:lnTo>
                    <a:pt x="1163" y="0"/>
                  </a:lnTo>
                  <a:lnTo>
                    <a:pt x="1037" y="143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414296" y="3022202"/>
              <a:ext cx="2378" cy="3094"/>
            </a:xfrm>
            <a:custGeom>
              <a:avLst/>
              <a:pathLst>
                <a:path w="2378" h="3094">
                  <a:moveTo>
                    <a:pt x="2378" y="1646"/>
                  </a:moveTo>
                  <a:lnTo>
                    <a:pt x="1931" y="3094"/>
                  </a:lnTo>
                  <a:lnTo>
                    <a:pt x="1199" y="2848"/>
                  </a:lnTo>
                  <a:lnTo>
                    <a:pt x="464" y="3086"/>
                  </a:lnTo>
                  <a:lnTo>
                    <a:pt x="2" y="2123"/>
                  </a:lnTo>
                  <a:lnTo>
                    <a:pt x="0" y="1868"/>
                  </a:lnTo>
                  <a:lnTo>
                    <a:pt x="552" y="2111"/>
                  </a:lnTo>
                  <a:lnTo>
                    <a:pt x="756" y="1797"/>
                  </a:lnTo>
                  <a:lnTo>
                    <a:pt x="886" y="1398"/>
                  </a:lnTo>
                  <a:lnTo>
                    <a:pt x="1088" y="1289"/>
                  </a:lnTo>
                  <a:lnTo>
                    <a:pt x="1223" y="719"/>
                  </a:lnTo>
                  <a:lnTo>
                    <a:pt x="1695" y="0"/>
                  </a:lnTo>
                  <a:lnTo>
                    <a:pt x="1966" y="19"/>
                  </a:lnTo>
                  <a:lnTo>
                    <a:pt x="2249" y="93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416107" y="3019431"/>
              <a:ext cx="1310" cy="2239"/>
            </a:xfrm>
            <a:custGeom>
              <a:avLst/>
              <a:pathLst>
                <a:path w="1310" h="2239">
                  <a:moveTo>
                    <a:pt x="1310" y="2237"/>
                  </a:moveTo>
                  <a:lnTo>
                    <a:pt x="716" y="2239"/>
                  </a:lnTo>
                  <a:lnTo>
                    <a:pt x="498" y="2122"/>
                  </a:lnTo>
                  <a:lnTo>
                    <a:pt x="392" y="1437"/>
                  </a:lnTo>
                  <a:lnTo>
                    <a:pt x="0" y="1135"/>
                  </a:lnTo>
                  <a:lnTo>
                    <a:pt x="217" y="907"/>
                  </a:lnTo>
                  <a:lnTo>
                    <a:pt x="295" y="479"/>
                  </a:lnTo>
                  <a:lnTo>
                    <a:pt x="533" y="0"/>
                  </a:lnTo>
                  <a:lnTo>
                    <a:pt x="957" y="52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422981" y="3012637"/>
              <a:ext cx="1388" cy="1758"/>
            </a:xfrm>
            <a:custGeom>
              <a:avLst/>
              <a:pathLst>
                <a:path w="1388" h="1758">
                  <a:moveTo>
                    <a:pt x="771" y="1635"/>
                  </a:moveTo>
                  <a:lnTo>
                    <a:pt x="240" y="1758"/>
                  </a:lnTo>
                  <a:lnTo>
                    <a:pt x="65" y="1697"/>
                  </a:lnTo>
                  <a:lnTo>
                    <a:pt x="76" y="979"/>
                  </a:lnTo>
                  <a:lnTo>
                    <a:pt x="0" y="659"/>
                  </a:lnTo>
                  <a:lnTo>
                    <a:pt x="471" y="0"/>
                  </a:lnTo>
                  <a:lnTo>
                    <a:pt x="1135" y="317"/>
                  </a:lnTo>
                  <a:lnTo>
                    <a:pt x="1388" y="817"/>
                  </a:lnTo>
                  <a:lnTo>
                    <a:pt x="736" y="121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391036" y="2985844"/>
              <a:ext cx="34971" cy="41105"/>
            </a:xfrm>
            <a:custGeom>
              <a:avLst/>
              <a:pathLst>
                <a:path w="34971" h="41105">
                  <a:moveTo>
                    <a:pt x="3754" y="1596"/>
                  </a:moveTo>
                  <a:lnTo>
                    <a:pt x="4849" y="1650"/>
                  </a:lnTo>
                  <a:lnTo>
                    <a:pt x="5470" y="1295"/>
                  </a:lnTo>
                  <a:lnTo>
                    <a:pt x="6025" y="1362"/>
                  </a:lnTo>
                  <a:lnTo>
                    <a:pt x="6653" y="2149"/>
                  </a:lnTo>
                  <a:lnTo>
                    <a:pt x="7410" y="2593"/>
                  </a:lnTo>
                  <a:lnTo>
                    <a:pt x="7938" y="2511"/>
                  </a:lnTo>
                  <a:lnTo>
                    <a:pt x="8395" y="2673"/>
                  </a:lnTo>
                  <a:lnTo>
                    <a:pt x="8801" y="3233"/>
                  </a:lnTo>
                  <a:lnTo>
                    <a:pt x="9838" y="3721"/>
                  </a:lnTo>
                  <a:lnTo>
                    <a:pt x="10290" y="4041"/>
                  </a:lnTo>
                  <a:lnTo>
                    <a:pt x="10683" y="4531"/>
                  </a:lnTo>
                  <a:lnTo>
                    <a:pt x="11119" y="4914"/>
                  </a:lnTo>
                  <a:lnTo>
                    <a:pt x="13860" y="6217"/>
                  </a:lnTo>
                  <a:lnTo>
                    <a:pt x="15812" y="6851"/>
                  </a:lnTo>
                  <a:lnTo>
                    <a:pt x="18243" y="6557"/>
                  </a:lnTo>
                  <a:lnTo>
                    <a:pt x="18964" y="6192"/>
                  </a:lnTo>
                  <a:lnTo>
                    <a:pt x="19653" y="5659"/>
                  </a:lnTo>
                  <a:lnTo>
                    <a:pt x="20245" y="6156"/>
                  </a:lnTo>
                  <a:lnTo>
                    <a:pt x="20833" y="6915"/>
                  </a:lnTo>
                  <a:lnTo>
                    <a:pt x="20718" y="6096"/>
                  </a:lnTo>
                  <a:lnTo>
                    <a:pt x="20913" y="5384"/>
                  </a:lnTo>
                  <a:lnTo>
                    <a:pt x="21507" y="4819"/>
                  </a:lnTo>
                  <a:lnTo>
                    <a:pt x="22173" y="4464"/>
                  </a:lnTo>
                  <a:lnTo>
                    <a:pt x="23270" y="4490"/>
                  </a:lnTo>
                  <a:lnTo>
                    <a:pt x="24340" y="4339"/>
                  </a:lnTo>
                  <a:lnTo>
                    <a:pt x="24814" y="4009"/>
                  </a:lnTo>
                  <a:lnTo>
                    <a:pt x="25302" y="3963"/>
                  </a:lnTo>
                  <a:lnTo>
                    <a:pt x="25937" y="4369"/>
                  </a:lnTo>
                  <a:lnTo>
                    <a:pt x="26572" y="4594"/>
                  </a:lnTo>
                  <a:lnTo>
                    <a:pt x="27007" y="4071"/>
                  </a:lnTo>
                  <a:lnTo>
                    <a:pt x="27750" y="2835"/>
                  </a:lnTo>
                  <a:lnTo>
                    <a:pt x="28151" y="2405"/>
                  </a:lnTo>
                  <a:lnTo>
                    <a:pt x="30005" y="2781"/>
                  </a:lnTo>
                  <a:lnTo>
                    <a:pt x="30528" y="2793"/>
                  </a:lnTo>
                  <a:lnTo>
                    <a:pt x="31434" y="1496"/>
                  </a:lnTo>
                  <a:lnTo>
                    <a:pt x="32040" y="1515"/>
                  </a:lnTo>
                  <a:lnTo>
                    <a:pt x="33766" y="2547"/>
                  </a:lnTo>
                  <a:lnTo>
                    <a:pt x="34501" y="3832"/>
                  </a:lnTo>
                  <a:lnTo>
                    <a:pt x="34431" y="6179"/>
                  </a:lnTo>
                  <a:lnTo>
                    <a:pt x="34489" y="7006"/>
                  </a:lnTo>
                  <a:lnTo>
                    <a:pt x="34627" y="7822"/>
                  </a:lnTo>
                  <a:lnTo>
                    <a:pt x="34684" y="9448"/>
                  </a:lnTo>
                  <a:lnTo>
                    <a:pt x="34472" y="11057"/>
                  </a:lnTo>
                  <a:lnTo>
                    <a:pt x="34444" y="12311"/>
                  </a:lnTo>
                  <a:lnTo>
                    <a:pt x="34536" y="13584"/>
                  </a:lnTo>
                  <a:lnTo>
                    <a:pt x="34451" y="15948"/>
                  </a:lnTo>
                  <a:lnTo>
                    <a:pt x="34717" y="17511"/>
                  </a:lnTo>
                  <a:lnTo>
                    <a:pt x="34584" y="18577"/>
                  </a:lnTo>
                  <a:lnTo>
                    <a:pt x="34582" y="19076"/>
                  </a:lnTo>
                  <a:lnTo>
                    <a:pt x="34833" y="19547"/>
                  </a:lnTo>
                  <a:lnTo>
                    <a:pt x="34955" y="20069"/>
                  </a:lnTo>
                  <a:lnTo>
                    <a:pt x="34862" y="20739"/>
                  </a:lnTo>
                  <a:lnTo>
                    <a:pt x="34971" y="21522"/>
                  </a:lnTo>
                  <a:lnTo>
                    <a:pt x="34864" y="22168"/>
                  </a:lnTo>
                  <a:lnTo>
                    <a:pt x="34477" y="22075"/>
                  </a:lnTo>
                  <a:lnTo>
                    <a:pt x="34350" y="21579"/>
                  </a:lnTo>
                  <a:lnTo>
                    <a:pt x="34422" y="20938"/>
                  </a:lnTo>
                  <a:lnTo>
                    <a:pt x="34352" y="20421"/>
                  </a:lnTo>
                  <a:lnTo>
                    <a:pt x="34150" y="19950"/>
                  </a:lnTo>
                  <a:lnTo>
                    <a:pt x="33462" y="19422"/>
                  </a:lnTo>
                  <a:lnTo>
                    <a:pt x="33664" y="19104"/>
                  </a:lnTo>
                  <a:lnTo>
                    <a:pt x="34016" y="18824"/>
                  </a:lnTo>
                  <a:lnTo>
                    <a:pt x="33752" y="18100"/>
                  </a:lnTo>
                  <a:lnTo>
                    <a:pt x="33312" y="18690"/>
                  </a:lnTo>
                  <a:lnTo>
                    <a:pt x="33066" y="19492"/>
                  </a:lnTo>
                  <a:lnTo>
                    <a:pt x="33208" y="19750"/>
                  </a:lnTo>
                  <a:lnTo>
                    <a:pt x="32937" y="19965"/>
                  </a:lnTo>
                  <a:lnTo>
                    <a:pt x="32360" y="20894"/>
                  </a:lnTo>
                  <a:lnTo>
                    <a:pt x="31945" y="22138"/>
                  </a:lnTo>
                  <a:lnTo>
                    <a:pt x="31776" y="23332"/>
                  </a:lnTo>
                  <a:lnTo>
                    <a:pt x="31819" y="24599"/>
                  </a:lnTo>
                  <a:lnTo>
                    <a:pt x="31480" y="25574"/>
                  </a:lnTo>
                  <a:lnTo>
                    <a:pt x="31015" y="26503"/>
                  </a:lnTo>
                  <a:lnTo>
                    <a:pt x="30899" y="27703"/>
                  </a:lnTo>
                  <a:lnTo>
                    <a:pt x="30926" y="29906"/>
                  </a:lnTo>
                  <a:lnTo>
                    <a:pt x="31330" y="31915"/>
                  </a:lnTo>
                  <a:lnTo>
                    <a:pt x="31549" y="34657"/>
                  </a:lnTo>
                  <a:lnTo>
                    <a:pt x="31214" y="35003"/>
                  </a:lnTo>
                  <a:lnTo>
                    <a:pt x="30203" y="35188"/>
                  </a:lnTo>
                  <a:lnTo>
                    <a:pt x="29704" y="35535"/>
                  </a:lnTo>
                  <a:lnTo>
                    <a:pt x="28882" y="34176"/>
                  </a:lnTo>
                  <a:lnTo>
                    <a:pt x="28399" y="32754"/>
                  </a:lnTo>
                  <a:lnTo>
                    <a:pt x="28772" y="32186"/>
                  </a:lnTo>
                  <a:lnTo>
                    <a:pt x="29591" y="32514"/>
                  </a:lnTo>
                  <a:lnTo>
                    <a:pt x="29842" y="32191"/>
                  </a:lnTo>
                  <a:lnTo>
                    <a:pt x="29908" y="31826"/>
                  </a:lnTo>
                  <a:lnTo>
                    <a:pt x="29838" y="31464"/>
                  </a:lnTo>
                  <a:lnTo>
                    <a:pt x="28830" y="30681"/>
                  </a:lnTo>
                  <a:lnTo>
                    <a:pt x="27698" y="30314"/>
                  </a:lnTo>
                  <a:lnTo>
                    <a:pt x="27339" y="30765"/>
                  </a:lnTo>
                  <a:lnTo>
                    <a:pt x="27463" y="32111"/>
                  </a:lnTo>
                  <a:lnTo>
                    <a:pt x="27347" y="32417"/>
                  </a:lnTo>
                  <a:lnTo>
                    <a:pt x="26549" y="32932"/>
                  </a:lnTo>
                  <a:lnTo>
                    <a:pt x="26129" y="30986"/>
                  </a:lnTo>
                  <a:lnTo>
                    <a:pt x="25088" y="29550"/>
                  </a:lnTo>
                  <a:lnTo>
                    <a:pt x="25126" y="30242"/>
                  </a:lnTo>
                  <a:lnTo>
                    <a:pt x="25558" y="31442"/>
                  </a:lnTo>
                  <a:lnTo>
                    <a:pt x="25511" y="31971"/>
                  </a:lnTo>
                  <a:lnTo>
                    <a:pt x="25344" y="32654"/>
                  </a:lnTo>
                  <a:lnTo>
                    <a:pt x="24925" y="32909"/>
                  </a:lnTo>
                  <a:lnTo>
                    <a:pt x="24727" y="33458"/>
                  </a:lnTo>
                  <a:lnTo>
                    <a:pt x="24727" y="34230"/>
                  </a:lnTo>
                  <a:lnTo>
                    <a:pt x="24587" y="35478"/>
                  </a:lnTo>
                  <a:lnTo>
                    <a:pt x="23905" y="36035"/>
                  </a:lnTo>
                  <a:lnTo>
                    <a:pt x="22241" y="34647"/>
                  </a:lnTo>
                  <a:lnTo>
                    <a:pt x="22126" y="35114"/>
                  </a:lnTo>
                  <a:lnTo>
                    <a:pt x="22151" y="35518"/>
                  </a:lnTo>
                  <a:lnTo>
                    <a:pt x="23001" y="36314"/>
                  </a:lnTo>
                  <a:lnTo>
                    <a:pt x="22609" y="36916"/>
                  </a:lnTo>
                  <a:lnTo>
                    <a:pt x="22314" y="37622"/>
                  </a:lnTo>
                  <a:lnTo>
                    <a:pt x="21841" y="39474"/>
                  </a:lnTo>
                  <a:lnTo>
                    <a:pt x="21077" y="41009"/>
                  </a:lnTo>
                  <a:lnTo>
                    <a:pt x="20701" y="41105"/>
                  </a:lnTo>
                  <a:lnTo>
                    <a:pt x="19424" y="40862"/>
                  </a:lnTo>
                  <a:lnTo>
                    <a:pt x="17998" y="39564"/>
                  </a:lnTo>
                  <a:lnTo>
                    <a:pt x="16717" y="39713"/>
                  </a:lnTo>
                  <a:lnTo>
                    <a:pt x="14575" y="39619"/>
                  </a:lnTo>
                  <a:lnTo>
                    <a:pt x="13217" y="40098"/>
                  </a:lnTo>
                  <a:lnTo>
                    <a:pt x="12932" y="38671"/>
                  </a:lnTo>
                  <a:lnTo>
                    <a:pt x="12636" y="38163"/>
                  </a:lnTo>
                  <a:lnTo>
                    <a:pt x="12756" y="37712"/>
                  </a:lnTo>
                  <a:lnTo>
                    <a:pt x="13838" y="37409"/>
                  </a:lnTo>
                  <a:lnTo>
                    <a:pt x="14950" y="37422"/>
                  </a:lnTo>
                  <a:lnTo>
                    <a:pt x="14776" y="36877"/>
                  </a:lnTo>
                  <a:lnTo>
                    <a:pt x="14478" y="36675"/>
                  </a:lnTo>
                  <a:lnTo>
                    <a:pt x="13992" y="36807"/>
                  </a:lnTo>
                  <a:lnTo>
                    <a:pt x="12575" y="36332"/>
                  </a:lnTo>
                  <a:lnTo>
                    <a:pt x="11609" y="36545"/>
                  </a:lnTo>
                  <a:lnTo>
                    <a:pt x="10942" y="35870"/>
                  </a:lnTo>
                  <a:lnTo>
                    <a:pt x="9796" y="33526"/>
                  </a:lnTo>
                  <a:lnTo>
                    <a:pt x="9118" y="32442"/>
                  </a:lnTo>
                  <a:lnTo>
                    <a:pt x="8716" y="32020"/>
                  </a:lnTo>
                  <a:lnTo>
                    <a:pt x="8244" y="31788"/>
                  </a:lnTo>
                  <a:lnTo>
                    <a:pt x="7961" y="31443"/>
                  </a:lnTo>
                  <a:lnTo>
                    <a:pt x="5885" y="26111"/>
                  </a:lnTo>
                  <a:lnTo>
                    <a:pt x="5591" y="24873"/>
                  </a:lnTo>
                  <a:lnTo>
                    <a:pt x="5229" y="21739"/>
                  </a:lnTo>
                  <a:lnTo>
                    <a:pt x="6876" y="23240"/>
                  </a:lnTo>
                  <a:lnTo>
                    <a:pt x="7462" y="24189"/>
                  </a:lnTo>
                  <a:lnTo>
                    <a:pt x="7778" y="25393"/>
                  </a:lnTo>
                  <a:lnTo>
                    <a:pt x="8336" y="23933"/>
                  </a:lnTo>
                  <a:lnTo>
                    <a:pt x="8235" y="23463"/>
                  </a:lnTo>
                  <a:lnTo>
                    <a:pt x="6757" y="21692"/>
                  </a:lnTo>
                  <a:lnTo>
                    <a:pt x="6561" y="21179"/>
                  </a:lnTo>
                  <a:lnTo>
                    <a:pt x="6480" y="20570"/>
                  </a:lnTo>
                  <a:lnTo>
                    <a:pt x="6133" y="21183"/>
                  </a:lnTo>
                  <a:lnTo>
                    <a:pt x="5570" y="21266"/>
                  </a:lnTo>
                  <a:lnTo>
                    <a:pt x="5798" y="20015"/>
                  </a:lnTo>
                  <a:lnTo>
                    <a:pt x="5601" y="18792"/>
                  </a:lnTo>
                  <a:lnTo>
                    <a:pt x="3872" y="16102"/>
                  </a:lnTo>
                  <a:lnTo>
                    <a:pt x="2548" y="13554"/>
                  </a:lnTo>
                  <a:lnTo>
                    <a:pt x="1247" y="10413"/>
                  </a:lnTo>
                  <a:lnTo>
                    <a:pt x="1135" y="10011"/>
                  </a:lnTo>
                  <a:lnTo>
                    <a:pt x="1118" y="9334"/>
                  </a:lnTo>
                  <a:lnTo>
                    <a:pt x="488" y="7231"/>
                  </a:lnTo>
                  <a:lnTo>
                    <a:pt x="154" y="5671"/>
                  </a:lnTo>
                  <a:lnTo>
                    <a:pt x="0" y="4304"/>
                  </a:lnTo>
                  <a:lnTo>
                    <a:pt x="601" y="1543"/>
                  </a:lnTo>
                  <a:lnTo>
                    <a:pt x="685" y="0"/>
                  </a:lnTo>
                  <a:lnTo>
                    <a:pt x="1631" y="68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423876" y="2983485"/>
              <a:ext cx="1131" cy="1247"/>
            </a:xfrm>
            <a:custGeom>
              <a:avLst/>
              <a:pathLst>
                <a:path w="1131" h="1247">
                  <a:moveTo>
                    <a:pt x="1131" y="167"/>
                  </a:moveTo>
                  <a:lnTo>
                    <a:pt x="667" y="1247"/>
                  </a:lnTo>
                  <a:lnTo>
                    <a:pt x="91" y="569"/>
                  </a:lnTo>
                  <a:lnTo>
                    <a:pt x="0" y="256"/>
                  </a:lnTo>
                  <a:lnTo>
                    <a:pt x="717" y="0"/>
                  </a:lnTo>
                  <a:lnTo>
                    <a:pt x="956" y="2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391642" y="2982609"/>
              <a:ext cx="763" cy="2079"/>
            </a:xfrm>
            <a:custGeom>
              <a:avLst/>
              <a:pathLst>
                <a:path w="763" h="2079">
                  <a:moveTo>
                    <a:pt x="702" y="926"/>
                  </a:moveTo>
                  <a:lnTo>
                    <a:pt x="358" y="2079"/>
                  </a:lnTo>
                  <a:lnTo>
                    <a:pt x="0" y="626"/>
                  </a:lnTo>
                  <a:lnTo>
                    <a:pt x="388" y="416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422865" y="2980749"/>
              <a:ext cx="4387" cy="2654"/>
            </a:xfrm>
            <a:custGeom>
              <a:avLst/>
              <a:pathLst>
                <a:path w="4387" h="2654">
                  <a:moveTo>
                    <a:pt x="2987" y="0"/>
                  </a:moveTo>
                  <a:lnTo>
                    <a:pt x="3881" y="840"/>
                  </a:lnTo>
                  <a:lnTo>
                    <a:pt x="4387" y="1750"/>
                  </a:lnTo>
                  <a:lnTo>
                    <a:pt x="3723" y="2504"/>
                  </a:lnTo>
                  <a:lnTo>
                    <a:pt x="3238" y="2654"/>
                  </a:lnTo>
                  <a:lnTo>
                    <a:pt x="2923" y="1780"/>
                  </a:lnTo>
                  <a:lnTo>
                    <a:pt x="1926" y="2100"/>
                  </a:lnTo>
                  <a:lnTo>
                    <a:pt x="871" y="2018"/>
                  </a:lnTo>
                  <a:lnTo>
                    <a:pt x="91" y="1356"/>
                  </a:lnTo>
                  <a:lnTo>
                    <a:pt x="0" y="1027"/>
                  </a:lnTo>
                  <a:lnTo>
                    <a:pt x="457" y="695"/>
                  </a:lnTo>
                  <a:lnTo>
                    <a:pt x="1775" y="71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420564" y="2972646"/>
              <a:ext cx="5260" cy="7477"/>
            </a:xfrm>
            <a:custGeom>
              <a:avLst/>
              <a:pathLst>
                <a:path w="5260" h="7477">
                  <a:moveTo>
                    <a:pt x="2206" y="441"/>
                  </a:moveTo>
                  <a:lnTo>
                    <a:pt x="3886" y="2963"/>
                  </a:lnTo>
                  <a:lnTo>
                    <a:pt x="4757" y="3357"/>
                  </a:lnTo>
                  <a:lnTo>
                    <a:pt x="5015" y="3623"/>
                  </a:lnTo>
                  <a:lnTo>
                    <a:pt x="4944" y="4734"/>
                  </a:lnTo>
                  <a:lnTo>
                    <a:pt x="4575" y="5210"/>
                  </a:lnTo>
                  <a:lnTo>
                    <a:pt x="5260" y="5836"/>
                  </a:lnTo>
                  <a:lnTo>
                    <a:pt x="5169" y="6242"/>
                  </a:lnTo>
                  <a:lnTo>
                    <a:pt x="5035" y="6227"/>
                  </a:lnTo>
                  <a:lnTo>
                    <a:pt x="4192" y="7081"/>
                  </a:lnTo>
                  <a:lnTo>
                    <a:pt x="3202" y="7477"/>
                  </a:lnTo>
                  <a:lnTo>
                    <a:pt x="2899" y="7181"/>
                  </a:lnTo>
                  <a:lnTo>
                    <a:pt x="2646" y="6790"/>
                  </a:lnTo>
                  <a:lnTo>
                    <a:pt x="2437" y="6220"/>
                  </a:lnTo>
                  <a:lnTo>
                    <a:pt x="1166" y="4024"/>
                  </a:lnTo>
                  <a:lnTo>
                    <a:pt x="1312" y="3422"/>
                  </a:lnTo>
                  <a:lnTo>
                    <a:pt x="1032" y="2503"/>
                  </a:lnTo>
                  <a:lnTo>
                    <a:pt x="426" y="2573"/>
                  </a:lnTo>
                  <a:lnTo>
                    <a:pt x="0" y="2013"/>
                  </a:lnTo>
                  <a:lnTo>
                    <a:pt x="680" y="1472"/>
                  </a:lnTo>
                  <a:lnTo>
                    <a:pt x="1568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383396" y="2970612"/>
              <a:ext cx="2861" cy="7532"/>
            </a:xfrm>
            <a:custGeom>
              <a:avLst/>
              <a:pathLst>
                <a:path w="2861" h="7532">
                  <a:moveTo>
                    <a:pt x="845" y="7475"/>
                  </a:moveTo>
                  <a:lnTo>
                    <a:pt x="569" y="7532"/>
                  </a:lnTo>
                  <a:lnTo>
                    <a:pt x="351" y="6747"/>
                  </a:lnTo>
                  <a:lnTo>
                    <a:pt x="463" y="5626"/>
                  </a:lnTo>
                  <a:lnTo>
                    <a:pt x="0" y="4518"/>
                  </a:lnTo>
                  <a:lnTo>
                    <a:pt x="252" y="3403"/>
                  </a:lnTo>
                  <a:lnTo>
                    <a:pt x="219" y="2201"/>
                  </a:lnTo>
                  <a:lnTo>
                    <a:pt x="386" y="1671"/>
                  </a:lnTo>
                  <a:lnTo>
                    <a:pt x="953" y="1087"/>
                  </a:lnTo>
                  <a:lnTo>
                    <a:pt x="1043" y="49"/>
                  </a:lnTo>
                  <a:lnTo>
                    <a:pt x="1534" y="0"/>
                  </a:lnTo>
                  <a:lnTo>
                    <a:pt x="2391" y="807"/>
                  </a:lnTo>
                  <a:lnTo>
                    <a:pt x="2670" y="2860"/>
                  </a:lnTo>
                  <a:lnTo>
                    <a:pt x="2530" y="4098"/>
                  </a:lnTo>
                  <a:lnTo>
                    <a:pt x="2861" y="5211"/>
                  </a:lnTo>
                  <a:lnTo>
                    <a:pt x="2585" y="6163"/>
                  </a:lnTo>
                  <a:lnTo>
                    <a:pt x="1858" y="694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395599" y="2954968"/>
              <a:ext cx="2144" cy="1373"/>
            </a:xfrm>
            <a:custGeom>
              <a:avLst/>
              <a:pathLst>
                <a:path w="2144" h="1373">
                  <a:moveTo>
                    <a:pt x="1760" y="449"/>
                  </a:moveTo>
                  <a:lnTo>
                    <a:pt x="2088" y="1110"/>
                  </a:lnTo>
                  <a:lnTo>
                    <a:pt x="2144" y="1373"/>
                  </a:lnTo>
                  <a:lnTo>
                    <a:pt x="1348" y="852"/>
                  </a:lnTo>
                  <a:lnTo>
                    <a:pt x="0" y="962"/>
                  </a:lnTo>
                  <a:lnTo>
                    <a:pt x="845" y="0"/>
                  </a:lnTo>
                  <a:lnTo>
                    <a:pt x="1508" y="18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397035" y="2952954"/>
              <a:ext cx="1951" cy="1490"/>
            </a:xfrm>
            <a:custGeom>
              <a:avLst/>
              <a:pathLst>
                <a:path w="1951" h="1490">
                  <a:moveTo>
                    <a:pt x="1951" y="567"/>
                  </a:moveTo>
                  <a:lnTo>
                    <a:pt x="525" y="1490"/>
                  </a:lnTo>
                  <a:lnTo>
                    <a:pt x="0" y="1066"/>
                  </a:lnTo>
                  <a:lnTo>
                    <a:pt x="52" y="374"/>
                  </a:lnTo>
                  <a:lnTo>
                    <a:pt x="142" y="66"/>
                  </a:lnTo>
                  <a:lnTo>
                    <a:pt x="1383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314351" y="2914992"/>
              <a:ext cx="14974" cy="6727"/>
            </a:xfrm>
            <a:custGeom>
              <a:avLst/>
              <a:pathLst>
                <a:path w="14974" h="6727">
                  <a:moveTo>
                    <a:pt x="9989" y="2039"/>
                  </a:moveTo>
                  <a:lnTo>
                    <a:pt x="12254" y="2365"/>
                  </a:lnTo>
                  <a:lnTo>
                    <a:pt x="13134" y="1863"/>
                  </a:lnTo>
                  <a:lnTo>
                    <a:pt x="14247" y="2269"/>
                  </a:lnTo>
                  <a:lnTo>
                    <a:pt x="14974" y="3624"/>
                  </a:lnTo>
                  <a:lnTo>
                    <a:pt x="14436" y="4297"/>
                  </a:lnTo>
                  <a:lnTo>
                    <a:pt x="13919" y="4395"/>
                  </a:lnTo>
                  <a:lnTo>
                    <a:pt x="12251" y="3839"/>
                  </a:lnTo>
                  <a:lnTo>
                    <a:pt x="10693" y="4260"/>
                  </a:lnTo>
                  <a:lnTo>
                    <a:pt x="10232" y="4820"/>
                  </a:lnTo>
                  <a:lnTo>
                    <a:pt x="9930" y="6062"/>
                  </a:lnTo>
                  <a:lnTo>
                    <a:pt x="8588" y="6727"/>
                  </a:lnTo>
                  <a:lnTo>
                    <a:pt x="7962" y="5975"/>
                  </a:lnTo>
                  <a:lnTo>
                    <a:pt x="6328" y="5438"/>
                  </a:lnTo>
                  <a:lnTo>
                    <a:pt x="5743" y="6228"/>
                  </a:lnTo>
                  <a:lnTo>
                    <a:pt x="4590" y="6017"/>
                  </a:lnTo>
                  <a:lnTo>
                    <a:pt x="3520" y="6335"/>
                  </a:lnTo>
                  <a:lnTo>
                    <a:pt x="2028" y="6145"/>
                  </a:lnTo>
                  <a:lnTo>
                    <a:pt x="460" y="4782"/>
                  </a:lnTo>
                  <a:lnTo>
                    <a:pt x="0" y="4151"/>
                  </a:lnTo>
                  <a:lnTo>
                    <a:pt x="363" y="3015"/>
                  </a:lnTo>
                  <a:lnTo>
                    <a:pt x="927" y="2180"/>
                  </a:lnTo>
                  <a:lnTo>
                    <a:pt x="5214" y="995"/>
                  </a:lnTo>
                  <a:lnTo>
                    <a:pt x="7506" y="0"/>
                  </a:lnTo>
                  <a:lnTo>
                    <a:pt x="9364" y="175"/>
                  </a:lnTo>
                  <a:lnTo>
                    <a:pt x="9880" y="386"/>
                  </a:lnTo>
                  <a:lnTo>
                    <a:pt x="10357" y="892"/>
                  </a:lnTo>
                  <a:lnTo>
                    <a:pt x="10004" y="181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473815" y="2800799"/>
              <a:ext cx="1352" cy="4272"/>
            </a:xfrm>
            <a:custGeom>
              <a:avLst/>
              <a:pathLst>
                <a:path w="1352" h="4272">
                  <a:moveTo>
                    <a:pt x="1352" y="433"/>
                  </a:moveTo>
                  <a:lnTo>
                    <a:pt x="538" y="4272"/>
                  </a:lnTo>
                  <a:lnTo>
                    <a:pt x="291" y="4199"/>
                  </a:lnTo>
                  <a:lnTo>
                    <a:pt x="0" y="3621"/>
                  </a:lnTo>
                  <a:lnTo>
                    <a:pt x="48" y="1398"/>
                  </a:lnTo>
                  <a:lnTo>
                    <a:pt x="375" y="0"/>
                  </a:lnTo>
                  <a:lnTo>
                    <a:pt x="1192" y="23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473524" y="2795562"/>
              <a:ext cx="962" cy="4199"/>
            </a:xfrm>
            <a:custGeom>
              <a:avLst/>
              <a:pathLst>
                <a:path w="962" h="4199">
                  <a:moveTo>
                    <a:pt x="732" y="3990"/>
                  </a:moveTo>
                  <a:lnTo>
                    <a:pt x="528" y="4199"/>
                  </a:lnTo>
                  <a:lnTo>
                    <a:pt x="108" y="2865"/>
                  </a:lnTo>
                  <a:lnTo>
                    <a:pt x="0" y="1520"/>
                  </a:lnTo>
                  <a:lnTo>
                    <a:pt x="140" y="272"/>
                  </a:lnTo>
                  <a:lnTo>
                    <a:pt x="636" y="0"/>
                  </a:lnTo>
                  <a:lnTo>
                    <a:pt x="962" y="114"/>
                  </a:lnTo>
                  <a:lnTo>
                    <a:pt x="580" y="239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090770" y="2774505"/>
              <a:ext cx="2599" cy="8010"/>
            </a:xfrm>
            <a:custGeom>
              <a:avLst/>
              <a:pathLst>
                <a:path w="2599" h="8010">
                  <a:moveTo>
                    <a:pt x="2599" y="7432"/>
                  </a:moveTo>
                  <a:lnTo>
                    <a:pt x="2348" y="8010"/>
                  </a:lnTo>
                  <a:lnTo>
                    <a:pt x="530" y="3666"/>
                  </a:lnTo>
                  <a:lnTo>
                    <a:pt x="0" y="691"/>
                  </a:lnTo>
                  <a:lnTo>
                    <a:pt x="367" y="157"/>
                  </a:lnTo>
                  <a:lnTo>
                    <a:pt x="702" y="0"/>
                  </a:lnTo>
                  <a:lnTo>
                    <a:pt x="1779" y="4112"/>
                  </a:lnTo>
                  <a:lnTo>
                    <a:pt x="2113" y="5054"/>
                  </a:lnTo>
                  <a:lnTo>
                    <a:pt x="2115" y="6021"/>
                  </a:lnTo>
                  <a:lnTo>
                    <a:pt x="2271" y="632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469850" y="2763468"/>
              <a:ext cx="3619" cy="14637"/>
            </a:xfrm>
            <a:custGeom>
              <a:avLst/>
              <a:pathLst>
                <a:path w="3619" h="14637">
                  <a:moveTo>
                    <a:pt x="953" y="14252"/>
                  </a:moveTo>
                  <a:lnTo>
                    <a:pt x="712" y="14637"/>
                  </a:lnTo>
                  <a:lnTo>
                    <a:pt x="286" y="13947"/>
                  </a:lnTo>
                  <a:lnTo>
                    <a:pt x="0" y="11471"/>
                  </a:lnTo>
                  <a:lnTo>
                    <a:pt x="211" y="10035"/>
                  </a:lnTo>
                  <a:lnTo>
                    <a:pt x="708" y="8722"/>
                  </a:lnTo>
                  <a:lnTo>
                    <a:pt x="795" y="7996"/>
                  </a:lnTo>
                  <a:lnTo>
                    <a:pt x="581" y="6475"/>
                  </a:lnTo>
                  <a:lnTo>
                    <a:pt x="2011" y="4764"/>
                  </a:lnTo>
                  <a:lnTo>
                    <a:pt x="2373" y="3861"/>
                  </a:lnTo>
                  <a:lnTo>
                    <a:pt x="2510" y="2701"/>
                  </a:lnTo>
                  <a:lnTo>
                    <a:pt x="1983" y="1446"/>
                  </a:lnTo>
                  <a:lnTo>
                    <a:pt x="1580" y="1198"/>
                  </a:lnTo>
                  <a:lnTo>
                    <a:pt x="1932" y="501"/>
                  </a:lnTo>
                  <a:lnTo>
                    <a:pt x="2331" y="148"/>
                  </a:lnTo>
                  <a:lnTo>
                    <a:pt x="2651" y="0"/>
                  </a:lnTo>
                  <a:lnTo>
                    <a:pt x="2889" y="130"/>
                  </a:lnTo>
                  <a:lnTo>
                    <a:pt x="3039" y="2598"/>
                  </a:lnTo>
                  <a:lnTo>
                    <a:pt x="3619" y="3470"/>
                  </a:lnTo>
                  <a:lnTo>
                    <a:pt x="3533" y="4661"/>
                  </a:lnTo>
                  <a:lnTo>
                    <a:pt x="1558" y="10933"/>
                  </a:lnTo>
                  <a:lnTo>
                    <a:pt x="1013" y="1330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451464" y="2745777"/>
              <a:ext cx="2483" cy="4396"/>
            </a:xfrm>
            <a:custGeom>
              <a:avLst/>
              <a:pathLst>
                <a:path w="2483" h="4396">
                  <a:moveTo>
                    <a:pt x="1071" y="422"/>
                  </a:moveTo>
                  <a:lnTo>
                    <a:pt x="1395" y="776"/>
                  </a:lnTo>
                  <a:lnTo>
                    <a:pt x="1690" y="732"/>
                  </a:lnTo>
                  <a:lnTo>
                    <a:pt x="1956" y="964"/>
                  </a:lnTo>
                  <a:lnTo>
                    <a:pt x="1849" y="1874"/>
                  </a:lnTo>
                  <a:lnTo>
                    <a:pt x="2280" y="2899"/>
                  </a:lnTo>
                  <a:lnTo>
                    <a:pt x="2483" y="3623"/>
                  </a:lnTo>
                  <a:lnTo>
                    <a:pt x="2159" y="4208"/>
                  </a:lnTo>
                  <a:lnTo>
                    <a:pt x="1939" y="4396"/>
                  </a:lnTo>
                  <a:lnTo>
                    <a:pt x="1427" y="3907"/>
                  </a:lnTo>
                  <a:lnTo>
                    <a:pt x="0" y="971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446063" y="2728345"/>
              <a:ext cx="817" cy="1589"/>
            </a:xfrm>
            <a:custGeom>
              <a:avLst/>
              <a:pathLst>
                <a:path w="817" h="1589">
                  <a:moveTo>
                    <a:pt x="513" y="1559"/>
                  </a:moveTo>
                  <a:lnTo>
                    <a:pt x="246" y="1589"/>
                  </a:lnTo>
                  <a:lnTo>
                    <a:pt x="0" y="1352"/>
                  </a:lnTo>
                  <a:lnTo>
                    <a:pt x="210" y="796"/>
                  </a:lnTo>
                  <a:lnTo>
                    <a:pt x="246" y="0"/>
                  </a:lnTo>
                  <a:lnTo>
                    <a:pt x="558" y="245"/>
                  </a:lnTo>
                  <a:lnTo>
                    <a:pt x="817" y="134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440453" y="2726086"/>
              <a:ext cx="556" cy="2434"/>
            </a:xfrm>
            <a:custGeom>
              <a:avLst/>
              <a:pathLst>
                <a:path w="556" h="2434">
                  <a:moveTo>
                    <a:pt x="556" y="2013"/>
                  </a:moveTo>
                  <a:lnTo>
                    <a:pt x="228" y="2434"/>
                  </a:lnTo>
                  <a:lnTo>
                    <a:pt x="0" y="1417"/>
                  </a:lnTo>
                  <a:lnTo>
                    <a:pt x="55" y="352"/>
                  </a:lnTo>
                  <a:lnTo>
                    <a:pt x="404" y="0"/>
                  </a:lnTo>
                  <a:lnTo>
                    <a:pt x="552" y="140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113479" y="2706827"/>
              <a:ext cx="1409" cy="2762"/>
            </a:xfrm>
            <a:custGeom>
              <a:avLst/>
              <a:pathLst>
                <a:path w="1409" h="2762">
                  <a:moveTo>
                    <a:pt x="1301" y="1671"/>
                  </a:moveTo>
                  <a:lnTo>
                    <a:pt x="752" y="2762"/>
                  </a:lnTo>
                  <a:lnTo>
                    <a:pt x="89" y="2547"/>
                  </a:lnTo>
                  <a:lnTo>
                    <a:pt x="0" y="1996"/>
                  </a:lnTo>
                  <a:lnTo>
                    <a:pt x="432" y="1092"/>
                  </a:lnTo>
                  <a:lnTo>
                    <a:pt x="1191" y="0"/>
                  </a:lnTo>
                  <a:lnTo>
                    <a:pt x="1409" y="67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31649" y="2699651"/>
              <a:ext cx="1007" cy="2078"/>
            </a:xfrm>
            <a:custGeom>
              <a:avLst/>
              <a:pathLst>
                <a:path w="1007" h="2078">
                  <a:moveTo>
                    <a:pt x="992" y="1924"/>
                  </a:moveTo>
                  <a:lnTo>
                    <a:pt x="766" y="2078"/>
                  </a:lnTo>
                  <a:lnTo>
                    <a:pt x="459" y="2067"/>
                  </a:lnTo>
                  <a:lnTo>
                    <a:pt x="0" y="1815"/>
                  </a:lnTo>
                  <a:lnTo>
                    <a:pt x="399" y="0"/>
                  </a:lnTo>
                  <a:lnTo>
                    <a:pt x="619" y="948"/>
                  </a:lnTo>
                  <a:lnTo>
                    <a:pt x="1007" y="172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31157" y="2698129"/>
              <a:ext cx="766" cy="1533"/>
            </a:xfrm>
            <a:custGeom>
              <a:avLst/>
              <a:pathLst>
                <a:path w="766" h="1533">
                  <a:moveTo>
                    <a:pt x="460" y="1472"/>
                  </a:moveTo>
                  <a:lnTo>
                    <a:pt x="251" y="1533"/>
                  </a:lnTo>
                  <a:lnTo>
                    <a:pt x="0" y="1383"/>
                  </a:lnTo>
                  <a:lnTo>
                    <a:pt x="184" y="803"/>
                  </a:lnTo>
                  <a:lnTo>
                    <a:pt x="423" y="343"/>
                  </a:lnTo>
                  <a:lnTo>
                    <a:pt x="766" y="0"/>
                  </a:lnTo>
                  <a:lnTo>
                    <a:pt x="656" y="125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04780" y="2672765"/>
              <a:ext cx="2300" cy="3610"/>
            </a:xfrm>
            <a:custGeom>
              <a:avLst/>
              <a:pathLst>
                <a:path w="2300" h="3610">
                  <a:moveTo>
                    <a:pt x="1698" y="74"/>
                  </a:moveTo>
                  <a:lnTo>
                    <a:pt x="1892" y="1397"/>
                  </a:lnTo>
                  <a:lnTo>
                    <a:pt x="2300" y="2429"/>
                  </a:lnTo>
                  <a:lnTo>
                    <a:pt x="2159" y="3106"/>
                  </a:lnTo>
                  <a:lnTo>
                    <a:pt x="1892" y="3610"/>
                  </a:lnTo>
                  <a:lnTo>
                    <a:pt x="1294" y="3136"/>
                  </a:lnTo>
                  <a:lnTo>
                    <a:pt x="874" y="1911"/>
                  </a:lnTo>
                  <a:lnTo>
                    <a:pt x="164" y="927"/>
                  </a:lnTo>
                  <a:lnTo>
                    <a:pt x="0" y="360"/>
                  </a:lnTo>
                  <a:lnTo>
                    <a:pt x="831" y="408"/>
                  </a:lnTo>
                  <a:lnTo>
                    <a:pt x="1249" y="216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341481" y="2655533"/>
              <a:ext cx="1539" cy="1969"/>
            </a:xfrm>
            <a:custGeom>
              <a:avLst/>
              <a:pathLst>
                <a:path w="1539" h="1969">
                  <a:moveTo>
                    <a:pt x="482" y="1731"/>
                  </a:moveTo>
                  <a:lnTo>
                    <a:pt x="127" y="1969"/>
                  </a:lnTo>
                  <a:lnTo>
                    <a:pt x="0" y="1397"/>
                  </a:lnTo>
                  <a:lnTo>
                    <a:pt x="482" y="818"/>
                  </a:lnTo>
                  <a:lnTo>
                    <a:pt x="800" y="0"/>
                  </a:lnTo>
                  <a:lnTo>
                    <a:pt x="1436" y="719"/>
                  </a:lnTo>
                  <a:lnTo>
                    <a:pt x="1539" y="145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339016" y="2647231"/>
              <a:ext cx="5204" cy="4832"/>
            </a:xfrm>
            <a:custGeom>
              <a:avLst/>
              <a:pathLst>
                <a:path w="5204" h="4832">
                  <a:moveTo>
                    <a:pt x="3407" y="2480"/>
                  </a:moveTo>
                  <a:lnTo>
                    <a:pt x="2676" y="3707"/>
                  </a:lnTo>
                  <a:lnTo>
                    <a:pt x="2306" y="3534"/>
                  </a:lnTo>
                  <a:lnTo>
                    <a:pt x="1954" y="4203"/>
                  </a:lnTo>
                  <a:lnTo>
                    <a:pt x="1280" y="4522"/>
                  </a:lnTo>
                  <a:lnTo>
                    <a:pt x="864" y="4511"/>
                  </a:lnTo>
                  <a:lnTo>
                    <a:pt x="112" y="4832"/>
                  </a:lnTo>
                  <a:lnTo>
                    <a:pt x="0" y="4444"/>
                  </a:lnTo>
                  <a:lnTo>
                    <a:pt x="142" y="3217"/>
                  </a:lnTo>
                  <a:lnTo>
                    <a:pt x="766" y="1845"/>
                  </a:lnTo>
                  <a:lnTo>
                    <a:pt x="1374" y="1005"/>
                  </a:lnTo>
                  <a:lnTo>
                    <a:pt x="2944" y="603"/>
                  </a:lnTo>
                  <a:lnTo>
                    <a:pt x="4164" y="0"/>
                  </a:lnTo>
                  <a:lnTo>
                    <a:pt x="4322" y="111"/>
                  </a:lnTo>
                  <a:lnTo>
                    <a:pt x="5204" y="1669"/>
                  </a:lnTo>
                  <a:lnTo>
                    <a:pt x="3898" y="187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318155" y="2636067"/>
              <a:ext cx="1428" cy="3202"/>
            </a:xfrm>
            <a:custGeom>
              <a:avLst/>
              <a:pathLst>
                <a:path w="1428" h="3202">
                  <a:moveTo>
                    <a:pt x="1428" y="2556"/>
                  </a:moveTo>
                  <a:lnTo>
                    <a:pt x="1023" y="3202"/>
                  </a:lnTo>
                  <a:lnTo>
                    <a:pt x="509" y="2523"/>
                  </a:lnTo>
                  <a:lnTo>
                    <a:pt x="401" y="1829"/>
                  </a:lnTo>
                  <a:lnTo>
                    <a:pt x="0" y="1630"/>
                  </a:lnTo>
                  <a:lnTo>
                    <a:pt x="195" y="988"/>
                  </a:lnTo>
                  <a:lnTo>
                    <a:pt x="407" y="803"/>
                  </a:lnTo>
                  <a:lnTo>
                    <a:pt x="632" y="0"/>
                  </a:lnTo>
                  <a:lnTo>
                    <a:pt x="1153" y="949"/>
                  </a:lnTo>
                  <a:lnTo>
                    <a:pt x="1214" y="199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313993" y="2635215"/>
              <a:ext cx="1036" cy="1377"/>
            </a:xfrm>
            <a:custGeom>
              <a:avLst/>
              <a:pathLst>
                <a:path w="1036" h="1377">
                  <a:moveTo>
                    <a:pt x="835" y="1318"/>
                  </a:moveTo>
                  <a:lnTo>
                    <a:pt x="268" y="1377"/>
                  </a:lnTo>
                  <a:lnTo>
                    <a:pt x="108" y="1306"/>
                  </a:lnTo>
                  <a:lnTo>
                    <a:pt x="0" y="689"/>
                  </a:lnTo>
                  <a:lnTo>
                    <a:pt x="187" y="132"/>
                  </a:lnTo>
                  <a:lnTo>
                    <a:pt x="788" y="0"/>
                  </a:lnTo>
                  <a:lnTo>
                    <a:pt x="1036" y="14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317237" y="2634780"/>
              <a:ext cx="422" cy="1740"/>
            </a:xfrm>
            <a:custGeom>
              <a:avLst/>
              <a:pathLst>
                <a:path w="422" h="1740">
                  <a:moveTo>
                    <a:pt x="161" y="1637"/>
                  </a:moveTo>
                  <a:lnTo>
                    <a:pt x="11" y="1740"/>
                  </a:lnTo>
                  <a:lnTo>
                    <a:pt x="0" y="578"/>
                  </a:lnTo>
                  <a:lnTo>
                    <a:pt x="295" y="0"/>
                  </a:lnTo>
                  <a:lnTo>
                    <a:pt x="422" y="120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200275" y="2631502"/>
              <a:ext cx="1156" cy="2269"/>
            </a:xfrm>
            <a:custGeom>
              <a:avLst/>
              <a:pathLst>
                <a:path w="1156" h="2269">
                  <a:moveTo>
                    <a:pt x="1082" y="1875"/>
                  </a:moveTo>
                  <a:lnTo>
                    <a:pt x="726" y="2269"/>
                  </a:lnTo>
                  <a:lnTo>
                    <a:pt x="391" y="2148"/>
                  </a:lnTo>
                  <a:lnTo>
                    <a:pt x="387" y="1603"/>
                  </a:lnTo>
                  <a:lnTo>
                    <a:pt x="0" y="1016"/>
                  </a:lnTo>
                  <a:lnTo>
                    <a:pt x="201" y="348"/>
                  </a:lnTo>
                  <a:lnTo>
                    <a:pt x="345" y="0"/>
                  </a:lnTo>
                  <a:lnTo>
                    <a:pt x="643" y="39"/>
                  </a:lnTo>
                  <a:lnTo>
                    <a:pt x="773" y="604"/>
                  </a:lnTo>
                  <a:lnTo>
                    <a:pt x="1156" y="124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206031" y="2620184"/>
              <a:ext cx="1018" cy="2589"/>
            </a:xfrm>
            <a:custGeom>
              <a:avLst/>
              <a:pathLst>
                <a:path w="1018" h="2589">
                  <a:moveTo>
                    <a:pt x="1018" y="1721"/>
                  </a:moveTo>
                  <a:lnTo>
                    <a:pt x="412" y="2589"/>
                  </a:lnTo>
                  <a:lnTo>
                    <a:pt x="0" y="1891"/>
                  </a:lnTo>
                  <a:lnTo>
                    <a:pt x="247" y="501"/>
                  </a:lnTo>
                  <a:lnTo>
                    <a:pt x="650" y="0"/>
                  </a:lnTo>
                  <a:lnTo>
                    <a:pt x="1011" y="261"/>
                  </a:lnTo>
                  <a:lnTo>
                    <a:pt x="968" y="134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312410" y="2609302"/>
              <a:ext cx="5821" cy="8608"/>
            </a:xfrm>
            <a:custGeom>
              <a:avLst/>
              <a:pathLst>
                <a:path w="5821" h="8608">
                  <a:moveTo>
                    <a:pt x="3587" y="1785"/>
                  </a:moveTo>
                  <a:lnTo>
                    <a:pt x="3997" y="2364"/>
                  </a:lnTo>
                  <a:lnTo>
                    <a:pt x="4437" y="2323"/>
                  </a:lnTo>
                  <a:lnTo>
                    <a:pt x="4823" y="1047"/>
                  </a:lnTo>
                  <a:lnTo>
                    <a:pt x="5064" y="1224"/>
                  </a:lnTo>
                  <a:lnTo>
                    <a:pt x="5254" y="1544"/>
                  </a:lnTo>
                  <a:lnTo>
                    <a:pt x="5393" y="2107"/>
                  </a:lnTo>
                  <a:lnTo>
                    <a:pt x="4801" y="3078"/>
                  </a:lnTo>
                  <a:lnTo>
                    <a:pt x="4536" y="3228"/>
                  </a:lnTo>
                  <a:lnTo>
                    <a:pt x="4283" y="3764"/>
                  </a:lnTo>
                  <a:lnTo>
                    <a:pt x="3877" y="5534"/>
                  </a:lnTo>
                  <a:lnTo>
                    <a:pt x="3921" y="6128"/>
                  </a:lnTo>
                  <a:lnTo>
                    <a:pt x="4272" y="6721"/>
                  </a:lnTo>
                  <a:lnTo>
                    <a:pt x="5203" y="7272"/>
                  </a:lnTo>
                  <a:lnTo>
                    <a:pt x="5661" y="7017"/>
                  </a:lnTo>
                  <a:lnTo>
                    <a:pt x="5821" y="7091"/>
                  </a:lnTo>
                  <a:lnTo>
                    <a:pt x="5637" y="7951"/>
                  </a:lnTo>
                  <a:lnTo>
                    <a:pt x="5287" y="8608"/>
                  </a:lnTo>
                  <a:lnTo>
                    <a:pt x="4046" y="8334"/>
                  </a:lnTo>
                  <a:lnTo>
                    <a:pt x="2973" y="8432"/>
                  </a:lnTo>
                  <a:lnTo>
                    <a:pt x="1183" y="7792"/>
                  </a:lnTo>
                  <a:lnTo>
                    <a:pt x="263" y="7713"/>
                  </a:lnTo>
                  <a:lnTo>
                    <a:pt x="0" y="7475"/>
                  </a:lnTo>
                  <a:lnTo>
                    <a:pt x="536" y="6968"/>
                  </a:lnTo>
                  <a:lnTo>
                    <a:pt x="873" y="6284"/>
                  </a:lnTo>
                  <a:lnTo>
                    <a:pt x="716" y="4676"/>
                  </a:lnTo>
                  <a:lnTo>
                    <a:pt x="844" y="2635"/>
                  </a:lnTo>
                  <a:lnTo>
                    <a:pt x="1876" y="1644"/>
                  </a:lnTo>
                  <a:lnTo>
                    <a:pt x="2340" y="630"/>
                  </a:lnTo>
                  <a:lnTo>
                    <a:pt x="3029" y="0"/>
                  </a:lnTo>
                  <a:lnTo>
                    <a:pt x="3467" y="80"/>
                  </a:lnTo>
                  <a:lnTo>
                    <a:pt x="3410" y="70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310393" y="2609147"/>
              <a:ext cx="1448" cy="2387"/>
            </a:xfrm>
            <a:custGeom>
              <a:avLst/>
              <a:pathLst>
                <a:path w="1448" h="2387">
                  <a:moveTo>
                    <a:pt x="1089" y="2228"/>
                  </a:moveTo>
                  <a:lnTo>
                    <a:pt x="864" y="2387"/>
                  </a:lnTo>
                  <a:lnTo>
                    <a:pt x="3" y="2118"/>
                  </a:lnTo>
                  <a:lnTo>
                    <a:pt x="0" y="1615"/>
                  </a:lnTo>
                  <a:lnTo>
                    <a:pt x="114" y="1232"/>
                  </a:lnTo>
                  <a:lnTo>
                    <a:pt x="352" y="1003"/>
                  </a:lnTo>
                  <a:lnTo>
                    <a:pt x="881" y="0"/>
                  </a:lnTo>
                  <a:lnTo>
                    <a:pt x="1278" y="584"/>
                  </a:lnTo>
                  <a:lnTo>
                    <a:pt x="1448" y="176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310942" y="2578478"/>
              <a:ext cx="2829" cy="2940"/>
            </a:xfrm>
            <a:custGeom>
              <a:avLst/>
              <a:pathLst>
                <a:path w="2829" h="2940">
                  <a:moveTo>
                    <a:pt x="1498" y="1902"/>
                  </a:moveTo>
                  <a:lnTo>
                    <a:pt x="0" y="2940"/>
                  </a:lnTo>
                  <a:lnTo>
                    <a:pt x="824" y="1541"/>
                  </a:lnTo>
                  <a:lnTo>
                    <a:pt x="2544" y="295"/>
                  </a:lnTo>
                  <a:lnTo>
                    <a:pt x="2829" y="0"/>
                  </a:lnTo>
                  <a:lnTo>
                    <a:pt x="2746" y="604"/>
                  </a:lnTo>
                  <a:lnTo>
                    <a:pt x="1883" y="163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252881" y="2576677"/>
              <a:ext cx="5326" cy="6957"/>
            </a:xfrm>
            <a:custGeom>
              <a:avLst/>
              <a:pathLst>
                <a:path w="5326" h="6957">
                  <a:moveTo>
                    <a:pt x="3935" y="4776"/>
                  </a:moveTo>
                  <a:lnTo>
                    <a:pt x="4716" y="5109"/>
                  </a:lnTo>
                  <a:lnTo>
                    <a:pt x="5076" y="5583"/>
                  </a:lnTo>
                  <a:lnTo>
                    <a:pt x="5293" y="6087"/>
                  </a:lnTo>
                  <a:lnTo>
                    <a:pt x="5326" y="6691"/>
                  </a:lnTo>
                  <a:lnTo>
                    <a:pt x="4345" y="6957"/>
                  </a:lnTo>
                  <a:lnTo>
                    <a:pt x="2594" y="6066"/>
                  </a:lnTo>
                  <a:lnTo>
                    <a:pt x="832" y="6802"/>
                  </a:lnTo>
                  <a:lnTo>
                    <a:pt x="315" y="6815"/>
                  </a:lnTo>
                  <a:lnTo>
                    <a:pt x="0" y="6283"/>
                  </a:lnTo>
                  <a:lnTo>
                    <a:pt x="272" y="4797"/>
                  </a:lnTo>
                  <a:lnTo>
                    <a:pt x="906" y="5024"/>
                  </a:lnTo>
                  <a:lnTo>
                    <a:pt x="1459" y="4482"/>
                  </a:lnTo>
                  <a:lnTo>
                    <a:pt x="1360" y="2850"/>
                  </a:lnTo>
                  <a:lnTo>
                    <a:pt x="1036" y="1962"/>
                  </a:lnTo>
                  <a:lnTo>
                    <a:pt x="1967" y="331"/>
                  </a:lnTo>
                  <a:lnTo>
                    <a:pt x="2380" y="0"/>
                  </a:lnTo>
                  <a:lnTo>
                    <a:pt x="2800" y="2"/>
                  </a:lnTo>
                  <a:lnTo>
                    <a:pt x="3155" y="1161"/>
                  </a:lnTo>
                  <a:lnTo>
                    <a:pt x="3239" y="2413"/>
                  </a:lnTo>
                  <a:lnTo>
                    <a:pt x="3685" y="356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255959" y="2574496"/>
              <a:ext cx="11069" cy="10405"/>
            </a:xfrm>
            <a:custGeom>
              <a:avLst/>
              <a:pathLst>
                <a:path w="11069" h="10405">
                  <a:moveTo>
                    <a:pt x="2367" y="2728"/>
                  </a:moveTo>
                  <a:lnTo>
                    <a:pt x="3630" y="2844"/>
                  </a:lnTo>
                  <a:lnTo>
                    <a:pt x="5148" y="1796"/>
                  </a:lnTo>
                  <a:lnTo>
                    <a:pt x="5854" y="2222"/>
                  </a:lnTo>
                  <a:lnTo>
                    <a:pt x="6191" y="2146"/>
                  </a:lnTo>
                  <a:lnTo>
                    <a:pt x="7304" y="1152"/>
                  </a:lnTo>
                  <a:lnTo>
                    <a:pt x="8028" y="866"/>
                  </a:lnTo>
                  <a:lnTo>
                    <a:pt x="8511" y="130"/>
                  </a:lnTo>
                  <a:lnTo>
                    <a:pt x="9006" y="926"/>
                  </a:lnTo>
                  <a:lnTo>
                    <a:pt x="10107" y="1851"/>
                  </a:lnTo>
                  <a:lnTo>
                    <a:pt x="10452" y="2818"/>
                  </a:lnTo>
                  <a:lnTo>
                    <a:pt x="10914" y="3274"/>
                  </a:lnTo>
                  <a:lnTo>
                    <a:pt x="11069" y="3576"/>
                  </a:lnTo>
                  <a:lnTo>
                    <a:pt x="10400" y="4590"/>
                  </a:lnTo>
                  <a:lnTo>
                    <a:pt x="10312" y="5682"/>
                  </a:lnTo>
                  <a:lnTo>
                    <a:pt x="9595" y="5607"/>
                  </a:lnTo>
                  <a:lnTo>
                    <a:pt x="8737" y="7398"/>
                  </a:lnTo>
                  <a:lnTo>
                    <a:pt x="5510" y="10405"/>
                  </a:lnTo>
                  <a:lnTo>
                    <a:pt x="2614" y="7837"/>
                  </a:lnTo>
                  <a:lnTo>
                    <a:pt x="1356" y="6100"/>
                  </a:lnTo>
                  <a:lnTo>
                    <a:pt x="512" y="3700"/>
                  </a:lnTo>
                  <a:lnTo>
                    <a:pt x="342" y="1736"/>
                  </a:lnTo>
                  <a:lnTo>
                    <a:pt x="0" y="480"/>
                  </a:lnTo>
                  <a:lnTo>
                    <a:pt x="151" y="163"/>
                  </a:lnTo>
                  <a:lnTo>
                    <a:pt x="325" y="0"/>
                  </a:lnTo>
                  <a:lnTo>
                    <a:pt x="549" y="36"/>
                  </a:lnTo>
                  <a:lnTo>
                    <a:pt x="1424" y="1381"/>
                  </a:lnTo>
                  <a:lnTo>
                    <a:pt x="1808" y="175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314172" y="2572154"/>
              <a:ext cx="2446" cy="5946"/>
            </a:xfrm>
            <a:custGeom>
              <a:avLst/>
              <a:pathLst>
                <a:path w="2446" h="5946">
                  <a:moveTo>
                    <a:pt x="727" y="5110"/>
                  </a:moveTo>
                  <a:lnTo>
                    <a:pt x="46" y="5946"/>
                  </a:lnTo>
                  <a:lnTo>
                    <a:pt x="0" y="5318"/>
                  </a:lnTo>
                  <a:lnTo>
                    <a:pt x="360" y="4817"/>
                  </a:lnTo>
                  <a:lnTo>
                    <a:pt x="1204" y="2777"/>
                  </a:lnTo>
                  <a:lnTo>
                    <a:pt x="1573" y="2303"/>
                  </a:lnTo>
                  <a:lnTo>
                    <a:pt x="1786" y="2034"/>
                  </a:lnTo>
                  <a:lnTo>
                    <a:pt x="1945" y="1287"/>
                  </a:lnTo>
                  <a:lnTo>
                    <a:pt x="1987" y="168"/>
                  </a:lnTo>
                  <a:lnTo>
                    <a:pt x="2446" y="0"/>
                  </a:lnTo>
                  <a:lnTo>
                    <a:pt x="2078" y="254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275970" y="2571545"/>
              <a:ext cx="1374" cy="4874"/>
            </a:xfrm>
            <a:custGeom>
              <a:avLst/>
              <a:pathLst>
                <a:path w="1374" h="4874">
                  <a:moveTo>
                    <a:pt x="1036" y="4658"/>
                  </a:moveTo>
                  <a:lnTo>
                    <a:pt x="849" y="4874"/>
                  </a:lnTo>
                  <a:lnTo>
                    <a:pt x="94" y="2717"/>
                  </a:lnTo>
                  <a:lnTo>
                    <a:pt x="307" y="2052"/>
                  </a:lnTo>
                  <a:lnTo>
                    <a:pt x="0" y="954"/>
                  </a:lnTo>
                  <a:lnTo>
                    <a:pt x="511" y="830"/>
                  </a:lnTo>
                  <a:lnTo>
                    <a:pt x="899" y="0"/>
                  </a:lnTo>
                  <a:lnTo>
                    <a:pt x="1035" y="401"/>
                  </a:lnTo>
                  <a:lnTo>
                    <a:pt x="1069" y="1919"/>
                  </a:lnTo>
                  <a:lnTo>
                    <a:pt x="1374" y="279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093386" y="2567897"/>
              <a:ext cx="382520" cy="396652"/>
            </a:xfrm>
            <a:custGeom>
              <a:avLst/>
              <a:pathLst>
                <a:path w="382520" h="396652">
                  <a:moveTo>
                    <a:pt x="283768" y="17395"/>
                  </a:moveTo>
                  <a:lnTo>
                    <a:pt x="283522" y="19088"/>
                  </a:lnTo>
                  <a:lnTo>
                    <a:pt x="283066" y="20396"/>
                  </a:lnTo>
                  <a:lnTo>
                    <a:pt x="283012" y="21181"/>
                  </a:lnTo>
                  <a:lnTo>
                    <a:pt x="283119" y="22263"/>
                  </a:lnTo>
                  <a:lnTo>
                    <a:pt x="283879" y="23068"/>
                  </a:lnTo>
                  <a:lnTo>
                    <a:pt x="284480" y="23576"/>
                  </a:lnTo>
                  <a:lnTo>
                    <a:pt x="284816" y="24987"/>
                  </a:lnTo>
                  <a:lnTo>
                    <a:pt x="285875" y="26955"/>
                  </a:lnTo>
                  <a:lnTo>
                    <a:pt x="285837" y="28297"/>
                  </a:lnTo>
                  <a:lnTo>
                    <a:pt x="286406" y="29966"/>
                  </a:lnTo>
                  <a:lnTo>
                    <a:pt x="286920" y="33296"/>
                  </a:lnTo>
                  <a:lnTo>
                    <a:pt x="287085" y="36215"/>
                  </a:lnTo>
                  <a:lnTo>
                    <a:pt x="287626" y="38165"/>
                  </a:lnTo>
                  <a:lnTo>
                    <a:pt x="287264" y="42313"/>
                  </a:lnTo>
                  <a:lnTo>
                    <a:pt x="287650" y="44012"/>
                  </a:lnTo>
                  <a:lnTo>
                    <a:pt x="288162" y="45419"/>
                  </a:lnTo>
                  <a:lnTo>
                    <a:pt x="288766" y="48220"/>
                  </a:lnTo>
                  <a:lnTo>
                    <a:pt x="289231" y="50791"/>
                  </a:lnTo>
                  <a:lnTo>
                    <a:pt x="289856" y="51519"/>
                  </a:lnTo>
                  <a:lnTo>
                    <a:pt x="291175" y="52382"/>
                  </a:lnTo>
                  <a:lnTo>
                    <a:pt x="292538" y="51428"/>
                  </a:lnTo>
                  <a:lnTo>
                    <a:pt x="293522" y="50137"/>
                  </a:lnTo>
                  <a:lnTo>
                    <a:pt x="294580" y="49822"/>
                  </a:lnTo>
                  <a:lnTo>
                    <a:pt x="296012" y="49159"/>
                  </a:lnTo>
                  <a:lnTo>
                    <a:pt x="297084" y="50872"/>
                  </a:lnTo>
                  <a:lnTo>
                    <a:pt x="297668" y="52794"/>
                  </a:lnTo>
                  <a:lnTo>
                    <a:pt x="300200" y="55331"/>
                  </a:lnTo>
                  <a:lnTo>
                    <a:pt x="301607" y="56958"/>
                  </a:lnTo>
                  <a:lnTo>
                    <a:pt x="302700" y="57878"/>
                  </a:lnTo>
                  <a:lnTo>
                    <a:pt x="303719" y="59080"/>
                  </a:lnTo>
                  <a:lnTo>
                    <a:pt x="303617" y="60283"/>
                  </a:lnTo>
                  <a:lnTo>
                    <a:pt x="303378" y="61233"/>
                  </a:lnTo>
                  <a:lnTo>
                    <a:pt x="303610" y="62717"/>
                  </a:lnTo>
                  <a:lnTo>
                    <a:pt x="303770" y="64438"/>
                  </a:lnTo>
                  <a:lnTo>
                    <a:pt x="303567" y="66522"/>
                  </a:lnTo>
                  <a:lnTo>
                    <a:pt x="304304" y="69659"/>
                  </a:lnTo>
                  <a:lnTo>
                    <a:pt x="304549" y="72162"/>
                  </a:lnTo>
                  <a:lnTo>
                    <a:pt x="305330" y="74608"/>
                  </a:lnTo>
                  <a:lnTo>
                    <a:pt x="305272" y="77126"/>
                  </a:lnTo>
                  <a:lnTo>
                    <a:pt x="305126" y="78075"/>
                  </a:lnTo>
                  <a:lnTo>
                    <a:pt x="305028" y="79486"/>
                  </a:lnTo>
                  <a:lnTo>
                    <a:pt x="305637" y="81243"/>
                  </a:lnTo>
                  <a:lnTo>
                    <a:pt x="306200" y="82540"/>
                  </a:lnTo>
                  <a:lnTo>
                    <a:pt x="307036" y="83948"/>
                  </a:lnTo>
                  <a:lnTo>
                    <a:pt x="308138" y="86088"/>
                  </a:lnTo>
                  <a:lnTo>
                    <a:pt x="308924" y="86519"/>
                  </a:lnTo>
                  <a:lnTo>
                    <a:pt x="309626" y="86549"/>
                  </a:lnTo>
                  <a:lnTo>
                    <a:pt x="309530" y="88748"/>
                  </a:lnTo>
                  <a:lnTo>
                    <a:pt x="310929" y="93084"/>
                  </a:lnTo>
                  <a:lnTo>
                    <a:pt x="311649" y="96629"/>
                  </a:lnTo>
                  <a:lnTo>
                    <a:pt x="311158" y="101401"/>
                  </a:lnTo>
                  <a:lnTo>
                    <a:pt x="310674" y="104169"/>
                  </a:lnTo>
                  <a:lnTo>
                    <a:pt x="310763" y="105523"/>
                  </a:lnTo>
                  <a:lnTo>
                    <a:pt x="312568" y="108828"/>
                  </a:lnTo>
                  <a:lnTo>
                    <a:pt x="313610" y="109440"/>
                  </a:lnTo>
                  <a:lnTo>
                    <a:pt x="313407" y="111016"/>
                  </a:lnTo>
                  <a:lnTo>
                    <a:pt x="313267" y="113450"/>
                  </a:lnTo>
                  <a:lnTo>
                    <a:pt x="314085" y="115345"/>
                  </a:lnTo>
                  <a:lnTo>
                    <a:pt x="315010" y="116763"/>
                  </a:lnTo>
                  <a:lnTo>
                    <a:pt x="316014" y="117610"/>
                  </a:lnTo>
                  <a:lnTo>
                    <a:pt x="317005" y="118279"/>
                  </a:lnTo>
                  <a:lnTo>
                    <a:pt x="318301" y="118953"/>
                  </a:lnTo>
                  <a:lnTo>
                    <a:pt x="319944" y="119236"/>
                  </a:lnTo>
                  <a:lnTo>
                    <a:pt x="320797" y="120304"/>
                  </a:lnTo>
                  <a:lnTo>
                    <a:pt x="321232" y="121149"/>
                  </a:lnTo>
                  <a:lnTo>
                    <a:pt x="322550" y="121441"/>
                  </a:lnTo>
                  <a:lnTo>
                    <a:pt x="323150" y="121285"/>
                  </a:lnTo>
                  <a:lnTo>
                    <a:pt x="323879" y="120939"/>
                  </a:lnTo>
                  <a:lnTo>
                    <a:pt x="324374" y="121514"/>
                  </a:lnTo>
                  <a:lnTo>
                    <a:pt x="324742" y="122278"/>
                  </a:lnTo>
                  <a:lnTo>
                    <a:pt x="325463" y="124351"/>
                  </a:lnTo>
                  <a:lnTo>
                    <a:pt x="326942" y="126406"/>
                  </a:lnTo>
                  <a:lnTo>
                    <a:pt x="327991" y="126749"/>
                  </a:lnTo>
                  <a:lnTo>
                    <a:pt x="328581" y="127789"/>
                  </a:lnTo>
                  <a:lnTo>
                    <a:pt x="329422" y="128072"/>
                  </a:lnTo>
                  <a:lnTo>
                    <a:pt x="330146" y="128199"/>
                  </a:lnTo>
                  <a:lnTo>
                    <a:pt x="331174" y="128997"/>
                  </a:lnTo>
                  <a:lnTo>
                    <a:pt x="332851" y="130833"/>
                  </a:lnTo>
                  <a:lnTo>
                    <a:pt x="334363" y="131131"/>
                  </a:lnTo>
                  <a:lnTo>
                    <a:pt x="335061" y="131638"/>
                  </a:lnTo>
                  <a:lnTo>
                    <a:pt x="336564" y="133651"/>
                  </a:lnTo>
                  <a:lnTo>
                    <a:pt x="337147" y="134723"/>
                  </a:lnTo>
                  <a:lnTo>
                    <a:pt x="337750" y="136320"/>
                  </a:lnTo>
                  <a:lnTo>
                    <a:pt x="336996" y="136471"/>
                  </a:lnTo>
                  <a:lnTo>
                    <a:pt x="336286" y="136137"/>
                  </a:lnTo>
                  <a:lnTo>
                    <a:pt x="335848" y="137705"/>
                  </a:lnTo>
                  <a:lnTo>
                    <a:pt x="336849" y="139873"/>
                  </a:lnTo>
                  <a:lnTo>
                    <a:pt x="338012" y="141402"/>
                  </a:lnTo>
                  <a:lnTo>
                    <a:pt x="339413" y="143018"/>
                  </a:lnTo>
                  <a:lnTo>
                    <a:pt x="340779" y="145305"/>
                  </a:lnTo>
                  <a:lnTo>
                    <a:pt x="341124" y="147050"/>
                  </a:lnTo>
                  <a:lnTo>
                    <a:pt x="341492" y="147738"/>
                  </a:lnTo>
                  <a:lnTo>
                    <a:pt x="341956" y="150201"/>
                  </a:lnTo>
                  <a:lnTo>
                    <a:pt x="343137" y="151632"/>
                  </a:lnTo>
                  <a:lnTo>
                    <a:pt x="343193" y="154237"/>
                  </a:lnTo>
                  <a:lnTo>
                    <a:pt x="343798" y="157838"/>
                  </a:lnTo>
                  <a:lnTo>
                    <a:pt x="344476" y="161102"/>
                  </a:lnTo>
                  <a:lnTo>
                    <a:pt x="344946" y="162088"/>
                  </a:lnTo>
                  <a:lnTo>
                    <a:pt x="345500" y="163653"/>
                  </a:lnTo>
                  <a:lnTo>
                    <a:pt x="346140" y="163454"/>
                  </a:lnTo>
                  <a:lnTo>
                    <a:pt x="346622" y="162946"/>
                  </a:lnTo>
                  <a:lnTo>
                    <a:pt x="347547" y="164501"/>
                  </a:lnTo>
                  <a:lnTo>
                    <a:pt x="348059" y="165189"/>
                  </a:lnTo>
                  <a:lnTo>
                    <a:pt x="348354" y="164783"/>
                  </a:lnTo>
                  <a:lnTo>
                    <a:pt x="347751" y="161806"/>
                  </a:lnTo>
                  <a:lnTo>
                    <a:pt x="348124" y="160079"/>
                  </a:lnTo>
                  <a:lnTo>
                    <a:pt x="348496" y="159857"/>
                  </a:lnTo>
                  <a:lnTo>
                    <a:pt x="349022" y="159802"/>
                  </a:lnTo>
                  <a:lnTo>
                    <a:pt x="349654" y="161211"/>
                  </a:lnTo>
                  <a:lnTo>
                    <a:pt x="350523" y="162710"/>
                  </a:lnTo>
                  <a:lnTo>
                    <a:pt x="352134" y="164049"/>
                  </a:lnTo>
                  <a:lnTo>
                    <a:pt x="353422" y="165306"/>
                  </a:lnTo>
                  <a:lnTo>
                    <a:pt x="353785" y="165260"/>
                  </a:lnTo>
                  <a:lnTo>
                    <a:pt x="353641" y="164289"/>
                  </a:lnTo>
                  <a:lnTo>
                    <a:pt x="353680" y="162864"/>
                  </a:lnTo>
                  <a:lnTo>
                    <a:pt x="354194" y="162631"/>
                  </a:lnTo>
                  <a:lnTo>
                    <a:pt x="354663" y="163341"/>
                  </a:lnTo>
                  <a:lnTo>
                    <a:pt x="355528" y="165545"/>
                  </a:lnTo>
                  <a:lnTo>
                    <a:pt x="355707" y="170102"/>
                  </a:lnTo>
                  <a:lnTo>
                    <a:pt x="355709" y="173919"/>
                  </a:lnTo>
                  <a:lnTo>
                    <a:pt x="356278" y="177844"/>
                  </a:lnTo>
                  <a:lnTo>
                    <a:pt x="357110" y="178876"/>
                  </a:lnTo>
                  <a:lnTo>
                    <a:pt x="357656" y="179849"/>
                  </a:lnTo>
                  <a:lnTo>
                    <a:pt x="358592" y="181165"/>
                  </a:lnTo>
                  <a:lnTo>
                    <a:pt x="359217" y="182393"/>
                  </a:lnTo>
                  <a:lnTo>
                    <a:pt x="359998" y="182963"/>
                  </a:lnTo>
                  <a:lnTo>
                    <a:pt x="362500" y="185577"/>
                  </a:lnTo>
                  <a:lnTo>
                    <a:pt x="363206" y="185873"/>
                  </a:lnTo>
                  <a:lnTo>
                    <a:pt x="364299" y="185939"/>
                  </a:lnTo>
                  <a:lnTo>
                    <a:pt x="365630" y="187119"/>
                  </a:lnTo>
                  <a:lnTo>
                    <a:pt x="366303" y="188207"/>
                  </a:lnTo>
                  <a:lnTo>
                    <a:pt x="367747" y="192300"/>
                  </a:lnTo>
                  <a:lnTo>
                    <a:pt x="368452" y="193739"/>
                  </a:lnTo>
                  <a:lnTo>
                    <a:pt x="369891" y="195158"/>
                  </a:lnTo>
                  <a:lnTo>
                    <a:pt x="370564" y="195621"/>
                  </a:lnTo>
                  <a:lnTo>
                    <a:pt x="371540" y="196597"/>
                  </a:lnTo>
                  <a:lnTo>
                    <a:pt x="371889" y="198013"/>
                  </a:lnTo>
                  <a:lnTo>
                    <a:pt x="371973" y="198849"/>
                  </a:lnTo>
                  <a:lnTo>
                    <a:pt x="372552" y="200357"/>
                  </a:lnTo>
                  <a:lnTo>
                    <a:pt x="373413" y="202169"/>
                  </a:lnTo>
                  <a:lnTo>
                    <a:pt x="374689" y="203175"/>
                  </a:lnTo>
                  <a:lnTo>
                    <a:pt x="375865" y="205379"/>
                  </a:lnTo>
                  <a:lnTo>
                    <a:pt x="375932" y="208956"/>
                  </a:lnTo>
                  <a:lnTo>
                    <a:pt x="376541" y="210736"/>
                  </a:lnTo>
                  <a:lnTo>
                    <a:pt x="376951" y="211491"/>
                  </a:lnTo>
                  <a:lnTo>
                    <a:pt x="377871" y="212221"/>
                  </a:lnTo>
                  <a:lnTo>
                    <a:pt x="378244" y="212800"/>
                  </a:lnTo>
                  <a:lnTo>
                    <a:pt x="377480" y="217537"/>
                  </a:lnTo>
                  <a:lnTo>
                    <a:pt x="378217" y="227007"/>
                  </a:lnTo>
                  <a:lnTo>
                    <a:pt x="377789" y="229960"/>
                  </a:lnTo>
                  <a:lnTo>
                    <a:pt x="378556" y="232892"/>
                  </a:lnTo>
                  <a:lnTo>
                    <a:pt x="380333" y="237967"/>
                  </a:lnTo>
                  <a:lnTo>
                    <a:pt x="380737" y="239768"/>
                  </a:lnTo>
                  <a:lnTo>
                    <a:pt x="380987" y="241870"/>
                  </a:lnTo>
                  <a:lnTo>
                    <a:pt x="382130" y="244550"/>
                  </a:lnTo>
                  <a:lnTo>
                    <a:pt x="382068" y="248635"/>
                  </a:lnTo>
                  <a:lnTo>
                    <a:pt x="382520" y="250583"/>
                  </a:lnTo>
                  <a:lnTo>
                    <a:pt x="382403" y="253114"/>
                  </a:lnTo>
                  <a:lnTo>
                    <a:pt x="381056" y="255844"/>
                  </a:lnTo>
                  <a:lnTo>
                    <a:pt x="379976" y="259194"/>
                  </a:lnTo>
                  <a:lnTo>
                    <a:pt x="379966" y="262070"/>
                  </a:lnTo>
                  <a:lnTo>
                    <a:pt x="379260" y="267592"/>
                  </a:lnTo>
                  <a:lnTo>
                    <a:pt x="378801" y="269072"/>
                  </a:lnTo>
                  <a:lnTo>
                    <a:pt x="378464" y="271377"/>
                  </a:lnTo>
                  <a:lnTo>
                    <a:pt x="376973" y="276949"/>
                  </a:lnTo>
                  <a:lnTo>
                    <a:pt x="376908" y="279136"/>
                  </a:lnTo>
                  <a:lnTo>
                    <a:pt x="377136" y="281744"/>
                  </a:lnTo>
                  <a:lnTo>
                    <a:pt x="376888" y="284247"/>
                  </a:lnTo>
                  <a:lnTo>
                    <a:pt x="376515" y="285951"/>
                  </a:lnTo>
                  <a:lnTo>
                    <a:pt x="376153" y="289105"/>
                  </a:lnTo>
                  <a:lnTo>
                    <a:pt x="374658" y="294007"/>
                  </a:lnTo>
                  <a:lnTo>
                    <a:pt x="372514" y="297625"/>
                  </a:lnTo>
                  <a:lnTo>
                    <a:pt x="372382" y="300377"/>
                  </a:lnTo>
                  <a:lnTo>
                    <a:pt x="372110" y="301592"/>
                  </a:lnTo>
                  <a:lnTo>
                    <a:pt x="371673" y="303111"/>
                  </a:lnTo>
                  <a:lnTo>
                    <a:pt x="370357" y="304763"/>
                  </a:lnTo>
                  <a:lnTo>
                    <a:pt x="369564" y="305477"/>
                  </a:lnTo>
                  <a:lnTo>
                    <a:pt x="369264" y="306446"/>
                  </a:lnTo>
                  <a:lnTo>
                    <a:pt x="368514" y="306446"/>
                  </a:lnTo>
                  <a:lnTo>
                    <a:pt x="368496" y="306749"/>
                  </a:lnTo>
                  <a:lnTo>
                    <a:pt x="369002" y="307053"/>
                  </a:lnTo>
                  <a:lnTo>
                    <a:pt x="368777" y="307552"/>
                  </a:lnTo>
                  <a:lnTo>
                    <a:pt x="366790" y="308429"/>
                  </a:lnTo>
                  <a:lnTo>
                    <a:pt x="365453" y="309555"/>
                  </a:lnTo>
                  <a:lnTo>
                    <a:pt x="364085" y="312311"/>
                  </a:lnTo>
                  <a:lnTo>
                    <a:pt x="363511" y="313751"/>
                  </a:lnTo>
                  <a:lnTo>
                    <a:pt x="362777" y="315133"/>
                  </a:lnTo>
                  <a:lnTo>
                    <a:pt x="362339" y="315781"/>
                  </a:lnTo>
                  <a:lnTo>
                    <a:pt x="362146" y="316477"/>
                  </a:lnTo>
                  <a:lnTo>
                    <a:pt x="361849" y="318210"/>
                  </a:lnTo>
                  <a:lnTo>
                    <a:pt x="361145" y="318522"/>
                  </a:lnTo>
                  <a:lnTo>
                    <a:pt x="360526" y="319038"/>
                  </a:lnTo>
                  <a:lnTo>
                    <a:pt x="360816" y="320689"/>
                  </a:lnTo>
                  <a:lnTo>
                    <a:pt x="360490" y="322580"/>
                  </a:lnTo>
                  <a:lnTo>
                    <a:pt x="360414" y="323860"/>
                  </a:lnTo>
                  <a:lnTo>
                    <a:pt x="360076" y="324675"/>
                  </a:lnTo>
                  <a:lnTo>
                    <a:pt x="359670" y="324382"/>
                  </a:lnTo>
                  <a:lnTo>
                    <a:pt x="359350" y="324512"/>
                  </a:lnTo>
                  <a:lnTo>
                    <a:pt x="358943" y="324956"/>
                  </a:lnTo>
                  <a:lnTo>
                    <a:pt x="359571" y="325095"/>
                  </a:lnTo>
                  <a:lnTo>
                    <a:pt x="359953" y="325297"/>
                  </a:lnTo>
                  <a:lnTo>
                    <a:pt x="358613" y="327149"/>
                  </a:lnTo>
                  <a:lnTo>
                    <a:pt x="357387" y="329026"/>
                  </a:lnTo>
                  <a:lnTo>
                    <a:pt x="357076" y="330275"/>
                  </a:lnTo>
                  <a:lnTo>
                    <a:pt x="356544" y="331845"/>
                  </a:lnTo>
                  <a:lnTo>
                    <a:pt x="356077" y="335333"/>
                  </a:lnTo>
                  <a:lnTo>
                    <a:pt x="355691" y="337327"/>
                  </a:lnTo>
                  <a:lnTo>
                    <a:pt x="355957" y="338745"/>
                  </a:lnTo>
                  <a:lnTo>
                    <a:pt x="355913" y="339011"/>
                  </a:lnTo>
                  <a:lnTo>
                    <a:pt x="355630" y="339115"/>
                  </a:lnTo>
                  <a:lnTo>
                    <a:pt x="355454" y="338930"/>
                  </a:lnTo>
                  <a:lnTo>
                    <a:pt x="354899" y="339415"/>
                  </a:lnTo>
                  <a:lnTo>
                    <a:pt x="354744" y="339900"/>
                  </a:lnTo>
                  <a:lnTo>
                    <a:pt x="354977" y="340501"/>
                  </a:lnTo>
                  <a:lnTo>
                    <a:pt x="355134" y="340708"/>
                  </a:lnTo>
                  <a:lnTo>
                    <a:pt x="355062" y="340995"/>
                  </a:lnTo>
                  <a:lnTo>
                    <a:pt x="354832" y="341310"/>
                  </a:lnTo>
                  <a:lnTo>
                    <a:pt x="354304" y="341308"/>
                  </a:lnTo>
                  <a:lnTo>
                    <a:pt x="353670" y="341819"/>
                  </a:lnTo>
                  <a:lnTo>
                    <a:pt x="351841" y="346979"/>
                  </a:lnTo>
                  <a:lnTo>
                    <a:pt x="351066" y="348348"/>
                  </a:lnTo>
                  <a:lnTo>
                    <a:pt x="350149" y="350458"/>
                  </a:lnTo>
                  <a:lnTo>
                    <a:pt x="349801" y="352369"/>
                  </a:lnTo>
                  <a:lnTo>
                    <a:pt x="349521" y="354458"/>
                  </a:lnTo>
                  <a:lnTo>
                    <a:pt x="349203" y="357976"/>
                  </a:lnTo>
                  <a:lnTo>
                    <a:pt x="348895" y="360455"/>
                  </a:lnTo>
                  <a:lnTo>
                    <a:pt x="348189" y="362860"/>
                  </a:lnTo>
                  <a:lnTo>
                    <a:pt x="347925" y="364572"/>
                  </a:lnTo>
                  <a:lnTo>
                    <a:pt x="347834" y="367846"/>
                  </a:lnTo>
                  <a:lnTo>
                    <a:pt x="348172" y="370331"/>
                  </a:lnTo>
                  <a:lnTo>
                    <a:pt x="347950" y="371651"/>
                  </a:lnTo>
                  <a:lnTo>
                    <a:pt x="347945" y="372917"/>
                  </a:lnTo>
                  <a:lnTo>
                    <a:pt x="347665" y="374098"/>
                  </a:lnTo>
                  <a:lnTo>
                    <a:pt x="346498" y="374368"/>
                  </a:lnTo>
                  <a:lnTo>
                    <a:pt x="345548" y="375332"/>
                  </a:lnTo>
                  <a:lnTo>
                    <a:pt x="344190" y="376908"/>
                  </a:lnTo>
                  <a:lnTo>
                    <a:pt x="343390" y="377483"/>
                  </a:lnTo>
                  <a:lnTo>
                    <a:pt x="341664" y="377915"/>
                  </a:lnTo>
                  <a:lnTo>
                    <a:pt x="338310" y="377724"/>
                  </a:lnTo>
                  <a:lnTo>
                    <a:pt x="331863" y="378313"/>
                  </a:lnTo>
                  <a:lnTo>
                    <a:pt x="330616" y="378667"/>
                  </a:lnTo>
                  <a:lnTo>
                    <a:pt x="328214" y="379756"/>
                  </a:lnTo>
                  <a:lnTo>
                    <a:pt x="325893" y="381451"/>
                  </a:lnTo>
                  <a:lnTo>
                    <a:pt x="323661" y="383731"/>
                  </a:lnTo>
                  <a:lnTo>
                    <a:pt x="318564" y="389929"/>
                  </a:lnTo>
                  <a:lnTo>
                    <a:pt x="314581" y="390603"/>
                  </a:lnTo>
                  <a:lnTo>
                    <a:pt x="313829" y="390603"/>
                  </a:lnTo>
                  <a:lnTo>
                    <a:pt x="313226" y="390435"/>
                  </a:lnTo>
                  <a:lnTo>
                    <a:pt x="312516" y="390821"/>
                  </a:lnTo>
                  <a:lnTo>
                    <a:pt x="312503" y="391592"/>
                  </a:lnTo>
                  <a:lnTo>
                    <a:pt x="313160" y="392394"/>
                  </a:lnTo>
                  <a:lnTo>
                    <a:pt x="313643" y="393147"/>
                  </a:lnTo>
                  <a:lnTo>
                    <a:pt x="314497" y="392107"/>
                  </a:lnTo>
                  <a:lnTo>
                    <a:pt x="314872" y="392395"/>
                  </a:lnTo>
                  <a:lnTo>
                    <a:pt x="315015" y="394314"/>
                  </a:lnTo>
                  <a:lnTo>
                    <a:pt x="315035" y="395529"/>
                  </a:lnTo>
                  <a:lnTo>
                    <a:pt x="314778" y="396189"/>
                  </a:lnTo>
                  <a:lnTo>
                    <a:pt x="314242" y="396652"/>
                  </a:lnTo>
                  <a:lnTo>
                    <a:pt x="313675" y="396349"/>
                  </a:lnTo>
                  <a:lnTo>
                    <a:pt x="313599" y="395692"/>
                  </a:lnTo>
                  <a:lnTo>
                    <a:pt x="312864" y="394127"/>
                  </a:lnTo>
                  <a:lnTo>
                    <a:pt x="311957" y="392749"/>
                  </a:lnTo>
                  <a:lnTo>
                    <a:pt x="311119" y="392308"/>
                  </a:lnTo>
                  <a:lnTo>
                    <a:pt x="310630" y="392768"/>
                  </a:lnTo>
                  <a:lnTo>
                    <a:pt x="309846" y="393252"/>
                  </a:lnTo>
                  <a:lnTo>
                    <a:pt x="309186" y="391498"/>
                  </a:lnTo>
                  <a:lnTo>
                    <a:pt x="308479" y="389978"/>
                  </a:lnTo>
                  <a:lnTo>
                    <a:pt x="307543" y="389820"/>
                  </a:lnTo>
                  <a:lnTo>
                    <a:pt x="306734" y="389836"/>
                  </a:lnTo>
                  <a:lnTo>
                    <a:pt x="306062" y="389178"/>
                  </a:lnTo>
                  <a:lnTo>
                    <a:pt x="304756" y="388141"/>
                  </a:lnTo>
                  <a:lnTo>
                    <a:pt x="305011" y="387332"/>
                  </a:lnTo>
                  <a:lnTo>
                    <a:pt x="305376" y="386481"/>
                  </a:lnTo>
                  <a:lnTo>
                    <a:pt x="306127" y="386168"/>
                  </a:lnTo>
                  <a:lnTo>
                    <a:pt x="305901" y="385018"/>
                  </a:lnTo>
                  <a:lnTo>
                    <a:pt x="305498" y="384074"/>
                  </a:lnTo>
                  <a:lnTo>
                    <a:pt x="304464" y="383822"/>
                  </a:lnTo>
                  <a:lnTo>
                    <a:pt x="303767" y="383988"/>
                  </a:lnTo>
                  <a:lnTo>
                    <a:pt x="303352" y="384736"/>
                  </a:lnTo>
                  <a:lnTo>
                    <a:pt x="302806" y="386025"/>
                  </a:lnTo>
                  <a:lnTo>
                    <a:pt x="300615" y="387659"/>
                  </a:lnTo>
                  <a:lnTo>
                    <a:pt x="299552" y="386760"/>
                  </a:lnTo>
                  <a:lnTo>
                    <a:pt x="298327" y="385421"/>
                  </a:lnTo>
                  <a:lnTo>
                    <a:pt x="298918" y="385519"/>
                  </a:lnTo>
                  <a:lnTo>
                    <a:pt x="300159" y="385473"/>
                  </a:lnTo>
                  <a:lnTo>
                    <a:pt x="301188" y="384279"/>
                  </a:lnTo>
                  <a:lnTo>
                    <a:pt x="301631" y="383532"/>
                  </a:lnTo>
                  <a:lnTo>
                    <a:pt x="302132" y="381948"/>
                  </a:lnTo>
                  <a:lnTo>
                    <a:pt x="301467" y="380827"/>
                  </a:lnTo>
                  <a:lnTo>
                    <a:pt x="300854" y="380008"/>
                  </a:lnTo>
                  <a:lnTo>
                    <a:pt x="299969" y="379277"/>
                  </a:lnTo>
                  <a:lnTo>
                    <a:pt x="296631" y="381750"/>
                  </a:lnTo>
                  <a:lnTo>
                    <a:pt x="295939" y="382105"/>
                  </a:lnTo>
                  <a:lnTo>
                    <a:pt x="295278" y="382584"/>
                  </a:lnTo>
                  <a:lnTo>
                    <a:pt x="296435" y="382995"/>
                  </a:lnTo>
                  <a:lnTo>
                    <a:pt x="297113" y="382873"/>
                  </a:lnTo>
                  <a:lnTo>
                    <a:pt x="297830" y="383603"/>
                  </a:lnTo>
                  <a:lnTo>
                    <a:pt x="296680" y="384637"/>
                  </a:lnTo>
                  <a:lnTo>
                    <a:pt x="295773" y="384911"/>
                  </a:lnTo>
                  <a:lnTo>
                    <a:pt x="294646" y="385532"/>
                  </a:lnTo>
                  <a:lnTo>
                    <a:pt x="292497" y="387123"/>
                  </a:lnTo>
                  <a:lnTo>
                    <a:pt x="289755" y="390422"/>
                  </a:lnTo>
                  <a:lnTo>
                    <a:pt x="288573" y="391371"/>
                  </a:lnTo>
                  <a:lnTo>
                    <a:pt x="287175" y="392124"/>
                  </a:lnTo>
                  <a:lnTo>
                    <a:pt x="285278" y="391244"/>
                  </a:lnTo>
                  <a:lnTo>
                    <a:pt x="284218" y="391040"/>
                  </a:lnTo>
                  <a:lnTo>
                    <a:pt x="282857" y="389683"/>
                  </a:lnTo>
                  <a:lnTo>
                    <a:pt x="280564" y="388776"/>
                  </a:lnTo>
                  <a:lnTo>
                    <a:pt x="278406" y="386974"/>
                  </a:lnTo>
                  <a:lnTo>
                    <a:pt x="276928" y="386063"/>
                  </a:lnTo>
                  <a:lnTo>
                    <a:pt x="275874" y="385865"/>
                  </a:lnTo>
                  <a:lnTo>
                    <a:pt x="274391" y="386245"/>
                  </a:lnTo>
                  <a:lnTo>
                    <a:pt x="271903" y="384633"/>
                  </a:lnTo>
                  <a:lnTo>
                    <a:pt x="270013" y="384460"/>
                  </a:lnTo>
                  <a:lnTo>
                    <a:pt x="268773" y="386083"/>
                  </a:lnTo>
                  <a:lnTo>
                    <a:pt x="267807" y="385972"/>
                  </a:lnTo>
                  <a:lnTo>
                    <a:pt x="267167" y="385744"/>
                  </a:lnTo>
                  <a:lnTo>
                    <a:pt x="265177" y="383073"/>
                  </a:lnTo>
                  <a:lnTo>
                    <a:pt x="263257" y="381748"/>
                  </a:lnTo>
                  <a:lnTo>
                    <a:pt x="259627" y="381071"/>
                  </a:lnTo>
                  <a:lnTo>
                    <a:pt x="257387" y="379233"/>
                  </a:lnTo>
                  <a:lnTo>
                    <a:pt x="255700" y="375684"/>
                  </a:lnTo>
                  <a:lnTo>
                    <a:pt x="252509" y="371637"/>
                  </a:lnTo>
                  <a:lnTo>
                    <a:pt x="251652" y="370155"/>
                  </a:lnTo>
                  <a:lnTo>
                    <a:pt x="251255" y="368703"/>
                  </a:lnTo>
                  <a:lnTo>
                    <a:pt x="251219" y="367557"/>
                  </a:lnTo>
                  <a:lnTo>
                    <a:pt x="251649" y="365369"/>
                  </a:lnTo>
                  <a:lnTo>
                    <a:pt x="252242" y="363212"/>
                  </a:lnTo>
                  <a:lnTo>
                    <a:pt x="252343" y="362014"/>
                  </a:lnTo>
                  <a:lnTo>
                    <a:pt x="251129" y="357959"/>
                  </a:lnTo>
                  <a:lnTo>
                    <a:pt x="249424" y="354127"/>
                  </a:lnTo>
                  <a:lnTo>
                    <a:pt x="248640" y="352923"/>
                  </a:lnTo>
                  <a:lnTo>
                    <a:pt x="246549" y="350370"/>
                  </a:lnTo>
                  <a:lnTo>
                    <a:pt x="244589" y="348444"/>
                  </a:lnTo>
                  <a:lnTo>
                    <a:pt x="244091" y="347445"/>
                  </a:lnTo>
                  <a:lnTo>
                    <a:pt x="243939" y="346931"/>
                  </a:lnTo>
                  <a:lnTo>
                    <a:pt x="244865" y="347178"/>
                  </a:lnTo>
                  <a:lnTo>
                    <a:pt x="245297" y="346395"/>
                  </a:lnTo>
                  <a:lnTo>
                    <a:pt x="245917" y="346126"/>
                  </a:lnTo>
                  <a:lnTo>
                    <a:pt x="246414" y="347167"/>
                  </a:lnTo>
                  <a:lnTo>
                    <a:pt x="246971" y="347358"/>
                  </a:lnTo>
                  <a:lnTo>
                    <a:pt x="246996" y="345609"/>
                  </a:lnTo>
                  <a:lnTo>
                    <a:pt x="247308" y="344782"/>
                  </a:lnTo>
                  <a:lnTo>
                    <a:pt x="247095" y="344402"/>
                  </a:lnTo>
                  <a:lnTo>
                    <a:pt x="246905" y="344067"/>
                  </a:lnTo>
                  <a:lnTo>
                    <a:pt x="246056" y="343674"/>
                  </a:lnTo>
                  <a:lnTo>
                    <a:pt x="245119" y="344264"/>
                  </a:lnTo>
                  <a:lnTo>
                    <a:pt x="244400" y="345013"/>
                  </a:lnTo>
                  <a:lnTo>
                    <a:pt x="243430" y="345649"/>
                  </a:lnTo>
                  <a:lnTo>
                    <a:pt x="243053" y="346318"/>
                  </a:lnTo>
                  <a:lnTo>
                    <a:pt x="242066" y="346340"/>
                  </a:lnTo>
                  <a:lnTo>
                    <a:pt x="241675" y="346513"/>
                  </a:lnTo>
                  <a:lnTo>
                    <a:pt x="239709" y="347791"/>
                  </a:lnTo>
                  <a:lnTo>
                    <a:pt x="238454" y="347823"/>
                  </a:lnTo>
                  <a:lnTo>
                    <a:pt x="236516" y="347377"/>
                  </a:lnTo>
                  <a:lnTo>
                    <a:pt x="237157" y="345617"/>
                  </a:lnTo>
                  <a:lnTo>
                    <a:pt x="237921" y="344573"/>
                  </a:lnTo>
                  <a:lnTo>
                    <a:pt x="238554" y="343375"/>
                  </a:lnTo>
                  <a:lnTo>
                    <a:pt x="239607" y="339171"/>
                  </a:lnTo>
                  <a:lnTo>
                    <a:pt x="239407" y="335533"/>
                  </a:lnTo>
                  <a:lnTo>
                    <a:pt x="238899" y="334036"/>
                  </a:lnTo>
                  <a:lnTo>
                    <a:pt x="237273" y="331025"/>
                  </a:lnTo>
                  <a:lnTo>
                    <a:pt x="236533" y="329168"/>
                  </a:lnTo>
                  <a:lnTo>
                    <a:pt x="235616" y="327252"/>
                  </a:lnTo>
                  <a:lnTo>
                    <a:pt x="235162" y="328367"/>
                  </a:lnTo>
                  <a:lnTo>
                    <a:pt x="234888" y="329543"/>
                  </a:lnTo>
                  <a:lnTo>
                    <a:pt x="234007" y="331244"/>
                  </a:lnTo>
                  <a:lnTo>
                    <a:pt x="233581" y="335029"/>
                  </a:lnTo>
                  <a:lnTo>
                    <a:pt x="231855" y="340825"/>
                  </a:lnTo>
                  <a:lnTo>
                    <a:pt x="230669" y="340896"/>
                  </a:lnTo>
                  <a:lnTo>
                    <a:pt x="229659" y="340663"/>
                  </a:lnTo>
                  <a:lnTo>
                    <a:pt x="227888" y="341323"/>
                  </a:lnTo>
                  <a:lnTo>
                    <a:pt x="226677" y="342128"/>
                  </a:lnTo>
                  <a:lnTo>
                    <a:pt x="225593" y="342130"/>
                  </a:lnTo>
                  <a:lnTo>
                    <a:pt x="224995" y="342386"/>
                  </a:lnTo>
                  <a:lnTo>
                    <a:pt x="224209" y="342175"/>
                  </a:lnTo>
                  <a:lnTo>
                    <a:pt x="225446" y="337657"/>
                  </a:lnTo>
                  <a:lnTo>
                    <a:pt x="226526" y="337781"/>
                  </a:lnTo>
                  <a:lnTo>
                    <a:pt x="227695" y="337597"/>
                  </a:lnTo>
                  <a:lnTo>
                    <a:pt x="228228" y="337673"/>
                  </a:lnTo>
                  <a:lnTo>
                    <a:pt x="229010" y="337621"/>
                  </a:lnTo>
                  <a:lnTo>
                    <a:pt x="229609" y="335545"/>
                  </a:lnTo>
                  <a:lnTo>
                    <a:pt x="229975" y="333220"/>
                  </a:lnTo>
                  <a:lnTo>
                    <a:pt x="229744" y="331721"/>
                  </a:lnTo>
                  <a:lnTo>
                    <a:pt x="229653" y="330168"/>
                  </a:lnTo>
                  <a:lnTo>
                    <a:pt x="229886" y="328400"/>
                  </a:lnTo>
                  <a:lnTo>
                    <a:pt x="229983" y="327130"/>
                  </a:lnTo>
                  <a:lnTo>
                    <a:pt x="231464" y="322917"/>
                  </a:lnTo>
                  <a:lnTo>
                    <a:pt x="232698" y="320742"/>
                  </a:lnTo>
                  <a:lnTo>
                    <a:pt x="234127" y="319012"/>
                  </a:lnTo>
                  <a:lnTo>
                    <a:pt x="233958" y="317370"/>
                  </a:lnTo>
                  <a:lnTo>
                    <a:pt x="233504" y="315316"/>
                  </a:lnTo>
                  <a:lnTo>
                    <a:pt x="233375" y="313736"/>
                  </a:lnTo>
                  <a:lnTo>
                    <a:pt x="234056" y="313238"/>
                  </a:lnTo>
                  <a:lnTo>
                    <a:pt x="234701" y="312249"/>
                  </a:lnTo>
                  <a:lnTo>
                    <a:pt x="233950" y="307737"/>
                  </a:lnTo>
                  <a:lnTo>
                    <a:pt x="233476" y="306384"/>
                  </a:lnTo>
                  <a:lnTo>
                    <a:pt x="232720" y="305051"/>
                  </a:lnTo>
                  <a:lnTo>
                    <a:pt x="232708" y="306778"/>
                  </a:lnTo>
                  <a:lnTo>
                    <a:pt x="232793" y="308470"/>
                  </a:lnTo>
                  <a:lnTo>
                    <a:pt x="231746" y="310629"/>
                  </a:lnTo>
                  <a:lnTo>
                    <a:pt x="230384" y="312179"/>
                  </a:lnTo>
                  <a:lnTo>
                    <a:pt x="229495" y="313635"/>
                  </a:lnTo>
                  <a:lnTo>
                    <a:pt x="228662" y="316935"/>
                  </a:lnTo>
                  <a:lnTo>
                    <a:pt x="227556" y="319715"/>
                  </a:lnTo>
                  <a:lnTo>
                    <a:pt x="226543" y="320741"/>
                  </a:lnTo>
                  <a:lnTo>
                    <a:pt x="225637" y="320971"/>
                  </a:lnTo>
                  <a:lnTo>
                    <a:pt x="224710" y="321399"/>
                  </a:lnTo>
                  <a:lnTo>
                    <a:pt x="223262" y="322507"/>
                  </a:lnTo>
                  <a:lnTo>
                    <a:pt x="221863" y="323440"/>
                  </a:lnTo>
                  <a:lnTo>
                    <a:pt x="220825" y="324662"/>
                  </a:lnTo>
                  <a:lnTo>
                    <a:pt x="219924" y="325301"/>
                  </a:lnTo>
                  <a:lnTo>
                    <a:pt x="216996" y="330863"/>
                  </a:lnTo>
                  <a:lnTo>
                    <a:pt x="215658" y="332720"/>
                  </a:lnTo>
                  <a:lnTo>
                    <a:pt x="215383" y="333471"/>
                  </a:lnTo>
                  <a:lnTo>
                    <a:pt x="214819" y="334102"/>
                  </a:lnTo>
                  <a:lnTo>
                    <a:pt x="214929" y="334979"/>
                  </a:lnTo>
                  <a:lnTo>
                    <a:pt x="215383" y="335578"/>
                  </a:lnTo>
                  <a:lnTo>
                    <a:pt x="215836" y="338046"/>
                  </a:lnTo>
                  <a:lnTo>
                    <a:pt x="215564" y="338577"/>
                  </a:lnTo>
                  <a:lnTo>
                    <a:pt x="215085" y="338300"/>
                  </a:lnTo>
                  <a:lnTo>
                    <a:pt x="213886" y="336924"/>
                  </a:lnTo>
                  <a:lnTo>
                    <a:pt x="213130" y="337425"/>
                  </a:lnTo>
                  <a:lnTo>
                    <a:pt x="212516" y="337989"/>
                  </a:lnTo>
                  <a:lnTo>
                    <a:pt x="210939" y="335458"/>
                  </a:lnTo>
                  <a:lnTo>
                    <a:pt x="210284" y="334863"/>
                  </a:lnTo>
                  <a:lnTo>
                    <a:pt x="209457" y="333847"/>
                  </a:lnTo>
                  <a:lnTo>
                    <a:pt x="208571" y="332970"/>
                  </a:lnTo>
                  <a:lnTo>
                    <a:pt x="208195" y="332870"/>
                  </a:lnTo>
                  <a:lnTo>
                    <a:pt x="207553" y="333053"/>
                  </a:lnTo>
                  <a:lnTo>
                    <a:pt x="207615" y="332366"/>
                  </a:lnTo>
                  <a:lnTo>
                    <a:pt x="208054" y="331809"/>
                  </a:lnTo>
                  <a:lnTo>
                    <a:pt x="208440" y="331680"/>
                  </a:lnTo>
                  <a:lnTo>
                    <a:pt x="209156" y="332493"/>
                  </a:lnTo>
                  <a:lnTo>
                    <a:pt x="209972" y="333219"/>
                  </a:lnTo>
                  <a:lnTo>
                    <a:pt x="210432" y="333279"/>
                  </a:lnTo>
                  <a:lnTo>
                    <a:pt x="210646" y="332987"/>
                  </a:lnTo>
                  <a:lnTo>
                    <a:pt x="209870" y="330122"/>
                  </a:lnTo>
                  <a:lnTo>
                    <a:pt x="209341" y="327610"/>
                  </a:lnTo>
                  <a:lnTo>
                    <a:pt x="209098" y="326867"/>
                  </a:lnTo>
                  <a:lnTo>
                    <a:pt x="208461" y="324322"/>
                  </a:lnTo>
                  <a:lnTo>
                    <a:pt x="208144" y="323582"/>
                  </a:lnTo>
                  <a:lnTo>
                    <a:pt x="206787" y="321783"/>
                  </a:lnTo>
                  <a:lnTo>
                    <a:pt x="205337" y="319672"/>
                  </a:lnTo>
                  <a:lnTo>
                    <a:pt x="204939" y="317137"/>
                  </a:lnTo>
                  <a:lnTo>
                    <a:pt x="204412" y="315514"/>
                  </a:lnTo>
                  <a:lnTo>
                    <a:pt x="203731" y="314494"/>
                  </a:lnTo>
                  <a:lnTo>
                    <a:pt x="202678" y="313587"/>
                  </a:lnTo>
                  <a:lnTo>
                    <a:pt x="199779" y="313237"/>
                  </a:lnTo>
                  <a:lnTo>
                    <a:pt x="198570" y="310644"/>
                  </a:lnTo>
                  <a:lnTo>
                    <a:pt x="197878" y="307429"/>
                  </a:lnTo>
                  <a:lnTo>
                    <a:pt x="198427" y="307217"/>
                  </a:lnTo>
                  <a:lnTo>
                    <a:pt x="199077" y="307177"/>
                  </a:lnTo>
                  <a:lnTo>
                    <a:pt x="199286" y="306175"/>
                  </a:lnTo>
                  <a:lnTo>
                    <a:pt x="199144" y="304638"/>
                  </a:lnTo>
                  <a:lnTo>
                    <a:pt x="196268" y="302730"/>
                  </a:lnTo>
                  <a:lnTo>
                    <a:pt x="194910" y="300737"/>
                  </a:lnTo>
                  <a:lnTo>
                    <a:pt x="193762" y="299878"/>
                  </a:lnTo>
                  <a:lnTo>
                    <a:pt x="192684" y="299538"/>
                  </a:lnTo>
                  <a:lnTo>
                    <a:pt x="191257" y="299616"/>
                  </a:lnTo>
                  <a:lnTo>
                    <a:pt x="189474" y="299551"/>
                  </a:lnTo>
                  <a:lnTo>
                    <a:pt x="185172" y="296377"/>
                  </a:lnTo>
                  <a:lnTo>
                    <a:pt x="184143" y="296280"/>
                  </a:lnTo>
                  <a:lnTo>
                    <a:pt x="181069" y="297266"/>
                  </a:lnTo>
                  <a:lnTo>
                    <a:pt x="180037" y="297087"/>
                  </a:lnTo>
                  <a:lnTo>
                    <a:pt x="175369" y="292751"/>
                  </a:lnTo>
                  <a:lnTo>
                    <a:pt x="172266" y="290690"/>
                  </a:lnTo>
                  <a:lnTo>
                    <a:pt x="171242" y="290306"/>
                  </a:lnTo>
                  <a:lnTo>
                    <a:pt x="169905" y="289953"/>
                  </a:lnTo>
                  <a:lnTo>
                    <a:pt x="168823" y="290457"/>
                  </a:lnTo>
                  <a:lnTo>
                    <a:pt x="168055" y="290931"/>
                  </a:lnTo>
                  <a:lnTo>
                    <a:pt x="166493" y="291464"/>
                  </a:lnTo>
                  <a:lnTo>
                    <a:pt x="160313" y="291117"/>
                  </a:lnTo>
                  <a:lnTo>
                    <a:pt x="155006" y="291788"/>
                  </a:lnTo>
                  <a:lnTo>
                    <a:pt x="151400" y="292244"/>
                  </a:lnTo>
                  <a:lnTo>
                    <a:pt x="149115" y="292840"/>
                  </a:lnTo>
                  <a:lnTo>
                    <a:pt x="145330" y="295421"/>
                  </a:lnTo>
                  <a:lnTo>
                    <a:pt x="140804" y="297915"/>
                  </a:lnTo>
                  <a:lnTo>
                    <a:pt x="137117" y="299097"/>
                  </a:lnTo>
                  <a:lnTo>
                    <a:pt x="133729" y="300670"/>
                  </a:lnTo>
                  <a:lnTo>
                    <a:pt x="131498" y="301128"/>
                  </a:lnTo>
                  <a:lnTo>
                    <a:pt x="128615" y="301324"/>
                  </a:lnTo>
                  <a:lnTo>
                    <a:pt x="122533" y="300569"/>
                  </a:lnTo>
                  <a:lnTo>
                    <a:pt x="120458" y="301129"/>
                  </a:lnTo>
                  <a:lnTo>
                    <a:pt x="117150" y="304043"/>
                  </a:lnTo>
                  <a:lnTo>
                    <a:pt x="116168" y="304750"/>
                  </a:lnTo>
                  <a:lnTo>
                    <a:pt x="114303" y="305557"/>
                  </a:lnTo>
                  <a:lnTo>
                    <a:pt x="109499" y="309299"/>
                  </a:lnTo>
                  <a:lnTo>
                    <a:pt x="107283" y="310100"/>
                  </a:lnTo>
                  <a:lnTo>
                    <a:pt x="105851" y="310355"/>
                  </a:lnTo>
                  <a:lnTo>
                    <a:pt x="104626" y="311148"/>
                  </a:lnTo>
                  <a:lnTo>
                    <a:pt x="103513" y="312740"/>
                  </a:lnTo>
                  <a:lnTo>
                    <a:pt x="102010" y="317160"/>
                  </a:lnTo>
                  <a:lnTo>
                    <a:pt x="101075" y="319253"/>
                  </a:lnTo>
                  <a:lnTo>
                    <a:pt x="99013" y="322600"/>
                  </a:lnTo>
                  <a:lnTo>
                    <a:pt x="97655" y="323714"/>
                  </a:lnTo>
                  <a:lnTo>
                    <a:pt x="96317" y="323563"/>
                  </a:lnTo>
                  <a:lnTo>
                    <a:pt x="94824" y="324719"/>
                  </a:lnTo>
                  <a:lnTo>
                    <a:pt x="93499" y="323496"/>
                  </a:lnTo>
                  <a:lnTo>
                    <a:pt x="92440" y="323262"/>
                  </a:lnTo>
                  <a:lnTo>
                    <a:pt x="90755" y="323360"/>
                  </a:lnTo>
                  <a:lnTo>
                    <a:pt x="84827" y="324768"/>
                  </a:lnTo>
                  <a:lnTo>
                    <a:pt x="83977" y="323131"/>
                  </a:lnTo>
                  <a:lnTo>
                    <a:pt x="82891" y="322885"/>
                  </a:lnTo>
                  <a:lnTo>
                    <a:pt x="80841" y="322965"/>
                  </a:lnTo>
                  <a:lnTo>
                    <a:pt x="77770" y="322467"/>
                  </a:lnTo>
                  <a:lnTo>
                    <a:pt x="72183" y="323088"/>
                  </a:lnTo>
                  <a:lnTo>
                    <a:pt x="69497" y="323763"/>
                  </a:lnTo>
                  <a:lnTo>
                    <a:pt x="68435" y="324368"/>
                  </a:lnTo>
                  <a:lnTo>
                    <a:pt x="66458" y="323983"/>
                  </a:lnTo>
                  <a:lnTo>
                    <a:pt x="63097" y="324530"/>
                  </a:lnTo>
                  <a:lnTo>
                    <a:pt x="61914" y="325462"/>
                  </a:lnTo>
                  <a:lnTo>
                    <a:pt x="61025" y="326294"/>
                  </a:lnTo>
                  <a:lnTo>
                    <a:pt x="59279" y="330019"/>
                  </a:lnTo>
                  <a:lnTo>
                    <a:pt x="57359" y="331249"/>
                  </a:lnTo>
                  <a:lnTo>
                    <a:pt x="55786" y="331290"/>
                  </a:lnTo>
                  <a:lnTo>
                    <a:pt x="54026" y="331576"/>
                  </a:lnTo>
                  <a:lnTo>
                    <a:pt x="50476" y="335164"/>
                  </a:lnTo>
                  <a:lnTo>
                    <a:pt x="46838" y="338644"/>
                  </a:lnTo>
                  <a:lnTo>
                    <a:pt x="45616" y="339016"/>
                  </a:lnTo>
                  <a:lnTo>
                    <a:pt x="44260" y="339598"/>
                  </a:lnTo>
                  <a:lnTo>
                    <a:pt x="42484" y="339876"/>
                  </a:lnTo>
                  <a:lnTo>
                    <a:pt x="41600" y="340194"/>
                  </a:lnTo>
                  <a:lnTo>
                    <a:pt x="37456" y="339301"/>
                  </a:lnTo>
                  <a:lnTo>
                    <a:pt x="34821" y="339201"/>
                  </a:lnTo>
                  <a:lnTo>
                    <a:pt x="31527" y="338662"/>
                  </a:lnTo>
                  <a:lnTo>
                    <a:pt x="28688" y="336959"/>
                  </a:lnTo>
                  <a:lnTo>
                    <a:pt x="26508" y="335972"/>
                  </a:lnTo>
                  <a:lnTo>
                    <a:pt x="24044" y="332221"/>
                  </a:lnTo>
                  <a:lnTo>
                    <a:pt x="22519" y="330822"/>
                  </a:lnTo>
                  <a:lnTo>
                    <a:pt x="19800" y="329122"/>
                  </a:lnTo>
                  <a:lnTo>
                    <a:pt x="19016" y="329186"/>
                  </a:lnTo>
                  <a:lnTo>
                    <a:pt x="18383" y="329650"/>
                  </a:lnTo>
                  <a:lnTo>
                    <a:pt x="17256" y="328452"/>
                  </a:lnTo>
                  <a:lnTo>
                    <a:pt x="17227" y="326907"/>
                  </a:lnTo>
                  <a:lnTo>
                    <a:pt x="16922" y="325597"/>
                  </a:lnTo>
                  <a:lnTo>
                    <a:pt x="16943" y="322152"/>
                  </a:lnTo>
                  <a:lnTo>
                    <a:pt x="17115" y="318123"/>
                  </a:lnTo>
                  <a:lnTo>
                    <a:pt x="18109" y="319029"/>
                  </a:lnTo>
                  <a:lnTo>
                    <a:pt x="18892" y="319910"/>
                  </a:lnTo>
                  <a:lnTo>
                    <a:pt x="20568" y="319861"/>
                  </a:lnTo>
                  <a:lnTo>
                    <a:pt x="22048" y="318346"/>
                  </a:lnTo>
                  <a:lnTo>
                    <a:pt x="22892" y="316127"/>
                  </a:lnTo>
                  <a:lnTo>
                    <a:pt x="23635" y="313625"/>
                  </a:lnTo>
                  <a:lnTo>
                    <a:pt x="23520" y="310965"/>
                  </a:lnTo>
                  <a:lnTo>
                    <a:pt x="23025" y="306290"/>
                  </a:lnTo>
                  <a:lnTo>
                    <a:pt x="23363" y="305308"/>
                  </a:lnTo>
                  <a:lnTo>
                    <a:pt x="23871" y="304909"/>
                  </a:lnTo>
                  <a:lnTo>
                    <a:pt x="24036" y="302581"/>
                  </a:lnTo>
                  <a:lnTo>
                    <a:pt x="24156" y="295423"/>
                  </a:lnTo>
                  <a:lnTo>
                    <a:pt x="23781" y="292727"/>
                  </a:lnTo>
                  <a:lnTo>
                    <a:pt x="21474" y="287259"/>
                  </a:lnTo>
                  <a:lnTo>
                    <a:pt x="19958" y="282507"/>
                  </a:lnTo>
                  <a:lnTo>
                    <a:pt x="18846" y="280361"/>
                  </a:lnTo>
                  <a:lnTo>
                    <a:pt x="17910" y="276908"/>
                  </a:lnTo>
                  <a:lnTo>
                    <a:pt x="17121" y="272107"/>
                  </a:lnTo>
                  <a:lnTo>
                    <a:pt x="16878" y="269681"/>
                  </a:lnTo>
                  <a:lnTo>
                    <a:pt x="16625" y="265208"/>
                  </a:lnTo>
                  <a:lnTo>
                    <a:pt x="16902" y="262672"/>
                  </a:lnTo>
                  <a:lnTo>
                    <a:pt x="16785" y="261191"/>
                  </a:lnTo>
                  <a:lnTo>
                    <a:pt x="15819" y="257138"/>
                  </a:lnTo>
                  <a:lnTo>
                    <a:pt x="13658" y="253355"/>
                  </a:lnTo>
                  <a:lnTo>
                    <a:pt x="13300" y="251959"/>
                  </a:lnTo>
                  <a:lnTo>
                    <a:pt x="13311" y="250488"/>
                  </a:lnTo>
                  <a:lnTo>
                    <a:pt x="12796" y="248768"/>
                  </a:lnTo>
                  <a:lnTo>
                    <a:pt x="11057" y="245309"/>
                  </a:lnTo>
                  <a:lnTo>
                    <a:pt x="9275" y="242321"/>
                  </a:lnTo>
                  <a:lnTo>
                    <a:pt x="8975" y="240867"/>
                  </a:lnTo>
                  <a:lnTo>
                    <a:pt x="8644" y="234839"/>
                  </a:lnTo>
                  <a:lnTo>
                    <a:pt x="7978" y="232091"/>
                  </a:lnTo>
                  <a:lnTo>
                    <a:pt x="4963" y="225124"/>
                  </a:lnTo>
                  <a:lnTo>
                    <a:pt x="1402" y="219121"/>
                  </a:lnTo>
                  <a:lnTo>
                    <a:pt x="437" y="216667"/>
                  </a:lnTo>
                  <a:lnTo>
                    <a:pt x="0" y="215842"/>
                  </a:lnTo>
                  <a:lnTo>
                    <a:pt x="245" y="215730"/>
                  </a:lnTo>
                  <a:lnTo>
                    <a:pt x="646" y="216051"/>
                  </a:lnTo>
                  <a:lnTo>
                    <a:pt x="1091" y="216651"/>
                  </a:lnTo>
                  <a:lnTo>
                    <a:pt x="1310" y="216701"/>
                  </a:lnTo>
                  <a:lnTo>
                    <a:pt x="1518" y="216205"/>
                  </a:lnTo>
                  <a:lnTo>
                    <a:pt x="1495" y="215058"/>
                  </a:lnTo>
                  <a:lnTo>
                    <a:pt x="1620" y="214422"/>
                  </a:lnTo>
                  <a:lnTo>
                    <a:pt x="1931" y="214772"/>
                  </a:lnTo>
                  <a:lnTo>
                    <a:pt x="2295" y="216062"/>
                  </a:lnTo>
                  <a:lnTo>
                    <a:pt x="3423" y="219391"/>
                  </a:lnTo>
                  <a:lnTo>
                    <a:pt x="3754" y="221084"/>
                  </a:lnTo>
                  <a:lnTo>
                    <a:pt x="5193" y="221601"/>
                  </a:lnTo>
                  <a:lnTo>
                    <a:pt x="5634" y="221156"/>
                  </a:lnTo>
                  <a:lnTo>
                    <a:pt x="6165" y="220282"/>
                  </a:lnTo>
                  <a:lnTo>
                    <a:pt x="6320" y="217932"/>
                  </a:lnTo>
                  <a:lnTo>
                    <a:pt x="5591" y="216870"/>
                  </a:lnTo>
                  <a:lnTo>
                    <a:pt x="4935" y="216419"/>
                  </a:lnTo>
                  <a:lnTo>
                    <a:pt x="3824" y="214676"/>
                  </a:lnTo>
                  <a:lnTo>
                    <a:pt x="3108" y="211882"/>
                  </a:lnTo>
                  <a:lnTo>
                    <a:pt x="1991" y="209301"/>
                  </a:lnTo>
                  <a:lnTo>
                    <a:pt x="2011" y="208379"/>
                  </a:lnTo>
                  <a:lnTo>
                    <a:pt x="2522" y="207708"/>
                  </a:lnTo>
                  <a:lnTo>
                    <a:pt x="3355" y="208072"/>
                  </a:lnTo>
                  <a:lnTo>
                    <a:pt x="4128" y="209557"/>
                  </a:lnTo>
                  <a:lnTo>
                    <a:pt x="4998" y="210939"/>
                  </a:lnTo>
                  <a:lnTo>
                    <a:pt x="4854" y="213358"/>
                  </a:lnTo>
                  <a:lnTo>
                    <a:pt x="4719" y="214020"/>
                  </a:lnTo>
                  <a:lnTo>
                    <a:pt x="4796" y="214579"/>
                  </a:lnTo>
                  <a:lnTo>
                    <a:pt x="5099" y="215110"/>
                  </a:lnTo>
                  <a:lnTo>
                    <a:pt x="5497" y="215528"/>
                  </a:lnTo>
                  <a:lnTo>
                    <a:pt x="5932" y="214915"/>
                  </a:lnTo>
                  <a:lnTo>
                    <a:pt x="6330" y="213501"/>
                  </a:lnTo>
                  <a:lnTo>
                    <a:pt x="6576" y="213685"/>
                  </a:lnTo>
                  <a:lnTo>
                    <a:pt x="7167" y="216908"/>
                  </a:lnTo>
                  <a:lnTo>
                    <a:pt x="7636" y="217784"/>
                  </a:lnTo>
                  <a:lnTo>
                    <a:pt x="8567" y="218790"/>
                  </a:lnTo>
                  <a:lnTo>
                    <a:pt x="9377" y="218007"/>
                  </a:lnTo>
                  <a:lnTo>
                    <a:pt x="9753" y="217337"/>
                  </a:lnTo>
                  <a:lnTo>
                    <a:pt x="9636" y="215062"/>
                  </a:lnTo>
                  <a:lnTo>
                    <a:pt x="9874" y="212864"/>
                  </a:lnTo>
                  <a:lnTo>
                    <a:pt x="9739" y="211230"/>
                  </a:lnTo>
                  <a:lnTo>
                    <a:pt x="7644" y="206951"/>
                  </a:lnTo>
                  <a:lnTo>
                    <a:pt x="5748" y="201663"/>
                  </a:lnTo>
                  <a:lnTo>
                    <a:pt x="4598" y="199032"/>
                  </a:lnTo>
                  <a:lnTo>
                    <a:pt x="3637" y="195070"/>
                  </a:lnTo>
                  <a:lnTo>
                    <a:pt x="3015" y="193698"/>
                  </a:lnTo>
                  <a:lnTo>
                    <a:pt x="2203" y="191480"/>
                  </a:lnTo>
                  <a:lnTo>
                    <a:pt x="2159" y="188947"/>
                  </a:lnTo>
                  <a:lnTo>
                    <a:pt x="2237" y="187250"/>
                  </a:lnTo>
                  <a:lnTo>
                    <a:pt x="2886" y="183586"/>
                  </a:lnTo>
                  <a:lnTo>
                    <a:pt x="3483" y="181677"/>
                  </a:lnTo>
                  <a:lnTo>
                    <a:pt x="5414" y="177289"/>
                  </a:lnTo>
                  <a:lnTo>
                    <a:pt x="5508" y="175397"/>
                  </a:lnTo>
                  <a:lnTo>
                    <a:pt x="5488" y="173973"/>
                  </a:lnTo>
                  <a:lnTo>
                    <a:pt x="5772" y="171786"/>
                  </a:lnTo>
                  <a:lnTo>
                    <a:pt x="5774" y="170264"/>
                  </a:lnTo>
                  <a:lnTo>
                    <a:pt x="5516" y="168846"/>
                  </a:lnTo>
                  <a:lnTo>
                    <a:pt x="4711" y="166404"/>
                  </a:lnTo>
                  <a:lnTo>
                    <a:pt x="5773" y="162141"/>
                  </a:lnTo>
                  <a:lnTo>
                    <a:pt x="7319" y="156660"/>
                  </a:lnTo>
                  <a:lnTo>
                    <a:pt x="7928" y="155855"/>
                  </a:lnTo>
                  <a:lnTo>
                    <a:pt x="8885" y="155118"/>
                  </a:lnTo>
                  <a:lnTo>
                    <a:pt x="9061" y="156250"/>
                  </a:lnTo>
                  <a:lnTo>
                    <a:pt x="8590" y="160038"/>
                  </a:lnTo>
                  <a:lnTo>
                    <a:pt x="9263" y="162018"/>
                  </a:lnTo>
                  <a:lnTo>
                    <a:pt x="9052" y="164247"/>
                  </a:lnTo>
                  <a:lnTo>
                    <a:pt x="9653" y="163867"/>
                  </a:lnTo>
                  <a:lnTo>
                    <a:pt x="10584" y="163442"/>
                  </a:lnTo>
                  <a:lnTo>
                    <a:pt x="11286" y="162272"/>
                  </a:lnTo>
                  <a:lnTo>
                    <a:pt x="11657" y="161149"/>
                  </a:lnTo>
                  <a:lnTo>
                    <a:pt x="13415" y="156702"/>
                  </a:lnTo>
                  <a:lnTo>
                    <a:pt x="14423" y="155046"/>
                  </a:lnTo>
                  <a:lnTo>
                    <a:pt x="15840" y="153825"/>
                  </a:lnTo>
                  <a:lnTo>
                    <a:pt x="18703" y="152356"/>
                  </a:lnTo>
                  <a:lnTo>
                    <a:pt x="21489" y="150419"/>
                  </a:lnTo>
                  <a:lnTo>
                    <a:pt x="22813" y="148555"/>
                  </a:lnTo>
                  <a:lnTo>
                    <a:pt x="24472" y="146940"/>
                  </a:lnTo>
                  <a:lnTo>
                    <a:pt x="25627" y="145188"/>
                  </a:lnTo>
                  <a:lnTo>
                    <a:pt x="26737" y="143984"/>
                  </a:lnTo>
                  <a:lnTo>
                    <a:pt x="32366" y="139563"/>
                  </a:lnTo>
                  <a:lnTo>
                    <a:pt x="33320" y="138732"/>
                  </a:lnTo>
                  <a:lnTo>
                    <a:pt x="34546" y="138638"/>
                  </a:lnTo>
                  <a:lnTo>
                    <a:pt x="36050" y="138785"/>
                  </a:lnTo>
                  <a:lnTo>
                    <a:pt x="37410" y="138552"/>
                  </a:lnTo>
                  <a:lnTo>
                    <a:pt x="38865" y="139559"/>
                  </a:lnTo>
                  <a:lnTo>
                    <a:pt x="39938" y="139672"/>
                  </a:lnTo>
                  <a:lnTo>
                    <a:pt x="42565" y="138578"/>
                  </a:lnTo>
                  <a:lnTo>
                    <a:pt x="43969" y="137599"/>
                  </a:lnTo>
                  <a:lnTo>
                    <a:pt x="46381" y="135457"/>
                  </a:lnTo>
                  <a:lnTo>
                    <a:pt x="47440" y="134846"/>
                  </a:lnTo>
                  <a:lnTo>
                    <a:pt x="49891" y="134169"/>
                  </a:lnTo>
                  <a:lnTo>
                    <a:pt x="52665" y="133266"/>
                  </a:lnTo>
                  <a:lnTo>
                    <a:pt x="56005" y="129547"/>
                  </a:lnTo>
                  <a:lnTo>
                    <a:pt x="58411" y="129784"/>
                  </a:lnTo>
                  <a:lnTo>
                    <a:pt x="60560" y="130147"/>
                  </a:lnTo>
                  <a:lnTo>
                    <a:pt x="62280" y="129032"/>
                  </a:lnTo>
                  <a:lnTo>
                    <a:pt x="66334" y="128350"/>
                  </a:lnTo>
                  <a:lnTo>
                    <a:pt x="68580" y="127409"/>
                  </a:lnTo>
                  <a:lnTo>
                    <a:pt x="72788" y="124941"/>
                  </a:lnTo>
                  <a:lnTo>
                    <a:pt x="73918" y="124095"/>
                  </a:lnTo>
                  <a:lnTo>
                    <a:pt x="75639" y="122331"/>
                  </a:lnTo>
                  <a:lnTo>
                    <a:pt x="77133" y="120127"/>
                  </a:lnTo>
                  <a:lnTo>
                    <a:pt x="78607" y="117149"/>
                  </a:lnTo>
                  <a:lnTo>
                    <a:pt x="79515" y="114481"/>
                  </a:lnTo>
                  <a:lnTo>
                    <a:pt x="79905" y="113107"/>
                  </a:lnTo>
                  <a:lnTo>
                    <a:pt x="80768" y="110922"/>
                  </a:lnTo>
                  <a:lnTo>
                    <a:pt x="81363" y="109192"/>
                  </a:lnTo>
                  <a:lnTo>
                    <a:pt x="81826" y="108371"/>
                  </a:lnTo>
                  <a:lnTo>
                    <a:pt x="83458" y="107207"/>
                  </a:lnTo>
                  <a:lnTo>
                    <a:pt x="85878" y="103936"/>
                  </a:lnTo>
                  <a:lnTo>
                    <a:pt x="86666" y="103278"/>
                  </a:lnTo>
                  <a:lnTo>
                    <a:pt x="86813" y="102232"/>
                  </a:lnTo>
                  <a:lnTo>
                    <a:pt x="86291" y="101646"/>
                  </a:lnTo>
                  <a:lnTo>
                    <a:pt x="85645" y="101278"/>
                  </a:lnTo>
                  <a:lnTo>
                    <a:pt x="85209" y="97816"/>
                  </a:lnTo>
                  <a:lnTo>
                    <a:pt x="84794" y="95427"/>
                  </a:lnTo>
                  <a:lnTo>
                    <a:pt x="84753" y="93744"/>
                  </a:lnTo>
                  <a:lnTo>
                    <a:pt x="84915" y="92144"/>
                  </a:lnTo>
                  <a:lnTo>
                    <a:pt x="85867" y="89662"/>
                  </a:lnTo>
                  <a:lnTo>
                    <a:pt x="86546" y="88597"/>
                  </a:lnTo>
                  <a:lnTo>
                    <a:pt x="87486" y="87356"/>
                  </a:lnTo>
                  <a:lnTo>
                    <a:pt x="88342" y="86972"/>
                  </a:lnTo>
                  <a:lnTo>
                    <a:pt x="89056" y="85885"/>
                  </a:lnTo>
                  <a:lnTo>
                    <a:pt x="90214" y="84808"/>
                  </a:lnTo>
                  <a:lnTo>
                    <a:pt x="90703" y="83726"/>
                  </a:lnTo>
                  <a:lnTo>
                    <a:pt x="91422" y="81526"/>
                  </a:lnTo>
                  <a:lnTo>
                    <a:pt x="92072" y="79855"/>
                  </a:lnTo>
                  <a:lnTo>
                    <a:pt x="92582" y="79914"/>
                  </a:lnTo>
                  <a:lnTo>
                    <a:pt x="93563" y="83798"/>
                  </a:lnTo>
                  <a:lnTo>
                    <a:pt x="94204" y="85859"/>
                  </a:lnTo>
                  <a:lnTo>
                    <a:pt x="95375" y="88282"/>
                  </a:lnTo>
                  <a:lnTo>
                    <a:pt x="96485" y="91853"/>
                  </a:lnTo>
                  <a:lnTo>
                    <a:pt x="97389" y="93487"/>
                  </a:lnTo>
                  <a:lnTo>
                    <a:pt x="97828" y="94544"/>
                  </a:lnTo>
                  <a:lnTo>
                    <a:pt x="98187" y="95034"/>
                  </a:lnTo>
                  <a:lnTo>
                    <a:pt x="98266" y="94356"/>
                  </a:lnTo>
                  <a:lnTo>
                    <a:pt x="98175" y="93563"/>
                  </a:lnTo>
                  <a:lnTo>
                    <a:pt x="98611" y="90836"/>
                  </a:lnTo>
                  <a:lnTo>
                    <a:pt x="98407" y="88923"/>
                  </a:lnTo>
                  <a:lnTo>
                    <a:pt x="98475" y="88193"/>
                  </a:lnTo>
                  <a:lnTo>
                    <a:pt x="98703" y="87885"/>
                  </a:lnTo>
                  <a:lnTo>
                    <a:pt x="99142" y="88093"/>
                  </a:lnTo>
                  <a:lnTo>
                    <a:pt x="99991" y="89161"/>
                  </a:lnTo>
                  <a:lnTo>
                    <a:pt x="100419" y="89542"/>
                  </a:lnTo>
                  <a:lnTo>
                    <a:pt x="100722" y="89454"/>
                  </a:lnTo>
                  <a:lnTo>
                    <a:pt x="100707" y="87725"/>
                  </a:lnTo>
                  <a:lnTo>
                    <a:pt x="101132" y="86634"/>
                  </a:lnTo>
                  <a:lnTo>
                    <a:pt x="100961" y="85882"/>
                  </a:lnTo>
                  <a:lnTo>
                    <a:pt x="100221" y="85925"/>
                  </a:lnTo>
                  <a:lnTo>
                    <a:pt x="99908" y="84993"/>
                  </a:lnTo>
                  <a:lnTo>
                    <a:pt x="99297" y="83914"/>
                  </a:lnTo>
                  <a:lnTo>
                    <a:pt x="98603" y="83139"/>
                  </a:lnTo>
                  <a:lnTo>
                    <a:pt x="97760" y="81363"/>
                  </a:lnTo>
                  <a:lnTo>
                    <a:pt x="97499" y="80666"/>
                  </a:lnTo>
                  <a:lnTo>
                    <a:pt x="97827" y="80343"/>
                  </a:lnTo>
                  <a:lnTo>
                    <a:pt x="98359" y="80389"/>
                  </a:lnTo>
                  <a:lnTo>
                    <a:pt x="98782" y="79628"/>
                  </a:lnTo>
                  <a:lnTo>
                    <a:pt x="98976" y="78606"/>
                  </a:lnTo>
                  <a:lnTo>
                    <a:pt x="98602" y="76946"/>
                  </a:lnTo>
                  <a:lnTo>
                    <a:pt x="98985" y="76330"/>
                  </a:lnTo>
                  <a:lnTo>
                    <a:pt x="99756" y="76506"/>
                  </a:lnTo>
                  <a:lnTo>
                    <a:pt x="100988" y="79154"/>
                  </a:lnTo>
                  <a:lnTo>
                    <a:pt x="101518" y="78892"/>
                  </a:lnTo>
                  <a:lnTo>
                    <a:pt x="101954" y="77823"/>
                  </a:lnTo>
                  <a:lnTo>
                    <a:pt x="102741" y="77516"/>
                  </a:lnTo>
                  <a:lnTo>
                    <a:pt x="103548" y="77710"/>
                  </a:lnTo>
                  <a:lnTo>
                    <a:pt x="104080" y="78474"/>
                  </a:lnTo>
                  <a:lnTo>
                    <a:pt x="105162" y="79237"/>
                  </a:lnTo>
                  <a:lnTo>
                    <a:pt x="106604" y="79150"/>
                  </a:lnTo>
                  <a:lnTo>
                    <a:pt x="107334" y="79334"/>
                  </a:lnTo>
                  <a:lnTo>
                    <a:pt x="108871" y="79207"/>
                  </a:lnTo>
                  <a:lnTo>
                    <a:pt x="109624" y="79437"/>
                  </a:lnTo>
                  <a:lnTo>
                    <a:pt x="109482" y="79028"/>
                  </a:lnTo>
                  <a:lnTo>
                    <a:pt x="108652" y="78546"/>
                  </a:lnTo>
                  <a:lnTo>
                    <a:pt x="107716" y="78450"/>
                  </a:lnTo>
                  <a:lnTo>
                    <a:pt x="106620" y="78497"/>
                  </a:lnTo>
                  <a:lnTo>
                    <a:pt x="106151" y="77991"/>
                  </a:lnTo>
                  <a:lnTo>
                    <a:pt x="105994" y="76653"/>
                  </a:lnTo>
                  <a:lnTo>
                    <a:pt x="106260" y="75683"/>
                  </a:lnTo>
                  <a:lnTo>
                    <a:pt x="106432" y="75269"/>
                  </a:lnTo>
                  <a:lnTo>
                    <a:pt x="107145" y="75443"/>
                  </a:lnTo>
                  <a:lnTo>
                    <a:pt x="107778" y="75407"/>
                  </a:lnTo>
                  <a:lnTo>
                    <a:pt x="107855" y="74102"/>
                  </a:lnTo>
                  <a:lnTo>
                    <a:pt x="108078" y="72949"/>
                  </a:lnTo>
                  <a:lnTo>
                    <a:pt x="108456" y="72011"/>
                  </a:lnTo>
                  <a:lnTo>
                    <a:pt x="108454" y="71108"/>
                  </a:lnTo>
                  <a:lnTo>
                    <a:pt x="108060" y="71348"/>
                  </a:lnTo>
                  <a:lnTo>
                    <a:pt x="107091" y="73437"/>
                  </a:lnTo>
                  <a:lnTo>
                    <a:pt x="106628" y="71737"/>
                  </a:lnTo>
                  <a:lnTo>
                    <a:pt x="105931" y="70449"/>
                  </a:lnTo>
                  <a:lnTo>
                    <a:pt x="106072" y="68603"/>
                  </a:lnTo>
                  <a:lnTo>
                    <a:pt x="106479" y="66757"/>
                  </a:lnTo>
                  <a:lnTo>
                    <a:pt x="107104" y="66504"/>
                  </a:lnTo>
                  <a:lnTo>
                    <a:pt x="107634" y="66795"/>
                  </a:lnTo>
                  <a:lnTo>
                    <a:pt x="108416" y="65715"/>
                  </a:lnTo>
                  <a:lnTo>
                    <a:pt x="108857" y="64890"/>
                  </a:lnTo>
                  <a:lnTo>
                    <a:pt x="108755" y="64212"/>
                  </a:lnTo>
                  <a:lnTo>
                    <a:pt x="108873" y="63690"/>
                  </a:lnTo>
                  <a:lnTo>
                    <a:pt x="109420" y="63852"/>
                  </a:lnTo>
                  <a:lnTo>
                    <a:pt x="111517" y="65512"/>
                  </a:lnTo>
                  <a:lnTo>
                    <a:pt x="111936" y="66380"/>
                  </a:lnTo>
                  <a:lnTo>
                    <a:pt x="112377" y="66042"/>
                  </a:lnTo>
                  <a:lnTo>
                    <a:pt x="112518" y="65097"/>
                  </a:lnTo>
                  <a:lnTo>
                    <a:pt x="112471" y="64152"/>
                  </a:lnTo>
                  <a:lnTo>
                    <a:pt x="112008" y="64295"/>
                  </a:lnTo>
                  <a:lnTo>
                    <a:pt x="110922" y="64198"/>
                  </a:lnTo>
                  <a:lnTo>
                    <a:pt x="110671" y="63667"/>
                  </a:lnTo>
                  <a:lnTo>
                    <a:pt x="110766" y="63228"/>
                  </a:lnTo>
                  <a:lnTo>
                    <a:pt x="110259" y="62115"/>
                  </a:lnTo>
                  <a:lnTo>
                    <a:pt x="110969" y="61407"/>
                  </a:lnTo>
                  <a:lnTo>
                    <a:pt x="111580" y="61361"/>
                  </a:lnTo>
                  <a:lnTo>
                    <a:pt x="112002" y="60876"/>
                  </a:lnTo>
                  <a:lnTo>
                    <a:pt x="112008" y="60214"/>
                  </a:lnTo>
                  <a:lnTo>
                    <a:pt x="112142" y="59930"/>
                  </a:lnTo>
                  <a:lnTo>
                    <a:pt x="112471" y="60324"/>
                  </a:lnTo>
                  <a:lnTo>
                    <a:pt x="113566" y="60507"/>
                  </a:lnTo>
                  <a:lnTo>
                    <a:pt x="114642" y="61363"/>
                  </a:lnTo>
                  <a:lnTo>
                    <a:pt x="115146" y="61545"/>
                  </a:lnTo>
                  <a:lnTo>
                    <a:pt x="115334" y="61084"/>
                  </a:lnTo>
                  <a:lnTo>
                    <a:pt x="115412" y="60091"/>
                  </a:lnTo>
                  <a:lnTo>
                    <a:pt x="114083" y="59100"/>
                  </a:lnTo>
                  <a:lnTo>
                    <a:pt x="114047" y="58124"/>
                  </a:lnTo>
                  <a:lnTo>
                    <a:pt x="113488" y="57001"/>
                  </a:lnTo>
                  <a:lnTo>
                    <a:pt x="113472" y="55895"/>
                  </a:lnTo>
                  <a:lnTo>
                    <a:pt x="114302" y="54970"/>
                  </a:lnTo>
                  <a:lnTo>
                    <a:pt x="114473" y="54072"/>
                  </a:lnTo>
                  <a:lnTo>
                    <a:pt x="114955" y="53707"/>
                  </a:lnTo>
                  <a:lnTo>
                    <a:pt x="115905" y="53692"/>
                  </a:lnTo>
                  <a:lnTo>
                    <a:pt x="116547" y="52931"/>
                  </a:lnTo>
                  <a:lnTo>
                    <a:pt x="117266" y="52665"/>
                  </a:lnTo>
                  <a:lnTo>
                    <a:pt x="117442" y="50969"/>
                  </a:lnTo>
                  <a:lnTo>
                    <a:pt x="117430" y="49805"/>
                  </a:lnTo>
                  <a:lnTo>
                    <a:pt x="117720" y="49505"/>
                  </a:lnTo>
                  <a:lnTo>
                    <a:pt x="118447" y="49990"/>
                  </a:lnTo>
                  <a:lnTo>
                    <a:pt x="118226" y="51337"/>
                  </a:lnTo>
                  <a:lnTo>
                    <a:pt x="118224" y="52623"/>
                  </a:lnTo>
                  <a:lnTo>
                    <a:pt x="118040" y="53311"/>
                  </a:lnTo>
                  <a:lnTo>
                    <a:pt x="118314" y="53253"/>
                  </a:lnTo>
                  <a:lnTo>
                    <a:pt x="118483" y="52967"/>
                  </a:lnTo>
                  <a:lnTo>
                    <a:pt x="118768" y="52123"/>
                  </a:lnTo>
                  <a:lnTo>
                    <a:pt x="119534" y="52469"/>
                  </a:lnTo>
                  <a:lnTo>
                    <a:pt x="119724" y="53372"/>
                  </a:lnTo>
                  <a:lnTo>
                    <a:pt x="119824" y="54256"/>
                  </a:lnTo>
                  <a:lnTo>
                    <a:pt x="120207" y="54545"/>
                  </a:lnTo>
                  <a:lnTo>
                    <a:pt x="120732" y="53184"/>
                  </a:lnTo>
                  <a:lnTo>
                    <a:pt x="121438" y="52823"/>
                  </a:lnTo>
                  <a:lnTo>
                    <a:pt x="121399" y="51104"/>
                  </a:lnTo>
                  <a:lnTo>
                    <a:pt x="121666" y="49873"/>
                  </a:lnTo>
                  <a:lnTo>
                    <a:pt x="121749" y="48948"/>
                  </a:lnTo>
                  <a:lnTo>
                    <a:pt x="122196" y="48497"/>
                  </a:lnTo>
                  <a:lnTo>
                    <a:pt x="122295" y="47516"/>
                  </a:lnTo>
                  <a:lnTo>
                    <a:pt x="121937" y="46839"/>
                  </a:lnTo>
                  <a:lnTo>
                    <a:pt x="121752" y="45608"/>
                  </a:lnTo>
                  <a:lnTo>
                    <a:pt x="122368" y="45336"/>
                  </a:lnTo>
                  <a:lnTo>
                    <a:pt x="122985" y="45954"/>
                  </a:lnTo>
                  <a:lnTo>
                    <a:pt x="123401" y="47507"/>
                  </a:lnTo>
                  <a:lnTo>
                    <a:pt x="123687" y="48207"/>
                  </a:lnTo>
                  <a:lnTo>
                    <a:pt x="124069" y="47825"/>
                  </a:lnTo>
                  <a:lnTo>
                    <a:pt x="124298" y="46792"/>
                  </a:lnTo>
                  <a:lnTo>
                    <a:pt x="125056" y="46190"/>
                  </a:lnTo>
                  <a:lnTo>
                    <a:pt x="125806" y="47026"/>
                  </a:lnTo>
                  <a:lnTo>
                    <a:pt x="126632" y="48170"/>
                  </a:lnTo>
                  <a:lnTo>
                    <a:pt x="127667" y="47172"/>
                  </a:lnTo>
                  <a:lnTo>
                    <a:pt x="128628" y="45300"/>
                  </a:lnTo>
                  <a:lnTo>
                    <a:pt x="128474" y="44155"/>
                  </a:lnTo>
                  <a:lnTo>
                    <a:pt x="128580" y="42975"/>
                  </a:lnTo>
                  <a:lnTo>
                    <a:pt x="129787" y="42357"/>
                  </a:lnTo>
                  <a:lnTo>
                    <a:pt x="130760" y="42812"/>
                  </a:lnTo>
                  <a:lnTo>
                    <a:pt x="131641" y="44076"/>
                  </a:lnTo>
                  <a:lnTo>
                    <a:pt x="133475" y="45015"/>
                  </a:lnTo>
                  <a:lnTo>
                    <a:pt x="135032" y="46364"/>
                  </a:lnTo>
                  <a:lnTo>
                    <a:pt x="135727" y="47245"/>
                  </a:lnTo>
                  <a:lnTo>
                    <a:pt x="137068" y="48647"/>
                  </a:lnTo>
                  <a:lnTo>
                    <a:pt x="137926" y="50102"/>
                  </a:lnTo>
                  <a:lnTo>
                    <a:pt x="139100" y="52692"/>
                  </a:lnTo>
                  <a:lnTo>
                    <a:pt x="141871" y="55851"/>
                  </a:lnTo>
                  <a:lnTo>
                    <a:pt x="142050" y="56411"/>
                  </a:lnTo>
                  <a:lnTo>
                    <a:pt x="141676" y="57465"/>
                  </a:lnTo>
                  <a:lnTo>
                    <a:pt x="141341" y="58815"/>
                  </a:lnTo>
                  <a:lnTo>
                    <a:pt x="140925" y="61100"/>
                  </a:lnTo>
                  <a:lnTo>
                    <a:pt x="140820" y="64466"/>
                  </a:lnTo>
                  <a:lnTo>
                    <a:pt x="141220" y="64225"/>
                  </a:lnTo>
                  <a:lnTo>
                    <a:pt x="141634" y="63020"/>
                  </a:lnTo>
                  <a:lnTo>
                    <a:pt x="142072" y="63268"/>
                  </a:lnTo>
                  <a:lnTo>
                    <a:pt x="142573" y="64037"/>
                  </a:lnTo>
                  <a:lnTo>
                    <a:pt x="142614" y="63299"/>
                  </a:lnTo>
                  <a:lnTo>
                    <a:pt x="142313" y="62852"/>
                  </a:lnTo>
                  <a:lnTo>
                    <a:pt x="141800" y="61299"/>
                  </a:lnTo>
                  <a:lnTo>
                    <a:pt x="141819" y="60475"/>
                  </a:lnTo>
                  <a:lnTo>
                    <a:pt x="142229" y="59813"/>
                  </a:lnTo>
                  <a:lnTo>
                    <a:pt x="142861" y="59021"/>
                  </a:lnTo>
                  <a:lnTo>
                    <a:pt x="143552" y="58502"/>
                  </a:lnTo>
                  <a:lnTo>
                    <a:pt x="143978" y="58048"/>
                  </a:lnTo>
                  <a:lnTo>
                    <a:pt x="144041" y="57487"/>
                  </a:lnTo>
                  <a:lnTo>
                    <a:pt x="144681" y="56916"/>
                  </a:lnTo>
                  <a:lnTo>
                    <a:pt x="145611" y="56728"/>
                  </a:lnTo>
                  <a:lnTo>
                    <a:pt x="146176" y="56818"/>
                  </a:lnTo>
                  <a:lnTo>
                    <a:pt x="150175" y="58261"/>
                  </a:lnTo>
                  <a:lnTo>
                    <a:pt x="151187" y="59700"/>
                  </a:lnTo>
                  <a:lnTo>
                    <a:pt x="151282" y="61478"/>
                  </a:lnTo>
                  <a:lnTo>
                    <a:pt x="151666" y="62108"/>
                  </a:lnTo>
                  <a:lnTo>
                    <a:pt x="151875" y="60992"/>
                  </a:lnTo>
                  <a:lnTo>
                    <a:pt x="151834" y="58563"/>
                  </a:lnTo>
                  <a:lnTo>
                    <a:pt x="152156" y="58081"/>
                  </a:lnTo>
                  <a:lnTo>
                    <a:pt x="153231" y="58457"/>
                  </a:lnTo>
                  <a:lnTo>
                    <a:pt x="153967" y="58942"/>
                  </a:lnTo>
                  <a:lnTo>
                    <a:pt x="154989" y="60534"/>
                  </a:lnTo>
                  <a:lnTo>
                    <a:pt x="155184" y="61314"/>
                  </a:lnTo>
                  <a:lnTo>
                    <a:pt x="155630" y="61822"/>
                  </a:lnTo>
                  <a:lnTo>
                    <a:pt x="155777" y="61084"/>
                  </a:lnTo>
                  <a:lnTo>
                    <a:pt x="155568" y="60038"/>
                  </a:lnTo>
                  <a:lnTo>
                    <a:pt x="155421" y="58839"/>
                  </a:lnTo>
                  <a:lnTo>
                    <a:pt x="155652" y="57795"/>
                  </a:lnTo>
                  <a:lnTo>
                    <a:pt x="156847" y="57712"/>
                  </a:lnTo>
                  <a:lnTo>
                    <a:pt x="157654" y="57487"/>
                  </a:lnTo>
                  <a:lnTo>
                    <a:pt x="157272" y="57080"/>
                  </a:lnTo>
                  <a:lnTo>
                    <a:pt x="156753" y="56938"/>
                  </a:lnTo>
                  <a:lnTo>
                    <a:pt x="155897" y="55980"/>
                  </a:lnTo>
                  <a:lnTo>
                    <a:pt x="155345" y="54951"/>
                  </a:lnTo>
                  <a:lnTo>
                    <a:pt x="156234" y="53949"/>
                  </a:lnTo>
                  <a:lnTo>
                    <a:pt x="156227" y="53700"/>
                  </a:lnTo>
                  <a:lnTo>
                    <a:pt x="155376" y="53732"/>
                  </a:lnTo>
                  <a:lnTo>
                    <a:pt x="154202" y="52756"/>
                  </a:lnTo>
                  <a:lnTo>
                    <a:pt x="153207" y="51400"/>
                  </a:lnTo>
                  <a:lnTo>
                    <a:pt x="153968" y="48903"/>
                  </a:lnTo>
                  <a:lnTo>
                    <a:pt x="155487" y="46461"/>
                  </a:lnTo>
                  <a:lnTo>
                    <a:pt x="156340" y="45646"/>
                  </a:lnTo>
                  <a:lnTo>
                    <a:pt x="156421" y="44822"/>
                  </a:lnTo>
                  <a:lnTo>
                    <a:pt x="156831" y="43302"/>
                  </a:lnTo>
                  <a:lnTo>
                    <a:pt x="157091" y="42019"/>
                  </a:lnTo>
                  <a:lnTo>
                    <a:pt x="157166" y="41022"/>
                  </a:lnTo>
                  <a:lnTo>
                    <a:pt x="157561" y="39969"/>
                  </a:lnTo>
                  <a:lnTo>
                    <a:pt x="158497" y="38975"/>
                  </a:lnTo>
                  <a:lnTo>
                    <a:pt x="159773" y="38619"/>
                  </a:lnTo>
                  <a:lnTo>
                    <a:pt x="160371" y="38231"/>
                  </a:lnTo>
                  <a:lnTo>
                    <a:pt x="160971" y="37314"/>
                  </a:lnTo>
                  <a:lnTo>
                    <a:pt x="161543" y="36193"/>
                  </a:lnTo>
                  <a:lnTo>
                    <a:pt x="160362" y="34007"/>
                  </a:lnTo>
                  <a:lnTo>
                    <a:pt x="160460" y="32803"/>
                  </a:lnTo>
                  <a:lnTo>
                    <a:pt x="160676" y="31384"/>
                  </a:lnTo>
                  <a:lnTo>
                    <a:pt x="162093" y="30344"/>
                  </a:lnTo>
                  <a:lnTo>
                    <a:pt x="162869" y="27624"/>
                  </a:lnTo>
                  <a:lnTo>
                    <a:pt x="163382" y="27216"/>
                  </a:lnTo>
                  <a:lnTo>
                    <a:pt x="164496" y="27296"/>
                  </a:lnTo>
                  <a:lnTo>
                    <a:pt x="164927" y="27052"/>
                  </a:lnTo>
                  <a:lnTo>
                    <a:pt x="164852" y="24882"/>
                  </a:lnTo>
                  <a:lnTo>
                    <a:pt x="164976" y="24042"/>
                  </a:lnTo>
                  <a:lnTo>
                    <a:pt x="165446" y="23705"/>
                  </a:lnTo>
                  <a:lnTo>
                    <a:pt x="166050" y="23996"/>
                  </a:lnTo>
                  <a:lnTo>
                    <a:pt x="166432" y="24938"/>
                  </a:lnTo>
                  <a:lnTo>
                    <a:pt x="167291" y="25810"/>
                  </a:lnTo>
                  <a:lnTo>
                    <a:pt x="167583" y="25333"/>
                  </a:lnTo>
                  <a:lnTo>
                    <a:pt x="167438" y="24377"/>
                  </a:lnTo>
                  <a:lnTo>
                    <a:pt x="167352" y="23151"/>
                  </a:lnTo>
                  <a:lnTo>
                    <a:pt x="168136" y="22887"/>
                  </a:lnTo>
                  <a:lnTo>
                    <a:pt x="168768" y="22812"/>
                  </a:lnTo>
                  <a:lnTo>
                    <a:pt x="168830" y="21811"/>
                  </a:lnTo>
                  <a:lnTo>
                    <a:pt x="168731" y="21013"/>
                  </a:lnTo>
                  <a:lnTo>
                    <a:pt x="168978" y="20675"/>
                  </a:lnTo>
                  <a:lnTo>
                    <a:pt x="170627" y="20511"/>
                  </a:lnTo>
                  <a:lnTo>
                    <a:pt x="171057" y="19690"/>
                  </a:lnTo>
                  <a:lnTo>
                    <a:pt x="171305" y="18976"/>
                  </a:lnTo>
                  <a:lnTo>
                    <a:pt x="171515" y="19367"/>
                  </a:lnTo>
                  <a:lnTo>
                    <a:pt x="171782" y="20959"/>
                  </a:lnTo>
                  <a:lnTo>
                    <a:pt x="172692" y="21892"/>
                  </a:lnTo>
                  <a:lnTo>
                    <a:pt x="175417" y="21909"/>
                  </a:lnTo>
                  <a:lnTo>
                    <a:pt x="176947" y="21265"/>
                  </a:lnTo>
                  <a:lnTo>
                    <a:pt x="177597" y="21646"/>
                  </a:lnTo>
                  <a:lnTo>
                    <a:pt x="178613" y="21946"/>
                  </a:lnTo>
                  <a:lnTo>
                    <a:pt x="179732" y="21195"/>
                  </a:lnTo>
                  <a:lnTo>
                    <a:pt x="180402" y="20624"/>
                  </a:lnTo>
                  <a:lnTo>
                    <a:pt x="181527" y="21365"/>
                  </a:lnTo>
                  <a:lnTo>
                    <a:pt x="181895" y="22146"/>
                  </a:lnTo>
                  <a:lnTo>
                    <a:pt x="182185" y="20490"/>
                  </a:lnTo>
                  <a:lnTo>
                    <a:pt x="182837" y="19911"/>
                  </a:lnTo>
                  <a:lnTo>
                    <a:pt x="183530" y="19567"/>
                  </a:lnTo>
                  <a:lnTo>
                    <a:pt x="184406" y="19844"/>
                  </a:lnTo>
                  <a:lnTo>
                    <a:pt x="184750" y="19751"/>
                  </a:lnTo>
                  <a:lnTo>
                    <a:pt x="183972" y="18520"/>
                  </a:lnTo>
                  <a:lnTo>
                    <a:pt x="184017" y="17398"/>
                  </a:lnTo>
                  <a:lnTo>
                    <a:pt x="183966" y="15740"/>
                  </a:lnTo>
                  <a:lnTo>
                    <a:pt x="184106" y="14224"/>
                  </a:lnTo>
                  <a:lnTo>
                    <a:pt x="184385" y="13134"/>
                  </a:lnTo>
                  <a:lnTo>
                    <a:pt x="182502" y="10937"/>
                  </a:lnTo>
                  <a:lnTo>
                    <a:pt x="180636" y="10605"/>
                  </a:lnTo>
                  <a:lnTo>
                    <a:pt x="179271" y="11065"/>
                  </a:lnTo>
                  <a:lnTo>
                    <a:pt x="178696" y="10703"/>
                  </a:lnTo>
                  <a:lnTo>
                    <a:pt x="177483" y="8943"/>
                  </a:lnTo>
                  <a:lnTo>
                    <a:pt x="176327" y="8300"/>
                  </a:lnTo>
                  <a:lnTo>
                    <a:pt x="176226" y="7867"/>
                  </a:lnTo>
                  <a:lnTo>
                    <a:pt x="177643" y="6604"/>
                  </a:lnTo>
                  <a:lnTo>
                    <a:pt x="178182" y="6821"/>
                  </a:lnTo>
                  <a:lnTo>
                    <a:pt x="179007" y="8003"/>
                  </a:lnTo>
                  <a:lnTo>
                    <a:pt x="179478" y="8421"/>
                  </a:lnTo>
                  <a:lnTo>
                    <a:pt x="179878" y="8336"/>
                  </a:lnTo>
                  <a:lnTo>
                    <a:pt x="180135" y="7412"/>
                  </a:lnTo>
                  <a:lnTo>
                    <a:pt x="180492" y="6927"/>
                  </a:lnTo>
                  <a:lnTo>
                    <a:pt x="181166" y="7200"/>
                  </a:lnTo>
                  <a:lnTo>
                    <a:pt x="183279" y="9199"/>
                  </a:lnTo>
                  <a:lnTo>
                    <a:pt x="184467" y="11133"/>
                  </a:lnTo>
                  <a:lnTo>
                    <a:pt x="185075" y="10623"/>
                  </a:lnTo>
                  <a:lnTo>
                    <a:pt x="186116" y="9537"/>
                  </a:lnTo>
                  <a:lnTo>
                    <a:pt x="187099" y="9763"/>
                  </a:lnTo>
                  <a:lnTo>
                    <a:pt x="187703" y="10398"/>
                  </a:lnTo>
                  <a:lnTo>
                    <a:pt x="188549" y="12754"/>
                  </a:lnTo>
                  <a:lnTo>
                    <a:pt x="189220" y="13924"/>
                  </a:lnTo>
                  <a:lnTo>
                    <a:pt x="190837" y="14239"/>
                  </a:lnTo>
                  <a:lnTo>
                    <a:pt x="191660" y="14687"/>
                  </a:lnTo>
                  <a:lnTo>
                    <a:pt x="192512" y="15466"/>
                  </a:lnTo>
                  <a:lnTo>
                    <a:pt x="193660" y="15398"/>
                  </a:lnTo>
                  <a:lnTo>
                    <a:pt x="196022" y="15687"/>
                  </a:lnTo>
                  <a:lnTo>
                    <a:pt x="198248" y="17195"/>
                  </a:lnTo>
                  <a:lnTo>
                    <a:pt x="199172" y="18137"/>
                  </a:lnTo>
                  <a:lnTo>
                    <a:pt x="200250" y="18389"/>
                  </a:lnTo>
                  <a:lnTo>
                    <a:pt x="200877" y="18765"/>
                  </a:lnTo>
                  <a:lnTo>
                    <a:pt x="202019" y="18878"/>
                  </a:lnTo>
                  <a:lnTo>
                    <a:pt x="203837" y="17812"/>
                  </a:lnTo>
                  <a:lnTo>
                    <a:pt x="204652" y="18792"/>
                  </a:lnTo>
                  <a:lnTo>
                    <a:pt x="205014" y="19460"/>
                  </a:lnTo>
                  <a:lnTo>
                    <a:pt x="206670" y="20732"/>
                  </a:lnTo>
                  <a:lnTo>
                    <a:pt x="208451" y="21122"/>
                  </a:lnTo>
                  <a:lnTo>
                    <a:pt x="209723" y="19832"/>
                  </a:lnTo>
                  <a:lnTo>
                    <a:pt x="211580" y="18875"/>
                  </a:lnTo>
                  <a:lnTo>
                    <a:pt x="212875" y="17418"/>
                  </a:lnTo>
                  <a:lnTo>
                    <a:pt x="213849" y="16733"/>
                  </a:lnTo>
                  <a:lnTo>
                    <a:pt x="214764" y="15542"/>
                  </a:lnTo>
                  <a:lnTo>
                    <a:pt x="215116" y="15600"/>
                  </a:lnTo>
                  <a:lnTo>
                    <a:pt x="214370" y="16711"/>
                  </a:lnTo>
                  <a:lnTo>
                    <a:pt x="214279" y="17342"/>
                  </a:lnTo>
                  <a:lnTo>
                    <a:pt x="214864" y="17605"/>
                  </a:lnTo>
                  <a:lnTo>
                    <a:pt x="214804" y="17929"/>
                  </a:lnTo>
                  <a:lnTo>
                    <a:pt x="213998" y="18794"/>
                  </a:lnTo>
                  <a:lnTo>
                    <a:pt x="213036" y="20144"/>
                  </a:lnTo>
                  <a:lnTo>
                    <a:pt x="213053" y="20957"/>
                  </a:lnTo>
                  <a:lnTo>
                    <a:pt x="213427" y="21401"/>
                  </a:lnTo>
                  <a:lnTo>
                    <a:pt x="213871" y="21203"/>
                  </a:lnTo>
                  <a:lnTo>
                    <a:pt x="214501" y="20519"/>
                  </a:lnTo>
                  <a:lnTo>
                    <a:pt x="215262" y="20152"/>
                  </a:lnTo>
                  <a:lnTo>
                    <a:pt x="215930" y="20699"/>
                  </a:lnTo>
                  <a:lnTo>
                    <a:pt x="216147" y="22644"/>
                  </a:lnTo>
                  <a:lnTo>
                    <a:pt x="216624" y="23922"/>
                  </a:lnTo>
                  <a:lnTo>
                    <a:pt x="217673" y="24099"/>
                  </a:lnTo>
                  <a:lnTo>
                    <a:pt x="218316" y="24080"/>
                  </a:lnTo>
                  <a:lnTo>
                    <a:pt x="218958" y="22292"/>
                  </a:lnTo>
                  <a:lnTo>
                    <a:pt x="218611" y="20769"/>
                  </a:lnTo>
                  <a:lnTo>
                    <a:pt x="218214" y="20443"/>
                  </a:lnTo>
                  <a:lnTo>
                    <a:pt x="218405" y="19866"/>
                  </a:lnTo>
                  <a:lnTo>
                    <a:pt x="220044" y="17353"/>
                  </a:lnTo>
                  <a:lnTo>
                    <a:pt x="220961" y="17438"/>
                  </a:lnTo>
                  <a:lnTo>
                    <a:pt x="221619" y="19893"/>
                  </a:lnTo>
                  <a:lnTo>
                    <a:pt x="222656" y="21188"/>
                  </a:lnTo>
                  <a:lnTo>
                    <a:pt x="223763" y="21086"/>
                  </a:lnTo>
                  <a:lnTo>
                    <a:pt x="224341" y="21427"/>
                  </a:lnTo>
                  <a:lnTo>
                    <a:pt x="224814" y="22910"/>
                  </a:lnTo>
                  <a:lnTo>
                    <a:pt x="220931" y="28969"/>
                  </a:lnTo>
                  <a:lnTo>
                    <a:pt x="220749" y="29646"/>
                  </a:lnTo>
                  <a:lnTo>
                    <a:pt x="221271" y="30745"/>
                  </a:lnTo>
                  <a:lnTo>
                    <a:pt x="221473" y="32031"/>
                  </a:lnTo>
                  <a:lnTo>
                    <a:pt x="220212" y="35118"/>
                  </a:lnTo>
                  <a:lnTo>
                    <a:pt x="219747" y="35271"/>
                  </a:lnTo>
                  <a:lnTo>
                    <a:pt x="219299" y="34437"/>
                  </a:lnTo>
                  <a:lnTo>
                    <a:pt x="218633" y="33902"/>
                  </a:lnTo>
                  <a:lnTo>
                    <a:pt x="218048" y="34278"/>
                  </a:lnTo>
                  <a:lnTo>
                    <a:pt x="217422" y="34503"/>
                  </a:lnTo>
                  <a:lnTo>
                    <a:pt x="215163" y="36222"/>
                  </a:lnTo>
                  <a:lnTo>
                    <a:pt x="215180" y="40647"/>
                  </a:lnTo>
                  <a:lnTo>
                    <a:pt x="215751" y="43277"/>
                  </a:lnTo>
                  <a:lnTo>
                    <a:pt x="215419" y="45017"/>
                  </a:lnTo>
                  <a:lnTo>
                    <a:pt x="214747" y="48061"/>
                  </a:lnTo>
                  <a:lnTo>
                    <a:pt x="214018" y="49192"/>
                  </a:lnTo>
                  <a:lnTo>
                    <a:pt x="213433" y="49923"/>
                  </a:lnTo>
                  <a:lnTo>
                    <a:pt x="211487" y="54084"/>
                  </a:lnTo>
                  <a:lnTo>
                    <a:pt x="210866" y="55084"/>
                  </a:lnTo>
                  <a:lnTo>
                    <a:pt x="210222" y="56501"/>
                  </a:lnTo>
                  <a:lnTo>
                    <a:pt x="210439" y="57860"/>
                  </a:lnTo>
                  <a:lnTo>
                    <a:pt x="210678" y="58801"/>
                  </a:lnTo>
                  <a:lnTo>
                    <a:pt x="211411" y="59879"/>
                  </a:lnTo>
                  <a:lnTo>
                    <a:pt x="214266" y="62107"/>
                  </a:lnTo>
                  <a:lnTo>
                    <a:pt x="215562" y="63642"/>
                  </a:lnTo>
                  <a:lnTo>
                    <a:pt x="217793" y="65500"/>
                  </a:lnTo>
                  <a:lnTo>
                    <a:pt x="218303" y="66780"/>
                  </a:lnTo>
                  <a:lnTo>
                    <a:pt x="218607" y="67825"/>
                  </a:lnTo>
                  <a:lnTo>
                    <a:pt x="220220" y="69013"/>
                  </a:lnTo>
                  <a:lnTo>
                    <a:pt x="221371" y="69728"/>
                  </a:lnTo>
                  <a:lnTo>
                    <a:pt x="221704" y="69544"/>
                  </a:lnTo>
                  <a:lnTo>
                    <a:pt x="221944" y="69296"/>
                  </a:lnTo>
                  <a:lnTo>
                    <a:pt x="222232" y="69293"/>
                  </a:lnTo>
                  <a:lnTo>
                    <a:pt x="222519" y="69431"/>
                  </a:lnTo>
                  <a:lnTo>
                    <a:pt x="222473" y="70361"/>
                  </a:lnTo>
                  <a:lnTo>
                    <a:pt x="222347" y="70871"/>
                  </a:lnTo>
                  <a:lnTo>
                    <a:pt x="222455" y="71519"/>
                  </a:lnTo>
                  <a:lnTo>
                    <a:pt x="223274" y="72346"/>
                  </a:lnTo>
                  <a:lnTo>
                    <a:pt x="224579" y="72320"/>
                  </a:lnTo>
                  <a:lnTo>
                    <a:pt x="225331" y="72124"/>
                  </a:lnTo>
                  <a:lnTo>
                    <a:pt x="226161" y="73002"/>
                  </a:lnTo>
                  <a:lnTo>
                    <a:pt x="226909" y="73572"/>
                  </a:lnTo>
                  <a:lnTo>
                    <a:pt x="228143" y="74746"/>
                  </a:lnTo>
                  <a:lnTo>
                    <a:pt x="230291" y="76152"/>
                  </a:lnTo>
                  <a:lnTo>
                    <a:pt x="231969" y="77071"/>
                  </a:lnTo>
                  <a:lnTo>
                    <a:pt x="233947" y="80468"/>
                  </a:lnTo>
                  <a:lnTo>
                    <a:pt x="235449" y="82427"/>
                  </a:lnTo>
                  <a:lnTo>
                    <a:pt x="237090" y="83841"/>
                  </a:lnTo>
                  <a:lnTo>
                    <a:pt x="239556" y="84834"/>
                  </a:lnTo>
                  <a:lnTo>
                    <a:pt x="240691" y="84670"/>
                  </a:lnTo>
                  <a:lnTo>
                    <a:pt x="242532" y="85825"/>
                  </a:lnTo>
                  <a:lnTo>
                    <a:pt x="244326" y="86365"/>
                  </a:lnTo>
                  <a:lnTo>
                    <a:pt x="245276" y="87965"/>
                  </a:lnTo>
                  <a:lnTo>
                    <a:pt x="245600" y="89179"/>
                  </a:lnTo>
                  <a:lnTo>
                    <a:pt x="245690" y="90109"/>
                  </a:lnTo>
                  <a:lnTo>
                    <a:pt x="246583" y="92352"/>
                  </a:lnTo>
                  <a:lnTo>
                    <a:pt x="248400" y="93077"/>
                  </a:lnTo>
                  <a:lnTo>
                    <a:pt x="250757" y="95311"/>
                  </a:lnTo>
                  <a:lnTo>
                    <a:pt x="252695" y="96296"/>
                  </a:lnTo>
                  <a:lnTo>
                    <a:pt x="253182" y="96886"/>
                  </a:lnTo>
                  <a:lnTo>
                    <a:pt x="254032" y="97569"/>
                  </a:lnTo>
                  <a:lnTo>
                    <a:pt x="255677" y="97594"/>
                  </a:lnTo>
                  <a:lnTo>
                    <a:pt x="258529" y="96480"/>
                  </a:lnTo>
                  <a:lnTo>
                    <a:pt x="259828" y="95353"/>
                  </a:lnTo>
                  <a:lnTo>
                    <a:pt x="261550" y="93550"/>
                  </a:lnTo>
                  <a:lnTo>
                    <a:pt x="262358" y="90455"/>
                  </a:lnTo>
                  <a:lnTo>
                    <a:pt x="262832" y="87972"/>
                  </a:lnTo>
                  <a:lnTo>
                    <a:pt x="265227" y="82834"/>
                  </a:lnTo>
                  <a:lnTo>
                    <a:pt x="265911" y="80286"/>
                  </a:lnTo>
                  <a:lnTo>
                    <a:pt x="266519" y="76905"/>
                  </a:lnTo>
                  <a:lnTo>
                    <a:pt x="267051" y="74791"/>
                  </a:lnTo>
                  <a:lnTo>
                    <a:pt x="266874" y="72492"/>
                  </a:lnTo>
                  <a:lnTo>
                    <a:pt x="267426" y="68316"/>
                  </a:lnTo>
                  <a:lnTo>
                    <a:pt x="268655" y="62599"/>
                  </a:lnTo>
                  <a:lnTo>
                    <a:pt x="269072" y="60663"/>
                  </a:lnTo>
                  <a:lnTo>
                    <a:pt x="268864" y="57819"/>
                  </a:lnTo>
                  <a:lnTo>
                    <a:pt x="268101" y="52482"/>
                  </a:lnTo>
                  <a:lnTo>
                    <a:pt x="268442" y="50638"/>
                  </a:lnTo>
                  <a:lnTo>
                    <a:pt x="268777" y="48057"/>
                  </a:lnTo>
                  <a:lnTo>
                    <a:pt x="268220" y="46186"/>
                  </a:lnTo>
                  <a:lnTo>
                    <a:pt x="267701" y="44904"/>
                  </a:lnTo>
                  <a:lnTo>
                    <a:pt x="267625" y="43102"/>
                  </a:lnTo>
                  <a:lnTo>
                    <a:pt x="268208" y="39702"/>
                  </a:lnTo>
                  <a:lnTo>
                    <a:pt x="268724" y="37907"/>
                  </a:lnTo>
                  <a:lnTo>
                    <a:pt x="269260" y="35591"/>
                  </a:lnTo>
                  <a:lnTo>
                    <a:pt x="268959" y="31189"/>
                  </a:lnTo>
                  <a:lnTo>
                    <a:pt x="270104" y="29655"/>
                  </a:lnTo>
                  <a:lnTo>
                    <a:pt x="270554" y="28891"/>
                  </a:lnTo>
                  <a:lnTo>
                    <a:pt x="271440" y="28884"/>
                  </a:lnTo>
                  <a:lnTo>
                    <a:pt x="271861" y="29229"/>
                  </a:lnTo>
                  <a:lnTo>
                    <a:pt x="271951" y="28349"/>
                  </a:lnTo>
                  <a:lnTo>
                    <a:pt x="271601" y="27533"/>
                  </a:lnTo>
                  <a:lnTo>
                    <a:pt x="271464" y="26584"/>
                  </a:lnTo>
                  <a:lnTo>
                    <a:pt x="271216" y="26101"/>
                  </a:lnTo>
                  <a:lnTo>
                    <a:pt x="270671" y="25932"/>
                  </a:lnTo>
                  <a:lnTo>
                    <a:pt x="270218" y="25414"/>
                  </a:lnTo>
                  <a:lnTo>
                    <a:pt x="269566" y="24884"/>
                  </a:lnTo>
                  <a:lnTo>
                    <a:pt x="269668" y="22926"/>
                  </a:lnTo>
                  <a:lnTo>
                    <a:pt x="270777" y="19147"/>
                  </a:lnTo>
                  <a:lnTo>
                    <a:pt x="271390" y="17689"/>
                  </a:lnTo>
                  <a:lnTo>
                    <a:pt x="271791" y="18298"/>
                  </a:lnTo>
                  <a:lnTo>
                    <a:pt x="272247" y="18787"/>
                  </a:lnTo>
                  <a:lnTo>
                    <a:pt x="272310" y="17699"/>
                  </a:lnTo>
                  <a:lnTo>
                    <a:pt x="272157" y="16582"/>
                  </a:lnTo>
                  <a:lnTo>
                    <a:pt x="272998" y="12893"/>
                  </a:lnTo>
                  <a:lnTo>
                    <a:pt x="273929" y="7893"/>
                  </a:lnTo>
                  <a:lnTo>
                    <a:pt x="274208" y="3337"/>
                  </a:lnTo>
                  <a:lnTo>
                    <a:pt x="275704" y="2466"/>
                  </a:lnTo>
                  <a:lnTo>
                    <a:pt x="276464" y="1323"/>
                  </a:lnTo>
                  <a:lnTo>
                    <a:pt x="276933" y="0"/>
                  </a:lnTo>
                  <a:lnTo>
                    <a:pt x="277769" y="0"/>
                  </a:lnTo>
                  <a:lnTo>
                    <a:pt x="278339" y="570"/>
                  </a:lnTo>
                  <a:lnTo>
                    <a:pt x="277964" y="1563"/>
                  </a:lnTo>
                  <a:lnTo>
                    <a:pt x="277844" y="2330"/>
                  </a:lnTo>
                  <a:lnTo>
                    <a:pt x="279455" y="4227"/>
                  </a:lnTo>
                  <a:lnTo>
                    <a:pt x="279991" y="5690"/>
                  </a:lnTo>
                  <a:lnTo>
                    <a:pt x="280215" y="7066"/>
                  </a:lnTo>
                  <a:lnTo>
                    <a:pt x="280532" y="8363"/>
                  </a:lnTo>
                  <a:lnTo>
                    <a:pt x="280684" y="10110"/>
                  </a:lnTo>
                  <a:lnTo>
                    <a:pt x="280662" y="12901"/>
                  </a:lnTo>
                  <a:lnTo>
                    <a:pt x="280870" y="15538"/>
                  </a:lnTo>
                  <a:lnTo>
                    <a:pt x="281451" y="16366"/>
                  </a:lnTo>
                  <a:lnTo>
                    <a:pt x="281967" y="16900"/>
                  </a:lnTo>
                  <a:lnTo>
                    <a:pt x="282704" y="1697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367189" y="2566288"/>
              <a:ext cx="1412" cy="2371"/>
            </a:xfrm>
            <a:custGeom>
              <a:avLst/>
              <a:pathLst>
                <a:path w="1412" h="2371">
                  <a:moveTo>
                    <a:pt x="1412" y="1573"/>
                  </a:moveTo>
                  <a:lnTo>
                    <a:pt x="623" y="2371"/>
                  </a:lnTo>
                  <a:lnTo>
                    <a:pt x="110" y="1951"/>
                  </a:lnTo>
                  <a:lnTo>
                    <a:pt x="0" y="1066"/>
                  </a:lnTo>
                  <a:lnTo>
                    <a:pt x="52" y="678"/>
                  </a:lnTo>
                  <a:lnTo>
                    <a:pt x="685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367847" y="2559990"/>
              <a:ext cx="1361" cy="1586"/>
            </a:xfrm>
            <a:custGeom>
              <a:avLst/>
              <a:pathLst>
                <a:path w="1361" h="1586">
                  <a:moveTo>
                    <a:pt x="1361" y="721"/>
                  </a:moveTo>
                  <a:lnTo>
                    <a:pt x="797" y="1586"/>
                  </a:lnTo>
                  <a:lnTo>
                    <a:pt x="199" y="1328"/>
                  </a:lnTo>
                  <a:lnTo>
                    <a:pt x="0" y="821"/>
                  </a:lnTo>
                  <a:lnTo>
                    <a:pt x="223" y="125"/>
                  </a:lnTo>
                  <a:lnTo>
                    <a:pt x="980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366925" y="2558753"/>
              <a:ext cx="892" cy="1806"/>
            </a:xfrm>
            <a:custGeom>
              <a:avLst/>
              <a:pathLst>
                <a:path w="892" h="1806">
                  <a:moveTo>
                    <a:pt x="661" y="1427"/>
                  </a:moveTo>
                  <a:lnTo>
                    <a:pt x="419" y="1806"/>
                  </a:lnTo>
                  <a:lnTo>
                    <a:pt x="0" y="976"/>
                  </a:lnTo>
                  <a:lnTo>
                    <a:pt x="484" y="0"/>
                  </a:lnTo>
                  <a:lnTo>
                    <a:pt x="892" y="46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4112672" y="1735091"/>
              <a:ext cx="72122" cy="36284"/>
            </a:xfrm>
            <a:custGeom>
              <a:avLst/>
              <a:pathLst>
                <a:path w="72122" h="36284">
                  <a:moveTo>
                    <a:pt x="70285" y="5611"/>
                  </a:moveTo>
                  <a:lnTo>
                    <a:pt x="70244" y="5754"/>
                  </a:lnTo>
                  <a:lnTo>
                    <a:pt x="70192" y="6279"/>
                  </a:lnTo>
                  <a:lnTo>
                    <a:pt x="69825" y="6940"/>
                  </a:lnTo>
                  <a:lnTo>
                    <a:pt x="69429" y="7806"/>
                  </a:lnTo>
                  <a:lnTo>
                    <a:pt x="69455" y="8566"/>
                  </a:lnTo>
                  <a:lnTo>
                    <a:pt x="70470" y="11200"/>
                  </a:lnTo>
                  <a:lnTo>
                    <a:pt x="71370" y="12802"/>
                  </a:lnTo>
                  <a:lnTo>
                    <a:pt x="71541" y="13411"/>
                  </a:lnTo>
                  <a:lnTo>
                    <a:pt x="72122" y="13880"/>
                  </a:lnTo>
                  <a:lnTo>
                    <a:pt x="71571" y="14470"/>
                  </a:lnTo>
                  <a:lnTo>
                    <a:pt x="71464" y="15346"/>
                  </a:lnTo>
                  <a:lnTo>
                    <a:pt x="71106" y="15735"/>
                  </a:lnTo>
                  <a:lnTo>
                    <a:pt x="71013" y="16235"/>
                  </a:lnTo>
                  <a:lnTo>
                    <a:pt x="71162" y="16689"/>
                  </a:lnTo>
                  <a:lnTo>
                    <a:pt x="71160" y="17258"/>
                  </a:lnTo>
                  <a:lnTo>
                    <a:pt x="71358" y="18042"/>
                  </a:lnTo>
                  <a:lnTo>
                    <a:pt x="70477" y="18213"/>
                  </a:lnTo>
                  <a:lnTo>
                    <a:pt x="69429" y="18186"/>
                  </a:lnTo>
                  <a:lnTo>
                    <a:pt x="69054" y="18231"/>
                  </a:lnTo>
                  <a:lnTo>
                    <a:pt x="68703" y="18445"/>
                  </a:lnTo>
                  <a:lnTo>
                    <a:pt x="68340" y="18339"/>
                  </a:lnTo>
                  <a:lnTo>
                    <a:pt x="67393" y="17603"/>
                  </a:lnTo>
                  <a:lnTo>
                    <a:pt x="66858" y="17443"/>
                  </a:lnTo>
                  <a:lnTo>
                    <a:pt x="66480" y="17487"/>
                  </a:lnTo>
                  <a:lnTo>
                    <a:pt x="66197" y="17806"/>
                  </a:lnTo>
                  <a:lnTo>
                    <a:pt x="65711" y="18216"/>
                  </a:lnTo>
                  <a:lnTo>
                    <a:pt x="65253" y="18504"/>
                  </a:lnTo>
                  <a:lnTo>
                    <a:pt x="65356" y="18757"/>
                  </a:lnTo>
                  <a:lnTo>
                    <a:pt x="67320" y="19418"/>
                  </a:lnTo>
                  <a:lnTo>
                    <a:pt x="67668" y="20434"/>
                  </a:lnTo>
                  <a:lnTo>
                    <a:pt x="67290" y="21263"/>
                  </a:lnTo>
                  <a:lnTo>
                    <a:pt x="67162" y="21668"/>
                  </a:lnTo>
                  <a:lnTo>
                    <a:pt x="66702" y="21988"/>
                  </a:lnTo>
                  <a:lnTo>
                    <a:pt x="66137" y="22268"/>
                  </a:lnTo>
                  <a:lnTo>
                    <a:pt x="65457" y="22339"/>
                  </a:lnTo>
                  <a:lnTo>
                    <a:pt x="65377" y="22786"/>
                  </a:lnTo>
                  <a:lnTo>
                    <a:pt x="65644" y="24101"/>
                  </a:lnTo>
                  <a:lnTo>
                    <a:pt x="65428" y="24386"/>
                  </a:lnTo>
                  <a:lnTo>
                    <a:pt x="65212" y="24794"/>
                  </a:lnTo>
                  <a:lnTo>
                    <a:pt x="65415" y="25876"/>
                  </a:lnTo>
                  <a:lnTo>
                    <a:pt x="65835" y="25953"/>
                  </a:lnTo>
                  <a:lnTo>
                    <a:pt x="65929" y="26200"/>
                  </a:lnTo>
                  <a:lnTo>
                    <a:pt x="65854" y="26638"/>
                  </a:lnTo>
                  <a:lnTo>
                    <a:pt x="65780" y="27104"/>
                  </a:lnTo>
                  <a:lnTo>
                    <a:pt x="65631" y="27598"/>
                  </a:lnTo>
                  <a:lnTo>
                    <a:pt x="65557" y="27816"/>
                  </a:lnTo>
                  <a:lnTo>
                    <a:pt x="65278" y="27953"/>
                  </a:lnTo>
                  <a:lnTo>
                    <a:pt x="64407" y="27880"/>
                  </a:lnTo>
                  <a:lnTo>
                    <a:pt x="63657" y="28303"/>
                  </a:lnTo>
                  <a:lnTo>
                    <a:pt x="62148" y="29818"/>
                  </a:lnTo>
                  <a:lnTo>
                    <a:pt x="61619" y="30075"/>
                  </a:lnTo>
                  <a:lnTo>
                    <a:pt x="61048" y="30681"/>
                  </a:lnTo>
                  <a:lnTo>
                    <a:pt x="61005" y="32134"/>
                  </a:lnTo>
                  <a:lnTo>
                    <a:pt x="60866" y="32407"/>
                  </a:lnTo>
                  <a:lnTo>
                    <a:pt x="58999" y="31945"/>
                  </a:lnTo>
                  <a:lnTo>
                    <a:pt x="57792" y="32117"/>
                  </a:lnTo>
                  <a:lnTo>
                    <a:pt x="56966" y="32728"/>
                  </a:lnTo>
                  <a:lnTo>
                    <a:pt x="55962" y="33077"/>
                  </a:lnTo>
                  <a:lnTo>
                    <a:pt x="53860" y="32891"/>
                  </a:lnTo>
                  <a:lnTo>
                    <a:pt x="51813" y="33128"/>
                  </a:lnTo>
                  <a:lnTo>
                    <a:pt x="51328" y="33305"/>
                  </a:lnTo>
                  <a:lnTo>
                    <a:pt x="50797" y="33408"/>
                  </a:lnTo>
                  <a:lnTo>
                    <a:pt x="50299" y="33762"/>
                  </a:lnTo>
                  <a:lnTo>
                    <a:pt x="50014" y="34263"/>
                  </a:lnTo>
                  <a:lnTo>
                    <a:pt x="49505" y="34897"/>
                  </a:lnTo>
                  <a:lnTo>
                    <a:pt x="48781" y="35395"/>
                  </a:lnTo>
                  <a:lnTo>
                    <a:pt x="47994" y="35776"/>
                  </a:lnTo>
                  <a:lnTo>
                    <a:pt x="47806" y="36099"/>
                  </a:lnTo>
                  <a:lnTo>
                    <a:pt x="47547" y="36284"/>
                  </a:lnTo>
                  <a:lnTo>
                    <a:pt x="47110" y="36042"/>
                  </a:lnTo>
                  <a:lnTo>
                    <a:pt x="46754" y="36055"/>
                  </a:lnTo>
                  <a:lnTo>
                    <a:pt x="46319" y="35890"/>
                  </a:lnTo>
                  <a:lnTo>
                    <a:pt x="44875" y="35712"/>
                  </a:lnTo>
                  <a:lnTo>
                    <a:pt x="43287" y="35416"/>
                  </a:lnTo>
                  <a:lnTo>
                    <a:pt x="42532" y="35133"/>
                  </a:lnTo>
                  <a:lnTo>
                    <a:pt x="41672" y="34910"/>
                  </a:lnTo>
                  <a:lnTo>
                    <a:pt x="40750" y="34728"/>
                  </a:lnTo>
                  <a:lnTo>
                    <a:pt x="39923" y="34685"/>
                  </a:lnTo>
                  <a:lnTo>
                    <a:pt x="39508" y="34602"/>
                  </a:lnTo>
                  <a:lnTo>
                    <a:pt x="37521" y="34110"/>
                  </a:lnTo>
                  <a:lnTo>
                    <a:pt x="36211" y="34077"/>
                  </a:lnTo>
                  <a:lnTo>
                    <a:pt x="34482" y="33871"/>
                  </a:lnTo>
                  <a:lnTo>
                    <a:pt x="31046" y="33129"/>
                  </a:lnTo>
                  <a:lnTo>
                    <a:pt x="30045" y="32828"/>
                  </a:lnTo>
                  <a:lnTo>
                    <a:pt x="29088" y="32735"/>
                  </a:lnTo>
                  <a:lnTo>
                    <a:pt x="27958" y="32479"/>
                  </a:lnTo>
                  <a:lnTo>
                    <a:pt x="27098" y="32058"/>
                  </a:lnTo>
                  <a:lnTo>
                    <a:pt x="26547" y="31261"/>
                  </a:lnTo>
                  <a:lnTo>
                    <a:pt x="25959" y="30200"/>
                  </a:lnTo>
                  <a:lnTo>
                    <a:pt x="24882" y="28814"/>
                  </a:lnTo>
                  <a:lnTo>
                    <a:pt x="24661" y="28123"/>
                  </a:lnTo>
                  <a:lnTo>
                    <a:pt x="24990" y="27518"/>
                  </a:lnTo>
                  <a:lnTo>
                    <a:pt x="25328" y="27062"/>
                  </a:lnTo>
                  <a:lnTo>
                    <a:pt x="25290" y="26865"/>
                  </a:lnTo>
                  <a:lnTo>
                    <a:pt x="25027" y="26765"/>
                  </a:lnTo>
                  <a:lnTo>
                    <a:pt x="23136" y="27357"/>
                  </a:lnTo>
                  <a:lnTo>
                    <a:pt x="21302" y="28105"/>
                  </a:lnTo>
                  <a:lnTo>
                    <a:pt x="20580" y="28125"/>
                  </a:lnTo>
                  <a:lnTo>
                    <a:pt x="19881" y="27959"/>
                  </a:lnTo>
                  <a:lnTo>
                    <a:pt x="18954" y="27947"/>
                  </a:lnTo>
                  <a:lnTo>
                    <a:pt x="18062" y="28147"/>
                  </a:lnTo>
                  <a:lnTo>
                    <a:pt x="16276" y="28250"/>
                  </a:lnTo>
                  <a:lnTo>
                    <a:pt x="15230" y="28801"/>
                  </a:lnTo>
                  <a:lnTo>
                    <a:pt x="14564" y="29876"/>
                  </a:lnTo>
                  <a:lnTo>
                    <a:pt x="14201" y="30743"/>
                  </a:lnTo>
                  <a:lnTo>
                    <a:pt x="13900" y="31021"/>
                  </a:lnTo>
                  <a:lnTo>
                    <a:pt x="13276" y="31126"/>
                  </a:lnTo>
                  <a:lnTo>
                    <a:pt x="12345" y="31046"/>
                  </a:lnTo>
                  <a:lnTo>
                    <a:pt x="11691" y="30794"/>
                  </a:lnTo>
                  <a:lnTo>
                    <a:pt x="11024" y="30053"/>
                  </a:lnTo>
                  <a:lnTo>
                    <a:pt x="9988" y="29951"/>
                  </a:lnTo>
                  <a:lnTo>
                    <a:pt x="9038" y="29932"/>
                  </a:lnTo>
                  <a:lnTo>
                    <a:pt x="8787" y="29795"/>
                  </a:lnTo>
                  <a:lnTo>
                    <a:pt x="8803" y="29314"/>
                  </a:lnTo>
                  <a:lnTo>
                    <a:pt x="8428" y="28407"/>
                  </a:lnTo>
                  <a:lnTo>
                    <a:pt x="7808" y="28123"/>
                  </a:lnTo>
                  <a:lnTo>
                    <a:pt x="6204" y="29831"/>
                  </a:lnTo>
                  <a:lnTo>
                    <a:pt x="5766" y="29982"/>
                  </a:lnTo>
                  <a:lnTo>
                    <a:pt x="4473" y="29510"/>
                  </a:lnTo>
                  <a:lnTo>
                    <a:pt x="3346" y="28780"/>
                  </a:lnTo>
                  <a:lnTo>
                    <a:pt x="3222" y="28246"/>
                  </a:lnTo>
                  <a:lnTo>
                    <a:pt x="3039" y="27808"/>
                  </a:lnTo>
                  <a:lnTo>
                    <a:pt x="2090" y="27393"/>
                  </a:lnTo>
                  <a:lnTo>
                    <a:pt x="907" y="27109"/>
                  </a:lnTo>
                  <a:lnTo>
                    <a:pt x="532" y="27111"/>
                  </a:lnTo>
                  <a:lnTo>
                    <a:pt x="678" y="26853"/>
                  </a:lnTo>
                  <a:lnTo>
                    <a:pt x="818" y="26417"/>
                  </a:lnTo>
                  <a:lnTo>
                    <a:pt x="729" y="26069"/>
                  </a:lnTo>
                  <a:lnTo>
                    <a:pt x="452" y="25708"/>
                  </a:lnTo>
                  <a:lnTo>
                    <a:pt x="300" y="25324"/>
                  </a:lnTo>
                  <a:lnTo>
                    <a:pt x="255" y="24950"/>
                  </a:lnTo>
                  <a:lnTo>
                    <a:pt x="171" y="24645"/>
                  </a:lnTo>
                  <a:lnTo>
                    <a:pt x="121" y="24359"/>
                  </a:lnTo>
                  <a:lnTo>
                    <a:pt x="33" y="24134"/>
                  </a:lnTo>
                  <a:lnTo>
                    <a:pt x="804" y="22446"/>
                  </a:lnTo>
                  <a:lnTo>
                    <a:pt x="963" y="21397"/>
                  </a:lnTo>
                  <a:lnTo>
                    <a:pt x="287" y="20782"/>
                  </a:lnTo>
                  <a:lnTo>
                    <a:pt x="0" y="20599"/>
                  </a:lnTo>
                  <a:lnTo>
                    <a:pt x="235" y="20462"/>
                  </a:lnTo>
                  <a:lnTo>
                    <a:pt x="1197" y="20576"/>
                  </a:lnTo>
                  <a:lnTo>
                    <a:pt x="1808" y="20229"/>
                  </a:lnTo>
                  <a:lnTo>
                    <a:pt x="2127" y="19883"/>
                  </a:lnTo>
                  <a:lnTo>
                    <a:pt x="2981" y="20208"/>
                  </a:lnTo>
                  <a:lnTo>
                    <a:pt x="4234" y="20863"/>
                  </a:lnTo>
                  <a:lnTo>
                    <a:pt x="4825" y="21305"/>
                  </a:lnTo>
                  <a:lnTo>
                    <a:pt x="5069" y="21647"/>
                  </a:lnTo>
                  <a:lnTo>
                    <a:pt x="5205" y="21934"/>
                  </a:lnTo>
                  <a:lnTo>
                    <a:pt x="5130" y="22424"/>
                  </a:lnTo>
                  <a:lnTo>
                    <a:pt x="5415" y="22616"/>
                  </a:lnTo>
                  <a:lnTo>
                    <a:pt x="6005" y="22691"/>
                  </a:lnTo>
                  <a:lnTo>
                    <a:pt x="6398" y="22842"/>
                  </a:lnTo>
                  <a:lnTo>
                    <a:pt x="6260" y="23487"/>
                  </a:lnTo>
                  <a:lnTo>
                    <a:pt x="6234" y="24022"/>
                  </a:lnTo>
                  <a:lnTo>
                    <a:pt x="6779" y="23948"/>
                  </a:lnTo>
                  <a:lnTo>
                    <a:pt x="7462" y="23539"/>
                  </a:lnTo>
                  <a:lnTo>
                    <a:pt x="7995" y="22805"/>
                  </a:lnTo>
                  <a:lnTo>
                    <a:pt x="8324" y="22095"/>
                  </a:lnTo>
                  <a:lnTo>
                    <a:pt x="8574" y="20364"/>
                  </a:lnTo>
                  <a:lnTo>
                    <a:pt x="8660" y="20218"/>
                  </a:lnTo>
                  <a:lnTo>
                    <a:pt x="9070" y="20354"/>
                  </a:lnTo>
                  <a:lnTo>
                    <a:pt x="10734" y="20278"/>
                  </a:lnTo>
                  <a:lnTo>
                    <a:pt x="11519" y="20601"/>
                  </a:lnTo>
                  <a:lnTo>
                    <a:pt x="12762" y="20655"/>
                  </a:lnTo>
                  <a:lnTo>
                    <a:pt x="12739" y="20926"/>
                  </a:lnTo>
                  <a:lnTo>
                    <a:pt x="12960" y="21349"/>
                  </a:lnTo>
                  <a:lnTo>
                    <a:pt x="13511" y="21959"/>
                  </a:lnTo>
                  <a:lnTo>
                    <a:pt x="13782" y="22358"/>
                  </a:lnTo>
                  <a:lnTo>
                    <a:pt x="14361" y="22428"/>
                  </a:lnTo>
                  <a:lnTo>
                    <a:pt x="15250" y="22208"/>
                  </a:lnTo>
                  <a:lnTo>
                    <a:pt x="15772" y="21980"/>
                  </a:lnTo>
                  <a:lnTo>
                    <a:pt x="15968" y="22142"/>
                  </a:lnTo>
                  <a:lnTo>
                    <a:pt x="16782" y="21984"/>
                  </a:lnTo>
                  <a:lnTo>
                    <a:pt x="17503" y="21491"/>
                  </a:lnTo>
                  <a:lnTo>
                    <a:pt x="17681" y="21116"/>
                  </a:lnTo>
                  <a:lnTo>
                    <a:pt x="18409" y="20852"/>
                  </a:lnTo>
                  <a:lnTo>
                    <a:pt x="19393" y="20243"/>
                  </a:lnTo>
                  <a:lnTo>
                    <a:pt x="20745" y="19772"/>
                  </a:lnTo>
                  <a:lnTo>
                    <a:pt x="25181" y="19270"/>
                  </a:lnTo>
                  <a:lnTo>
                    <a:pt x="25352" y="18890"/>
                  </a:lnTo>
                  <a:lnTo>
                    <a:pt x="25287" y="18021"/>
                  </a:lnTo>
                  <a:lnTo>
                    <a:pt x="25404" y="17893"/>
                  </a:lnTo>
                  <a:lnTo>
                    <a:pt x="25963" y="18109"/>
                  </a:lnTo>
                  <a:lnTo>
                    <a:pt x="26860" y="18312"/>
                  </a:lnTo>
                  <a:lnTo>
                    <a:pt x="27547" y="18620"/>
                  </a:lnTo>
                  <a:lnTo>
                    <a:pt x="27993" y="19022"/>
                  </a:lnTo>
                  <a:lnTo>
                    <a:pt x="28406" y="19038"/>
                  </a:lnTo>
                  <a:lnTo>
                    <a:pt x="29046" y="18757"/>
                  </a:lnTo>
                  <a:lnTo>
                    <a:pt x="29913" y="18575"/>
                  </a:lnTo>
                  <a:lnTo>
                    <a:pt x="30722" y="18993"/>
                  </a:lnTo>
                  <a:lnTo>
                    <a:pt x="30957" y="19444"/>
                  </a:lnTo>
                  <a:lnTo>
                    <a:pt x="30815" y="19676"/>
                  </a:lnTo>
                  <a:lnTo>
                    <a:pt x="30830" y="20042"/>
                  </a:lnTo>
                  <a:lnTo>
                    <a:pt x="31082" y="20349"/>
                  </a:lnTo>
                  <a:lnTo>
                    <a:pt x="31739" y="20847"/>
                  </a:lnTo>
                  <a:lnTo>
                    <a:pt x="32583" y="21276"/>
                  </a:lnTo>
                  <a:lnTo>
                    <a:pt x="33021" y="21243"/>
                  </a:lnTo>
                  <a:lnTo>
                    <a:pt x="33183" y="20825"/>
                  </a:lnTo>
                  <a:lnTo>
                    <a:pt x="33339" y="19833"/>
                  </a:lnTo>
                  <a:lnTo>
                    <a:pt x="33397" y="18773"/>
                  </a:lnTo>
                  <a:lnTo>
                    <a:pt x="33203" y="18165"/>
                  </a:lnTo>
                  <a:lnTo>
                    <a:pt x="32748" y="18016"/>
                  </a:lnTo>
                  <a:lnTo>
                    <a:pt x="32205" y="17968"/>
                  </a:lnTo>
                  <a:lnTo>
                    <a:pt x="31917" y="17842"/>
                  </a:lnTo>
                  <a:lnTo>
                    <a:pt x="32017" y="17509"/>
                  </a:lnTo>
                  <a:lnTo>
                    <a:pt x="32452" y="16644"/>
                  </a:lnTo>
                  <a:lnTo>
                    <a:pt x="32445" y="15489"/>
                  </a:lnTo>
                  <a:lnTo>
                    <a:pt x="31465" y="14175"/>
                  </a:lnTo>
                  <a:lnTo>
                    <a:pt x="30615" y="12903"/>
                  </a:lnTo>
                  <a:lnTo>
                    <a:pt x="30618" y="12471"/>
                  </a:lnTo>
                  <a:lnTo>
                    <a:pt x="31128" y="11720"/>
                  </a:lnTo>
                  <a:lnTo>
                    <a:pt x="31915" y="11122"/>
                  </a:lnTo>
                  <a:lnTo>
                    <a:pt x="33662" y="10126"/>
                  </a:lnTo>
                  <a:lnTo>
                    <a:pt x="34214" y="9919"/>
                  </a:lnTo>
                  <a:lnTo>
                    <a:pt x="34921" y="9752"/>
                  </a:lnTo>
                  <a:lnTo>
                    <a:pt x="35939" y="9343"/>
                  </a:lnTo>
                  <a:lnTo>
                    <a:pt x="36429" y="8923"/>
                  </a:lnTo>
                  <a:lnTo>
                    <a:pt x="36758" y="8466"/>
                  </a:lnTo>
                  <a:lnTo>
                    <a:pt x="37348" y="5987"/>
                  </a:lnTo>
                  <a:lnTo>
                    <a:pt x="37489" y="5848"/>
                  </a:lnTo>
                  <a:lnTo>
                    <a:pt x="39273" y="6668"/>
                  </a:lnTo>
                  <a:lnTo>
                    <a:pt x="39434" y="6532"/>
                  </a:lnTo>
                  <a:lnTo>
                    <a:pt x="39734" y="6398"/>
                  </a:lnTo>
                  <a:lnTo>
                    <a:pt x="40315" y="5769"/>
                  </a:lnTo>
                  <a:lnTo>
                    <a:pt x="40443" y="5292"/>
                  </a:lnTo>
                  <a:lnTo>
                    <a:pt x="40430" y="4389"/>
                  </a:lnTo>
                  <a:lnTo>
                    <a:pt x="40481" y="3537"/>
                  </a:lnTo>
                  <a:lnTo>
                    <a:pt x="40593" y="3266"/>
                  </a:lnTo>
                  <a:lnTo>
                    <a:pt x="40862" y="3365"/>
                  </a:lnTo>
                  <a:lnTo>
                    <a:pt x="41630" y="3809"/>
                  </a:lnTo>
                  <a:lnTo>
                    <a:pt x="42240" y="4305"/>
                  </a:lnTo>
                  <a:lnTo>
                    <a:pt x="42811" y="5560"/>
                  </a:lnTo>
                  <a:lnTo>
                    <a:pt x="44142" y="5893"/>
                  </a:lnTo>
                  <a:lnTo>
                    <a:pt x="45823" y="5926"/>
                  </a:lnTo>
                  <a:lnTo>
                    <a:pt x="46424" y="5368"/>
                  </a:lnTo>
                  <a:lnTo>
                    <a:pt x="46969" y="5238"/>
                  </a:lnTo>
                  <a:lnTo>
                    <a:pt x="47586" y="5408"/>
                  </a:lnTo>
                  <a:lnTo>
                    <a:pt x="48886" y="5605"/>
                  </a:lnTo>
                  <a:lnTo>
                    <a:pt x="49031" y="4591"/>
                  </a:lnTo>
                  <a:lnTo>
                    <a:pt x="49781" y="3539"/>
                  </a:lnTo>
                  <a:lnTo>
                    <a:pt x="50121" y="3167"/>
                  </a:lnTo>
                  <a:lnTo>
                    <a:pt x="51074" y="3204"/>
                  </a:lnTo>
                  <a:lnTo>
                    <a:pt x="51309" y="2418"/>
                  </a:lnTo>
                  <a:lnTo>
                    <a:pt x="51543" y="239"/>
                  </a:lnTo>
                  <a:lnTo>
                    <a:pt x="51745" y="0"/>
                  </a:lnTo>
                  <a:lnTo>
                    <a:pt x="52439" y="45"/>
                  </a:lnTo>
                  <a:lnTo>
                    <a:pt x="53129" y="443"/>
                  </a:lnTo>
                  <a:lnTo>
                    <a:pt x="53337" y="764"/>
                  </a:lnTo>
                  <a:lnTo>
                    <a:pt x="53695" y="738"/>
                  </a:lnTo>
                  <a:lnTo>
                    <a:pt x="54198" y="519"/>
                  </a:lnTo>
                  <a:lnTo>
                    <a:pt x="54748" y="377"/>
                  </a:lnTo>
                  <a:lnTo>
                    <a:pt x="55619" y="610"/>
                  </a:lnTo>
                  <a:lnTo>
                    <a:pt x="57478" y="1600"/>
                  </a:lnTo>
                  <a:lnTo>
                    <a:pt x="58437" y="1962"/>
                  </a:lnTo>
                  <a:lnTo>
                    <a:pt x="59045" y="1892"/>
                  </a:lnTo>
                  <a:lnTo>
                    <a:pt x="59614" y="1906"/>
                  </a:lnTo>
                  <a:lnTo>
                    <a:pt x="61809" y="3435"/>
                  </a:lnTo>
                  <a:lnTo>
                    <a:pt x="63343" y="3650"/>
                  </a:lnTo>
                  <a:lnTo>
                    <a:pt x="64742" y="3656"/>
                  </a:lnTo>
                  <a:lnTo>
                    <a:pt x="65192" y="3194"/>
                  </a:lnTo>
                  <a:lnTo>
                    <a:pt x="65789" y="2803"/>
                  </a:lnTo>
                  <a:lnTo>
                    <a:pt x="66410" y="2857"/>
                  </a:lnTo>
                  <a:lnTo>
                    <a:pt x="66953" y="3057"/>
                  </a:lnTo>
                  <a:lnTo>
                    <a:pt x="68010" y="3722"/>
                  </a:lnTo>
                  <a:lnTo>
                    <a:pt x="68500" y="3892"/>
                  </a:lnTo>
                  <a:lnTo>
                    <a:pt x="69150" y="4000"/>
                  </a:lnTo>
                  <a:lnTo>
                    <a:pt x="69628" y="4148"/>
                  </a:lnTo>
                  <a:lnTo>
                    <a:pt x="70050" y="530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4446111" y="1863913"/>
              <a:ext cx="12736" cy="12376"/>
            </a:xfrm>
            <a:custGeom>
              <a:avLst/>
              <a:pathLst>
                <a:path w="12736" h="12376">
                  <a:moveTo>
                    <a:pt x="12736" y="12376"/>
                  </a:moveTo>
                  <a:lnTo>
                    <a:pt x="10914" y="11956"/>
                  </a:lnTo>
                  <a:lnTo>
                    <a:pt x="7632" y="11051"/>
                  </a:lnTo>
                  <a:lnTo>
                    <a:pt x="6730" y="10584"/>
                  </a:lnTo>
                  <a:lnTo>
                    <a:pt x="5875" y="9334"/>
                  </a:lnTo>
                  <a:lnTo>
                    <a:pt x="5366" y="8731"/>
                  </a:lnTo>
                  <a:lnTo>
                    <a:pt x="4613" y="7956"/>
                  </a:lnTo>
                  <a:lnTo>
                    <a:pt x="3995" y="7664"/>
                  </a:lnTo>
                  <a:lnTo>
                    <a:pt x="3528" y="7125"/>
                  </a:lnTo>
                  <a:lnTo>
                    <a:pt x="3262" y="6326"/>
                  </a:lnTo>
                  <a:lnTo>
                    <a:pt x="2870" y="5610"/>
                  </a:lnTo>
                  <a:lnTo>
                    <a:pt x="2194" y="4764"/>
                  </a:lnTo>
                  <a:lnTo>
                    <a:pt x="661" y="1897"/>
                  </a:lnTo>
                  <a:lnTo>
                    <a:pt x="462" y="1599"/>
                  </a:lnTo>
                  <a:lnTo>
                    <a:pt x="143" y="1122"/>
                  </a:lnTo>
                  <a:lnTo>
                    <a:pt x="0" y="859"/>
                  </a:lnTo>
                  <a:lnTo>
                    <a:pt x="935" y="641"/>
                  </a:lnTo>
                  <a:lnTo>
                    <a:pt x="2491" y="0"/>
                  </a:lnTo>
                  <a:lnTo>
                    <a:pt x="2915" y="311"/>
                  </a:lnTo>
                  <a:lnTo>
                    <a:pt x="3371" y="959"/>
                  </a:lnTo>
                  <a:lnTo>
                    <a:pt x="3598" y="1514"/>
                  </a:lnTo>
                  <a:lnTo>
                    <a:pt x="3638" y="2545"/>
                  </a:lnTo>
                  <a:lnTo>
                    <a:pt x="3824" y="2713"/>
                  </a:lnTo>
                  <a:lnTo>
                    <a:pt x="4581" y="2366"/>
                  </a:lnTo>
                  <a:lnTo>
                    <a:pt x="4919" y="2783"/>
                  </a:lnTo>
                  <a:lnTo>
                    <a:pt x="5502" y="3281"/>
                  </a:lnTo>
                  <a:lnTo>
                    <a:pt x="6514" y="3775"/>
                  </a:lnTo>
                  <a:lnTo>
                    <a:pt x="7970" y="3003"/>
                  </a:lnTo>
                  <a:lnTo>
                    <a:pt x="8695" y="2804"/>
                  </a:lnTo>
                  <a:lnTo>
                    <a:pt x="9292" y="2820"/>
                  </a:lnTo>
                  <a:lnTo>
                    <a:pt x="9614" y="3061"/>
                  </a:lnTo>
                  <a:lnTo>
                    <a:pt x="9727" y="3863"/>
                  </a:lnTo>
                  <a:lnTo>
                    <a:pt x="9611" y="4852"/>
                  </a:lnTo>
                  <a:lnTo>
                    <a:pt x="9442" y="5393"/>
                  </a:lnTo>
                  <a:lnTo>
                    <a:pt x="9748" y="5787"/>
                  </a:lnTo>
                  <a:lnTo>
                    <a:pt x="10943" y="6739"/>
                  </a:lnTo>
                  <a:lnTo>
                    <a:pt x="11439" y="7270"/>
                  </a:lnTo>
                  <a:lnTo>
                    <a:pt x="11197" y="8187"/>
                  </a:lnTo>
                  <a:lnTo>
                    <a:pt x="12087" y="10427"/>
                  </a:lnTo>
                  <a:lnTo>
                    <a:pt x="12385" y="1130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4447914" y="1845496"/>
              <a:ext cx="660" cy="973"/>
            </a:xfrm>
            <a:custGeom>
              <a:avLst/>
              <a:pathLst>
                <a:path w="660" h="973">
                  <a:moveTo>
                    <a:pt x="96" y="813"/>
                  </a:moveTo>
                  <a:lnTo>
                    <a:pt x="0" y="459"/>
                  </a:lnTo>
                  <a:lnTo>
                    <a:pt x="24" y="88"/>
                  </a:lnTo>
                  <a:lnTo>
                    <a:pt x="335" y="0"/>
                  </a:lnTo>
                  <a:lnTo>
                    <a:pt x="588" y="106"/>
                  </a:lnTo>
                  <a:lnTo>
                    <a:pt x="660" y="442"/>
                  </a:lnTo>
                  <a:lnTo>
                    <a:pt x="612" y="813"/>
                  </a:lnTo>
                  <a:lnTo>
                    <a:pt x="408" y="97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4448316" y="1834262"/>
              <a:ext cx="50752" cy="48709"/>
            </a:xfrm>
            <a:custGeom>
              <a:avLst/>
              <a:pathLst>
                <a:path w="50752" h="48709">
                  <a:moveTo>
                    <a:pt x="33789" y="648"/>
                  </a:moveTo>
                  <a:lnTo>
                    <a:pt x="34657" y="1455"/>
                  </a:lnTo>
                  <a:lnTo>
                    <a:pt x="36164" y="3645"/>
                  </a:lnTo>
                  <a:lnTo>
                    <a:pt x="38311" y="7210"/>
                  </a:lnTo>
                  <a:lnTo>
                    <a:pt x="38839" y="8218"/>
                  </a:lnTo>
                  <a:lnTo>
                    <a:pt x="39185" y="9389"/>
                  </a:lnTo>
                  <a:lnTo>
                    <a:pt x="39483" y="10807"/>
                  </a:lnTo>
                  <a:lnTo>
                    <a:pt x="39972" y="12061"/>
                  </a:lnTo>
                  <a:lnTo>
                    <a:pt x="42151" y="15218"/>
                  </a:lnTo>
                  <a:lnTo>
                    <a:pt x="43091" y="16384"/>
                  </a:lnTo>
                  <a:lnTo>
                    <a:pt x="44626" y="17893"/>
                  </a:lnTo>
                  <a:lnTo>
                    <a:pt x="45171" y="18229"/>
                  </a:lnTo>
                  <a:lnTo>
                    <a:pt x="45888" y="18324"/>
                  </a:lnTo>
                  <a:lnTo>
                    <a:pt x="47202" y="18329"/>
                  </a:lnTo>
                  <a:lnTo>
                    <a:pt x="48418" y="18919"/>
                  </a:lnTo>
                  <a:lnTo>
                    <a:pt x="49017" y="19334"/>
                  </a:lnTo>
                  <a:lnTo>
                    <a:pt x="49637" y="19934"/>
                  </a:lnTo>
                  <a:lnTo>
                    <a:pt x="50194" y="20625"/>
                  </a:lnTo>
                  <a:lnTo>
                    <a:pt x="50752" y="22476"/>
                  </a:lnTo>
                  <a:lnTo>
                    <a:pt x="48645" y="21866"/>
                  </a:lnTo>
                  <a:lnTo>
                    <a:pt x="46523" y="21961"/>
                  </a:lnTo>
                  <a:lnTo>
                    <a:pt x="45323" y="22359"/>
                  </a:lnTo>
                  <a:lnTo>
                    <a:pt x="44159" y="22901"/>
                  </a:lnTo>
                  <a:lnTo>
                    <a:pt x="43044" y="23667"/>
                  </a:lnTo>
                  <a:lnTo>
                    <a:pt x="42346" y="25157"/>
                  </a:lnTo>
                  <a:lnTo>
                    <a:pt x="41757" y="28608"/>
                  </a:lnTo>
                  <a:lnTo>
                    <a:pt x="40899" y="31837"/>
                  </a:lnTo>
                  <a:lnTo>
                    <a:pt x="40929" y="33331"/>
                  </a:lnTo>
                  <a:lnTo>
                    <a:pt x="41306" y="34766"/>
                  </a:lnTo>
                  <a:lnTo>
                    <a:pt x="41262" y="35447"/>
                  </a:lnTo>
                  <a:lnTo>
                    <a:pt x="40869" y="35735"/>
                  </a:lnTo>
                  <a:lnTo>
                    <a:pt x="40378" y="36345"/>
                  </a:lnTo>
                  <a:lnTo>
                    <a:pt x="39720" y="39309"/>
                  </a:lnTo>
                  <a:lnTo>
                    <a:pt x="39394" y="39900"/>
                  </a:lnTo>
                  <a:lnTo>
                    <a:pt x="38975" y="40268"/>
                  </a:lnTo>
                  <a:lnTo>
                    <a:pt x="38858" y="39917"/>
                  </a:lnTo>
                  <a:lnTo>
                    <a:pt x="38883" y="39141"/>
                  </a:lnTo>
                  <a:lnTo>
                    <a:pt x="37957" y="38454"/>
                  </a:lnTo>
                  <a:lnTo>
                    <a:pt x="37468" y="39224"/>
                  </a:lnTo>
                  <a:lnTo>
                    <a:pt x="37131" y="40856"/>
                  </a:lnTo>
                  <a:lnTo>
                    <a:pt x="36453" y="42571"/>
                  </a:lnTo>
                  <a:lnTo>
                    <a:pt x="36419" y="42898"/>
                  </a:lnTo>
                  <a:lnTo>
                    <a:pt x="36588" y="48196"/>
                  </a:lnTo>
                  <a:lnTo>
                    <a:pt x="36319" y="48171"/>
                  </a:lnTo>
                  <a:lnTo>
                    <a:pt x="34382" y="48709"/>
                  </a:lnTo>
                  <a:lnTo>
                    <a:pt x="33976" y="48537"/>
                  </a:lnTo>
                  <a:lnTo>
                    <a:pt x="32318" y="46094"/>
                  </a:lnTo>
                  <a:lnTo>
                    <a:pt x="31976" y="45823"/>
                  </a:lnTo>
                  <a:lnTo>
                    <a:pt x="31260" y="45714"/>
                  </a:lnTo>
                  <a:lnTo>
                    <a:pt x="30841" y="45312"/>
                  </a:lnTo>
                  <a:lnTo>
                    <a:pt x="30500" y="44657"/>
                  </a:lnTo>
                  <a:lnTo>
                    <a:pt x="30306" y="44170"/>
                  </a:lnTo>
                  <a:lnTo>
                    <a:pt x="28589" y="42846"/>
                  </a:lnTo>
                  <a:lnTo>
                    <a:pt x="28336" y="42362"/>
                  </a:lnTo>
                  <a:lnTo>
                    <a:pt x="28300" y="41936"/>
                  </a:lnTo>
                  <a:lnTo>
                    <a:pt x="28552" y="41552"/>
                  </a:lnTo>
                  <a:lnTo>
                    <a:pt x="28843" y="41229"/>
                  </a:lnTo>
                  <a:lnTo>
                    <a:pt x="29680" y="40899"/>
                  </a:lnTo>
                  <a:lnTo>
                    <a:pt x="30658" y="40616"/>
                  </a:lnTo>
                  <a:lnTo>
                    <a:pt x="30972" y="40412"/>
                  </a:lnTo>
                  <a:lnTo>
                    <a:pt x="31132" y="40059"/>
                  </a:lnTo>
                  <a:lnTo>
                    <a:pt x="31122" y="39496"/>
                  </a:lnTo>
                  <a:lnTo>
                    <a:pt x="30962" y="38940"/>
                  </a:lnTo>
                  <a:lnTo>
                    <a:pt x="29556" y="37928"/>
                  </a:lnTo>
                  <a:lnTo>
                    <a:pt x="29402" y="37493"/>
                  </a:lnTo>
                  <a:lnTo>
                    <a:pt x="29357" y="36959"/>
                  </a:lnTo>
                  <a:lnTo>
                    <a:pt x="29437" y="36402"/>
                  </a:lnTo>
                  <a:lnTo>
                    <a:pt x="29656" y="35966"/>
                  </a:lnTo>
                  <a:lnTo>
                    <a:pt x="30803" y="35371"/>
                  </a:lnTo>
                  <a:lnTo>
                    <a:pt x="31417" y="34756"/>
                  </a:lnTo>
                  <a:lnTo>
                    <a:pt x="31034" y="34069"/>
                  </a:lnTo>
                  <a:lnTo>
                    <a:pt x="29798" y="32504"/>
                  </a:lnTo>
                  <a:lnTo>
                    <a:pt x="28330" y="30783"/>
                  </a:lnTo>
                  <a:lnTo>
                    <a:pt x="27350" y="30767"/>
                  </a:lnTo>
                  <a:lnTo>
                    <a:pt x="26220" y="31276"/>
                  </a:lnTo>
                  <a:lnTo>
                    <a:pt x="24413" y="32744"/>
                  </a:lnTo>
                  <a:lnTo>
                    <a:pt x="23413" y="33372"/>
                  </a:lnTo>
                  <a:lnTo>
                    <a:pt x="22110" y="34410"/>
                  </a:lnTo>
                  <a:lnTo>
                    <a:pt x="20690" y="35567"/>
                  </a:lnTo>
                  <a:lnTo>
                    <a:pt x="19527" y="36795"/>
                  </a:lnTo>
                  <a:lnTo>
                    <a:pt x="18803" y="37809"/>
                  </a:lnTo>
                  <a:lnTo>
                    <a:pt x="17513" y="38252"/>
                  </a:lnTo>
                  <a:lnTo>
                    <a:pt x="16857" y="39103"/>
                  </a:lnTo>
                  <a:lnTo>
                    <a:pt x="14696" y="41656"/>
                  </a:lnTo>
                  <a:lnTo>
                    <a:pt x="14089" y="41624"/>
                  </a:lnTo>
                  <a:lnTo>
                    <a:pt x="14052" y="40358"/>
                  </a:lnTo>
                  <a:lnTo>
                    <a:pt x="14082" y="39354"/>
                  </a:lnTo>
                  <a:lnTo>
                    <a:pt x="13945" y="38776"/>
                  </a:lnTo>
                  <a:lnTo>
                    <a:pt x="13246" y="37984"/>
                  </a:lnTo>
                  <a:lnTo>
                    <a:pt x="13234" y="37642"/>
                  </a:lnTo>
                  <a:lnTo>
                    <a:pt x="13424" y="37430"/>
                  </a:lnTo>
                  <a:lnTo>
                    <a:pt x="13962" y="37558"/>
                  </a:lnTo>
                  <a:lnTo>
                    <a:pt x="14651" y="37513"/>
                  </a:lnTo>
                  <a:lnTo>
                    <a:pt x="14980" y="37202"/>
                  </a:lnTo>
                  <a:lnTo>
                    <a:pt x="14241" y="36158"/>
                  </a:lnTo>
                  <a:lnTo>
                    <a:pt x="13585" y="35461"/>
                  </a:lnTo>
                  <a:lnTo>
                    <a:pt x="13028" y="34990"/>
                  </a:lnTo>
                  <a:lnTo>
                    <a:pt x="12903" y="34709"/>
                  </a:lnTo>
                  <a:lnTo>
                    <a:pt x="12902" y="34509"/>
                  </a:lnTo>
                  <a:lnTo>
                    <a:pt x="13020" y="34271"/>
                  </a:lnTo>
                  <a:lnTo>
                    <a:pt x="13971" y="33696"/>
                  </a:lnTo>
                  <a:lnTo>
                    <a:pt x="14065" y="33169"/>
                  </a:lnTo>
                  <a:lnTo>
                    <a:pt x="14002" y="32579"/>
                  </a:lnTo>
                  <a:lnTo>
                    <a:pt x="12491" y="31711"/>
                  </a:lnTo>
                  <a:lnTo>
                    <a:pt x="11359" y="32031"/>
                  </a:lnTo>
                  <a:lnTo>
                    <a:pt x="10344" y="31055"/>
                  </a:lnTo>
                  <a:lnTo>
                    <a:pt x="9692" y="30300"/>
                  </a:lnTo>
                  <a:lnTo>
                    <a:pt x="8879" y="29491"/>
                  </a:lnTo>
                  <a:lnTo>
                    <a:pt x="8153" y="29048"/>
                  </a:lnTo>
                  <a:lnTo>
                    <a:pt x="7457" y="28033"/>
                  </a:lnTo>
                  <a:lnTo>
                    <a:pt x="6248" y="26985"/>
                  </a:lnTo>
                  <a:lnTo>
                    <a:pt x="5472" y="26688"/>
                  </a:lnTo>
                  <a:lnTo>
                    <a:pt x="5483" y="26528"/>
                  </a:lnTo>
                  <a:lnTo>
                    <a:pt x="5625" y="26335"/>
                  </a:lnTo>
                  <a:lnTo>
                    <a:pt x="5949" y="26176"/>
                  </a:lnTo>
                  <a:lnTo>
                    <a:pt x="8105" y="26217"/>
                  </a:lnTo>
                  <a:lnTo>
                    <a:pt x="8368" y="26028"/>
                  </a:lnTo>
                  <a:lnTo>
                    <a:pt x="8502" y="25578"/>
                  </a:lnTo>
                  <a:lnTo>
                    <a:pt x="8797" y="24914"/>
                  </a:lnTo>
                  <a:lnTo>
                    <a:pt x="9141" y="23936"/>
                  </a:lnTo>
                  <a:lnTo>
                    <a:pt x="9113" y="23114"/>
                  </a:lnTo>
                  <a:lnTo>
                    <a:pt x="6947" y="21784"/>
                  </a:lnTo>
                  <a:lnTo>
                    <a:pt x="5375" y="20560"/>
                  </a:lnTo>
                  <a:lnTo>
                    <a:pt x="4285" y="18949"/>
                  </a:lnTo>
                  <a:lnTo>
                    <a:pt x="3545" y="17475"/>
                  </a:lnTo>
                  <a:lnTo>
                    <a:pt x="3571" y="16979"/>
                  </a:lnTo>
                  <a:lnTo>
                    <a:pt x="3784" y="16512"/>
                  </a:lnTo>
                  <a:lnTo>
                    <a:pt x="5468" y="15154"/>
                  </a:lnTo>
                  <a:lnTo>
                    <a:pt x="5582" y="14801"/>
                  </a:lnTo>
                  <a:lnTo>
                    <a:pt x="5545" y="14562"/>
                  </a:lnTo>
                  <a:lnTo>
                    <a:pt x="4944" y="13867"/>
                  </a:lnTo>
                  <a:lnTo>
                    <a:pt x="4189" y="13152"/>
                  </a:lnTo>
                  <a:lnTo>
                    <a:pt x="3952" y="12626"/>
                  </a:lnTo>
                  <a:lnTo>
                    <a:pt x="3477" y="12359"/>
                  </a:lnTo>
                  <a:lnTo>
                    <a:pt x="2574" y="12339"/>
                  </a:lnTo>
                  <a:lnTo>
                    <a:pt x="990" y="11460"/>
                  </a:lnTo>
                  <a:lnTo>
                    <a:pt x="654" y="11372"/>
                  </a:lnTo>
                  <a:lnTo>
                    <a:pt x="579" y="11197"/>
                  </a:lnTo>
                  <a:lnTo>
                    <a:pt x="656" y="11020"/>
                  </a:lnTo>
                  <a:lnTo>
                    <a:pt x="1786" y="10664"/>
                  </a:lnTo>
                  <a:lnTo>
                    <a:pt x="1771" y="10371"/>
                  </a:lnTo>
                  <a:lnTo>
                    <a:pt x="1428" y="9984"/>
                  </a:lnTo>
                  <a:lnTo>
                    <a:pt x="789" y="9700"/>
                  </a:lnTo>
                  <a:lnTo>
                    <a:pt x="204" y="9000"/>
                  </a:lnTo>
                  <a:lnTo>
                    <a:pt x="0" y="8368"/>
                  </a:lnTo>
                  <a:lnTo>
                    <a:pt x="2041" y="6524"/>
                  </a:lnTo>
                  <a:lnTo>
                    <a:pt x="2645" y="6156"/>
                  </a:lnTo>
                  <a:lnTo>
                    <a:pt x="3982" y="6495"/>
                  </a:lnTo>
                  <a:lnTo>
                    <a:pt x="6757" y="7717"/>
                  </a:lnTo>
                  <a:lnTo>
                    <a:pt x="6569" y="8396"/>
                  </a:lnTo>
                  <a:lnTo>
                    <a:pt x="6850" y="8778"/>
                  </a:lnTo>
                  <a:lnTo>
                    <a:pt x="7487" y="9297"/>
                  </a:lnTo>
                  <a:lnTo>
                    <a:pt x="8709" y="9822"/>
                  </a:lnTo>
                  <a:lnTo>
                    <a:pt x="9743" y="10093"/>
                  </a:lnTo>
                  <a:lnTo>
                    <a:pt x="10266" y="9862"/>
                  </a:lnTo>
                  <a:lnTo>
                    <a:pt x="11062" y="9667"/>
                  </a:lnTo>
                  <a:lnTo>
                    <a:pt x="12096" y="10272"/>
                  </a:lnTo>
                  <a:lnTo>
                    <a:pt x="13050" y="11041"/>
                  </a:lnTo>
                  <a:lnTo>
                    <a:pt x="13525" y="11352"/>
                  </a:lnTo>
                  <a:lnTo>
                    <a:pt x="13780" y="11447"/>
                  </a:lnTo>
                  <a:lnTo>
                    <a:pt x="14503" y="11191"/>
                  </a:lnTo>
                  <a:lnTo>
                    <a:pt x="15373" y="10200"/>
                  </a:lnTo>
                  <a:lnTo>
                    <a:pt x="15714" y="9002"/>
                  </a:lnTo>
                  <a:lnTo>
                    <a:pt x="15810" y="8426"/>
                  </a:lnTo>
                  <a:lnTo>
                    <a:pt x="15303" y="7632"/>
                  </a:lnTo>
                  <a:lnTo>
                    <a:pt x="14261" y="6770"/>
                  </a:lnTo>
                  <a:lnTo>
                    <a:pt x="13089" y="6013"/>
                  </a:lnTo>
                  <a:lnTo>
                    <a:pt x="12337" y="5345"/>
                  </a:lnTo>
                  <a:lnTo>
                    <a:pt x="11857" y="4028"/>
                  </a:lnTo>
                  <a:lnTo>
                    <a:pt x="11373" y="3882"/>
                  </a:lnTo>
                  <a:lnTo>
                    <a:pt x="11250" y="3711"/>
                  </a:lnTo>
                  <a:lnTo>
                    <a:pt x="11170" y="3262"/>
                  </a:lnTo>
                  <a:lnTo>
                    <a:pt x="11191" y="2633"/>
                  </a:lnTo>
                  <a:lnTo>
                    <a:pt x="11357" y="2149"/>
                  </a:lnTo>
                  <a:lnTo>
                    <a:pt x="11830" y="1941"/>
                  </a:lnTo>
                  <a:lnTo>
                    <a:pt x="12310" y="1867"/>
                  </a:lnTo>
                  <a:lnTo>
                    <a:pt x="12742" y="1405"/>
                  </a:lnTo>
                  <a:lnTo>
                    <a:pt x="13283" y="500"/>
                  </a:lnTo>
                  <a:lnTo>
                    <a:pt x="13514" y="0"/>
                  </a:lnTo>
                  <a:lnTo>
                    <a:pt x="14534" y="286"/>
                  </a:lnTo>
                  <a:lnTo>
                    <a:pt x="14671" y="1097"/>
                  </a:lnTo>
                  <a:lnTo>
                    <a:pt x="14852" y="1267"/>
                  </a:lnTo>
                  <a:lnTo>
                    <a:pt x="15275" y="1172"/>
                  </a:lnTo>
                  <a:lnTo>
                    <a:pt x="15979" y="831"/>
                  </a:lnTo>
                  <a:lnTo>
                    <a:pt x="16536" y="1093"/>
                  </a:lnTo>
                  <a:lnTo>
                    <a:pt x="17258" y="2058"/>
                  </a:lnTo>
                  <a:lnTo>
                    <a:pt x="18254" y="3076"/>
                  </a:lnTo>
                  <a:lnTo>
                    <a:pt x="18793" y="3760"/>
                  </a:lnTo>
                  <a:lnTo>
                    <a:pt x="19004" y="4232"/>
                  </a:lnTo>
                  <a:lnTo>
                    <a:pt x="19513" y="4690"/>
                  </a:lnTo>
                  <a:lnTo>
                    <a:pt x="20257" y="5229"/>
                  </a:lnTo>
                  <a:lnTo>
                    <a:pt x="20850" y="6072"/>
                  </a:lnTo>
                  <a:lnTo>
                    <a:pt x="21379" y="8032"/>
                  </a:lnTo>
                  <a:lnTo>
                    <a:pt x="21914" y="8487"/>
                  </a:lnTo>
                  <a:lnTo>
                    <a:pt x="23834" y="9232"/>
                  </a:lnTo>
                  <a:lnTo>
                    <a:pt x="24507" y="9384"/>
                  </a:lnTo>
                  <a:lnTo>
                    <a:pt x="26392" y="9647"/>
                  </a:lnTo>
                  <a:lnTo>
                    <a:pt x="27055" y="9459"/>
                  </a:lnTo>
                  <a:lnTo>
                    <a:pt x="28025" y="7768"/>
                  </a:lnTo>
                  <a:lnTo>
                    <a:pt x="28899" y="6029"/>
                  </a:lnTo>
                  <a:lnTo>
                    <a:pt x="29715" y="5665"/>
                  </a:lnTo>
                  <a:lnTo>
                    <a:pt x="31190" y="4825"/>
                  </a:lnTo>
                  <a:lnTo>
                    <a:pt x="32072" y="4031"/>
                  </a:lnTo>
                  <a:lnTo>
                    <a:pt x="32443" y="3175"/>
                  </a:lnTo>
                  <a:lnTo>
                    <a:pt x="33276" y="155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4452833" y="1851364"/>
              <a:ext cx="789" cy="910"/>
            </a:xfrm>
            <a:custGeom>
              <a:avLst/>
              <a:pathLst>
                <a:path w="789" h="910">
                  <a:moveTo>
                    <a:pt x="695" y="680"/>
                  </a:moveTo>
                  <a:lnTo>
                    <a:pt x="789" y="218"/>
                  </a:lnTo>
                  <a:lnTo>
                    <a:pt x="523" y="11"/>
                  </a:lnTo>
                  <a:lnTo>
                    <a:pt x="242" y="0"/>
                  </a:lnTo>
                  <a:lnTo>
                    <a:pt x="0" y="230"/>
                  </a:lnTo>
                  <a:lnTo>
                    <a:pt x="0" y="807"/>
                  </a:lnTo>
                  <a:lnTo>
                    <a:pt x="336" y="91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297064" y="2450814"/>
              <a:ext cx="17003" cy="29888"/>
            </a:xfrm>
            <a:custGeom>
              <a:avLst/>
              <a:pathLst>
                <a:path w="17003" h="29888">
                  <a:moveTo>
                    <a:pt x="14564" y="1214"/>
                  </a:moveTo>
                  <a:lnTo>
                    <a:pt x="14376" y="1580"/>
                  </a:lnTo>
                  <a:lnTo>
                    <a:pt x="13508" y="4191"/>
                  </a:lnTo>
                  <a:lnTo>
                    <a:pt x="13340" y="4583"/>
                  </a:lnTo>
                  <a:lnTo>
                    <a:pt x="13436" y="4824"/>
                  </a:lnTo>
                  <a:lnTo>
                    <a:pt x="13805" y="5318"/>
                  </a:lnTo>
                  <a:lnTo>
                    <a:pt x="13588" y="6140"/>
                  </a:lnTo>
                  <a:lnTo>
                    <a:pt x="13501" y="6360"/>
                  </a:lnTo>
                  <a:lnTo>
                    <a:pt x="13338" y="7127"/>
                  </a:lnTo>
                  <a:lnTo>
                    <a:pt x="13428" y="7832"/>
                  </a:lnTo>
                  <a:lnTo>
                    <a:pt x="13636" y="8092"/>
                  </a:lnTo>
                  <a:lnTo>
                    <a:pt x="14199" y="8432"/>
                  </a:lnTo>
                  <a:lnTo>
                    <a:pt x="15043" y="8679"/>
                  </a:lnTo>
                  <a:lnTo>
                    <a:pt x="16039" y="9264"/>
                  </a:lnTo>
                  <a:lnTo>
                    <a:pt x="16708" y="9371"/>
                  </a:lnTo>
                  <a:lnTo>
                    <a:pt x="16865" y="9793"/>
                  </a:lnTo>
                  <a:lnTo>
                    <a:pt x="16834" y="10549"/>
                  </a:lnTo>
                  <a:lnTo>
                    <a:pt x="17000" y="11205"/>
                  </a:lnTo>
                  <a:lnTo>
                    <a:pt x="17003" y="12380"/>
                  </a:lnTo>
                  <a:lnTo>
                    <a:pt x="16803" y="13412"/>
                  </a:lnTo>
                  <a:lnTo>
                    <a:pt x="15777" y="13897"/>
                  </a:lnTo>
                  <a:lnTo>
                    <a:pt x="15250" y="14427"/>
                  </a:lnTo>
                  <a:lnTo>
                    <a:pt x="15106" y="14692"/>
                  </a:lnTo>
                  <a:lnTo>
                    <a:pt x="15236" y="15003"/>
                  </a:lnTo>
                  <a:lnTo>
                    <a:pt x="15305" y="15421"/>
                  </a:lnTo>
                  <a:lnTo>
                    <a:pt x="14339" y="16451"/>
                  </a:lnTo>
                  <a:lnTo>
                    <a:pt x="13347" y="17795"/>
                  </a:lnTo>
                  <a:lnTo>
                    <a:pt x="13111" y="18702"/>
                  </a:lnTo>
                  <a:lnTo>
                    <a:pt x="12913" y="19774"/>
                  </a:lnTo>
                  <a:lnTo>
                    <a:pt x="12623" y="20458"/>
                  </a:lnTo>
                  <a:lnTo>
                    <a:pt x="11867" y="21444"/>
                  </a:lnTo>
                  <a:lnTo>
                    <a:pt x="11097" y="23430"/>
                  </a:lnTo>
                  <a:lnTo>
                    <a:pt x="10719" y="24720"/>
                  </a:lnTo>
                  <a:lnTo>
                    <a:pt x="8827" y="27816"/>
                  </a:lnTo>
                  <a:lnTo>
                    <a:pt x="7146" y="29361"/>
                  </a:lnTo>
                  <a:lnTo>
                    <a:pt x="6656" y="29888"/>
                  </a:lnTo>
                  <a:lnTo>
                    <a:pt x="3680" y="29797"/>
                  </a:lnTo>
                  <a:lnTo>
                    <a:pt x="3453" y="27710"/>
                  </a:lnTo>
                  <a:lnTo>
                    <a:pt x="3000" y="24861"/>
                  </a:lnTo>
                  <a:lnTo>
                    <a:pt x="1978" y="22286"/>
                  </a:lnTo>
                  <a:lnTo>
                    <a:pt x="1870" y="21211"/>
                  </a:lnTo>
                  <a:lnTo>
                    <a:pt x="1917" y="19136"/>
                  </a:lnTo>
                  <a:lnTo>
                    <a:pt x="1920" y="16217"/>
                  </a:lnTo>
                  <a:lnTo>
                    <a:pt x="1853" y="14649"/>
                  </a:lnTo>
                  <a:lnTo>
                    <a:pt x="1874" y="13505"/>
                  </a:lnTo>
                  <a:lnTo>
                    <a:pt x="2004" y="11516"/>
                  </a:lnTo>
                  <a:lnTo>
                    <a:pt x="1989" y="10328"/>
                  </a:lnTo>
                  <a:lnTo>
                    <a:pt x="1315" y="8958"/>
                  </a:lnTo>
                  <a:lnTo>
                    <a:pt x="478" y="7501"/>
                  </a:lnTo>
                  <a:lnTo>
                    <a:pt x="23" y="6787"/>
                  </a:lnTo>
                  <a:lnTo>
                    <a:pt x="0" y="6211"/>
                  </a:lnTo>
                  <a:lnTo>
                    <a:pt x="1" y="5679"/>
                  </a:lnTo>
                  <a:lnTo>
                    <a:pt x="136" y="4903"/>
                  </a:lnTo>
                  <a:lnTo>
                    <a:pt x="463" y="4038"/>
                  </a:lnTo>
                  <a:lnTo>
                    <a:pt x="831" y="3943"/>
                  </a:lnTo>
                  <a:lnTo>
                    <a:pt x="1735" y="4286"/>
                  </a:lnTo>
                  <a:lnTo>
                    <a:pt x="2676" y="5022"/>
                  </a:lnTo>
                  <a:lnTo>
                    <a:pt x="3175" y="6674"/>
                  </a:lnTo>
                  <a:lnTo>
                    <a:pt x="3557" y="6912"/>
                  </a:lnTo>
                  <a:lnTo>
                    <a:pt x="4252" y="6909"/>
                  </a:lnTo>
                  <a:lnTo>
                    <a:pt x="6028" y="6691"/>
                  </a:lnTo>
                  <a:lnTo>
                    <a:pt x="6470" y="6719"/>
                  </a:lnTo>
                  <a:lnTo>
                    <a:pt x="7277" y="6324"/>
                  </a:lnTo>
                  <a:lnTo>
                    <a:pt x="8079" y="5626"/>
                  </a:lnTo>
                  <a:lnTo>
                    <a:pt x="8310" y="4904"/>
                  </a:lnTo>
                  <a:lnTo>
                    <a:pt x="8498" y="3286"/>
                  </a:lnTo>
                  <a:lnTo>
                    <a:pt x="8666" y="370"/>
                  </a:lnTo>
                  <a:lnTo>
                    <a:pt x="9075" y="336"/>
                  </a:lnTo>
                  <a:lnTo>
                    <a:pt x="10196" y="1374"/>
                  </a:lnTo>
                  <a:lnTo>
                    <a:pt x="10436" y="1445"/>
                  </a:lnTo>
                  <a:lnTo>
                    <a:pt x="10672" y="1408"/>
                  </a:lnTo>
                  <a:lnTo>
                    <a:pt x="11061" y="893"/>
                  </a:lnTo>
                  <a:lnTo>
                    <a:pt x="11538" y="475"/>
                  </a:lnTo>
                  <a:lnTo>
                    <a:pt x="11890" y="486"/>
                  </a:lnTo>
                  <a:lnTo>
                    <a:pt x="13191" y="0"/>
                  </a:lnTo>
                  <a:lnTo>
                    <a:pt x="13889" y="879"/>
                  </a:lnTo>
                  <a:lnTo>
                    <a:pt x="14330" y="115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046455" y="1700361"/>
              <a:ext cx="36325" cy="27619"/>
            </a:xfrm>
            <a:custGeom>
              <a:avLst/>
              <a:pathLst>
                <a:path w="36325" h="27619">
                  <a:moveTo>
                    <a:pt x="32819" y="10330"/>
                  </a:moveTo>
                  <a:lnTo>
                    <a:pt x="32933" y="10584"/>
                  </a:lnTo>
                  <a:lnTo>
                    <a:pt x="34007" y="11323"/>
                  </a:lnTo>
                  <a:lnTo>
                    <a:pt x="34338" y="11909"/>
                  </a:lnTo>
                  <a:lnTo>
                    <a:pt x="35109" y="12475"/>
                  </a:lnTo>
                  <a:lnTo>
                    <a:pt x="34470" y="13191"/>
                  </a:lnTo>
                  <a:lnTo>
                    <a:pt x="34567" y="13509"/>
                  </a:lnTo>
                  <a:lnTo>
                    <a:pt x="34798" y="13836"/>
                  </a:lnTo>
                  <a:lnTo>
                    <a:pt x="35667" y="14026"/>
                  </a:lnTo>
                  <a:lnTo>
                    <a:pt x="36102" y="14496"/>
                  </a:lnTo>
                  <a:lnTo>
                    <a:pt x="36128" y="15215"/>
                  </a:lnTo>
                  <a:lnTo>
                    <a:pt x="36325" y="16388"/>
                  </a:lnTo>
                  <a:lnTo>
                    <a:pt x="34533" y="17552"/>
                  </a:lnTo>
                  <a:lnTo>
                    <a:pt x="34024" y="18854"/>
                  </a:lnTo>
                  <a:lnTo>
                    <a:pt x="33918" y="19071"/>
                  </a:lnTo>
                  <a:lnTo>
                    <a:pt x="33719" y="18641"/>
                  </a:lnTo>
                  <a:lnTo>
                    <a:pt x="33395" y="18645"/>
                  </a:lnTo>
                  <a:lnTo>
                    <a:pt x="32652" y="18465"/>
                  </a:lnTo>
                  <a:lnTo>
                    <a:pt x="31617" y="19642"/>
                  </a:lnTo>
                  <a:lnTo>
                    <a:pt x="31149" y="20620"/>
                  </a:lnTo>
                  <a:lnTo>
                    <a:pt x="30872" y="21338"/>
                  </a:lnTo>
                  <a:lnTo>
                    <a:pt x="30455" y="21918"/>
                  </a:lnTo>
                  <a:lnTo>
                    <a:pt x="30372" y="22532"/>
                  </a:lnTo>
                  <a:lnTo>
                    <a:pt x="30425" y="22789"/>
                  </a:lnTo>
                  <a:lnTo>
                    <a:pt x="30282" y="23122"/>
                  </a:lnTo>
                  <a:lnTo>
                    <a:pt x="30275" y="23471"/>
                  </a:lnTo>
                  <a:lnTo>
                    <a:pt x="30871" y="24160"/>
                  </a:lnTo>
                  <a:lnTo>
                    <a:pt x="31020" y="24533"/>
                  </a:lnTo>
                  <a:lnTo>
                    <a:pt x="31745" y="25752"/>
                  </a:lnTo>
                  <a:lnTo>
                    <a:pt x="31520" y="26197"/>
                  </a:lnTo>
                  <a:lnTo>
                    <a:pt x="31340" y="26679"/>
                  </a:lnTo>
                  <a:lnTo>
                    <a:pt x="31131" y="27021"/>
                  </a:lnTo>
                  <a:lnTo>
                    <a:pt x="30888" y="27237"/>
                  </a:lnTo>
                  <a:lnTo>
                    <a:pt x="30137" y="27224"/>
                  </a:lnTo>
                  <a:lnTo>
                    <a:pt x="29188" y="27378"/>
                  </a:lnTo>
                  <a:lnTo>
                    <a:pt x="28547" y="27617"/>
                  </a:lnTo>
                  <a:lnTo>
                    <a:pt x="28216" y="27619"/>
                  </a:lnTo>
                  <a:lnTo>
                    <a:pt x="27528" y="27011"/>
                  </a:lnTo>
                  <a:lnTo>
                    <a:pt x="26760" y="26100"/>
                  </a:lnTo>
                  <a:lnTo>
                    <a:pt x="26273" y="25665"/>
                  </a:lnTo>
                  <a:lnTo>
                    <a:pt x="26054" y="25290"/>
                  </a:lnTo>
                  <a:lnTo>
                    <a:pt x="25450" y="25132"/>
                  </a:lnTo>
                  <a:lnTo>
                    <a:pt x="24590" y="24682"/>
                  </a:lnTo>
                  <a:lnTo>
                    <a:pt x="23993" y="24193"/>
                  </a:lnTo>
                  <a:lnTo>
                    <a:pt x="23482" y="23889"/>
                  </a:lnTo>
                  <a:lnTo>
                    <a:pt x="22759" y="23737"/>
                  </a:lnTo>
                  <a:lnTo>
                    <a:pt x="22163" y="23752"/>
                  </a:lnTo>
                  <a:lnTo>
                    <a:pt x="21988" y="22930"/>
                  </a:lnTo>
                  <a:lnTo>
                    <a:pt x="21916" y="21990"/>
                  </a:lnTo>
                  <a:lnTo>
                    <a:pt x="21430" y="21361"/>
                  </a:lnTo>
                  <a:lnTo>
                    <a:pt x="22097" y="18902"/>
                  </a:lnTo>
                  <a:lnTo>
                    <a:pt x="21700" y="18661"/>
                  </a:lnTo>
                  <a:lnTo>
                    <a:pt x="21267" y="18858"/>
                  </a:lnTo>
                  <a:lnTo>
                    <a:pt x="20641" y="19443"/>
                  </a:lnTo>
                  <a:lnTo>
                    <a:pt x="20342" y="20144"/>
                  </a:lnTo>
                  <a:lnTo>
                    <a:pt x="20163" y="20763"/>
                  </a:lnTo>
                  <a:lnTo>
                    <a:pt x="19111" y="21352"/>
                  </a:lnTo>
                  <a:lnTo>
                    <a:pt x="17444" y="21565"/>
                  </a:lnTo>
                  <a:lnTo>
                    <a:pt x="15621" y="21352"/>
                  </a:lnTo>
                  <a:lnTo>
                    <a:pt x="15368" y="21194"/>
                  </a:lnTo>
                  <a:lnTo>
                    <a:pt x="15251" y="21014"/>
                  </a:lnTo>
                  <a:lnTo>
                    <a:pt x="15250" y="20797"/>
                  </a:lnTo>
                  <a:lnTo>
                    <a:pt x="15377" y="20464"/>
                  </a:lnTo>
                  <a:lnTo>
                    <a:pt x="15695" y="20060"/>
                  </a:lnTo>
                  <a:lnTo>
                    <a:pt x="15773" y="19484"/>
                  </a:lnTo>
                  <a:lnTo>
                    <a:pt x="15447" y="18986"/>
                  </a:lnTo>
                  <a:lnTo>
                    <a:pt x="15235" y="18792"/>
                  </a:lnTo>
                  <a:lnTo>
                    <a:pt x="15319" y="18309"/>
                  </a:lnTo>
                  <a:lnTo>
                    <a:pt x="15560" y="17704"/>
                  </a:lnTo>
                  <a:lnTo>
                    <a:pt x="15607" y="17359"/>
                  </a:lnTo>
                  <a:lnTo>
                    <a:pt x="14373" y="16315"/>
                  </a:lnTo>
                  <a:lnTo>
                    <a:pt x="13479" y="16112"/>
                  </a:lnTo>
                  <a:lnTo>
                    <a:pt x="12613" y="16075"/>
                  </a:lnTo>
                  <a:lnTo>
                    <a:pt x="11955" y="15958"/>
                  </a:lnTo>
                  <a:lnTo>
                    <a:pt x="11571" y="16006"/>
                  </a:lnTo>
                  <a:lnTo>
                    <a:pt x="11295" y="16311"/>
                  </a:lnTo>
                  <a:lnTo>
                    <a:pt x="11016" y="16529"/>
                  </a:lnTo>
                  <a:lnTo>
                    <a:pt x="10807" y="16267"/>
                  </a:lnTo>
                  <a:lnTo>
                    <a:pt x="10424" y="14419"/>
                  </a:lnTo>
                  <a:lnTo>
                    <a:pt x="10127" y="14139"/>
                  </a:lnTo>
                  <a:lnTo>
                    <a:pt x="9007" y="13831"/>
                  </a:lnTo>
                  <a:lnTo>
                    <a:pt x="7486" y="13721"/>
                  </a:lnTo>
                  <a:lnTo>
                    <a:pt x="7080" y="13383"/>
                  </a:lnTo>
                  <a:lnTo>
                    <a:pt x="6858" y="12552"/>
                  </a:lnTo>
                  <a:lnTo>
                    <a:pt x="6717" y="11551"/>
                  </a:lnTo>
                  <a:lnTo>
                    <a:pt x="6216" y="10592"/>
                  </a:lnTo>
                  <a:lnTo>
                    <a:pt x="5960" y="10351"/>
                  </a:lnTo>
                  <a:lnTo>
                    <a:pt x="5505" y="9926"/>
                  </a:lnTo>
                  <a:lnTo>
                    <a:pt x="4710" y="10101"/>
                  </a:lnTo>
                  <a:lnTo>
                    <a:pt x="3756" y="10657"/>
                  </a:lnTo>
                  <a:lnTo>
                    <a:pt x="3193" y="10810"/>
                  </a:lnTo>
                  <a:lnTo>
                    <a:pt x="2978" y="10870"/>
                  </a:lnTo>
                  <a:lnTo>
                    <a:pt x="2218" y="10328"/>
                  </a:lnTo>
                  <a:lnTo>
                    <a:pt x="1364" y="9480"/>
                  </a:lnTo>
                  <a:lnTo>
                    <a:pt x="679" y="8580"/>
                  </a:lnTo>
                  <a:lnTo>
                    <a:pt x="514" y="8080"/>
                  </a:lnTo>
                  <a:lnTo>
                    <a:pt x="724" y="7473"/>
                  </a:lnTo>
                  <a:lnTo>
                    <a:pt x="472" y="7009"/>
                  </a:lnTo>
                  <a:lnTo>
                    <a:pt x="105" y="6159"/>
                  </a:lnTo>
                  <a:lnTo>
                    <a:pt x="0" y="5495"/>
                  </a:lnTo>
                  <a:lnTo>
                    <a:pt x="4117" y="3147"/>
                  </a:lnTo>
                  <a:lnTo>
                    <a:pt x="6625" y="1945"/>
                  </a:lnTo>
                  <a:lnTo>
                    <a:pt x="7807" y="1582"/>
                  </a:lnTo>
                  <a:lnTo>
                    <a:pt x="8090" y="2789"/>
                  </a:lnTo>
                  <a:lnTo>
                    <a:pt x="8305" y="3172"/>
                  </a:lnTo>
                  <a:lnTo>
                    <a:pt x="8586" y="3422"/>
                  </a:lnTo>
                  <a:lnTo>
                    <a:pt x="8960" y="3471"/>
                  </a:lnTo>
                  <a:lnTo>
                    <a:pt x="9386" y="3172"/>
                  </a:lnTo>
                  <a:lnTo>
                    <a:pt x="9984" y="2858"/>
                  </a:lnTo>
                  <a:lnTo>
                    <a:pt x="10945" y="3004"/>
                  </a:lnTo>
                  <a:lnTo>
                    <a:pt x="11643" y="3295"/>
                  </a:lnTo>
                  <a:lnTo>
                    <a:pt x="11892" y="3597"/>
                  </a:lnTo>
                  <a:lnTo>
                    <a:pt x="12354" y="3884"/>
                  </a:lnTo>
                  <a:lnTo>
                    <a:pt x="13028" y="3953"/>
                  </a:lnTo>
                  <a:lnTo>
                    <a:pt x="14334" y="3403"/>
                  </a:lnTo>
                  <a:lnTo>
                    <a:pt x="15588" y="2566"/>
                  </a:lnTo>
                  <a:lnTo>
                    <a:pt x="15955" y="1985"/>
                  </a:lnTo>
                  <a:lnTo>
                    <a:pt x="16095" y="1459"/>
                  </a:lnTo>
                  <a:lnTo>
                    <a:pt x="16836" y="1807"/>
                  </a:lnTo>
                  <a:lnTo>
                    <a:pt x="17491" y="1884"/>
                  </a:lnTo>
                  <a:lnTo>
                    <a:pt x="17777" y="1729"/>
                  </a:lnTo>
                  <a:lnTo>
                    <a:pt x="17595" y="886"/>
                  </a:lnTo>
                  <a:lnTo>
                    <a:pt x="18127" y="436"/>
                  </a:lnTo>
                  <a:lnTo>
                    <a:pt x="18718" y="228"/>
                  </a:lnTo>
                  <a:lnTo>
                    <a:pt x="18985" y="593"/>
                  </a:lnTo>
                  <a:lnTo>
                    <a:pt x="19525" y="965"/>
                  </a:lnTo>
                  <a:lnTo>
                    <a:pt x="19953" y="967"/>
                  </a:lnTo>
                  <a:lnTo>
                    <a:pt x="21104" y="0"/>
                  </a:lnTo>
                  <a:lnTo>
                    <a:pt x="21374" y="191"/>
                  </a:lnTo>
                  <a:lnTo>
                    <a:pt x="21624" y="535"/>
                  </a:lnTo>
                  <a:lnTo>
                    <a:pt x="21675" y="813"/>
                  </a:lnTo>
                  <a:lnTo>
                    <a:pt x="21720" y="1102"/>
                  </a:lnTo>
                  <a:lnTo>
                    <a:pt x="21978" y="1225"/>
                  </a:lnTo>
                  <a:lnTo>
                    <a:pt x="22886" y="1162"/>
                  </a:lnTo>
                  <a:lnTo>
                    <a:pt x="23346" y="638"/>
                  </a:lnTo>
                  <a:lnTo>
                    <a:pt x="23709" y="307"/>
                  </a:lnTo>
                  <a:lnTo>
                    <a:pt x="23979" y="529"/>
                  </a:lnTo>
                  <a:lnTo>
                    <a:pt x="24111" y="1175"/>
                  </a:lnTo>
                  <a:lnTo>
                    <a:pt x="24361" y="2017"/>
                  </a:lnTo>
                  <a:lnTo>
                    <a:pt x="25442" y="2959"/>
                  </a:lnTo>
                  <a:lnTo>
                    <a:pt x="26357" y="3227"/>
                  </a:lnTo>
                  <a:lnTo>
                    <a:pt x="27482" y="3042"/>
                  </a:lnTo>
                  <a:lnTo>
                    <a:pt x="27927" y="2873"/>
                  </a:lnTo>
                  <a:lnTo>
                    <a:pt x="28229" y="3014"/>
                  </a:lnTo>
                  <a:lnTo>
                    <a:pt x="28529" y="3512"/>
                  </a:lnTo>
                  <a:lnTo>
                    <a:pt x="29176" y="4082"/>
                  </a:lnTo>
                  <a:lnTo>
                    <a:pt x="30534" y="4486"/>
                  </a:lnTo>
                  <a:lnTo>
                    <a:pt x="30951" y="4714"/>
                  </a:lnTo>
                  <a:lnTo>
                    <a:pt x="31241" y="5097"/>
                  </a:lnTo>
                  <a:lnTo>
                    <a:pt x="31157" y="5644"/>
                  </a:lnTo>
                  <a:lnTo>
                    <a:pt x="30510" y="7006"/>
                  </a:lnTo>
                  <a:lnTo>
                    <a:pt x="30425" y="7409"/>
                  </a:lnTo>
                  <a:lnTo>
                    <a:pt x="30512" y="7543"/>
                  </a:lnTo>
                  <a:lnTo>
                    <a:pt x="30385" y="7796"/>
                  </a:lnTo>
                  <a:lnTo>
                    <a:pt x="29542" y="8709"/>
                  </a:lnTo>
                  <a:lnTo>
                    <a:pt x="29466" y="9031"/>
                  </a:lnTo>
                  <a:lnTo>
                    <a:pt x="29747" y="9556"/>
                  </a:lnTo>
                  <a:lnTo>
                    <a:pt x="29978" y="9991"/>
                  </a:lnTo>
                  <a:lnTo>
                    <a:pt x="30484" y="10203"/>
                  </a:lnTo>
                  <a:lnTo>
                    <a:pt x="30960" y="10273"/>
                  </a:lnTo>
                  <a:lnTo>
                    <a:pt x="31859" y="1030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029789" y="2245824"/>
              <a:ext cx="29055" cy="86017"/>
            </a:xfrm>
            <a:custGeom>
              <a:avLst/>
              <a:pathLst>
                <a:path w="29055" h="86017">
                  <a:moveTo>
                    <a:pt x="26793" y="9589"/>
                  </a:moveTo>
                  <a:lnTo>
                    <a:pt x="26400" y="10488"/>
                  </a:lnTo>
                  <a:lnTo>
                    <a:pt x="25801" y="12338"/>
                  </a:lnTo>
                  <a:lnTo>
                    <a:pt x="25775" y="13786"/>
                  </a:lnTo>
                  <a:lnTo>
                    <a:pt x="27204" y="16834"/>
                  </a:lnTo>
                  <a:lnTo>
                    <a:pt x="27368" y="17145"/>
                  </a:lnTo>
                  <a:lnTo>
                    <a:pt x="27738" y="17623"/>
                  </a:lnTo>
                  <a:lnTo>
                    <a:pt x="27938" y="18191"/>
                  </a:lnTo>
                  <a:lnTo>
                    <a:pt x="28106" y="19693"/>
                  </a:lnTo>
                  <a:lnTo>
                    <a:pt x="28207" y="21387"/>
                  </a:lnTo>
                  <a:lnTo>
                    <a:pt x="28320" y="22527"/>
                  </a:lnTo>
                  <a:lnTo>
                    <a:pt x="29009" y="24130"/>
                  </a:lnTo>
                  <a:lnTo>
                    <a:pt x="29055" y="24777"/>
                  </a:lnTo>
                  <a:lnTo>
                    <a:pt x="28575" y="27169"/>
                  </a:lnTo>
                  <a:lnTo>
                    <a:pt x="28336" y="27493"/>
                  </a:lnTo>
                  <a:lnTo>
                    <a:pt x="27596" y="27282"/>
                  </a:lnTo>
                  <a:lnTo>
                    <a:pt x="27277" y="27545"/>
                  </a:lnTo>
                  <a:lnTo>
                    <a:pt x="26875" y="28358"/>
                  </a:lnTo>
                  <a:lnTo>
                    <a:pt x="26627" y="29170"/>
                  </a:lnTo>
                  <a:lnTo>
                    <a:pt x="26614" y="29506"/>
                  </a:lnTo>
                  <a:lnTo>
                    <a:pt x="27270" y="31015"/>
                  </a:lnTo>
                  <a:lnTo>
                    <a:pt x="26856" y="33186"/>
                  </a:lnTo>
                  <a:lnTo>
                    <a:pt x="26432" y="34542"/>
                  </a:lnTo>
                  <a:lnTo>
                    <a:pt x="25670" y="35315"/>
                  </a:lnTo>
                  <a:lnTo>
                    <a:pt x="24989" y="35500"/>
                  </a:lnTo>
                  <a:lnTo>
                    <a:pt x="24514" y="35860"/>
                  </a:lnTo>
                  <a:lnTo>
                    <a:pt x="24236" y="36339"/>
                  </a:lnTo>
                  <a:lnTo>
                    <a:pt x="24277" y="37893"/>
                  </a:lnTo>
                  <a:lnTo>
                    <a:pt x="23274" y="39308"/>
                  </a:lnTo>
                  <a:lnTo>
                    <a:pt x="22717" y="40297"/>
                  </a:lnTo>
                  <a:lnTo>
                    <a:pt x="22448" y="40898"/>
                  </a:lnTo>
                  <a:lnTo>
                    <a:pt x="22560" y="42725"/>
                  </a:lnTo>
                  <a:lnTo>
                    <a:pt x="22205" y="44571"/>
                  </a:lnTo>
                  <a:lnTo>
                    <a:pt x="21585" y="46028"/>
                  </a:lnTo>
                  <a:lnTo>
                    <a:pt x="20195" y="46341"/>
                  </a:lnTo>
                  <a:lnTo>
                    <a:pt x="19029" y="46520"/>
                  </a:lnTo>
                  <a:lnTo>
                    <a:pt x="18633" y="50230"/>
                  </a:lnTo>
                  <a:lnTo>
                    <a:pt x="18649" y="52581"/>
                  </a:lnTo>
                  <a:lnTo>
                    <a:pt x="18545" y="54981"/>
                  </a:lnTo>
                  <a:lnTo>
                    <a:pt x="18351" y="55959"/>
                  </a:lnTo>
                  <a:lnTo>
                    <a:pt x="18431" y="57337"/>
                  </a:lnTo>
                  <a:lnTo>
                    <a:pt x="18344" y="60450"/>
                  </a:lnTo>
                  <a:lnTo>
                    <a:pt x="18189" y="62906"/>
                  </a:lnTo>
                  <a:lnTo>
                    <a:pt x="18394" y="63563"/>
                  </a:lnTo>
                  <a:lnTo>
                    <a:pt x="18515" y="65007"/>
                  </a:lnTo>
                  <a:lnTo>
                    <a:pt x="18504" y="66497"/>
                  </a:lnTo>
                  <a:lnTo>
                    <a:pt x="18804" y="67534"/>
                  </a:lnTo>
                  <a:lnTo>
                    <a:pt x="19127" y="68441"/>
                  </a:lnTo>
                  <a:lnTo>
                    <a:pt x="19116" y="68908"/>
                  </a:lnTo>
                  <a:lnTo>
                    <a:pt x="18944" y="69200"/>
                  </a:lnTo>
                  <a:lnTo>
                    <a:pt x="18799" y="69582"/>
                  </a:lnTo>
                  <a:lnTo>
                    <a:pt x="18800" y="73095"/>
                  </a:lnTo>
                  <a:lnTo>
                    <a:pt x="18858" y="74145"/>
                  </a:lnTo>
                  <a:lnTo>
                    <a:pt x="18773" y="74816"/>
                  </a:lnTo>
                  <a:lnTo>
                    <a:pt x="18524" y="75368"/>
                  </a:lnTo>
                  <a:lnTo>
                    <a:pt x="18622" y="77145"/>
                  </a:lnTo>
                  <a:lnTo>
                    <a:pt x="18822" y="78278"/>
                  </a:lnTo>
                  <a:lnTo>
                    <a:pt x="19027" y="79114"/>
                  </a:lnTo>
                  <a:lnTo>
                    <a:pt x="18830" y="79810"/>
                  </a:lnTo>
                  <a:lnTo>
                    <a:pt x="18659" y="80732"/>
                  </a:lnTo>
                  <a:lnTo>
                    <a:pt x="18397" y="83075"/>
                  </a:lnTo>
                  <a:lnTo>
                    <a:pt x="18382" y="83890"/>
                  </a:lnTo>
                  <a:lnTo>
                    <a:pt x="14413" y="84465"/>
                  </a:lnTo>
                  <a:lnTo>
                    <a:pt x="9979" y="85405"/>
                  </a:lnTo>
                  <a:lnTo>
                    <a:pt x="8129" y="86017"/>
                  </a:lnTo>
                  <a:lnTo>
                    <a:pt x="8018" y="85542"/>
                  </a:lnTo>
                  <a:lnTo>
                    <a:pt x="9598" y="84931"/>
                  </a:lnTo>
                  <a:lnTo>
                    <a:pt x="9269" y="83095"/>
                  </a:lnTo>
                  <a:lnTo>
                    <a:pt x="8286" y="80929"/>
                  </a:lnTo>
                  <a:lnTo>
                    <a:pt x="7901" y="80529"/>
                  </a:lnTo>
                  <a:lnTo>
                    <a:pt x="7702" y="79453"/>
                  </a:lnTo>
                  <a:lnTo>
                    <a:pt x="7942" y="78746"/>
                  </a:lnTo>
                  <a:lnTo>
                    <a:pt x="7828" y="78269"/>
                  </a:lnTo>
                  <a:lnTo>
                    <a:pt x="7745" y="76808"/>
                  </a:lnTo>
                  <a:lnTo>
                    <a:pt x="7261" y="75198"/>
                  </a:lnTo>
                  <a:lnTo>
                    <a:pt x="8148" y="75130"/>
                  </a:lnTo>
                  <a:lnTo>
                    <a:pt x="8148" y="69943"/>
                  </a:lnTo>
                  <a:lnTo>
                    <a:pt x="8147" y="64968"/>
                  </a:lnTo>
                  <a:lnTo>
                    <a:pt x="8147" y="60723"/>
                  </a:lnTo>
                  <a:lnTo>
                    <a:pt x="8147" y="57365"/>
                  </a:lnTo>
                  <a:lnTo>
                    <a:pt x="7977" y="53344"/>
                  </a:lnTo>
                  <a:lnTo>
                    <a:pt x="7951" y="50391"/>
                  </a:lnTo>
                  <a:lnTo>
                    <a:pt x="7916" y="46499"/>
                  </a:lnTo>
                  <a:lnTo>
                    <a:pt x="7596" y="45282"/>
                  </a:lnTo>
                  <a:lnTo>
                    <a:pt x="6252" y="43222"/>
                  </a:lnTo>
                  <a:lnTo>
                    <a:pt x="5888" y="42152"/>
                  </a:lnTo>
                  <a:lnTo>
                    <a:pt x="5823" y="40739"/>
                  </a:lnTo>
                  <a:lnTo>
                    <a:pt x="5522" y="39281"/>
                  </a:lnTo>
                  <a:lnTo>
                    <a:pt x="5503" y="36733"/>
                  </a:lnTo>
                  <a:lnTo>
                    <a:pt x="5482" y="33766"/>
                  </a:lnTo>
                  <a:lnTo>
                    <a:pt x="5361" y="33291"/>
                  </a:lnTo>
                  <a:lnTo>
                    <a:pt x="3905" y="31877"/>
                  </a:lnTo>
                  <a:lnTo>
                    <a:pt x="1844" y="29873"/>
                  </a:lnTo>
                  <a:lnTo>
                    <a:pt x="157" y="28234"/>
                  </a:lnTo>
                  <a:lnTo>
                    <a:pt x="0" y="27856"/>
                  </a:lnTo>
                  <a:lnTo>
                    <a:pt x="228" y="23342"/>
                  </a:lnTo>
                  <a:lnTo>
                    <a:pt x="553" y="22752"/>
                  </a:lnTo>
                  <a:lnTo>
                    <a:pt x="1054" y="20895"/>
                  </a:lnTo>
                  <a:lnTo>
                    <a:pt x="1297" y="19395"/>
                  </a:lnTo>
                  <a:lnTo>
                    <a:pt x="1525" y="19401"/>
                  </a:lnTo>
                  <a:lnTo>
                    <a:pt x="1841" y="18914"/>
                  </a:lnTo>
                  <a:lnTo>
                    <a:pt x="2097" y="18199"/>
                  </a:lnTo>
                  <a:lnTo>
                    <a:pt x="2369" y="18351"/>
                  </a:lnTo>
                  <a:lnTo>
                    <a:pt x="2828" y="18489"/>
                  </a:lnTo>
                  <a:lnTo>
                    <a:pt x="3038" y="18236"/>
                  </a:lnTo>
                  <a:lnTo>
                    <a:pt x="3010" y="17683"/>
                  </a:lnTo>
                  <a:lnTo>
                    <a:pt x="3161" y="17120"/>
                  </a:lnTo>
                  <a:lnTo>
                    <a:pt x="3521" y="16869"/>
                  </a:lnTo>
                  <a:lnTo>
                    <a:pt x="3615" y="16366"/>
                  </a:lnTo>
                  <a:lnTo>
                    <a:pt x="3618" y="15788"/>
                  </a:lnTo>
                  <a:lnTo>
                    <a:pt x="3929" y="15636"/>
                  </a:lnTo>
                  <a:lnTo>
                    <a:pt x="4458" y="15660"/>
                  </a:lnTo>
                  <a:lnTo>
                    <a:pt x="4892" y="15480"/>
                  </a:lnTo>
                  <a:lnTo>
                    <a:pt x="5241" y="15183"/>
                  </a:lnTo>
                  <a:lnTo>
                    <a:pt x="5690" y="14016"/>
                  </a:lnTo>
                  <a:lnTo>
                    <a:pt x="5942" y="13610"/>
                  </a:lnTo>
                  <a:lnTo>
                    <a:pt x="6020" y="13322"/>
                  </a:lnTo>
                  <a:lnTo>
                    <a:pt x="6276" y="13065"/>
                  </a:lnTo>
                  <a:lnTo>
                    <a:pt x="6981" y="12947"/>
                  </a:lnTo>
                  <a:lnTo>
                    <a:pt x="7550" y="13037"/>
                  </a:lnTo>
                  <a:lnTo>
                    <a:pt x="7915" y="13713"/>
                  </a:lnTo>
                  <a:lnTo>
                    <a:pt x="10352" y="13117"/>
                  </a:lnTo>
                  <a:lnTo>
                    <a:pt x="11513" y="13465"/>
                  </a:lnTo>
                  <a:lnTo>
                    <a:pt x="13883" y="10526"/>
                  </a:lnTo>
                  <a:lnTo>
                    <a:pt x="14416" y="9660"/>
                  </a:lnTo>
                  <a:lnTo>
                    <a:pt x="15136" y="7584"/>
                  </a:lnTo>
                  <a:lnTo>
                    <a:pt x="15381" y="6789"/>
                  </a:lnTo>
                  <a:lnTo>
                    <a:pt x="15603" y="5363"/>
                  </a:lnTo>
                  <a:lnTo>
                    <a:pt x="15136" y="2725"/>
                  </a:lnTo>
                  <a:lnTo>
                    <a:pt x="15162" y="2258"/>
                  </a:lnTo>
                  <a:lnTo>
                    <a:pt x="16139" y="1688"/>
                  </a:lnTo>
                  <a:lnTo>
                    <a:pt x="17361" y="1248"/>
                  </a:lnTo>
                  <a:lnTo>
                    <a:pt x="17834" y="1214"/>
                  </a:lnTo>
                  <a:lnTo>
                    <a:pt x="18145" y="990"/>
                  </a:lnTo>
                  <a:lnTo>
                    <a:pt x="18591" y="421"/>
                  </a:lnTo>
                  <a:lnTo>
                    <a:pt x="19317" y="0"/>
                  </a:lnTo>
                  <a:lnTo>
                    <a:pt x="19742" y="141"/>
                  </a:lnTo>
                  <a:lnTo>
                    <a:pt x="20007" y="224"/>
                  </a:lnTo>
                  <a:lnTo>
                    <a:pt x="22575" y="3706"/>
                  </a:lnTo>
                  <a:lnTo>
                    <a:pt x="23689" y="5466"/>
                  </a:lnTo>
                  <a:lnTo>
                    <a:pt x="23990" y="6369"/>
                  </a:lnTo>
                  <a:lnTo>
                    <a:pt x="24565" y="7020"/>
                  </a:lnTo>
                  <a:lnTo>
                    <a:pt x="25415" y="7418"/>
                  </a:lnTo>
                  <a:lnTo>
                    <a:pt x="26190" y="831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3970310" y="2208248"/>
              <a:ext cx="74860" cy="78849"/>
            </a:xfrm>
            <a:custGeom>
              <a:avLst/>
              <a:pathLst>
                <a:path w="74860" h="78849">
                  <a:moveTo>
                    <a:pt x="54314" y="2321"/>
                  </a:moveTo>
                  <a:lnTo>
                    <a:pt x="54185" y="2968"/>
                  </a:lnTo>
                  <a:lnTo>
                    <a:pt x="54175" y="4115"/>
                  </a:lnTo>
                  <a:lnTo>
                    <a:pt x="54007" y="5927"/>
                  </a:lnTo>
                  <a:lnTo>
                    <a:pt x="53807" y="8099"/>
                  </a:lnTo>
                  <a:lnTo>
                    <a:pt x="54627" y="9504"/>
                  </a:lnTo>
                  <a:lnTo>
                    <a:pt x="55611" y="11016"/>
                  </a:lnTo>
                  <a:lnTo>
                    <a:pt x="55876" y="11605"/>
                  </a:lnTo>
                  <a:lnTo>
                    <a:pt x="55614" y="13095"/>
                  </a:lnTo>
                  <a:lnTo>
                    <a:pt x="55795" y="13969"/>
                  </a:lnTo>
                  <a:lnTo>
                    <a:pt x="56317" y="15423"/>
                  </a:lnTo>
                  <a:lnTo>
                    <a:pt x="57199" y="17269"/>
                  </a:lnTo>
                  <a:lnTo>
                    <a:pt x="58105" y="19170"/>
                  </a:lnTo>
                  <a:lnTo>
                    <a:pt x="58733" y="19422"/>
                  </a:lnTo>
                  <a:lnTo>
                    <a:pt x="59331" y="19574"/>
                  </a:lnTo>
                  <a:lnTo>
                    <a:pt x="59693" y="19915"/>
                  </a:lnTo>
                  <a:lnTo>
                    <a:pt x="60225" y="20244"/>
                  </a:lnTo>
                  <a:lnTo>
                    <a:pt x="60752" y="20460"/>
                  </a:lnTo>
                  <a:lnTo>
                    <a:pt x="61212" y="20876"/>
                  </a:lnTo>
                  <a:lnTo>
                    <a:pt x="61507" y="21283"/>
                  </a:lnTo>
                  <a:lnTo>
                    <a:pt x="61886" y="22456"/>
                  </a:lnTo>
                  <a:lnTo>
                    <a:pt x="62909" y="23230"/>
                  </a:lnTo>
                  <a:lnTo>
                    <a:pt x="63621" y="23995"/>
                  </a:lnTo>
                  <a:lnTo>
                    <a:pt x="63334" y="24384"/>
                  </a:lnTo>
                  <a:lnTo>
                    <a:pt x="62445" y="24229"/>
                  </a:lnTo>
                  <a:lnTo>
                    <a:pt x="61608" y="23893"/>
                  </a:lnTo>
                  <a:lnTo>
                    <a:pt x="61497" y="24455"/>
                  </a:lnTo>
                  <a:lnTo>
                    <a:pt x="61462" y="26605"/>
                  </a:lnTo>
                  <a:lnTo>
                    <a:pt x="61597" y="28397"/>
                  </a:lnTo>
                  <a:lnTo>
                    <a:pt x="61792" y="28636"/>
                  </a:lnTo>
                  <a:lnTo>
                    <a:pt x="62633" y="28966"/>
                  </a:lnTo>
                  <a:lnTo>
                    <a:pt x="64638" y="31293"/>
                  </a:lnTo>
                  <a:lnTo>
                    <a:pt x="66452" y="33494"/>
                  </a:lnTo>
                  <a:lnTo>
                    <a:pt x="67062" y="34067"/>
                  </a:lnTo>
                  <a:lnTo>
                    <a:pt x="68066" y="34284"/>
                  </a:lnTo>
                  <a:lnTo>
                    <a:pt x="69190" y="34375"/>
                  </a:lnTo>
                  <a:lnTo>
                    <a:pt x="69673" y="34172"/>
                  </a:lnTo>
                  <a:lnTo>
                    <a:pt x="70763" y="33062"/>
                  </a:lnTo>
                  <a:lnTo>
                    <a:pt x="71343" y="32940"/>
                  </a:lnTo>
                  <a:lnTo>
                    <a:pt x="71877" y="32971"/>
                  </a:lnTo>
                  <a:lnTo>
                    <a:pt x="72168" y="33148"/>
                  </a:lnTo>
                  <a:lnTo>
                    <a:pt x="72690" y="34053"/>
                  </a:lnTo>
                  <a:lnTo>
                    <a:pt x="73179" y="35420"/>
                  </a:lnTo>
                  <a:lnTo>
                    <a:pt x="73319" y="36429"/>
                  </a:lnTo>
                  <a:lnTo>
                    <a:pt x="73273" y="36970"/>
                  </a:lnTo>
                  <a:lnTo>
                    <a:pt x="73106" y="37175"/>
                  </a:lnTo>
                  <a:lnTo>
                    <a:pt x="72213" y="37436"/>
                  </a:lnTo>
                  <a:lnTo>
                    <a:pt x="71827" y="37641"/>
                  </a:lnTo>
                  <a:lnTo>
                    <a:pt x="71731" y="37937"/>
                  </a:lnTo>
                  <a:lnTo>
                    <a:pt x="71868" y="38614"/>
                  </a:lnTo>
                  <a:lnTo>
                    <a:pt x="72043" y="39052"/>
                  </a:lnTo>
                  <a:lnTo>
                    <a:pt x="73018" y="41026"/>
                  </a:lnTo>
                  <a:lnTo>
                    <a:pt x="74427" y="43683"/>
                  </a:lnTo>
                  <a:lnTo>
                    <a:pt x="74860" y="44365"/>
                  </a:lnTo>
                  <a:lnTo>
                    <a:pt x="74615" y="45160"/>
                  </a:lnTo>
                  <a:lnTo>
                    <a:pt x="73895" y="47236"/>
                  </a:lnTo>
                  <a:lnTo>
                    <a:pt x="73362" y="48102"/>
                  </a:lnTo>
                  <a:lnTo>
                    <a:pt x="70992" y="51041"/>
                  </a:lnTo>
                  <a:lnTo>
                    <a:pt x="69831" y="50693"/>
                  </a:lnTo>
                  <a:lnTo>
                    <a:pt x="67394" y="51289"/>
                  </a:lnTo>
                  <a:lnTo>
                    <a:pt x="67029" y="50613"/>
                  </a:lnTo>
                  <a:lnTo>
                    <a:pt x="66461" y="50523"/>
                  </a:lnTo>
                  <a:lnTo>
                    <a:pt x="65755" y="50641"/>
                  </a:lnTo>
                  <a:lnTo>
                    <a:pt x="65499" y="50898"/>
                  </a:lnTo>
                  <a:lnTo>
                    <a:pt x="65421" y="51186"/>
                  </a:lnTo>
                  <a:lnTo>
                    <a:pt x="65169" y="51592"/>
                  </a:lnTo>
                  <a:lnTo>
                    <a:pt x="64720" y="52759"/>
                  </a:lnTo>
                  <a:lnTo>
                    <a:pt x="64371" y="53056"/>
                  </a:lnTo>
                  <a:lnTo>
                    <a:pt x="63938" y="53236"/>
                  </a:lnTo>
                  <a:lnTo>
                    <a:pt x="63408" y="53213"/>
                  </a:lnTo>
                  <a:lnTo>
                    <a:pt x="63097" y="53364"/>
                  </a:lnTo>
                  <a:lnTo>
                    <a:pt x="63094" y="53943"/>
                  </a:lnTo>
                  <a:lnTo>
                    <a:pt x="63000" y="54445"/>
                  </a:lnTo>
                  <a:lnTo>
                    <a:pt x="62640" y="54697"/>
                  </a:lnTo>
                  <a:lnTo>
                    <a:pt x="62489" y="55259"/>
                  </a:lnTo>
                  <a:lnTo>
                    <a:pt x="62517" y="55812"/>
                  </a:lnTo>
                  <a:lnTo>
                    <a:pt x="62307" y="56065"/>
                  </a:lnTo>
                  <a:lnTo>
                    <a:pt x="61849" y="55927"/>
                  </a:lnTo>
                  <a:lnTo>
                    <a:pt x="61576" y="55775"/>
                  </a:lnTo>
                  <a:lnTo>
                    <a:pt x="61320" y="56490"/>
                  </a:lnTo>
                  <a:lnTo>
                    <a:pt x="61004" y="56977"/>
                  </a:lnTo>
                  <a:lnTo>
                    <a:pt x="60776" y="56971"/>
                  </a:lnTo>
                  <a:lnTo>
                    <a:pt x="58340" y="57114"/>
                  </a:lnTo>
                  <a:lnTo>
                    <a:pt x="57452" y="57499"/>
                  </a:lnTo>
                  <a:lnTo>
                    <a:pt x="56918" y="57505"/>
                  </a:lnTo>
                  <a:lnTo>
                    <a:pt x="56899" y="57182"/>
                  </a:lnTo>
                  <a:lnTo>
                    <a:pt x="56837" y="56989"/>
                  </a:lnTo>
                  <a:lnTo>
                    <a:pt x="53763" y="55906"/>
                  </a:lnTo>
                  <a:lnTo>
                    <a:pt x="52257" y="55458"/>
                  </a:lnTo>
                  <a:lnTo>
                    <a:pt x="51608" y="55265"/>
                  </a:lnTo>
                  <a:lnTo>
                    <a:pt x="49423" y="54549"/>
                  </a:lnTo>
                  <a:lnTo>
                    <a:pt x="49300" y="55219"/>
                  </a:lnTo>
                  <a:lnTo>
                    <a:pt x="48985" y="55651"/>
                  </a:lnTo>
                  <a:lnTo>
                    <a:pt x="48514" y="55682"/>
                  </a:lnTo>
                  <a:lnTo>
                    <a:pt x="48185" y="55576"/>
                  </a:lnTo>
                  <a:lnTo>
                    <a:pt x="47966" y="56092"/>
                  </a:lnTo>
                  <a:lnTo>
                    <a:pt x="47605" y="56771"/>
                  </a:lnTo>
                  <a:lnTo>
                    <a:pt x="47098" y="57105"/>
                  </a:lnTo>
                  <a:lnTo>
                    <a:pt x="46602" y="57524"/>
                  </a:lnTo>
                  <a:lnTo>
                    <a:pt x="46323" y="57890"/>
                  </a:lnTo>
                  <a:lnTo>
                    <a:pt x="46121" y="57899"/>
                  </a:lnTo>
                  <a:lnTo>
                    <a:pt x="45621" y="57031"/>
                  </a:lnTo>
                  <a:lnTo>
                    <a:pt x="44957" y="56943"/>
                  </a:lnTo>
                  <a:lnTo>
                    <a:pt x="43714" y="57090"/>
                  </a:lnTo>
                  <a:lnTo>
                    <a:pt x="43157" y="56853"/>
                  </a:lnTo>
                  <a:lnTo>
                    <a:pt x="42394" y="56737"/>
                  </a:lnTo>
                  <a:lnTo>
                    <a:pt x="40595" y="56916"/>
                  </a:lnTo>
                  <a:lnTo>
                    <a:pt x="37718" y="56561"/>
                  </a:lnTo>
                  <a:lnTo>
                    <a:pt x="37247" y="56753"/>
                  </a:lnTo>
                  <a:lnTo>
                    <a:pt x="37123" y="56910"/>
                  </a:lnTo>
                  <a:lnTo>
                    <a:pt x="34275" y="56952"/>
                  </a:lnTo>
                  <a:lnTo>
                    <a:pt x="31141" y="56997"/>
                  </a:lnTo>
                  <a:lnTo>
                    <a:pt x="28518" y="57035"/>
                  </a:lnTo>
                  <a:lnTo>
                    <a:pt x="26224" y="57067"/>
                  </a:lnTo>
                  <a:lnTo>
                    <a:pt x="26220" y="56920"/>
                  </a:lnTo>
                  <a:lnTo>
                    <a:pt x="25483" y="56900"/>
                  </a:lnTo>
                  <a:lnTo>
                    <a:pt x="25401" y="57191"/>
                  </a:lnTo>
                  <a:lnTo>
                    <a:pt x="24751" y="60671"/>
                  </a:lnTo>
                  <a:lnTo>
                    <a:pt x="24679" y="62563"/>
                  </a:lnTo>
                  <a:lnTo>
                    <a:pt x="25024" y="63740"/>
                  </a:lnTo>
                  <a:lnTo>
                    <a:pt x="25414" y="64484"/>
                  </a:lnTo>
                  <a:lnTo>
                    <a:pt x="25850" y="64794"/>
                  </a:lnTo>
                  <a:lnTo>
                    <a:pt x="25893" y="65219"/>
                  </a:lnTo>
                  <a:lnTo>
                    <a:pt x="25545" y="65763"/>
                  </a:lnTo>
                  <a:lnTo>
                    <a:pt x="25574" y="66322"/>
                  </a:lnTo>
                  <a:lnTo>
                    <a:pt x="25983" y="66898"/>
                  </a:lnTo>
                  <a:lnTo>
                    <a:pt x="26083" y="67503"/>
                  </a:lnTo>
                  <a:lnTo>
                    <a:pt x="25875" y="68139"/>
                  </a:lnTo>
                  <a:lnTo>
                    <a:pt x="25925" y="69666"/>
                  </a:lnTo>
                  <a:lnTo>
                    <a:pt x="26232" y="72085"/>
                  </a:lnTo>
                  <a:lnTo>
                    <a:pt x="26241" y="73654"/>
                  </a:lnTo>
                  <a:lnTo>
                    <a:pt x="25951" y="74370"/>
                  </a:lnTo>
                  <a:lnTo>
                    <a:pt x="26088" y="75595"/>
                  </a:lnTo>
                  <a:lnTo>
                    <a:pt x="26654" y="77326"/>
                  </a:lnTo>
                  <a:lnTo>
                    <a:pt x="26752" y="78059"/>
                  </a:lnTo>
                  <a:lnTo>
                    <a:pt x="26550" y="78397"/>
                  </a:lnTo>
                  <a:lnTo>
                    <a:pt x="26082" y="78849"/>
                  </a:lnTo>
                  <a:lnTo>
                    <a:pt x="25608" y="78834"/>
                  </a:lnTo>
                  <a:lnTo>
                    <a:pt x="25055" y="77786"/>
                  </a:lnTo>
                  <a:lnTo>
                    <a:pt x="24812" y="77316"/>
                  </a:lnTo>
                  <a:lnTo>
                    <a:pt x="24365" y="76254"/>
                  </a:lnTo>
                  <a:lnTo>
                    <a:pt x="23985" y="75186"/>
                  </a:lnTo>
                  <a:lnTo>
                    <a:pt x="23471" y="74718"/>
                  </a:lnTo>
                  <a:lnTo>
                    <a:pt x="22968" y="74283"/>
                  </a:lnTo>
                  <a:lnTo>
                    <a:pt x="22354" y="72929"/>
                  </a:lnTo>
                  <a:lnTo>
                    <a:pt x="21759" y="72283"/>
                  </a:lnTo>
                  <a:lnTo>
                    <a:pt x="21133" y="72468"/>
                  </a:lnTo>
                  <a:lnTo>
                    <a:pt x="20220" y="72216"/>
                  </a:lnTo>
                  <a:lnTo>
                    <a:pt x="18376" y="71881"/>
                  </a:lnTo>
                  <a:lnTo>
                    <a:pt x="16394" y="71980"/>
                  </a:lnTo>
                  <a:lnTo>
                    <a:pt x="15571" y="72291"/>
                  </a:lnTo>
                  <a:lnTo>
                    <a:pt x="14759" y="72783"/>
                  </a:lnTo>
                  <a:lnTo>
                    <a:pt x="12700" y="73869"/>
                  </a:lnTo>
                  <a:lnTo>
                    <a:pt x="11886" y="74406"/>
                  </a:lnTo>
                  <a:lnTo>
                    <a:pt x="11270" y="75767"/>
                  </a:lnTo>
                  <a:lnTo>
                    <a:pt x="10570" y="75735"/>
                  </a:lnTo>
                  <a:lnTo>
                    <a:pt x="9870" y="75299"/>
                  </a:lnTo>
                  <a:lnTo>
                    <a:pt x="9431" y="74682"/>
                  </a:lnTo>
                  <a:lnTo>
                    <a:pt x="8493" y="74820"/>
                  </a:lnTo>
                  <a:lnTo>
                    <a:pt x="7585" y="74221"/>
                  </a:lnTo>
                  <a:lnTo>
                    <a:pt x="6708" y="73041"/>
                  </a:lnTo>
                  <a:lnTo>
                    <a:pt x="6062" y="72653"/>
                  </a:lnTo>
                  <a:lnTo>
                    <a:pt x="5237" y="71800"/>
                  </a:lnTo>
                  <a:lnTo>
                    <a:pt x="5009" y="70177"/>
                  </a:lnTo>
                  <a:lnTo>
                    <a:pt x="4486" y="69035"/>
                  </a:lnTo>
                  <a:lnTo>
                    <a:pt x="4008" y="67455"/>
                  </a:lnTo>
                  <a:lnTo>
                    <a:pt x="3294" y="66744"/>
                  </a:lnTo>
                  <a:lnTo>
                    <a:pt x="2471" y="66366"/>
                  </a:lnTo>
                  <a:lnTo>
                    <a:pt x="1336" y="66445"/>
                  </a:lnTo>
                  <a:lnTo>
                    <a:pt x="588" y="65810"/>
                  </a:lnTo>
                  <a:lnTo>
                    <a:pt x="0" y="64883"/>
                  </a:lnTo>
                  <a:lnTo>
                    <a:pt x="156" y="64082"/>
                  </a:lnTo>
                  <a:lnTo>
                    <a:pt x="421" y="62943"/>
                  </a:lnTo>
                  <a:lnTo>
                    <a:pt x="452" y="61844"/>
                  </a:lnTo>
                  <a:lnTo>
                    <a:pt x="628" y="60066"/>
                  </a:lnTo>
                  <a:lnTo>
                    <a:pt x="520" y="57839"/>
                  </a:lnTo>
                  <a:lnTo>
                    <a:pt x="312" y="56286"/>
                  </a:lnTo>
                  <a:lnTo>
                    <a:pt x="939" y="55640"/>
                  </a:lnTo>
                  <a:lnTo>
                    <a:pt x="1666" y="55060"/>
                  </a:lnTo>
                  <a:lnTo>
                    <a:pt x="2116" y="54005"/>
                  </a:lnTo>
                  <a:lnTo>
                    <a:pt x="2585" y="51636"/>
                  </a:lnTo>
                  <a:lnTo>
                    <a:pt x="2782" y="49590"/>
                  </a:lnTo>
                  <a:lnTo>
                    <a:pt x="2637" y="48833"/>
                  </a:lnTo>
                  <a:lnTo>
                    <a:pt x="2395" y="48231"/>
                  </a:lnTo>
                  <a:lnTo>
                    <a:pt x="2204" y="47347"/>
                  </a:lnTo>
                  <a:lnTo>
                    <a:pt x="2095" y="46271"/>
                  </a:lnTo>
                  <a:lnTo>
                    <a:pt x="2227" y="45329"/>
                  </a:lnTo>
                  <a:lnTo>
                    <a:pt x="2775" y="44460"/>
                  </a:lnTo>
                  <a:lnTo>
                    <a:pt x="3462" y="43733"/>
                  </a:lnTo>
                  <a:lnTo>
                    <a:pt x="3951" y="43382"/>
                  </a:lnTo>
                  <a:lnTo>
                    <a:pt x="5246" y="43023"/>
                  </a:lnTo>
                  <a:lnTo>
                    <a:pt x="6864" y="42481"/>
                  </a:lnTo>
                  <a:lnTo>
                    <a:pt x="7797" y="41867"/>
                  </a:lnTo>
                  <a:lnTo>
                    <a:pt x="8479" y="41253"/>
                  </a:lnTo>
                  <a:lnTo>
                    <a:pt x="8861" y="40767"/>
                  </a:lnTo>
                  <a:lnTo>
                    <a:pt x="9247" y="39771"/>
                  </a:lnTo>
                  <a:lnTo>
                    <a:pt x="9873" y="38999"/>
                  </a:lnTo>
                  <a:lnTo>
                    <a:pt x="10357" y="38221"/>
                  </a:lnTo>
                  <a:lnTo>
                    <a:pt x="10425" y="36052"/>
                  </a:lnTo>
                  <a:lnTo>
                    <a:pt x="10422" y="34817"/>
                  </a:lnTo>
                  <a:lnTo>
                    <a:pt x="10063" y="34137"/>
                  </a:lnTo>
                  <a:lnTo>
                    <a:pt x="9866" y="33553"/>
                  </a:lnTo>
                  <a:lnTo>
                    <a:pt x="12265" y="31859"/>
                  </a:lnTo>
                  <a:lnTo>
                    <a:pt x="12282" y="30662"/>
                  </a:lnTo>
                  <a:lnTo>
                    <a:pt x="11947" y="29325"/>
                  </a:lnTo>
                  <a:lnTo>
                    <a:pt x="11478" y="28249"/>
                  </a:lnTo>
                  <a:lnTo>
                    <a:pt x="11303" y="27321"/>
                  </a:lnTo>
                  <a:lnTo>
                    <a:pt x="11966" y="26229"/>
                  </a:lnTo>
                  <a:lnTo>
                    <a:pt x="12557" y="25409"/>
                  </a:lnTo>
                  <a:lnTo>
                    <a:pt x="12985" y="24711"/>
                  </a:lnTo>
                  <a:lnTo>
                    <a:pt x="13929" y="23648"/>
                  </a:lnTo>
                  <a:lnTo>
                    <a:pt x="14912" y="23372"/>
                  </a:lnTo>
                  <a:lnTo>
                    <a:pt x="15800" y="23772"/>
                  </a:lnTo>
                  <a:lnTo>
                    <a:pt x="18427" y="26273"/>
                  </a:lnTo>
                  <a:lnTo>
                    <a:pt x="18882" y="26433"/>
                  </a:lnTo>
                  <a:lnTo>
                    <a:pt x="19428" y="26242"/>
                  </a:lnTo>
                  <a:lnTo>
                    <a:pt x="20121" y="25582"/>
                  </a:lnTo>
                  <a:lnTo>
                    <a:pt x="21019" y="25066"/>
                  </a:lnTo>
                  <a:lnTo>
                    <a:pt x="21351" y="23391"/>
                  </a:lnTo>
                  <a:lnTo>
                    <a:pt x="21318" y="20927"/>
                  </a:lnTo>
                  <a:lnTo>
                    <a:pt x="21522" y="19799"/>
                  </a:lnTo>
                  <a:lnTo>
                    <a:pt x="21997" y="19597"/>
                  </a:lnTo>
                  <a:lnTo>
                    <a:pt x="23508" y="20067"/>
                  </a:lnTo>
                  <a:lnTo>
                    <a:pt x="23901" y="20095"/>
                  </a:lnTo>
                  <a:lnTo>
                    <a:pt x="24339" y="19937"/>
                  </a:lnTo>
                  <a:lnTo>
                    <a:pt x="24659" y="19504"/>
                  </a:lnTo>
                  <a:lnTo>
                    <a:pt x="24645" y="18711"/>
                  </a:lnTo>
                  <a:lnTo>
                    <a:pt x="24575" y="18008"/>
                  </a:lnTo>
                  <a:lnTo>
                    <a:pt x="25067" y="15721"/>
                  </a:lnTo>
                  <a:lnTo>
                    <a:pt x="25966" y="14005"/>
                  </a:lnTo>
                  <a:lnTo>
                    <a:pt x="27784" y="11859"/>
                  </a:lnTo>
                  <a:lnTo>
                    <a:pt x="28350" y="11431"/>
                  </a:lnTo>
                  <a:lnTo>
                    <a:pt x="29009" y="11210"/>
                  </a:lnTo>
                  <a:lnTo>
                    <a:pt x="32264" y="12684"/>
                  </a:lnTo>
                  <a:lnTo>
                    <a:pt x="32794" y="12319"/>
                  </a:lnTo>
                  <a:lnTo>
                    <a:pt x="33590" y="8666"/>
                  </a:lnTo>
                  <a:lnTo>
                    <a:pt x="34472" y="8318"/>
                  </a:lnTo>
                  <a:lnTo>
                    <a:pt x="35532" y="8255"/>
                  </a:lnTo>
                  <a:lnTo>
                    <a:pt x="36220" y="7941"/>
                  </a:lnTo>
                  <a:lnTo>
                    <a:pt x="36577" y="7686"/>
                  </a:lnTo>
                  <a:lnTo>
                    <a:pt x="38125" y="6301"/>
                  </a:lnTo>
                  <a:lnTo>
                    <a:pt x="40856" y="4412"/>
                  </a:lnTo>
                  <a:lnTo>
                    <a:pt x="42327" y="3603"/>
                  </a:lnTo>
                  <a:lnTo>
                    <a:pt x="42614" y="3299"/>
                  </a:lnTo>
                  <a:lnTo>
                    <a:pt x="43667" y="1959"/>
                  </a:lnTo>
                  <a:lnTo>
                    <a:pt x="45062" y="420"/>
                  </a:lnTo>
                  <a:lnTo>
                    <a:pt x="45951" y="113"/>
                  </a:lnTo>
                  <a:lnTo>
                    <a:pt x="47181" y="0"/>
                  </a:lnTo>
                  <a:lnTo>
                    <a:pt x="47957" y="254"/>
                  </a:lnTo>
                  <a:lnTo>
                    <a:pt x="48167" y="688"/>
                  </a:lnTo>
                  <a:lnTo>
                    <a:pt x="48421" y="911"/>
                  </a:lnTo>
                  <a:lnTo>
                    <a:pt x="50025" y="257"/>
                  </a:lnTo>
                  <a:lnTo>
                    <a:pt x="52326" y="129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891609" y="2115564"/>
              <a:ext cx="992" cy="3063"/>
            </a:xfrm>
            <a:custGeom>
              <a:avLst/>
              <a:pathLst>
                <a:path w="992" h="3063">
                  <a:moveTo>
                    <a:pt x="872" y="2997"/>
                  </a:moveTo>
                  <a:lnTo>
                    <a:pt x="301" y="3063"/>
                  </a:lnTo>
                  <a:lnTo>
                    <a:pt x="23" y="2649"/>
                  </a:lnTo>
                  <a:lnTo>
                    <a:pt x="153" y="2071"/>
                  </a:lnTo>
                  <a:lnTo>
                    <a:pt x="0" y="197"/>
                  </a:lnTo>
                  <a:lnTo>
                    <a:pt x="479" y="0"/>
                  </a:lnTo>
                  <a:lnTo>
                    <a:pt x="728" y="10"/>
                  </a:lnTo>
                  <a:lnTo>
                    <a:pt x="866" y="563"/>
                  </a:lnTo>
                  <a:lnTo>
                    <a:pt x="992" y="157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891256" y="2112722"/>
              <a:ext cx="594" cy="2460"/>
            </a:xfrm>
            <a:custGeom>
              <a:avLst/>
              <a:pathLst>
                <a:path w="594" h="2460">
                  <a:moveTo>
                    <a:pt x="511" y="1318"/>
                  </a:moveTo>
                  <a:lnTo>
                    <a:pt x="169" y="2460"/>
                  </a:lnTo>
                  <a:lnTo>
                    <a:pt x="0" y="1629"/>
                  </a:lnTo>
                  <a:lnTo>
                    <a:pt x="146" y="576"/>
                  </a:lnTo>
                  <a:lnTo>
                    <a:pt x="393" y="0"/>
                  </a:lnTo>
                  <a:lnTo>
                    <a:pt x="594" y="59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883924" y="2104450"/>
              <a:ext cx="1262" cy="5782"/>
            </a:xfrm>
            <a:custGeom>
              <a:avLst/>
              <a:pathLst>
                <a:path w="1262" h="5782">
                  <a:moveTo>
                    <a:pt x="1003" y="4805"/>
                  </a:moveTo>
                  <a:lnTo>
                    <a:pt x="0" y="5782"/>
                  </a:lnTo>
                  <a:lnTo>
                    <a:pt x="328" y="0"/>
                  </a:lnTo>
                  <a:lnTo>
                    <a:pt x="1074" y="2152"/>
                  </a:lnTo>
                  <a:lnTo>
                    <a:pt x="1262" y="330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887392" y="2103100"/>
              <a:ext cx="1375" cy="3678"/>
            </a:xfrm>
            <a:custGeom>
              <a:avLst/>
              <a:pathLst>
                <a:path w="1375" h="3678">
                  <a:moveTo>
                    <a:pt x="1375" y="3267"/>
                  </a:moveTo>
                  <a:lnTo>
                    <a:pt x="937" y="3678"/>
                  </a:lnTo>
                  <a:lnTo>
                    <a:pt x="525" y="3320"/>
                  </a:lnTo>
                  <a:lnTo>
                    <a:pt x="0" y="1964"/>
                  </a:lnTo>
                  <a:lnTo>
                    <a:pt x="260" y="246"/>
                  </a:lnTo>
                  <a:lnTo>
                    <a:pt x="423" y="0"/>
                  </a:lnTo>
                  <a:lnTo>
                    <a:pt x="687" y="557"/>
                  </a:lnTo>
                  <a:lnTo>
                    <a:pt x="1056" y="1754"/>
                  </a:lnTo>
                  <a:lnTo>
                    <a:pt x="1296" y="266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878798" y="2099655"/>
              <a:ext cx="3455" cy="11288"/>
            </a:xfrm>
            <a:custGeom>
              <a:avLst/>
              <a:pathLst>
                <a:path w="3455" h="11288">
                  <a:moveTo>
                    <a:pt x="2598" y="10798"/>
                  </a:moveTo>
                  <a:lnTo>
                    <a:pt x="952" y="11288"/>
                  </a:lnTo>
                  <a:lnTo>
                    <a:pt x="114" y="11135"/>
                  </a:lnTo>
                  <a:lnTo>
                    <a:pt x="1679" y="7476"/>
                  </a:lnTo>
                  <a:lnTo>
                    <a:pt x="1627" y="5837"/>
                  </a:lnTo>
                  <a:lnTo>
                    <a:pt x="1383" y="4503"/>
                  </a:lnTo>
                  <a:lnTo>
                    <a:pt x="586" y="3429"/>
                  </a:lnTo>
                  <a:lnTo>
                    <a:pt x="543" y="2663"/>
                  </a:lnTo>
                  <a:lnTo>
                    <a:pt x="185" y="1618"/>
                  </a:lnTo>
                  <a:lnTo>
                    <a:pt x="0" y="392"/>
                  </a:lnTo>
                  <a:lnTo>
                    <a:pt x="885" y="0"/>
                  </a:lnTo>
                  <a:lnTo>
                    <a:pt x="1602" y="702"/>
                  </a:lnTo>
                  <a:lnTo>
                    <a:pt x="1703" y="1091"/>
                  </a:lnTo>
                  <a:lnTo>
                    <a:pt x="1857" y="2092"/>
                  </a:lnTo>
                  <a:lnTo>
                    <a:pt x="2213" y="3135"/>
                  </a:lnTo>
                  <a:lnTo>
                    <a:pt x="3455" y="5281"/>
                  </a:lnTo>
                  <a:lnTo>
                    <a:pt x="3433" y="6596"/>
                  </a:lnTo>
                  <a:lnTo>
                    <a:pt x="3093" y="981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879114" y="2097257"/>
              <a:ext cx="1165" cy="1609"/>
            </a:xfrm>
            <a:custGeom>
              <a:avLst/>
              <a:pathLst>
                <a:path w="1165" h="1609">
                  <a:moveTo>
                    <a:pt x="997" y="1010"/>
                  </a:moveTo>
                  <a:lnTo>
                    <a:pt x="1165" y="1609"/>
                  </a:lnTo>
                  <a:lnTo>
                    <a:pt x="639" y="1253"/>
                  </a:lnTo>
                  <a:lnTo>
                    <a:pt x="245" y="836"/>
                  </a:lnTo>
                  <a:lnTo>
                    <a:pt x="0" y="286"/>
                  </a:lnTo>
                  <a:lnTo>
                    <a:pt x="412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855340" y="2047936"/>
              <a:ext cx="43597" cy="80634"/>
            </a:xfrm>
            <a:custGeom>
              <a:avLst/>
              <a:pathLst>
                <a:path w="43597" h="80634">
                  <a:moveTo>
                    <a:pt x="43060" y="64068"/>
                  </a:moveTo>
                  <a:lnTo>
                    <a:pt x="43135" y="64595"/>
                  </a:lnTo>
                  <a:lnTo>
                    <a:pt x="43149" y="69216"/>
                  </a:lnTo>
                  <a:lnTo>
                    <a:pt x="43236" y="71192"/>
                  </a:lnTo>
                  <a:lnTo>
                    <a:pt x="43537" y="72819"/>
                  </a:lnTo>
                  <a:lnTo>
                    <a:pt x="43597" y="73440"/>
                  </a:lnTo>
                  <a:lnTo>
                    <a:pt x="43296" y="73942"/>
                  </a:lnTo>
                  <a:lnTo>
                    <a:pt x="43000" y="74038"/>
                  </a:lnTo>
                  <a:lnTo>
                    <a:pt x="42722" y="73250"/>
                  </a:lnTo>
                  <a:lnTo>
                    <a:pt x="42085" y="72648"/>
                  </a:lnTo>
                  <a:lnTo>
                    <a:pt x="41147" y="72005"/>
                  </a:lnTo>
                  <a:lnTo>
                    <a:pt x="40748" y="71576"/>
                  </a:lnTo>
                  <a:lnTo>
                    <a:pt x="40267" y="71747"/>
                  </a:lnTo>
                  <a:lnTo>
                    <a:pt x="39591" y="72719"/>
                  </a:lnTo>
                  <a:lnTo>
                    <a:pt x="39320" y="73622"/>
                  </a:lnTo>
                  <a:lnTo>
                    <a:pt x="39437" y="74890"/>
                  </a:lnTo>
                  <a:lnTo>
                    <a:pt x="39653" y="76139"/>
                  </a:lnTo>
                  <a:lnTo>
                    <a:pt x="40123" y="76853"/>
                  </a:lnTo>
                  <a:lnTo>
                    <a:pt x="40161" y="77645"/>
                  </a:lnTo>
                  <a:lnTo>
                    <a:pt x="40329" y="78665"/>
                  </a:lnTo>
                  <a:lnTo>
                    <a:pt x="40572" y="79601"/>
                  </a:lnTo>
                  <a:lnTo>
                    <a:pt x="40687" y="80614"/>
                  </a:lnTo>
                  <a:lnTo>
                    <a:pt x="40533" y="80634"/>
                  </a:lnTo>
                  <a:lnTo>
                    <a:pt x="39969" y="79334"/>
                  </a:lnTo>
                  <a:lnTo>
                    <a:pt x="39462" y="77930"/>
                  </a:lnTo>
                  <a:lnTo>
                    <a:pt x="38151" y="75272"/>
                  </a:lnTo>
                  <a:lnTo>
                    <a:pt x="37724" y="70510"/>
                  </a:lnTo>
                  <a:lnTo>
                    <a:pt x="37697" y="68160"/>
                  </a:lnTo>
                  <a:lnTo>
                    <a:pt x="36800" y="65394"/>
                  </a:lnTo>
                  <a:lnTo>
                    <a:pt x="36202" y="61568"/>
                  </a:lnTo>
                  <a:lnTo>
                    <a:pt x="35964" y="60573"/>
                  </a:lnTo>
                  <a:lnTo>
                    <a:pt x="36276" y="59337"/>
                  </a:lnTo>
                  <a:lnTo>
                    <a:pt x="36328" y="58874"/>
                  </a:lnTo>
                  <a:lnTo>
                    <a:pt x="36158" y="58977"/>
                  </a:lnTo>
                  <a:lnTo>
                    <a:pt x="35701" y="59614"/>
                  </a:lnTo>
                  <a:lnTo>
                    <a:pt x="35105" y="58090"/>
                  </a:lnTo>
                  <a:lnTo>
                    <a:pt x="34716" y="56722"/>
                  </a:lnTo>
                  <a:lnTo>
                    <a:pt x="33171" y="53892"/>
                  </a:lnTo>
                  <a:lnTo>
                    <a:pt x="32721" y="52640"/>
                  </a:lnTo>
                  <a:lnTo>
                    <a:pt x="32702" y="51421"/>
                  </a:lnTo>
                  <a:lnTo>
                    <a:pt x="32035" y="52646"/>
                  </a:lnTo>
                  <a:lnTo>
                    <a:pt x="31129" y="53509"/>
                  </a:lnTo>
                  <a:lnTo>
                    <a:pt x="30206" y="54805"/>
                  </a:lnTo>
                  <a:lnTo>
                    <a:pt x="29592" y="55198"/>
                  </a:lnTo>
                  <a:lnTo>
                    <a:pt x="27646" y="55436"/>
                  </a:lnTo>
                  <a:lnTo>
                    <a:pt x="26521" y="53701"/>
                  </a:lnTo>
                  <a:lnTo>
                    <a:pt x="24908" y="49459"/>
                  </a:lnTo>
                  <a:lnTo>
                    <a:pt x="24694" y="48500"/>
                  </a:lnTo>
                  <a:lnTo>
                    <a:pt x="24906" y="46006"/>
                  </a:lnTo>
                  <a:lnTo>
                    <a:pt x="24524" y="43645"/>
                  </a:lnTo>
                  <a:lnTo>
                    <a:pt x="24528" y="42400"/>
                  </a:lnTo>
                  <a:lnTo>
                    <a:pt x="24414" y="41567"/>
                  </a:lnTo>
                  <a:lnTo>
                    <a:pt x="24125" y="41751"/>
                  </a:lnTo>
                  <a:lnTo>
                    <a:pt x="24013" y="42323"/>
                  </a:lnTo>
                  <a:lnTo>
                    <a:pt x="24074" y="43200"/>
                  </a:lnTo>
                  <a:lnTo>
                    <a:pt x="23956" y="43935"/>
                  </a:lnTo>
                  <a:lnTo>
                    <a:pt x="22559" y="43791"/>
                  </a:lnTo>
                  <a:lnTo>
                    <a:pt x="21246" y="43457"/>
                  </a:lnTo>
                  <a:lnTo>
                    <a:pt x="22403" y="44697"/>
                  </a:lnTo>
                  <a:lnTo>
                    <a:pt x="23645" y="44987"/>
                  </a:lnTo>
                  <a:lnTo>
                    <a:pt x="24290" y="46099"/>
                  </a:lnTo>
                  <a:lnTo>
                    <a:pt x="24368" y="46967"/>
                  </a:lnTo>
                  <a:lnTo>
                    <a:pt x="24330" y="47947"/>
                  </a:lnTo>
                  <a:lnTo>
                    <a:pt x="23692" y="48630"/>
                  </a:lnTo>
                  <a:lnTo>
                    <a:pt x="23108" y="49063"/>
                  </a:lnTo>
                  <a:lnTo>
                    <a:pt x="23217" y="49999"/>
                  </a:lnTo>
                  <a:lnTo>
                    <a:pt x="23924" y="51142"/>
                  </a:lnTo>
                  <a:lnTo>
                    <a:pt x="23067" y="51464"/>
                  </a:lnTo>
                  <a:lnTo>
                    <a:pt x="22833" y="52211"/>
                  </a:lnTo>
                  <a:lnTo>
                    <a:pt x="22815" y="53275"/>
                  </a:lnTo>
                  <a:lnTo>
                    <a:pt x="23247" y="54213"/>
                  </a:lnTo>
                  <a:lnTo>
                    <a:pt x="23415" y="54908"/>
                  </a:lnTo>
                  <a:lnTo>
                    <a:pt x="23311" y="55551"/>
                  </a:lnTo>
                  <a:lnTo>
                    <a:pt x="23730" y="56241"/>
                  </a:lnTo>
                  <a:lnTo>
                    <a:pt x="24333" y="57684"/>
                  </a:lnTo>
                  <a:lnTo>
                    <a:pt x="24528" y="58711"/>
                  </a:lnTo>
                  <a:lnTo>
                    <a:pt x="24276" y="60158"/>
                  </a:lnTo>
                  <a:lnTo>
                    <a:pt x="23930" y="60720"/>
                  </a:lnTo>
                  <a:lnTo>
                    <a:pt x="23374" y="61267"/>
                  </a:lnTo>
                  <a:lnTo>
                    <a:pt x="22065" y="63090"/>
                  </a:lnTo>
                  <a:lnTo>
                    <a:pt x="21426" y="65166"/>
                  </a:lnTo>
                  <a:lnTo>
                    <a:pt x="20881" y="66137"/>
                  </a:lnTo>
                  <a:lnTo>
                    <a:pt x="20202" y="66317"/>
                  </a:lnTo>
                  <a:lnTo>
                    <a:pt x="19936" y="65891"/>
                  </a:lnTo>
                  <a:lnTo>
                    <a:pt x="19373" y="65335"/>
                  </a:lnTo>
                  <a:lnTo>
                    <a:pt x="19362" y="64322"/>
                  </a:lnTo>
                  <a:lnTo>
                    <a:pt x="19531" y="63519"/>
                  </a:lnTo>
                  <a:lnTo>
                    <a:pt x="20682" y="61579"/>
                  </a:lnTo>
                  <a:lnTo>
                    <a:pt x="20057" y="61839"/>
                  </a:lnTo>
                  <a:lnTo>
                    <a:pt x="19348" y="62393"/>
                  </a:lnTo>
                  <a:lnTo>
                    <a:pt x="18266" y="63444"/>
                  </a:lnTo>
                  <a:lnTo>
                    <a:pt x="17924" y="62142"/>
                  </a:lnTo>
                  <a:lnTo>
                    <a:pt x="17697" y="60937"/>
                  </a:lnTo>
                  <a:lnTo>
                    <a:pt x="17695" y="59461"/>
                  </a:lnTo>
                  <a:lnTo>
                    <a:pt x="18559" y="57257"/>
                  </a:lnTo>
                  <a:lnTo>
                    <a:pt x="17581" y="58357"/>
                  </a:lnTo>
                  <a:lnTo>
                    <a:pt x="17311" y="59732"/>
                  </a:lnTo>
                  <a:lnTo>
                    <a:pt x="17430" y="61349"/>
                  </a:lnTo>
                  <a:lnTo>
                    <a:pt x="17304" y="62495"/>
                  </a:lnTo>
                  <a:lnTo>
                    <a:pt x="16920" y="63993"/>
                  </a:lnTo>
                  <a:lnTo>
                    <a:pt x="16399" y="64892"/>
                  </a:lnTo>
                  <a:lnTo>
                    <a:pt x="15556" y="65469"/>
                  </a:lnTo>
                  <a:lnTo>
                    <a:pt x="15181" y="66355"/>
                  </a:lnTo>
                  <a:lnTo>
                    <a:pt x="14618" y="67007"/>
                  </a:lnTo>
                  <a:lnTo>
                    <a:pt x="14599" y="65707"/>
                  </a:lnTo>
                  <a:lnTo>
                    <a:pt x="14418" y="63990"/>
                  </a:lnTo>
                  <a:lnTo>
                    <a:pt x="13810" y="59920"/>
                  </a:lnTo>
                  <a:lnTo>
                    <a:pt x="13679" y="60793"/>
                  </a:lnTo>
                  <a:lnTo>
                    <a:pt x="13993" y="63318"/>
                  </a:lnTo>
                  <a:lnTo>
                    <a:pt x="13975" y="64957"/>
                  </a:lnTo>
                  <a:lnTo>
                    <a:pt x="13514" y="66258"/>
                  </a:lnTo>
                  <a:lnTo>
                    <a:pt x="12585" y="67653"/>
                  </a:lnTo>
                  <a:lnTo>
                    <a:pt x="11874" y="67850"/>
                  </a:lnTo>
                  <a:lnTo>
                    <a:pt x="11455" y="67635"/>
                  </a:lnTo>
                  <a:lnTo>
                    <a:pt x="10819" y="66772"/>
                  </a:lnTo>
                  <a:lnTo>
                    <a:pt x="10127" y="65538"/>
                  </a:lnTo>
                  <a:lnTo>
                    <a:pt x="10011" y="63554"/>
                  </a:lnTo>
                  <a:lnTo>
                    <a:pt x="9725" y="62463"/>
                  </a:lnTo>
                  <a:lnTo>
                    <a:pt x="9767" y="61165"/>
                  </a:lnTo>
                  <a:lnTo>
                    <a:pt x="9712" y="59932"/>
                  </a:lnTo>
                  <a:lnTo>
                    <a:pt x="8969" y="56636"/>
                  </a:lnTo>
                  <a:lnTo>
                    <a:pt x="8488" y="54947"/>
                  </a:lnTo>
                  <a:lnTo>
                    <a:pt x="8548" y="54402"/>
                  </a:lnTo>
                  <a:lnTo>
                    <a:pt x="8514" y="54173"/>
                  </a:lnTo>
                  <a:lnTo>
                    <a:pt x="8290" y="51998"/>
                  </a:lnTo>
                  <a:lnTo>
                    <a:pt x="7980" y="50667"/>
                  </a:lnTo>
                  <a:lnTo>
                    <a:pt x="7825" y="49250"/>
                  </a:lnTo>
                  <a:lnTo>
                    <a:pt x="8559" y="47212"/>
                  </a:lnTo>
                  <a:lnTo>
                    <a:pt x="8265" y="46880"/>
                  </a:lnTo>
                  <a:lnTo>
                    <a:pt x="7418" y="46611"/>
                  </a:lnTo>
                  <a:lnTo>
                    <a:pt x="6631" y="46258"/>
                  </a:lnTo>
                  <a:lnTo>
                    <a:pt x="6438" y="45731"/>
                  </a:lnTo>
                  <a:lnTo>
                    <a:pt x="6787" y="43725"/>
                  </a:lnTo>
                  <a:lnTo>
                    <a:pt x="6378" y="42938"/>
                  </a:lnTo>
                  <a:lnTo>
                    <a:pt x="5792" y="42143"/>
                  </a:lnTo>
                  <a:lnTo>
                    <a:pt x="5609" y="41826"/>
                  </a:lnTo>
                  <a:lnTo>
                    <a:pt x="5416" y="41415"/>
                  </a:lnTo>
                  <a:lnTo>
                    <a:pt x="5146" y="40408"/>
                  </a:lnTo>
                  <a:lnTo>
                    <a:pt x="5668" y="38289"/>
                  </a:lnTo>
                  <a:lnTo>
                    <a:pt x="6398" y="35831"/>
                  </a:lnTo>
                  <a:lnTo>
                    <a:pt x="6531" y="34896"/>
                  </a:lnTo>
                  <a:lnTo>
                    <a:pt x="6652" y="33269"/>
                  </a:lnTo>
                  <a:lnTo>
                    <a:pt x="6718" y="32646"/>
                  </a:lnTo>
                  <a:lnTo>
                    <a:pt x="6623" y="32033"/>
                  </a:lnTo>
                  <a:lnTo>
                    <a:pt x="5854" y="31320"/>
                  </a:lnTo>
                  <a:lnTo>
                    <a:pt x="4494" y="31032"/>
                  </a:lnTo>
                  <a:lnTo>
                    <a:pt x="3533" y="30438"/>
                  </a:lnTo>
                  <a:lnTo>
                    <a:pt x="2971" y="29537"/>
                  </a:lnTo>
                  <a:lnTo>
                    <a:pt x="2494" y="29176"/>
                  </a:lnTo>
                  <a:lnTo>
                    <a:pt x="1906" y="29442"/>
                  </a:lnTo>
                  <a:lnTo>
                    <a:pt x="1154" y="29091"/>
                  </a:lnTo>
                  <a:lnTo>
                    <a:pt x="526" y="28197"/>
                  </a:lnTo>
                  <a:lnTo>
                    <a:pt x="0" y="27110"/>
                  </a:lnTo>
                  <a:lnTo>
                    <a:pt x="64" y="26599"/>
                  </a:lnTo>
                  <a:lnTo>
                    <a:pt x="205" y="25922"/>
                  </a:lnTo>
                  <a:lnTo>
                    <a:pt x="1195" y="23110"/>
                  </a:lnTo>
                  <a:lnTo>
                    <a:pt x="1565" y="23026"/>
                  </a:lnTo>
                  <a:lnTo>
                    <a:pt x="2422" y="23566"/>
                  </a:lnTo>
                  <a:lnTo>
                    <a:pt x="2743" y="23567"/>
                  </a:lnTo>
                  <a:lnTo>
                    <a:pt x="3306" y="22456"/>
                  </a:lnTo>
                  <a:lnTo>
                    <a:pt x="4094" y="19291"/>
                  </a:lnTo>
                  <a:lnTo>
                    <a:pt x="5207" y="19298"/>
                  </a:lnTo>
                  <a:lnTo>
                    <a:pt x="6188" y="19402"/>
                  </a:lnTo>
                  <a:lnTo>
                    <a:pt x="6850" y="19563"/>
                  </a:lnTo>
                  <a:lnTo>
                    <a:pt x="7510" y="19461"/>
                  </a:lnTo>
                  <a:lnTo>
                    <a:pt x="8199" y="19208"/>
                  </a:lnTo>
                  <a:lnTo>
                    <a:pt x="8574" y="18809"/>
                  </a:lnTo>
                  <a:lnTo>
                    <a:pt x="8781" y="18303"/>
                  </a:lnTo>
                  <a:lnTo>
                    <a:pt x="8710" y="17863"/>
                  </a:lnTo>
                  <a:lnTo>
                    <a:pt x="7865" y="17267"/>
                  </a:lnTo>
                  <a:lnTo>
                    <a:pt x="7539" y="16821"/>
                  </a:lnTo>
                  <a:lnTo>
                    <a:pt x="7303" y="15555"/>
                  </a:lnTo>
                  <a:lnTo>
                    <a:pt x="7054" y="15078"/>
                  </a:lnTo>
                  <a:lnTo>
                    <a:pt x="5392" y="15010"/>
                  </a:lnTo>
                  <a:lnTo>
                    <a:pt x="4531" y="14429"/>
                  </a:lnTo>
                  <a:lnTo>
                    <a:pt x="4057" y="13907"/>
                  </a:lnTo>
                  <a:lnTo>
                    <a:pt x="3213" y="12181"/>
                  </a:lnTo>
                  <a:lnTo>
                    <a:pt x="2171" y="10903"/>
                  </a:lnTo>
                  <a:lnTo>
                    <a:pt x="1173" y="10601"/>
                  </a:lnTo>
                  <a:lnTo>
                    <a:pt x="787" y="10187"/>
                  </a:lnTo>
                  <a:lnTo>
                    <a:pt x="578" y="9530"/>
                  </a:lnTo>
                  <a:lnTo>
                    <a:pt x="699" y="8580"/>
                  </a:lnTo>
                  <a:lnTo>
                    <a:pt x="998" y="7717"/>
                  </a:lnTo>
                  <a:lnTo>
                    <a:pt x="1204" y="6756"/>
                  </a:lnTo>
                  <a:lnTo>
                    <a:pt x="2003" y="5487"/>
                  </a:lnTo>
                  <a:lnTo>
                    <a:pt x="2938" y="4379"/>
                  </a:lnTo>
                  <a:lnTo>
                    <a:pt x="3354" y="3619"/>
                  </a:lnTo>
                  <a:lnTo>
                    <a:pt x="3945" y="2818"/>
                  </a:lnTo>
                  <a:lnTo>
                    <a:pt x="4015" y="2378"/>
                  </a:lnTo>
                  <a:lnTo>
                    <a:pt x="3909" y="1874"/>
                  </a:lnTo>
                  <a:lnTo>
                    <a:pt x="3432" y="1394"/>
                  </a:lnTo>
                  <a:lnTo>
                    <a:pt x="3103" y="1240"/>
                  </a:lnTo>
                  <a:lnTo>
                    <a:pt x="3050" y="930"/>
                  </a:lnTo>
                  <a:lnTo>
                    <a:pt x="3278" y="103"/>
                  </a:lnTo>
                  <a:lnTo>
                    <a:pt x="3734" y="0"/>
                  </a:lnTo>
                  <a:lnTo>
                    <a:pt x="4681" y="749"/>
                  </a:lnTo>
                  <a:lnTo>
                    <a:pt x="5645" y="1964"/>
                  </a:lnTo>
                  <a:lnTo>
                    <a:pt x="6217" y="3048"/>
                  </a:lnTo>
                  <a:lnTo>
                    <a:pt x="6238" y="3903"/>
                  </a:lnTo>
                  <a:lnTo>
                    <a:pt x="6610" y="4040"/>
                  </a:lnTo>
                  <a:lnTo>
                    <a:pt x="6986" y="4074"/>
                  </a:lnTo>
                  <a:lnTo>
                    <a:pt x="7612" y="4454"/>
                  </a:lnTo>
                  <a:lnTo>
                    <a:pt x="8259" y="4338"/>
                  </a:lnTo>
                  <a:lnTo>
                    <a:pt x="8678" y="4549"/>
                  </a:lnTo>
                  <a:lnTo>
                    <a:pt x="8959" y="4472"/>
                  </a:lnTo>
                  <a:lnTo>
                    <a:pt x="9064" y="3980"/>
                  </a:lnTo>
                  <a:lnTo>
                    <a:pt x="8749" y="3257"/>
                  </a:lnTo>
                  <a:lnTo>
                    <a:pt x="8521" y="2739"/>
                  </a:lnTo>
                  <a:lnTo>
                    <a:pt x="8784" y="2223"/>
                  </a:lnTo>
                  <a:lnTo>
                    <a:pt x="9082" y="2120"/>
                  </a:lnTo>
                  <a:lnTo>
                    <a:pt x="9415" y="2249"/>
                  </a:lnTo>
                  <a:lnTo>
                    <a:pt x="9871" y="2714"/>
                  </a:lnTo>
                  <a:lnTo>
                    <a:pt x="10203" y="3670"/>
                  </a:lnTo>
                  <a:lnTo>
                    <a:pt x="10263" y="5150"/>
                  </a:lnTo>
                  <a:lnTo>
                    <a:pt x="11002" y="6493"/>
                  </a:lnTo>
                  <a:lnTo>
                    <a:pt x="11975" y="7447"/>
                  </a:lnTo>
                  <a:lnTo>
                    <a:pt x="12736" y="7886"/>
                  </a:lnTo>
                  <a:lnTo>
                    <a:pt x="13656" y="8201"/>
                  </a:lnTo>
                  <a:lnTo>
                    <a:pt x="14441" y="7898"/>
                  </a:lnTo>
                  <a:lnTo>
                    <a:pt x="14834" y="6961"/>
                  </a:lnTo>
                  <a:lnTo>
                    <a:pt x="14657" y="6126"/>
                  </a:lnTo>
                  <a:lnTo>
                    <a:pt x="14780" y="5376"/>
                  </a:lnTo>
                  <a:lnTo>
                    <a:pt x="15095" y="4963"/>
                  </a:lnTo>
                  <a:lnTo>
                    <a:pt x="15586" y="4989"/>
                  </a:lnTo>
                  <a:lnTo>
                    <a:pt x="15954" y="5583"/>
                  </a:lnTo>
                  <a:lnTo>
                    <a:pt x="17024" y="8788"/>
                  </a:lnTo>
                  <a:lnTo>
                    <a:pt x="16804" y="10208"/>
                  </a:lnTo>
                  <a:lnTo>
                    <a:pt x="17043" y="14106"/>
                  </a:lnTo>
                  <a:lnTo>
                    <a:pt x="16772" y="16677"/>
                  </a:lnTo>
                  <a:lnTo>
                    <a:pt x="16816" y="17231"/>
                  </a:lnTo>
                  <a:lnTo>
                    <a:pt x="16940" y="17660"/>
                  </a:lnTo>
                  <a:lnTo>
                    <a:pt x="17122" y="17836"/>
                  </a:lnTo>
                  <a:lnTo>
                    <a:pt x="17435" y="17830"/>
                  </a:lnTo>
                  <a:lnTo>
                    <a:pt x="18735" y="18316"/>
                  </a:lnTo>
                  <a:lnTo>
                    <a:pt x="19831" y="18851"/>
                  </a:lnTo>
                  <a:lnTo>
                    <a:pt x="21068" y="19339"/>
                  </a:lnTo>
                  <a:lnTo>
                    <a:pt x="22856" y="19719"/>
                  </a:lnTo>
                  <a:lnTo>
                    <a:pt x="23953" y="19595"/>
                  </a:lnTo>
                  <a:lnTo>
                    <a:pt x="24500" y="19580"/>
                  </a:lnTo>
                  <a:lnTo>
                    <a:pt x="25607" y="19695"/>
                  </a:lnTo>
                  <a:lnTo>
                    <a:pt x="28522" y="19491"/>
                  </a:lnTo>
                  <a:lnTo>
                    <a:pt x="30934" y="19437"/>
                  </a:lnTo>
                  <a:lnTo>
                    <a:pt x="31913" y="19804"/>
                  </a:lnTo>
                  <a:lnTo>
                    <a:pt x="32698" y="19937"/>
                  </a:lnTo>
                  <a:lnTo>
                    <a:pt x="35383" y="19678"/>
                  </a:lnTo>
                  <a:lnTo>
                    <a:pt x="38091" y="19555"/>
                  </a:lnTo>
                  <a:lnTo>
                    <a:pt x="39557" y="20372"/>
                  </a:lnTo>
                  <a:lnTo>
                    <a:pt x="41154" y="21708"/>
                  </a:lnTo>
                  <a:lnTo>
                    <a:pt x="42052" y="22698"/>
                  </a:lnTo>
                  <a:lnTo>
                    <a:pt x="42214" y="23268"/>
                  </a:lnTo>
                  <a:lnTo>
                    <a:pt x="42115" y="23753"/>
                  </a:lnTo>
                  <a:lnTo>
                    <a:pt x="41814" y="24019"/>
                  </a:lnTo>
                  <a:lnTo>
                    <a:pt x="41263" y="24028"/>
                  </a:lnTo>
                  <a:lnTo>
                    <a:pt x="39998" y="23383"/>
                  </a:lnTo>
                  <a:lnTo>
                    <a:pt x="39781" y="23574"/>
                  </a:lnTo>
                  <a:lnTo>
                    <a:pt x="39802" y="24901"/>
                  </a:lnTo>
                  <a:lnTo>
                    <a:pt x="39765" y="25113"/>
                  </a:lnTo>
                  <a:lnTo>
                    <a:pt x="39495" y="26302"/>
                  </a:lnTo>
                  <a:lnTo>
                    <a:pt x="38732" y="28977"/>
                  </a:lnTo>
                  <a:lnTo>
                    <a:pt x="38586" y="30175"/>
                  </a:lnTo>
                  <a:lnTo>
                    <a:pt x="38426" y="30481"/>
                  </a:lnTo>
                  <a:lnTo>
                    <a:pt x="38228" y="30645"/>
                  </a:lnTo>
                  <a:lnTo>
                    <a:pt x="37631" y="30694"/>
                  </a:lnTo>
                  <a:lnTo>
                    <a:pt x="37164" y="30891"/>
                  </a:lnTo>
                  <a:lnTo>
                    <a:pt x="36969" y="31326"/>
                  </a:lnTo>
                  <a:lnTo>
                    <a:pt x="36666" y="32231"/>
                  </a:lnTo>
                  <a:lnTo>
                    <a:pt x="36457" y="33143"/>
                  </a:lnTo>
                  <a:lnTo>
                    <a:pt x="36166" y="33422"/>
                  </a:lnTo>
                  <a:lnTo>
                    <a:pt x="35468" y="32929"/>
                  </a:lnTo>
                  <a:lnTo>
                    <a:pt x="35034" y="33007"/>
                  </a:lnTo>
                  <a:lnTo>
                    <a:pt x="34487" y="33216"/>
                  </a:lnTo>
                  <a:lnTo>
                    <a:pt x="33942" y="33735"/>
                  </a:lnTo>
                  <a:lnTo>
                    <a:pt x="33566" y="34380"/>
                  </a:lnTo>
                  <a:lnTo>
                    <a:pt x="33140" y="34601"/>
                  </a:lnTo>
                  <a:lnTo>
                    <a:pt x="31875" y="34471"/>
                  </a:lnTo>
                  <a:lnTo>
                    <a:pt x="31633" y="34563"/>
                  </a:lnTo>
                  <a:lnTo>
                    <a:pt x="31473" y="35023"/>
                  </a:lnTo>
                  <a:lnTo>
                    <a:pt x="31343" y="35605"/>
                  </a:lnTo>
                  <a:lnTo>
                    <a:pt x="30355" y="36976"/>
                  </a:lnTo>
                  <a:lnTo>
                    <a:pt x="29981" y="39174"/>
                  </a:lnTo>
                  <a:lnTo>
                    <a:pt x="29678" y="40600"/>
                  </a:lnTo>
                  <a:lnTo>
                    <a:pt x="29726" y="41710"/>
                  </a:lnTo>
                  <a:lnTo>
                    <a:pt x="30561" y="44603"/>
                  </a:lnTo>
                  <a:lnTo>
                    <a:pt x="31143" y="48359"/>
                  </a:lnTo>
                  <a:lnTo>
                    <a:pt x="31366" y="48741"/>
                  </a:lnTo>
                  <a:lnTo>
                    <a:pt x="31648" y="48775"/>
                  </a:lnTo>
                  <a:lnTo>
                    <a:pt x="31630" y="47995"/>
                  </a:lnTo>
                  <a:lnTo>
                    <a:pt x="31666" y="47053"/>
                  </a:lnTo>
                  <a:lnTo>
                    <a:pt x="31939" y="46832"/>
                  </a:lnTo>
                  <a:lnTo>
                    <a:pt x="32287" y="47027"/>
                  </a:lnTo>
                  <a:lnTo>
                    <a:pt x="32620" y="47845"/>
                  </a:lnTo>
                  <a:lnTo>
                    <a:pt x="32997" y="49345"/>
                  </a:lnTo>
                  <a:lnTo>
                    <a:pt x="33397" y="49933"/>
                  </a:lnTo>
                  <a:lnTo>
                    <a:pt x="34021" y="50098"/>
                  </a:lnTo>
                  <a:lnTo>
                    <a:pt x="34735" y="49747"/>
                  </a:lnTo>
                  <a:lnTo>
                    <a:pt x="35265" y="49068"/>
                  </a:lnTo>
                  <a:lnTo>
                    <a:pt x="35481" y="48335"/>
                  </a:lnTo>
                  <a:lnTo>
                    <a:pt x="35331" y="46888"/>
                  </a:lnTo>
                  <a:lnTo>
                    <a:pt x="35296" y="45808"/>
                  </a:lnTo>
                  <a:lnTo>
                    <a:pt x="35635" y="44779"/>
                  </a:lnTo>
                  <a:lnTo>
                    <a:pt x="36856" y="43245"/>
                  </a:lnTo>
                  <a:lnTo>
                    <a:pt x="37033" y="42776"/>
                  </a:lnTo>
                  <a:lnTo>
                    <a:pt x="36954" y="41471"/>
                  </a:lnTo>
                  <a:lnTo>
                    <a:pt x="36955" y="40247"/>
                  </a:lnTo>
                  <a:lnTo>
                    <a:pt x="37418" y="40163"/>
                  </a:lnTo>
                  <a:lnTo>
                    <a:pt x="38038" y="40361"/>
                  </a:lnTo>
                  <a:lnTo>
                    <a:pt x="38823" y="39758"/>
                  </a:lnTo>
                  <a:lnTo>
                    <a:pt x="39062" y="39746"/>
                  </a:lnTo>
                  <a:lnTo>
                    <a:pt x="39391" y="40393"/>
                  </a:lnTo>
                  <a:lnTo>
                    <a:pt x="39949" y="40280"/>
                  </a:lnTo>
                  <a:lnTo>
                    <a:pt x="40359" y="42946"/>
                  </a:lnTo>
                  <a:lnTo>
                    <a:pt x="40783" y="45298"/>
                  </a:lnTo>
                  <a:lnTo>
                    <a:pt x="40779" y="46434"/>
                  </a:lnTo>
                  <a:lnTo>
                    <a:pt x="40849" y="48841"/>
                  </a:lnTo>
                  <a:lnTo>
                    <a:pt x="41042" y="50805"/>
                  </a:lnTo>
                  <a:lnTo>
                    <a:pt x="41341" y="51251"/>
                  </a:lnTo>
                  <a:lnTo>
                    <a:pt x="41694" y="52300"/>
                  </a:lnTo>
                  <a:lnTo>
                    <a:pt x="42015" y="53519"/>
                  </a:lnTo>
                  <a:lnTo>
                    <a:pt x="42270" y="54203"/>
                  </a:lnTo>
                  <a:lnTo>
                    <a:pt x="42442" y="56431"/>
                  </a:lnTo>
                  <a:lnTo>
                    <a:pt x="42653" y="58040"/>
                  </a:lnTo>
                  <a:lnTo>
                    <a:pt x="42931" y="6309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233960" y="1801529"/>
              <a:ext cx="59047" cy="41763"/>
            </a:xfrm>
            <a:custGeom>
              <a:avLst/>
              <a:pathLst>
                <a:path w="59047" h="41763">
                  <a:moveTo>
                    <a:pt x="59047" y="6911"/>
                  </a:moveTo>
                  <a:lnTo>
                    <a:pt x="58825" y="10272"/>
                  </a:lnTo>
                  <a:lnTo>
                    <a:pt x="57913" y="11834"/>
                  </a:lnTo>
                  <a:lnTo>
                    <a:pt x="56533" y="11310"/>
                  </a:lnTo>
                  <a:lnTo>
                    <a:pt x="54774" y="11746"/>
                  </a:lnTo>
                  <a:lnTo>
                    <a:pt x="53842" y="13522"/>
                  </a:lnTo>
                  <a:lnTo>
                    <a:pt x="53314" y="14049"/>
                  </a:lnTo>
                  <a:lnTo>
                    <a:pt x="52837" y="14668"/>
                  </a:lnTo>
                  <a:lnTo>
                    <a:pt x="52530" y="16975"/>
                  </a:lnTo>
                  <a:lnTo>
                    <a:pt x="52458" y="20755"/>
                  </a:lnTo>
                  <a:lnTo>
                    <a:pt x="51791" y="21216"/>
                  </a:lnTo>
                  <a:lnTo>
                    <a:pt x="51179" y="21357"/>
                  </a:lnTo>
                  <a:lnTo>
                    <a:pt x="48635" y="24683"/>
                  </a:lnTo>
                  <a:lnTo>
                    <a:pt x="50099" y="25619"/>
                  </a:lnTo>
                  <a:lnTo>
                    <a:pt x="50749" y="26331"/>
                  </a:lnTo>
                  <a:lnTo>
                    <a:pt x="51820" y="28311"/>
                  </a:lnTo>
                  <a:lnTo>
                    <a:pt x="53346" y="30551"/>
                  </a:lnTo>
                  <a:lnTo>
                    <a:pt x="53646" y="31644"/>
                  </a:lnTo>
                  <a:lnTo>
                    <a:pt x="52367" y="31399"/>
                  </a:lnTo>
                  <a:lnTo>
                    <a:pt x="51919" y="31473"/>
                  </a:lnTo>
                  <a:lnTo>
                    <a:pt x="51633" y="31818"/>
                  </a:lnTo>
                  <a:lnTo>
                    <a:pt x="51039" y="31749"/>
                  </a:lnTo>
                  <a:lnTo>
                    <a:pt x="50303" y="31751"/>
                  </a:lnTo>
                  <a:lnTo>
                    <a:pt x="49535" y="32148"/>
                  </a:lnTo>
                  <a:lnTo>
                    <a:pt x="49109" y="32317"/>
                  </a:lnTo>
                  <a:lnTo>
                    <a:pt x="48541" y="31953"/>
                  </a:lnTo>
                  <a:lnTo>
                    <a:pt x="47482" y="30863"/>
                  </a:lnTo>
                  <a:lnTo>
                    <a:pt x="46839" y="30103"/>
                  </a:lnTo>
                  <a:lnTo>
                    <a:pt x="46360" y="29911"/>
                  </a:lnTo>
                  <a:lnTo>
                    <a:pt x="45878" y="30137"/>
                  </a:lnTo>
                  <a:lnTo>
                    <a:pt x="44159" y="30394"/>
                  </a:lnTo>
                  <a:lnTo>
                    <a:pt x="43753" y="30837"/>
                  </a:lnTo>
                  <a:lnTo>
                    <a:pt x="42959" y="31326"/>
                  </a:lnTo>
                  <a:lnTo>
                    <a:pt x="42160" y="31559"/>
                  </a:lnTo>
                  <a:lnTo>
                    <a:pt x="41014" y="31723"/>
                  </a:lnTo>
                  <a:lnTo>
                    <a:pt x="40409" y="31702"/>
                  </a:lnTo>
                  <a:lnTo>
                    <a:pt x="40072" y="31938"/>
                  </a:lnTo>
                  <a:lnTo>
                    <a:pt x="39788" y="32652"/>
                  </a:lnTo>
                  <a:lnTo>
                    <a:pt x="39595" y="33350"/>
                  </a:lnTo>
                  <a:lnTo>
                    <a:pt x="39426" y="33634"/>
                  </a:lnTo>
                  <a:lnTo>
                    <a:pt x="37997" y="33980"/>
                  </a:lnTo>
                  <a:lnTo>
                    <a:pt x="37684" y="34381"/>
                  </a:lnTo>
                  <a:lnTo>
                    <a:pt x="37596" y="34773"/>
                  </a:lnTo>
                  <a:lnTo>
                    <a:pt x="37624" y="35165"/>
                  </a:lnTo>
                  <a:lnTo>
                    <a:pt x="36485" y="34785"/>
                  </a:lnTo>
                  <a:lnTo>
                    <a:pt x="35604" y="35038"/>
                  </a:lnTo>
                  <a:lnTo>
                    <a:pt x="35397" y="35338"/>
                  </a:lnTo>
                  <a:lnTo>
                    <a:pt x="35212" y="35770"/>
                  </a:lnTo>
                  <a:lnTo>
                    <a:pt x="35316" y="36231"/>
                  </a:lnTo>
                  <a:lnTo>
                    <a:pt x="35640" y="36677"/>
                  </a:lnTo>
                  <a:lnTo>
                    <a:pt x="35946" y="37886"/>
                  </a:lnTo>
                  <a:lnTo>
                    <a:pt x="36056" y="39094"/>
                  </a:lnTo>
                  <a:lnTo>
                    <a:pt x="35868" y="39780"/>
                  </a:lnTo>
                  <a:lnTo>
                    <a:pt x="35216" y="40269"/>
                  </a:lnTo>
                  <a:lnTo>
                    <a:pt x="33863" y="40809"/>
                  </a:lnTo>
                  <a:lnTo>
                    <a:pt x="32553" y="40551"/>
                  </a:lnTo>
                  <a:lnTo>
                    <a:pt x="31976" y="40766"/>
                  </a:lnTo>
                  <a:lnTo>
                    <a:pt x="31007" y="40834"/>
                  </a:lnTo>
                  <a:lnTo>
                    <a:pt x="30113" y="40978"/>
                  </a:lnTo>
                  <a:lnTo>
                    <a:pt x="28740" y="41473"/>
                  </a:lnTo>
                  <a:lnTo>
                    <a:pt x="27503" y="41763"/>
                  </a:lnTo>
                  <a:lnTo>
                    <a:pt x="26389" y="40755"/>
                  </a:lnTo>
                  <a:lnTo>
                    <a:pt x="25066" y="40069"/>
                  </a:lnTo>
                  <a:lnTo>
                    <a:pt x="23678" y="39661"/>
                  </a:lnTo>
                  <a:lnTo>
                    <a:pt x="23195" y="39959"/>
                  </a:lnTo>
                  <a:lnTo>
                    <a:pt x="22986" y="40193"/>
                  </a:lnTo>
                  <a:lnTo>
                    <a:pt x="21826" y="39302"/>
                  </a:lnTo>
                  <a:lnTo>
                    <a:pt x="21305" y="38985"/>
                  </a:lnTo>
                  <a:lnTo>
                    <a:pt x="21053" y="38641"/>
                  </a:lnTo>
                  <a:lnTo>
                    <a:pt x="20569" y="37453"/>
                  </a:lnTo>
                  <a:lnTo>
                    <a:pt x="20282" y="37416"/>
                  </a:lnTo>
                  <a:lnTo>
                    <a:pt x="19325" y="37858"/>
                  </a:lnTo>
                  <a:lnTo>
                    <a:pt x="18405" y="37837"/>
                  </a:lnTo>
                  <a:lnTo>
                    <a:pt x="17846" y="37756"/>
                  </a:lnTo>
                  <a:lnTo>
                    <a:pt x="16197" y="37806"/>
                  </a:lnTo>
                  <a:lnTo>
                    <a:pt x="15978" y="38617"/>
                  </a:lnTo>
                  <a:lnTo>
                    <a:pt x="15773" y="38743"/>
                  </a:lnTo>
                  <a:lnTo>
                    <a:pt x="15416" y="38851"/>
                  </a:lnTo>
                  <a:lnTo>
                    <a:pt x="14539" y="38800"/>
                  </a:lnTo>
                  <a:lnTo>
                    <a:pt x="13417" y="39400"/>
                  </a:lnTo>
                  <a:lnTo>
                    <a:pt x="12214" y="39765"/>
                  </a:lnTo>
                  <a:lnTo>
                    <a:pt x="11275" y="39775"/>
                  </a:lnTo>
                  <a:lnTo>
                    <a:pt x="10306" y="39598"/>
                  </a:lnTo>
                  <a:lnTo>
                    <a:pt x="9725" y="39725"/>
                  </a:lnTo>
                  <a:lnTo>
                    <a:pt x="8474" y="39790"/>
                  </a:lnTo>
                  <a:lnTo>
                    <a:pt x="7681" y="40668"/>
                  </a:lnTo>
                  <a:lnTo>
                    <a:pt x="6447" y="40618"/>
                  </a:lnTo>
                  <a:lnTo>
                    <a:pt x="5411" y="40469"/>
                  </a:lnTo>
                  <a:lnTo>
                    <a:pt x="5540" y="40193"/>
                  </a:lnTo>
                  <a:lnTo>
                    <a:pt x="5746" y="36713"/>
                  </a:lnTo>
                  <a:lnTo>
                    <a:pt x="6259" y="35160"/>
                  </a:lnTo>
                  <a:lnTo>
                    <a:pt x="6240" y="34841"/>
                  </a:lnTo>
                  <a:lnTo>
                    <a:pt x="6130" y="34599"/>
                  </a:lnTo>
                  <a:lnTo>
                    <a:pt x="5675" y="34349"/>
                  </a:lnTo>
                  <a:lnTo>
                    <a:pt x="5346" y="33511"/>
                  </a:lnTo>
                  <a:lnTo>
                    <a:pt x="4662" y="31301"/>
                  </a:lnTo>
                  <a:lnTo>
                    <a:pt x="4276" y="30854"/>
                  </a:lnTo>
                  <a:lnTo>
                    <a:pt x="3200" y="30387"/>
                  </a:lnTo>
                  <a:lnTo>
                    <a:pt x="2258" y="29750"/>
                  </a:lnTo>
                  <a:lnTo>
                    <a:pt x="1458" y="28909"/>
                  </a:lnTo>
                  <a:lnTo>
                    <a:pt x="0" y="26833"/>
                  </a:lnTo>
                  <a:lnTo>
                    <a:pt x="738" y="26625"/>
                  </a:lnTo>
                  <a:lnTo>
                    <a:pt x="961" y="26203"/>
                  </a:lnTo>
                  <a:lnTo>
                    <a:pt x="1698" y="25061"/>
                  </a:lnTo>
                  <a:lnTo>
                    <a:pt x="1782" y="24500"/>
                  </a:lnTo>
                  <a:lnTo>
                    <a:pt x="1704" y="24184"/>
                  </a:lnTo>
                  <a:lnTo>
                    <a:pt x="1211" y="23634"/>
                  </a:lnTo>
                  <a:lnTo>
                    <a:pt x="872" y="22437"/>
                  </a:lnTo>
                  <a:lnTo>
                    <a:pt x="1128" y="21316"/>
                  </a:lnTo>
                  <a:lnTo>
                    <a:pt x="1150" y="20740"/>
                  </a:lnTo>
                  <a:lnTo>
                    <a:pt x="900" y="20170"/>
                  </a:lnTo>
                  <a:lnTo>
                    <a:pt x="1161" y="19461"/>
                  </a:lnTo>
                  <a:lnTo>
                    <a:pt x="1690" y="19073"/>
                  </a:lnTo>
                  <a:lnTo>
                    <a:pt x="2025" y="18959"/>
                  </a:lnTo>
                  <a:lnTo>
                    <a:pt x="3425" y="18883"/>
                  </a:lnTo>
                  <a:lnTo>
                    <a:pt x="4312" y="17463"/>
                  </a:lnTo>
                  <a:lnTo>
                    <a:pt x="4851" y="17009"/>
                  </a:lnTo>
                  <a:lnTo>
                    <a:pt x="5403" y="16204"/>
                  </a:lnTo>
                  <a:lnTo>
                    <a:pt x="5659" y="15910"/>
                  </a:lnTo>
                  <a:lnTo>
                    <a:pt x="5902" y="15283"/>
                  </a:lnTo>
                  <a:lnTo>
                    <a:pt x="5986" y="14642"/>
                  </a:lnTo>
                  <a:lnTo>
                    <a:pt x="4877" y="13744"/>
                  </a:lnTo>
                  <a:lnTo>
                    <a:pt x="4500" y="13070"/>
                  </a:lnTo>
                  <a:lnTo>
                    <a:pt x="4006" y="12324"/>
                  </a:lnTo>
                  <a:lnTo>
                    <a:pt x="3339" y="11810"/>
                  </a:lnTo>
                  <a:lnTo>
                    <a:pt x="1991" y="10925"/>
                  </a:lnTo>
                  <a:lnTo>
                    <a:pt x="1467" y="10027"/>
                  </a:lnTo>
                  <a:lnTo>
                    <a:pt x="1230" y="8864"/>
                  </a:lnTo>
                  <a:lnTo>
                    <a:pt x="873" y="7982"/>
                  </a:lnTo>
                  <a:lnTo>
                    <a:pt x="480" y="7408"/>
                  </a:lnTo>
                  <a:lnTo>
                    <a:pt x="405" y="6941"/>
                  </a:lnTo>
                  <a:lnTo>
                    <a:pt x="242" y="6367"/>
                  </a:lnTo>
                  <a:lnTo>
                    <a:pt x="202" y="5239"/>
                  </a:lnTo>
                  <a:lnTo>
                    <a:pt x="520" y="3741"/>
                  </a:lnTo>
                  <a:lnTo>
                    <a:pt x="726" y="3213"/>
                  </a:lnTo>
                  <a:lnTo>
                    <a:pt x="1182" y="3065"/>
                  </a:lnTo>
                  <a:lnTo>
                    <a:pt x="2397" y="2266"/>
                  </a:lnTo>
                  <a:lnTo>
                    <a:pt x="2453" y="1244"/>
                  </a:lnTo>
                  <a:lnTo>
                    <a:pt x="2672" y="609"/>
                  </a:lnTo>
                  <a:lnTo>
                    <a:pt x="3059" y="245"/>
                  </a:lnTo>
                  <a:lnTo>
                    <a:pt x="3415" y="0"/>
                  </a:lnTo>
                  <a:lnTo>
                    <a:pt x="4079" y="593"/>
                  </a:lnTo>
                  <a:lnTo>
                    <a:pt x="5689" y="1541"/>
                  </a:lnTo>
                  <a:lnTo>
                    <a:pt x="6475" y="2229"/>
                  </a:lnTo>
                  <a:lnTo>
                    <a:pt x="6436" y="2658"/>
                  </a:lnTo>
                  <a:lnTo>
                    <a:pt x="6067" y="3079"/>
                  </a:lnTo>
                  <a:lnTo>
                    <a:pt x="5366" y="3495"/>
                  </a:lnTo>
                  <a:lnTo>
                    <a:pt x="4959" y="4043"/>
                  </a:lnTo>
                  <a:lnTo>
                    <a:pt x="4847" y="4725"/>
                  </a:lnTo>
                  <a:lnTo>
                    <a:pt x="4953" y="5205"/>
                  </a:lnTo>
                  <a:lnTo>
                    <a:pt x="5439" y="5625"/>
                  </a:lnTo>
                  <a:lnTo>
                    <a:pt x="8330" y="5075"/>
                  </a:lnTo>
                  <a:lnTo>
                    <a:pt x="11263" y="5359"/>
                  </a:lnTo>
                  <a:lnTo>
                    <a:pt x="15201" y="6292"/>
                  </a:lnTo>
                  <a:lnTo>
                    <a:pt x="17811" y="6615"/>
                  </a:lnTo>
                  <a:lnTo>
                    <a:pt x="19740" y="6184"/>
                  </a:lnTo>
                  <a:lnTo>
                    <a:pt x="23312" y="6965"/>
                  </a:lnTo>
                  <a:lnTo>
                    <a:pt x="26638" y="7691"/>
                  </a:lnTo>
                  <a:lnTo>
                    <a:pt x="29830" y="7908"/>
                  </a:lnTo>
                  <a:lnTo>
                    <a:pt x="31618" y="7336"/>
                  </a:lnTo>
                  <a:lnTo>
                    <a:pt x="32874" y="6568"/>
                  </a:lnTo>
                  <a:lnTo>
                    <a:pt x="33958" y="5122"/>
                  </a:lnTo>
                  <a:lnTo>
                    <a:pt x="36630" y="3215"/>
                  </a:lnTo>
                  <a:lnTo>
                    <a:pt x="39217" y="2145"/>
                  </a:lnTo>
                  <a:lnTo>
                    <a:pt x="42608" y="1277"/>
                  </a:lnTo>
                  <a:lnTo>
                    <a:pt x="44871" y="982"/>
                  </a:lnTo>
                  <a:lnTo>
                    <a:pt x="45191" y="1278"/>
                  </a:lnTo>
                  <a:lnTo>
                    <a:pt x="48073" y="3030"/>
                  </a:lnTo>
                  <a:lnTo>
                    <a:pt x="49356" y="3036"/>
                  </a:lnTo>
                  <a:lnTo>
                    <a:pt x="50396" y="3347"/>
                  </a:lnTo>
                  <a:lnTo>
                    <a:pt x="50773" y="3810"/>
                  </a:lnTo>
                  <a:lnTo>
                    <a:pt x="51036" y="3926"/>
                  </a:lnTo>
                  <a:lnTo>
                    <a:pt x="52415" y="3493"/>
                  </a:lnTo>
                  <a:lnTo>
                    <a:pt x="53026" y="4451"/>
                  </a:lnTo>
                  <a:lnTo>
                    <a:pt x="53982" y="5793"/>
                  </a:lnTo>
                  <a:lnTo>
                    <a:pt x="55609" y="6484"/>
                  </a:lnTo>
                  <a:lnTo>
                    <a:pt x="57059" y="6876"/>
                  </a:lnTo>
                  <a:lnTo>
                    <a:pt x="57515" y="693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499888" y="2052471"/>
              <a:ext cx="1561" cy="6132"/>
            </a:xfrm>
            <a:custGeom>
              <a:avLst/>
              <a:pathLst>
                <a:path w="1561" h="6132">
                  <a:moveTo>
                    <a:pt x="1464" y="5067"/>
                  </a:moveTo>
                  <a:lnTo>
                    <a:pt x="1158" y="6132"/>
                  </a:lnTo>
                  <a:lnTo>
                    <a:pt x="866" y="5759"/>
                  </a:lnTo>
                  <a:lnTo>
                    <a:pt x="127" y="3918"/>
                  </a:lnTo>
                  <a:lnTo>
                    <a:pt x="350" y="2622"/>
                  </a:lnTo>
                  <a:lnTo>
                    <a:pt x="0" y="775"/>
                  </a:lnTo>
                  <a:lnTo>
                    <a:pt x="165" y="243"/>
                  </a:lnTo>
                  <a:lnTo>
                    <a:pt x="1055" y="0"/>
                  </a:lnTo>
                  <a:lnTo>
                    <a:pt x="1262" y="79"/>
                  </a:lnTo>
                  <a:lnTo>
                    <a:pt x="996" y="671"/>
                  </a:lnTo>
                  <a:lnTo>
                    <a:pt x="1488" y="1701"/>
                  </a:lnTo>
                  <a:lnTo>
                    <a:pt x="1561" y="340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3325430" y="2121276"/>
              <a:ext cx="6387" cy="5244"/>
            </a:xfrm>
            <a:custGeom>
              <a:avLst/>
              <a:pathLst>
                <a:path w="6387" h="5244">
                  <a:moveTo>
                    <a:pt x="6243" y="1687"/>
                  </a:moveTo>
                  <a:lnTo>
                    <a:pt x="5942" y="2710"/>
                  </a:lnTo>
                  <a:lnTo>
                    <a:pt x="4941" y="4661"/>
                  </a:lnTo>
                  <a:lnTo>
                    <a:pt x="2706" y="5153"/>
                  </a:lnTo>
                  <a:lnTo>
                    <a:pt x="243" y="5244"/>
                  </a:lnTo>
                  <a:lnTo>
                    <a:pt x="53" y="4711"/>
                  </a:lnTo>
                  <a:lnTo>
                    <a:pt x="0" y="4243"/>
                  </a:lnTo>
                  <a:lnTo>
                    <a:pt x="179" y="3512"/>
                  </a:lnTo>
                  <a:lnTo>
                    <a:pt x="163" y="3224"/>
                  </a:lnTo>
                  <a:lnTo>
                    <a:pt x="60" y="2929"/>
                  </a:lnTo>
                  <a:lnTo>
                    <a:pt x="962" y="2614"/>
                  </a:lnTo>
                  <a:lnTo>
                    <a:pt x="1548" y="1709"/>
                  </a:lnTo>
                  <a:lnTo>
                    <a:pt x="2481" y="1556"/>
                  </a:lnTo>
                  <a:lnTo>
                    <a:pt x="3644" y="2192"/>
                  </a:lnTo>
                  <a:lnTo>
                    <a:pt x="4271" y="2216"/>
                  </a:lnTo>
                  <a:lnTo>
                    <a:pt x="5198" y="1514"/>
                  </a:lnTo>
                  <a:lnTo>
                    <a:pt x="5944" y="0"/>
                  </a:lnTo>
                  <a:lnTo>
                    <a:pt x="6387" y="19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3331335" y="2117814"/>
              <a:ext cx="1386" cy="1450"/>
            </a:xfrm>
            <a:custGeom>
              <a:avLst/>
              <a:pathLst>
                <a:path w="1386" h="1450">
                  <a:moveTo>
                    <a:pt x="1386" y="766"/>
                  </a:moveTo>
                  <a:lnTo>
                    <a:pt x="126" y="1450"/>
                  </a:lnTo>
                  <a:lnTo>
                    <a:pt x="0" y="645"/>
                  </a:lnTo>
                  <a:lnTo>
                    <a:pt x="642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3330397" y="2105349"/>
              <a:ext cx="3922" cy="2297"/>
            </a:xfrm>
            <a:custGeom>
              <a:avLst/>
              <a:pathLst>
                <a:path w="3922" h="2297">
                  <a:moveTo>
                    <a:pt x="1143" y="366"/>
                  </a:moveTo>
                  <a:lnTo>
                    <a:pt x="1730" y="568"/>
                  </a:lnTo>
                  <a:lnTo>
                    <a:pt x="2050" y="553"/>
                  </a:lnTo>
                  <a:lnTo>
                    <a:pt x="3132" y="972"/>
                  </a:lnTo>
                  <a:lnTo>
                    <a:pt x="3777" y="1547"/>
                  </a:lnTo>
                  <a:lnTo>
                    <a:pt x="3922" y="1784"/>
                  </a:lnTo>
                  <a:lnTo>
                    <a:pt x="3576" y="2297"/>
                  </a:lnTo>
                  <a:lnTo>
                    <a:pt x="2580" y="1326"/>
                  </a:lnTo>
                  <a:lnTo>
                    <a:pt x="1711" y="1200"/>
                  </a:lnTo>
                  <a:lnTo>
                    <a:pt x="489" y="1223"/>
                  </a:lnTo>
                  <a:lnTo>
                    <a:pt x="0" y="1040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3319848" y="2101503"/>
              <a:ext cx="4166" cy="7634"/>
            </a:xfrm>
            <a:custGeom>
              <a:avLst/>
              <a:pathLst>
                <a:path w="4166" h="7634">
                  <a:moveTo>
                    <a:pt x="663" y="7215"/>
                  </a:moveTo>
                  <a:lnTo>
                    <a:pt x="0" y="7634"/>
                  </a:lnTo>
                  <a:lnTo>
                    <a:pt x="147" y="6911"/>
                  </a:lnTo>
                  <a:lnTo>
                    <a:pt x="1420" y="5686"/>
                  </a:lnTo>
                  <a:lnTo>
                    <a:pt x="2124" y="4608"/>
                  </a:lnTo>
                  <a:lnTo>
                    <a:pt x="2524" y="4227"/>
                  </a:lnTo>
                  <a:lnTo>
                    <a:pt x="2667" y="3931"/>
                  </a:lnTo>
                  <a:lnTo>
                    <a:pt x="3225" y="3533"/>
                  </a:lnTo>
                  <a:lnTo>
                    <a:pt x="3505" y="2839"/>
                  </a:lnTo>
                  <a:lnTo>
                    <a:pt x="3428" y="2274"/>
                  </a:lnTo>
                  <a:lnTo>
                    <a:pt x="2843" y="1338"/>
                  </a:lnTo>
                  <a:lnTo>
                    <a:pt x="2851" y="680"/>
                  </a:lnTo>
                  <a:lnTo>
                    <a:pt x="3053" y="216"/>
                  </a:lnTo>
                  <a:lnTo>
                    <a:pt x="4039" y="0"/>
                  </a:lnTo>
                  <a:lnTo>
                    <a:pt x="3778" y="701"/>
                  </a:lnTo>
                  <a:lnTo>
                    <a:pt x="4166" y="2686"/>
                  </a:lnTo>
                  <a:lnTo>
                    <a:pt x="2859" y="5158"/>
                  </a:lnTo>
                  <a:lnTo>
                    <a:pt x="1740" y="592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3319497" y="2099989"/>
              <a:ext cx="2641" cy="2429"/>
            </a:xfrm>
            <a:custGeom>
              <a:avLst/>
              <a:pathLst>
                <a:path w="2641" h="2429">
                  <a:moveTo>
                    <a:pt x="2426" y="1619"/>
                  </a:moveTo>
                  <a:lnTo>
                    <a:pt x="2641" y="1869"/>
                  </a:lnTo>
                  <a:lnTo>
                    <a:pt x="2037" y="2429"/>
                  </a:lnTo>
                  <a:lnTo>
                    <a:pt x="678" y="1736"/>
                  </a:lnTo>
                  <a:lnTo>
                    <a:pt x="372" y="1784"/>
                  </a:lnTo>
                  <a:lnTo>
                    <a:pt x="102" y="1048"/>
                  </a:lnTo>
                  <a:lnTo>
                    <a:pt x="0" y="502"/>
                  </a:lnTo>
                  <a:lnTo>
                    <a:pt x="65" y="0"/>
                  </a:lnTo>
                  <a:lnTo>
                    <a:pt x="874" y="390"/>
                  </a:lnTo>
                  <a:lnTo>
                    <a:pt x="1311" y="111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3310017" y="2088429"/>
              <a:ext cx="4498" cy="11153"/>
            </a:xfrm>
            <a:custGeom>
              <a:avLst/>
              <a:pathLst>
                <a:path w="4498" h="11153">
                  <a:moveTo>
                    <a:pt x="4498" y="10795"/>
                  </a:moveTo>
                  <a:lnTo>
                    <a:pt x="4438" y="11153"/>
                  </a:lnTo>
                  <a:lnTo>
                    <a:pt x="3241" y="8366"/>
                  </a:lnTo>
                  <a:lnTo>
                    <a:pt x="1739" y="7689"/>
                  </a:lnTo>
                  <a:lnTo>
                    <a:pt x="876" y="7016"/>
                  </a:lnTo>
                  <a:lnTo>
                    <a:pt x="1055" y="6634"/>
                  </a:lnTo>
                  <a:lnTo>
                    <a:pt x="1654" y="6467"/>
                  </a:lnTo>
                  <a:lnTo>
                    <a:pt x="1754" y="5585"/>
                  </a:lnTo>
                  <a:lnTo>
                    <a:pt x="1498" y="4630"/>
                  </a:lnTo>
                  <a:lnTo>
                    <a:pt x="706" y="2702"/>
                  </a:lnTo>
                  <a:lnTo>
                    <a:pt x="262" y="1396"/>
                  </a:lnTo>
                  <a:lnTo>
                    <a:pt x="58" y="1095"/>
                  </a:lnTo>
                  <a:lnTo>
                    <a:pt x="0" y="0"/>
                  </a:lnTo>
                  <a:lnTo>
                    <a:pt x="940" y="1695"/>
                  </a:lnTo>
                  <a:lnTo>
                    <a:pt x="1330" y="3203"/>
                  </a:lnTo>
                  <a:lnTo>
                    <a:pt x="1960" y="4680"/>
                  </a:lnTo>
                  <a:lnTo>
                    <a:pt x="2381" y="7227"/>
                  </a:lnTo>
                  <a:lnTo>
                    <a:pt x="3584" y="8092"/>
                  </a:lnTo>
                  <a:lnTo>
                    <a:pt x="4449" y="932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3303195" y="2088387"/>
              <a:ext cx="3524" cy="3168"/>
            </a:xfrm>
            <a:custGeom>
              <a:avLst/>
              <a:pathLst>
                <a:path w="3524" h="3168">
                  <a:moveTo>
                    <a:pt x="3524" y="3085"/>
                  </a:moveTo>
                  <a:lnTo>
                    <a:pt x="3129" y="3168"/>
                  </a:lnTo>
                  <a:lnTo>
                    <a:pt x="2422" y="2799"/>
                  </a:lnTo>
                  <a:lnTo>
                    <a:pt x="767" y="1103"/>
                  </a:lnTo>
                  <a:lnTo>
                    <a:pt x="0" y="956"/>
                  </a:lnTo>
                  <a:lnTo>
                    <a:pt x="252" y="0"/>
                  </a:lnTo>
                  <a:lnTo>
                    <a:pt x="837" y="334"/>
                  </a:lnTo>
                  <a:lnTo>
                    <a:pt x="2172" y="1797"/>
                  </a:lnTo>
                  <a:lnTo>
                    <a:pt x="2676" y="253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3317255" y="2082037"/>
              <a:ext cx="1149" cy="2328"/>
            </a:xfrm>
            <a:custGeom>
              <a:avLst/>
              <a:pathLst>
                <a:path w="1149" h="2328">
                  <a:moveTo>
                    <a:pt x="1149" y="817"/>
                  </a:moveTo>
                  <a:lnTo>
                    <a:pt x="399" y="2328"/>
                  </a:lnTo>
                  <a:lnTo>
                    <a:pt x="0" y="2199"/>
                  </a:lnTo>
                  <a:lnTo>
                    <a:pt x="227" y="301"/>
                  </a:lnTo>
                  <a:lnTo>
                    <a:pt x="746" y="0"/>
                  </a:lnTo>
                  <a:lnTo>
                    <a:pt x="950" y="1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3284625" y="2079793"/>
              <a:ext cx="4552" cy="7648"/>
            </a:xfrm>
            <a:custGeom>
              <a:avLst/>
              <a:pathLst>
                <a:path w="4552" h="7648">
                  <a:moveTo>
                    <a:pt x="3237" y="531"/>
                  </a:moveTo>
                  <a:lnTo>
                    <a:pt x="3252" y="850"/>
                  </a:lnTo>
                  <a:lnTo>
                    <a:pt x="2314" y="1730"/>
                  </a:lnTo>
                  <a:lnTo>
                    <a:pt x="2995" y="2358"/>
                  </a:lnTo>
                  <a:lnTo>
                    <a:pt x="3637" y="992"/>
                  </a:lnTo>
                  <a:lnTo>
                    <a:pt x="4147" y="2102"/>
                  </a:lnTo>
                  <a:lnTo>
                    <a:pt x="4426" y="4182"/>
                  </a:lnTo>
                  <a:lnTo>
                    <a:pt x="4381" y="4545"/>
                  </a:lnTo>
                  <a:lnTo>
                    <a:pt x="4427" y="4855"/>
                  </a:lnTo>
                  <a:lnTo>
                    <a:pt x="4527" y="5254"/>
                  </a:lnTo>
                  <a:lnTo>
                    <a:pt x="4552" y="5831"/>
                  </a:lnTo>
                  <a:lnTo>
                    <a:pt x="4031" y="7648"/>
                  </a:lnTo>
                  <a:lnTo>
                    <a:pt x="2162" y="7462"/>
                  </a:lnTo>
                  <a:lnTo>
                    <a:pt x="2120" y="5930"/>
                  </a:lnTo>
                  <a:lnTo>
                    <a:pt x="1831" y="5634"/>
                  </a:lnTo>
                  <a:lnTo>
                    <a:pt x="1396" y="3447"/>
                  </a:lnTo>
                  <a:lnTo>
                    <a:pt x="812" y="2742"/>
                  </a:lnTo>
                  <a:lnTo>
                    <a:pt x="0" y="944"/>
                  </a:lnTo>
                  <a:lnTo>
                    <a:pt x="471" y="480"/>
                  </a:lnTo>
                  <a:lnTo>
                    <a:pt x="1100" y="635"/>
                  </a:lnTo>
                  <a:lnTo>
                    <a:pt x="1422" y="418"/>
                  </a:lnTo>
                  <a:lnTo>
                    <a:pt x="2294" y="245"/>
                  </a:lnTo>
                  <a:lnTo>
                    <a:pt x="2823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3305968" y="2074075"/>
              <a:ext cx="4183" cy="7789"/>
            </a:xfrm>
            <a:custGeom>
              <a:avLst/>
              <a:pathLst>
                <a:path w="4183" h="7789">
                  <a:moveTo>
                    <a:pt x="4121" y="6939"/>
                  </a:moveTo>
                  <a:lnTo>
                    <a:pt x="4183" y="7648"/>
                  </a:lnTo>
                  <a:lnTo>
                    <a:pt x="3550" y="7504"/>
                  </a:lnTo>
                  <a:lnTo>
                    <a:pt x="2614" y="7781"/>
                  </a:lnTo>
                  <a:lnTo>
                    <a:pt x="2277" y="7789"/>
                  </a:lnTo>
                  <a:lnTo>
                    <a:pt x="2487" y="7303"/>
                  </a:lnTo>
                  <a:lnTo>
                    <a:pt x="3137" y="6647"/>
                  </a:lnTo>
                  <a:lnTo>
                    <a:pt x="3169" y="6021"/>
                  </a:lnTo>
                  <a:lnTo>
                    <a:pt x="2366" y="5120"/>
                  </a:lnTo>
                  <a:lnTo>
                    <a:pt x="1430" y="2876"/>
                  </a:lnTo>
                  <a:lnTo>
                    <a:pt x="992" y="2344"/>
                  </a:lnTo>
                  <a:lnTo>
                    <a:pt x="784" y="1501"/>
                  </a:lnTo>
                  <a:lnTo>
                    <a:pt x="0" y="597"/>
                  </a:lnTo>
                  <a:lnTo>
                    <a:pt x="163" y="113"/>
                  </a:lnTo>
                  <a:lnTo>
                    <a:pt x="325" y="0"/>
                  </a:lnTo>
                  <a:lnTo>
                    <a:pt x="855" y="232"/>
                  </a:lnTo>
                  <a:lnTo>
                    <a:pt x="2058" y="3459"/>
                  </a:lnTo>
                  <a:lnTo>
                    <a:pt x="2136" y="376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3288769" y="2068698"/>
              <a:ext cx="2769" cy="1253"/>
            </a:xfrm>
            <a:custGeom>
              <a:avLst/>
              <a:pathLst>
                <a:path w="2769" h="1253">
                  <a:moveTo>
                    <a:pt x="2027" y="964"/>
                  </a:moveTo>
                  <a:lnTo>
                    <a:pt x="959" y="1253"/>
                  </a:lnTo>
                  <a:lnTo>
                    <a:pt x="195" y="968"/>
                  </a:lnTo>
                  <a:lnTo>
                    <a:pt x="0" y="738"/>
                  </a:lnTo>
                  <a:lnTo>
                    <a:pt x="327" y="353"/>
                  </a:lnTo>
                  <a:lnTo>
                    <a:pt x="1046" y="32"/>
                  </a:lnTo>
                  <a:lnTo>
                    <a:pt x="2202" y="0"/>
                  </a:lnTo>
                  <a:lnTo>
                    <a:pt x="2708" y="380"/>
                  </a:lnTo>
                  <a:lnTo>
                    <a:pt x="2769" y="54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3280506" y="2067033"/>
              <a:ext cx="6624" cy="12760"/>
            </a:xfrm>
            <a:custGeom>
              <a:avLst/>
              <a:pathLst>
                <a:path w="6624" h="12760">
                  <a:moveTo>
                    <a:pt x="6541" y="6903"/>
                  </a:moveTo>
                  <a:lnTo>
                    <a:pt x="6520" y="8592"/>
                  </a:lnTo>
                  <a:lnTo>
                    <a:pt x="6624" y="9855"/>
                  </a:lnTo>
                  <a:lnTo>
                    <a:pt x="6528" y="10305"/>
                  </a:lnTo>
                  <a:lnTo>
                    <a:pt x="5505" y="11150"/>
                  </a:lnTo>
                  <a:lnTo>
                    <a:pt x="5242" y="11622"/>
                  </a:lnTo>
                  <a:lnTo>
                    <a:pt x="4277" y="12098"/>
                  </a:lnTo>
                  <a:lnTo>
                    <a:pt x="3693" y="12760"/>
                  </a:lnTo>
                  <a:lnTo>
                    <a:pt x="3400" y="11684"/>
                  </a:lnTo>
                  <a:lnTo>
                    <a:pt x="2834" y="11018"/>
                  </a:lnTo>
                  <a:lnTo>
                    <a:pt x="2738" y="9887"/>
                  </a:lnTo>
                  <a:lnTo>
                    <a:pt x="2305" y="10269"/>
                  </a:lnTo>
                  <a:lnTo>
                    <a:pt x="1681" y="10036"/>
                  </a:lnTo>
                  <a:lnTo>
                    <a:pt x="650" y="9179"/>
                  </a:lnTo>
                  <a:lnTo>
                    <a:pt x="0" y="8016"/>
                  </a:lnTo>
                  <a:lnTo>
                    <a:pt x="911" y="7815"/>
                  </a:lnTo>
                  <a:lnTo>
                    <a:pt x="1100" y="8537"/>
                  </a:lnTo>
                  <a:lnTo>
                    <a:pt x="1821" y="7650"/>
                  </a:lnTo>
                  <a:lnTo>
                    <a:pt x="1657" y="7183"/>
                  </a:lnTo>
                  <a:lnTo>
                    <a:pt x="1527" y="7123"/>
                  </a:lnTo>
                  <a:lnTo>
                    <a:pt x="1291" y="6254"/>
                  </a:lnTo>
                  <a:lnTo>
                    <a:pt x="2376" y="3978"/>
                  </a:lnTo>
                  <a:lnTo>
                    <a:pt x="2610" y="2510"/>
                  </a:lnTo>
                  <a:lnTo>
                    <a:pt x="2118" y="154"/>
                  </a:lnTo>
                  <a:lnTo>
                    <a:pt x="2578" y="0"/>
                  </a:lnTo>
                  <a:lnTo>
                    <a:pt x="3803" y="826"/>
                  </a:lnTo>
                  <a:lnTo>
                    <a:pt x="4352" y="1639"/>
                  </a:lnTo>
                  <a:lnTo>
                    <a:pt x="4370" y="2755"/>
                  </a:lnTo>
                  <a:lnTo>
                    <a:pt x="4885" y="3619"/>
                  </a:lnTo>
                  <a:lnTo>
                    <a:pt x="5630" y="569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3296160" y="2061977"/>
              <a:ext cx="6298" cy="12768"/>
            </a:xfrm>
            <a:custGeom>
              <a:avLst/>
              <a:pathLst>
                <a:path w="6298" h="12768">
                  <a:moveTo>
                    <a:pt x="1247" y="1080"/>
                  </a:moveTo>
                  <a:lnTo>
                    <a:pt x="2804" y="2654"/>
                  </a:lnTo>
                  <a:lnTo>
                    <a:pt x="4133" y="3247"/>
                  </a:lnTo>
                  <a:lnTo>
                    <a:pt x="5569" y="5217"/>
                  </a:lnTo>
                  <a:lnTo>
                    <a:pt x="6187" y="5918"/>
                  </a:lnTo>
                  <a:lnTo>
                    <a:pt x="6298" y="6557"/>
                  </a:lnTo>
                  <a:lnTo>
                    <a:pt x="6056" y="9474"/>
                  </a:lnTo>
                  <a:lnTo>
                    <a:pt x="5733" y="11229"/>
                  </a:lnTo>
                  <a:lnTo>
                    <a:pt x="5781" y="12768"/>
                  </a:lnTo>
                  <a:lnTo>
                    <a:pt x="5444" y="12313"/>
                  </a:lnTo>
                  <a:lnTo>
                    <a:pt x="5103" y="11305"/>
                  </a:lnTo>
                  <a:lnTo>
                    <a:pt x="4544" y="10725"/>
                  </a:lnTo>
                  <a:lnTo>
                    <a:pt x="4358" y="10422"/>
                  </a:lnTo>
                  <a:lnTo>
                    <a:pt x="5363" y="10355"/>
                  </a:lnTo>
                  <a:lnTo>
                    <a:pt x="5452" y="8768"/>
                  </a:lnTo>
                  <a:lnTo>
                    <a:pt x="5942" y="7516"/>
                  </a:lnTo>
                  <a:lnTo>
                    <a:pt x="5868" y="6214"/>
                  </a:lnTo>
                  <a:lnTo>
                    <a:pt x="4695" y="4780"/>
                  </a:lnTo>
                  <a:lnTo>
                    <a:pt x="3891" y="3518"/>
                  </a:lnTo>
                  <a:lnTo>
                    <a:pt x="2656" y="3115"/>
                  </a:lnTo>
                  <a:lnTo>
                    <a:pt x="1513" y="1858"/>
                  </a:lnTo>
                  <a:lnTo>
                    <a:pt x="831" y="1703"/>
                  </a:lnTo>
                  <a:lnTo>
                    <a:pt x="0" y="1925"/>
                  </a:lnTo>
                  <a:lnTo>
                    <a:pt x="300" y="1176"/>
                  </a:lnTo>
                  <a:lnTo>
                    <a:pt x="508" y="185"/>
                  </a:lnTo>
                  <a:lnTo>
                    <a:pt x="660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3275299" y="2044778"/>
              <a:ext cx="10058" cy="4146"/>
            </a:xfrm>
            <a:custGeom>
              <a:avLst/>
              <a:pathLst>
                <a:path w="10058" h="4146">
                  <a:moveTo>
                    <a:pt x="4662" y="960"/>
                  </a:moveTo>
                  <a:lnTo>
                    <a:pt x="5808" y="1394"/>
                  </a:lnTo>
                  <a:lnTo>
                    <a:pt x="6422" y="1335"/>
                  </a:lnTo>
                  <a:lnTo>
                    <a:pt x="6790" y="1050"/>
                  </a:lnTo>
                  <a:lnTo>
                    <a:pt x="8486" y="1166"/>
                  </a:lnTo>
                  <a:lnTo>
                    <a:pt x="9855" y="749"/>
                  </a:lnTo>
                  <a:lnTo>
                    <a:pt x="10058" y="1490"/>
                  </a:lnTo>
                  <a:lnTo>
                    <a:pt x="10024" y="1877"/>
                  </a:lnTo>
                  <a:lnTo>
                    <a:pt x="7112" y="2239"/>
                  </a:lnTo>
                  <a:lnTo>
                    <a:pt x="4441" y="3327"/>
                  </a:lnTo>
                  <a:lnTo>
                    <a:pt x="2977" y="4064"/>
                  </a:lnTo>
                  <a:lnTo>
                    <a:pt x="2289" y="4146"/>
                  </a:lnTo>
                  <a:lnTo>
                    <a:pt x="1763" y="3758"/>
                  </a:lnTo>
                  <a:lnTo>
                    <a:pt x="0" y="1512"/>
                  </a:lnTo>
                  <a:lnTo>
                    <a:pt x="471" y="1736"/>
                  </a:lnTo>
                  <a:lnTo>
                    <a:pt x="1774" y="3006"/>
                  </a:lnTo>
                  <a:lnTo>
                    <a:pt x="2584" y="2774"/>
                  </a:lnTo>
                  <a:lnTo>
                    <a:pt x="3334" y="1935"/>
                  </a:lnTo>
                  <a:lnTo>
                    <a:pt x="3448" y="1301"/>
                  </a:lnTo>
                  <a:lnTo>
                    <a:pt x="3336" y="1001"/>
                  </a:lnTo>
                  <a:lnTo>
                    <a:pt x="3675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3285157" y="2042796"/>
              <a:ext cx="8566" cy="14570"/>
            </a:xfrm>
            <a:custGeom>
              <a:avLst/>
              <a:pathLst>
                <a:path w="8566" h="14570">
                  <a:moveTo>
                    <a:pt x="6793" y="14448"/>
                  </a:moveTo>
                  <a:lnTo>
                    <a:pt x="6597" y="14570"/>
                  </a:lnTo>
                  <a:lnTo>
                    <a:pt x="5775" y="13173"/>
                  </a:lnTo>
                  <a:lnTo>
                    <a:pt x="5114" y="12767"/>
                  </a:lnTo>
                  <a:lnTo>
                    <a:pt x="6147" y="11780"/>
                  </a:lnTo>
                  <a:lnTo>
                    <a:pt x="6593" y="10931"/>
                  </a:lnTo>
                  <a:lnTo>
                    <a:pt x="6584" y="9080"/>
                  </a:lnTo>
                  <a:lnTo>
                    <a:pt x="6836" y="8066"/>
                  </a:lnTo>
                  <a:lnTo>
                    <a:pt x="6751" y="7188"/>
                  </a:lnTo>
                  <a:lnTo>
                    <a:pt x="6979" y="6292"/>
                  </a:lnTo>
                  <a:lnTo>
                    <a:pt x="6671" y="5285"/>
                  </a:lnTo>
                  <a:lnTo>
                    <a:pt x="5807" y="4487"/>
                  </a:lnTo>
                  <a:lnTo>
                    <a:pt x="4097" y="1312"/>
                  </a:lnTo>
                  <a:lnTo>
                    <a:pt x="1397" y="541"/>
                  </a:lnTo>
                  <a:lnTo>
                    <a:pt x="0" y="509"/>
                  </a:lnTo>
                  <a:lnTo>
                    <a:pt x="768" y="0"/>
                  </a:lnTo>
                  <a:lnTo>
                    <a:pt x="1477" y="61"/>
                  </a:lnTo>
                  <a:lnTo>
                    <a:pt x="2569" y="365"/>
                  </a:lnTo>
                  <a:lnTo>
                    <a:pt x="3877" y="511"/>
                  </a:lnTo>
                  <a:lnTo>
                    <a:pt x="4676" y="1445"/>
                  </a:lnTo>
                  <a:lnTo>
                    <a:pt x="5439" y="2684"/>
                  </a:lnTo>
                  <a:lnTo>
                    <a:pt x="6129" y="3185"/>
                  </a:lnTo>
                  <a:lnTo>
                    <a:pt x="6412" y="3504"/>
                  </a:lnTo>
                  <a:lnTo>
                    <a:pt x="6380" y="3864"/>
                  </a:lnTo>
                  <a:lnTo>
                    <a:pt x="6495" y="4202"/>
                  </a:lnTo>
                  <a:lnTo>
                    <a:pt x="7394" y="4781"/>
                  </a:lnTo>
                  <a:lnTo>
                    <a:pt x="8300" y="5717"/>
                  </a:lnTo>
                  <a:lnTo>
                    <a:pt x="8566" y="8461"/>
                  </a:lnTo>
                  <a:lnTo>
                    <a:pt x="7345" y="9760"/>
                  </a:lnTo>
                  <a:lnTo>
                    <a:pt x="7121" y="1373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171448" y="1787041"/>
              <a:ext cx="36397" cy="37894"/>
            </a:xfrm>
            <a:custGeom>
              <a:avLst/>
              <a:pathLst>
                <a:path w="36397" h="37894">
                  <a:moveTo>
                    <a:pt x="30941" y="5681"/>
                  </a:moveTo>
                  <a:lnTo>
                    <a:pt x="31272" y="5652"/>
                  </a:lnTo>
                  <a:lnTo>
                    <a:pt x="32118" y="5257"/>
                  </a:lnTo>
                  <a:lnTo>
                    <a:pt x="33114" y="5053"/>
                  </a:lnTo>
                  <a:lnTo>
                    <a:pt x="33832" y="5287"/>
                  </a:lnTo>
                  <a:lnTo>
                    <a:pt x="34172" y="5518"/>
                  </a:lnTo>
                  <a:lnTo>
                    <a:pt x="34250" y="5830"/>
                  </a:lnTo>
                  <a:lnTo>
                    <a:pt x="34038" y="6916"/>
                  </a:lnTo>
                  <a:lnTo>
                    <a:pt x="33635" y="8086"/>
                  </a:lnTo>
                  <a:lnTo>
                    <a:pt x="32985" y="9303"/>
                  </a:lnTo>
                  <a:lnTo>
                    <a:pt x="32306" y="10450"/>
                  </a:lnTo>
                  <a:lnTo>
                    <a:pt x="32127" y="11057"/>
                  </a:lnTo>
                  <a:lnTo>
                    <a:pt x="32078" y="12023"/>
                  </a:lnTo>
                  <a:lnTo>
                    <a:pt x="31994" y="12784"/>
                  </a:lnTo>
                  <a:lnTo>
                    <a:pt x="32088" y="13198"/>
                  </a:lnTo>
                  <a:lnTo>
                    <a:pt x="32310" y="13585"/>
                  </a:lnTo>
                  <a:lnTo>
                    <a:pt x="33064" y="13892"/>
                  </a:lnTo>
                  <a:lnTo>
                    <a:pt x="34080" y="14655"/>
                  </a:lnTo>
                  <a:lnTo>
                    <a:pt x="34944" y="15650"/>
                  </a:lnTo>
                  <a:lnTo>
                    <a:pt x="36050" y="16780"/>
                  </a:lnTo>
                  <a:lnTo>
                    <a:pt x="36397" y="17199"/>
                  </a:lnTo>
                  <a:lnTo>
                    <a:pt x="36396" y="17650"/>
                  </a:lnTo>
                  <a:lnTo>
                    <a:pt x="36073" y="17985"/>
                  </a:lnTo>
                  <a:lnTo>
                    <a:pt x="35126" y="18111"/>
                  </a:lnTo>
                  <a:lnTo>
                    <a:pt x="34140" y="18013"/>
                  </a:lnTo>
                  <a:lnTo>
                    <a:pt x="33762" y="17897"/>
                  </a:lnTo>
                  <a:lnTo>
                    <a:pt x="33410" y="18036"/>
                  </a:lnTo>
                  <a:lnTo>
                    <a:pt x="33192" y="18292"/>
                  </a:lnTo>
                  <a:lnTo>
                    <a:pt x="33307" y="18596"/>
                  </a:lnTo>
                  <a:lnTo>
                    <a:pt x="34318" y="19970"/>
                  </a:lnTo>
                  <a:lnTo>
                    <a:pt x="35492" y="21939"/>
                  </a:lnTo>
                  <a:lnTo>
                    <a:pt x="35558" y="22786"/>
                  </a:lnTo>
                  <a:lnTo>
                    <a:pt x="35415" y="23451"/>
                  </a:lnTo>
                  <a:lnTo>
                    <a:pt x="35143" y="23913"/>
                  </a:lnTo>
                  <a:lnTo>
                    <a:pt x="34654" y="23836"/>
                  </a:lnTo>
                  <a:lnTo>
                    <a:pt x="34283" y="23475"/>
                  </a:lnTo>
                  <a:lnTo>
                    <a:pt x="33719" y="23498"/>
                  </a:lnTo>
                  <a:lnTo>
                    <a:pt x="33281" y="23602"/>
                  </a:lnTo>
                  <a:lnTo>
                    <a:pt x="32712" y="24314"/>
                  </a:lnTo>
                  <a:lnTo>
                    <a:pt x="32429" y="24284"/>
                  </a:lnTo>
                  <a:lnTo>
                    <a:pt x="31941" y="24392"/>
                  </a:lnTo>
                  <a:lnTo>
                    <a:pt x="31631" y="24532"/>
                  </a:lnTo>
                  <a:lnTo>
                    <a:pt x="31142" y="24325"/>
                  </a:lnTo>
                  <a:lnTo>
                    <a:pt x="30630" y="24188"/>
                  </a:lnTo>
                  <a:lnTo>
                    <a:pt x="30407" y="24407"/>
                  </a:lnTo>
                  <a:lnTo>
                    <a:pt x="30308" y="24824"/>
                  </a:lnTo>
                  <a:lnTo>
                    <a:pt x="30626" y="25582"/>
                  </a:lnTo>
                  <a:lnTo>
                    <a:pt x="31221" y="26769"/>
                  </a:lnTo>
                  <a:lnTo>
                    <a:pt x="31126" y="27674"/>
                  </a:lnTo>
                  <a:lnTo>
                    <a:pt x="30672" y="27772"/>
                  </a:lnTo>
                  <a:lnTo>
                    <a:pt x="30256" y="27018"/>
                  </a:lnTo>
                  <a:lnTo>
                    <a:pt x="29886" y="26896"/>
                  </a:lnTo>
                  <a:lnTo>
                    <a:pt x="29465" y="26922"/>
                  </a:lnTo>
                  <a:lnTo>
                    <a:pt x="28501" y="27798"/>
                  </a:lnTo>
                  <a:lnTo>
                    <a:pt x="27792" y="28533"/>
                  </a:lnTo>
                  <a:lnTo>
                    <a:pt x="27627" y="29048"/>
                  </a:lnTo>
                  <a:lnTo>
                    <a:pt x="27373" y="29609"/>
                  </a:lnTo>
                  <a:lnTo>
                    <a:pt x="27296" y="30015"/>
                  </a:lnTo>
                  <a:lnTo>
                    <a:pt x="27313" y="31367"/>
                  </a:lnTo>
                  <a:lnTo>
                    <a:pt x="26034" y="31583"/>
                  </a:lnTo>
                  <a:lnTo>
                    <a:pt x="25766" y="31782"/>
                  </a:lnTo>
                  <a:lnTo>
                    <a:pt x="25612" y="32193"/>
                  </a:lnTo>
                  <a:lnTo>
                    <a:pt x="25718" y="33927"/>
                  </a:lnTo>
                  <a:lnTo>
                    <a:pt x="25822" y="34860"/>
                  </a:lnTo>
                  <a:lnTo>
                    <a:pt x="26553" y="36297"/>
                  </a:lnTo>
                  <a:lnTo>
                    <a:pt x="26578" y="36752"/>
                  </a:lnTo>
                  <a:lnTo>
                    <a:pt x="26474" y="37051"/>
                  </a:lnTo>
                  <a:lnTo>
                    <a:pt x="25955" y="37622"/>
                  </a:lnTo>
                  <a:lnTo>
                    <a:pt x="25707" y="37827"/>
                  </a:lnTo>
                  <a:lnTo>
                    <a:pt x="25541" y="37894"/>
                  </a:lnTo>
                  <a:lnTo>
                    <a:pt x="24692" y="37518"/>
                  </a:lnTo>
                  <a:lnTo>
                    <a:pt x="24289" y="37340"/>
                  </a:lnTo>
                  <a:lnTo>
                    <a:pt x="22585" y="36069"/>
                  </a:lnTo>
                  <a:lnTo>
                    <a:pt x="21834" y="35362"/>
                  </a:lnTo>
                  <a:lnTo>
                    <a:pt x="20645" y="34439"/>
                  </a:lnTo>
                  <a:lnTo>
                    <a:pt x="19912" y="33914"/>
                  </a:lnTo>
                  <a:lnTo>
                    <a:pt x="19539" y="33116"/>
                  </a:lnTo>
                  <a:lnTo>
                    <a:pt x="18955" y="32932"/>
                  </a:lnTo>
                  <a:lnTo>
                    <a:pt x="18268" y="33188"/>
                  </a:lnTo>
                  <a:lnTo>
                    <a:pt x="17488" y="32612"/>
                  </a:lnTo>
                  <a:lnTo>
                    <a:pt x="18040" y="32314"/>
                  </a:lnTo>
                  <a:lnTo>
                    <a:pt x="18176" y="32031"/>
                  </a:lnTo>
                  <a:lnTo>
                    <a:pt x="18106" y="31661"/>
                  </a:lnTo>
                  <a:lnTo>
                    <a:pt x="17863" y="31156"/>
                  </a:lnTo>
                  <a:lnTo>
                    <a:pt x="15758" y="28978"/>
                  </a:lnTo>
                  <a:lnTo>
                    <a:pt x="14725" y="27490"/>
                  </a:lnTo>
                  <a:lnTo>
                    <a:pt x="14557" y="26957"/>
                  </a:lnTo>
                  <a:lnTo>
                    <a:pt x="14543" y="25535"/>
                  </a:lnTo>
                  <a:lnTo>
                    <a:pt x="14299" y="25194"/>
                  </a:lnTo>
                  <a:lnTo>
                    <a:pt x="12752" y="24548"/>
                  </a:lnTo>
                  <a:lnTo>
                    <a:pt x="11024" y="22700"/>
                  </a:lnTo>
                  <a:lnTo>
                    <a:pt x="9241" y="20890"/>
                  </a:lnTo>
                  <a:lnTo>
                    <a:pt x="8997" y="20385"/>
                  </a:lnTo>
                  <a:lnTo>
                    <a:pt x="8078" y="19016"/>
                  </a:lnTo>
                  <a:lnTo>
                    <a:pt x="6957" y="17769"/>
                  </a:lnTo>
                  <a:lnTo>
                    <a:pt x="6063" y="16973"/>
                  </a:lnTo>
                  <a:lnTo>
                    <a:pt x="5330" y="16068"/>
                  </a:lnTo>
                  <a:lnTo>
                    <a:pt x="4518" y="14804"/>
                  </a:lnTo>
                  <a:lnTo>
                    <a:pt x="4098" y="12895"/>
                  </a:lnTo>
                  <a:lnTo>
                    <a:pt x="3724" y="11197"/>
                  </a:lnTo>
                  <a:lnTo>
                    <a:pt x="3470" y="10538"/>
                  </a:lnTo>
                  <a:lnTo>
                    <a:pt x="2955" y="10306"/>
                  </a:lnTo>
                  <a:lnTo>
                    <a:pt x="1357" y="8293"/>
                  </a:lnTo>
                  <a:lnTo>
                    <a:pt x="0" y="7123"/>
                  </a:lnTo>
                  <a:lnTo>
                    <a:pt x="12" y="5860"/>
                  </a:lnTo>
                  <a:lnTo>
                    <a:pt x="235" y="3752"/>
                  </a:lnTo>
                  <a:lnTo>
                    <a:pt x="486" y="1361"/>
                  </a:lnTo>
                  <a:lnTo>
                    <a:pt x="815" y="1029"/>
                  </a:lnTo>
                  <a:lnTo>
                    <a:pt x="1434" y="848"/>
                  </a:lnTo>
                  <a:lnTo>
                    <a:pt x="2143" y="917"/>
                  </a:lnTo>
                  <a:lnTo>
                    <a:pt x="2759" y="1212"/>
                  </a:lnTo>
                  <a:lnTo>
                    <a:pt x="3980" y="2850"/>
                  </a:lnTo>
                  <a:lnTo>
                    <a:pt x="4677" y="3486"/>
                  </a:lnTo>
                  <a:lnTo>
                    <a:pt x="5267" y="3734"/>
                  </a:lnTo>
                  <a:lnTo>
                    <a:pt x="5945" y="3043"/>
                  </a:lnTo>
                  <a:lnTo>
                    <a:pt x="6782" y="1597"/>
                  </a:lnTo>
                  <a:lnTo>
                    <a:pt x="7512" y="834"/>
                  </a:lnTo>
                  <a:lnTo>
                    <a:pt x="9973" y="1111"/>
                  </a:lnTo>
                  <a:lnTo>
                    <a:pt x="11182" y="0"/>
                  </a:lnTo>
                  <a:lnTo>
                    <a:pt x="13138" y="1461"/>
                  </a:lnTo>
                  <a:lnTo>
                    <a:pt x="13945" y="1680"/>
                  </a:lnTo>
                  <a:lnTo>
                    <a:pt x="14400" y="1478"/>
                  </a:lnTo>
                  <a:lnTo>
                    <a:pt x="15019" y="1570"/>
                  </a:lnTo>
                  <a:lnTo>
                    <a:pt x="16391" y="1998"/>
                  </a:lnTo>
                  <a:lnTo>
                    <a:pt x="16707" y="2178"/>
                  </a:lnTo>
                  <a:lnTo>
                    <a:pt x="17120" y="2148"/>
                  </a:lnTo>
                  <a:lnTo>
                    <a:pt x="18135" y="1577"/>
                  </a:lnTo>
                  <a:lnTo>
                    <a:pt x="18481" y="1648"/>
                  </a:lnTo>
                  <a:lnTo>
                    <a:pt x="19642" y="2767"/>
                  </a:lnTo>
                  <a:lnTo>
                    <a:pt x="20225" y="2780"/>
                  </a:lnTo>
                  <a:lnTo>
                    <a:pt x="20927" y="2297"/>
                  </a:lnTo>
                  <a:lnTo>
                    <a:pt x="21378" y="1879"/>
                  </a:lnTo>
                  <a:lnTo>
                    <a:pt x="22711" y="2192"/>
                  </a:lnTo>
                  <a:lnTo>
                    <a:pt x="23475" y="2003"/>
                  </a:lnTo>
                  <a:lnTo>
                    <a:pt x="24109" y="1984"/>
                  </a:lnTo>
                  <a:lnTo>
                    <a:pt x="24796" y="2175"/>
                  </a:lnTo>
                  <a:lnTo>
                    <a:pt x="25424" y="2434"/>
                  </a:lnTo>
                  <a:lnTo>
                    <a:pt x="26032" y="2660"/>
                  </a:lnTo>
                  <a:lnTo>
                    <a:pt x="27682" y="2777"/>
                  </a:lnTo>
                  <a:lnTo>
                    <a:pt x="28472" y="3487"/>
                  </a:lnTo>
                  <a:lnTo>
                    <a:pt x="28787" y="4174"/>
                  </a:lnTo>
                  <a:lnTo>
                    <a:pt x="28794" y="4593"/>
                  </a:lnTo>
                  <a:lnTo>
                    <a:pt x="28872" y="5044"/>
                  </a:lnTo>
                  <a:lnTo>
                    <a:pt x="29326" y="5485"/>
                  </a:lnTo>
                  <a:lnTo>
                    <a:pt x="30318" y="573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3427772" y="2168631"/>
              <a:ext cx="659" cy="582"/>
            </a:xfrm>
            <a:custGeom>
              <a:avLst/>
              <a:pathLst>
                <a:path w="659" h="582">
                  <a:moveTo>
                    <a:pt x="354" y="582"/>
                  </a:moveTo>
                  <a:lnTo>
                    <a:pt x="98" y="482"/>
                  </a:lnTo>
                  <a:lnTo>
                    <a:pt x="0" y="274"/>
                  </a:lnTo>
                  <a:lnTo>
                    <a:pt x="37" y="0"/>
                  </a:lnTo>
                  <a:lnTo>
                    <a:pt x="659" y="133"/>
                  </a:lnTo>
                  <a:lnTo>
                    <a:pt x="589" y="287"/>
                  </a:lnTo>
                  <a:lnTo>
                    <a:pt x="484" y="45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241822" y="1635438"/>
              <a:ext cx="90210" cy="68076"/>
            </a:xfrm>
            <a:custGeom>
              <a:avLst/>
              <a:pathLst>
                <a:path w="90210" h="68076">
                  <a:moveTo>
                    <a:pt x="47047" y="40"/>
                  </a:moveTo>
                  <a:lnTo>
                    <a:pt x="48336" y="1253"/>
                  </a:lnTo>
                  <a:lnTo>
                    <a:pt x="48639" y="1300"/>
                  </a:lnTo>
                  <a:lnTo>
                    <a:pt x="49356" y="824"/>
                  </a:lnTo>
                  <a:lnTo>
                    <a:pt x="49498" y="792"/>
                  </a:lnTo>
                  <a:lnTo>
                    <a:pt x="50982" y="750"/>
                  </a:lnTo>
                  <a:lnTo>
                    <a:pt x="51673" y="1172"/>
                  </a:lnTo>
                  <a:lnTo>
                    <a:pt x="52183" y="1996"/>
                  </a:lnTo>
                  <a:lnTo>
                    <a:pt x="52656" y="2656"/>
                  </a:lnTo>
                  <a:lnTo>
                    <a:pt x="53166" y="2834"/>
                  </a:lnTo>
                  <a:lnTo>
                    <a:pt x="54611" y="2004"/>
                  </a:lnTo>
                  <a:lnTo>
                    <a:pt x="55408" y="1729"/>
                  </a:lnTo>
                  <a:lnTo>
                    <a:pt x="55935" y="1738"/>
                  </a:lnTo>
                  <a:lnTo>
                    <a:pt x="57785" y="2481"/>
                  </a:lnTo>
                  <a:lnTo>
                    <a:pt x="58656" y="2888"/>
                  </a:lnTo>
                  <a:lnTo>
                    <a:pt x="58855" y="3258"/>
                  </a:lnTo>
                  <a:lnTo>
                    <a:pt x="58873" y="3692"/>
                  </a:lnTo>
                  <a:lnTo>
                    <a:pt x="58638" y="4338"/>
                  </a:lnTo>
                  <a:lnTo>
                    <a:pt x="58451" y="5041"/>
                  </a:lnTo>
                  <a:lnTo>
                    <a:pt x="59015" y="5871"/>
                  </a:lnTo>
                  <a:lnTo>
                    <a:pt x="59670" y="6433"/>
                  </a:lnTo>
                  <a:lnTo>
                    <a:pt x="61069" y="5504"/>
                  </a:lnTo>
                  <a:lnTo>
                    <a:pt x="61584" y="5245"/>
                  </a:lnTo>
                  <a:lnTo>
                    <a:pt x="62148" y="5235"/>
                  </a:lnTo>
                  <a:lnTo>
                    <a:pt x="62903" y="4891"/>
                  </a:lnTo>
                  <a:lnTo>
                    <a:pt x="63449" y="4372"/>
                  </a:lnTo>
                  <a:lnTo>
                    <a:pt x="63973" y="4191"/>
                  </a:lnTo>
                  <a:lnTo>
                    <a:pt x="64972" y="4315"/>
                  </a:lnTo>
                  <a:lnTo>
                    <a:pt x="66779" y="4192"/>
                  </a:lnTo>
                  <a:lnTo>
                    <a:pt x="68885" y="5007"/>
                  </a:lnTo>
                  <a:lnTo>
                    <a:pt x="69066" y="5258"/>
                  </a:lnTo>
                  <a:lnTo>
                    <a:pt x="70119" y="6213"/>
                  </a:lnTo>
                  <a:lnTo>
                    <a:pt x="70487" y="6688"/>
                  </a:lnTo>
                  <a:lnTo>
                    <a:pt x="70834" y="6839"/>
                  </a:lnTo>
                  <a:lnTo>
                    <a:pt x="71396" y="7304"/>
                  </a:lnTo>
                  <a:lnTo>
                    <a:pt x="72145" y="7597"/>
                  </a:lnTo>
                  <a:lnTo>
                    <a:pt x="72667" y="7507"/>
                  </a:lnTo>
                  <a:lnTo>
                    <a:pt x="72915" y="7663"/>
                  </a:lnTo>
                  <a:lnTo>
                    <a:pt x="73148" y="8030"/>
                  </a:lnTo>
                  <a:lnTo>
                    <a:pt x="73166" y="8654"/>
                  </a:lnTo>
                  <a:lnTo>
                    <a:pt x="73089" y="10438"/>
                  </a:lnTo>
                  <a:lnTo>
                    <a:pt x="72722" y="10954"/>
                  </a:lnTo>
                  <a:lnTo>
                    <a:pt x="72336" y="11374"/>
                  </a:lnTo>
                  <a:lnTo>
                    <a:pt x="72237" y="11699"/>
                  </a:lnTo>
                  <a:lnTo>
                    <a:pt x="72274" y="12094"/>
                  </a:lnTo>
                  <a:lnTo>
                    <a:pt x="72870" y="12865"/>
                  </a:lnTo>
                  <a:lnTo>
                    <a:pt x="73640" y="14062"/>
                  </a:lnTo>
                  <a:lnTo>
                    <a:pt x="73819" y="14756"/>
                  </a:lnTo>
                  <a:lnTo>
                    <a:pt x="73819" y="15277"/>
                  </a:lnTo>
                  <a:lnTo>
                    <a:pt x="72769" y="16808"/>
                  </a:lnTo>
                  <a:lnTo>
                    <a:pt x="72420" y="17167"/>
                  </a:lnTo>
                  <a:lnTo>
                    <a:pt x="72180" y="17921"/>
                  </a:lnTo>
                  <a:lnTo>
                    <a:pt x="72052" y="18687"/>
                  </a:lnTo>
                  <a:lnTo>
                    <a:pt x="72126" y="19004"/>
                  </a:lnTo>
                  <a:lnTo>
                    <a:pt x="73880" y="20223"/>
                  </a:lnTo>
                  <a:lnTo>
                    <a:pt x="75177" y="20884"/>
                  </a:lnTo>
                  <a:lnTo>
                    <a:pt x="75469" y="21207"/>
                  </a:lnTo>
                  <a:lnTo>
                    <a:pt x="75495" y="21408"/>
                  </a:lnTo>
                  <a:lnTo>
                    <a:pt x="74805" y="22717"/>
                  </a:lnTo>
                  <a:lnTo>
                    <a:pt x="74737" y="23069"/>
                  </a:lnTo>
                  <a:lnTo>
                    <a:pt x="75777" y="23611"/>
                  </a:lnTo>
                  <a:lnTo>
                    <a:pt x="76352" y="24466"/>
                  </a:lnTo>
                  <a:lnTo>
                    <a:pt x="76859" y="25860"/>
                  </a:lnTo>
                  <a:lnTo>
                    <a:pt x="77848" y="27196"/>
                  </a:lnTo>
                  <a:lnTo>
                    <a:pt x="79975" y="28378"/>
                  </a:lnTo>
                  <a:lnTo>
                    <a:pt x="81522" y="29149"/>
                  </a:lnTo>
                  <a:lnTo>
                    <a:pt x="81844" y="29501"/>
                  </a:lnTo>
                  <a:lnTo>
                    <a:pt x="81956" y="29918"/>
                  </a:lnTo>
                  <a:lnTo>
                    <a:pt x="81837" y="30835"/>
                  </a:lnTo>
                  <a:lnTo>
                    <a:pt x="81437" y="31952"/>
                  </a:lnTo>
                  <a:lnTo>
                    <a:pt x="81165" y="32573"/>
                  </a:lnTo>
                  <a:lnTo>
                    <a:pt x="81795" y="32831"/>
                  </a:lnTo>
                  <a:lnTo>
                    <a:pt x="83416" y="32762"/>
                  </a:lnTo>
                  <a:lnTo>
                    <a:pt x="85386" y="32980"/>
                  </a:lnTo>
                  <a:lnTo>
                    <a:pt x="87749" y="34212"/>
                  </a:lnTo>
                  <a:lnTo>
                    <a:pt x="87757" y="34764"/>
                  </a:lnTo>
                  <a:lnTo>
                    <a:pt x="87513" y="35267"/>
                  </a:lnTo>
                  <a:lnTo>
                    <a:pt x="87675" y="35797"/>
                  </a:lnTo>
                  <a:lnTo>
                    <a:pt x="87933" y="36248"/>
                  </a:lnTo>
                  <a:lnTo>
                    <a:pt x="89978" y="37626"/>
                  </a:lnTo>
                  <a:lnTo>
                    <a:pt x="90174" y="38027"/>
                  </a:lnTo>
                  <a:lnTo>
                    <a:pt x="90210" y="38696"/>
                  </a:lnTo>
                  <a:lnTo>
                    <a:pt x="90153" y="39186"/>
                  </a:lnTo>
                  <a:lnTo>
                    <a:pt x="89587" y="39289"/>
                  </a:lnTo>
                  <a:lnTo>
                    <a:pt x="88959" y="39519"/>
                  </a:lnTo>
                  <a:lnTo>
                    <a:pt x="87930" y="40106"/>
                  </a:lnTo>
                  <a:lnTo>
                    <a:pt x="87523" y="40939"/>
                  </a:lnTo>
                  <a:lnTo>
                    <a:pt x="85862" y="42086"/>
                  </a:lnTo>
                  <a:lnTo>
                    <a:pt x="84834" y="42605"/>
                  </a:lnTo>
                  <a:lnTo>
                    <a:pt x="84015" y="42629"/>
                  </a:lnTo>
                  <a:lnTo>
                    <a:pt x="82068" y="42395"/>
                  </a:lnTo>
                  <a:lnTo>
                    <a:pt x="81385" y="41828"/>
                  </a:lnTo>
                  <a:lnTo>
                    <a:pt x="81101" y="41308"/>
                  </a:lnTo>
                  <a:lnTo>
                    <a:pt x="80352" y="41074"/>
                  </a:lnTo>
                  <a:lnTo>
                    <a:pt x="79356" y="41052"/>
                  </a:lnTo>
                  <a:lnTo>
                    <a:pt x="77983" y="41142"/>
                  </a:lnTo>
                  <a:lnTo>
                    <a:pt x="77704" y="41299"/>
                  </a:lnTo>
                  <a:lnTo>
                    <a:pt x="77478" y="41938"/>
                  </a:lnTo>
                  <a:lnTo>
                    <a:pt x="76895" y="43028"/>
                  </a:lnTo>
                  <a:lnTo>
                    <a:pt x="76478" y="43644"/>
                  </a:lnTo>
                  <a:lnTo>
                    <a:pt x="76821" y="44019"/>
                  </a:lnTo>
                  <a:lnTo>
                    <a:pt x="77369" y="44805"/>
                  </a:lnTo>
                  <a:lnTo>
                    <a:pt x="78218" y="45804"/>
                  </a:lnTo>
                  <a:lnTo>
                    <a:pt x="79092" y="46691"/>
                  </a:lnTo>
                  <a:lnTo>
                    <a:pt x="79373" y="47235"/>
                  </a:lnTo>
                  <a:lnTo>
                    <a:pt x="79360" y="47623"/>
                  </a:lnTo>
                  <a:lnTo>
                    <a:pt x="78944" y="48079"/>
                  </a:lnTo>
                  <a:lnTo>
                    <a:pt x="79007" y="48996"/>
                  </a:lnTo>
                  <a:lnTo>
                    <a:pt x="79856" y="50206"/>
                  </a:lnTo>
                  <a:lnTo>
                    <a:pt x="79569" y="50398"/>
                  </a:lnTo>
                  <a:lnTo>
                    <a:pt x="79484" y="51882"/>
                  </a:lnTo>
                  <a:lnTo>
                    <a:pt x="79492" y="53469"/>
                  </a:lnTo>
                  <a:lnTo>
                    <a:pt x="79721" y="53852"/>
                  </a:lnTo>
                  <a:lnTo>
                    <a:pt x="80178" y="54167"/>
                  </a:lnTo>
                  <a:lnTo>
                    <a:pt x="80563" y="54747"/>
                  </a:lnTo>
                  <a:lnTo>
                    <a:pt x="81206" y="56070"/>
                  </a:lnTo>
                  <a:lnTo>
                    <a:pt x="81252" y="56415"/>
                  </a:lnTo>
                  <a:lnTo>
                    <a:pt x="79457" y="56317"/>
                  </a:lnTo>
                  <a:lnTo>
                    <a:pt x="77303" y="56355"/>
                  </a:lnTo>
                  <a:lnTo>
                    <a:pt x="76092" y="57124"/>
                  </a:lnTo>
                  <a:lnTo>
                    <a:pt x="75623" y="56947"/>
                  </a:lnTo>
                  <a:lnTo>
                    <a:pt x="74780" y="56751"/>
                  </a:lnTo>
                  <a:lnTo>
                    <a:pt x="73846" y="57180"/>
                  </a:lnTo>
                  <a:lnTo>
                    <a:pt x="72570" y="58479"/>
                  </a:lnTo>
                  <a:lnTo>
                    <a:pt x="71714" y="59287"/>
                  </a:lnTo>
                  <a:lnTo>
                    <a:pt x="70882" y="60417"/>
                  </a:lnTo>
                  <a:lnTo>
                    <a:pt x="70618" y="61032"/>
                  </a:lnTo>
                  <a:lnTo>
                    <a:pt x="70093" y="62163"/>
                  </a:lnTo>
                  <a:lnTo>
                    <a:pt x="69611" y="63455"/>
                  </a:lnTo>
                  <a:lnTo>
                    <a:pt x="69874" y="64359"/>
                  </a:lnTo>
                  <a:lnTo>
                    <a:pt x="70267" y="65200"/>
                  </a:lnTo>
                  <a:lnTo>
                    <a:pt x="70356" y="66105"/>
                  </a:lnTo>
                  <a:lnTo>
                    <a:pt x="70553" y="66815"/>
                  </a:lnTo>
                  <a:lnTo>
                    <a:pt x="70027" y="67332"/>
                  </a:lnTo>
                  <a:lnTo>
                    <a:pt x="69720" y="68076"/>
                  </a:lnTo>
                  <a:lnTo>
                    <a:pt x="68821" y="67946"/>
                  </a:lnTo>
                  <a:lnTo>
                    <a:pt x="67723" y="67232"/>
                  </a:lnTo>
                  <a:lnTo>
                    <a:pt x="67492" y="66199"/>
                  </a:lnTo>
                  <a:lnTo>
                    <a:pt x="66645" y="65479"/>
                  </a:lnTo>
                  <a:lnTo>
                    <a:pt x="66089" y="65107"/>
                  </a:lnTo>
                  <a:lnTo>
                    <a:pt x="65172" y="65049"/>
                  </a:lnTo>
                  <a:lnTo>
                    <a:pt x="63706" y="65384"/>
                  </a:lnTo>
                  <a:lnTo>
                    <a:pt x="61788" y="65642"/>
                  </a:lnTo>
                  <a:lnTo>
                    <a:pt x="60341" y="65711"/>
                  </a:lnTo>
                  <a:lnTo>
                    <a:pt x="59551" y="66077"/>
                  </a:lnTo>
                  <a:lnTo>
                    <a:pt x="58386" y="66436"/>
                  </a:lnTo>
                  <a:lnTo>
                    <a:pt x="57935" y="66012"/>
                  </a:lnTo>
                  <a:lnTo>
                    <a:pt x="57288" y="64840"/>
                  </a:lnTo>
                  <a:lnTo>
                    <a:pt x="56756" y="63674"/>
                  </a:lnTo>
                  <a:lnTo>
                    <a:pt x="56391" y="63163"/>
                  </a:lnTo>
                  <a:lnTo>
                    <a:pt x="56073" y="63020"/>
                  </a:lnTo>
                  <a:lnTo>
                    <a:pt x="55682" y="63049"/>
                  </a:lnTo>
                  <a:lnTo>
                    <a:pt x="55232" y="63419"/>
                  </a:lnTo>
                  <a:lnTo>
                    <a:pt x="54897" y="63797"/>
                  </a:lnTo>
                  <a:lnTo>
                    <a:pt x="54422" y="63932"/>
                  </a:lnTo>
                  <a:lnTo>
                    <a:pt x="53684" y="64238"/>
                  </a:lnTo>
                  <a:lnTo>
                    <a:pt x="53152" y="64654"/>
                  </a:lnTo>
                  <a:lnTo>
                    <a:pt x="52565" y="65728"/>
                  </a:lnTo>
                  <a:lnTo>
                    <a:pt x="52177" y="65651"/>
                  </a:lnTo>
                  <a:lnTo>
                    <a:pt x="51775" y="65405"/>
                  </a:lnTo>
                  <a:lnTo>
                    <a:pt x="51314" y="64204"/>
                  </a:lnTo>
                  <a:lnTo>
                    <a:pt x="50680" y="63928"/>
                  </a:lnTo>
                  <a:lnTo>
                    <a:pt x="49664" y="63911"/>
                  </a:lnTo>
                  <a:lnTo>
                    <a:pt x="48406" y="63657"/>
                  </a:lnTo>
                  <a:lnTo>
                    <a:pt x="47386" y="63294"/>
                  </a:lnTo>
                  <a:lnTo>
                    <a:pt x="47013" y="63381"/>
                  </a:lnTo>
                  <a:lnTo>
                    <a:pt x="46406" y="63891"/>
                  </a:lnTo>
                  <a:lnTo>
                    <a:pt x="45749" y="63965"/>
                  </a:lnTo>
                  <a:lnTo>
                    <a:pt x="44309" y="63510"/>
                  </a:lnTo>
                  <a:lnTo>
                    <a:pt x="44027" y="63718"/>
                  </a:lnTo>
                  <a:lnTo>
                    <a:pt x="43649" y="64392"/>
                  </a:lnTo>
                  <a:lnTo>
                    <a:pt x="43200" y="65042"/>
                  </a:lnTo>
                  <a:lnTo>
                    <a:pt x="42809" y="65106"/>
                  </a:lnTo>
                  <a:lnTo>
                    <a:pt x="42589" y="64939"/>
                  </a:lnTo>
                  <a:lnTo>
                    <a:pt x="42712" y="63789"/>
                  </a:lnTo>
                  <a:lnTo>
                    <a:pt x="41876" y="63381"/>
                  </a:lnTo>
                  <a:lnTo>
                    <a:pt x="40466" y="63319"/>
                  </a:lnTo>
                  <a:lnTo>
                    <a:pt x="39475" y="63486"/>
                  </a:lnTo>
                  <a:lnTo>
                    <a:pt x="38989" y="63440"/>
                  </a:lnTo>
                  <a:lnTo>
                    <a:pt x="38742" y="63214"/>
                  </a:lnTo>
                  <a:lnTo>
                    <a:pt x="37530" y="61283"/>
                  </a:lnTo>
                  <a:lnTo>
                    <a:pt x="36887" y="61160"/>
                  </a:lnTo>
                  <a:lnTo>
                    <a:pt x="35740" y="61256"/>
                  </a:lnTo>
                  <a:lnTo>
                    <a:pt x="34043" y="61023"/>
                  </a:lnTo>
                  <a:lnTo>
                    <a:pt x="32089" y="60588"/>
                  </a:lnTo>
                  <a:lnTo>
                    <a:pt x="31015" y="60427"/>
                  </a:lnTo>
                  <a:lnTo>
                    <a:pt x="30456" y="59994"/>
                  </a:lnTo>
                  <a:lnTo>
                    <a:pt x="29252" y="59847"/>
                  </a:lnTo>
                  <a:lnTo>
                    <a:pt x="26019" y="59031"/>
                  </a:lnTo>
                  <a:lnTo>
                    <a:pt x="24698" y="58887"/>
                  </a:lnTo>
                  <a:lnTo>
                    <a:pt x="22754" y="58874"/>
                  </a:lnTo>
                  <a:lnTo>
                    <a:pt x="19792" y="58693"/>
                  </a:lnTo>
                  <a:lnTo>
                    <a:pt x="17896" y="58794"/>
                  </a:lnTo>
                  <a:lnTo>
                    <a:pt x="17017" y="59064"/>
                  </a:lnTo>
                  <a:lnTo>
                    <a:pt x="16001" y="59232"/>
                  </a:lnTo>
                  <a:lnTo>
                    <a:pt x="14286" y="59383"/>
                  </a:lnTo>
                  <a:lnTo>
                    <a:pt x="13587" y="59366"/>
                  </a:lnTo>
                  <a:lnTo>
                    <a:pt x="12489" y="59456"/>
                  </a:lnTo>
                  <a:lnTo>
                    <a:pt x="11228" y="59672"/>
                  </a:lnTo>
                  <a:lnTo>
                    <a:pt x="10866" y="60078"/>
                  </a:lnTo>
                  <a:lnTo>
                    <a:pt x="10453" y="60967"/>
                  </a:lnTo>
                  <a:lnTo>
                    <a:pt x="9004" y="62502"/>
                  </a:lnTo>
                  <a:lnTo>
                    <a:pt x="7599" y="63525"/>
                  </a:lnTo>
                  <a:lnTo>
                    <a:pt x="7342" y="63612"/>
                  </a:lnTo>
                  <a:lnTo>
                    <a:pt x="6520" y="63069"/>
                  </a:lnTo>
                  <a:lnTo>
                    <a:pt x="5833" y="62886"/>
                  </a:lnTo>
                  <a:lnTo>
                    <a:pt x="5030" y="62828"/>
                  </a:lnTo>
                  <a:lnTo>
                    <a:pt x="4461" y="63001"/>
                  </a:lnTo>
                  <a:lnTo>
                    <a:pt x="4101" y="63257"/>
                  </a:lnTo>
                  <a:lnTo>
                    <a:pt x="4069" y="64549"/>
                  </a:lnTo>
                  <a:lnTo>
                    <a:pt x="3448" y="63140"/>
                  </a:lnTo>
                  <a:lnTo>
                    <a:pt x="3497" y="61866"/>
                  </a:lnTo>
                  <a:lnTo>
                    <a:pt x="3843" y="61139"/>
                  </a:lnTo>
                  <a:lnTo>
                    <a:pt x="4262" y="60484"/>
                  </a:lnTo>
                  <a:lnTo>
                    <a:pt x="4090" y="59501"/>
                  </a:lnTo>
                  <a:lnTo>
                    <a:pt x="4503" y="58201"/>
                  </a:lnTo>
                  <a:lnTo>
                    <a:pt x="4516" y="57261"/>
                  </a:lnTo>
                  <a:lnTo>
                    <a:pt x="4334" y="56854"/>
                  </a:lnTo>
                  <a:lnTo>
                    <a:pt x="4000" y="56387"/>
                  </a:lnTo>
                  <a:lnTo>
                    <a:pt x="3084" y="55867"/>
                  </a:lnTo>
                  <a:lnTo>
                    <a:pt x="2680" y="55460"/>
                  </a:lnTo>
                  <a:lnTo>
                    <a:pt x="1438" y="54917"/>
                  </a:lnTo>
                  <a:lnTo>
                    <a:pt x="206" y="54241"/>
                  </a:lnTo>
                  <a:lnTo>
                    <a:pt x="0" y="53827"/>
                  </a:lnTo>
                  <a:lnTo>
                    <a:pt x="58" y="53543"/>
                  </a:lnTo>
                  <a:lnTo>
                    <a:pt x="274" y="53112"/>
                  </a:lnTo>
                  <a:lnTo>
                    <a:pt x="1213" y="51850"/>
                  </a:lnTo>
                  <a:lnTo>
                    <a:pt x="2231" y="50625"/>
                  </a:lnTo>
                  <a:lnTo>
                    <a:pt x="2880" y="50132"/>
                  </a:lnTo>
                  <a:lnTo>
                    <a:pt x="6335" y="48560"/>
                  </a:lnTo>
                  <a:lnTo>
                    <a:pt x="6870" y="48011"/>
                  </a:lnTo>
                  <a:lnTo>
                    <a:pt x="7004" y="47081"/>
                  </a:lnTo>
                  <a:lnTo>
                    <a:pt x="7012" y="46405"/>
                  </a:lnTo>
                  <a:lnTo>
                    <a:pt x="6946" y="45203"/>
                  </a:lnTo>
                  <a:lnTo>
                    <a:pt x="6736" y="43493"/>
                  </a:lnTo>
                  <a:lnTo>
                    <a:pt x="6471" y="42313"/>
                  </a:lnTo>
                  <a:lnTo>
                    <a:pt x="5810" y="40098"/>
                  </a:lnTo>
                  <a:lnTo>
                    <a:pt x="4009" y="35519"/>
                  </a:lnTo>
                  <a:lnTo>
                    <a:pt x="2928" y="30769"/>
                  </a:lnTo>
                  <a:lnTo>
                    <a:pt x="3632" y="31047"/>
                  </a:lnTo>
                  <a:lnTo>
                    <a:pt x="5284" y="31153"/>
                  </a:lnTo>
                  <a:lnTo>
                    <a:pt x="6598" y="30826"/>
                  </a:lnTo>
                  <a:lnTo>
                    <a:pt x="7278" y="30780"/>
                  </a:lnTo>
                  <a:lnTo>
                    <a:pt x="7884" y="30882"/>
                  </a:lnTo>
                  <a:lnTo>
                    <a:pt x="8787" y="30696"/>
                  </a:lnTo>
                  <a:lnTo>
                    <a:pt x="9614" y="30620"/>
                  </a:lnTo>
                  <a:lnTo>
                    <a:pt x="10042" y="31045"/>
                  </a:lnTo>
                  <a:lnTo>
                    <a:pt x="10812" y="31422"/>
                  </a:lnTo>
                  <a:lnTo>
                    <a:pt x="12331" y="30880"/>
                  </a:lnTo>
                  <a:lnTo>
                    <a:pt x="13676" y="30210"/>
                  </a:lnTo>
                  <a:lnTo>
                    <a:pt x="15071" y="30282"/>
                  </a:lnTo>
                  <a:lnTo>
                    <a:pt x="15271" y="29953"/>
                  </a:lnTo>
                  <a:lnTo>
                    <a:pt x="15615" y="28269"/>
                  </a:lnTo>
                  <a:lnTo>
                    <a:pt x="16030" y="27904"/>
                  </a:lnTo>
                  <a:lnTo>
                    <a:pt x="17701" y="28073"/>
                  </a:lnTo>
                  <a:lnTo>
                    <a:pt x="18319" y="27768"/>
                  </a:lnTo>
                  <a:lnTo>
                    <a:pt x="18963" y="26940"/>
                  </a:lnTo>
                  <a:lnTo>
                    <a:pt x="19948" y="26424"/>
                  </a:lnTo>
                  <a:lnTo>
                    <a:pt x="20771" y="26425"/>
                  </a:lnTo>
                  <a:lnTo>
                    <a:pt x="21627" y="25845"/>
                  </a:lnTo>
                  <a:lnTo>
                    <a:pt x="22049" y="26233"/>
                  </a:lnTo>
                  <a:lnTo>
                    <a:pt x="22254" y="26928"/>
                  </a:lnTo>
                  <a:lnTo>
                    <a:pt x="21970" y="27485"/>
                  </a:lnTo>
                  <a:lnTo>
                    <a:pt x="22093" y="27703"/>
                  </a:lnTo>
                  <a:lnTo>
                    <a:pt x="22686" y="27978"/>
                  </a:lnTo>
                  <a:lnTo>
                    <a:pt x="23703" y="27970"/>
                  </a:lnTo>
                  <a:lnTo>
                    <a:pt x="24353" y="27739"/>
                  </a:lnTo>
                  <a:lnTo>
                    <a:pt x="24504" y="27421"/>
                  </a:lnTo>
                  <a:lnTo>
                    <a:pt x="24502" y="26844"/>
                  </a:lnTo>
                  <a:lnTo>
                    <a:pt x="24343" y="26307"/>
                  </a:lnTo>
                  <a:lnTo>
                    <a:pt x="23911" y="25843"/>
                  </a:lnTo>
                  <a:lnTo>
                    <a:pt x="23101" y="25604"/>
                  </a:lnTo>
                  <a:lnTo>
                    <a:pt x="22539" y="25595"/>
                  </a:lnTo>
                  <a:lnTo>
                    <a:pt x="22443" y="25300"/>
                  </a:lnTo>
                  <a:lnTo>
                    <a:pt x="22634" y="24670"/>
                  </a:lnTo>
                  <a:lnTo>
                    <a:pt x="23133" y="23507"/>
                  </a:lnTo>
                  <a:lnTo>
                    <a:pt x="23747" y="22456"/>
                  </a:lnTo>
                  <a:lnTo>
                    <a:pt x="24122" y="22059"/>
                  </a:lnTo>
                  <a:lnTo>
                    <a:pt x="24186" y="21694"/>
                  </a:lnTo>
                  <a:lnTo>
                    <a:pt x="24113" y="21058"/>
                  </a:lnTo>
                  <a:lnTo>
                    <a:pt x="24100" y="19916"/>
                  </a:lnTo>
                  <a:lnTo>
                    <a:pt x="24652" y="18307"/>
                  </a:lnTo>
                  <a:lnTo>
                    <a:pt x="25394" y="17107"/>
                  </a:lnTo>
                  <a:lnTo>
                    <a:pt x="26389" y="16718"/>
                  </a:lnTo>
                  <a:lnTo>
                    <a:pt x="27605" y="16507"/>
                  </a:lnTo>
                  <a:lnTo>
                    <a:pt x="28383" y="15935"/>
                  </a:lnTo>
                  <a:lnTo>
                    <a:pt x="28767" y="15278"/>
                  </a:lnTo>
                  <a:lnTo>
                    <a:pt x="28913" y="14724"/>
                  </a:lnTo>
                  <a:lnTo>
                    <a:pt x="29098" y="14244"/>
                  </a:lnTo>
                  <a:lnTo>
                    <a:pt x="29486" y="14034"/>
                  </a:lnTo>
                  <a:lnTo>
                    <a:pt x="32413" y="14165"/>
                  </a:lnTo>
                  <a:lnTo>
                    <a:pt x="32860" y="13133"/>
                  </a:lnTo>
                  <a:lnTo>
                    <a:pt x="33111" y="12844"/>
                  </a:lnTo>
                  <a:lnTo>
                    <a:pt x="33673" y="12539"/>
                  </a:lnTo>
                  <a:lnTo>
                    <a:pt x="34064" y="12172"/>
                  </a:lnTo>
                  <a:lnTo>
                    <a:pt x="33917" y="11889"/>
                  </a:lnTo>
                  <a:lnTo>
                    <a:pt x="33171" y="11707"/>
                  </a:lnTo>
                  <a:lnTo>
                    <a:pt x="31411" y="11545"/>
                  </a:lnTo>
                  <a:lnTo>
                    <a:pt x="31055" y="11204"/>
                  </a:lnTo>
                  <a:lnTo>
                    <a:pt x="31167" y="10793"/>
                  </a:lnTo>
                  <a:lnTo>
                    <a:pt x="31638" y="9730"/>
                  </a:lnTo>
                  <a:lnTo>
                    <a:pt x="32086" y="8359"/>
                  </a:lnTo>
                  <a:lnTo>
                    <a:pt x="32315" y="7296"/>
                  </a:lnTo>
                  <a:lnTo>
                    <a:pt x="32341" y="6670"/>
                  </a:lnTo>
                  <a:lnTo>
                    <a:pt x="32593" y="6501"/>
                  </a:lnTo>
                  <a:lnTo>
                    <a:pt x="34028" y="6301"/>
                  </a:lnTo>
                  <a:lnTo>
                    <a:pt x="34506" y="6089"/>
                  </a:lnTo>
                  <a:lnTo>
                    <a:pt x="35742" y="4642"/>
                  </a:lnTo>
                  <a:lnTo>
                    <a:pt x="36683" y="4396"/>
                  </a:lnTo>
                  <a:lnTo>
                    <a:pt x="39111" y="4768"/>
                  </a:lnTo>
                  <a:lnTo>
                    <a:pt x="40227" y="4740"/>
                  </a:lnTo>
                  <a:lnTo>
                    <a:pt x="40530" y="4774"/>
                  </a:lnTo>
                  <a:lnTo>
                    <a:pt x="41643" y="4840"/>
                  </a:lnTo>
                  <a:lnTo>
                    <a:pt x="41763" y="4695"/>
                  </a:lnTo>
                  <a:lnTo>
                    <a:pt x="42263" y="3264"/>
                  </a:lnTo>
                  <a:lnTo>
                    <a:pt x="42754" y="2848"/>
                  </a:lnTo>
                  <a:lnTo>
                    <a:pt x="44666" y="971"/>
                  </a:lnTo>
                  <a:lnTo>
                    <a:pt x="45950" y="174"/>
                  </a:lnTo>
                  <a:lnTo>
                    <a:pt x="46762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3190633" y="2173819"/>
              <a:ext cx="1383" cy="3672"/>
            </a:xfrm>
            <a:custGeom>
              <a:avLst/>
              <a:pathLst>
                <a:path w="1383" h="3672">
                  <a:moveTo>
                    <a:pt x="775" y="1721"/>
                  </a:moveTo>
                  <a:lnTo>
                    <a:pt x="46" y="3672"/>
                  </a:lnTo>
                  <a:lnTo>
                    <a:pt x="0" y="3115"/>
                  </a:lnTo>
                  <a:lnTo>
                    <a:pt x="303" y="1671"/>
                  </a:lnTo>
                  <a:lnTo>
                    <a:pt x="713" y="1164"/>
                  </a:lnTo>
                  <a:lnTo>
                    <a:pt x="968" y="630"/>
                  </a:lnTo>
                  <a:lnTo>
                    <a:pt x="1025" y="0"/>
                  </a:lnTo>
                  <a:lnTo>
                    <a:pt x="1383" y="307"/>
                  </a:lnTo>
                  <a:lnTo>
                    <a:pt x="1293" y="93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3190034" y="2165330"/>
              <a:ext cx="1414" cy="3467"/>
            </a:xfrm>
            <a:custGeom>
              <a:avLst/>
              <a:pathLst>
                <a:path w="1414" h="3467">
                  <a:moveTo>
                    <a:pt x="449" y="3207"/>
                  </a:moveTo>
                  <a:lnTo>
                    <a:pt x="0" y="3467"/>
                  </a:lnTo>
                  <a:lnTo>
                    <a:pt x="369" y="2662"/>
                  </a:lnTo>
                  <a:lnTo>
                    <a:pt x="423" y="2145"/>
                  </a:lnTo>
                  <a:lnTo>
                    <a:pt x="943" y="0"/>
                  </a:lnTo>
                  <a:lnTo>
                    <a:pt x="1316" y="12"/>
                  </a:lnTo>
                  <a:lnTo>
                    <a:pt x="1414" y="20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3178309" y="2160763"/>
              <a:ext cx="10901" cy="36159"/>
            </a:xfrm>
            <a:custGeom>
              <a:avLst/>
              <a:pathLst>
                <a:path w="10901" h="36159">
                  <a:moveTo>
                    <a:pt x="3249" y="36148"/>
                  </a:moveTo>
                  <a:lnTo>
                    <a:pt x="2841" y="36159"/>
                  </a:lnTo>
                  <a:lnTo>
                    <a:pt x="1172" y="36008"/>
                  </a:lnTo>
                  <a:lnTo>
                    <a:pt x="0" y="36095"/>
                  </a:lnTo>
                  <a:lnTo>
                    <a:pt x="93" y="32631"/>
                  </a:lnTo>
                  <a:lnTo>
                    <a:pt x="236" y="27270"/>
                  </a:lnTo>
                  <a:lnTo>
                    <a:pt x="342" y="23339"/>
                  </a:lnTo>
                  <a:lnTo>
                    <a:pt x="445" y="19494"/>
                  </a:lnTo>
                  <a:lnTo>
                    <a:pt x="523" y="16613"/>
                  </a:lnTo>
                  <a:lnTo>
                    <a:pt x="628" y="12693"/>
                  </a:lnTo>
                  <a:lnTo>
                    <a:pt x="719" y="9309"/>
                  </a:lnTo>
                  <a:lnTo>
                    <a:pt x="710" y="8094"/>
                  </a:lnTo>
                  <a:lnTo>
                    <a:pt x="983" y="7134"/>
                  </a:lnTo>
                  <a:lnTo>
                    <a:pt x="1769" y="6731"/>
                  </a:lnTo>
                  <a:lnTo>
                    <a:pt x="2789" y="7569"/>
                  </a:lnTo>
                  <a:lnTo>
                    <a:pt x="3213" y="7919"/>
                  </a:lnTo>
                  <a:lnTo>
                    <a:pt x="3596" y="7720"/>
                  </a:lnTo>
                  <a:lnTo>
                    <a:pt x="4079" y="7208"/>
                  </a:lnTo>
                  <a:lnTo>
                    <a:pt x="4672" y="5728"/>
                  </a:lnTo>
                  <a:lnTo>
                    <a:pt x="6162" y="2675"/>
                  </a:lnTo>
                  <a:lnTo>
                    <a:pt x="6759" y="508"/>
                  </a:lnTo>
                  <a:lnTo>
                    <a:pt x="7343" y="77"/>
                  </a:lnTo>
                  <a:lnTo>
                    <a:pt x="8184" y="0"/>
                  </a:lnTo>
                  <a:lnTo>
                    <a:pt x="8910" y="138"/>
                  </a:lnTo>
                  <a:lnTo>
                    <a:pt x="8403" y="1722"/>
                  </a:lnTo>
                  <a:lnTo>
                    <a:pt x="8910" y="1928"/>
                  </a:lnTo>
                  <a:lnTo>
                    <a:pt x="9368" y="1780"/>
                  </a:lnTo>
                  <a:lnTo>
                    <a:pt x="10475" y="1835"/>
                  </a:lnTo>
                  <a:lnTo>
                    <a:pt x="10901" y="3573"/>
                  </a:lnTo>
                  <a:lnTo>
                    <a:pt x="10788" y="5030"/>
                  </a:lnTo>
                  <a:lnTo>
                    <a:pt x="9744" y="8874"/>
                  </a:lnTo>
                  <a:lnTo>
                    <a:pt x="9612" y="10195"/>
                  </a:lnTo>
                  <a:lnTo>
                    <a:pt x="9137" y="12168"/>
                  </a:lnTo>
                  <a:lnTo>
                    <a:pt x="9782" y="13469"/>
                  </a:lnTo>
                  <a:lnTo>
                    <a:pt x="9179" y="15199"/>
                  </a:lnTo>
                  <a:lnTo>
                    <a:pt x="8975" y="16313"/>
                  </a:lnTo>
                  <a:lnTo>
                    <a:pt x="8926" y="17995"/>
                  </a:lnTo>
                  <a:lnTo>
                    <a:pt x="9230" y="21190"/>
                  </a:lnTo>
                  <a:lnTo>
                    <a:pt x="8742" y="25797"/>
                  </a:lnTo>
                  <a:lnTo>
                    <a:pt x="7880" y="27807"/>
                  </a:lnTo>
                  <a:lnTo>
                    <a:pt x="7345" y="28572"/>
                  </a:lnTo>
                  <a:lnTo>
                    <a:pt x="6387" y="30572"/>
                  </a:lnTo>
                  <a:lnTo>
                    <a:pt x="5131" y="31168"/>
                  </a:lnTo>
                  <a:lnTo>
                    <a:pt x="3390" y="34390"/>
                  </a:lnTo>
                  <a:lnTo>
                    <a:pt x="3082" y="3523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3408912" y="1966824"/>
              <a:ext cx="1840" cy="1775"/>
            </a:xfrm>
            <a:custGeom>
              <a:avLst/>
              <a:pathLst>
                <a:path w="1840" h="1775">
                  <a:moveTo>
                    <a:pt x="1254" y="1303"/>
                  </a:moveTo>
                  <a:lnTo>
                    <a:pt x="404" y="1775"/>
                  </a:lnTo>
                  <a:lnTo>
                    <a:pt x="168" y="1738"/>
                  </a:lnTo>
                  <a:lnTo>
                    <a:pt x="0" y="1576"/>
                  </a:lnTo>
                  <a:lnTo>
                    <a:pt x="867" y="1104"/>
                  </a:lnTo>
                  <a:lnTo>
                    <a:pt x="1591" y="0"/>
                  </a:lnTo>
                  <a:lnTo>
                    <a:pt x="1840" y="6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3363663" y="2553993"/>
              <a:ext cx="114949" cy="183850"/>
            </a:xfrm>
            <a:custGeom>
              <a:avLst/>
              <a:pathLst>
                <a:path w="114949" h="183850">
                  <a:moveTo>
                    <a:pt x="108666" y="145813"/>
                  </a:moveTo>
                  <a:lnTo>
                    <a:pt x="108853" y="143501"/>
                  </a:lnTo>
                  <a:lnTo>
                    <a:pt x="108663" y="141493"/>
                  </a:lnTo>
                  <a:lnTo>
                    <a:pt x="108473" y="140977"/>
                  </a:lnTo>
                  <a:lnTo>
                    <a:pt x="105691" y="138581"/>
                  </a:lnTo>
                  <a:lnTo>
                    <a:pt x="103166" y="136407"/>
                  </a:lnTo>
                  <a:lnTo>
                    <a:pt x="99860" y="133561"/>
                  </a:lnTo>
                  <a:lnTo>
                    <a:pt x="95599" y="133639"/>
                  </a:lnTo>
                  <a:lnTo>
                    <a:pt x="91186" y="133719"/>
                  </a:lnTo>
                  <a:lnTo>
                    <a:pt x="86983" y="134992"/>
                  </a:lnTo>
                  <a:lnTo>
                    <a:pt x="82847" y="136243"/>
                  </a:lnTo>
                  <a:lnTo>
                    <a:pt x="80887" y="136836"/>
                  </a:lnTo>
                  <a:lnTo>
                    <a:pt x="76953" y="138028"/>
                  </a:lnTo>
                  <a:lnTo>
                    <a:pt x="74635" y="138570"/>
                  </a:lnTo>
                  <a:lnTo>
                    <a:pt x="74029" y="140859"/>
                  </a:lnTo>
                  <a:lnTo>
                    <a:pt x="73120" y="144289"/>
                  </a:lnTo>
                  <a:lnTo>
                    <a:pt x="72222" y="146293"/>
                  </a:lnTo>
                  <a:lnTo>
                    <a:pt x="71183" y="148397"/>
                  </a:lnTo>
                  <a:lnTo>
                    <a:pt x="69720" y="151363"/>
                  </a:lnTo>
                  <a:lnTo>
                    <a:pt x="69718" y="154965"/>
                  </a:lnTo>
                  <a:lnTo>
                    <a:pt x="69717" y="158386"/>
                  </a:lnTo>
                  <a:lnTo>
                    <a:pt x="68687" y="163207"/>
                  </a:lnTo>
                  <a:lnTo>
                    <a:pt x="67813" y="167302"/>
                  </a:lnTo>
                  <a:lnTo>
                    <a:pt x="66970" y="171255"/>
                  </a:lnTo>
                  <a:lnTo>
                    <a:pt x="66388" y="173979"/>
                  </a:lnTo>
                  <a:lnTo>
                    <a:pt x="66175" y="174672"/>
                  </a:lnTo>
                  <a:lnTo>
                    <a:pt x="66040" y="174453"/>
                  </a:lnTo>
                  <a:lnTo>
                    <a:pt x="65290" y="173642"/>
                  </a:lnTo>
                  <a:lnTo>
                    <a:pt x="64623" y="172105"/>
                  </a:lnTo>
                  <a:lnTo>
                    <a:pt x="64355" y="171375"/>
                  </a:lnTo>
                  <a:lnTo>
                    <a:pt x="60345" y="171421"/>
                  </a:lnTo>
                  <a:lnTo>
                    <a:pt x="56484" y="171473"/>
                  </a:lnTo>
                  <a:lnTo>
                    <a:pt x="56090" y="171797"/>
                  </a:lnTo>
                  <a:lnTo>
                    <a:pt x="55536" y="171793"/>
                  </a:lnTo>
                  <a:lnTo>
                    <a:pt x="55128" y="171489"/>
                  </a:lnTo>
                  <a:lnTo>
                    <a:pt x="54727" y="171513"/>
                  </a:lnTo>
                  <a:lnTo>
                    <a:pt x="54153" y="171812"/>
                  </a:lnTo>
                  <a:lnTo>
                    <a:pt x="53638" y="172425"/>
                  </a:lnTo>
                  <a:lnTo>
                    <a:pt x="52165" y="176515"/>
                  </a:lnTo>
                  <a:lnTo>
                    <a:pt x="51434" y="178265"/>
                  </a:lnTo>
                  <a:lnTo>
                    <a:pt x="50892" y="179828"/>
                  </a:lnTo>
                  <a:lnTo>
                    <a:pt x="50499" y="182506"/>
                  </a:lnTo>
                  <a:lnTo>
                    <a:pt x="50335" y="182956"/>
                  </a:lnTo>
                  <a:lnTo>
                    <a:pt x="49874" y="182028"/>
                  </a:lnTo>
                  <a:lnTo>
                    <a:pt x="49198" y="179577"/>
                  </a:lnTo>
                  <a:lnTo>
                    <a:pt x="48893" y="178182"/>
                  </a:lnTo>
                  <a:lnTo>
                    <a:pt x="48458" y="176595"/>
                  </a:lnTo>
                  <a:lnTo>
                    <a:pt x="47684" y="174604"/>
                  </a:lnTo>
                  <a:lnTo>
                    <a:pt x="46789" y="174001"/>
                  </a:lnTo>
                  <a:lnTo>
                    <a:pt x="46235" y="173802"/>
                  </a:lnTo>
                  <a:lnTo>
                    <a:pt x="45436" y="173420"/>
                  </a:lnTo>
                  <a:lnTo>
                    <a:pt x="44021" y="172942"/>
                  </a:lnTo>
                  <a:lnTo>
                    <a:pt x="43405" y="172846"/>
                  </a:lnTo>
                  <a:lnTo>
                    <a:pt x="39364" y="172782"/>
                  </a:lnTo>
                  <a:lnTo>
                    <a:pt x="39043" y="172731"/>
                  </a:lnTo>
                  <a:lnTo>
                    <a:pt x="37460" y="172950"/>
                  </a:lnTo>
                  <a:lnTo>
                    <a:pt x="36657" y="172802"/>
                  </a:lnTo>
                  <a:lnTo>
                    <a:pt x="35814" y="171688"/>
                  </a:lnTo>
                  <a:lnTo>
                    <a:pt x="33936" y="169732"/>
                  </a:lnTo>
                  <a:lnTo>
                    <a:pt x="33558" y="169112"/>
                  </a:lnTo>
                  <a:lnTo>
                    <a:pt x="32838" y="168702"/>
                  </a:lnTo>
                  <a:lnTo>
                    <a:pt x="32408" y="168659"/>
                  </a:lnTo>
                  <a:lnTo>
                    <a:pt x="32148" y="169048"/>
                  </a:lnTo>
                  <a:lnTo>
                    <a:pt x="31822" y="170680"/>
                  </a:lnTo>
                  <a:lnTo>
                    <a:pt x="31440" y="172154"/>
                  </a:lnTo>
                  <a:lnTo>
                    <a:pt x="31036" y="173000"/>
                  </a:lnTo>
                  <a:lnTo>
                    <a:pt x="29694" y="173622"/>
                  </a:lnTo>
                  <a:lnTo>
                    <a:pt x="28445" y="174277"/>
                  </a:lnTo>
                  <a:lnTo>
                    <a:pt x="27757" y="174430"/>
                  </a:lnTo>
                  <a:lnTo>
                    <a:pt x="27389" y="175169"/>
                  </a:lnTo>
                  <a:lnTo>
                    <a:pt x="27230" y="176198"/>
                  </a:lnTo>
                  <a:lnTo>
                    <a:pt x="26919" y="177127"/>
                  </a:lnTo>
                  <a:lnTo>
                    <a:pt x="25114" y="178524"/>
                  </a:lnTo>
                  <a:lnTo>
                    <a:pt x="24713" y="179115"/>
                  </a:lnTo>
                  <a:lnTo>
                    <a:pt x="24506" y="180491"/>
                  </a:lnTo>
                  <a:lnTo>
                    <a:pt x="23498" y="182206"/>
                  </a:lnTo>
                  <a:lnTo>
                    <a:pt x="23186" y="182873"/>
                  </a:lnTo>
                  <a:lnTo>
                    <a:pt x="21603" y="183341"/>
                  </a:lnTo>
                  <a:lnTo>
                    <a:pt x="19543" y="183850"/>
                  </a:lnTo>
                  <a:lnTo>
                    <a:pt x="18338" y="183815"/>
                  </a:lnTo>
                  <a:lnTo>
                    <a:pt x="17514" y="183680"/>
                  </a:lnTo>
                  <a:lnTo>
                    <a:pt x="17267" y="183376"/>
                  </a:lnTo>
                  <a:lnTo>
                    <a:pt x="16710" y="182891"/>
                  </a:lnTo>
                  <a:lnTo>
                    <a:pt x="16618" y="182350"/>
                  </a:lnTo>
                  <a:lnTo>
                    <a:pt x="16610" y="181583"/>
                  </a:lnTo>
                  <a:lnTo>
                    <a:pt x="16764" y="180208"/>
                  </a:lnTo>
                  <a:lnTo>
                    <a:pt x="16688" y="178294"/>
                  </a:lnTo>
                  <a:lnTo>
                    <a:pt x="16039" y="176067"/>
                  </a:lnTo>
                  <a:lnTo>
                    <a:pt x="16090" y="175349"/>
                  </a:lnTo>
                  <a:lnTo>
                    <a:pt x="16005" y="174258"/>
                  </a:lnTo>
                  <a:lnTo>
                    <a:pt x="15679" y="172209"/>
                  </a:lnTo>
                  <a:lnTo>
                    <a:pt x="14843" y="171173"/>
                  </a:lnTo>
                  <a:lnTo>
                    <a:pt x="14606" y="169469"/>
                  </a:lnTo>
                  <a:lnTo>
                    <a:pt x="14508" y="167968"/>
                  </a:lnTo>
                  <a:lnTo>
                    <a:pt x="13805" y="166092"/>
                  </a:lnTo>
                  <a:lnTo>
                    <a:pt x="13691" y="163703"/>
                  </a:lnTo>
                  <a:lnTo>
                    <a:pt x="13705" y="161653"/>
                  </a:lnTo>
                  <a:lnTo>
                    <a:pt x="12600" y="159274"/>
                  </a:lnTo>
                  <a:lnTo>
                    <a:pt x="11449" y="156743"/>
                  </a:lnTo>
                  <a:lnTo>
                    <a:pt x="10519" y="156400"/>
                  </a:lnTo>
                  <a:lnTo>
                    <a:pt x="10288" y="156097"/>
                  </a:lnTo>
                  <a:lnTo>
                    <a:pt x="10187" y="155370"/>
                  </a:lnTo>
                  <a:lnTo>
                    <a:pt x="10167" y="154245"/>
                  </a:lnTo>
                  <a:lnTo>
                    <a:pt x="10241" y="153561"/>
                  </a:lnTo>
                  <a:lnTo>
                    <a:pt x="10958" y="152454"/>
                  </a:lnTo>
                  <a:lnTo>
                    <a:pt x="10987" y="152282"/>
                  </a:lnTo>
                  <a:lnTo>
                    <a:pt x="10840" y="152053"/>
                  </a:lnTo>
                  <a:lnTo>
                    <a:pt x="8986" y="150393"/>
                  </a:lnTo>
                  <a:lnTo>
                    <a:pt x="8519" y="149913"/>
                  </a:lnTo>
                  <a:lnTo>
                    <a:pt x="8374" y="149322"/>
                  </a:lnTo>
                  <a:lnTo>
                    <a:pt x="8386" y="148790"/>
                  </a:lnTo>
                  <a:lnTo>
                    <a:pt x="8830" y="148245"/>
                  </a:lnTo>
                  <a:lnTo>
                    <a:pt x="9055" y="147842"/>
                  </a:lnTo>
                  <a:lnTo>
                    <a:pt x="8620" y="146658"/>
                  </a:lnTo>
                  <a:lnTo>
                    <a:pt x="8663" y="145587"/>
                  </a:lnTo>
                  <a:lnTo>
                    <a:pt x="8385" y="145128"/>
                  </a:lnTo>
                  <a:lnTo>
                    <a:pt x="8419" y="144784"/>
                  </a:lnTo>
                  <a:lnTo>
                    <a:pt x="8687" y="144488"/>
                  </a:lnTo>
                  <a:lnTo>
                    <a:pt x="9891" y="144143"/>
                  </a:lnTo>
                  <a:lnTo>
                    <a:pt x="10265" y="143058"/>
                  </a:lnTo>
                  <a:lnTo>
                    <a:pt x="10277" y="142155"/>
                  </a:lnTo>
                  <a:lnTo>
                    <a:pt x="10098" y="141516"/>
                  </a:lnTo>
                  <a:lnTo>
                    <a:pt x="8983" y="139901"/>
                  </a:lnTo>
                  <a:lnTo>
                    <a:pt x="8963" y="139627"/>
                  </a:lnTo>
                  <a:lnTo>
                    <a:pt x="10127" y="137382"/>
                  </a:lnTo>
                  <a:lnTo>
                    <a:pt x="10962" y="135907"/>
                  </a:lnTo>
                  <a:lnTo>
                    <a:pt x="11190" y="135606"/>
                  </a:lnTo>
                  <a:lnTo>
                    <a:pt x="11121" y="135287"/>
                  </a:lnTo>
                  <a:lnTo>
                    <a:pt x="10915" y="134896"/>
                  </a:lnTo>
                  <a:lnTo>
                    <a:pt x="10386" y="134327"/>
                  </a:lnTo>
                  <a:lnTo>
                    <a:pt x="9698" y="133707"/>
                  </a:lnTo>
                  <a:lnTo>
                    <a:pt x="9130" y="132950"/>
                  </a:lnTo>
                  <a:lnTo>
                    <a:pt x="8388" y="131831"/>
                  </a:lnTo>
                  <a:lnTo>
                    <a:pt x="7452" y="130871"/>
                  </a:lnTo>
                  <a:lnTo>
                    <a:pt x="6761" y="129920"/>
                  </a:lnTo>
                  <a:lnTo>
                    <a:pt x="6408" y="129122"/>
                  </a:lnTo>
                  <a:lnTo>
                    <a:pt x="6401" y="128309"/>
                  </a:lnTo>
                  <a:lnTo>
                    <a:pt x="6308" y="126961"/>
                  </a:lnTo>
                  <a:lnTo>
                    <a:pt x="5855" y="124774"/>
                  </a:lnTo>
                  <a:lnTo>
                    <a:pt x="5736" y="123294"/>
                  </a:lnTo>
                  <a:lnTo>
                    <a:pt x="5539" y="121661"/>
                  </a:lnTo>
                  <a:lnTo>
                    <a:pt x="5342" y="120596"/>
                  </a:lnTo>
                  <a:lnTo>
                    <a:pt x="5235" y="119560"/>
                  </a:lnTo>
                  <a:lnTo>
                    <a:pt x="4913" y="118445"/>
                  </a:lnTo>
                  <a:lnTo>
                    <a:pt x="4732" y="117630"/>
                  </a:lnTo>
                  <a:lnTo>
                    <a:pt x="4991" y="117054"/>
                  </a:lnTo>
                  <a:lnTo>
                    <a:pt x="5253" y="116607"/>
                  </a:lnTo>
                  <a:lnTo>
                    <a:pt x="5220" y="116325"/>
                  </a:lnTo>
                  <a:lnTo>
                    <a:pt x="3437" y="115131"/>
                  </a:lnTo>
                  <a:lnTo>
                    <a:pt x="3144" y="114828"/>
                  </a:lnTo>
                  <a:lnTo>
                    <a:pt x="2721" y="112437"/>
                  </a:lnTo>
                  <a:lnTo>
                    <a:pt x="1425" y="110314"/>
                  </a:lnTo>
                  <a:lnTo>
                    <a:pt x="1273" y="108715"/>
                  </a:lnTo>
                  <a:lnTo>
                    <a:pt x="1274" y="108094"/>
                  </a:lnTo>
                  <a:lnTo>
                    <a:pt x="1171" y="107099"/>
                  </a:lnTo>
                  <a:lnTo>
                    <a:pt x="774" y="106317"/>
                  </a:lnTo>
                  <a:lnTo>
                    <a:pt x="187" y="105780"/>
                  </a:lnTo>
                  <a:lnTo>
                    <a:pt x="0" y="105140"/>
                  </a:lnTo>
                  <a:lnTo>
                    <a:pt x="197" y="104466"/>
                  </a:lnTo>
                  <a:lnTo>
                    <a:pt x="1347" y="103135"/>
                  </a:lnTo>
                  <a:lnTo>
                    <a:pt x="1961" y="102906"/>
                  </a:lnTo>
                  <a:lnTo>
                    <a:pt x="2124" y="102232"/>
                  </a:lnTo>
                  <a:lnTo>
                    <a:pt x="2499" y="101692"/>
                  </a:lnTo>
                  <a:lnTo>
                    <a:pt x="3580" y="99734"/>
                  </a:lnTo>
                  <a:lnTo>
                    <a:pt x="4218" y="98444"/>
                  </a:lnTo>
                  <a:lnTo>
                    <a:pt x="4855" y="97671"/>
                  </a:lnTo>
                  <a:lnTo>
                    <a:pt x="5592" y="97131"/>
                  </a:lnTo>
                  <a:lnTo>
                    <a:pt x="5913" y="96683"/>
                  </a:lnTo>
                  <a:lnTo>
                    <a:pt x="5745" y="95295"/>
                  </a:lnTo>
                  <a:lnTo>
                    <a:pt x="5797" y="94364"/>
                  </a:lnTo>
                  <a:lnTo>
                    <a:pt x="6049" y="93774"/>
                  </a:lnTo>
                  <a:lnTo>
                    <a:pt x="6789" y="93152"/>
                  </a:lnTo>
                  <a:lnTo>
                    <a:pt x="7454" y="92674"/>
                  </a:lnTo>
                  <a:lnTo>
                    <a:pt x="7596" y="92438"/>
                  </a:lnTo>
                  <a:lnTo>
                    <a:pt x="7539" y="92088"/>
                  </a:lnTo>
                  <a:lnTo>
                    <a:pt x="6927" y="91379"/>
                  </a:lnTo>
                  <a:lnTo>
                    <a:pt x="5671" y="90762"/>
                  </a:lnTo>
                  <a:lnTo>
                    <a:pt x="4839" y="90821"/>
                  </a:lnTo>
                  <a:lnTo>
                    <a:pt x="4330" y="90275"/>
                  </a:lnTo>
                  <a:lnTo>
                    <a:pt x="4050" y="89805"/>
                  </a:lnTo>
                  <a:lnTo>
                    <a:pt x="2401" y="84056"/>
                  </a:lnTo>
                  <a:lnTo>
                    <a:pt x="2126" y="82713"/>
                  </a:lnTo>
                  <a:lnTo>
                    <a:pt x="2149" y="82194"/>
                  </a:lnTo>
                  <a:lnTo>
                    <a:pt x="3252" y="79348"/>
                  </a:lnTo>
                  <a:lnTo>
                    <a:pt x="3702" y="78421"/>
                  </a:lnTo>
                  <a:lnTo>
                    <a:pt x="4477" y="77078"/>
                  </a:lnTo>
                  <a:lnTo>
                    <a:pt x="4338" y="76549"/>
                  </a:lnTo>
                  <a:lnTo>
                    <a:pt x="2980" y="74321"/>
                  </a:lnTo>
                  <a:lnTo>
                    <a:pt x="2563" y="73261"/>
                  </a:lnTo>
                  <a:lnTo>
                    <a:pt x="2573" y="72208"/>
                  </a:lnTo>
                  <a:lnTo>
                    <a:pt x="2707" y="70923"/>
                  </a:lnTo>
                  <a:lnTo>
                    <a:pt x="3497" y="70233"/>
                  </a:lnTo>
                  <a:lnTo>
                    <a:pt x="3721" y="69190"/>
                  </a:lnTo>
                  <a:lnTo>
                    <a:pt x="3886" y="68158"/>
                  </a:lnTo>
                  <a:lnTo>
                    <a:pt x="4223" y="67816"/>
                  </a:lnTo>
                  <a:lnTo>
                    <a:pt x="4569" y="67235"/>
                  </a:lnTo>
                  <a:lnTo>
                    <a:pt x="4976" y="66389"/>
                  </a:lnTo>
                  <a:lnTo>
                    <a:pt x="5609" y="65654"/>
                  </a:lnTo>
                  <a:lnTo>
                    <a:pt x="5984" y="65091"/>
                  </a:lnTo>
                  <a:lnTo>
                    <a:pt x="6066" y="63526"/>
                  </a:lnTo>
                  <a:lnTo>
                    <a:pt x="6375" y="63099"/>
                  </a:lnTo>
                  <a:lnTo>
                    <a:pt x="7241" y="62603"/>
                  </a:lnTo>
                  <a:lnTo>
                    <a:pt x="7330" y="62197"/>
                  </a:lnTo>
                  <a:lnTo>
                    <a:pt x="7133" y="61145"/>
                  </a:lnTo>
                  <a:lnTo>
                    <a:pt x="6700" y="60034"/>
                  </a:lnTo>
                  <a:lnTo>
                    <a:pt x="6352" y="59495"/>
                  </a:lnTo>
                  <a:lnTo>
                    <a:pt x="5890" y="56765"/>
                  </a:lnTo>
                  <a:lnTo>
                    <a:pt x="5407" y="55406"/>
                  </a:lnTo>
                  <a:lnTo>
                    <a:pt x="5609" y="54863"/>
                  </a:lnTo>
                  <a:lnTo>
                    <a:pt x="5943" y="54173"/>
                  </a:lnTo>
                  <a:lnTo>
                    <a:pt x="6265" y="52805"/>
                  </a:lnTo>
                  <a:lnTo>
                    <a:pt x="6371" y="51214"/>
                  </a:lnTo>
                  <a:lnTo>
                    <a:pt x="6293" y="45360"/>
                  </a:lnTo>
                  <a:lnTo>
                    <a:pt x="6311" y="44209"/>
                  </a:lnTo>
                  <a:lnTo>
                    <a:pt x="6735" y="43400"/>
                  </a:lnTo>
                  <a:lnTo>
                    <a:pt x="7360" y="42467"/>
                  </a:lnTo>
                  <a:lnTo>
                    <a:pt x="7889" y="42110"/>
                  </a:lnTo>
                  <a:lnTo>
                    <a:pt x="8388" y="41519"/>
                  </a:lnTo>
                  <a:lnTo>
                    <a:pt x="8352" y="40410"/>
                  </a:lnTo>
                  <a:lnTo>
                    <a:pt x="8681" y="39755"/>
                  </a:lnTo>
                  <a:lnTo>
                    <a:pt x="9086" y="38935"/>
                  </a:lnTo>
                  <a:lnTo>
                    <a:pt x="7824" y="35706"/>
                  </a:lnTo>
                  <a:lnTo>
                    <a:pt x="6714" y="32866"/>
                  </a:lnTo>
                  <a:lnTo>
                    <a:pt x="5671" y="30200"/>
                  </a:lnTo>
                  <a:lnTo>
                    <a:pt x="4465" y="27112"/>
                  </a:lnTo>
                  <a:lnTo>
                    <a:pt x="3670" y="25080"/>
                  </a:lnTo>
                  <a:lnTo>
                    <a:pt x="2683" y="22554"/>
                  </a:lnTo>
                  <a:lnTo>
                    <a:pt x="1817" y="20340"/>
                  </a:lnTo>
                  <a:lnTo>
                    <a:pt x="634" y="17313"/>
                  </a:lnTo>
                  <a:lnTo>
                    <a:pt x="1732" y="17263"/>
                  </a:lnTo>
                  <a:lnTo>
                    <a:pt x="3946" y="17368"/>
                  </a:lnTo>
                  <a:lnTo>
                    <a:pt x="6093" y="17907"/>
                  </a:lnTo>
                  <a:lnTo>
                    <a:pt x="7543" y="18141"/>
                  </a:lnTo>
                  <a:lnTo>
                    <a:pt x="8151" y="18608"/>
                  </a:lnTo>
                  <a:lnTo>
                    <a:pt x="8285" y="19348"/>
                  </a:lnTo>
                  <a:lnTo>
                    <a:pt x="8687" y="19694"/>
                  </a:lnTo>
                  <a:lnTo>
                    <a:pt x="9151" y="19559"/>
                  </a:lnTo>
                  <a:lnTo>
                    <a:pt x="9678" y="19509"/>
                  </a:lnTo>
                  <a:lnTo>
                    <a:pt x="10854" y="18750"/>
                  </a:lnTo>
                  <a:lnTo>
                    <a:pt x="11804" y="18248"/>
                  </a:lnTo>
                  <a:lnTo>
                    <a:pt x="12626" y="17640"/>
                  </a:lnTo>
                  <a:lnTo>
                    <a:pt x="13047" y="17053"/>
                  </a:lnTo>
                  <a:lnTo>
                    <a:pt x="14068" y="14988"/>
                  </a:lnTo>
                  <a:lnTo>
                    <a:pt x="14891" y="13845"/>
                  </a:lnTo>
                  <a:lnTo>
                    <a:pt x="15648" y="13445"/>
                  </a:lnTo>
                  <a:lnTo>
                    <a:pt x="17130" y="13283"/>
                  </a:lnTo>
                  <a:lnTo>
                    <a:pt x="17597" y="13607"/>
                  </a:lnTo>
                  <a:lnTo>
                    <a:pt x="18201" y="13566"/>
                  </a:lnTo>
                  <a:lnTo>
                    <a:pt x="18723" y="12392"/>
                  </a:lnTo>
                  <a:lnTo>
                    <a:pt x="19520" y="11095"/>
                  </a:lnTo>
                  <a:lnTo>
                    <a:pt x="21085" y="9476"/>
                  </a:lnTo>
                  <a:lnTo>
                    <a:pt x="21882" y="9030"/>
                  </a:lnTo>
                  <a:lnTo>
                    <a:pt x="22377" y="8464"/>
                  </a:lnTo>
                  <a:lnTo>
                    <a:pt x="23228" y="8382"/>
                  </a:lnTo>
                  <a:lnTo>
                    <a:pt x="23975" y="7789"/>
                  </a:lnTo>
                  <a:lnTo>
                    <a:pt x="27585" y="3696"/>
                  </a:lnTo>
                  <a:lnTo>
                    <a:pt x="29048" y="2642"/>
                  </a:lnTo>
                  <a:lnTo>
                    <a:pt x="29960" y="2450"/>
                  </a:lnTo>
                  <a:lnTo>
                    <a:pt x="30714" y="2199"/>
                  </a:lnTo>
                  <a:lnTo>
                    <a:pt x="31997" y="1612"/>
                  </a:lnTo>
                  <a:lnTo>
                    <a:pt x="35203" y="1046"/>
                  </a:lnTo>
                  <a:lnTo>
                    <a:pt x="37265" y="809"/>
                  </a:lnTo>
                  <a:lnTo>
                    <a:pt x="37924" y="1375"/>
                  </a:lnTo>
                  <a:lnTo>
                    <a:pt x="38666" y="1213"/>
                  </a:lnTo>
                  <a:lnTo>
                    <a:pt x="39297" y="296"/>
                  </a:lnTo>
                  <a:lnTo>
                    <a:pt x="39819" y="0"/>
                  </a:lnTo>
                  <a:lnTo>
                    <a:pt x="40204" y="27"/>
                  </a:lnTo>
                  <a:lnTo>
                    <a:pt x="40755" y="1112"/>
                  </a:lnTo>
                  <a:lnTo>
                    <a:pt x="41025" y="2262"/>
                  </a:lnTo>
                  <a:lnTo>
                    <a:pt x="40847" y="3139"/>
                  </a:lnTo>
                  <a:lnTo>
                    <a:pt x="40881" y="4414"/>
                  </a:lnTo>
                  <a:lnTo>
                    <a:pt x="41127" y="6085"/>
                  </a:lnTo>
                  <a:lnTo>
                    <a:pt x="40990" y="7567"/>
                  </a:lnTo>
                  <a:lnTo>
                    <a:pt x="40210" y="9510"/>
                  </a:lnTo>
                  <a:lnTo>
                    <a:pt x="39818" y="10301"/>
                  </a:lnTo>
                  <a:lnTo>
                    <a:pt x="39721" y="11116"/>
                  </a:lnTo>
                  <a:lnTo>
                    <a:pt x="39789" y="12215"/>
                  </a:lnTo>
                  <a:lnTo>
                    <a:pt x="40146" y="14007"/>
                  </a:lnTo>
                  <a:lnTo>
                    <a:pt x="40791" y="16490"/>
                  </a:lnTo>
                  <a:lnTo>
                    <a:pt x="40888" y="18332"/>
                  </a:lnTo>
                  <a:lnTo>
                    <a:pt x="40436" y="19525"/>
                  </a:lnTo>
                  <a:lnTo>
                    <a:pt x="40228" y="20556"/>
                  </a:lnTo>
                  <a:lnTo>
                    <a:pt x="40263" y="21421"/>
                  </a:lnTo>
                  <a:lnTo>
                    <a:pt x="40424" y="22030"/>
                  </a:lnTo>
                  <a:lnTo>
                    <a:pt x="40712" y="22380"/>
                  </a:lnTo>
                  <a:lnTo>
                    <a:pt x="40872" y="23073"/>
                  </a:lnTo>
                  <a:lnTo>
                    <a:pt x="40905" y="24111"/>
                  </a:lnTo>
                  <a:lnTo>
                    <a:pt x="41281" y="25114"/>
                  </a:lnTo>
                  <a:lnTo>
                    <a:pt x="42001" y="26084"/>
                  </a:lnTo>
                  <a:lnTo>
                    <a:pt x="42292" y="27009"/>
                  </a:lnTo>
                  <a:lnTo>
                    <a:pt x="42156" y="27890"/>
                  </a:lnTo>
                  <a:lnTo>
                    <a:pt x="42194" y="28440"/>
                  </a:lnTo>
                  <a:lnTo>
                    <a:pt x="42406" y="28658"/>
                  </a:lnTo>
                  <a:lnTo>
                    <a:pt x="42602" y="28480"/>
                  </a:lnTo>
                  <a:lnTo>
                    <a:pt x="42862" y="28238"/>
                  </a:lnTo>
                  <a:lnTo>
                    <a:pt x="43098" y="28324"/>
                  </a:lnTo>
                  <a:lnTo>
                    <a:pt x="43601" y="29554"/>
                  </a:lnTo>
                  <a:lnTo>
                    <a:pt x="43665" y="29805"/>
                  </a:lnTo>
                  <a:lnTo>
                    <a:pt x="43940" y="30818"/>
                  </a:lnTo>
                  <a:lnTo>
                    <a:pt x="44022" y="31588"/>
                  </a:lnTo>
                  <a:lnTo>
                    <a:pt x="44762" y="32017"/>
                  </a:lnTo>
                  <a:lnTo>
                    <a:pt x="45561" y="32356"/>
                  </a:lnTo>
                  <a:lnTo>
                    <a:pt x="46000" y="32762"/>
                  </a:lnTo>
                  <a:lnTo>
                    <a:pt x="46884" y="33977"/>
                  </a:lnTo>
                  <a:lnTo>
                    <a:pt x="47626" y="34778"/>
                  </a:lnTo>
                  <a:lnTo>
                    <a:pt x="48555" y="35434"/>
                  </a:lnTo>
                  <a:lnTo>
                    <a:pt x="48864" y="36483"/>
                  </a:lnTo>
                  <a:lnTo>
                    <a:pt x="49434" y="38067"/>
                  </a:lnTo>
                  <a:lnTo>
                    <a:pt x="51000" y="38675"/>
                  </a:lnTo>
                  <a:lnTo>
                    <a:pt x="52829" y="38979"/>
                  </a:lnTo>
                  <a:lnTo>
                    <a:pt x="53994" y="39322"/>
                  </a:lnTo>
                  <a:lnTo>
                    <a:pt x="55417" y="38481"/>
                  </a:lnTo>
                  <a:lnTo>
                    <a:pt x="56359" y="38601"/>
                  </a:lnTo>
                  <a:lnTo>
                    <a:pt x="57333" y="39172"/>
                  </a:lnTo>
                  <a:lnTo>
                    <a:pt x="57746" y="39559"/>
                  </a:lnTo>
                  <a:lnTo>
                    <a:pt x="58472" y="40375"/>
                  </a:lnTo>
                  <a:lnTo>
                    <a:pt x="59593" y="41420"/>
                  </a:lnTo>
                  <a:lnTo>
                    <a:pt x="60510" y="41808"/>
                  </a:lnTo>
                  <a:lnTo>
                    <a:pt x="61164" y="41226"/>
                  </a:lnTo>
                  <a:lnTo>
                    <a:pt x="61768" y="41023"/>
                  </a:lnTo>
                  <a:lnTo>
                    <a:pt x="62235" y="41267"/>
                  </a:lnTo>
                  <a:lnTo>
                    <a:pt x="62482" y="42400"/>
                  </a:lnTo>
                  <a:lnTo>
                    <a:pt x="62730" y="43170"/>
                  </a:lnTo>
                  <a:lnTo>
                    <a:pt x="63271" y="43749"/>
                  </a:lnTo>
                  <a:lnTo>
                    <a:pt x="64433" y="45236"/>
                  </a:lnTo>
                  <a:lnTo>
                    <a:pt x="65092" y="45844"/>
                  </a:lnTo>
                  <a:lnTo>
                    <a:pt x="65834" y="45803"/>
                  </a:lnTo>
                  <a:lnTo>
                    <a:pt x="67362" y="46778"/>
                  </a:lnTo>
                  <a:lnTo>
                    <a:pt x="68996" y="47729"/>
                  </a:lnTo>
                  <a:lnTo>
                    <a:pt x="69837" y="47885"/>
                  </a:lnTo>
                  <a:lnTo>
                    <a:pt x="70668" y="47746"/>
                  </a:lnTo>
                  <a:lnTo>
                    <a:pt x="71218" y="48110"/>
                  </a:lnTo>
                  <a:lnTo>
                    <a:pt x="71437" y="49257"/>
                  </a:lnTo>
                  <a:lnTo>
                    <a:pt x="72857" y="51548"/>
                  </a:lnTo>
                  <a:lnTo>
                    <a:pt x="73525" y="52443"/>
                  </a:lnTo>
                  <a:lnTo>
                    <a:pt x="74321" y="53213"/>
                  </a:lnTo>
                  <a:lnTo>
                    <a:pt x="76348" y="53202"/>
                  </a:lnTo>
                  <a:lnTo>
                    <a:pt x="76955" y="53431"/>
                  </a:lnTo>
                  <a:lnTo>
                    <a:pt x="77859" y="53226"/>
                  </a:lnTo>
                  <a:lnTo>
                    <a:pt x="80573" y="52835"/>
                  </a:lnTo>
                  <a:lnTo>
                    <a:pt x="81066" y="52713"/>
                  </a:lnTo>
                  <a:lnTo>
                    <a:pt x="82604" y="53712"/>
                  </a:lnTo>
                  <a:lnTo>
                    <a:pt x="84422" y="55148"/>
                  </a:lnTo>
                  <a:lnTo>
                    <a:pt x="85623" y="56277"/>
                  </a:lnTo>
                  <a:lnTo>
                    <a:pt x="86463" y="56898"/>
                  </a:lnTo>
                  <a:lnTo>
                    <a:pt x="86902" y="57910"/>
                  </a:lnTo>
                  <a:lnTo>
                    <a:pt x="87260" y="58965"/>
                  </a:lnTo>
                  <a:lnTo>
                    <a:pt x="87424" y="60098"/>
                  </a:lnTo>
                  <a:lnTo>
                    <a:pt x="87206" y="61224"/>
                  </a:lnTo>
                  <a:lnTo>
                    <a:pt x="86875" y="61677"/>
                  </a:lnTo>
                  <a:lnTo>
                    <a:pt x="86765" y="62407"/>
                  </a:lnTo>
                  <a:lnTo>
                    <a:pt x="86902" y="63499"/>
                  </a:lnTo>
                  <a:lnTo>
                    <a:pt x="87507" y="64472"/>
                  </a:lnTo>
                  <a:lnTo>
                    <a:pt x="87730" y="65670"/>
                  </a:lnTo>
                  <a:lnTo>
                    <a:pt x="88058" y="67787"/>
                  </a:lnTo>
                  <a:lnTo>
                    <a:pt x="88428" y="68457"/>
                  </a:lnTo>
                  <a:lnTo>
                    <a:pt x="88670" y="75016"/>
                  </a:lnTo>
                  <a:lnTo>
                    <a:pt x="87452" y="75072"/>
                  </a:lnTo>
                  <a:lnTo>
                    <a:pt x="85738" y="75149"/>
                  </a:lnTo>
                  <a:lnTo>
                    <a:pt x="86237" y="75774"/>
                  </a:lnTo>
                  <a:lnTo>
                    <a:pt x="87656" y="78217"/>
                  </a:lnTo>
                  <a:lnTo>
                    <a:pt x="88963" y="80467"/>
                  </a:lnTo>
                  <a:lnTo>
                    <a:pt x="89170" y="84080"/>
                  </a:lnTo>
                  <a:lnTo>
                    <a:pt x="89301" y="86358"/>
                  </a:lnTo>
                  <a:lnTo>
                    <a:pt x="89484" y="89568"/>
                  </a:lnTo>
                  <a:lnTo>
                    <a:pt x="89594" y="91482"/>
                  </a:lnTo>
                  <a:lnTo>
                    <a:pt x="92853" y="91655"/>
                  </a:lnTo>
                  <a:lnTo>
                    <a:pt x="96608" y="91854"/>
                  </a:lnTo>
                  <a:lnTo>
                    <a:pt x="101121" y="92094"/>
                  </a:lnTo>
                  <a:lnTo>
                    <a:pt x="105088" y="92303"/>
                  </a:lnTo>
                  <a:lnTo>
                    <a:pt x="105479" y="92282"/>
                  </a:lnTo>
                  <a:lnTo>
                    <a:pt x="106169" y="92020"/>
                  </a:lnTo>
                  <a:lnTo>
                    <a:pt x="106626" y="91681"/>
                  </a:lnTo>
                  <a:lnTo>
                    <a:pt x="106908" y="91692"/>
                  </a:lnTo>
                  <a:lnTo>
                    <a:pt x="106955" y="92467"/>
                  </a:lnTo>
                  <a:lnTo>
                    <a:pt x="106859" y="93448"/>
                  </a:lnTo>
                  <a:lnTo>
                    <a:pt x="106862" y="94571"/>
                  </a:lnTo>
                  <a:lnTo>
                    <a:pt x="105725" y="96794"/>
                  </a:lnTo>
                  <a:lnTo>
                    <a:pt x="105654" y="97498"/>
                  </a:lnTo>
                  <a:lnTo>
                    <a:pt x="105827" y="100428"/>
                  </a:lnTo>
                  <a:lnTo>
                    <a:pt x="106228" y="102797"/>
                  </a:lnTo>
                  <a:lnTo>
                    <a:pt x="106431" y="104941"/>
                  </a:lnTo>
                  <a:lnTo>
                    <a:pt x="106887" y="105608"/>
                  </a:lnTo>
                  <a:lnTo>
                    <a:pt x="108232" y="106738"/>
                  </a:lnTo>
                  <a:lnTo>
                    <a:pt x="110263" y="108827"/>
                  </a:lnTo>
                  <a:lnTo>
                    <a:pt x="111076" y="109098"/>
                  </a:lnTo>
                  <a:lnTo>
                    <a:pt x="111762" y="108816"/>
                  </a:lnTo>
                  <a:lnTo>
                    <a:pt x="112175" y="109666"/>
                  </a:lnTo>
                  <a:lnTo>
                    <a:pt x="112257" y="111043"/>
                  </a:lnTo>
                  <a:lnTo>
                    <a:pt x="113378" y="114887"/>
                  </a:lnTo>
                  <a:lnTo>
                    <a:pt x="114090" y="117327"/>
                  </a:lnTo>
                  <a:lnTo>
                    <a:pt x="114415" y="118175"/>
                  </a:lnTo>
                  <a:lnTo>
                    <a:pt x="114949" y="118615"/>
                  </a:lnTo>
                  <a:lnTo>
                    <a:pt x="114849" y="118931"/>
                  </a:lnTo>
                  <a:lnTo>
                    <a:pt x="114405" y="119059"/>
                  </a:lnTo>
                  <a:lnTo>
                    <a:pt x="114207" y="119517"/>
                  </a:lnTo>
                  <a:lnTo>
                    <a:pt x="113591" y="122246"/>
                  </a:lnTo>
                  <a:lnTo>
                    <a:pt x="112779" y="125848"/>
                  </a:lnTo>
                  <a:lnTo>
                    <a:pt x="112229" y="128373"/>
                  </a:lnTo>
                  <a:lnTo>
                    <a:pt x="112724" y="128414"/>
                  </a:lnTo>
                  <a:lnTo>
                    <a:pt x="112745" y="129114"/>
                  </a:lnTo>
                  <a:lnTo>
                    <a:pt x="112857" y="130183"/>
                  </a:lnTo>
                  <a:lnTo>
                    <a:pt x="112245" y="130315"/>
                  </a:lnTo>
                  <a:lnTo>
                    <a:pt x="112066" y="130698"/>
                  </a:lnTo>
                  <a:lnTo>
                    <a:pt x="111365" y="132770"/>
                  </a:lnTo>
                  <a:lnTo>
                    <a:pt x="110445" y="135486"/>
                  </a:lnTo>
                  <a:lnTo>
                    <a:pt x="109496" y="138291"/>
                  </a:lnTo>
                  <a:lnTo>
                    <a:pt x="108933" y="139954"/>
                  </a:lnTo>
                  <a:lnTo>
                    <a:pt x="109894" y="141184"/>
                  </a:lnTo>
                  <a:lnTo>
                    <a:pt x="111495" y="143232"/>
                  </a:lnTo>
                  <a:lnTo>
                    <a:pt x="111241" y="143802"/>
                  </a:lnTo>
                  <a:lnTo>
                    <a:pt x="110554" y="144085"/>
                  </a:lnTo>
                  <a:lnTo>
                    <a:pt x="109977" y="144286"/>
                  </a:lnTo>
                  <a:lnTo>
                    <a:pt x="109537" y="145056"/>
                  </a:lnTo>
                  <a:lnTo>
                    <a:pt x="109290" y="14562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3563202" y="2800719"/>
              <a:ext cx="1671" cy="5754"/>
            </a:xfrm>
            <a:custGeom>
              <a:avLst/>
              <a:pathLst>
                <a:path w="1671" h="5754">
                  <a:moveTo>
                    <a:pt x="649" y="5124"/>
                  </a:moveTo>
                  <a:lnTo>
                    <a:pt x="0" y="5754"/>
                  </a:lnTo>
                  <a:lnTo>
                    <a:pt x="117" y="2443"/>
                  </a:lnTo>
                  <a:lnTo>
                    <a:pt x="467" y="1337"/>
                  </a:lnTo>
                  <a:lnTo>
                    <a:pt x="849" y="512"/>
                  </a:lnTo>
                  <a:lnTo>
                    <a:pt x="1321" y="0"/>
                  </a:lnTo>
                  <a:lnTo>
                    <a:pt x="1671" y="723"/>
                  </a:lnTo>
                  <a:lnTo>
                    <a:pt x="1372" y="2325"/>
                  </a:lnTo>
                  <a:lnTo>
                    <a:pt x="546" y="428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3562150" y="2783573"/>
              <a:ext cx="1590" cy="3395"/>
            </a:xfrm>
            <a:custGeom>
              <a:avLst/>
              <a:pathLst>
                <a:path w="1590" h="3395">
                  <a:moveTo>
                    <a:pt x="769" y="3225"/>
                  </a:moveTo>
                  <a:lnTo>
                    <a:pt x="593" y="3395"/>
                  </a:lnTo>
                  <a:lnTo>
                    <a:pt x="0" y="1664"/>
                  </a:lnTo>
                  <a:lnTo>
                    <a:pt x="1192" y="0"/>
                  </a:lnTo>
                  <a:lnTo>
                    <a:pt x="1590" y="675"/>
                  </a:lnTo>
                  <a:lnTo>
                    <a:pt x="1274" y="1992"/>
                  </a:lnTo>
                  <a:lnTo>
                    <a:pt x="924" y="292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3592560" y="2749501"/>
              <a:ext cx="2065" cy="2981"/>
            </a:xfrm>
            <a:custGeom>
              <a:avLst/>
              <a:pathLst>
                <a:path w="2065" h="2981">
                  <a:moveTo>
                    <a:pt x="1808" y="2254"/>
                  </a:moveTo>
                  <a:lnTo>
                    <a:pt x="1802" y="2981"/>
                  </a:lnTo>
                  <a:lnTo>
                    <a:pt x="1408" y="2611"/>
                  </a:lnTo>
                  <a:lnTo>
                    <a:pt x="364" y="2893"/>
                  </a:lnTo>
                  <a:lnTo>
                    <a:pt x="0" y="2344"/>
                  </a:lnTo>
                  <a:lnTo>
                    <a:pt x="1410" y="0"/>
                  </a:lnTo>
                  <a:lnTo>
                    <a:pt x="1694" y="340"/>
                  </a:lnTo>
                  <a:lnTo>
                    <a:pt x="1914" y="768"/>
                  </a:lnTo>
                  <a:lnTo>
                    <a:pt x="2065" y="1364"/>
                  </a:lnTo>
                  <a:lnTo>
                    <a:pt x="1902" y="175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3602884" y="2740388"/>
              <a:ext cx="2479" cy="1927"/>
            </a:xfrm>
            <a:custGeom>
              <a:avLst/>
              <a:pathLst>
                <a:path w="2479" h="1927">
                  <a:moveTo>
                    <a:pt x="2184" y="945"/>
                  </a:moveTo>
                  <a:lnTo>
                    <a:pt x="2479" y="1328"/>
                  </a:lnTo>
                  <a:lnTo>
                    <a:pt x="1933" y="1289"/>
                  </a:lnTo>
                  <a:lnTo>
                    <a:pt x="1321" y="1627"/>
                  </a:lnTo>
                  <a:lnTo>
                    <a:pt x="379" y="1927"/>
                  </a:lnTo>
                  <a:lnTo>
                    <a:pt x="0" y="1366"/>
                  </a:lnTo>
                  <a:lnTo>
                    <a:pt x="813" y="587"/>
                  </a:lnTo>
                  <a:lnTo>
                    <a:pt x="1109" y="0"/>
                  </a:lnTo>
                  <a:lnTo>
                    <a:pt x="1322" y="122"/>
                  </a:lnTo>
                  <a:lnTo>
                    <a:pt x="1594" y="54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3653386" y="2605432"/>
              <a:ext cx="1122" cy="1867"/>
            </a:xfrm>
            <a:custGeom>
              <a:avLst/>
              <a:pathLst>
                <a:path w="1122" h="1867">
                  <a:moveTo>
                    <a:pt x="1122" y="1046"/>
                  </a:moveTo>
                  <a:lnTo>
                    <a:pt x="797" y="1867"/>
                  </a:lnTo>
                  <a:lnTo>
                    <a:pt x="421" y="1744"/>
                  </a:lnTo>
                  <a:lnTo>
                    <a:pt x="273" y="1194"/>
                  </a:lnTo>
                  <a:lnTo>
                    <a:pt x="0" y="657"/>
                  </a:lnTo>
                  <a:lnTo>
                    <a:pt x="147" y="238"/>
                  </a:lnTo>
                  <a:lnTo>
                    <a:pt x="397" y="0"/>
                  </a:lnTo>
                  <a:lnTo>
                    <a:pt x="1088" y="3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3655611" y="2598204"/>
              <a:ext cx="1766" cy="3326"/>
            </a:xfrm>
            <a:custGeom>
              <a:avLst/>
              <a:pathLst>
                <a:path w="1766" h="3326">
                  <a:moveTo>
                    <a:pt x="407" y="3025"/>
                  </a:moveTo>
                  <a:lnTo>
                    <a:pt x="37" y="3326"/>
                  </a:lnTo>
                  <a:lnTo>
                    <a:pt x="0" y="2439"/>
                  </a:lnTo>
                  <a:lnTo>
                    <a:pt x="965" y="1321"/>
                  </a:lnTo>
                  <a:lnTo>
                    <a:pt x="1124" y="0"/>
                  </a:lnTo>
                  <a:lnTo>
                    <a:pt x="1631" y="611"/>
                  </a:lnTo>
                  <a:lnTo>
                    <a:pt x="1766" y="1287"/>
                  </a:lnTo>
                  <a:lnTo>
                    <a:pt x="1757" y="156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3600636" y="2456457"/>
              <a:ext cx="1100" cy="4463"/>
            </a:xfrm>
            <a:custGeom>
              <a:avLst/>
              <a:pathLst>
                <a:path w="1100" h="4463">
                  <a:moveTo>
                    <a:pt x="931" y="3097"/>
                  </a:moveTo>
                  <a:lnTo>
                    <a:pt x="0" y="4463"/>
                  </a:lnTo>
                  <a:lnTo>
                    <a:pt x="306" y="2878"/>
                  </a:lnTo>
                  <a:lnTo>
                    <a:pt x="150" y="1785"/>
                  </a:lnTo>
                  <a:lnTo>
                    <a:pt x="271" y="939"/>
                  </a:lnTo>
                  <a:lnTo>
                    <a:pt x="906" y="121"/>
                  </a:lnTo>
                  <a:lnTo>
                    <a:pt x="1100" y="0"/>
                  </a:lnTo>
                  <a:lnTo>
                    <a:pt x="1044" y="1006"/>
                  </a:lnTo>
                  <a:lnTo>
                    <a:pt x="1089" y="131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3596634" y="2436229"/>
              <a:ext cx="1303" cy="1723"/>
            </a:xfrm>
            <a:custGeom>
              <a:avLst/>
              <a:pathLst>
                <a:path w="1303" h="1723">
                  <a:moveTo>
                    <a:pt x="1303" y="705"/>
                  </a:moveTo>
                  <a:lnTo>
                    <a:pt x="697" y="1377"/>
                  </a:lnTo>
                  <a:lnTo>
                    <a:pt x="501" y="1723"/>
                  </a:lnTo>
                  <a:lnTo>
                    <a:pt x="0" y="1465"/>
                  </a:lnTo>
                  <a:lnTo>
                    <a:pt x="91" y="1080"/>
                  </a:lnTo>
                  <a:lnTo>
                    <a:pt x="238" y="1119"/>
                  </a:lnTo>
                  <a:lnTo>
                    <a:pt x="399" y="0"/>
                  </a:lnTo>
                  <a:lnTo>
                    <a:pt x="1254" y="13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3531188" y="2426104"/>
              <a:ext cx="7357" cy="12709"/>
            </a:xfrm>
            <a:custGeom>
              <a:avLst/>
              <a:pathLst>
                <a:path w="7357" h="12709">
                  <a:moveTo>
                    <a:pt x="1001" y="12446"/>
                  </a:moveTo>
                  <a:lnTo>
                    <a:pt x="0" y="12709"/>
                  </a:lnTo>
                  <a:lnTo>
                    <a:pt x="1289" y="9221"/>
                  </a:lnTo>
                  <a:lnTo>
                    <a:pt x="2444" y="7597"/>
                  </a:lnTo>
                  <a:lnTo>
                    <a:pt x="2460" y="4375"/>
                  </a:lnTo>
                  <a:lnTo>
                    <a:pt x="3711" y="1509"/>
                  </a:lnTo>
                  <a:lnTo>
                    <a:pt x="4862" y="341"/>
                  </a:lnTo>
                  <a:lnTo>
                    <a:pt x="6474" y="0"/>
                  </a:lnTo>
                  <a:lnTo>
                    <a:pt x="7357" y="1747"/>
                  </a:lnTo>
                  <a:lnTo>
                    <a:pt x="6263" y="6700"/>
                  </a:lnTo>
                  <a:lnTo>
                    <a:pt x="5943" y="6728"/>
                  </a:lnTo>
                  <a:lnTo>
                    <a:pt x="4477" y="9341"/>
                  </a:lnTo>
                  <a:lnTo>
                    <a:pt x="2844" y="1116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3541995" y="2420176"/>
              <a:ext cx="22861" cy="23492"/>
            </a:xfrm>
            <a:custGeom>
              <a:avLst/>
              <a:pathLst>
                <a:path w="22861" h="23492">
                  <a:moveTo>
                    <a:pt x="11044" y="1573"/>
                  </a:moveTo>
                  <a:lnTo>
                    <a:pt x="11929" y="1634"/>
                  </a:lnTo>
                  <a:lnTo>
                    <a:pt x="13180" y="1370"/>
                  </a:lnTo>
                  <a:lnTo>
                    <a:pt x="14019" y="717"/>
                  </a:lnTo>
                  <a:lnTo>
                    <a:pt x="14957" y="589"/>
                  </a:lnTo>
                  <a:lnTo>
                    <a:pt x="15885" y="657"/>
                  </a:lnTo>
                  <a:lnTo>
                    <a:pt x="19011" y="1382"/>
                  </a:lnTo>
                  <a:lnTo>
                    <a:pt x="20890" y="1607"/>
                  </a:lnTo>
                  <a:lnTo>
                    <a:pt x="21576" y="1838"/>
                  </a:lnTo>
                  <a:lnTo>
                    <a:pt x="22248" y="2168"/>
                  </a:lnTo>
                  <a:lnTo>
                    <a:pt x="22738" y="2523"/>
                  </a:lnTo>
                  <a:lnTo>
                    <a:pt x="22861" y="3297"/>
                  </a:lnTo>
                  <a:lnTo>
                    <a:pt x="22403" y="4534"/>
                  </a:lnTo>
                  <a:lnTo>
                    <a:pt x="22063" y="5835"/>
                  </a:lnTo>
                  <a:lnTo>
                    <a:pt x="21746" y="7650"/>
                  </a:lnTo>
                  <a:lnTo>
                    <a:pt x="21502" y="8020"/>
                  </a:lnTo>
                  <a:lnTo>
                    <a:pt x="21092" y="7923"/>
                  </a:lnTo>
                  <a:lnTo>
                    <a:pt x="21347" y="9548"/>
                  </a:lnTo>
                  <a:lnTo>
                    <a:pt x="21254" y="10198"/>
                  </a:lnTo>
                  <a:lnTo>
                    <a:pt x="21051" y="10830"/>
                  </a:lnTo>
                  <a:lnTo>
                    <a:pt x="20549" y="12141"/>
                  </a:lnTo>
                  <a:lnTo>
                    <a:pt x="19787" y="13811"/>
                  </a:lnTo>
                  <a:lnTo>
                    <a:pt x="19560" y="14161"/>
                  </a:lnTo>
                  <a:lnTo>
                    <a:pt x="18980" y="14741"/>
                  </a:lnTo>
                  <a:lnTo>
                    <a:pt x="18509" y="15484"/>
                  </a:lnTo>
                  <a:lnTo>
                    <a:pt x="18610" y="16181"/>
                  </a:lnTo>
                  <a:lnTo>
                    <a:pt x="18846" y="16884"/>
                  </a:lnTo>
                  <a:lnTo>
                    <a:pt x="18566" y="17764"/>
                  </a:lnTo>
                  <a:lnTo>
                    <a:pt x="17665" y="19051"/>
                  </a:lnTo>
                  <a:lnTo>
                    <a:pt x="17125" y="19363"/>
                  </a:lnTo>
                  <a:lnTo>
                    <a:pt x="16628" y="19494"/>
                  </a:lnTo>
                  <a:lnTo>
                    <a:pt x="16170" y="19369"/>
                  </a:lnTo>
                  <a:lnTo>
                    <a:pt x="15358" y="18079"/>
                  </a:lnTo>
                  <a:lnTo>
                    <a:pt x="15273" y="19088"/>
                  </a:lnTo>
                  <a:lnTo>
                    <a:pt x="15055" y="20120"/>
                  </a:lnTo>
                  <a:lnTo>
                    <a:pt x="14778" y="20686"/>
                  </a:lnTo>
                  <a:lnTo>
                    <a:pt x="13730" y="20626"/>
                  </a:lnTo>
                  <a:lnTo>
                    <a:pt x="13145" y="20073"/>
                  </a:lnTo>
                  <a:lnTo>
                    <a:pt x="12199" y="19460"/>
                  </a:lnTo>
                  <a:lnTo>
                    <a:pt x="12019" y="21117"/>
                  </a:lnTo>
                  <a:lnTo>
                    <a:pt x="11430" y="22260"/>
                  </a:lnTo>
                  <a:lnTo>
                    <a:pt x="10837" y="22618"/>
                  </a:lnTo>
                  <a:lnTo>
                    <a:pt x="9908" y="22860"/>
                  </a:lnTo>
                  <a:lnTo>
                    <a:pt x="9375" y="23346"/>
                  </a:lnTo>
                  <a:lnTo>
                    <a:pt x="8370" y="22966"/>
                  </a:lnTo>
                  <a:lnTo>
                    <a:pt x="7437" y="22206"/>
                  </a:lnTo>
                  <a:lnTo>
                    <a:pt x="6909" y="22140"/>
                  </a:lnTo>
                  <a:lnTo>
                    <a:pt x="6497" y="22755"/>
                  </a:lnTo>
                  <a:lnTo>
                    <a:pt x="4329" y="22868"/>
                  </a:lnTo>
                  <a:lnTo>
                    <a:pt x="3336" y="23492"/>
                  </a:lnTo>
                  <a:lnTo>
                    <a:pt x="2729" y="23315"/>
                  </a:lnTo>
                  <a:lnTo>
                    <a:pt x="1835" y="22056"/>
                  </a:lnTo>
                  <a:lnTo>
                    <a:pt x="1692" y="21218"/>
                  </a:lnTo>
                  <a:lnTo>
                    <a:pt x="1160" y="19521"/>
                  </a:lnTo>
                  <a:lnTo>
                    <a:pt x="683" y="17505"/>
                  </a:lnTo>
                  <a:lnTo>
                    <a:pt x="343" y="15675"/>
                  </a:lnTo>
                  <a:lnTo>
                    <a:pt x="630" y="14092"/>
                  </a:lnTo>
                  <a:lnTo>
                    <a:pt x="1208" y="14145"/>
                  </a:lnTo>
                  <a:lnTo>
                    <a:pt x="1893" y="14381"/>
                  </a:lnTo>
                  <a:lnTo>
                    <a:pt x="2039" y="14269"/>
                  </a:lnTo>
                  <a:lnTo>
                    <a:pt x="2073" y="13762"/>
                  </a:lnTo>
                  <a:lnTo>
                    <a:pt x="1922" y="13341"/>
                  </a:lnTo>
                  <a:lnTo>
                    <a:pt x="818" y="13408"/>
                  </a:lnTo>
                  <a:lnTo>
                    <a:pt x="121" y="12468"/>
                  </a:lnTo>
                  <a:lnTo>
                    <a:pt x="0" y="11016"/>
                  </a:lnTo>
                  <a:lnTo>
                    <a:pt x="143" y="7998"/>
                  </a:lnTo>
                  <a:lnTo>
                    <a:pt x="233" y="7378"/>
                  </a:lnTo>
                  <a:lnTo>
                    <a:pt x="720" y="6513"/>
                  </a:lnTo>
                  <a:lnTo>
                    <a:pt x="880" y="5748"/>
                  </a:lnTo>
                  <a:lnTo>
                    <a:pt x="759" y="4934"/>
                  </a:lnTo>
                  <a:lnTo>
                    <a:pt x="968" y="3459"/>
                  </a:lnTo>
                  <a:lnTo>
                    <a:pt x="1424" y="2182"/>
                  </a:lnTo>
                  <a:lnTo>
                    <a:pt x="3164" y="572"/>
                  </a:lnTo>
                  <a:lnTo>
                    <a:pt x="5183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3539706" y="2419123"/>
              <a:ext cx="3666" cy="3995"/>
            </a:xfrm>
            <a:custGeom>
              <a:avLst/>
              <a:pathLst>
                <a:path w="3666" h="3995">
                  <a:moveTo>
                    <a:pt x="3644" y="1266"/>
                  </a:moveTo>
                  <a:lnTo>
                    <a:pt x="1056" y="3995"/>
                  </a:lnTo>
                  <a:lnTo>
                    <a:pt x="180" y="3099"/>
                  </a:lnTo>
                  <a:lnTo>
                    <a:pt x="0" y="2580"/>
                  </a:lnTo>
                  <a:lnTo>
                    <a:pt x="148" y="2057"/>
                  </a:lnTo>
                  <a:lnTo>
                    <a:pt x="116" y="1834"/>
                  </a:lnTo>
                  <a:lnTo>
                    <a:pt x="406" y="898"/>
                  </a:lnTo>
                  <a:lnTo>
                    <a:pt x="1853" y="130"/>
                  </a:lnTo>
                  <a:lnTo>
                    <a:pt x="2580" y="0"/>
                  </a:lnTo>
                  <a:lnTo>
                    <a:pt x="3510" y="239"/>
                  </a:lnTo>
                  <a:lnTo>
                    <a:pt x="3666" y="90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3551134" y="2417385"/>
              <a:ext cx="4330" cy="3172"/>
            </a:xfrm>
            <a:custGeom>
              <a:avLst/>
              <a:pathLst>
                <a:path w="4330" h="3172">
                  <a:moveTo>
                    <a:pt x="3653" y="2735"/>
                  </a:moveTo>
                  <a:lnTo>
                    <a:pt x="1147" y="3172"/>
                  </a:lnTo>
                  <a:lnTo>
                    <a:pt x="0" y="2476"/>
                  </a:lnTo>
                  <a:lnTo>
                    <a:pt x="259" y="1890"/>
                  </a:lnTo>
                  <a:lnTo>
                    <a:pt x="1114" y="956"/>
                  </a:lnTo>
                  <a:lnTo>
                    <a:pt x="2155" y="292"/>
                  </a:lnTo>
                  <a:lnTo>
                    <a:pt x="3089" y="0"/>
                  </a:lnTo>
                  <a:lnTo>
                    <a:pt x="4064" y="369"/>
                  </a:lnTo>
                  <a:lnTo>
                    <a:pt x="4330" y="1152"/>
                  </a:lnTo>
                  <a:lnTo>
                    <a:pt x="4249" y="194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3546262" y="2414305"/>
              <a:ext cx="6129" cy="4656"/>
            </a:xfrm>
            <a:custGeom>
              <a:avLst/>
              <a:pathLst>
                <a:path w="6129" h="4656">
                  <a:moveTo>
                    <a:pt x="5741" y="507"/>
                  </a:moveTo>
                  <a:lnTo>
                    <a:pt x="6129" y="1235"/>
                  </a:lnTo>
                  <a:lnTo>
                    <a:pt x="4788" y="4151"/>
                  </a:lnTo>
                  <a:lnTo>
                    <a:pt x="4049" y="4571"/>
                  </a:lnTo>
                  <a:lnTo>
                    <a:pt x="3241" y="4656"/>
                  </a:lnTo>
                  <a:lnTo>
                    <a:pt x="2194" y="3787"/>
                  </a:lnTo>
                  <a:lnTo>
                    <a:pt x="563" y="3849"/>
                  </a:lnTo>
                  <a:lnTo>
                    <a:pt x="53" y="3642"/>
                  </a:lnTo>
                  <a:lnTo>
                    <a:pt x="0" y="2372"/>
                  </a:lnTo>
                  <a:lnTo>
                    <a:pt x="685" y="1015"/>
                  </a:lnTo>
                  <a:lnTo>
                    <a:pt x="2054" y="1088"/>
                  </a:lnTo>
                  <a:lnTo>
                    <a:pt x="4409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3543624" y="2410311"/>
              <a:ext cx="2759" cy="8348"/>
            </a:xfrm>
            <a:custGeom>
              <a:avLst/>
              <a:pathLst>
                <a:path w="2759" h="8348">
                  <a:moveTo>
                    <a:pt x="1871" y="6299"/>
                  </a:moveTo>
                  <a:lnTo>
                    <a:pt x="1702" y="8348"/>
                  </a:lnTo>
                  <a:lnTo>
                    <a:pt x="0" y="7482"/>
                  </a:lnTo>
                  <a:lnTo>
                    <a:pt x="127" y="5385"/>
                  </a:lnTo>
                  <a:lnTo>
                    <a:pt x="924" y="4797"/>
                  </a:lnTo>
                  <a:lnTo>
                    <a:pt x="1630" y="3681"/>
                  </a:lnTo>
                  <a:lnTo>
                    <a:pt x="1871" y="2314"/>
                  </a:lnTo>
                  <a:lnTo>
                    <a:pt x="1886" y="454"/>
                  </a:lnTo>
                  <a:lnTo>
                    <a:pt x="2148" y="132"/>
                  </a:lnTo>
                  <a:lnTo>
                    <a:pt x="2376" y="0"/>
                  </a:lnTo>
                  <a:lnTo>
                    <a:pt x="2582" y="127"/>
                  </a:lnTo>
                  <a:lnTo>
                    <a:pt x="2662" y="2918"/>
                  </a:lnTo>
                  <a:lnTo>
                    <a:pt x="2759" y="462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3546862" y="2409653"/>
              <a:ext cx="2316" cy="3889"/>
            </a:xfrm>
            <a:custGeom>
              <a:avLst/>
              <a:pathLst>
                <a:path w="2316" h="3889">
                  <a:moveTo>
                    <a:pt x="1218" y="3417"/>
                  </a:moveTo>
                  <a:lnTo>
                    <a:pt x="192" y="3889"/>
                  </a:lnTo>
                  <a:lnTo>
                    <a:pt x="1" y="3448"/>
                  </a:lnTo>
                  <a:lnTo>
                    <a:pt x="0" y="1695"/>
                  </a:lnTo>
                  <a:lnTo>
                    <a:pt x="288" y="733"/>
                  </a:lnTo>
                  <a:lnTo>
                    <a:pt x="1597" y="464"/>
                  </a:lnTo>
                  <a:lnTo>
                    <a:pt x="1731" y="181"/>
                  </a:lnTo>
                  <a:lnTo>
                    <a:pt x="2108" y="0"/>
                  </a:lnTo>
                  <a:lnTo>
                    <a:pt x="2316" y="602"/>
                  </a:lnTo>
                  <a:lnTo>
                    <a:pt x="2286" y="160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544711" y="2388405"/>
              <a:ext cx="2052" cy="3746"/>
            </a:xfrm>
            <a:custGeom>
              <a:avLst/>
              <a:pathLst>
                <a:path w="2052" h="3746">
                  <a:moveTo>
                    <a:pt x="1986" y="3109"/>
                  </a:moveTo>
                  <a:lnTo>
                    <a:pt x="1042" y="3746"/>
                  </a:lnTo>
                  <a:lnTo>
                    <a:pt x="500" y="3500"/>
                  </a:lnTo>
                  <a:lnTo>
                    <a:pt x="0" y="1840"/>
                  </a:lnTo>
                  <a:lnTo>
                    <a:pt x="170" y="458"/>
                  </a:lnTo>
                  <a:lnTo>
                    <a:pt x="853" y="0"/>
                  </a:lnTo>
                  <a:lnTo>
                    <a:pt x="1384" y="98"/>
                  </a:lnTo>
                  <a:lnTo>
                    <a:pt x="1579" y="275"/>
                  </a:lnTo>
                  <a:lnTo>
                    <a:pt x="2052" y="253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322448" y="2345215"/>
              <a:ext cx="370831" cy="543969"/>
            </a:xfrm>
            <a:custGeom>
              <a:avLst/>
              <a:pathLst>
                <a:path w="370831" h="543969">
                  <a:moveTo>
                    <a:pt x="165746" y="46248"/>
                  </a:moveTo>
                  <a:lnTo>
                    <a:pt x="166029" y="46385"/>
                  </a:lnTo>
                  <a:lnTo>
                    <a:pt x="166663" y="46503"/>
                  </a:lnTo>
                  <a:lnTo>
                    <a:pt x="168164" y="47040"/>
                  </a:lnTo>
                  <a:lnTo>
                    <a:pt x="170125" y="47642"/>
                  </a:lnTo>
                  <a:lnTo>
                    <a:pt x="170660" y="47435"/>
                  </a:lnTo>
                  <a:lnTo>
                    <a:pt x="170979" y="47010"/>
                  </a:lnTo>
                  <a:lnTo>
                    <a:pt x="171055" y="45767"/>
                  </a:lnTo>
                  <a:lnTo>
                    <a:pt x="171114" y="44889"/>
                  </a:lnTo>
                  <a:lnTo>
                    <a:pt x="170673" y="44114"/>
                  </a:lnTo>
                  <a:lnTo>
                    <a:pt x="170124" y="43235"/>
                  </a:lnTo>
                  <a:lnTo>
                    <a:pt x="169617" y="42139"/>
                  </a:lnTo>
                  <a:lnTo>
                    <a:pt x="169011" y="41828"/>
                  </a:lnTo>
                  <a:lnTo>
                    <a:pt x="169089" y="41264"/>
                  </a:lnTo>
                  <a:lnTo>
                    <a:pt x="169483" y="40681"/>
                  </a:lnTo>
                  <a:lnTo>
                    <a:pt x="169887" y="40358"/>
                  </a:lnTo>
                  <a:lnTo>
                    <a:pt x="170121" y="39963"/>
                  </a:lnTo>
                  <a:lnTo>
                    <a:pt x="170375" y="38502"/>
                  </a:lnTo>
                  <a:lnTo>
                    <a:pt x="170544" y="38244"/>
                  </a:lnTo>
                  <a:lnTo>
                    <a:pt x="170716" y="38182"/>
                  </a:lnTo>
                  <a:lnTo>
                    <a:pt x="170920" y="38236"/>
                  </a:lnTo>
                  <a:lnTo>
                    <a:pt x="171319" y="38614"/>
                  </a:lnTo>
                  <a:lnTo>
                    <a:pt x="172862" y="39776"/>
                  </a:lnTo>
                  <a:lnTo>
                    <a:pt x="173540" y="39600"/>
                  </a:lnTo>
                  <a:lnTo>
                    <a:pt x="176128" y="39295"/>
                  </a:lnTo>
                  <a:lnTo>
                    <a:pt x="176520" y="38624"/>
                  </a:lnTo>
                  <a:lnTo>
                    <a:pt x="177068" y="38472"/>
                  </a:lnTo>
                  <a:lnTo>
                    <a:pt x="177998" y="37805"/>
                  </a:lnTo>
                  <a:lnTo>
                    <a:pt x="178366" y="37759"/>
                  </a:lnTo>
                  <a:lnTo>
                    <a:pt x="178695" y="37920"/>
                  </a:lnTo>
                  <a:lnTo>
                    <a:pt x="179109" y="37793"/>
                  </a:lnTo>
                  <a:lnTo>
                    <a:pt x="179719" y="37170"/>
                  </a:lnTo>
                  <a:lnTo>
                    <a:pt x="179976" y="37105"/>
                  </a:lnTo>
                  <a:lnTo>
                    <a:pt x="180073" y="37793"/>
                  </a:lnTo>
                  <a:lnTo>
                    <a:pt x="180469" y="38504"/>
                  </a:lnTo>
                  <a:lnTo>
                    <a:pt x="180947" y="39159"/>
                  </a:lnTo>
                  <a:lnTo>
                    <a:pt x="181178" y="39310"/>
                  </a:lnTo>
                  <a:lnTo>
                    <a:pt x="181980" y="39099"/>
                  </a:lnTo>
                  <a:lnTo>
                    <a:pt x="182402" y="39281"/>
                  </a:lnTo>
                  <a:lnTo>
                    <a:pt x="182585" y="39891"/>
                  </a:lnTo>
                  <a:lnTo>
                    <a:pt x="182637" y="40422"/>
                  </a:lnTo>
                  <a:lnTo>
                    <a:pt x="182973" y="40873"/>
                  </a:lnTo>
                  <a:lnTo>
                    <a:pt x="183405" y="40884"/>
                  </a:lnTo>
                  <a:lnTo>
                    <a:pt x="183635" y="41065"/>
                  </a:lnTo>
                  <a:lnTo>
                    <a:pt x="184027" y="41353"/>
                  </a:lnTo>
                  <a:lnTo>
                    <a:pt x="184362" y="42017"/>
                  </a:lnTo>
                  <a:lnTo>
                    <a:pt x="185137" y="42547"/>
                  </a:lnTo>
                  <a:lnTo>
                    <a:pt x="186462" y="43290"/>
                  </a:lnTo>
                  <a:lnTo>
                    <a:pt x="187078" y="43303"/>
                  </a:lnTo>
                  <a:lnTo>
                    <a:pt x="187651" y="43529"/>
                  </a:lnTo>
                  <a:lnTo>
                    <a:pt x="188004" y="43753"/>
                  </a:lnTo>
                  <a:lnTo>
                    <a:pt x="188386" y="43342"/>
                  </a:lnTo>
                  <a:lnTo>
                    <a:pt x="189742" y="42197"/>
                  </a:lnTo>
                  <a:lnTo>
                    <a:pt x="190402" y="41560"/>
                  </a:lnTo>
                  <a:lnTo>
                    <a:pt x="190848" y="41076"/>
                  </a:lnTo>
                  <a:lnTo>
                    <a:pt x="191182" y="40615"/>
                  </a:lnTo>
                  <a:lnTo>
                    <a:pt x="191432" y="40492"/>
                  </a:lnTo>
                  <a:lnTo>
                    <a:pt x="191599" y="40768"/>
                  </a:lnTo>
                  <a:lnTo>
                    <a:pt x="191745" y="41138"/>
                  </a:lnTo>
                  <a:lnTo>
                    <a:pt x="192228" y="41356"/>
                  </a:lnTo>
                  <a:lnTo>
                    <a:pt x="193360" y="41788"/>
                  </a:lnTo>
                  <a:lnTo>
                    <a:pt x="193880" y="41911"/>
                  </a:lnTo>
                  <a:lnTo>
                    <a:pt x="194610" y="41543"/>
                  </a:lnTo>
                  <a:lnTo>
                    <a:pt x="195233" y="40919"/>
                  </a:lnTo>
                  <a:lnTo>
                    <a:pt x="195532" y="40702"/>
                  </a:lnTo>
                  <a:lnTo>
                    <a:pt x="195995" y="41323"/>
                  </a:lnTo>
                  <a:lnTo>
                    <a:pt x="196310" y="42201"/>
                  </a:lnTo>
                  <a:lnTo>
                    <a:pt x="196522" y="42583"/>
                  </a:lnTo>
                  <a:lnTo>
                    <a:pt x="196992" y="42494"/>
                  </a:lnTo>
                  <a:lnTo>
                    <a:pt x="197917" y="42628"/>
                  </a:lnTo>
                  <a:lnTo>
                    <a:pt x="198604" y="42906"/>
                  </a:lnTo>
                  <a:lnTo>
                    <a:pt x="199028" y="42881"/>
                  </a:lnTo>
                  <a:lnTo>
                    <a:pt x="199609" y="42491"/>
                  </a:lnTo>
                  <a:lnTo>
                    <a:pt x="199922" y="41722"/>
                  </a:lnTo>
                  <a:lnTo>
                    <a:pt x="200745" y="41017"/>
                  </a:lnTo>
                  <a:lnTo>
                    <a:pt x="201528" y="40369"/>
                  </a:lnTo>
                  <a:lnTo>
                    <a:pt x="201977" y="39503"/>
                  </a:lnTo>
                  <a:lnTo>
                    <a:pt x="202641" y="38064"/>
                  </a:lnTo>
                  <a:lnTo>
                    <a:pt x="202864" y="37447"/>
                  </a:lnTo>
                  <a:lnTo>
                    <a:pt x="202909" y="36408"/>
                  </a:lnTo>
                  <a:lnTo>
                    <a:pt x="203844" y="33388"/>
                  </a:lnTo>
                  <a:lnTo>
                    <a:pt x="204198" y="32834"/>
                  </a:lnTo>
                  <a:lnTo>
                    <a:pt x="204407" y="31881"/>
                  </a:lnTo>
                  <a:lnTo>
                    <a:pt x="204783" y="30774"/>
                  </a:lnTo>
                  <a:lnTo>
                    <a:pt x="204783" y="29851"/>
                  </a:lnTo>
                  <a:lnTo>
                    <a:pt x="205055" y="28958"/>
                  </a:lnTo>
                  <a:lnTo>
                    <a:pt x="205590" y="28186"/>
                  </a:lnTo>
                  <a:lnTo>
                    <a:pt x="205986" y="27704"/>
                  </a:lnTo>
                  <a:lnTo>
                    <a:pt x="206618" y="26406"/>
                  </a:lnTo>
                  <a:lnTo>
                    <a:pt x="207058" y="25185"/>
                  </a:lnTo>
                  <a:lnTo>
                    <a:pt x="208161" y="22471"/>
                  </a:lnTo>
                  <a:lnTo>
                    <a:pt x="208245" y="21702"/>
                  </a:lnTo>
                  <a:lnTo>
                    <a:pt x="208683" y="21240"/>
                  </a:lnTo>
                  <a:lnTo>
                    <a:pt x="208829" y="20656"/>
                  </a:lnTo>
                  <a:lnTo>
                    <a:pt x="209297" y="19937"/>
                  </a:lnTo>
                  <a:lnTo>
                    <a:pt x="209789" y="19364"/>
                  </a:lnTo>
                  <a:lnTo>
                    <a:pt x="209999" y="18523"/>
                  </a:lnTo>
                  <a:lnTo>
                    <a:pt x="210360" y="17648"/>
                  </a:lnTo>
                  <a:lnTo>
                    <a:pt x="211151" y="16992"/>
                  </a:lnTo>
                  <a:lnTo>
                    <a:pt x="211444" y="16691"/>
                  </a:lnTo>
                  <a:lnTo>
                    <a:pt x="212340" y="14284"/>
                  </a:lnTo>
                  <a:lnTo>
                    <a:pt x="212442" y="13209"/>
                  </a:lnTo>
                  <a:lnTo>
                    <a:pt x="213251" y="13169"/>
                  </a:lnTo>
                  <a:lnTo>
                    <a:pt x="214523" y="14410"/>
                  </a:lnTo>
                  <a:lnTo>
                    <a:pt x="215537" y="16240"/>
                  </a:lnTo>
                  <a:lnTo>
                    <a:pt x="216896" y="22125"/>
                  </a:lnTo>
                  <a:lnTo>
                    <a:pt x="217122" y="27562"/>
                  </a:lnTo>
                  <a:lnTo>
                    <a:pt x="217673" y="30412"/>
                  </a:lnTo>
                  <a:lnTo>
                    <a:pt x="219252" y="36349"/>
                  </a:lnTo>
                  <a:lnTo>
                    <a:pt x="219353" y="37448"/>
                  </a:lnTo>
                  <a:lnTo>
                    <a:pt x="219607" y="38777"/>
                  </a:lnTo>
                  <a:lnTo>
                    <a:pt x="220106" y="40186"/>
                  </a:lnTo>
                  <a:lnTo>
                    <a:pt x="220657" y="42507"/>
                  </a:lnTo>
                  <a:lnTo>
                    <a:pt x="220677" y="42938"/>
                  </a:lnTo>
                  <a:lnTo>
                    <a:pt x="220319" y="43572"/>
                  </a:lnTo>
                  <a:lnTo>
                    <a:pt x="220844" y="43615"/>
                  </a:lnTo>
                  <a:lnTo>
                    <a:pt x="221320" y="43989"/>
                  </a:lnTo>
                  <a:lnTo>
                    <a:pt x="221630" y="45461"/>
                  </a:lnTo>
                  <a:lnTo>
                    <a:pt x="222022" y="46456"/>
                  </a:lnTo>
                  <a:lnTo>
                    <a:pt x="222737" y="47818"/>
                  </a:lnTo>
                  <a:lnTo>
                    <a:pt x="224199" y="48263"/>
                  </a:lnTo>
                  <a:lnTo>
                    <a:pt x="225303" y="48426"/>
                  </a:lnTo>
                  <a:lnTo>
                    <a:pt x="226561" y="49197"/>
                  </a:lnTo>
                  <a:lnTo>
                    <a:pt x="227484" y="50185"/>
                  </a:lnTo>
                  <a:lnTo>
                    <a:pt x="228198" y="53532"/>
                  </a:lnTo>
                  <a:lnTo>
                    <a:pt x="227965" y="55636"/>
                  </a:lnTo>
                  <a:lnTo>
                    <a:pt x="228035" y="57116"/>
                  </a:lnTo>
                  <a:lnTo>
                    <a:pt x="227665" y="57695"/>
                  </a:lnTo>
                  <a:lnTo>
                    <a:pt x="226632" y="58664"/>
                  </a:lnTo>
                  <a:lnTo>
                    <a:pt x="226407" y="59179"/>
                  </a:lnTo>
                  <a:lnTo>
                    <a:pt x="224293" y="61680"/>
                  </a:lnTo>
                  <a:lnTo>
                    <a:pt x="223831" y="62862"/>
                  </a:lnTo>
                  <a:lnTo>
                    <a:pt x="222698" y="64448"/>
                  </a:lnTo>
                  <a:lnTo>
                    <a:pt x="221576" y="67472"/>
                  </a:lnTo>
                  <a:lnTo>
                    <a:pt x="219935" y="70233"/>
                  </a:lnTo>
                  <a:lnTo>
                    <a:pt x="219355" y="70930"/>
                  </a:lnTo>
                  <a:lnTo>
                    <a:pt x="218467" y="71091"/>
                  </a:lnTo>
                  <a:lnTo>
                    <a:pt x="217929" y="71520"/>
                  </a:lnTo>
                  <a:lnTo>
                    <a:pt x="216653" y="73773"/>
                  </a:lnTo>
                  <a:lnTo>
                    <a:pt x="214941" y="74525"/>
                  </a:lnTo>
                  <a:lnTo>
                    <a:pt x="214783" y="75831"/>
                  </a:lnTo>
                  <a:lnTo>
                    <a:pt x="213794" y="78814"/>
                  </a:lnTo>
                  <a:lnTo>
                    <a:pt x="212922" y="80443"/>
                  </a:lnTo>
                  <a:lnTo>
                    <a:pt x="212366" y="80996"/>
                  </a:lnTo>
                  <a:lnTo>
                    <a:pt x="210970" y="83969"/>
                  </a:lnTo>
                  <a:lnTo>
                    <a:pt x="210791" y="85269"/>
                  </a:lnTo>
                  <a:lnTo>
                    <a:pt x="210800" y="87542"/>
                  </a:lnTo>
                  <a:lnTo>
                    <a:pt x="209868" y="88927"/>
                  </a:lnTo>
                  <a:lnTo>
                    <a:pt x="208898" y="89807"/>
                  </a:lnTo>
                  <a:lnTo>
                    <a:pt x="208777" y="91752"/>
                  </a:lnTo>
                  <a:lnTo>
                    <a:pt x="208338" y="92417"/>
                  </a:lnTo>
                  <a:lnTo>
                    <a:pt x="207963" y="92850"/>
                  </a:lnTo>
                  <a:lnTo>
                    <a:pt x="205988" y="92341"/>
                  </a:lnTo>
                  <a:lnTo>
                    <a:pt x="202921" y="94455"/>
                  </a:lnTo>
                  <a:lnTo>
                    <a:pt x="201873" y="94981"/>
                  </a:lnTo>
                  <a:lnTo>
                    <a:pt x="205221" y="95090"/>
                  </a:lnTo>
                  <a:lnTo>
                    <a:pt x="206296" y="96213"/>
                  </a:lnTo>
                  <a:lnTo>
                    <a:pt x="208653" y="95468"/>
                  </a:lnTo>
                  <a:lnTo>
                    <a:pt x="211503" y="92785"/>
                  </a:lnTo>
                  <a:lnTo>
                    <a:pt x="212592" y="92224"/>
                  </a:lnTo>
                  <a:lnTo>
                    <a:pt x="214804" y="90403"/>
                  </a:lnTo>
                  <a:lnTo>
                    <a:pt x="215703" y="89189"/>
                  </a:lnTo>
                  <a:lnTo>
                    <a:pt x="217344" y="87733"/>
                  </a:lnTo>
                  <a:lnTo>
                    <a:pt x="217693" y="87094"/>
                  </a:lnTo>
                  <a:lnTo>
                    <a:pt x="218612" y="86414"/>
                  </a:lnTo>
                  <a:lnTo>
                    <a:pt x="219110" y="87279"/>
                  </a:lnTo>
                  <a:lnTo>
                    <a:pt x="219148" y="87827"/>
                  </a:lnTo>
                  <a:lnTo>
                    <a:pt x="218394" y="88892"/>
                  </a:lnTo>
                  <a:lnTo>
                    <a:pt x="218590" y="89579"/>
                  </a:lnTo>
                  <a:lnTo>
                    <a:pt x="219088" y="90441"/>
                  </a:lnTo>
                  <a:lnTo>
                    <a:pt x="219268" y="91628"/>
                  </a:lnTo>
                  <a:lnTo>
                    <a:pt x="219333" y="92533"/>
                  </a:lnTo>
                  <a:lnTo>
                    <a:pt x="219641" y="94118"/>
                  </a:lnTo>
                  <a:lnTo>
                    <a:pt x="220655" y="96265"/>
                  </a:lnTo>
                  <a:lnTo>
                    <a:pt x="220689" y="96975"/>
                  </a:lnTo>
                  <a:lnTo>
                    <a:pt x="220550" y="97909"/>
                  </a:lnTo>
                  <a:lnTo>
                    <a:pt x="221035" y="98681"/>
                  </a:lnTo>
                  <a:lnTo>
                    <a:pt x="221538" y="99139"/>
                  </a:lnTo>
                  <a:lnTo>
                    <a:pt x="223263" y="101449"/>
                  </a:lnTo>
                  <a:lnTo>
                    <a:pt x="224614" y="100158"/>
                  </a:lnTo>
                  <a:lnTo>
                    <a:pt x="225444" y="99785"/>
                  </a:lnTo>
                  <a:lnTo>
                    <a:pt x="225975" y="99245"/>
                  </a:lnTo>
                  <a:lnTo>
                    <a:pt x="227086" y="98887"/>
                  </a:lnTo>
                  <a:lnTo>
                    <a:pt x="227996" y="99428"/>
                  </a:lnTo>
                  <a:lnTo>
                    <a:pt x="229732" y="100206"/>
                  </a:lnTo>
                  <a:lnTo>
                    <a:pt x="231001" y="99380"/>
                  </a:lnTo>
                  <a:lnTo>
                    <a:pt x="233571" y="97491"/>
                  </a:lnTo>
                  <a:lnTo>
                    <a:pt x="232768" y="100836"/>
                  </a:lnTo>
                  <a:lnTo>
                    <a:pt x="232186" y="103904"/>
                  </a:lnTo>
                  <a:lnTo>
                    <a:pt x="231743" y="105142"/>
                  </a:lnTo>
                  <a:lnTo>
                    <a:pt x="231304" y="108484"/>
                  </a:lnTo>
                  <a:lnTo>
                    <a:pt x="230869" y="109377"/>
                  </a:lnTo>
                  <a:lnTo>
                    <a:pt x="230517" y="110395"/>
                  </a:lnTo>
                  <a:lnTo>
                    <a:pt x="231091" y="110040"/>
                  </a:lnTo>
                  <a:lnTo>
                    <a:pt x="231582" y="109558"/>
                  </a:lnTo>
                  <a:lnTo>
                    <a:pt x="232211" y="108271"/>
                  </a:lnTo>
                  <a:lnTo>
                    <a:pt x="232682" y="106035"/>
                  </a:lnTo>
                  <a:lnTo>
                    <a:pt x="234542" y="100068"/>
                  </a:lnTo>
                  <a:lnTo>
                    <a:pt x="235075" y="99538"/>
                  </a:lnTo>
                  <a:lnTo>
                    <a:pt x="236621" y="98858"/>
                  </a:lnTo>
                  <a:lnTo>
                    <a:pt x="239283" y="94087"/>
                  </a:lnTo>
                  <a:lnTo>
                    <a:pt x="240323" y="94102"/>
                  </a:lnTo>
                  <a:lnTo>
                    <a:pt x="240989" y="95200"/>
                  </a:lnTo>
                  <a:lnTo>
                    <a:pt x="241620" y="95848"/>
                  </a:lnTo>
                  <a:lnTo>
                    <a:pt x="241782" y="94543"/>
                  </a:lnTo>
                  <a:lnTo>
                    <a:pt x="242690" y="94009"/>
                  </a:lnTo>
                  <a:lnTo>
                    <a:pt x="241729" y="93364"/>
                  </a:lnTo>
                  <a:lnTo>
                    <a:pt x="241572" y="92778"/>
                  </a:lnTo>
                  <a:lnTo>
                    <a:pt x="241480" y="91801"/>
                  </a:lnTo>
                  <a:lnTo>
                    <a:pt x="242134" y="90482"/>
                  </a:lnTo>
                  <a:lnTo>
                    <a:pt x="241744" y="89314"/>
                  </a:lnTo>
                  <a:lnTo>
                    <a:pt x="243100" y="87840"/>
                  </a:lnTo>
                  <a:lnTo>
                    <a:pt x="242995" y="86734"/>
                  </a:lnTo>
                  <a:lnTo>
                    <a:pt x="243479" y="85822"/>
                  </a:lnTo>
                  <a:lnTo>
                    <a:pt x="244091" y="84885"/>
                  </a:lnTo>
                  <a:lnTo>
                    <a:pt x="244784" y="84428"/>
                  </a:lnTo>
                  <a:lnTo>
                    <a:pt x="244911" y="83623"/>
                  </a:lnTo>
                  <a:lnTo>
                    <a:pt x="245348" y="83291"/>
                  </a:lnTo>
                  <a:lnTo>
                    <a:pt x="245692" y="83171"/>
                  </a:lnTo>
                  <a:lnTo>
                    <a:pt x="246369" y="84072"/>
                  </a:lnTo>
                  <a:lnTo>
                    <a:pt x="247103" y="83008"/>
                  </a:lnTo>
                  <a:lnTo>
                    <a:pt x="247819" y="82591"/>
                  </a:lnTo>
                  <a:lnTo>
                    <a:pt x="248141" y="82776"/>
                  </a:lnTo>
                  <a:lnTo>
                    <a:pt x="248540" y="83246"/>
                  </a:lnTo>
                  <a:lnTo>
                    <a:pt x="248960" y="83446"/>
                  </a:lnTo>
                  <a:lnTo>
                    <a:pt x="249301" y="83362"/>
                  </a:lnTo>
                  <a:lnTo>
                    <a:pt x="250188" y="82681"/>
                  </a:lnTo>
                  <a:lnTo>
                    <a:pt x="251007" y="83777"/>
                  </a:lnTo>
                  <a:lnTo>
                    <a:pt x="251500" y="84020"/>
                  </a:lnTo>
                  <a:lnTo>
                    <a:pt x="251365" y="83406"/>
                  </a:lnTo>
                  <a:lnTo>
                    <a:pt x="251105" y="82835"/>
                  </a:lnTo>
                  <a:lnTo>
                    <a:pt x="251307" y="82370"/>
                  </a:lnTo>
                  <a:lnTo>
                    <a:pt x="251694" y="82077"/>
                  </a:lnTo>
                  <a:lnTo>
                    <a:pt x="252919" y="82339"/>
                  </a:lnTo>
                  <a:lnTo>
                    <a:pt x="253563" y="82828"/>
                  </a:lnTo>
                  <a:lnTo>
                    <a:pt x="254260" y="83734"/>
                  </a:lnTo>
                  <a:lnTo>
                    <a:pt x="255228" y="83801"/>
                  </a:lnTo>
                  <a:lnTo>
                    <a:pt x="255987" y="83705"/>
                  </a:lnTo>
                  <a:lnTo>
                    <a:pt x="256467" y="84215"/>
                  </a:lnTo>
                  <a:lnTo>
                    <a:pt x="257247" y="84212"/>
                  </a:lnTo>
                  <a:lnTo>
                    <a:pt x="257637" y="85005"/>
                  </a:lnTo>
                  <a:lnTo>
                    <a:pt x="258825" y="86119"/>
                  </a:lnTo>
                  <a:lnTo>
                    <a:pt x="259082" y="86875"/>
                  </a:lnTo>
                  <a:lnTo>
                    <a:pt x="260037" y="87241"/>
                  </a:lnTo>
                  <a:lnTo>
                    <a:pt x="260932" y="87704"/>
                  </a:lnTo>
                  <a:lnTo>
                    <a:pt x="261886" y="87831"/>
                  </a:lnTo>
                  <a:lnTo>
                    <a:pt x="262848" y="87721"/>
                  </a:lnTo>
                  <a:lnTo>
                    <a:pt x="262887" y="88677"/>
                  </a:lnTo>
                  <a:lnTo>
                    <a:pt x="263593" y="88936"/>
                  </a:lnTo>
                  <a:lnTo>
                    <a:pt x="264499" y="88722"/>
                  </a:lnTo>
                  <a:lnTo>
                    <a:pt x="265184" y="89899"/>
                  </a:lnTo>
                  <a:lnTo>
                    <a:pt x="267014" y="90783"/>
                  </a:lnTo>
                  <a:lnTo>
                    <a:pt x="268282" y="92137"/>
                  </a:lnTo>
                  <a:lnTo>
                    <a:pt x="269113" y="91897"/>
                  </a:lnTo>
                  <a:lnTo>
                    <a:pt x="270044" y="92254"/>
                  </a:lnTo>
                  <a:lnTo>
                    <a:pt x="271042" y="95199"/>
                  </a:lnTo>
                  <a:lnTo>
                    <a:pt x="271268" y="97289"/>
                  </a:lnTo>
                  <a:lnTo>
                    <a:pt x="271713" y="97001"/>
                  </a:lnTo>
                  <a:lnTo>
                    <a:pt x="272125" y="96065"/>
                  </a:lnTo>
                  <a:lnTo>
                    <a:pt x="272660" y="94357"/>
                  </a:lnTo>
                  <a:lnTo>
                    <a:pt x="273660" y="93790"/>
                  </a:lnTo>
                  <a:lnTo>
                    <a:pt x="274138" y="94447"/>
                  </a:lnTo>
                  <a:lnTo>
                    <a:pt x="275141" y="95498"/>
                  </a:lnTo>
                  <a:lnTo>
                    <a:pt x="276006" y="96653"/>
                  </a:lnTo>
                  <a:lnTo>
                    <a:pt x="276370" y="97394"/>
                  </a:lnTo>
                  <a:lnTo>
                    <a:pt x="277020" y="97515"/>
                  </a:lnTo>
                  <a:lnTo>
                    <a:pt x="276478" y="98427"/>
                  </a:lnTo>
                  <a:lnTo>
                    <a:pt x="277022" y="98335"/>
                  </a:lnTo>
                  <a:lnTo>
                    <a:pt x="277682" y="97687"/>
                  </a:lnTo>
                  <a:lnTo>
                    <a:pt x="278246" y="99026"/>
                  </a:lnTo>
                  <a:lnTo>
                    <a:pt x="278670" y="100483"/>
                  </a:lnTo>
                  <a:lnTo>
                    <a:pt x="278755" y="101968"/>
                  </a:lnTo>
                  <a:lnTo>
                    <a:pt x="278356" y="102821"/>
                  </a:lnTo>
                  <a:lnTo>
                    <a:pt x="278003" y="103355"/>
                  </a:lnTo>
                  <a:lnTo>
                    <a:pt x="277612" y="104406"/>
                  </a:lnTo>
                  <a:lnTo>
                    <a:pt x="277149" y="104596"/>
                  </a:lnTo>
                  <a:lnTo>
                    <a:pt x="276687" y="104936"/>
                  </a:lnTo>
                  <a:lnTo>
                    <a:pt x="277215" y="105702"/>
                  </a:lnTo>
                  <a:lnTo>
                    <a:pt x="277576" y="106439"/>
                  </a:lnTo>
                  <a:lnTo>
                    <a:pt x="278365" y="104447"/>
                  </a:lnTo>
                  <a:lnTo>
                    <a:pt x="278920" y="103887"/>
                  </a:lnTo>
                  <a:lnTo>
                    <a:pt x="279723" y="103577"/>
                  </a:lnTo>
                  <a:lnTo>
                    <a:pt x="280141" y="104993"/>
                  </a:lnTo>
                  <a:lnTo>
                    <a:pt x="280231" y="106331"/>
                  </a:lnTo>
                  <a:lnTo>
                    <a:pt x="278922" y="106888"/>
                  </a:lnTo>
                  <a:lnTo>
                    <a:pt x="278917" y="107945"/>
                  </a:lnTo>
                  <a:lnTo>
                    <a:pt x="278526" y="108544"/>
                  </a:lnTo>
                  <a:lnTo>
                    <a:pt x="278270" y="109231"/>
                  </a:lnTo>
                  <a:lnTo>
                    <a:pt x="278064" y="110673"/>
                  </a:lnTo>
                  <a:lnTo>
                    <a:pt x="277798" y="111868"/>
                  </a:lnTo>
                  <a:lnTo>
                    <a:pt x="277018" y="117165"/>
                  </a:lnTo>
                  <a:lnTo>
                    <a:pt x="277002" y="118037"/>
                  </a:lnTo>
                  <a:lnTo>
                    <a:pt x="277952" y="117104"/>
                  </a:lnTo>
                  <a:lnTo>
                    <a:pt x="279703" y="114405"/>
                  </a:lnTo>
                  <a:lnTo>
                    <a:pt x="280237" y="111531"/>
                  </a:lnTo>
                  <a:lnTo>
                    <a:pt x="280928" y="108697"/>
                  </a:lnTo>
                  <a:lnTo>
                    <a:pt x="281680" y="107806"/>
                  </a:lnTo>
                  <a:lnTo>
                    <a:pt x="282146" y="107805"/>
                  </a:lnTo>
                  <a:lnTo>
                    <a:pt x="282844" y="108115"/>
                  </a:lnTo>
                  <a:lnTo>
                    <a:pt x="282884" y="109044"/>
                  </a:lnTo>
                  <a:lnTo>
                    <a:pt x="282777" y="109581"/>
                  </a:lnTo>
                  <a:lnTo>
                    <a:pt x="282030" y="110991"/>
                  </a:lnTo>
                  <a:lnTo>
                    <a:pt x="281713" y="111763"/>
                  </a:lnTo>
                  <a:lnTo>
                    <a:pt x="282020" y="112524"/>
                  </a:lnTo>
                  <a:lnTo>
                    <a:pt x="283718" y="110190"/>
                  </a:lnTo>
                  <a:lnTo>
                    <a:pt x="284478" y="109371"/>
                  </a:lnTo>
                  <a:lnTo>
                    <a:pt x="285125" y="109537"/>
                  </a:lnTo>
                  <a:lnTo>
                    <a:pt x="286411" y="108460"/>
                  </a:lnTo>
                  <a:lnTo>
                    <a:pt x="288998" y="108235"/>
                  </a:lnTo>
                  <a:lnTo>
                    <a:pt x="289192" y="107002"/>
                  </a:lnTo>
                  <a:lnTo>
                    <a:pt x="289708" y="106478"/>
                  </a:lnTo>
                  <a:lnTo>
                    <a:pt x="291131" y="106617"/>
                  </a:lnTo>
                  <a:lnTo>
                    <a:pt x="293903" y="107719"/>
                  </a:lnTo>
                  <a:lnTo>
                    <a:pt x="294891" y="108619"/>
                  </a:lnTo>
                  <a:lnTo>
                    <a:pt x="296370" y="109457"/>
                  </a:lnTo>
                  <a:lnTo>
                    <a:pt x="297149" y="110453"/>
                  </a:lnTo>
                  <a:lnTo>
                    <a:pt x="300403" y="112279"/>
                  </a:lnTo>
                  <a:lnTo>
                    <a:pt x="302766" y="112475"/>
                  </a:lnTo>
                  <a:lnTo>
                    <a:pt x="303936" y="111646"/>
                  </a:lnTo>
                  <a:lnTo>
                    <a:pt x="305396" y="112515"/>
                  </a:lnTo>
                  <a:lnTo>
                    <a:pt x="306169" y="113487"/>
                  </a:lnTo>
                  <a:lnTo>
                    <a:pt x="307685" y="114016"/>
                  </a:lnTo>
                  <a:lnTo>
                    <a:pt x="309215" y="114291"/>
                  </a:lnTo>
                  <a:lnTo>
                    <a:pt x="310385" y="113592"/>
                  </a:lnTo>
                  <a:lnTo>
                    <a:pt x="313403" y="113362"/>
                  </a:lnTo>
                  <a:lnTo>
                    <a:pt x="317197" y="112330"/>
                  </a:lnTo>
                  <a:lnTo>
                    <a:pt x="319460" y="112575"/>
                  </a:lnTo>
                  <a:lnTo>
                    <a:pt x="322020" y="113249"/>
                  </a:lnTo>
                  <a:lnTo>
                    <a:pt x="323845" y="114983"/>
                  </a:lnTo>
                  <a:lnTo>
                    <a:pt x="325381" y="115965"/>
                  </a:lnTo>
                  <a:lnTo>
                    <a:pt x="326311" y="116932"/>
                  </a:lnTo>
                  <a:lnTo>
                    <a:pt x="327810" y="117933"/>
                  </a:lnTo>
                  <a:lnTo>
                    <a:pt x="331011" y="120623"/>
                  </a:lnTo>
                  <a:lnTo>
                    <a:pt x="332131" y="122179"/>
                  </a:lnTo>
                  <a:lnTo>
                    <a:pt x="334116" y="124298"/>
                  </a:lnTo>
                  <a:lnTo>
                    <a:pt x="336107" y="125188"/>
                  </a:lnTo>
                  <a:lnTo>
                    <a:pt x="337184" y="127405"/>
                  </a:lnTo>
                  <a:lnTo>
                    <a:pt x="338036" y="128404"/>
                  </a:lnTo>
                  <a:lnTo>
                    <a:pt x="340146" y="132147"/>
                  </a:lnTo>
                  <a:lnTo>
                    <a:pt x="342541" y="134767"/>
                  </a:lnTo>
                  <a:lnTo>
                    <a:pt x="344143" y="137387"/>
                  </a:lnTo>
                  <a:lnTo>
                    <a:pt x="347217" y="139074"/>
                  </a:lnTo>
                  <a:lnTo>
                    <a:pt x="348416" y="141854"/>
                  </a:lnTo>
                  <a:lnTo>
                    <a:pt x="350496" y="142194"/>
                  </a:lnTo>
                  <a:lnTo>
                    <a:pt x="351382" y="142610"/>
                  </a:lnTo>
                  <a:lnTo>
                    <a:pt x="352459" y="143783"/>
                  </a:lnTo>
                  <a:lnTo>
                    <a:pt x="353941" y="144437"/>
                  </a:lnTo>
                  <a:lnTo>
                    <a:pt x="355871" y="144252"/>
                  </a:lnTo>
                  <a:lnTo>
                    <a:pt x="357999" y="144384"/>
                  </a:lnTo>
                  <a:lnTo>
                    <a:pt x="359720" y="143835"/>
                  </a:lnTo>
                  <a:lnTo>
                    <a:pt x="363792" y="144881"/>
                  </a:lnTo>
                  <a:lnTo>
                    <a:pt x="364433" y="145392"/>
                  </a:lnTo>
                  <a:lnTo>
                    <a:pt x="365276" y="146576"/>
                  </a:lnTo>
                  <a:lnTo>
                    <a:pt x="366763" y="150981"/>
                  </a:lnTo>
                  <a:lnTo>
                    <a:pt x="367649" y="155869"/>
                  </a:lnTo>
                  <a:lnTo>
                    <a:pt x="368087" y="159609"/>
                  </a:lnTo>
                  <a:lnTo>
                    <a:pt x="369102" y="162516"/>
                  </a:lnTo>
                  <a:lnTo>
                    <a:pt x="369656" y="167974"/>
                  </a:lnTo>
                  <a:lnTo>
                    <a:pt x="370127" y="169692"/>
                  </a:lnTo>
                  <a:lnTo>
                    <a:pt x="370164" y="171013"/>
                  </a:lnTo>
                  <a:lnTo>
                    <a:pt x="370562" y="171313"/>
                  </a:lnTo>
                  <a:lnTo>
                    <a:pt x="370831" y="174994"/>
                  </a:lnTo>
                  <a:lnTo>
                    <a:pt x="370725" y="176479"/>
                  </a:lnTo>
                  <a:lnTo>
                    <a:pt x="370336" y="178410"/>
                  </a:lnTo>
                  <a:lnTo>
                    <a:pt x="370307" y="179271"/>
                  </a:lnTo>
                  <a:lnTo>
                    <a:pt x="370364" y="179819"/>
                  </a:lnTo>
                  <a:lnTo>
                    <a:pt x="370192" y="180625"/>
                  </a:lnTo>
                  <a:lnTo>
                    <a:pt x="370139" y="181398"/>
                  </a:lnTo>
                  <a:lnTo>
                    <a:pt x="370533" y="183131"/>
                  </a:lnTo>
                  <a:lnTo>
                    <a:pt x="370554" y="184522"/>
                  </a:lnTo>
                  <a:lnTo>
                    <a:pt x="370026" y="186206"/>
                  </a:lnTo>
                  <a:lnTo>
                    <a:pt x="369306" y="190605"/>
                  </a:lnTo>
                  <a:lnTo>
                    <a:pt x="367498" y="197899"/>
                  </a:lnTo>
                  <a:lnTo>
                    <a:pt x="365765" y="202085"/>
                  </a:lnTo>
                  <a:lnTo>
                    <a:pt x="363342" y="206408"/>
                  </a:lnTo>
                  <a:lnTo>
                    <a:pt x="361763" y="208667"/>
                  </a:lnTo>
                  <a:lnTo>
                    <a:pt x="361137" y="208897"/>
                  </a:lnTo>
                  <a:lnTo>
                    <a:pt x="360562" y="208450"/>
                  </a:lnTo>
                  <a:lnTo>
                    <a:pt x="360970" y="209642"/>
                  </a:lnTo>
                  <a:lnTo>
                    <a:pt x="360613" y="210691"/>
                  </a:lnTo>
                  <a:lnTo>
                    <a:pt x="359009" y="213873"/>
                  </a:lnTo>
                  <a:lnTo>
                    <a:pt x="357415" y="215955"/>
                  </a:lnTo>
                  <a:lnTo>
                    <a:pt x="355635" y="219649"/>
                  </a:lnTo>
                  <a:lnTo>
                    <a:pt x="353515" y="221044"/>
                  </a:lnTo>
                  <a:lnTo>
                    <a:pt x="352261" y="222184"/>
                  </a:lnTo>
                  <a:lnTo>
                    <a:pt x="350657" y="224259"/>
                  </a:lnTo>
                  <a:lnTo>
                    <a:pt x="349185" y="227528"/>
                  </a:lnTo>
                  <a:lnTo>
                    <a:pt x="348881" y="227949"/>
                  </a:lnTo>
                  <a:lnTo>
                    <a:pt x="348339" y="227718"/>
                  </a:lnTo>
                  <a:lnTo>
                    <a:pt x="348354" y="229379"/>
                  </a:lnTo>
                  <a:lnTo>
                    <a:pt x="347087" y="232008"/>
                  </a:lnTo>
                  <a:lnTo>
                    <a:pt x="346701" y="232397"/>
                  </a:lnTo>
                  <a:lnTo>
                    <a:pt x="346711" y="231652"/>
                  </a:lnTo>
                  <a:lnTo>
                    <a:pt x="346931" y="231085"/>
                  </a:lnTo>
                  <a:lnTo>
                    <a:pt x="347034" y="230482"/>
                  </a:lnTo>
                  <a:lnTo>
                    <a:pt x="347024" y="229764"/>
                  </a:lnTo>
                  <a:lnTo>
                    <a:pt x="346670" y="230286"/>
                  </a:lnTo>
                  <a:lnTo>
                    <a:pt x="345920" y="232256"/>
                  </a:lnTo>
                  <a:lnTo>
                    <a:pt x="346173" y="233699"/>
                  </a:lnTo>
                  <a:lnTo>
                    <a:pt x="345628" y="235880"/>
                  </a:lnTo>
                  <a:lnTo>
                    <a:pt x="343553" y="242106"/>
                  </a:lnTo>
                  <a:lnTo>
                    <a:pt x="341012" y="247343"/>
                  </a:lnTo>
                  <a:lnTo>
                    <a:pt x="340426" y="248959"/>
                  </a:lnTo>
                  <a:lnTo>
                    <a:pt x="338340" y="252487"/>
                  </a:lnTo>
                  <a:lnTo>
                    <a:pt x="336807" y="254188"/>
                  </a:lnTo>
                  <a:lnTo>
                    <a:pt x="336376" y="254200"/>
                  </a:lnTo>
                  <a:lnTo>
                    <a:pt x="335888" y="254055"/>
                  </a:lnTo>
                  <a:lnTo>
                    <a:pt x="335642" y="251344"/>
                  </a:lnTo>
                  <a:lnTo>
                    <a:pt x="334420" y="249703"/>
                  </a:lnTo>
                  <a:lnTo>
                    <a:pt x="334071" y="249414"/>
                  </a:lnTo>
                  <a:lnTo>
                    <a:pt x="333570" y="251152"/>
                  </a:lnTo>
                  <a:lnTo>
                    <a:pt x="333153" y="251629"/>
                  </a:lnTo>
                  <a:lnTo>
                    <a:pt x="332550" y="251732"/>
                  </a:lnTo>
                  <a:lnTo>
                    <a:pt x="333194" y="252489"/>
                  </a:lnTo>
                  <a:lnTo>
                    <a:pt x="333382" y="253365"/>
                  </a:lnTo>
                  <a:lnTo>
                    <a:pt x="332726" y="255118"/>
                  </a:lnTo>
                  <a:lnTo>
                    <a:pt x="332705" y="256712"/>
                  </a:lnTo>
                  <a:lnTo>
                    <a:pt x="331533" y="258468"/>
                  </a:lnTo>
                  <a:lnTo>
                    <a:pt x="330855" y="259752"/>
                  </a:lnTo>
                  <a:lnTo>
                    <a:pt x="330510" y="261361"/>
                  </a:lnTo>
                  <a:lnTo>
                    <a:pt x="330302" y="262863"/>
                  </a:lnTo>
                  <a:lnTo>
                    <a:pt x="330817" y="262453"/>
                  </a:lnTo>
                  <a:lnTo>
                    <a:pt x="331061" y="262769"/>
                  </a:lnTo>
                  <a:lnTo>
                    <a:pt x="331255" y="263238"/>
                  </a:lnTo>
                  <a:lnTo>
                    <a:pt x="331136" y="263928"/>
                  </a:lnTo>
                  <a:lnTo>
                    <a:pt x="330758" y="265233"/>
                  </a:lnTo>
                  <a:lnTo>
                    <a:pt x="330817" y="268482"/>
                  </a:lnTo>
                  <a:lnTo>
                    <a:pt x="330692" y="269220"/>
                  </a:lnTo>
                  <a:lnTo>
                    <a:pt x="331067" y="270018"/>
                  </a:lnTo>
                  <a:lnTo>
                    <a:pt x="331464" y="268655"/>
                  </a:lnTo>
                  <a:lnTo>
                    <a:pt x="331693" y="269035"/>
                  </a:lnTo>
                  <a:lnTo>
                    <a:pt x="330584" y="277740"/>
                  </a:lnTo>
                  <a:lnTo>
                    <a:pt x="331021" y="281657"/>
                  </a:lnTo>
                  <a:lnTo>
                    <a:pt x="331183" y="286095"/>
                  </a:lnTo>
                  <a:lnTo>
                    <a:pt x="331684" y="290427"/>
                  </a:lnTo>
                  <a:lnTo>
                    <a:pt x="332233" y="294299"/>
                  </a:lnTo>
                  <a:lnTo>
                    <a:pt x="332277" y="294610"/>
                  </a:lnTo>
                  <a:lnTo>
                    <a:pt x="331518" y="299105"/>
                  </a:lnTo>
                  <a:lnTo>
                    <a:pt x="330549" y="303538"/>
                  </a:lnTo>
                  <a:lnTo>
                    <a:pt x="329964" y="307153"/>
                  </a:lnTo>
                  <a:lnTo>
                    <a:pt x="329596" y="311058"/>
                  </a:lnTo>
                  <a:lnTo>
                    <a:pt x="329228" y="312935"/>
                  </a:lnTo>
                  <a:lnTo>
                    <a:pt x="329111" y="314856"/>
                  </a:lnTo>
                  <a:lnTo>
                    <a:pt x="329533" y="319407"/>
                  </a:lnTo>
                  <a:lnTo>
                    <a:pt x="329690" y="320269"/>
                  </a:lnTo>
                  <a:lnTo>
                    <a:pt x="328513" y="322298"/>
                  </a:lnTo>
                  <a:lnTo>
                    <a:pt x="327244" y="323283"/>
                  </a:lnTo>
                  <a:lnTo>
                    <a:pt x="326542" y="324261"/>
                  </a:lnTo>
                  <a:lnTo>
                    <a:pt x="324990" y="327918"/>
                  </a:lnTo>
                  <a:lnTo>
                    <a:pt x="324148" y="333323"/>
                  </a:lnTo>
                  <a:lnTo>
                    <a:pt x="324128" y="336199"/>
                  </a:lnTo>
                  <a:lnTo>
                    <a:pt x="324526" y="342222"/>
                  </a:lnTo>
                  <a:lnTo>
                    <a:pt x="324227" y="344678"/>
                  </a:lnTo>
                  <a:lnTo>
                    <a:pt x="323736" y="346322"/>
                  </a:lnTo>
                  <a:lnTo>
                    <a:pt x="323155" y="347400"/>
                  </a:lnTo>
                  <a:lnTo>
                    <a:pt x="321673" y="348696"/>
                  </a:lnTo>
                  <a:lnTo>
                    <a:pt x="320346" y="351852"/>
                  </a:lnTo>
                  <a:lnTo>
                    <a:pt x="319768" y="355168"/>
                  </a:lnTo>
                  <a:lnTo>
                    <a:pt x="318859" y="356377"/>
                  </a:lnTo>
                  <a:lnTo>
                    <a:pt x="318673" y="358233"/>
                  </a:lnTo>
                  <a:lnTo>
                    <a:pt x="317940" y="360237"/>
                  </a:lnTo>
                  <a:lnTo>
                    <a:pt x="316042" y="363227"/>
                  </a:lnTo>
                  <a:lnTo>
                    <a:pt x="314808" y="364097"/>
                  </a:lnTo>
                  <a:lnTo>
                    <a:pt x="314219" y="364932"/>
                  </a:lnTo>
                  <a:lnTo>
                    <a:pt x="313846" y="366680"/>
                  </a:lnTo>
                  <a:lnTo>
                    <a:pt x="312656" y="369560"/>
                  </a:lnTo>
                  <a:lnTo>
                    <a:pt x="311778" y="373295"/>
                  </a:lnTo>
                  <a:lnTo>
                    <a:pt x="312007" y="374567"/>
                  </a:lnTo>
                  <a:lnTo>
                    <a:pt x="312021" y="374762"/>
                  </a:lnTo>
                  <a:lnTo>
                    <a:pt x="312340" y="379079"/>
                  </a:lnTo>
                  <a:lnTo>
                    <a:pt x="312223" y="380177"/>
                  </a:lnTo>
                  <a:lnTo>
                    <a:pt x="311066" y="381367"/>
                  </a:lnTo>
                  <a:lnTo>
                    <a:pt x="306711" y="383589"/>
                  </a:lnTo>
                  <a:lnTo>
                    <a:pt x="305551" y="384509"/>
                  </a:lnTo>
                  <a:lnTo>
                    <a:pt x="302950" y="388289"/>
                  </a:lnTo>
                  <a:lnTo>
                    <a:pt x="302788" y="389181"/>
                  </a:lnTo>
                  <a:lnTo>
                    <a:pt x="302896" y="390454"/>
                  </a:lnTo>
                  <a:lnTo>
                    <a:pt x="303324" y="391185"/>
                  </a:lnTo>
                  <a:lnTo>
                    <a:pt x="302883" y="391978"/>
                  </a:lnTo>
                  <a:lnTo>
                    <a:pt x="302364" y="393400"/>
                  </a:lnTo>
                  <a:lnTo>
                    <a:pt x="301606" y="393313"/>
                  </a:lnTo>
                  <a:lnTo>
                    <a:pt x="297267" y="393315"/>
                  </a:lnTo>
                  <a:lnTo>
                    <a:pt x="294919" y="393766"/>
                  </a:lnTo>
                  <a:lnTo>
                    <a:pt x="293698" y="393679"/>
                  </a:lnTo>
                  <a:lnTo>
                    <a:pt x="293151" y="393337"/>
                  </a:lnTo>
                  <a:lnTo>
                    <a:pt x="292536" y="392779"/>
                  </a:lnTo>
                  <a:lnTo>
                    <a:pt x="292351" y="392047"/>
                  </a:lnTo>
                  <a:lnTo>
                    <a:pt x="292685" y="390940"/>
                  </a:lnTo>
                  <a:lnTo>
                    <a:pt x="292488" y="390279"/>
                  </a:lnTo>
                  <a:lnTo>
                    <a:pt x="291844" y="390305"/>
                  </a:lnTo>
                  <a:lnTo>
                    <a:pt x="291137" y="390618"/>
                  </a:lnTo>
                  <a:lnTo>
                    <a:pt x="291015" y="391280"/>
                  </a:lnTo>
                  <a:lnTo>
                    <a:pt x="291065" y="391750"/>
                  </a:lnTo>
                  <a:lnTo>
                    <a:pt x="291328" y="392438"/>
                  </a:lnTo>
                  <a:lnTo>
                    <a:pt x="291472" y="393281"/>
                  </a:lnTo>
                  <a:lnTo>
                    <a:pt x="291183" y="394015"/>
                  </a:lnTo>
                  <a:lnTo>
                    <a:pt x="289808" y="394111"/>
                  </a:lnTo>
                  <a:lnTo>
                    <a:pt x="288263" y="394785"/>
                  </a:lnTo>
                  <a:lnTo>
                    <a:pt x="286336" y="395067"/>
                  </a:lnTo>
                  <a:lnTo>
                    <a:pt x="284800" y="395553"/>
                  </a:lnTo>
                  <a:lnTo>
                    <a:pt x="284091" y="394938"/>
                  </a:lnTo>
                  <a:lnTo>
                    <a:pt x="284800" y="394630"/>
                  </a:lnTo>
                  <a:lnTo>
                    <a:pt x="285817" y="394780"/>
                  </a:lnTo>
                  <a:lnTo>
                    <a:pt x="286909" y="394270"/>
                  </a:lnTo>
                  <a:lnTo>
                    <a:pt x="286654" y="393668"/>
                  </a:lnTo>
                  <a:lnTo>
                    <a:pt x="285109" y="392890"/>
                  </a:lnTo>
                  <a:lnTo>
                    <a:pt x="283394" y="393367"/>
                  </a:lnTo>
                  <a:lnTo>
                    <a:pt x="282443" y="394292"/>
                  </a:lnTo>
                  <a:lnTo>
                    <a:pt x="280362" y="394208"/>
                  </a:lnTo>
                  <a:lnTo>
                    <a:pt x="277814" y="394912"/>
                  </a:lnTo>
                  <a:lnTo>
                    <a:pt x="277399" y="395630"/>
                  </a:lnTo>
                  <a:lnTo>
                    <a:pt x="277468" y="397020"/>
                  </a:lnTo>
                  <a:lnTo>
                    <a:pt x="277967" y="397325"/>
                  </a:lnTo>
                  <a:lnTo>
                    <a:pt x="278453" y="397960"/>
                  </a:lnTo>
                  <a:lnTo>
                    <a:pt x="277986" y="398551"/>
                  </a:lnTo>
                  <a:lnTo>
                    <a:pt x="277531" y="398813"/>
                  </a:lnTo>
                  <a:lnTo>
                    <a:pt x="274840" y="399458"/>
                  </a:lnTo>
                  <a:lnTo>
                    <a:pt x="272344" y="402166"/>
                  </a:lnTo>
                  <a:lnTo>
                    <a:pt x="271304" y="402503"/>
                  </a:lnTo>
                  <a:lnTo>
                    <a:pt x="270378" y="403697"/>
                  </a:lnTo>
                  <a:lnTo>
                    <a:pt x="270282" y="404717"/>
                  </a:lnTo>
                  <a:lnTo>
                    <a:pt x="269990" y="405332"/>
                  </a:lnTo>
                  <a:lnTo>
                    <a:pt x="269395" y="405363"/>
                  </a:lnTo>
                  <a:lnTo>
                    <a:pt x="268094" y="404806"/>
                  </a:lnTo>
                  <a:lnTo>
                    <a:pt x="266405" y="404790"/>
                  </a:lnTo>
                  <a:lnTo>
                    <a:pt x="265186" y="405234"/>
                  </a:lnTo>
                  <a:lnTo>
                    <a:pt x="258954" y="409625"/>
                  </a:lnTo>
                  <a:lnTo>
                    <a:pt x="256716" y="411382"/>
                  </a:lnTo>
                  <a:lnTo>
                    <a:pt x="254163" y="414965"/>
                  </a:lnTo>
                  <a:lnTo>
                    <a:pt x="249858" y="418980"/>
                  </a:lnTo>
                  <a:lnTo>
                    <a:pt x="247597" y="421377"/>
                  </a:lnTo>
                  <a:lnTo>
                    <a:pt x="247168" y="421998"/>
                  </a:lnTo>
                  <a:lnTo>
                    <a:pt x="246811" y="422032"/>
                  </a:lnTo>
                  <a:lnTo>
                    <a:pt x="246102" y="422532"/>
                  </a:lnTo>
                  <a:lnTo>
                    <a:pt x="246384" y="422946"/>
                  </a:lnTo>
                  <a:lnTo>
                    <a:pt x="246867" y="422985"/>
                  </a:lnTo>
                  <a:lnTo>
                    <a:pt x="246668" y="424381"/>
                  </a:lnTo>
                  <a:lnTo>
                    <a:pt x="245769" y="425336"/>
                  </a:lnTo>
                  <a:lnTo>
                    <a:pt x="244082" y="427843"/>
                  </a:lnTo>
                  <a:lnTo>
                    <a:pt x="243706" y="427659"/>
                  </a:lnTo>
                  <a:lnTo>
                    <a:pt x="244241" y="426356"/>
                  </a:lnTo>
                  <a:lnTo>
                    <a:pt x="243412" y="426307"/>
                  </a:lnTo>
                  <a:lnTo>
                    <a:pt x="242192" y="425829"/>
                  </a:lnTo>
                  <a:lnTo>
                    <a:pt x="241662" y="426368"/>
                  </a:lnTo>
                  <a:lnTo>
                    <a:pt x="241954" y="427659"/>
                  </a:lnTo>
                  <a:lnTo>
                    <a:pt x="241495" y="428212"/>
                  </a:lnTo>
                  <a:lnTo>
                    <a:pt x="240662" y="428275"/>
                  </a:lnTo>
                  <a:lnTo>
                    <a:pt x="239907" y="428122"/>
                  </a:lnTo>
                  <a:lnTo>
                    <a:pt x="239077" y="427177"/>
                  </a:lnTo>
                  <a:lnTo>
                    <a:pt x="239451" y="428889"/>
                  </a:lnTo>
                  <a:lnTo>
                    <a:pt x="241203" y="429305"/>
                  </a:lnTo>
                  <a:lnTo>
                    <a:pt x="241933" y="429708"/>
                  </a:lnTo>
                  <a:lnTo>
                    <a:pt x="242204" y="430366"/>
                  </a:lnTo>
                  <a:lnTo>
                    <a:pt x="240842" y="433414"/>
                  </a:lnTo>
                  <a:lnTo>
                    <a:pt x="239701" y="433811"/>
                  </a:lnTo>
                  <a:lnTo>
                    <a:pt x="239576" y="434241"/>
                  </a:lnTo>
                  <a:lnTo>
                    <a:pt x="240202" y="434238"/>
                  </a:lnTo>
                  <a:lnTo>
                    <a:pt x="240547" y="435081"/>
                  </a:lnTo>
                  <a:lnTo>
                    <a:pt x="240139" y="438484"/>
                  </a:lnTo>
                  <a:lnTo>
                    <a:pt x="239576" y="439131"/>
                  </a:lnTo>
                  <a:lnTo>
                    <a:pt x="239247" y="439147"/>
                  </a:lnTo>
                  <a:lnTo>
                    <a:pt x="238920" y="439729"/>
                  </a:lnTo>
                  <a:lnTo>
                    <a:pt x="239371" y="440840"/>
                  </a:lnTo>
                  <a:lnTo>
                    <a:pt x="239835" y="441651"/>
                  </a:lnTo>
                  <a:lnTo>
                    <a:pt x="239773" y="443223"/>
                  </a:lnTo>
                  <a:lnTo>
                    <a:pt x="239599" y="444523"/>
                  </a:lnTo>
                  <a:lnTo>
                    <a:pt x="239588" y="445786"/>
                  </a:lnTo>
                  <a:lnTo>
                    <a:pt x="240175" y="448230"/>
                  </a:lnTo>
                  <a:lnTo>
                    <a:pt x="240386" y="450739"/>
                  </a:lnTo>
                  <a:lnTo>
                    <a:pt x="240623" y="451651"/>
                  </a:lnTo>
                  <a:lnTo>
                    <a:pt x="240757" y="452663"/>
                  </a:lnTo>
                  <a:lnTo>
                    <a:pt x="240366" y="453610"/>
                  </a:lnTo>
                  <a:lnTo>
                    <a:pt x="240589" y="455129"/>
                  </a:lnTo>
                  <a:lnTo>
                    <a:pt x="239921" y="457711"/>
                  </a:lnTo>
                  <a:lnTo>
                    <a:pt x="240270" y="461439"/>
                  </a:lnTo>
                  <a:lnTo>
                    <a:pt x="240127" y="464932"/>
                  </a:lnTo>
                  <a:lnTo>
                    <a:pt x="239865" y="466768"/>
                  </a:lnTo>
                  <a:lnTo>
                    <a:pt x="239441" y="468203"/>
                  </a:lnTo>
                  <a:lnTo>
                    <a:pt x="238457" y="470052"/>
                  </a:lnTo>
                  <a:lnTo>
                    <a:pt x="238434" y="471902"/>
                  </a:lnTo>
                  <a:lnTo>
                    <a:pt x="236316" y="473622"/>
                  </a:lnTo>
                  <a:lnTo>
                    <a:pt x="233972" y="476029"/>
                  </a:lnTo>
                  <a:lnTo>
                    <a:pt x="231810" y="478877"/>
                  </a:lnTo>
                  <a:lnTo>
                    <a:pt x="229481" y="482891"/>
                  </a:lnTo>
                  <a:lnTo>
                    <a:pt x="226763" y="488997"/>
                  </a:lnTo>
                  <a:lnTo>
                    <a:pt x="224245" y="497712"/>
                  </a:lnTo>
                  <a:lnTo>
                    <a:pt x="221213" y="504294"/>
                  </a:lnTo>
                  <a:lnTo>
                    <a:pt x="220000" y="506670"/>
                  </a:lnTo>
                  <a:lnTo>
                    <a:pt x="218361" y="509325"/>
                  </a:lnTo>
                  <a:lnTo>
                    <a:pt x="216182" y="512421"/>
                  </a:lnTo>
                  <a:lnTo>
                    <a:pt x="213262" y="515519"/>
                  </a:lnTo>
                  <a:lnTo>
                    <a:pt x="210066" y="518278"/>
                  </a:lnTo>
                  <a:lnTo>
                    <a:pt x="208911" y="519523"/>
                  </a:lnTo>
                  <a:lnTo>
                    <a:pt x="207786" y="521271"/>
                  </a:lnTo>
                  <a:lnTo>
                    <a:pt x="207504" y="520549"/>
                  </a:lnTo>
                  <a:lnTo>
                    <a:pt x="207748" y="519356"/>
                  </a:lnTo>
                  <a:lnTo>
                    <a:pt x="207593" y="518462"/>
                  </a:lnTo>
                  <a:lnTo>
                    <a:pt x="207558" y="517303"/>
                  </a:lnTo>
                  <a:lnTo>
                    <a:pt x="208203" y="517089"/>
                  </a:lnTo>
                  <a:lnTo>
                    <a:pt x="209167" y="517825"/>
                  </a:lnTo>
                  <a:lnTo>
                    <a:pt x="209659" y="517326"/>
                  </a:lnTo>
                  <a:lnTo>
                    <a:pt x="210016" y="516833"/>
                  </a:lnTo>
                  <a:lnTo>
                    <a:pt x="211178" y="516525"/>
                  </a:lnTo>
                  <a:lnTo>
                    <a:pt x="213396" y="513495"/>
                  </a:lnTo>
                  <a:lnTo>
                    <a:pt x="215043" y="512374"/>
                  </a:lnTo>
                  <a:lnTo>
                    <a:pt x="215968" y="510460"/>
                  </a:lnTo>
                  <a:lnTo>
                    <a:pt x="216127" y="509442"/>
                  </a:lnTo>
                  <a:lnTo>
                    <a:pt x="216090" y="507379"/>
                  </a:lnTo>
                  <a:lnTo>
                    <a:pt x="216615" y="506856"/>
                  </a:lnTo>
                  <a:lnTo>
                    <a:pt x="217806" y="507036"/>
                  </a:lnTo>
                  <a:lnTo>
                    <a:pt x="218049" y="506448"/>
                  </a:lnTo>
                  <a:lnTo>
                    <a:pt x="217945" y="505797"/>
                  </a:lnTo>
                  <a:lnTo>
                    <a:pt x="218177" y="504378"/>
                  </a:lnTo>
                  <a:lnTo>
                    <a:pt x="219792" y="503118"/>
                  </a:lnTo>
                  <a:lnTo>
                    <a:pt x="220557" y="501595"/>
                  </a:lnTo>
                  <a:lnTo>
                    <a:pt x="220301" y="497715"/>
                  </a:lnTo>
                  <a:lnTo>
                    <a:pt x="220597" y="497540"/>
                  </a:lnTo>
                  <a:lnTo>
                    <a:pt x="221261" y="498145"/>
                  </a:lnTo>
                  <a:lnTo>
                    <a:pt x="221573" y="497895"/>
                  </a:lnTo>
                  <a:lnTo>
                    <a:pt x="221908" y="496193"/>
                  </a:lnTo>
                  <a:lnTo>
                    <a:pt x="221747" y="495311"/>
                  </a:lnTo>
                  <a:lnTo>
                    <a:pt x="220965" y="495076"/>
                  </a:lnTo>
                  <a:lnTo>
                    <a:pt x="218262" y="496994"/>
                  </a:lnTo>
                  <a:lnTo>
                    <a:pt x="217381" y="496915"/>
                  </a:lnTo>
                  <a:lnTo>
                    <a:pt x="217235" y="495409"/>
                  </a:lnTo>
                  <a:lnTo>
                    <a:pt x="215921" y="494717"/>
                  </a:lnTo>
                  <a:lnTo>
                    <a:pt x="215407" y="493466"/>
                  </a:lnTo>
                  <a:lnTo>
                    <a:pt x="215254" y="492610"/>
                  </a:lnTo>
                  <a:lnTo>
                    <a:pt x="214798" y="492259"/>
                  </a:lnTo>
                  <a:lnTo>
                    <a:pt x="214826" y="493740"/>
                  </a:lnTo>
                  <a:lnTo>
                    <a:pt x="214951" y="495178"/>
                  </a:lnTo>
                  <a:lnTo>
                    <a:pt x="216129" y="496854"/>
                  </a:lnTo>
                  <a:lnTo>
                    <a:pt x="215843" y="497519"/>
                  </a:lnTo>
                  <a:lnTo>
                    <a:pt x="215285" y="498295"/>
                  </a:lnTo>
                  <a:lnTo>
                    <a:pt x="214896" y="500019"/>
                  </a:lnTo>
                  <a:lnTo>
                    <a:pt x="214939" y="502256"/>
                  </a:lnTo>
                  <a:lnTo>
                    <a:pt x="214624" y="501575"/>
                  </a:lnTo>
                  <a:lnTo>
                    <a:pt x="214220" y="501181"/>
                  </a:lnTo>
                  <a:lnTo>
                    <a:pt x="214056" y="503585"/>
                  </a:lnTo>
                  <a:lnTo>
                    <a:pt x="213274" y="504505"/>
                  </a:lnTo>
                  <a:lnTo>
                    <a:pt x="213027" y="505408"/>
                  </a:lnTo>
                  <a:lnTo>
                    <a:pt x="213231" y="506455"/>
                  </a:lnTo>
                  <a:lnTo>
                    <a:pt x="212827" y="507179"/>
                  </a:lnTo>
                  <a:lnTo>
                    <a:pt x="210835" y="509121"/>
                  </a:lnTo>
                  <a:lnTo>
                    <a:pt x="208849" y="510448"/>
                  </a:lnTo>
                  <a:lnTo>
                    <a:pt x="208417" y="511074"/>
                  </a:lnTo>
                  <a:lnTo>
                    <a:pt x="208205" y="512555"/>
                  </a:lnTo>
                  <a:lnTo>
                    <a:pt x="207902" y="514076"/>
                  </a:lnTo>
                  <a:lnTo>
                    <a:pt x="207023" y="515414"/>
                  </a:lnTo>
                  <a:lnTo>
                    <a:pt x="206325" y="518073"/>
                  </a:lnTo>
                  <a:lnTo>
                    <a:pt x="206344" y="519217"/>
                  </a:lnTo>
                  <a:lnTo>
                    <a:pt x="206576" y="520903"/>
                  </a:lnTo>
                  <a:lnTo>
                    <a:pt x="206951" y="522009"/>
                  </a:lnTo>
                  <a:lnTo>
                    <a:pt x="206357" y="522749"/>
                  </a:lnTo>
                  <a:lnTo>
                    <a:pt x="205559" y="524184"/>
                  </a:lnTo>
                  <a:lnTo>
                    <a:pt x="204924" y="525803"/>
                  </a:lnTo>
                  <a:lnTo>
                    <a:pt x="203346" y="531877"/>
                  </a:lnTo>
                  <a:lnTo>
                    <a:pt x="201986" y="535539"/>
                  </a:lnTo>
                  <a:lnTo>
                    <a:pt x="200939" y="537333"/>
                  </a:lnTo>
                  <a:lnTo>
                    <a:pt x="199445" y="539223"/>
                  </a:lnTo>
                  <a:lnTo>
                    <a:pt x="195190" y="543969"/>
                  </a:lnTo>
                  <a:lnTo>
                    <a:pt x="194935" y="543901"/>
                  </a:lnTo>
                  <a:lnTo>
                    <a:pt x="194310" y="543518"/>
                  </a:lnTo>
                  <a:lnTo>
                    <a:pt x="193787" y="543063"/>
                  </a:lnTo>
                  <a:lnTo>
                    <a:pt x="193669" y="542759"/>
                  </a:lnTo>
                  <a:lnTo>
                    <a:pt x="193609" y="542304"/>
                  </a:lnTo>
                  <a:lnTo>
                    <a:pt x="193678" y="540595"/>
                  </a:lnTo>
                  <a:lnTo>
                    <a:pt x="193669" y="536001"/>
                  </a:lnTo>
                  <a:lnTo>
                    <a:pt x="193853" y="535133"/>
                  </a:lnTo>
                  <a:lnTo>
                    <a:pt x="194128" y="534573"/>
                  </a:lnTo>
                  <a:lnTo>
                    <a:pt x="194957" y="533761"/>
                  </a:lnTo>
                  <a:lnTo>
                    <a:pt x="195762" y="532599"/>
                  </a:lnTo>
                  <a:lnTo>
                    <a:pt x="196671" y="531122"/>
                  </a:lnTo>
                  <a:lnTo>
                    <a:pt x="197508" y="529945"/>
                  </a:lnTo>
                  <a:lnTo>
                    <a:pt x="197208" y="529155"/>
                  </a:lnTo>
                  <a:lnTo>
                    <a:pt x="196508" y="528392"/>
                  </a:lnTo>
                  <a:lnTo>
                    <a:pt x="195264" y="527775"/>
                  </a:lnTo>
                  <a:lnTo>
                    <a:pt x="194066" y="526688"/>
                  </a:lnTo>
                  <a:lnTo>
                    <a:pt x="193003" y="525290"/>
                  </a:lnTo>
                  <a:lnTo>
                    <a:pt x="192512" y="523836"/>
                  </a:lnTo>
                  <a:lnTo>
                    <a:pt x="192063" y="522268"/>
                  </a:lnTo>
                  <a:lnTo>
                    <a:pt x="191633" y="521028"/>
                  </a:lnTo>
                  <a:lnTo>
                    <a:pt x="191489" y="520462"/>
                  </a:lnTo>
                  <a:lnTo>
                    <a:pt x="191069" y="520226"/>
                  </a:lnTo>
                  <a:lnTo>
                    <a:pt x="190403" y="519593"/>
                  </a:lnTo>
                  <a:lnTo>
                    <a:pt x="189986" y="519004"/>
                  </a:lnTo>
                  <a:lnTo>
                    <a:pt x="189375" y="518666"/>
                  </a:lnTo>
                  <a:lnTo>
                    <a:pt x="188285" y="518296"/>
                  </a:lnTo>
                  <a:lnTo>
                    <a:pt x="187148" y="517649"/>
                  </a:lnTo>
                  <a:lnTo>
                    <a:pt x="185735" y="516113"/>
                  </a:lnTo>
                  <a:lnTo>
                    <a:pt x="184716" y="514407"/>
                  </a:lnTo>
                  <a:lnTo>
                    <a:pt x="184212" y="513281"/>
                  </a:lnTo>
                  <a:lnTo>
                    <a:pt x="183675" y="512488"/>
                  </a:lnTo>
                  <a:lnTo>
                    <a:pt x="180758" y="511178"/>
                  </a:lnTo>
                  <a:lnTo>
                    <a:pt x="179433" y="509613"/>
                  </a:lnTo>
                  <a:lnTo>
                    <a:pt x="178912" y="510100"/>
                  </a:lnTo>
                  <a:lnTo>
                    <a:pt x="178132" y="509621"/>
                  </a:lnTo>
                  <a:lnTo>
                    <a:pt x="177365" y="508868"/>
                  </a:lnTo>
                  <a:lnTo>
                    <a:pt x="177135" y="508290"/>
                  </a:lnTo>
                  <a:lnTo>
                    <a:pt x="176810" y="507698"/>
                  </a:lnTo>
                  <a:lnTo>
                    <a:pt x="176505" y="507018"/>
                  </a:lnTo>
                  <a:lnTo>
                    <a:pt x="176311" y="506365"/>
                  </a:lnTo>
                  <a:lnTo>
                    <a:pt x="175521" y="505225"/>
                  </a:lnTo>
                  <a:lnTo>
                    <a:pt x="174501" y="503991"/>
                  </a:lnTo>
                  <a:lnTo>
                    <a:pt x="174069" y="503640"/>
                  </a:lnTo>
                  <a:lnTo>
                    <a:pt x="173841" y="503742"/>
                  </a:lnTo>
                  <a:lnTo>
                    <a:pt x="173620" y="504216"/>
                  </a:lnTo>
                  <a:lnTo>
                    <a:pt x="173481" y="504674"/>
                  </a:lnTo>
                  <a:lnTo>
                    <a:pt x="173095" y="504976"/>
                  </a:lnTo>
                  <a:lnTo>
                    <a:pt x="172619" y="505541"/>
                  </a:lnTo>
                  <a:lnTo>
                    <a:pt x="172132" y="506233"/>
                  </a:lnTo>
                  <a:lnTo>
                    <a:pt x="171508" y="506692"/>
                  </a:lnTo>
                  <a:lnTo>
                    <a:pt x="170768" y="506849"/>
                  </a:lnTo>
                  <a:lnTo>
                    <a:pt x="170269" y="506826"/>
                  </a:lnTo>
                  <a:lnTo>
                    <a:pt x="170167" y="506553"/>
                  </a:lnTo>
                  <a:lnTo>
                    <a:pt x="170139" y="505608"/>
                  </a:lnTo>
                  <a:lnTo>
                    <a:pt x="170323" y="503451"/>
                  </a:lnTo>
                  <a:lnTo>
                    <a:pt x="169889" y="502620"/>
                  </a:lnTo>
                  <a:lnTo>
                    <a:pt x="169312" y="501729"/>
                  </a:lnTo>
                  <a:lnTo>
                    <a:pt x="168647" y="500538"/>
                  </a:lnTo>
                  <a:lnTo>
                    <a:pt x="166461" y="498014"/>
                  </a:lnTo>
                  <a:lnTo>
                    <a:pt x="163486" y="494380"/>
                  </a:lnTo>
                  <a:lnTo>
                    <a:pt x="162435" y="493269"/>
                  </a:lnTo>
                  <a:lnTo>
                    <a:pt x="161446" y="493183"/>
                  </a:lnTo>
                  <a:lnTo>
                    <a:pt x="160543" y="493307"/>
                  </a:lnTo>
                  <a:lnTo>
                    <a:pt x="159713" y="493788"/>
                  </a:lnTo>
                  <a:lnTo>
                    <a:pt x="159084" y="495467"/>
                  </a:lnTo>
                  <a:lnTo>
                    <a:pt x="158824" y="495726"/>
                  </a:lnTo>
                  <a:lnTo>
                    <a:pt x="157221" y="495688"/>
                  </a:lnTo>
                  <a:lnTo>
                    <a:pt x="155627" y="495417"/>
                  </a:lnTo>
                  <a:lnTo>
                    <a:pt x="155092" y="494393"/>
                  </a:lnTo>
                  <a:lnTo>
                    <a:pt x="155518" y="493725"/>
                  </a:lnTo>
                  <a:lnTo>
                    <a:pt x="157019" y="492246"/>
                  </a:lnTo>
                  <a:lnTo>
                    <a:pt x="157849" y="490929"/>
                  </a:lnTo>
                  <a:lnTo>
                    <a:pt x="158008" y="489772"/>
                  </a:lnTo>
                  <a:lnTo>
                    <a:pt x="158727" y="488734"/>
                  </a:lnTo>
                  <a:lnTo>
                    <a:pt x="160007" y="487815"/>
                  </a:lnTo>
                  <a:lnTo>
                    <a:pt x="161433" y="486122"/>
                  </a:lnTo>
                  <a:lnTo>
                    <a:pt x="163005" y="483654"/>
                  </a:lnTo>
                  <a:lnTo>
                    <a:pt x="163960" y="481833"/>
                  </a:lnTo>
                  <a:lnTo>
                    <a:pt x="164298" y="480657"/>
                  </a:lnTo>
                  <a:lnTo>
                    <a:pt x="164914" y="479751"/>
                  </a:lnTo>
                  <a:lnTo>
                    <a:pt x="165810" y="479115"/>
                  </a:lnTo>
                  <a:lnTo>
                    <a:pt x="166593" y="477787"/>
                  </a:lnTo>
                  <a:lnTo>
                    <a:pt x="167264" y="475767"/>
                  </a:lnTo>
                  <a:lnTo>
                    <a:pt x="168180" y="474160"/>
                  </a:lnTo>
                  <a:lnTo>
                    <a:pt x="169340" y="472968"/>
                  </a:lnTo>
                  <a:lnTo>
                    <a:pt x="169990" y="471979"/>
                  </a:lnTo>
                  <a:lnTo>
                    <a:pt x="170128" y="471195"/>
                  </a:lnTo>
                  <a:lnTo>
                    <a:pt x="170456" y="470692"/>
                  </a:lnTo>
                  <a:lnTo>
                    <a:pt x="170974" y="470473"/>
                  </a:lnTo>
                  <a:lnTo>
                    <a:pt x="171225" y="470060"/>
                  </a:lnTo>
                  <a:lnTo>
                    <a:pt x="171208" y="469451"/>
                  </a:lnTo>
                  <a:lnTo>
                    <a:pt x="171349" y="469038"/>
                  </a:lnTo>
                  <a:lnTo>
                    <a:pt x="171648" y="468818"/>
                  </a:lnTo>
                  <a:lnTo>
                    <a:pt x="172148" y="468895"/>
                  </a:lnTo>
                  <a:lnTo>
                    <a:pt x="172849" y="469270"/>
                  </a:lnTo>
                  <a:lnTo>
                    <a:pt x="173272" y="469201"/>
                  </a:lnTo>
                  <a:lnTo>
                    <a:pt x="173417" y="468688"/>
                  </a:lnTo>
                  <a:lnTo>
                    <a:pt x="173232" y="468101"/>
                  </a:lnTo>
                  <a:lnTo>
                    <a:pt x="172717" y="467441"/>
                  </a:lnTo>
                  <a:lnTo>
                    <a:pt x="172911" y="466724"/>
                  </a:lnTo>
                  <a:lnTo>
                    <a:pt x="174265" y="465565"/>
                  </a:lnTo>
                  <a:lnTo>
                    <a:pt x="175265" y="465124"/>
                  </a:lnTo>
                  <a:lnTo>
                    <a:pt x="175897" y="464405"/>
                  </a:lnTo>
                  <a:lnTo>
                    <a:pt x="176496" y="463263"/>
                  </a:lnTo>
                  <a:lnTo>
                    <a:pt x="177468" y="462466"/>
                  </a:lnTo>
                  <a:lnTo>
                    <a:pt x="178814" y="462020"/>
                  </a:lnTo>
                  <a:lnTo>
                    <a:pt x="179170" y="461589"/>
                  </a:lnTo>
                  <a:lnTo>
                    <a:pt x="179121" y="461036"/>
                  </a:lnTo>
                  <a:lnTo>
                    <a:pt x="179396" y="460638"/>
                  </a:lnTo>
                  <a:lnTo>
                    <a:pt x="180191" y="460351"/>
                  </a:lnTo>
                  <a:lnTo>
                    <a:pt x="180624" y="459813"/>
                  </a:lnTo>
                  <a:lnTo>
                    <a:pt x="180694" y="459023"/>
                  </a:lnTo>
                  <a:lnTo>
                    <a:pt x="180950" y="458287"/>
                  </a:lnTo>
                  <a:lnTo>
                    <a:pt x="181391" y="457609"/>
                  </a:lnTo>
                  <a:lnTo>
                    <a:pt x="181883" y="457357"/>
                  </a:lnTo>
                  <a:lnTo>
                    <a:pt x="182426" y="457530"/>
                  </a:lnTo>
                  <a:lnTo>
                    <a:pt x="182935" y="457274"/>
                  </a:lnTo>
                  <a:lnTo>
                    <a:pt x="183413" y="456585"/>
                  </a:lnTo>
                  <a:lnTo>
                    <a:pt x="183985" y="456263"/>
                  </a:lnTo>
                  <a:lnTo>
                    <a:pt x="184653" y="456308"/>
                  </a:lnTo>
                  <a:lnTo>
                    <a:pt x="184995" y="456157"/>
                  </a:lnTo>
                  <a:lnTo>
                    <a:pt x="186141" y="455837"/>
                  </a:lnTo>
                  <a:lnTo>
                    <a:pt x="186774" y="455258"/>
                  </a:lnTo>
                  <a:lnTo>
                    <a:pt x="187293" y="453970"/>
                  </a:lnTo>
                  <a:lnTo>
                    <a:pt x="187755" y="453470"/>
                  </a:lnTo>
                  <a:lnTo>
                    <a:pt x="188158" y="453761"/>
                  </a:lnTo>
                  <a:lnTo>
                    <a:pt x="188855" y="453329"/>
                  </a:lnTo>
                  <a:lnTo>
                    <a:pt x="189847" y="452177"/>
                  </a:lnTo>
                  <a:lnTo>
                    <a:pt x="190033" y="452155"/>
                  </a:lnTo>
                  <a:lnTo>
                    <a:pt x="190766" y="451619"/>
                  </a:lnTo>
                  <a:lnTo>
                    <a:pt x="191520" y="449627"/>
                  </a:lnTo>
                  <a:lnTo>
                    <a:pt x="191910" y="448295"/>
                  </a:lnTo>
                  <a:lnTo>
                    <a:pt x="191816" y="447205"/>
                  </a:lnTo>
                  <a:lnTo>
                    <a:pt x="191569" y="446424"/>
                  </a:lnTo>
                  <a:lnTo>
                    <a:pt x="191651" y="445278"/>
                  </a:lnTo>
                  <a:lnTo>
                    <a:pt x="191901" y="442163"/>
                  </a:lnTo>
                  <a:lnTo>
                    <a:pt x="191970" y="440889"/>
                  </a:lnTo>
                  <a:lnTo>
                    <a:pt x="192371" y="440001"/>
                  </a:lnTo>
                  <a:lnTo>
                    <a:pt x="192345" y="439121"/>
                  </a:lnTo>
                  <a:lnTo>
                    <a:pt x="191629" y="437149"/>
                  </a:lnTo>
                  <a:lnTo>
                    <a:pt x="190907" y="435418"/>
                  </a:lnTo>
                  <a:lnTo>
                    <a:pt x="190520" y="432478"/>
                  </a:lnTo>
                  <a:lnTo>
                    <a:pt x="190265" y="431363"/>
                  </a:lnTo>
                  <a:lnTo>
                    <a:pt x="189663" y="431067"/>
                  </a:lnTo>
                  <a:lnTo>
                    <a:pt x="189119" y="430095"/>
                  </a:lnTo>
                  <a:lnTo>
                    <a:pt x="188431" y="430010"/>
                  </a:lnTo>
                  <a:lnTo>
                    <a:pt x="188107" y="429638"/>
                  </a:lnTo>
                  <a:lnTo>
                    <a:pt x="187772" y="429329"/>
                  </a:lnTo>
                  <a:lnTo>
                    <a:pt x="187285" y="429420"/>
                  </a:lnTo>
                  <a:lnTo>
                    <a:pt x="186869" y="429990"/>
                  </a:lnTo>
                  <a:lnTo>
                    <a:pt x="186095" y="430010"/>
                  </a:lnTo>
                  <a:lnTo>
                    <a:pt x="185608" y="430245"/>
                  </a:lnTo>
                  <a:lnTo>
                    <a:pt x="185035" y="430751"/>
                  </a:lnTo>
                  <a:lnTo>
                    <a:pt x="184490" y="430518"/>
                  </a:lnTo>
                  <a:lnTo>
                    <a:pt x="184147" y="430074"/>
                  </a:lnTo>
                  <a:lnTo>
                    <a:pt x="183408" y="430069"/>
                  </a:lnTo>
                  <a:lnTo>
                    <a:pt x="183459" y="428069"/>
                  </a:lnTo>
                  <a:lnTo>
                    <a:pt x="184759" y="425105"/>
                  </a:lnTo>
                  <a:lnTo>
                    <a:pt x="185108" y="423726"/>
                  </a:lnTo>
                  <a:lnTo>
                    <a:pt x="184939" y="422944"/>
                  </a:lnTo>
                  <a:lnTo>
                    <a:pt x="185328" y="420185"/>
                  </a:lnTo>
                  <a:lnTo>
                    <a:pt x="186274" y="415452"/>
                  </a:lnTo>
                  <a:lnTo>
                    <a:pt x="186576" y="412355"/>
                  </a:lnTo>
                  <a:lnTo>
                    <a:pt x="186233" y="410893"/>
                  </a:lnTo>
                  <a:lnTo>
                    <a:pt x="186224" y="409873"/>
                  </a:lnTo>
                  <a:lnTo>
                    <a:pt x="186710" y="409004"/>
                  </a:lnTo>
                  <a:lnTo>
                    <a:pt x="186947" y="408745"/>
                  </a:lnTo>
                  <a:lnTo>
                    <a:pt x="185727" y="407684"/>
                  </a:lnTo>
                  <a:lnTo>
                    <a:pt x="185070" y="406716"/>
                  </a:lnTo>
                  <a:lnTo>
                    <a:pt x="184225" y="406024"/>
                  </a:lnTo>
                  <a:lnTo>
                    <a:pt x="183317" y="405471"/>
                  </a:lnTo>
                  <a:lnTo>
                    <a:pt x="182879" y="405701"/>
                  </a:lnTo>
                  <a:lnTo>
                    <a:pt x="182410" y="406024"/>
                  </a:lnTo>
                  <a:lnTo>
                    <a:pt x="181503" y="406530"/>
                  </a:lnTo>
                  <a:lnTo>
                    <a:pt x="180470" y="407408"/>
                  </a:lnTo>
                  <a:lnTo>
                    <a:pt x="179938" y="407730"/>
                  </a:lnTo>
                  <a:lnTo>
                    <a:pt x="178999" y="408053"/>
                  </a:lnTo>
                  <a:lnTo>
                    <a:pt x="177936" y="408330"/>
                  </a:lnTo>
                  <a:lnTo>
                    <a:pt x="177060" y="408146"/>
                  </a:lnTo>
                  <a:lnTo>
                    <a:pt x="176309" y="407961"/>
                  </a:lnTo>
                  <a:lnTo>
                    <a:pt x="175839" y="407408"/>
                  </a:lnTo>
                  <a:lnTo>
                    <a:pt x="175589" y="406208"/>
                  </a:lnTo>
                  <a:lnTo>
                    <a:pt x="175589" y="405193"/>
                  </a:lnTo>
                  <a:lnTo>
                    <a:pt x="175433" y="403716"/>
                  </a:lnTo>
                  <a:lnTo>
                    <a:pt x="174869" y="402887"/>
                  </a:lnTo>
                  <a:lnTo>
                    <a:pt x="174682" y="402241"/>
                  </a:lnTo>
                  <a:lnTo>
                    <a:pt x="174650" y="401457"/>
                  </a:lnTo>
                  <a:lnTo>
                    <a:pt x="174713" y="400581"/>
                  </a:lnTo>
                  <a:lnTo>
                    <a:pt x="174869" y="399935"/>
                  </a:lnTo>
                  <a:lnTo>
                    <a:pt x="174775" y="399151"/>
                  </a:lnTo>
                  <a:lnTo>
                    <a:pt x="174525" y="398596"/>
                  </a:lnTo>
                  <a:lnTo>
                    <a:pt x="174588" y="397628"/>
                  </a:lnTo>
                  <a:lnTo>
                    <a:pt x="174463" y="396290"/>
                  </a:lnTo>
                  <a:lnTo>
                    <a:pt x="174087" y="395459"/>
                  </a:lnTo>
                  <a:lnTo>
                    <a:pt x="173899" y="394491"/>
                  </a:lnTo>
                  <a:lnTo>
                    <a:pt x="173899" y="393522"/>
                  </a:lnTo>
                  <a:lnTo>
                    <a:pt x="173618" y="392554"/>
                  </a:lnTo>
                  <a:lnTo>
                    <a:pt x="173586" y="391493"/>
                  </a:lnTo>
                  <a:lnTo>
                    <a:pt x="173837" y="390524"/>
                  </a:lnTo>
                  <a:lnTo>
                    <a:pt x="173930" y="389556"/>
                  </a:lnTo>
                  <a:lnTo>
                    <a:pt x="173649" y="388864"/>
                  </a:lnTo>
                  <a:lnTo>
                    <a:pt x="173117" y="388449"/>
                  </a:lnTo>
                  <a:lnTo>
                    <a:pt x="172710" y="387341"/>
                  </a:lnTo>
                  <a:lnTo>
                    <a:pt x="172648" y="385911"/>
                  </a:lnTo>
                  <a:lnTo>
                    <a:pt x="172210" y="385126"/>
                  </a:lnTo>
                  <a:lnTo>
                    <a:pt x="171740" y="384481"/>
                  </a:lnTo>
                  <a:lnTo>
                    <a:pt x="171209" y="384481"/>
                  </a:lnTo>
                  <a:lnTo>
                    <a:pt x="170395" y="384112"/>
                  </a:lnTo>
                  <a:lnTo>
                    <a:pt x="169675" y="384158"/>
                  </a:lnTo>
                  <a:lnTo>
                    <a:pt x="168517" y="384112"/>
                  </a:lnTo>
                  <a:lnTo>
                    <a:pt x="167986" y="383881"/>
                  </a:lnTo>
                  <a:lnTo>
                    <a:pt x="167704" y="383373"/>
                  </a:lnTo>
                  <a:lnTo>
                    <a:pt x="166985" y="382681"/>
                  </a:lnTo>
                  <a:lnTo>
                    <a:pt x="166578" y="381483"/>
                  </a:lnTo>
                  <a:lnTo>
                    <a:pt x="166077" y="381253"/>
                  </a:lnTo>
                  <a:lnTo>
                    <a:pt x="165358" y="381620"/>
                  </a:lnTo>
                  <a:lnTo>
                    <a:pt x="165107" y="382082"/>
                  </a:lnTo>
                  <a:lnTo>
                    <a:pt x="164825" y="382728"/>
                  </a:lnTo>
                  <a:lnTo>
                    <a:pt x="164325" y="383466"/>
                  </a:lnTo>
                  <a:lnTo>
                    <a:pt x="163668" y="383420"/>
                  </a:lnTo>
                  <a:lnTo>
                    <a:pt x="162979" y="383835"/>
                  </a:lnTo>
                  <a:lnTo>
                    <a:pt x="162322" y="383881"/>
                  </a:lnTo>
                  <a:lnTo>
                    <a:pt x="161446" y="383974"/>
                  </a:lnTo>
                  <a:lnTo>
                    <a:pt x="160570" y="383605"/>
                  </a:lnTo>
                  <a:lnTo>
                    <a:pt x="159506" y="383190"/>
                  </a:lnTo>
                  <a:lnTo>
                    <a:pt x="158599" y="382913"/>
                  </a:lnTo>
                  <a:lnTo>
                    <a:pt x="157722" y="383190"/>
                  </a:lnTo>
                  <a:lnTo>
                    <a:pt x="157128" y="382958"/>
                  </a:lnTo>
                  <a:lnTo>
                    <a:pt x="156346" y="382820"/>
                  </a:lnTo>
                  <a:lnTo>
                    <a:pt x="155470" y="382728"/>
                  </a:lnTo>
                  <a:lnTo>
                    <a:pt x="154782" y="381990"/>
                  </a:lnTo>
                  <a:lnTo>
                    <a:pt x="154030" y="381574"/>
                  </a:lnTo>
                  <a:lnTo>
                    <a:pt x="153624" y="381713"/>
                  </a:lnTo>
                  <a:lnTo>
                    <a:pt x="153092" y="382175"/>
                  </a:lnTo>
                  <a:lnTo>
                    <a:pt x="152529" y="382082"/>
                  </a:lnTo>
                  <a:lnTo>
                    <a:pt x="151809" y="381713"/>
                  </a:lnTo>
                  <a:lnTo>
                    <a:pt x="151527" y="380837"/>
                  </a:lnTo>
                  <a:lnTo>
                    <a:pt x="151590" y="380283"/>
                  </a:lnTo>
                  <a:lnTo>
                    <a:pt x="151747" y="379730"/>
                  </a:lnTo>
                  <a:lnTo>
                    <a:pt x="152028" y="378945"/>
                  </a:lnTo>
                  <a:lnTo>
                    <a:pt x="151871" y="378114"/>
                  </a:lnTo>
                  <a:lnTo>
                    <a:pt x="151934" y="377377"/>
                  </a:lnTo>
                  <a:lnTo>
                    <a:pt x="152059" y="376730"/>
                  </a:lnTo>
                  <a:lnTo>
                    <a:pt x="152184" y="375994"/>
                  </a:lnTo>
                  <a:lnTo>
                    <a:pt x="152090" y="375302"/>
                  </a:lnTo>
                  <a:lnTo>
                    <a:pt x="152059" y="374563"/>
                  </a:lnTo>
                  <a:lnTo>
                    <a:pt x="151997" y="373871"/>
                  </a:lnTo>
                  <a:lnTo>
                    <a:pt x="151903" y="373133"/>
                  </a:lnTo>
                  <a:lnTo>
                    <a:pt x="152278" y="372072"/>
                  </a:lnTo>
                  <a:lnTo>
                    <a:pt x="152591" y="371195"/>
                  </a:lnTo>
                  <a:lnTo>
                    <a:pt x="152403" y="370458"/>
                  </a:lnTo>
                  <a:lnTo>
                    <a:pt x="152466" y="369950"/>
                  </a:lnTo>
                  <a:lnTo>
                    <a:pt x="152716" y="369119"/>
                  </a:lnTo>
                  <a:lnTo>
                    <a:pt x="153029" y="368106"/>
                  </a:lnTo>
                  <a:lnTo>
                    <a:pt x="152998" y="366214"/>
                  </a:lnTo>
                  <a:lnTo>
                    <a:pt x="152716" y="365106"/>
                  </a:lnTo>
                  <a:lnTo>
                    <a:pt x="152411" y="364807"/>
                  </a:lnTo>
                  <a:lnTo>
                    <a:pt x="152333" y="364472"/>
                  </a:lnTo>
                  <a:lnTo>
                    <a:pt x="152482" y="364034"/>
                  </a:lnTo>
                  <a:lnTo>
                    <a:pt x="152320" y="363584"/>
                  </a:lnTo>
                  <a:lnTo>
                    <a:pt x="152257" y="363123"/>
                  </a:lnTo>
                  <a:lnTo>
                    <a:pt x="152419" y="362720"/>
                  </a:lnTo>
                  <a:lnTo>
                    <a:pt x="152195" y="361923"/>
                  </a:lnTo>
                  <a:lnTo>
                    <a:pt x="151747" y="361693"/>
                  </a:lnTo>
                  <a:lnTo>
                    <a:pt x="151590" y="361463"/>
                  </a:lnTo>
                  <a:lnTo>
                    <a:pt x="151433" y="360586"/>
                  </a:lnTo>
                  <a:lnTo>
                    <a:pt x="151308" y="359571"/>
                  </a:lnTo>
                  <a:lnTo>
                    <a:pt x="151371" y="358786"/>
                  </a:lnTo>
                  <a:lnTo>
                    <a:pt x="151152" y="358094"/>
                  </a:lnTo>
                  <a:lnTo>
                    <a:pt x="150839" y="357680"/>
                  </a:lnTo>
                  <a:lnTo>
                    <a:pt x="150526" y="356942"/>
                  </a:lnTo>
                  <a:lnTo>
                    <a:pt x="150213" y="356388"/>
                  </a:lnTo>
                  <a:lnTo>
                    <a:pt x="150088" y="355604"/>
                  </a:lnTo>
                  <a:lnTo>
                    <a:pt x="149880" y="354591"/>
                  </a:lnTo>
                  <a:lnTo>
                    <a:pt x="150505" y="354402"/>
                  </a:lnTo>
                  <a:lnTo>
                    <a:pt x="150752" y="353834"/>
                  </a:lnTo>
                  <a:lnTo>
                    <a:pt x="151192" y="353064"/>
                  </a:lnTo>
                  <a:lnTo>
                    <a:pt x="151769" y="352862"/>
                  </a:lnTo>
                  <a:lnTo>
                    <a:pt x="152455" y="352579"/>
                  </a:lnTo>
                  <a:lnTo>
                    <a:pt x="152709" y="352010"/>
                  </a:lnTo>
                  <a:lnTo>
                    <a:pt x="151109" y="349961"/>
                  </a:lnTo>
                  <a:lnTo>
                    <a:pt x="150148" y="348731"/>
                  </a:lnTo>
                  <a:lnTo>
                    <a:pt x="150710" y="347068"/>
                  </a:lnTo>
                  <a:lnTo>
                    <a:pt x="151660" y="344263"/>
                  </a:lnTo>
                  <a:lnTo>
                    <a:pt x="152579" y="341547"/>
                  </a:lnTo>
                  <a:lnTo>
                    <a:pt x="153280" y="339476"/>
                  </a:lnTo>
                  <a:lnTo>
                    <a:pt x="153459" y="339093"/>
                  </a:lnTo>
                  <a:lnTo>
                    <a:pt x="154071" y="338961"/>
                  </a:lnTo>
                  <a:lnTo>
                    <a:pt x="153959" y="337892"/>
                  </a:lnTo>
                  <a:lnTo>
                    <a:pt x="153938" y="337191"/>
                  </a:lnTo>
                  <a:lnTo>
                    <a:pt x="153444" y="337151"/>
                  </a:lnTo>
                  <a:lnTo>
                    <a:pt x="153993" y="334625"/>
                  </a:lnTo>
                  <a:lnTo>
                    <a:pt x="154806" y="331024"/>
                  </a:lnTo>
                  <a:lnTo>
                    <a:pt x="155422" y="328294"/>
                  </a:lnTo>
                  <a:lnTo>
                    <a:pt x="155620" y="327837"/>
                  </a:lnTo>
                  <a:lnTo>
                    <a:pt x="156064" y="327709"/>
                  </a:lnTo>
                  <a:lnTo>
                    <a:pt x="156163" y="327393"/>
                  </a:lnTo>
                  <a:lnTo>
                    <a:pt x="155630" y="326953"/>
                  </a:lnTo>
                  <a:lnTo>
                    <a:pt x="155304" y="326104"/>
                  </a:lnTo>
                  <a:lnTo>
                    <a:pt x="154593" y="323665"/>
                  </a:lnTo>
                  <a:lnTo>
                    <a:pt x="153471" y="319821"/>
                  </a:lnTo>
                  <a:lnTo>
                    <a:pt x="153389" y="318444"/>
                  </a:lnTo>
                  <a:lnTo>
                    <a:pt x="152977" y="317594"/>
                  </a:lnTo>
                  <a:lnTo>
                    <a:pt x="152290" y="317876"/>
                  </a:lnTo>
                  <a:lnTo>
                    <a:pt x="151478" y="317605"/>
                  </a:lnTo>
                  <a:lnTo>
                    <a:pt x="149447" y="315515"/>
                  </a:lnTo>
                  <a:lnTo>
                    <a:pt x="148102" y="314386"/>
                  </a:lnTo>
                  <a:lnTo>
                    <a:pt x="147645" y="313718"/>
                  </a:lnTo>
                  <a:lnTo>
                    <a:pt x="147443" y="311575"/>
                  </a:lnTo>
                  <a:lnTo>
                    <a:pt x="147042" y="309206"/>
                  </a:lnTo>
                  <a:lnTo>
                    <a:pt x="146868" y="306276"/>
                  </a:lnTo>
                  <a:lnTo>
                    <a:pt x="146939" y="305572"/>
                  </a:lnTo>
                  <a:lnTo>
                    <a:pt x="148077" y="303349"/>
                  </a:lnTo>
                  <a:lnTo>
                    <a:pt x="148073" y="302225"/>
                  </a:lnTo>
                  <a:lnTo>
                    <a:pt x="148170" y="301244"/>
                  </a:lnTo>
                  <a:lnTo>
                    <a:pt x="148122" y="300469"/>
                  </a:lnTo>
                  <a:lnTo>
                    <a:pt x="147840" y="300458"/>
                  </a:lnTo>
                  <a:lnTo>
                    <a:pt x="147383" y="300798"/>
                  </a:lnTo>
                  <a:lnTo>
                    <a:pt x="146694" y="301059"/>
                  </a:lnTo>
                  <a:lnTo>
                    <a:pt x="146302" y="301081"/>
                  </a:lnTo>
                  <a:lnTo>
                    <a:pt x="142335" y="300871"/>
                  </a:lnTo>
                  <a:lnTo>
                    <a:pt x="137822" y="300631"/>
                  </a:lnTo>
                  <a:lnTo>
                    <a:pt x="134068" y="300433"/>
                  </a:lnTo>
                  <a:lnTo>
                    <a:pt x="130809" y="300260"/>
                  </a:lnTo>
                  <a:lnTo>
                    <a:pt x="130699" y="298346"/>
                  </a:lnTo>
                  <a:lnTo>
                    <a:pt x="130515" y="295135"/>
                  </a:lnTo>
                  <a:lnTo>
                    <a:pt x="130385" y="292858"/>
                  </a:lnTo>
                  <a:lnTo>
                    <a:pt x="130177" y="289244"/>
                  </a:lnTo>
                  <a:lnTo>
                    <a:pt x="128871" y="286994"/>
                  </a:lnTo>
                  <a:lnTo>
                    <a:pt x="127452" y="284552"/>
                  </a:lnTo>
                  <a:lnTo>
                    <a:pt x="126953" y="283927"/>
                  </a:lnTo>
                  <a:lnTo>
                    <a:pt x="128667" y="283849"/>
                  </a:lnTo>
                  <a:lnTo>
                    <a:pt x="129884" y="283793"/>
                  </a:lnTo>
                  <a:lnTo>
                    <a:pt x="129643" y="277235"/>
                  </a:lnTo>
                  <a:lnTo>
                    <a:pt x="129272" y="276565"/>
                  </a:lnTo>
                  <a:lnTo>
                    <a:pt x="128944" y="274448"/>
                  </a:lnTo>
                  <a:lnTo>
                    <a:pt x="128721" y="273249"/>
                  </a:lnTo>
                  <a:lnTo>
                    <a:pt x="128117" y="272277"/>
                  </a:lnTo>
                  <a:lnTo>
                    <a:pt x="127980" y="271184"/>
                  </a:lnTo>
                  <a:lnTo>
                    <a:pt x="128090" y="270454"/>
                  </a:lnTo>
                  <a:lnTo>
                    <a:pt x="128420" y="270002"/>
                  </a:lnTo>
                  <a:lnTo>
                    <a:pt x="128639" y="268876"/>
                  </a:lnTo>
                  <a:lnTo>
                    <a:pt x="128474" y="267742"/>
                  </a:lnTo>
                  <a:lnTo>
                    <a:pt x="128117" y="266688"/>
                  </a:lnTo>
                  <a:lnTo>
                    <a:pt x="127677" y="265676"/>
                  </a:lnTo>
                  <a:lnTo>
                    <a:pt x="126838" y="265055"/>
                  </a:lnTo>
                  <a:lnTo>
                    <a:pt x="125636" y="263926"/>
                  </a:lnTo>
                  <a:lnTo>
                    <a:pt x="123818" y="262490"/>
                  </a:lnTo>
                  <a:lnTo>
                    <a:pt x="122281" y="261490"/>
                  </a:lnTo>
                  <a:lnTo>
                    <a:pt x="121788" y="261613"/>
                  </a:lnTo>
                  <a:lnTo>
                    <a:pt x="119073" y="262004"/>
                  </a:lnTo>
                  <a:lnTo>
                    <a:pt x="118170" y="262208"/>
                  </a:lnTo>
                  <a:lnTo>
                    <a:pt x="117563" y="261979"/>
                  </a:lnTo>
                  <a:lnTo>
                    <a:pt x="115536" y="261990"/>
                  </a:lnTo>
                  <a:lnTo>
                    <a:pt x="114739" y="261221"/>
                  </a:lnTo>
                  <a:lnTo>
                    <a:pt x="114071" y="260326"/>
                  </a:lnTo>
                  <a:lnTo>
                    <a:pt x="112652" y="258035"/>
                  </a:lnTo>
                  <a:lnTo>
                    <a:pt x="112432" y="256888"/>
                  </a:lnTo>
                  <a:lnTo>
                    <a:pt x="111883" y="256524"/>
                  </a:lnTo>
                  <a:lnTo>
                    <a:pt x="111052" y="256663"/>
                  </a:lnTo>
                  <a:lnTo>
                    <a:pt x="110210" y="256506"/>
                  </a:lnTo>
                  <a:lnTo>
                    <a:pt x="108577" y="255556"/>
                  </a:lnTo>
                  <a:lnTo>
                    <a:pt x="107048" y="254580"/>
                  </a:lnTo>
                  <a:lnTo>
                    <a:pt x="106307" y="254621"/>
                  </a:lnTo>
                  <a:lnTo>
                    <a:pt x="105647" y="254014"/>
                  </a:lnTo>
                  <a:lnTo>
                    <a:pt x="104486" y="252526"/>
                  </a:lnTo>
                  <a:lnTo>
                    <a:pt x="103944" y="251947"/>
                  </a:lnTo>
                  <a:lnTo>
                    <a:pt x="103697" y="251178"/>
                  </a:lnTo>
                  <a:lnTo>
                    <a:pt x="103449" y="250045"/>
                  </a:lnTo>
                  <a:lnTo>
                    <a:pt x="102983" y="249801"/>
                  </a:lnTo>
                  <a:lnTo>
                    <a:pt x="102379" y="250004"/>
                  </a:lnTo>
                  <a:lnTo>
                    <a:pt x="101725" y="250585"/>
                  </a:lnTo>
                  <a:lnTo>
                    <a:pt x="100808" y="250197"/>
                  </a:lnTo>
                  <a:lnTo>
                    <a:pt x="99686" y="249152"/>
                  </a:lnTo>
                  <a:lnTo>
                    <a:pt x="98961" y="248336"/>
                  </a:lnTo>
                  <a:lnTo>
                    <a:pt x="98547" y="247950"/>
                  </a:lnTo>
                  <a:lnTo>
                    <a:pt x="97573" y="247379"/>
                  </a:lnTo>
                  <a:lnTo>
                    <a:pt x="96632" y="247259"/>
                  </a:lnTo>
                  <a:lnTo>
                    <a:pt x="95208" y="248099"/>
                  </a:lnTo>
                  <a:lnTo>
                    <a:pt x="94044" y="247756"/>
                  </a:lnTo>
                  <a:lnTo>
                    <a:pt x="92214" y="247452"/>
                  </a:lnTo>
                  <a:lnTo>
                    <a:pt x="90649" y="246845"/>
                  </a:lnTo>
                  <a:lnTo>
                    <a:pt x="90079" y="245261"/>
                  </a:lnTo>
                  <a:lnTo>
                    <a:pt x="89770" y="244212"/>
                  </a:lnTo>
                  <a:lnTo>
                    <a:pt x="88840" y="243555"/>
                  </a:lnTo>
                  <a:lnTo>
                    <a:pt x="88099" y="242755"/>
                  </a:lnTo>
                  <a:lnTo>
                    <a:pt x="87215" y="241540"/>
                  </a:lnTo>
                  <a:lnTo>
                    <a:pt x="86776" y="241134"/>
                  </a:lnTo>
                  <a:lnTo>
                    <a:pt x="85976" y="240795"/>
                  </a:lnTo>
                  <a:lnTo>
                    <a:pt x="85237" y="240365"/>
                  </a:lnTo>
                  <a:lnTo>
                    <a:pt x="85155" y="239596"/>
                  </a:lnTo>
                  <a:lnTo>
                    <a:pt x="84880" y="238582"/>
                  </a:lnTo>
                  <a:lnTo>
                    <a:pt x="84815" y="238332"/>
                  </a:lnTo>
                  <a:lnTo>
                    <a:pt x="84312" y="237102"/>
                  </a:lnTo>
                  <a:lnTo>
                    <a:pt x="84077" y="237016"/>
                  </a:lnTo>
                  <a:lnTo>
                    <a:pt x="83816" y="237257"/>
                  </a:lnTo>
                  <a:lnTo>
                    <a:pt x="83620" y="237436"/>
                  </a:lnTo>
                  <a:lnTo>
                    <a:pt x="83409" y="237218"/>
                  </a:lnTo>
                  <a:lnTo>
                    <a:pt x="83371" y="236667"/>
                  </a:lnTo>
                  <a:lnTo>
                    <a:pt x="83507" y="235786"/>
                  </a:lnTo>
                  <a:lnTo>
                    <a:pt x="83215" y="234861"/>
                  </a:lnTo>
                  <a:lnTo>
                    <a:pt x="82496" y="233891"/>
                  </a:lnTo>
                  <a:lnTo>
                    <a:pt x="82120" y="232889"/>
                  </a:lnTo>
                  <a:lnTo>
                    <a:pt x="82087" y="231851"/>
                  </a:lnTo>
                  <a:lnTo>
                    <a:pt x="81927" y="231158"/>
                  </a:lnTo>
                  <a:lnTo>
                    <a:pt x="81639" y="230808"/>
                  </a:lnTo>
                  <a:lnTo>
                    <a:pt x="81477" y="230199"/>
                  </a:lnTo>
                  <a:lnTo>
                    <a:pt x="81442" y="229334"/>
                  </a:lnTo>
                  <a:lnTo>
                    <a:pt x="81651" y="228303"/>
                  </a:lnTo>
                  <a:lnTo>
                    <a:pt x="82103" y="227110"/>
                  </a:lnTo>
                  <a:lnTo>
                    <a:pt x="82006" y="225268"/>
                  </a:lnTo>
                  <a:lnTo>
                    <a:pt x="81360" y="222785"/>
                  </a:lnTo>
                  <a:lnTo>
                    <a:pt x="81004" y="220992"/>
                  </a:lnTo>
                  <a:lnTo>
                    <a:pt x="80936" y="219893"/>
                  </a:lnTo>
                  <a:lnTo>
                    <a:pt x="81033" y="219079"/>
                  </a:lnTo>
                  <a:lnTo>
                    <a:pt x="81425" y="218287"/>
                  </a:lnTo>
                  <a:lnTo>
                    <a:pt x="82204" y="216345"/>
                  </a:lnTo>
                  <a:lnTo>
                    <a:pt x="82341" y="214863"/>
                  </a:lnTo>
                  <a:lnTo>
                    <a:pt x="82096" y="213192"/>
                  </a:lnTo>
                  <a:lnTo>
                    <a:pt x="82062" y="211917"/>
                  </a:lnTo>
                  <a:lnTo>
                    <a:pt x="82240" y="211039"/>
                  </a:lnTo>
                  <a:lnTo>
                    <a:pt x="81969" y="209890"/>
                  </a:lnTo>
                  <a:lnTo>
                    <a:pt x="81418" y="208804"/>
                  </a:lnTo>
                  <a:lnTo>
                    <a:pt x="81034" y="208777"/>
                  </a:lnTo>
                  <a:lnTo>
                    <a:pt x="80512" y="209074"/>
                  </a:lnTo>
                  <a:lnTo>
                    <a:pt x="79880" y="209991"/>
                  </a:lnTo>
                  <a:lnTo>
                    <a:pt x="79139" y="210153"/>
                  </a:lnTo>
                  <a:lnTo>
                    <a:pt x="78479" y="209586"/>
                  </a:lnTo>
                  <a:lnTo>
                    <a:pt x="76418" y="209823"/>
                  </a:lnTo>
                  <a:lnTo>
                    <a:pt x="73212" y="210390"/>
                  </a:lnTo>
                  <a:lnTo>
                    <a:pt x="71928" y="210977"/>
                  </a:lnTo>
                  <a:lnTo>
                    <a:pt x="71175" y="211227"/>
                  </a:lnTo>
                  <a:lnTo>
                    <a:pt x="70262" y="211420"/>
                  </a:lnTo>
                  <a:lnTo>
                    <a:pt x="68799" y="212474"/>
                  </a:lnTo>
                  <a:lnTo>
                    <a:pt x="65189" y="216567"/>
                  </a:lnTo>
                  <a:lnTo>
                    <a:pt x="64442" y="217159"/>
                  </a:lnTo>
                  <a:lnTo>
                    <a:pt x="63591" y="217241"/>
                  </a:lnTo>
                  <a:lnTo>
                    <a:pt x="63097" y="217808"/>
                  </a:lnTo>
                  <a:lnTo>
                    <a:pt x="62300" y="218253"/>
                  </a:lnTo>
                  <a:lnTo>
                    <a:pt x="60734" y="219873"/>
                  </a:lnTo>
                  <a:lnTo>
                    <a:pt x="59938" y="221169"/>
                  </a:lnTo>
                  <a:lnTo>
                    <a:pt x="59416" y="222344"/>
                  </a:lnTo>
                  <a:lnTo>
                    <a:pt x="58811" y="222384"/>
                  </a:lnTo>
                  <a:lnTo>
                    <a:pt x="58345" y="222060"/>
                  </a:lnTo>
                  <a:lnTo>
                    <a:pt x="56862" y="222222"/>
                  </a:lnTo>
                  <a:lnTo>
                    <a:pt x="56106" y="222623"/>
                  </a:lnTo>
                  <a:lnTo>
                    <a:pt x="55283" y="223766"/>
                  </a:lnTo>
                  <a:lnTo>
                    <a:pt x="54261" y="225831"/>
                  </a:lnTo>
                  <a:lnTo>
                    <a:pt x="53840" y="226418"/>
                  </a:lnTo>
                  <a:lnTo>
                    <a:pt x="53018" y="227025"/>
                  </a:lnTo>
                  <a:lnTo>
                    <a:pt x="52069" y="227528"/>
                  </a:lnTo>
                  <a:lnTo>
                    <a:pt x="50893" y="228286"/>
                  </a:lnTo>
                  <a:lnTo>
                    <a:pt x="50366" y="228337"/>
                  </a:lnTo>
                  <a:lnTo>
                    <a:pt x="49901" y="228472"/>
                  </a:lnTo>
                  <a:lnTo>
                    <a:pt x="49500" y="228126"/>
                  </a:lnTo>
                  <a:lnTo>
                    <a:pt x="49366" y="227386"/>
                  </a:lnTo>
                  <a:lnTo>
                    <a:pt x="48758" y="226919"/>
                  </a:lnTo>
                  <a:lnTo>
                    <a:pt x="47307" y="226685"/>
                  </a:lnTo>
                  <a:lnTo>
                    <a:pt x="45161" y="226145"/>
                  </a:lnTo>
                  <a:lnTo>
                    <a:pt x="42947" y="226040"/>
                  </a:lnTo>
                  <a:lnTo>
                    <a:pt x="41849" y="226091"/>
                  </a:lnTo>
                  <a:lnTo>
                    <a:pt x="40946" y="226123"/>
                  </a:lnTo>
                  <a:lnTo>
                    <a:pt x="39378" y="225835"/>
                  </a:lnTo>
                  <a:lnTo>
                    <a:pt x="38237" y="225786"/>
                  </a:lnTo>
                  <a:lnTo>
                    <a:pt x="37235" y="226518"/>
                  </a:lnTo>
                  <a:lnTo>
                    <a:pt x="35780" y="227428"/>
                  </a:lnTo>
                  <a:lnTo>
                    <a:pt x="35115" y="227660"/>
                  </a:lnTo>
                  <a:lnTo>
                    <a:pt x="34627" y="227694"/>
                  </a:lnTo>
                  <a:lnTo>
                    <a:pt x="34151" y="227581"/>
                  </a:lnTo>
                  <a:lnTo>
                    <a:pt x="33596" y="227110"/>
                  </a:lnTo>
                  <a:lnTo>
                    <a:pt x="32817" y="226023"/>
                  </a:lnTo>
                  <a:lnTo>
                    <a:pt x="32218" y="226441"/>
                  </a:lnTo>
                  <a:lnTo>
                    <a:pt x="31785" y="226907"/>
                  </a:lnTo>
                  <a:lnTo>
                    <a:pt x="31793" y="224543"/>
                  </a:lnTo>
                  <a:lnTo>
                    <a:pt x="31804" y="220990"/>
                  </a:lnTo>
                  <a:lnTo>
                    <a:pt x="31813" y="217855"/>
                  </a:lnTo>
                  <a:lnTo>
                    <a:pt x="31821" y="215348"/>
                  </a:lnTo>
                  <a:lnTo>
                    <a:pt x="31830" y="212422"/>
                  </a:lnTo>
                  <a:lnTo>
                    <a:pt x="31836" y="210357"/>
                  </a:lnTo>
                  <a:lnTo>
                    <a:pt x="32244" y="209573"/>
                  </a:lnTo>
                  <a:lnTo>
                    <a:pt x="32496" y="208695"/>
                  </a:lnTo>
                  <a:lnTo>
                    <a:pt x="32193" y="207523"/>
                  </a:lnTo>
                  <a:lnTo>
                    <a:pt x="32259" y="206448"/>
                  </a:lnTo>
                  <a:lnTo>
                    <a:pt x="32468" y="205700"/>
                  </a:lnTo>
                  <a:lnTo>
                    <a:pt x="32743" y="204970"/>
                  </a:lnTo>
                  <a:lnTo>
                    <a:pt x="32111" y="205335"/>
                  </a:lnTo>
                  <a:lnTo>
                    <a:pt x="31836" y="205538"/>
                  </a:lnTo>
                  <a:lnTo>
                    <a:pt x="31500" y="206092"/>
                  </a:lnTo>
                  <a:lnTo>
                    <a:pt x="30686" y="206842"/>
                  </a:lnTo>
                  <a:lnTo>
                    <a:pt x="30140" y="207589"/>
                  </a:lnTo>
                  <a:lnTo>
                    <a:pt x="29494" y="208200"/>
                  </a:lnTo>
                  <a:lnTo>
                    <a:pt x="28678" y="209548"/>
                  </a:lnTo>
                  <a:lnTo>
                    <a:pt x="28006" y="210288"/>
                  </a:lnTo>
                  <a:lnTo>
                    <a:pt x="27311" y="210758"/>
                  </a:lnTo>
                  <a:lnTo>
                    <a:pt x="26150" y="212342"/>
                  </a:lnTo>
                  <a:lnTo>
                    <a:pt x="25190" y="212656"/>
                  </a:lnTo>
                  <a:lnTo>
                    <a:pt x="22649" y="212900"/>
                  </a:lnTo>
                  <a:lnTo>
                    <a:pt x="20005" y="212893"/>
                  </a:lnTo>
                  <a:lnTo>
                    <a:pt x="17588" y="212888"/>
                  </a:lnTo>
                  <a:lnTo>
                    <a:pt x="17223" y="212867"/>
                  </a:lnTo>
                  <a:lnTo>
                    <a:pt x="17246" y="211563"/>
                  </a:lnTo>
                  <a:lnTo>
                    <a:pt x="17305" y="210640"/>
                  </a:lnTo>
                  <a:lnTo>
                    <a:pt x="16481" y="209668"/>
                  </a:lnTo>
                  <a:lnTo>
                    <a:pt x="16426" y="208471"/>
                  </a:lnTo>
                  <a:lnTo>
                    <a:pt x="16206" y="207644"/>
                  </a:lnTo>
                  <a:lnTo>
                    <a:pt x="15931" y="206632"/>
                  </a:lnTo>
                  <a:lnTo>
                    <a:pt x="15354" y="205983"/>
                  </a:lnTo>
                  <a:lnTo>
                    <a:pt x="14544" y="205733"/>
                  </a:lnTo>
                  <a:lnTo>
                    <a:pt x="13212" y="205173"/>
                  </a:lnTo>
                  <a:lnTo>
                    <a:pt x="11237" y="204591"/>
                  </a:lnTo>
                  <a:lnTo>
                    <a:pt x="9349" y="204550"/>
                  </a:lnTo>
                  <a:lnTo>
                    <a:pt x="7498" y="204606"/>
                  </a:lnTo>
                  <a:lnTo>
                    <a:pt x="8630" y="202574"/>
                  </a:lnTo>
                  <a:lnTo>
                    <a:pt x="9760" y="200543"/>
                  </a:lnTo>
                  <a:lnTo>
                    <a:pt x="9725" y="198772"/>
                  </a:lnTo>
                  <a:lnTo>
                    <a:pt x="8813" y="197233"/>
                  </a:lnTo>
                  <a:lnTo>
                    <a:pt x="8320" y="196274"/>
                  </a:lnTo>
                  <a:lnTo>
                    <a:pt x="7558" y="194953"/>
                  </a:lnTo>
                  <a:lnTo>
                    <a:pt x="6618" y="194042"/>
                  </a:lnTo>
                  <a:lnTo>
                    <a:pt x="6105" y="192828"/>
                  </a:lnTo>
                  <a:lnTo>
                    <a:pt x="6152" y="192091"/>
                  </a:lnTo>
                  <a:lnTo>
                    <a:pt x="6070" y="191605"/>
                  </a:lnTo>
                  <a:lnTo>
                    <a:pt x="5713" y="191322"/>
                  </a:lnTo>
                  <a:lnTo>
                    <a:pt x="5356" y="190876"/>
                  </a:lnTo>
                  <a:lnTo>
                    <a:pt x="4862" y="190390"/>
                  </a:lnTo>
                  <a:lnTo>
                    <a:pt x="4285" y="189743"/>
                  </a:lnTo>
                  <a:lnTo>
                    <a:pt x="4285" y="189095"/>
                  </a:lnTo>
                  <a:lnTo>
                    <a:pt x="4065" y="188406"/>
                  </a:lnTo>
                  <a:lnTo>
                    <a:pt x="3708" y="187596"/>
                  </a:lnTo>
                  <a:lnTo>
                    <a:pt x="3708" y="186948"/>
                  </a:lnTo>
                  <a:lnTo>
                    <a:pt x="3378" y="185936"/>
                  </a:lnTo>
                  <a:lnTo>
                    <a:pt x="3021" y="185207"/>
                  </a:lnTo>
                  <a:lnTo>
                    <a:pt x="2664" y="184721"/>
                  </a:lnTo>
                  <a:lnTo>
                    <a:pt x="2142" y="184033"/>
                  </a:lnTo>
                  <a:lnTo>
                    <a:pt x="2169" y="183465"/>
                  </a:lnTo>
                  <a:lnTo>
                    <a:pt x="2554" y="183182"/>
                  </a:lnTo>
                  <a:lnTo>
                    <a:pt x="2719" y="182535"/>
                  </a:lnTo>
                  <a:lnTo>
                    <a:pt x="2664" y="181887"/>
                  </a:lnTo>
                  <a:lnTo>
                    <a:pt x="2224" y="181482"/>
                  </a:lnTo>
                  <a:lnTo>
                    <a:pt x="1702" y="181279"/>
                  </a:lnTo>
                  <a:lnTo>
                    <a:pt x="1016" y="180105"/>
                  </a:lnTo>
                  <a:lnTo>
                    <a:pt x="522" y="179497"/>
                  </a:lnTo>
                  <a:lnTo>
                    <a:pt x="192" y="179132"/>
                  </a:lnTo>
                  <a:lnTo>
                    <a:pt x="0" y="178728"/>
                  </a:lnTo>
                  <a:lnTo>
                    <a:pt x="192" y="178444"/>
                  </a:lnTo>
                  <a:lnTo>
                    <a:pt x="412" y="178039"/>
                  </a:lnTo>
                  <a:lnTo>
                    <a:pt x="467" y="177392"/>
                  </a:lnTo>
                  <a:lnTo>
                    <a:pt x="357" y="176784"/>
                  </a:lnTo>
                  <a:lnTo>
                    <a:pt x="357" y="176257"/>
                  </a:lnTo>
                  <a:lnTo>
                    <a:pt x="686" y="176095"/>
                  </a:lnTo>
                  <a:lnTo>
                    <a:pt x="1043" y="176177"/>
                  </a:lnTo>
                  <a:lnTo>
                    <a:pt x="1400" y="175852"/>
                  </a:lnTo>
                  <a:lnTo>
                    <a:pt x="1867" y="175731"/>
                  </a:lnTo>
                  <a:lnTo>
                    <a:pt x="2389" y="175649"/>
                  </a:lnTo>
                  <a:lnTo>
                    <a:pt x="2664" y="175286"/>
                  </a:lnTo>
                  <a:lnTo>
                    <a:pt x="2636" y="174637"/>
                  </a:lnTo>
                  <a:lnTo>
                    <a:pt x="2307" y="173382"/>
                  </a:lnTo>
                  <a:lnTo>
                    <a:pt x="1977" y="172856"/>
                  </a:lnTo>
                  <a:lnTo>
                    <a:pt x="1867" y="172086"/>
                  </a:lnTo>
                  <a:lnTo>
                    <a:pt x="2136" y="170603"/>
                  </a:lnTo>
                  <a:lnTo>
                    <a:pt x="2307" y="169658"/>
                  </a:lnTo>
                  <a:lnTo>
                    <a:pt x="2909" y="168654"/>
                  </a:lnTo>
                  <a:lnTo>
                    <a:pt x="4750" y="166502"/>
                  </a:lnTo>
                  <a:lnTo>
                    <a:pt x="6400" y="165040"/>
                  </a:lnTo>
                  <a:lnTo>
                    <a:pt x="7206" y="164892"/>
                  </a:lnTo>
                  <a:lnTo>
                    <a:pt x="7801" y="164350"/>
                  </a:lnTo>
                  <a:lnTo>
                    <a:pt x="8180" y="163521"/>
                  </a:lnTo>
                  <a:lnTo>
                    <a:pt x="8285" y="162616"/>
                  </a:lnTo>
                  <a:lnTo>
                    <a:pt x="8199" y="161827"/>
                  </a:lnTo>
                  <a:lnTo>
                    <a:pt x="7893" y="160660"/>
                  </a:lnTo>
                  <a:lnTo>
                    <a:pt x="7526" y="159206"/>
                  </a:lnTo>
                  <a:lnTo>
                    <a:pt x="7251" y="158397"/>
                  </a:lnTo>
                  <a:lnTo>
                    <a:pt x="7499" y="157425"/>
                  </a:lnTo>
                  <a:lnTo>
                    <a:pt x="7939" y="156095"/>
                  </a:lnTo>
                  <a:lnTo>
                    <a:pt x="8836" y="154089"/>
                  </a:lnTo>
                  <a:lnTo>
                    <a:pt x="9670" y="151931"/>
                  </a:lnTo>
                  <a:lnTo>
                    <a:pt x="9762" y="151301"/>
                  </a:lnTo>
                  <a:lnTo>
                    <a:pt x="9868" y="149983"/>
                  </a:lnTo>
                  <a:lnTo>
                    <a:pt x="10253" y="147296"/>
                  </a:lnTo>
                  <a:lnTo>
                    <a:pt x="10465" y="145841"/>
                  </a:lnTo>
                  <a:lnTo>
                    <a:pt x="10355" y="145276"/>
                  </a:lnTo>
                  <a:lnTo>
                    <a:pt x="10548" y="144788"/>
                  </a:lnTo>
                  <a:lnTo>
                    <a:pt x="11070" y="144384"/>
                  </a:lnTo>
                  <a:lnTo>
                    <a:pt x="12330" y="144013"/>
                  </a:lnTo>
                  <a:lnTo>
                    <a:pt x="13185" y="143210"/>
                  </a:lnTo>
                  <a:lnTo>
                    <a:pt x="14503" y="141699"/>
                  </a:lnTo>
                  <a:lnTo>
                    <a:pt x="15602" y="140092"/>
                  </a:lnTo>
                  <a:lnTo>
                    <a:pt x="16511" y="139574"/>
                  </a:lnTo>
                  <a:lnTo>
                    <a:pt x="18160" y="138087"/>
                  </a:lnTo>
                  <a:lnTo>
                    <a:pt x="19107" y="137143"/>
                  </a:lnTo>
                  <a:lnTo>
                    <a:pt x="19478" y="136846"/>
                  </a:lnTo>
                  <a:lnTo>
                    <a:pt x="20410" y="136164"/>
                  </a:lnTo>
                  <a:lnTo>
                    <a:pt x="22078" y="135925"/>
                  </a:lnTo>
                  <a:lnTo>
                    <a:pt x="23469" y="135680"/>
                  </a:lnTo>
                  <a:lnTo>
                    <a:pt x="24255" y="135232"/>
                  </a:lnTo>
                  <a:lnTo>
                    <a:pt x="25404" y="135047"/>
                  </a:lnTo>
                  <a:lnTo>
                    <a:pt x="26178" y="134543"/>
                  </a:lnTo>
                  <a:lnTo>
                    <a:pt x="27037" y="134529"/>
                  </a:lnTo>
                  <a:lnTo>
                    <a:pt x="28650" y="134017"/>
                  </a:lnTo>
                  <a:lnTo>
                    <a:pt x="29200" y="133247"/>
                  </a:lnTo>
                  <a:lnTo>
                    <a:pt x="29669" y="132331"/>
                  </a:lnTo>
                  <a:lnTo>
                    <a:pt x="30298" y="131546"/>
                  </a:lnTo>
                  <a:lnTo>
                    <a:pt x="31035" y="131345"/>
                  </a:lnTo>
                  <a:lnTo>
                    <a:pt x="31859" y="131481"/>
                  </a:lnTo>
                  <a:lnTo>
                    <a:pt x="32842" y="131466"/>
                  </a:lnTo>
                  <a:lnTo>
                    <a:pt x="34034" y="131222"/>
                  </a:lnTo>
                  <a:lnTo>
                    <a:pt x="34611" y="131829"/>
                  </a:lnTo>
                  <a:lnTo>
                    <a:pt x="34864" y="132573"/>
                  </a:lnTo>
                  <a:lnTo>
                    <a:pt x="35600" y="133329"/>
                  </a:lnTo>
                  <a:lnTo>
                    <a:pt x="36122" y="133287"/>
                  </a:lnTo>
                  <a:lnTo>
                    <a:pt x="36644" y="133126"/>
                  </a:lnTo>
                  <a:lnTo>
                    <a:pt x="37358" y="133775"/>
                  </a:lnTo>
                  <a:lnTo>
                    <a:pt x="37825" y="133693"/>
                  </a:lnTo>
                  <a:lnTo>
                    <a:pt x="38127" y="133329"/>
                  </a:lnTo>
                  <a:lnTo>
                    <a:pt x="38185" y="132419"/>
                  </a:lnTo>
                  <a:lnTo>
                    <a:pt x="38352" y="131926"/>
                  </a:lnTo>
                  <a:lnTo>
                    <a:pt x="38704" y="129081"/>
                  </a:lnTo>
                  <a:lnTo>
                    <a:pt x="39284" y="124384"/>
                  </a:lnTo>
                  <a:lnTo>
                    <a:pt x="39810" y="120126"/>
                  </a:lnTo>
                  <a:lnTo>
                    <a:pt x="40392" y="115413"/>
                  </a:lnTo>
                  <a:lnTo>
                    <a:pt x="40993" y="110545"/>
                  </a:lnTo>
                  <a:lnTo>
                    <a:pt x="41602" y="105616"/>
                  </a:lnTo>
                  <a:lnTo>
                    <a:pt x="42102" y="101570"/>
                  </a:lnTo>
                  <a:lnTo>
                    <a:pt x="42532" y="98093"/>
                  </a:lnTo>
                  <a:lnTo>
                    <a:pt x="42795" y="95960"/>
                  </a:lnTo>
                  <a:lnTo>
                    <a:pt x="43208" y="93166"/>
                  </a:lnTo>
                  <a:lnTo>
                    <a:pt x="43370" y="90712"/>
                  </a:lnTo>
                  <a:lnTo>
                    <a:pt x="43536" y="90003"/>
                  </a:lnTo>
                  <a:lnTo>
                    <a:pt x="43430" y="89408"/>
                  </a:lnTo>
                  <a:lnTo>
                    <a:pt x="43074" y="88562"/>
                  </a:lnTo>
                  <a:lnTo>
                    <a:pt x="43078" y="88191"/>
                  </a:lnTo>
                  <a:lnTo>
                    <a:pt x="43119" y="87697"/>
                  </a:lnTo>
                  <a:lnTo>
                    <a:pt x="43078" y="87267"/>
                  </a:lnTo>
                  <a:lnTo>
                    <a:pt x="42702" y="86807"/>
                  </a:lnTo>
                  <a:lnTo>
                    <a:pt x="42410" y="86529"/>
                  </a:lnTo>
                  <a:lnTo>
                    <a:pt x="42181" y="86130"/>
                  </a:lnTo>
                  <a:lnTo>
                    <a:pt x="42076" y="85575"/>
                  </a:lnTo>
                  <a:lnTo>
                    <a:pt x="41888" y="85022"/>
                  </a:lnTo>
                  <a:lnTo>
                    <a:pt x="41805" y="84438"/>
                  </a:lnTo>
                  <a:lnTo>
                    <a:pt x="41534" y="83976"/>
                  </a:lnTo>
                  <a:lnTo>
                    <a:pt x="41451" y="83392"/>
                  </a:lnTo>
                  <a:lnTo>
                    <a:pt x="41638" y="82839"/>
                  </a:lnTo>
                  <a:lnTo>
                    <a:pt x="41722" y="82255"/>
                  </a:lnTo>
                  <a:lnTo>
                    <a:pt x="41638" y="81700"/>
                  </a:lnTo>
                  <a:lnTo>
                    <a:pt x="41534" y="81055"/>
                  </a:lnTo>
                  <a:lnTo>
                    <a:pt x="41325" y="80440"/>
                  </a:lnTo>
                  <a:lnTo>
                    <a:pt x="41008" y="80066"/>
                  </a:lnTo>
                  <a:lnTo>
                    <a:pt x="40251" y="79649"/>
                  </a:lnTo>
                  <a:lnTo>
                    <a:pt x="39490" y="78656"/>
                  </a:lnTo>
                  <a:lnTo>
                    <a:pt x="38593" y="77765"/>
                  </a:lnTo>
                  <a:lnTo>
                    <a:pt x="37445" y="76073"/>
                  </a:lnTo>
                  <a:lnTo>
                    <a:pt x="37195" y="75274"/>
                  </a:lnTo>
                  <a:lnTo>
                    <a:pt x="37191" y="73078"/>
                  </a:lnTo>
                  <a:lnTo>
                    <a:pt x="37240" y="70696"/>
                  </a:lnTo>
                  <a:lnTo>
                    <a:pt x="37314" y="67097"/>
                  </a:lnTo>
                  <a:lnTo>
                    <a:pt x="37352" y="65266"/>
                  </a:lnTo>
                  <a:lnTo>
                    <a:pt x="38000" y="65166"/>
                  </a:lnTo>
                  <a:lnTo>
                    <a:pt x="38571" y="65116"/>
                  </a:lnTo>
                  <a:lnTo>
                    <a:pt x="39167" y="64989"/>
                  </a:lnTo>
                  <a:lnTo>
                    <a:pt x="39687" y="64864"/>
                  </a:lnTo>
                  <a:lnTo>
                    <a:pt x="40164" y="64600"/>
                  </a:lnTo>
                  <a:lnTo>
                    <a:pt x="40522" y="64273"/>
                  </a:lnTo>
                  <a:lnTo>
                    <a:pt x="40948" y="64060"/>
                  </a:lnTo>
                  <a:lnTo>
                    <a:pt x="41280" y="64136"/>
                  </a:lnTo>
                  <a:lnTo>
                    <a:pt x="41612" y="63847"/>
                  </a:lnTo>
                  <a:lnTo>
                    <a:pt x="41979" y="63571"/>
                  </a:lnTo>
                  <a:lnTo>
                    <a:pt x="42337" y="63345"/>
                  </a:lnTo>
                  <a:lnTo>
                    <a:pt x="42856" y="63156"/>
                  </a:lnTo>
                  <a:lnTo>
                    <a:pt x="43342" y="63596"/>
                  </a:lnTo>
                  <a:lnTo>
                    <a:pt x="43614" y="64035"/>
                  </a:lnTo>
                  <a:lnTo>
                    <a:pt x="43930" y="64249"/>
                  </a:lnTo>
                  <a:lnTo>
                    <a:pt x="44228" y="64199"/>
                  </a:lnTo>
                  <a:lnTo>
                    <a:pt x="44432" y="64237"/>
                  </a:lnTo>
                  <a:lnTo>
                    <a:pt x="44645" y="64588"/>
                  </a:lnTo>
                  <a:lnTo>
                    <a:pt x="44918" y="64613"/>
                  </a:lnTo>
                  <a:lnTo>
                    <a:pt x="45310" y="64551"/>
                  </a:lnTo>
                  <a:lnTo>
                    <a:pt x="45676" y="64475"/>
                  </a:lnTo>
                  <a:lnTo>
                    <a:pt x="45847" y="64375"/>
                  </a:lnTo>
                  <a:lnTo>
                    <a:pt x="45872" y="64148"/>
                  </a:lnTo>
                  <a:lnTo>
                    <a:pt x="45779" y="63759"/>
                  </a:lnTo>
                  <a:lnTo>
                    <a:pt x="45651" y="63394"/>
                  </a:lnTo>
                  <a:lnTo>
                    <a:pt x="45753" y="62830"/>
                  </a:lnTo>
                  <a:lnTo>
                    <a:pt x="45762" y="62151"/>
                  </a:lnTo>
                  <a:lnTo>
                    <a:pt x="45779" y="61285"/>
                  </a:lnTo>
                  <a:lnTo>
                    <a:pt x="45489" y="60808"/>
                  </a:lnTo>
                  <a:lnTo>
                    <a:pt x="45199" y="59903"/>
                  </a:lnTo>
                  <a:lnTo>
                    <a:pt x="44876" y="59174"/>
                  </a:lnTo>
                  <a:lnTo>
                    <a:pt x="44373" y="58685"/>
                  </a:lnTo>
                  <a:lnTo>
                    <a:pt x="43904" y="58496"/>
                  </a:lnTo>
                  <a:lnTo>
                    <a:pt x="43512" y="58798"/>
                  </a:lnTo>
                  <a:lnTo>
                    <a:pt x="43146" y="58848"/>
                  </a:lnTo>
                  <a:lnTo>
                    <a:pt x="42873" y="58572"/>
                  </a:lnTo>
                  <a:lnTo>
                    <a:pt x="42430" y="58559"/>
                  </a:lnTo>
                  <a:lnTo>
                    <a:pt x="41953" y="58472"/>
                  </a:lnTo>
                  <a:lnTo>
                    <a:pt x="41449" y="58367"/>
                  </a:lnTo>
                  <a:lnTo>
                    <a:pt x="40540" y="58565"/>
                  </a:lnTo>
                  <a:lnTo>
                    <a:pt x="40215" y="58320"/>
                  </a:lnTo>
                  <a:lnTo>
                    <a:pt x="39772" y="58295"/>
                  </a:lnTo>
                  <a:lnTo>
                    <a:pt x="39261" y="58559"/>
                  </a:lnTo>
                  <a:lnTo>
                    <a:pt x="39274" y="55082"/>
                  </a:lnTo>
                  <a:lnTo>
                    <a:pt x="39286" y="51803"/>
                  </a:lnTo>
                  <a:lnTo>
                    <a:pt x="39295" y="49504"/>
                  </a:lnTo>
                  <a:lnTo>
                    <a:pt x="39755" y="49553"/>
                  </a:lnTo>
                  <a:lnTo>
                    <a:pt x="40326" y="49139"/>
                  </a:lnTo>
                  <a:lnTo>
                    <a:pt x="41173" y="49075"/>
                  </a:lnTo>
                  <a:lnTo>
                    <a:pt x="41824" y="48639"/>
                  </a:lnTo>
                  <a:lnTo>
                    <a:pt x="42187" y="48604"/>
                  </a:lnTo>
                  <a:lnTo>
                    <a:pt x="42875" y="48818"/>
                  </a:lnTo>
                  <a:lnTo>
                    <a:pt x="43592" y="49266"/>
                  </a:lnTo>
                  <a:lnTo>
                    <a:pt x="44298" y="49329"/>
                  </a:lnTo>
                  <a:lnTo>
                    <a:pt x="46147" y="49329"/>
                  </a:lnTo>
                  <a:lnTo>
                    <a:pt x="48144" y="49327"/>
                  </a:lnTo>
                  <a:lnTo>
                    <a:pt x="50365" y="49326"/>
                  </a:lnTo>
                  <a:lnTo>
                    <a:pt x="52588" y="49324"/>
                  </a:lnTo>
                  <a:lnTo>
                    <a:pt x="54517" y="49323"/>
                  </a:lnTo>
                  <a:lnTo>
                    <a:pt x="55113" y="49349"/>
                  </a:lnTo>
                  <a:lnTo>
                    <a:pt x="54766" y="48586"/>
                  </a:lnTo>
                  <a:lnTo>
                    <a:pt x="54362" y="47596"/>
                  </a:lnTo>
                  <a:lnTo>
                    <a:pt x="54518" y="46817"/>
                  </a:lnTo>
                  <a:lnTo>
                    <a:pt x="54718" y="46032"/>
                  </a:lnTo>
                  <a:lnTo>
                    <a:pt x="54950" y="45622"/>
                  </a:lnTo>
                  <a:lnTo>
                    <a:pt x="55551" y="46058"/>
                  </a:lnTo>
                  <a:lnTo>
                    <a:pt x="56055" y="47392"/>
                  </a:lnTo>
                  <a:lnTo>
                    <a:pt x="56473" y="48398"/>
                  </a:lnTo>
                  <a:lnTo>
                    <a:pt x="56881" y="48893"/>
                  </a:lnTo>
                  <a:lnTo>
                    <a:pt x="57387" y="48949"/>
                  </a:lnTo>
                  <a:lnTo>
                    <a:pt x="57961" y="48780"/>
                  </a:lnTo>
                  <a:lnTo>
                    <a:pt x="58533" y="48369"/>
                  </a:lnTo>
                  <a:lnTo>
                    <a:pt x="59510" y="46527"/>
                  </a:lnTo>
                  <a:lnTo>
                    <a:pt x="60481" y="44952"/>
                  </a:lnTo>
                  <a:lnTo>
                    <a:pt x="60984" y="44423"/>
                  </a:lnTo>
                  <a:lnTo>
                    <a:pt x="61517" y="43936"/>
                  </a:lnTo>
                  <a:lnTo>
                    <a:pt x="61914" y="43751"/>
                  </a:lnTo>
                  <a:lnTo>
                    <a:pt x="62456" y="43813"/>
                  </a:lnTo>
                  <a:lnTo>
                    <a:pt x="62915" y="44244"/>
                  </a:lnTo>
                  <a:lnTo>
                    <a:pt x="63211" y="44994"/>
                  </a:lnTo>
                  <a:lnTo>
                    <a:pt x="64297" y="47605"/>
                  </a:lnTo>
                  <a:lnTo>
                    <a:pt x="65116" y="49575"/>
                  </a:lnTo>
                  <a:lnTo>
                    <a:pt x="65392" y="50803"/>
                  </a:lnTo>
                  <a:lnTo>
                    <a:pt x="65409" y="53802"/>
                  </a:lnTo>
                  <a:lnTo>
                    <a:pt x="65359" y="56460"/>
                  </a:lnTo>
                  <a:lnTo>
                    <a:pt x="65466" y="56803"/>
                  </a:lnTo>
                  <a:lnTo>
                    <a:pt x="65627" y="56901"/>
                  </a:lnTo>
                  <a:lnTo>
                    <a:pt x="67417" y="56278"/>
                  </a:lnTo>
                  <a:lnTo>
                    <a:pt x="69849" y="59499"/>
                  </a:lnTo>
                  <a:lnTo>
                    <a:pt x="71644" y="61876"/>
                  </a:lnTo>
                  <a:lnTo>
                    <a:pt x="72421" y="62636"/>
                  </a:lnTo>
                  <a:lnTo>
                    <a:pt x="72851" y="62849"/>
                  </a:lnTo>
                  <a:lnTo>
                    <a:pt x="73896" y="62691"/>
                  </a:lnTo>
                  <a:lnTo>
                    <a:pt x="75137" y="62383"/>
                  </a:lnTo>
                  <a:lnTo>
                    <a:pt x="75740" y="62042"/>
                  </a:lnTo>
                  <a:lnTo>
                    <a:pt x="76407" y="61298"/>
                  </a:lnTo>
                  <a:lnTo>
                    <a:pt x="77490" y="60264"/>
                  </a:lnTo>
                  <a:lnTo>
                    <a:pt x="78372" y="59695"/>
                  </a:lnTo>
                  <a:lnTo>
                    <a:pt x="78719" y="59620"/>
                  </a:lnTo>
                  <a:lnTo>
                    <a:pt x="79067" y="59802"/>
                  </a:lnTo>
                  <a:lnTo>
                    <a:pt x="79811" y="60420"/>
                  </a:lnTo>
                  <a:lnTo>
                    <a:pt x="80218" y="61573"/>
                  </a:lnTo>
                  <a:lnTo>
                    <a:pt x="79843" y="62911"/>
                  </a:lnTo>
                  <a:lnTo>
                    <a:pt x="79905" y="63741"/>
                  </a:lnTo>
                  <a:lnTo>
                    <a:pt x="80688" y="63695"/>
                  </a:lnTo>
                  <a:lnTo>
                    <a:pt x="81313" y="62311"/>
                  </a:lnTo>
                  <a:lnTo>
                    <a:pt x="81752" y="61221"/>
                  </a:lnTo>
                  <a:lnTo>
                    <a:pt x="82669" y="60339"/>
                  </a:lnTo>
                  <a:lnTo>
                    <a:pt x="83561" y="59079"/>
                  </a:lnTo>
                  <a:lnTo>
                    <a:pt x="84185" y="57881"/>
                  </a:lnTo>
                  <a:lnTo>
                    <a:pt x="84915" y="57179"/>
                  </a:lnTo>
                  <a:lnTo>
                    <a:pt x="86017" y="56324"/>
                  </a:lnTo>
                  <a:lnTo>
                    <a:pt x="86888" y="55803"/>
                  </a:lnTo>
                  <a:lnTo>
                    <a:pt x="87706" y="55856"/>
                  </a:lnTo>
                  <a:lnTo>
                    <a:pt x="88312" y="55290"/>
                  </a:lnTo>
                  <a:lnTo>
                    <a:pt x="89098" y="54230"/>
                  </a:lnTo>
                  <a:lnTo>
                    <a:pt x="89648" y="53377"/>
                  </a:lnTo>
                  <a:lnTo>
                    <a:pt x="90029" y="53074"/>
                  </a:lnTo>
                  <a:lnTo>
                    <a:pt x="90794" y="53156"/>
                  </a:lnTo>
                  <a:lnTo>
                    <a:pt x="91749" y="53039"/>
                  </a:lnTo>
                  <a:lnTo>
                    <a:pt x="92687" y="52004"/>
                  </a:lnTo>
                  <a:lnTo>
                    <a:pt x="93540" y="50751"/>
                  </a:lnTo>
                  <a:lnTo>
                    <a:pt x="93993" y="48642"/>
                  </a:lnTo>
                  <a:lnTo>
                    <a:pt x="94292" y="46774"/>
                  </a:lnTo>
                  <a:lnTo>
                    <a:pt x="94547" y="46395"/>
                  </a:lnTo>
                  <a:lnTo>
                    <a:pt x="94856" y="46096"/>
                  </a:lnTo>
                  <a:lnTo>
                    <a:pt x="95221" y="45902"/>
                  </a:lnTo>
                  <a:lnTo>
                    <a:pt x="96098" y="45766"/>
                  </a:lnTo>
                  <a:lnTo>
                    <a:pt x="97634" y="44770"/>
                  </a:lnTo>
                  <a:lnTo>
                    <a:pt x="98693" y="43760"/>
                  </a:lnTo>
                  <a:lnTo>
                    <a:pt x="99699" y="43544"/>
                  </a:lnTo>
                  <a:lnTo>
                    <a:pt x="99996" y="43271"/>
                  </a:lnTo>
                  <a:lnTo>
                    <a:pt x="100361" y="42338"/>
                  </a:lnTo>
                  <a:lnTo>
                    <a:pt x="100541" y="40693"/>
                  </a:lnTo>
                  <a:lnTo>
                    <a:pt x="100405" y="39696"/>
                  </a:lnTo>
                  <a:lnTo>
                    <a:pt x="98557" y="39389"/>
                  </a:lnTo>
                  <a:lnTo>
                    <a:pt x="97346" y="39387"/>
                  </a:lnTo>
                  <a:lnTo>
                    <a:pt x="95344" y="39131"/>
                  </a:lnTo>
                  <a:lnTo>
                    <a:pt x="94391" y="38720"/>
                  </a:lnTo>
                  <a:lnTo>
                    <a:pt x="94186" y="38434"/>
                  </a:lnTo>
                  <a:lnTo>
                    <a:pt x="94165" y="38117"/>
                  </a:lnTo>
                  <a:lnTo>
                    <a:pt x="94355" y="37406"/>
                  </a:lnTo>
                  <a:lnTo>
                    <a:pt x="94542" y="36070"/>
                  </a:lnTo>
                  <a:lnTo>
                    <a:pt x="94269" y="34262"/>
                  </a:lnTo>
                  <a:lnTo>
                    <a:pt x="93269" y="31425"/>
                  </a:lnTo>
                  <a:lnTo>
                    <a:pt x="92556" y="28638"/>
                  </a:lnTo>
                  <a:lnTo>
                    <a:pt x="92463" y="26695"/>
                  </a:lnTo>
                  <a:lnTo>
                    <a:pt x="92479" y="24642"/>
                  </a:lnTo>
                  <a:lnTo>
                    <a:pt x="92535" y="23300"/>
                  </a:lnTo>
                  <a:lnTo>
                    <a:pt x="92022" y="22250"/>
                  </a:lnTo>
                  <a:lnTo>
                    <a:pt x="89254" y="18943"/>
                  </a:lnTo>
                  <a:lnTo>
                    <a:pt x="88298" y="17381"/>
                  </a:lnTo>
                  <a:lnTo>
                    <a:pt x="87980" y="16300"/>
                  </a:lnTo>
                  <a:lnTo>
                    <a:pt x="86889" y="14306"/>
                  </a:lnTo>
                  <a:lnTo>
                    <a:pt x="87165" y="13695"/>
                  </a:lnTo>
                  <a:lnTo>
                    <a:pt x="87794" y="13718"/>
                  </a:lnTo>
                  <a:lnTo>
                    <a:pt x="88331" y="14238"/>
                  </a:lnTo>
                  <a:lnTo>
                    <a:pt x="88821" y="15346"/>
                  </a:lnTo>
                  <a:lnTo>
                    <a:pt x="89174" y="15594"/>
                  </a:lnTo>
                  <a:lnTo>
                    <a:pt x="89655" y="15593"/>
                  </a:lnTo>
                  <a:lnTo>
                    <a:pt x="92208" y="15588"/>
                  </a:lnTo>
                  <a:lnTo>
                    <a:pt x="92806" y="15776"/>
                  </a:lnTo>
                  <a:lnTo>
                    <a:pt x="93167" y="16149"/>
                  </a:lnTo>
                  <a:lnTo>
                    <a:pt x="93475" y="16611"/>
                  </a:lnTo>
                  <a:lnTo>
                    <a:pt x="93933" y="17902"/>
                  </a:lnTo>
                  <a:lnTo>
                    <a:pt x="94424" y="18534"/>
                  </a:lnTo>
                  <a:lnTo>
                    <a:pt x="95434" y="18512"/>
                  </a:lnTo>
                  <a:lnTo>
                    <a:pt x="97021" y="18486"/>
                  </a:lnTo>
                  <a:lnTo>
                    <a:pt x="97911" y="18371"/>
                  </a:lnTo>
                  <a:lnTo>
                    <a:pt x="98443" y="18730"/>
                  </a:lnTo>
                  <a:lnTo>
                    <a:pt x="99104" y="19028"/>
                  </a:lnTo>
                  <a:lnTo>
                    <a:pt x="100495" y="18342"/>
                  </a:lnTo>
                  <a:lnTo>
                    <a:pt x="100884" y="18328"/>
                  </a:lnTo>
                  <a:lnTo>
                    <a:pt x="101299" y="18630"/>
                  </a:lnTo>
                  <a:lnTo>
                    <a:pt x="102799" y="20942"/>
                  </a:lnTo>
                  <a:lnTo>
                    <a:pt x="103659" y="21918"/>
                  </a:lnTo>
                  <a:lnTo>
                    <a:pt x="104384" y="23209"/>
                  </a:lnTo>
                  <a:lnTo>
                    <a:pt x="105441" y="23216"/>
                  </a:lnTo>
                  <a:lnTo>
                    <a:pt x="106315" y="22107"/>
                  </a:lnTo>
                  <a:lnTo>
                    <a:pt x="106548" y="18378"/>
                  </a:lnTo>
                  <a:lnTo>
                    <a:pt x="106811" y="17295"/>
                  </a:lnTo>
                  <a:lnTo>
                    <a:pt x="107254" y="16992"/>
                  </a:lnTo>
                  <a:lnTo>
                    <a:pt x="107780" y="16956"/>
                  </a:lnTo>
                  <a:lnTo>
                    <a:pt x="108402" y="16369"/>
                  </a:lnTo>
                  <a:lnTo>
                    <a:pt x="109078" y="15613"/>
                  </a:lnTo>
                  <a:lnTo>
                    <a:pt x="109664" y="15359"/>
                  </a:lnTo>
                  <a:lnTo>
                    <a:pt x="112100" y="16173"/>
                  </a:lnTo>
                  <a:lnTo>
                    <a:pt x="112777" y="15783"/>
                  </a:lnTo>
                  <a:lnTo>
                    <a:pt x="115244" y="14797"/>
                  </a:lnTo>
                  <a:lnTo>
                    <a:pt x="117766" y="13531"/>
                  </a:lnTo>
                  <a:lnTo>
                    <a:pt x="118474" y="11935"/>
                  </a:lnTo>
                  <a:lnTo>
                    <a:pt x="119532" y="11506"/>
                  </a:lnTo>
                  <a:lnTo>
                    <a:pt x="120360" y="10336"/>
                  </a:lnTo>
                  <a:lnTo>
                    <a:pt x="121028" y="10459"/>
                  </a:lnTo>
                  <a:lnTo>
                    <a:pt x="122040" y="10506"/>
                  </a:lnTo>
                  <a:lnTo>
                    <a:pt x="122666" y="10302"/>
                  </a:lnTo>
                  <a:lnTo>
                    <a:pt x="122983" y="10080"/>
                  </a:lnTo>
                  <a:lnTo>
                    <a:pt x="123327" y="9529"/>
                  </a:lnTo>
                  <a:lnTo>
                    <a:pt x="123896" y="7966"/>
                  </a:lnTo>
                  <a:lnTo>
                    <a:pt x="124586" y="7375"/>
                  </a:lnTo>
                  <a:lnTo>
                    <a:pt x="125453" y="6748"/>
                  </a:lnTo>
                  <a:lnTo>
                    <a:pt x="126045" y="6009"/>
                  </a:lnTo>
                  <a:lnTo>
                    <a:pt x="126533" y="5096"/>
                  </a:lnTo>
                  <a:lnTo>
                    <a:pt x="126757" y="4304"/>
                  </a:lnTo>
                  <a:lnTo>
                    <a:pt x="126751" y="3673"/>
                  </a:lnTo>
                  <a:lnTo>
                    <a:pt x="126462" y="2454"/>
                  </a:lnTo>
                  <a:lnTo>
                    <a:pt x="126113" y="1305"/>
                  </a:lnTo>
                  <a:lnTo>
                    <a:pt x="125734" y="926"/>
                  </a:lnTo>
                  <a:lnTo>
                    <a:pt x="125449" y="779"/>
                  </a:lnTo>
                  <a:lnTo>
                    <a:pt x="126308" y="513"/>
                  </a:lnTo>
                  <a:lnTo>
                    <a:pt x="127017" y="913"/>
                  </a:lnTo>
                  <a:lnTo>
                    <a:pt x="128123" y="974"/>
                  </a:lnTo>
                  <a:lnTo>
                    <a:pt x="128603" y="666"/>
                  </a:lnTo>
                  <a:lnTo>
                    <a:pt x="129299" y="817"/>
                  </a:lnTo>
                  <a:lnTo>
                    <a:pt x="130184" y="0"/>
                  </a:lnTo>
                  <a:lnTo>
                    <a:pt x="130751" y="266"/>
                  </a:lnTo>
                  <a:lnTo>
                    <a:pt x="131126" y="266"/>
                  </a:lnTo>
                  <a:lnTo>
                    <a:pt x="131468" y="888"/>
                  </a:lnTo>
                  <a:lnTo>
                    <a:pt x="131731" y="1589"/>
                  </a:lnTo>
                  <a:lnTo>
                    <a:pt x="132558" y="2442"/>
                  </a:lnTo>
                  <a:lnTo>
                    <a:pt x="132476" y="3739"/>
                  </a:lnTo>
                  <a:lnTo>
                    <a:pt x="132324" y="4887"/>
                  </a:lnTo>
                  <a:lnTo>
                    <a:pt x="132217" y="6210"/>
                  </a:lnTo>
                  <a:lnTo>
                    <a:pt x="132169" y="7217"/>
                  </a:lnTo>
                  <a:lnTo>
                    <a:pt x="131818" y="8247"/>
                  </a:lnTo>
                  <a:lnTo>
                    <a:pt x="131292" y="9209"/>
                  </a:lnTo>
                  <a:lnTo>
                    <a:pt x="131137" y="9600"/>
                  </a:lnTo>
                  <a:lnTo>
                    <a:pt x="131064" y="10108"/>
                  </a:lnTo>
                  <a:lnTo>
                    <a:pt x="131419" y="10415"/>
                  </a:lnTo>
                  <a:lnTo>
                    <a:pt x="132044" y="10507"/>
                  </a:lnTo>
                  <a:lnTo>
                    <a:pt x="132826" y="10548"/>
                  </a:lnTo>
                  <a:lnTo>
                    <a:pt x="133359" y="10846"/>
                  </a:lnTo>
                  <a:lnTo>
                    <a:pt x="134047" y="10907"/>
                  </a:lnTo>
                  <a:lnTo>
                    <a:pt x="134875" y="11734"/>
                  </a:lnTo>
                  <a:lnTo>
                    <a:pt x="135277" y="12230"/>
                  </a:lnTo>
                  <a:lnTo>
                    <a:pt x="135311" y="12615"/>
                  </a:lnTo>
                  <a:lnTo>
                    <a:pt x="135048" y="13533"/>
                  </a:lnTo>
                  <a:lnTo>
                    <a:pt x="134943" y="14383"/>
                  </a:lnTo>
                  <a:lnTo>
                    <a:pt x="135149" y="14921"/>
                  </a:lnTo>
                  <a:lnTo>
                    <a:pt x="135392" y="15308"/>
                  </a:lnTo>
                  <a:lnTo>
                    <a:pt x="136063" y="17223"/>
                  </a:lnTo>
                  <a:lnTo>
                    <a:pt x="136383" y="17889"/>
                  </a:lnTo>
                  <a:lnTo>
                    <a:pt x="136654" y="18103"/>
                  </a:lnTo>
                  <a:lnTo>
                    <a:pt x="136717" y="18472"/>
                  </a:lnTo>
                  <a:lnTo>
                    <a:pt x="136487" y="19171"/>
                  </a:lnTo>
                  <a:lnTo>
                    <a:pt x="136212" y="20060"/>
                  </a:lnTo>
                  <a:lnTo>
                    <a:pt x="135590" y="20994"/>
                  </a:lnTo>
                  <a:lnTo>
                    <a:pt x="135507" y="21732"/>
                  </a:lnTo>
                  <a:lnTo>
                    <a:pt x="135009" y="22196"/>
                  </a:lnTo>
                  <a:lnTo>
                    <a:pt x="133848" y="23299"/>
                  </a:lnTo>
                  <a:lnTo>
                    <a:pt x="134050" y="25047"/>
                  </a:lnTo>
                  <a:lnTo>
                    <a:pt x="134090" y="25934"/>
                  </a:lnTo>
                  <a:lnTo>
                    <a:pt x="134068" y="26622"/>
                  </a:lnTo>
                  <a:lnTo>
                    <a:pt x="133671" y="27545"/>
                  </a:lnTo>
                  <a:lnTo>
                    <a:pt x="132984" y="30268"/>
                  </a:lnTo>
                  <a:lnTo>
                    <a:pt x="132732" y="31626"/>
                  </a:lnTo>
                  <a:lnTo>
                    <a:pt x="132509" y="34765"/>
                  </a:lnTo>
                  <a:lnTo>
                    <a:pt x="132524" y="35817"/>
                  </a:lnTo>
                  <a:lnTo>
                    <a:pt x="132841" y="37234"/>
                  </a:lnTo>
                  <a:lnTo>
                    <a:pt x="133514" y="40379"/>
                  </a:lnTo>
                  <a:lnTo>
                    <a:pt x="133898" y="40879"/>
                  </a:lnTo>
                  <a:lnTo>
                    <a:pt x="134786" y="41618"/>
                  </a:lnTo>
                  <a:lnTo>
                    <a:pt x="134897" y="43745"/>
                  </a:lnTo>
                  <a:lnTo>
                    <a:pt x="134819" y="45966"/>
                  </a:lnTo>
                  <a:lnTo>
                    <a:pt x="134777" y="46827"/>
                  </a:lnTo>
                  <a:lnTo>
                    <a:pt x="134923" y="47196"/>
                  </a:lnTo>
                  <a:lnTo>
                    <a:pt x="135322" y="47373"/>
                  </a:lnTo>
                  <a:lnTo>
                    <a:pt x="135606" y="47640"/>
                  </a:lnTo>
                  <a:lnTo>
                    <a:pt x="135651" y="48297"/>
                  </a:lnTo>
                  <a:lnTo>
                    <a:pt x="135624" y="48980"/>
                  </a:lnTo>
                  <a:lnTo>
                    <a:pt x="136286" y="49374"/>
                  </a:lnTo>
                  <a:lnTo>
                    <a:pt x="136863" y="49625"/>
                  </a:lnTo>
                  <a:lnTo>
                    <a:pt x="137395" y="50568"/>
                  </a:lnTo>
                  <a:lnTo>
                    <a:pt x="138358" y="52034"/>
                  </a:lnTo>
                  <a:lnTo>
                    <a:pt x="138740" y="52301"/>
                  </a:lnTo>
                  <a:lnTo>
                    <a:pt x="138932" y="52909"/>
                  </a:lnTo>
                  <a:lnTo>
                    <a:pt x="139744" y="54144"/>
                  </a:lnTo>
                  <a:lnTo>
                    <a:pt x="140981" y="54596"/>
                  </a:lnTo>
                  <a:lnTo>
                    <a:pt x="142229" y="55141"/>
                  </a:lnTo>
                  <a:lnTo>
                    <a:pt x="142720" y="55918"/>
                  </a:lnTo>
                  <a:lnTo>
                    <a:pt x="143232" y="56549"/>
                  </a:lnTo>
                  <a:lnTo>
                    <a:pt x="143617" y="56582"/>
                  </a:lnTo>
                  <a:lnTo>
                    <a:pt x="143944" y="56481"/>
                  </a:lnTo>
                  <a:lnTo>
                    <a:pt x="144482" y="55937"/>
                  </a:lnTo>
                  <a:lnTo>
                    <a:pt x="144915" y="55469"/>
                  </a:lnTo>
                  <a:lnTo>
                    <a:pt x="145667" y="55495"/>
                  </a:lnTo>
                  <a:lnTo>
                    <a:pt x="146549" y="55418"/>
                  </a:lnTo>
                  <a:lnTo>
                    <a:pt x="146702" y="55034"/>
                  </a:lnTo>
                  <a:lnTo>
                    <a:pt x="146786" y="54539"/>
                  </a:lnTo>
                  <a:lnTo>
                    <a:pt x="146604" y="53270"/>
                  </a:lnTo>
                  <a:lnTo>
                    <a:pt x="146917" y="52886"/>
                  </a:lnTo>
                  <a:lnTo>
                    <a:pt x="147647" y="52670"/>
                  </a:lnTo>
                  <a:lnTo>
                    <a:pt x="147793" y="51993"/>
                  </a:lnTo>
                  <a:lnTo>
                    <a:pt x="147960" y="51624"/>
                  </a:lnTo>
                  <a:lnTo>
                    <a:pt x="148169" y="51194"/>
                  </a:lnTo>
                  <a:lnTo>
                    <a:pt x="148419" y="51133"/>
                  </a:lnTo>
                  <a:lnTo>
                    <a:pt x="148732" y="51379"/>
                  </a:lnTo>
                  <a:lnTo>
                    <a:pt x="149212" y="51532"/>
                  </a:lnTo>
                  <a:lnTo>
                    <a:pt x="149754" y="51748"/>
                  </a:lnTo>
                  <a:lnTo>
                    <a:pt x="150046" y="52178"/>
                  </a:lnTo>
                  <a:lnTo>
                    <a:pt x="150528" y="52215"/>
                  </a:lnTo>
                  <a:lnTo>
                    <a:pt x="151064" y="52132"/>
                  </a:lnTo>
                  <a:lnTo>
                    <a:pt x="151280" y="51858"/>
                  </a:lnTo>
                  <a:lnTo>
                    <a:pt x="151438" y="51379"/>
                  </a:lnTo>
                  <a:lnTo>
                    <a:pt x="151554" y="50345"/>
                  </a:lnTo>
                  <a:lnTo>
                    <a:pt x="151899" y="50315"/>
                  </a:lnTo>
                  <a:lnTo>
                    <a:pt x="152589" y="50082"/>
                  </a:lnTo>
                  <a:lnTo>
                    <a:pt x="153325" y="49625"/>
                  </a:lnTo>
                  <a:lnTo>
                    <a:pt x="154308" y="49559"/>
                  </a:lnTo>
                  <a:lnTo>
                    <a:pt x="155229" y="49568"/>
                  </a:lnTo>
                  <a:lnTo>
                    <a:pt x="155689" y="49262"/>
                  </a:lnTo>
                  <a:lnTo>
                    <a:pt x="156118" y="48596"/>
                  </a:lnTo>
                  <a:lnTo>
                    <a:pt x="156948" y="46711"/>
                  </a:lnTo>
                  <a:lnTo>
                    <a:pt x="157382" y="46276"/>
                  </a:lnTo>
                  <a:lnTo>
                    <a:pt x="157849" y="45951"/>
                  </a:lnTo>
                  <a:lnTo>
                    <a:pt x="158245" y="46010"/>
                  </a:lnTo>
                  <a:lnTo>
                    <a:pt x="159059" y="45698"/>
                  </a:lnTo>
                  <a:lnTo>
                    <a:pt x="159728" y="45246"/>
                  </a:lnTo>
                  <a:lnTo>
                    <a:pt x="159976" y="45360"/>
                  </a:lnTo>
                  <a:lnTo>
                    <a:pt x="160497" y="46327"/>
                  </a:lnTo>
                  <a:lnTo>
                    <a:pt x="160757" y="46540"/>
                  </a:lnTo>
                  <a:lnTo>
                    <a:pt x="161141" y="46607"/>
                  </a:lnTo>
                  <a:lnTo>
                    <a:pt x="162397" y="47097"/>
                  </a:lnTo>
                  <a:lnTo>
                    <a:pt x="163064" y="46945"/>
                  </a:lnTo>
                  <a:lnTo>
                    <a:pt x="163787" y="46636"/>
                  </a:lnTo>
                  <a:lnTo>
                    <a:pt x="164481" y="46520"/>
                  </a:lnTo>
                  <a:lnTo>
                    <a:pt x="164982" y="46735"/>
                  </a:lnTo>
                  <a:lnTo>
                    <a:pt x="165342" y="4645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458261" y="2232799"/>
              <a:ext cx="2072" cy="3563"/>
            </a:xfrm>
            <a:custGeom>
              <a:avLst/>
              <a:pathLst>
                <a:path w="2072" h="3563">
                  <a:moveTo>
                    <a:pt x="1451" y="3287"/>
                  </a:moveTo>
                  <a:lnTo>
                    <a:pt x="1180" y="3563"/>
                  </a:lnTo>
                  <a:lnTo>
                    <a:pt x="334" y="3006"/>
                  </a:lnTo>
                  <a:lnTo>
                    <a:pt x="36" y="2334"/>
                  </a:lnTo>
                  <a:lnTo>
                    <a:pt x="0" y="202"/>
                  </a:lnTo>
                  <a:lnTo>
                    <a:pt x="521" y="0"/>
                  </a:lnTo>
                  <a:lnTo>
                    <a:pt x="1502" y="1685"/>
                  </a:lnTo>
                  <a:lnTo>
                    <a:pt x="2072" y="229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110813" y="2350211"/>
              <a:ext cx="2838" cy="7706"/>
            </a:xfrm>
            <a:custGeom>
              <a:avLst/>
              <a:pathLst>
                <a:path w="2838" h="7706">
                  <a:moveTo>
                    <a:pt x="0" y="0"/>
                  </a:moveTo>
                  <a:lnTo>
                    <a:pt x="1071" y="0"/>
                  </a:lnTo>
                  <a:lnTo>
                    <a:pt x="1340" y="461"/>
                  </a:lnTo>
                  <a:lnTo>
                    <a:pt x="1903" y="2080"/>
                  </a:lnTo>
                  <a:lnTo>
                    <a:pt x="2270" y="3706"/>
                  </a:lnTo>
                  <a:lnTo>
                    <a:pt x="2389" y="6184"/>
                  </a:lnTo>
                  <a:lnTo>
                    <a:pt x="2838" y="7238"/>
                  </a:lnTo>
                  <a:lnTo>
                    <a:pt x="2767" y="7454"/>
                  </a:lnTo>
                  <a:lnTo>
                    <a:pt x="2496" y="7631"/>
                  </a:lnTo>
                  <a:lnTo>
                    <a:pt x="2080" y="7706"/>
                  </a:lnTo>
                  <a:lnTo>
                    <a:pt x="1361" y="7469"/>
                  </a:lnTo>
                  <a:lnTo>
                    <a:pt x="759" y="7104"/>
                  </a:lnTo>
                  <a:lnTo>
                    <a:pt x="234" y="4422"/>
                  </a:lnTo>
                  <a:lnTo>
                    <a:pt x="0" y="2906"/>
                  </a:lnTo>
                  <a:lnTo>
                    <a:pt x="19" y="109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101703" y="2348501"/>
              <a:ext cx="9307" cy="13925"/>
            </a:xfrm>
            <a:custGeom>
              <a:avLst/>
              <a:pathLst>
                <a:path w="9307" h="13925">
                  <a:moveTo>
                    <a:pt x="9109" y="1710"/>
                  </a:moveTo>
                  <a:lnTo>
                    <a:pt x="8333" y="2316"/>
                  </a:lnTo>
                  <a:lnTo>
                    <a:pt x="7575" y="3076"/>
                  </a:lnTo>
                  <a:lnTo>
                    <a:pt x="6814" y="3731"/>
                  </a:lnTo>
                  <a:lnTo>
                    <a:pt x="6460" y="4244"/>
                  </a:lnTo>
                  <a:lnTo>
                    <a:pt x="6585" y="4963"/>
                  </a:lnTo>
                  <a:lnTo>
                    <a:pt x="6768" y="6546"/>
                  </a:lnTo>
                  <a:lnTo>
                    <a:pt x="6871" y="7789"/>
                  </a:lnTo>
                  <a:lnTo>
                    <a:pt x="7137" y="8279"/>
                  </a:lnTo>
                  <a:lnTo>
                    <a:pt x="7345" y="8775"/>
                  </a:lnTo>
                  <a:lnTo>
                    <a:pt x="7258" y="9315"/>
                  </a:lnTo>
                  <a:lnTo>
                    <a:pt x="6808" y="10343"/>
                  </a:lnTo>
                  <a:lnTo>
                    <a:pt x="7063" y="10542"/>
                  </a:lnTo>
                  <a:lnTo>
                    <a:pt x="6738" y="11905"/>
                  </a:lnTo>
                  <a:lnTo>
                    <a:pt x="6254" y="12913"/>
                  </a:lnTo>
                  <a:lnTo>
                    <a:pt x="5584" y="13734"/>
                  </a:lnTo>
                  <a:lnTo>
                    <a:pt x="5150" y="13925"/>
                  </a:lnTo>
                  <a:lnTo>
                    <a:pt x="4805" y="13575"/>
                  </a:lnTo>
                  <a:lnTo>
                    <a:pt x="4241" y="12675"/>
                  </a:lnTo>
                  <a:lnTo>
                    <a:pt x="3625" y="11420"/>
                  </a:lnTo>
                  <a:lnTo>
                    <a:pt x="3337" y="10691"/>
                  </a:lnTo>
                  <a:lnTo>
                    <a:pt x="2451" y="10594"/>
                  </a:lnTo>
                  <a:lnTo>
                    <a:pt x="2136" y="10016"/>
                  </a:lnTo>
                  <a:lnTo>
                    <a:pt x="2116" y="9311"/>
                  </a:lnTo>
                  <a:lnTo>
                    <a:pt x="1865" y="8481"/>
                  </a:lnTo>
                  <a:lnTo>
                    <a:pt x="1516" y="7594"/>
                  </a:lnTo>
                  <a:lnTo>
                    <a:pt x="993" y="6909"/>
                  </a:lnTo>
                  <a:lnTo>
                    <a:pt x="295" y="6375"/>
                  </a:lnTo>
                  <a:lnTo>
                    <a:pt x="0" y="5993"/>
                  </a:lnTo>
                  <a:lnTo>
                    <a:pt x="1079" y="6017"/>
                  </a:lnTo>
                  <a:lnTo>
                    <a:pt x="2228" y="5790"/>
                  </a:lnTo>
                  <a:lnTo>
                    <a:pt x="3411" y="5048"/>
                  </a:lnTo>
                  <a:lnTo>
                    <a:pt x="4549" y="4153"/>
                  </a:lnTo>
                  <a:lnTo>
                    <a:pt x="5506" y="3127"/>
                  </a:lnTo>
                  <a:lnTo>
                    <a:pt x="6404" y="1971"/>
                  </a:lnTo>
                  <a:lnTo>
                    <a:pt x="7348" y="1059"/>
                  </a:lnTo>
                  <a:lnTo>
                    <a:pt x="8813" y="0"/>
                  </a:lnTo>
                  <a:lnTo>
                    <a:pt x="9307" y="83"/>
                  </a:lnTo>
                  <a:lnTo>
                    <a:pt x="9301" y="83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862107" y="2023672"/>
              <a:ext cx="31642" cy="22450"/>
            </a:xfrm>
            <a:custGeom>
              <a:avLst/>
              <a:pathLst>
                <a:path w="31642" h="22450">
                  <a:moveTo>
                    <a:pt x="27371" y="7688"/>
                  </a:moveTo>
                  <a:lnTo>
                    <a:pt x="27314" y="8004"/>
                  </a:lnTo>
                  <a:lnTo>
                    <a:pt x="27047" y="8845"/>
                  </a:lnTo>
                  <a:lnTo>
                    <a:pt x="26873" y="9760"/>
                  </a:lnTo>
                  <a:lnTo>
                    <a:pt x="27019" y="10509"/>
                  </a:lnTo>
                  <a:lnTo>
                    <a:pt x="27619" y="11403"/>
                  </a:lnTo>
                  <a:lnTo>
                    <a:pt x="28423" y="12115"/>
                  </a:lnTo>
                  <a:lnTo>
                    <a:pt x="29446" y="12170"/>
                  </a:lnTo>
                  <a:lnTo>
                    <a:pt x="30390" y="11895"/>
                  </a:lnTo>
                  <a:lnTo>
                    <a:pt x="30767" y="12008"/>
                  </a:lnTo>
                  <a:lnTo>
                    <a:pt x="31278" y="13201"/>
                  </a:lnTo>
                  <a:lnTo>
                    <a:pt x="31642" y="14234"/>
                  </a:lnTo>
                  <a:lnTo>
                    <a:pt x="31148" y="15299"/>
                  </a:lnTo>
                  <a:lnTo>
                    <a:pt x="30877" y="16232"/>
                  </a:lnTo>
                  <a:lnTo>
                    <a:pt x="30780" y="16894"/>
                  </a:lnTo>
                  <a:lnTo>
                    <a:pt x="30840" y="17182"/>
                  </a:lnTo>
                  <a:lnTo>
                    <a:pt x="31145" y="17718"/>
                  </a:lnTo>
                  <a:lnTo>
                    <a:pt x="31498" y="18634"/>
                  </a:lnTo>
                  <a:lnTo>
                    <a:pt x="31548" y="19475"/>
                  </a:lnTo>
                  <a:lnTo>
                    <a:pt x="31324" y="20033"/>
                  </a:lnTo>
                  <a:lnTo>
                    <a:pt x="30838" y="20310"/>
                  </a:lnTo>
                  <a:lnTo>
                    <a:pt x="30321" y="20229"/>
                  </a:lnTo>
                  <a:lnTo>
                    <a:pt x="29894" y="20240"/>
                  </a:lnTo>
                  <a:lnTo>
                    <a:pt x="29359" y="20338"/>
                  </a:lnTo>
                  <a:lnTo>
                    <a:pt x="28523" y="20648"/>
                  </a:lnTo>
                  <a:lnTo>
                    <a:pt x="27746" y="21049"/>
                  </a:lnTo>
                  <a:lnTo>
                    <a:pt x="26289" y="20975"/>
                  </a:lnTo>
                  <a:lnTo>
                    <a:pt x="25705" y="20144"/>
                  </a:lnTo>
                  <a:lnTo>
                    <a:pt x="25430" y="20142"/>
                  </a:lnTo>
                  <a:lnTo>
                    <a:pt x="24103" y="21218"/>
                  </a:lnTo>
                  <a:lnTo>
                    <a:pt x="22659" y="21030"/>
                  </a:lnTo>
                  <a:lnTo>
                    <a:pt x="20028" y="21388"/>
                  </a:lnTo>
                  <a:lnTo>
                    <a:pt x="18929" y="21472"/>
                  </a:lnTo>
                  <a:lnTo>
                    <a:pt x="17800" y="21353"/>
                  </a:lnTo>
                  <a:lnTo>
                    <a:pt x="17229" y="21125"/>
                  </a:lnTo>
                  <a:lnTo>
                    <a:pt x="16167" y="20369"/>
                  </a:lnTo>
                  <a:lnTo>
                    <a:pt x="15204" y="19817"/>
                  </a:lnTo>
                  <a:lnTo>
                    <a:pt x="14225" y="20322"/>
                  </a:lnTo>
                  <a:lnTo>
                    <a:pt x="13881" y="20415"/>
                  </a:lnTo>
                  <a:lnTo>
                    <a:pt x="13095" y="21711"/>
                  </a:lnTo>
                  <a:lnTo>
                    <a:pt x="11394" y="22138"/>
                  </a:lnTo>
                  <a:lnTo>
                    <a:pt x="9698" y="22450"/>
                  </a:lnTo>
                  <a:lnTo>
                    <a:pt x="9197" y="22278"/>
                  </a:lnTo>
                  <a:lnTo>
                    <a:pt x="8242" y="22201"/>
                  </a:lnTo>
                  <a:lnTo>
                    <a:pt x="8206" y="21899"/>
                  </a:lnTo>
                  <a:lnTo>
                    <a:pt x="8234" y="21604"/>
                  </a:lnTo>
                  <a:lnTo>
                    <a:pt x="8016" y="21371"/>
                  </a:lnTo>
                  <a:lnTo>
                    <a:pt x="7628" y="21130"/>
                  </a:lnTo>
                  <a:lnTo>
                    <a:pt x="6961" y="21030"/>
                  </a:lnTo>
                  <a:lnTo>
                    <a:pt x="6106" y="20707"/>
                  </a:lnTo>
                  <a:lnTo>
                    <a:pt x="5613" y="20399"/>
                  </a:lnTo>
                  <a:lnTo>
                    <a:pt x="3873" y="20852"/>
                  </a:lnTo>
                  <a:lnTo>
                    <a:pt x="2858" y="20170"/>
                  </a:lnTo>
                  <a:lnTo>
                    <a:pt x="1706" y="19233"/>
                  </a:lnTo>
                  <a:lnTo>
                    <a:pt x="1124" y="18825"/>
                  </a:lnTo>
                  <a:lnTo>
                    <a:pt x="911" y="17373"/>
                  </a:lnTo>
                  <a:lnTo>
                    <a:pt x="707" y="16907"/>
                  </a:lnTo>
                  <a:lnTo>
                    <a:pt x="254" y="16415"/>
                  </a:lnTo>
                  <a:lnTo>
                    <a:pt x="0" y="15839"/>
                  </a:lnTo>
                  <a:lnTo>
                    <a:pt x="204" y="15245"/>
                  </a:lnTo>
                  <a:lnTo>
                    <a:pt x="1351" y="14139"/>
                  </a:lnTo>
                  <a:lnTo>
                    <a:pt x="1444" y="13879"/>
                  </a:lnTo>
                  <a:lnTo>
                    <a:pt x="1975" y="11816"/>
                  </a:lnTo>
                  <a:lnTo>
                    <a:pt x="2712" y="11065"/>
                  </a:lnTo>
                  <a:lnTo>
                    <a:pt x="3439" y="10023"/>
                  </a:lnTo>
                  <a:lnTo>
                    <a:pt x="3989" y="8367"/>
                  </a:lnTo>
                  <a:lnTo>
                    <a:pt x="5051" y="6667"/>
                  </a:lnTo>
                  <a:lnTo>
                    <a:pt x="6216" y="4923"/>
                  </a:lnTo>
                  <a:lnTo>
                    <a:pt x="7018" y="3503"/>
                  </a:lnTo>
                  <a:lnTo>
                    <a:pt x="7551" y="2842"/>
                  </a:lnTo>
                  <a:lnTo>
                    <a:pt x="8646" y="2132"/>
                  </a:lnTo>
                  <a:lnTo>
                    <a:pt x="9565" y="1715"/>
                  </a:lnTo>
                  <a:lnTo>
                    <a:pt x="10199" y="765"/>
                  </a:lnTo>
                  <a:lnTo>
                    <a:pt x="10965" y="237"/>
                  </a:lnTo>
                  <a:lnTo>
                    <a:pt x="11753" y="0"/>
                  </a:lnTo>
                  <a:lnTo>
                    <a:pt x="12920" y="127"/>
                  </a:lnTo>
                  <a:lnTo>
                    <a:pt x="14021" y="466"/>
                  </a:lnTo>
                  <a:lnTo>
                    <a:pt x="15226" y="937"/>
                  </a:lnTo>
                  <a:lnTo>
                    <a:pt x="15366" y="1320"/>
                  </a:lnTo>
                  <a:lnTo>
                    <a:pt x="15263" y="1994"/>
                  </a:lnTo>
                  <a:lnTo>
                    <a:pt x="15090" y="2678"/>
                  </a:lnTo>
                  <a:lnTo>
                    <a:pt x="15083" y="3029"/>
                  </a:lnTo>
                  <a:lnTo>
                    <a:pt x="15269" y="3221"/>
                  </a:lnTo>
                  <a:lnTo>
                    <a:pt x="16448" y="3352"/>
                  </a:lnTo>
                  <a:lnTo>
                    <a:pt x="17893" y="3244"/>
                  </a:lnTo>
                  <a:lnTo>
                    <a:pt x="18703" y="3339"/>
                  </a:lnTo>
                  <a:lnTo>
                    <a:pt x="20509" y="3970"/>
                  </a:lnTo>
                  <a:lnTo>
                    <a:pt x="21038" y="4415"/>
                  </a:lnTo>
                  <a:lnTo>
                    <a:pt x="21589" y="4757"/>
                  </a:lnTo>
                  <a:lnTo>
                    <a:pt x="22128" y="4696"/>
                  </a:lnTo>
                  <a:lnTo>
                    <a:pt x="22811" y="3967"/>
                  </a:lnTo>
                  <a:lnTo>
                    <a:pt x="23530" y="3346"/>
                  </a:lnTo>
                  <a:lnTo>
                    <a:pt x="23976" y="3247"/>
                  </a:lnTo>
                  <a:lnTo>
                    <a:pt x="24296" y="3447"/>
                  </a:lnTo>
                  <a:lnTo>
                    <a:pt x="24870" y="4038"/>
                  </a:lnTo>
                  <a:lnTo>
                    <a:pt x="26060" y="4594"/>
                  </a:lnTo>
                  <a:lnTo>
                    <a:pt x="27122" y="5013"/>
                  </a:lnTo>
                  <a:lnTo>
                    <a:pt x="27465" y="5410"/>
                  </a:lnTo>
                  <a:lnTo>
                    <a:pt x="27347" y="711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211569" y="2666652"/>
              <a:ext cx="88813" cy="126459"/>
            </a:xfrm>
            <a:custGeom>
              <a:avLst/>
              <a:pathLst>
                <a:path w="88813" h="126459">
                  <a:moveTo>
                    <a:pt x="49966" y="83"/>
                  </a:moveTo>
                  <a:lnTo>
                    <a:pt x="49780" y="773"/>
                  </a:lnTo>
                  <a:lnTo>
                    <a:pt x="49637" y="1780"/>
                  </a:lnTo>
                  <a:lnTo>
                    <a:pt x="49810" y="2530"/>
                  </a:lnTo>
                  <a:lnTo>
                    <a:pt x="50190" y="3537"/>
                  </a:lnTo>
                  <a:lnTo>
                    <a:pt x="50737" y="4419"/>
                  </a:lnTo>
                  <a:lnTo>
                    <a:pt x="51154" y="4943"/>
                  </a:lnTo>
                  <a:lnTo>
                    <a:pt x="51650" y="6239"/>
                  </a:lnTo>
                  <a:lnTo>
                    <a:pt x="52147" y="7862"/>
                  </a:lnTo>
                  <a:lnTo>
                    <a:pt x="52800" y="9124"/>
                  </a:lnTo>
                  <a:lnTo>
                    <a:pt x="54720" y="12017"/>
                  </a:lnTo>
                  <a:lnTo>
                    <a:pt x="54932" y="13054"/>
                  </a:lnTo>
                  <a:lnTo>
                    <a:pt x="55199" y="14079"/>
                  </a:lnTo>
                  <a:lnTo>
                    <a:pt x="56405" y="16055"/>
                  </a:lnTo>
                  <a:lnTo>
                    <a:pt x="56592" y="16710"/>
                  </a:lnTo>
                  <a:lnTo>
                    <a:pt x="56512" y="18050"/>
                  </a:lnTo>
                  <a:lnTo>
                    <a:pt x="57754" y="22070"/>
                  </a:lnTo>
                  <a:lnTo>
                    <a:pt x="58569" y="24418"/>
                  </a:lnTo>
                  <a:lnTo>
                    <a:pt x="59259" y="24851"/>
                  </a:lnTo>
                  <a:lnTo>
                    <a:pt x="61469" y="27352"/>
                  </a:lnTo>
                  <a:lnTo>
                    <a:pt x="63395" y="29362"/>
                  </a:lnTo>
                  <a:lnTo>
                    <a:pt x="65651" y="30720"/>
                  </a:lnTo>
                  <a:lnTo>
                    <a:pt x="67308" y="31614"/>
                  </a:lnTo>
                  <a:lnTo>
                    <a:pt x="68126" y="32266"/>
                  </a:lnTo>
                  <a:lnTo>
                    <a:pt x="68535" y="32891"/>
                  </a:lnTo>
                  <a:lnTo>
                    <a:pt x="68868" y="34094"/>
                  </a:lnTo>
                  <a:lnTo>
                    <a:pt x="69038" y="36184"/>
                  </a:lnTo>
                  <a:lnTo>
                    <a:pt x="69096" y="37535"/>
                  </a:lnTo>
                  <a:lnTo>
                    <a:pt x="70876" y="37480"/>
                  </a:lnTo>
                  <a:lnTo>
                    <a:pt x="72349" y="37603"/>
                  </a:lnTo>
                  <a:lnTo>
                    <a:pt x="72866" y="37874"/>
                  </a:lnTo>
                  <a:lnTo>
                    <a:pt x="73058" y="38259"/>
                  </a:lnTo>
                  <a:lnTo>
                    <a:pt x="73013" y="39150"/>
                  </a:lnTo>
                  <a:lnTo>
                    <a:pt x="73033" y="40478"/>
                  </a:lnTo>
                  <a:lnTo>
                    <a:pt x="73103" y="41548"/>
                  </a:lnTo>
                  <a:lnTo>
                    <a:pt x="72949" y="42690"/>
                  </a:lnTo>
                  <a:lnTo>
                    <a:pt x="72844" y="44036"/>
                  </a:lnTo>
                  <a:lnTo>
                    <a:pt x="72773" y="45702"/>
                  </a:lnTo>
                  <a:lnTo>
                    <a:pt x="73000" y="46354"/>
                  </a:lnTo>
                  <a:lnTo>
                    <a:pt x="74426" y="48453"/>
                  </a:lnTo>
                  <a:lnTo>
                    <a:pt x="75024" y="49814"/>
                  </a:lnTo>
                  <a:lnTo>
                    <a:pt x="75660" y="51874"/>
                  </a:lnTo>
                  <a:lnTo>
                    <a:pt x="76033" y="52536"/>
                  </a:lnTo>
                  <a:lnTo>
                    <a:pt x="76332" y="52798"/>
                  </a:lnTo>
                  <a:lnTo>
                    <a:pt x="77619" y="53026"/>
                  </a:lnTo>
                  <a:lnTo>
                    <a:pt x="80934" y="53890"/>
                  </a:lnTo>
                  <a:lnTo>
                    <a:pt x="82975" y="54675"/>
                  </a:lnTo>
                  <a:lnTo>
                    <a:pt x="84598" y="55490"/>
                  </a:lnTo>
                  <a:lnTo>
                    <a:pt x="85273" y="55705"/>
                  </a:lnTo>
                  <a:lnTo>
                    <a:pt x="85603" y="55920"/>
                  </a:lnTo>
                  <a:lnTo>
                    <a:pt x="85714" y="56122"/>
                  </a:lnTo>
                  <a:lnTo>
                    <a:pt x="85511" y="57916"/>
                  </a:lnTo>
                  <a:lnTo>
                    <a:pt x="85582" y="58492"/>
                  </a:lnTo>
                  <a:lnTo>
                    <a:pt x="85762" y="59010"/>
                  </a:lnTo>
                  <a:lnTo>
                    <a:pt x="86037" y="59416"/>
                  </a:lnTo>
                  <a:lnTo>
                    <a:pt x="86372" y="59670"/>
                  </a:lnTo>
                  <a:lnTo>
                    <a:pt x="87605" y="59862"/>
                  </a:lnTo>
                  <a:lnTo>
                    <a:pt x="88343" y="60953"/>
                  </a:lnTo>
                  <a:lnTo>
                    <a:pt x="88813" y="61459"/>
                  </a:lnTo>
                  <a:lnTo>
                    <a:pt x="86590" y="61728"/>
                  </a:lnTo>
                  <a:lnTo>
                    <a:pt x="85489" y="62637"/>
                  </a:lnTo>
                  <a:lnTo>
                    <a:pt x="84848" y="64265"/>
                  </a:lnTo>
                  <a:lnTo>
                    <a:pt x="83846" y="65461"/>
                  </a:lnTo>
                  <a:lnTo>
                    <a:pt x="82480" y="66222"/>
                  </a:lnTo>
                  <a:lnTo>
                    <a:pt x="81036" y="66745"/>
                  </a:lnTo>
                  <a:lnTo>
                    <a:pt x="79512" y="67030"/>
                  </a:lnTo>
                  <a:lnTo>
                    <a:pt x="77889" y="68429"/>
                  </a:lnTo>
                  <a:lnTo>
                    <a:pt x="76165" y="70940"/>
                  </a:lnTo>
                  <a:lnTo>
                    <a:pt x="75286" y="72520"/>
                  </a:lnTo>
                  <a:lnTo>
                    <a:pt x="75251" y="73170"/>
                  </a:lnTo>
                  <a:lnTo>
                    <a:pt x="74865" y="73733"/>
                  </a:lnTo>
                  <a:lnTo>
                    <a:pt x="74127" y="74208"/>
                  </a:lnTo>
                  <a:lnTo>
                    <a:pt x="73711" y="74779"/>
                  </a:lnTo>
                  <a:lnTo>
                    <a:pt x="73614" y="75446"/>
                  </a:lnTo>
                  <a:lnTo>
                    <a:pt x="73221" y="75765"/>
                  </a:lnTo>
                  <a:lnTo>
                    <a:pt x="72531" y="75738"/>
                  </a:lnTo>
                  <a:lnTo>
                    <a:pt x="72047" y="76225"/>
                  </a:lnTo>
                  <a:lnTo>
                    <a:pt x="71768" y="77229"/>
                  </a:lnTo>
                  <a:lnTo>
                    <a:pt x="71158" y="77839"/>
                  </a:lnTo>
                  <a:lnTo>
                    <a:pt x="70216" y="78052"/>
                  </a:lnTo>
                  <a:lnTo>
                    <a:pt x="69404" y="78618"/>
                  </a:lnTo>
                  <a:lnTo>
                    <a:pt x="68722" y="79536"/>
                  </a:lnTo>
                  <a:lnTo>
                    <a:pt x="68195" y="80002"/>
                  </a:lnTo>
                  <a:lnTo>
                    <a:pt x="67824" y="80016"/>
                  </a:lnTo>
                  <a:lnTo>
                    <a:pt x="67249" y="80762"/>
                  </a:lnTo>
                  <a:lnTo>
                    <a:pt x="66317" y="82529"/>
                  </a:lnTo>
                  <a:lnTo>
                    <a:pt x="66161" y="83350"/>
                  </a:lnTo>
                  <a:lnTo>
                    <a:pt x="64879" y="90008"/>
                  </a:lnTo>
                  <a:lnTo>
                    <a:pt x="64180" y="90794"/>
                  </a:lnTo>
                  <a:lnTo>
                    <a:pt x="62823" y="92166"/>
                  </a:lnTo>
                  <a:lnTo>
                    <a:pt x="61724" y="93808"/>
                  </a:lnTo>
                  <a:lnTo>
                    <a:pt x="61253" y="94777"/>
                  </a:lnTo>
                  <a:lnTo>
                    <a:pt x="60736" y="95207"/>
                  </a:lnTo>
                  <a:lnTo>
                    <a:pt x="58217" y="96015"/>
                  </a:lnTo>
                  <a:lnTo>
                    <a:pt x="57280" y="96447"/>
                  </a:lnTo>
                  <a:lnTo>
                    <a:pt x="56147" y="97075"/>
                  </a:lnTo>
                  <a:lnTo>
                    <a:pt x="55861" y="97640"/>
                  </a:lnTo>
                  <a:lnTo>
                    <a:pt x="55583" y="99694"/>
                  </a:lnTo>
                  <a:lnTo>
                    <a:pt x="54802" y="102640"/>
                  </a:lnTo>
                  <a:lnTo>
                    <a:pt x="54165" y="104814"/>
                  </a:lnTo>
                  <a:lnTo>
                    <a:pt x="53754" y="106705"/>
                  </a:lnTo>
                  <a:lnTo>
                    <a:pt x="53041" y="109053"/>
                  </a:lnTo>
                  <a:lnTo>
                    <a:pt x="52420" y="109842"/>
                  </a:lnTo>
                  <a:lnTo>
                    <a:pt x="51715" y="110562"/>
                  </a:lnTo>
                  <a:lnTo>
                    <a:pt x="50793" y="110918"/>
                  </a:lnTo>
                  <a:lnTo>
                    <a:pt x="49537" y="111145"/>
                  </a:lnTo>
                  <a:lnTo>
                    <a:pt x="48393" y="111079"/>
                  </a:lnTo>
                  <a:lnTo>
                    <a:pt x="47508" y="111114"/>
                  </a:lnTo>
                  <a:lnTo>
                    <a:pt x="46281" y="111943"/>
                  </a:lnTo>
                  <a:lnTo>
                    <a:pt x="45135" y="111998"/>
                  </a:lnTo>
                  <a:lnTo>
                    <a:pt x="43316" y="111520"/>
                  </a:lnTo>
                  <a:lnTo>
                    <a:pt x="41843" y="111055"/>
                  </a:lnTo>
                  <a:lnTo>
                    <a:pt x="41184" y="110959"/>
                  </a:lnTo>
                  <a:lnTo>
                    <a:pt x="39883" y="109425"/>
                  </a:lnTo>
                  <a:lnTo>
                    <a:pt x="39046" y="109452"/>
                  </a:lnTo>
                  <a:lnTo>
                    <a:pt x="37769" y="109330"/>
                  </a:lnTo>
                  <a:lnTo>
                    <a:pt x="37052" y="108978"/>
                  </a:lnTo>
                  <a:lnTo>
                    <a:pt x="36387" y="108194"/>
                  </a:lnTo>
                  <a:lnTo>
                    <a:pt x="34942" y="106650"/>
                  </a:lnTo>
                  <a:lnTo>
                    <a:pt x="33530" y="105401"/>
                  </a:lnTo>
                  <a:lnTo>
                    <a:pt x="32279" y="104662"/>
                  </a:lnTo>
                  <a:lnTo>
                    <a:pt x="31113" y="104316"/>
                  </a:lnTo>
                  <a:lnTo>
                    <a:pt x="30003" y="104624"/>
                  </a:lnTo>
                  <a:lnTo>
                    <a:pt x="29140" y="104953"/>
                  </a:lnTo>
                  <a:lnTo>
                    <a:pt x="28805" y="105118"/>
                  </a:lnTo>
                  <a:lnTo>
                    <a:pt x="28135" y="105762"/>
                  </a:lnTo>
                  <a:lnTo>
                    <a:pt x="27450" y="106984"/>
                  </a:lnTo>
                  <a:lnTo>
                    <a:pt x="26883" y="108898"/>
                  </a:lnTo>
                  <a:lnTo>
                    <a:pt x="26667" y="110069"/>
                  </a:lnTo>
                  <a:lnTo>
                    <a:pt x="26032" y="112555"/>
                  </a:lnTo>
                  <a:lnTo>
                    <a:pt x="25193" y="115538"/>
                  </a:lnTo>
                  <a:lnTo>
                    <a:pt x="24790" y="116396"/>
                  </a:lnTo>
                  <a:lnTo>
                    <a:pt x="24326" y="117034"/>
                  </a:lnTo>
                  <a:lnTo>
                    <a:pt x="23591" y="117600"/>
                  </a:lnTo>
                  <a:lnTo>
                    <a:pt x="21194" y="119969"/>
                  </a:lnTo>
                  <a:lnTo>
                    <a:pt x="19996" y="122637"/>
                  </a:lnTo>
                  <a:lnTo>
                    <a:pt x="19239" y="123414"/>
                  </a:lnTo>
                  <a:lnTo>
                    <a:pt x="18327" y="123777"/>
                  </a:lnTo>
                  <a:lnTo>
                    <a:pt x="17557" y="124006"/>
                  </a:lnTo>
                  <a:lnTo>
                    <a:pt x="17132" y="124449"/>
                  </a:lnTo>
                  <a:lnTo>
                    <a:pt x="16658" y="125799"/>
                  </a:lnTo>
                  <a:lnTo>
                    <a:pt x="16247" y="126274"/>
                  </a:lnTo>
                  <a:lnTo>
                    <a:pt x="15789" y="126459"/>
                  </a:lnTo>
                  <a:lnTo>
                    <a:pt x="14418" y="126299"/>
                  </a:lnTo>
                  <a:lnTo>
                    <a:pt x="13979" y="126161"/>
                  </a:lnTo>
                  <a:lnTo>
                    <a:pt x="10346" y="126425"/>
                  </a:lnTo>
                  <a:lnTo>
                    <a:pt x="9239" y="125998"/>
                  </a:lnTo>
                  <a:lnTo>
                    <a:pt x="8453" y="125826"/>
                  </a:lnTo>
                  <a:lnTo>
                    <a:pt x="7213" y="126384"/>
                  </a:lnTo>
                  <a:lnTo>
                    <a:pt x="6695" y="126017"/>
                  </a:lnTo>
                  <a:lnTo>
                    <a:pt x="6282" y="124897"/>
                  </a:lnTo>
                  <a:lnTo>
                    <a:pt x="6079" y="122647"/>
                  </a:lnTo>
                  <a:lnTo>
                    <a:pt x="6143" y="120736"/>
                  </a:lnTo>
                  <a:lnTo>
                    <a:pt x="6816" y="119289"/>
                  </a:lnTo>
                  <a:lnTo>
                    <a:pt x="7376" y="118230"/>
                  </a:lnTo>
                  <a:lnTo>
                    <a:pt x="7925" y="116846"/>
                  </a:lnTo>
                  <a:lnTo>
                    <a:pt x="7997" y="116227"/>
                  </a:lnTo>
                  <a:lnTo>
                    <a:pt x="7887" y="115669"/>
                  </a:lnTo>
                  <a:lnTo>
                    <a:pt x="7777" y="114531"/>
                  </a:lnTo>
                  <a:lnTo>
                    <a:pt x="7718" y="113368"/>
                  </a:lnTo>
                  <a:lnTo>
                    <a:pt x="6938" y="110824"/>
                  </a:lnTo>
                  <a:lnTo>
                    <a:pt x="5978" y="107449"/>
                  </a:lnTo>
                  <a:lnTo>
                    <a:pt x="4690" y="103684"/>
                  </a:lnTo>
                  <a:lnTo>
                    <a:pt x="4288" y="102649"/>
                  </a:lnTo>
                  <a:lnTo>
                    <a:pt x="3480" y="101014"/>
                  </a:lnTo>
                  <a:lnTo>
                    <a:pt x="485" y="97906"/>
                  </a:lnTo>
                  <a:lnTo>
                    <a:pt x="29" y="97483"/>
                  </a:lnTo>
                  <a:lnTo>
                    <a:pt x="29" y="97137"/>
                  </a:lnTo>
                  <a:lnTo>
                    <a:pt x="26" y="94122"/>
                  </a:lnTo>
                  <a:lnTo>
                    <a:pt x="24" y="90123"/>
                  </a:lnTo>
                  <a:lnTo>
                    <a:pt x="21" y="86125"/>
                  </a:lnTo>
                  <a:lnTo>
                    <a:pt x="18" y="82127"/>
                  </a:lnTo>
                  <a:lnTo>
                    <a:pt x="14" y="78129"/>
                  </a:lnTo>
                  <a:lnTo>
                    <a:pt x="11" y="74132"/>
                  </a:lnTo>
                  <a:lnTo>
                    <a:pt x="8" y="70134"/>
                  </a:lnTo>
                  <a:lnTo>
                    <a:pt x="5" y="66136"/>
                  </a:lnTo>
                  <a:lnTo>
                    <a:pt x="2" y="62137"/>
                  </a:lnTo>
                  <a:lnTo>
                    <a:pt x="0" y="58756"/>
                  </a:lnTo>
                  <a:lnTo>
                    <a:pt x="2157" y="58756"/>
                  </a:lnTo>
                  <a:lnTo>
                    <a:pt x="4826" y="58756"/>
                  </a:lnTo>
                  <a:lnTo>
                    <a:pt x="7998" y="58756"/>
                  </a:lnTo>
                  <a:lnTo>
                    <a:pt x="9400" y="58756"/>
                  </a:lnTo>
                  <a:lnTo>
                    <a:pt x="9481" y="58222"/>
                  </a:lnTo>
                  <a:lnTo>
                    <a:pt x="9479" y="55742"/>
                  </a:lnTo>
                  <a:lnTo>
                    <a:pt x="9473" y="50051"/>
                  </a:lnTo>
                  <a:lnTo>
                    <a:pt x="9468" y="44362"/>
                  </a:lnTo>
                  <a:lnTo>
                    <a:pt x="9461" y="38672"/>
                  </a:lnTo>
                  <a:lnTo>
                    <a:pt x="9456" y="32983"/>
                  </a:lnTo>
                  <a:lnTo>
                    <a:pt x="9449" y="27292"/>
                  </a:lnTo>
                  <a:lnTo>
                    <a:pt x="9444" y="21602"/>
                  </a:lnTo>
                  <a:lnTo>
                    <a:pt x="9438" y="15913"/>
                  </a:lnTo>
                  <a:lnTo>
                    <a:pt x="9432" y="10222"/>
                  </a:lnTo>
                  <a:lnTo>
                    <a:pt x="9430" y="7409"/>
                  </a:lnTo>
                  <a:lnTo>
                    <a:pt x="11874" y="7242"/>
                  </a:lnTo>
                  <a:lnTo>
                    <a:pt x="14686" y="6667"/>
                  </a:lnTo>
                  <a:lnTo>
                    <a:pt x="19244" y="5733"/>
                  </a:lnTo>
                  <a:lnTo>
                    <a:pt x="23488" y="4576"/>
                  </a:lnTo>
                  <a:lnTo>
                    <a:pt x="26257" y="3899"/>
                  </a:lnTo>
                  <a:lnTo>
                    <a:pt x="29541" y="3096"/>
                  </a:lnTo>
                  <a:lnTo>
                    <a:pt x="30671" y="2958"/>
                  </a:lnTo>
                  <a:lnTo>
                    <a:pt x="30976" y="3067"/>
                  </a:lnTo>
                  <a:lnTo>
                    <a:pt x="31422" y="3343"/>
                  </a:lnTo>
                  <a:lnTo>
                    <a:pt x="32946" y="6185"/>
                  </a:lnTo>
                  <a:lnTo>
                    <a:pt x="33896" y="8352"/>
                  </a:lnTo>
                  <a:lnTo>
                    <a:pt x="34089" y="9279"/>
                  </a:lnTo>
                  <a:lnTo>
                    <a:pt x="34270" y="9378"/>
                  </a:lnTo>
                  <a:lnTo>
                    <a:pt x="34719" y="9230"/>
                  </a:lnTo>
                  <a:lnTo>
                    <a:pt x="35223" y="8880"/>
                  </a:lnTo>
                  <a:lnTo>
                    <a:pt x="36773" y="6721"/>
                  </a:lnTo>
                  <a:lnTo>
                    <a:pt x="37095" y="6159"/>
                  </a:lnTo>
                  <a:lnTo>
                    <a:pt x="38082" y="5111"/>
                  </a:lnTo>
                  <a:lnTo>
                    <a:pt x="39280" y="4044"/>
                  </a:lnTo>
                  <a:lnTo>
                    <a:pt x="40365" y="3289"/>
                  </a:lnTo>
                  <a:lnTo>
                    <a:pt x="41453" y="2658"/>
                  </a:lnTo>
                  <a:lnTo>
                    <a:pt x="41957" y="2815"/>
                  </a:lnTo>
                  <a:lnTo>
                    <a:pt x="42550" y="3360"/>
                  </a:lnTo>
                  <a:lnTo>
                    <a:pt x="43077" y="3698"/>
                  </a:lnTo>
                  <a:lnTo>
                    <a:pt x="45552" y="1074"/>
                  </a:lnTo>
                  <a:lnTo>
                    <a:pt x="46658" y="471"/>
                  </a:lnTo>
                  <a:lnTo>
                    <a:pt x="49562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159097" y="2265178"/>
              <a:ext cx="122727" cy="121711"/>
            </a:xfrm>
            <a:custGeom>
              <a:avLst/>
              <a:pathLst>
                <a:path w="122727" h="121711">
                  <a:moveTo>
                    <a:pt x="79744" y="1067"/>
                  </a:moveTo>
                  <a:lnTo>
                    <a:pt x="80413" y="2802"/>
                  </a:lnTo>
                  <a:lnTo>
                    <a:pt x="80730" y="3409"/>
                  </a:lnTo>
                  <a:lnTo>
                    <a:pt x="83488" y="7509"/>
                  </a:lnTo>
                  <a:lnTo>
                    <a:pt x="84022" y="8484"/>
                  </a:lnTo>
                  <a:lnTo>
                    <a:pt x="85388" y="11464"/>
                  </a:lnTo>
                  <a:lnTo>
                    <a:pt x="86224" y="13475"/>
                  </a:lnTo>
                  <a:lnTo>
                    <a:pt x="87182" y="16365"/>
                  </a:lnTo>
                  <a:lnTo>
                    <a:pt x="87276" y="17935"/>
                  </a:lnTo>
                  <a:lnTo>
                    <a:pt x="87149" y="19280"/>
                  </a:lnTo>
                  <a:lnTo>
                    <a:pt x="86959" y="23092"/>
                  </a:lnTo>
                  <a:lnTo>
                    <a:pt x="86707" y="24190"/>
                  </a:lnTo>
                  <a:lnTo>
                    <a:pt x="85498" y="26242"/>
                  </a:lnTo>
                  <a:lnTo>
                    <a:pt x="85446" y="27167"/>
                  </a:lnTo>
                  <a:lnTo>
                    <a:pt x="85695" y="27936"/>
                  </a:lnTo>
                  <a:lnTo>
                    <a:pt x="86063" y="28253"/>
                  </a:lnTo>
                  <a:lnTo>
                    <a:pt x="86289" y="28635"/>
                  </a:lnTo>
                  <a:lnTo>
                    <a:pt x="86151" y="30412"/>
                  </a:lnTo>
                  <a:lnTo>
                    <a:pt x="86585" y="31109"/>
                  </a:lnTo>
                  <a:lnTo>
                    <a:pt x="87494" y="31574"/>
                  </a:lnTo>
                  <a:lnTo>
                    <a:pt x="89790" y="31892"/>
                  </a:lnTo>
                  <a:lnTo>
                    <a:pt x="90984" y="32148"/>
                  </a:lnTo>
                  <a:lnTo>
                    <a:pt x="91923" y="32507"/>
                  </a:lnTo>
                  <a:lnTo>
                    <a:pt x="92372" y="32678"/>
                  </a:lnTo>
                  <a:lnTo>
                    <a:pt x="92618" y="33307"/>
                  </a:lnTo>
                  <a:lnTo>
                    <a:pt x="92231" y="35359"/>
                  </a:lnTo>
                  <a:lnTo>
                    <a:pt x="92500" y="36642"/>
                  </a:lnTo>
                  <a:lnTo>
                    <a:pt x="93285" y="37726"/>
                  </a:lnTo>
                  <a:lnTo>
                    <a:pt x="94081" y="38186"/>
                  </a:lnTo>
                  <a:lnTo>
                    <a:pt x="94843" y="38451"/>
                  </a:lnTo>
                  <a:lnTo>
                    <a:pt x="97498" y="39119"/>
                  </a:lnTo>
                  <a:lnTo>
                    <a:pt x="98602" y="39872"/>
                  </a:lnTo>
                  <a:lnTo>
                    <a:pt x="100058" y="42281"/>
                  </a:lnTo>
                  <a:lnTo>
                    <a:pt x="101885" y="44470"/>
                  </a:lnTo>
                  <a:lnTo>
                    <a:pt x="102330" y="45632"/>
                  </a:lnTo>
                  <a:lnTo>
                    <a:pt x="102247" y="46687"/>
                  </a:lnTo>
                  <a:lnTo>
                    <a:pt x="101705" y="47966"/>
                  </a:lnTo>
                  <a:lnTo>
                    <a:pt x="101788" y="48495"/>
                  </a:lnTo>
                  <a:lnTo>
                    <a:pt x="102628" y="49776"/>
                  </a:lnTo>
                  <a:lnTo>
                    <a:pt x="103591" y="51088"/>
                  </a:lnTo>
                  <a:lnTo>
                    <a:pt x="105350" y="52549"/>
                  </a:lnTo>
                  <a:lnTo>
                    <a:pt x="108400" y="54833"/>
                  </a:lnTo>
                  <a:lnTo>
                    <a:pt x="109796" y="56363"/>
                  </a:lnTo>
                  <a:lnTo>
                    <a:pt x="110272" y="57522"/>
                  </a:lnTo>
                  <a:lnTo>
                    <a:pt x="111052" y="58783"/>
                  </a:lnTo>
                  <a:lnTo>
                    <a:pt x="112142" y="59937"/>
                  </a:lnTo>
                  <a:lnTo>
                    <a:pt x="112873" y="60825"/>
                  </a:lnTo>
                  <a:lnTo>
                    <a:pt x="112370" y="63336"/>
                  </a:lnTo>
                  <a:lnTo>
                    <a:pt x="112521" y="64160"/>
                  </a:lnTo>
                  <a:lnTo>
                    <a:pt x="112793" y="64876"/>
                  </a:lnTo>
                  <a:lnTo>
                    <a:pt x="113428" y="65862"/>
                  </a:lnTo>
                  <a:lnTo>
                    <a:pt x="113683" y="67134"/>
                  </a:lnTo>
                  <a:lnTo>
                    <a:pt x="114315" y="68721"/>
                  </a:lnTo>
                  <a:lnTo>
                    <a:pt x="115067" y="69442"/>
                  </a:lnTo>
                  <a:lnTo>
                    <a:pt x="116322" y="69711"/>
                  </a:lnTo>
                  <a:lnTo>
                    <a:pt x="116986" y="70446"/>
                  </a:lnTo>
                  <a:lnTo>
                    <a:pt x="118365" y="71710"/>
                  </a:lnTo>
                  <a:lnTo>
                    <a:pt x="119700" y="72799"/>
                  </a:lnTo>
                  <a:lnTo>
                    <a:pt x="120273" y="73551"/>
                  </a:lnTo>
                  <a:lnTo>
                    <a:pt x="120626" y="74217"/>
                  </a:lnTo>
                  <a:lnTo>
                    <a:pt x="120930" y="75003"/>
                  </a:lnTo>
                  <a:lnTo>
                    <a:pt x="121078" y="75789"/>
                  </a:lnTo>
                  <a:lnTo>
                    <a:pt x="121111" y="77486"/>
                  </a:lnTo>
                  <a:lnTo>
                    <a:pt x="121340" y="79594"/>
                  </a:lnTo>
                  <a:lnTo>
                    <a:pt x="122056" y="81035"/>
                  </a:lnTo>
                  <a:lnTo>
                    <a:pt x="122727" y="82111"/>
                  </a:lnTo>
                  <a:lnTo>
                    <a:pt x="119998" y="80875"/>
                  </a:lnTo>
                  <a:lnTo>
                    <a:pt x="119591" y="80848"/>
                  </a:lnTo>
                  <a:lnTo>
                    <a:pt x="119106" y="81063"/>
                  </a:lnTo>
                  <a:lnTo>
                    <a:pt x="117682" y="82579"/>
                  </a:lnTo>
                  <a:lnTo>
                    <a:pt x="117228" y="82764"/>
                  </a:lnTo>
                  <a:lnTo>
                    <a:pt x="116712" y="82631"/>
                  </a:lnTo>
                  <a:lnTo>
                    <a:pt x="115435" y="82446"/>
                  </a:lnTo>
                  <a:lnTo>
                    <a:pt x="111092" y="81247"/>
                  </a:lnTo>
                  <a:lnTo>
                    <a:pt x="107746" y="80096"/>
                  </a:lnTo>
                  <a:lnTo>
                    <a:pt x="106743" y="79677"/>
                  </a:lnTo>
                  <a:lnTo>
                    <a:pt x="104957" y="79281"/>
                  </a:lnTo>
                  <a:lnTo>
                    <a:pt x="103775" y="80065"/>
                  </a:lnTo>
                  <a:lnTo>
                    <a:pt x="102668" y="82760"/>
                  </a:lnTo>
                  <a:lnTo>
                    <a:pt x="102348" y="83292"/>
                  </a:lnTo>
                  <a:lnTo>
                    <a:pt x="100606" y="84089"/>
                  </a:lnTo>
                  <a:lnTo>
                    <a:pt x="99785" y="83872"/>
                  </a:lnTo>
                  <a:lnTo>
                    <a:pt x="97771" y="84610"/>
                  </a:lnTo>
                  <a:lnTo>
                    <a:pt x="94664" y="83495"/>
                  </a:lnTo>
                  <a:lnTo>
                    <a:pt x="93554" y="83716"/>
                  </a:lnTo>
                  <a:lnTo>
                    <a:pt x="92683" y="84278"/>
                  </a:lnTo>
                  <a:lnTo>
                    <a:pt x="90450" y="85500"/>
                  </a:lnTo>
                  <a:lnTo>
                    <a:pt x="89095" y="86196"/>
                  </a:lnTo>
                  <a:lnTo>
                    <a:pt x="87518" y="86831"/>
                  </a:lnTo>
                  <a:lnTo>
                    <a:pt x="86022" y="87801"/>
                  </a:lnTo>
                  <a:lnTo>
                    <a:pt x="85015" y="88333"/>
                  </a:lnTo>
                  <a:lnTo>
                    <a:pt x="84028" y="88327"/>
                  </a:lnTo>
                  <a:lnTo>
                    <a:pt x="83138" y="87777"/>
                  </a:lnTo>
                  <a:lnTo>
                    <a:pt x="82164" y="87304"/>
                  </a:lnTo>
                  <a:lnTo>
                    <a:pt x="81000" y="87207"/>
                  </a:lnTo>
                  <a:lnTo>
                    <a:pt x="79786" y="87486"/>
                  </a:lnTo>
                  <a:lnTo>
                    <a:pt x="78757" y="88562"/>
                  </a:lnTo>
                  <a:lnTo>
                    <a:pt x="78340" y="89329"/>
                  </a:lnTo>
                  <a:lnTo>
                    <a:pt x="77446" y="91368"/>
                  </a:lnTo>
                  <a:lnTo>
                    <a:pt x="76391" y="94686"/>
                  </a:lnTo>
                  <a:lnTo>
                    <a:pt x="75861" y="95419"/>
                  </a:lnTo>
                  <a:lnTo>
                    <a:pt x="75601" y="95700"/>
                  </a:lnTo>
                  <a:lnTo>
                    <a:pt x="70738" y="94041"/>
                  </a:lnTo>
                  <a:lnTo>
                    <a:pt x="68646" y="93657"/>
                  </a:lnTo>
                  <a:lnTo>
                    <a:pt x="67232" y="94167"/>
                  </a:lnTo>
                  <a:lnTo>
                    <a:pt x="65459" y="93239"/>
                  </a:lnTo>
                  <a:lnTo>
                    <a:pt x="64685" y="93076"/>
                  </a:lnTo>
                  <a:lnTo>
                    <a:pt x="64320" y="93367"/>
                  </a:lnTo>
                  <a:lnTo>
                    <a:pt x="63334" y="92949"/>
                  </a:lnTo>
                  <a:lnTo>
                    <a:pt x="61728" y="91820"/>
                  </a:lnTo>
                  <a:lnTo>
                    <a:pt x="60187" y="91343"/>
                  </a:lnTo>
                  <a:lnTo>
                    <a:pt x="58811" y="91506"/>
                  </a:lnTo>
                  <a:lnTo>
                    <a:pt x="57965" y="91129"/>
                  </a:lnTo>
                  <a:lnTo>
                    <a:pt x="57288" y="90029"/>
                  </a:lnTo>
                  <a:lnTo>
                    <a:pt x="56409" y="88011"/>
                  </a:lnTo>
                  <a:lnTo>
                    <a:pt x="54827" y="86011"/>
                  </a:lnTo>
                  <a:lnTo>
                    <a:pt x="52707" y="84405"/>
                  </a:lnTo>
                  <a:lnTo>
                    <a:pt x="51384" y="83198"/>
                  </a:lnTo>
                  <a:lnTo>
                    <a:pt x="50855" y="82389"/>
                  </a:lnTo>
                  <a:lnTo>
                    <a:pt x="49715" y="81941"/>
                  </a:lnTo>
                  <a:lnTo>
                    <a:pt x="47964" y="81856"/>
                  </a:lnTo>
                  <a:lnTo>
                    <a:pt x="46284" y="82647"/>
                  </a:lnTo>
                  <a:lnTo>
                    <a:pt x="43873" y="85149"/>
                  </a:lnTo>
                  <a:lnTo>
                    <a:pt x="41633" y="90281"/>
                  </a:lnTo>
                  <a:lnTo>
                    <a:pt x="40385" y="92246"/>
                  </a:lnTo>
                  <a:lnTo>
                    <a:pt x="39385" y="92753"/>
                  </a:lnTo>
                  <a:lnTo>
                    <a:pt x="39132" y="93990"/>
                  </a:lnTo>
                  <a:lnTo>
                    <a:pt x="39629" y="95956"/>
                  </a:lnTo>
                  <a:lnTo>
                    <a:pt x="39759" y="98220"/>
                  </a:lnTo>
                  <a:lnTo>
                    <a:pt x="39409" y="102064"/>
                  </a:lnTo>
                  <a:lnTo>
                    <a:pt x="39538" y="104857"/>
                  </a:lnTo>
                  <a:lnTo>
                    <a:pt x="39003" y="104414"/>
                  </a:lnTo>
                  <a:lnTo>
                    <a:pt x="38492" y="103104"/>
                  </a:lnTo>
                  <a:lnTo>
                    <a:pt x="38252" y="102841"/>
                  </a:lnTo>
                  <a:lnTo>
                    <a:pt x="36774" y="103429"/>
                  </a:lnTo>
                  <a:lnTo>
                    <a:pt x="36007" y="103961"/>
                  </a:lnTo>
                  <a:lnTo>
                    <a:pt x="35599" y="104481"/>
                  </a:lnTo>
                  <a:lnTo>
                    <a:pt x="35286" y="104559"/>
                  </a:lnTo>
                  <a:lnTo>
                    <a:pt x="34817" y="103844"/>
                  </a:lnTo>
                  <a:lnTo>
                    <a:pt x="34447" y="103715"/>
                  </a:lnTo>
                  <a:lnTo>
                    <a:pt x="33865" y="103847"/>
                  </a:lnTo>
                  <a:lnTo>
                    <a:pt x="33271" y="103834"/>
                  </a:lnTo>
                  <a:lnTo>
                    <a:pt x="32885" y="103742"/>
                  </a:lnTo>
                  <a:lnTo>
                    <a:pt x="32632" y="103805"/>
                  </a:lnTo>
                  <a:lnTo>
                    <a:pt x="31934" y="103382"/>
                  </a:lnTo>
                  <a:lnTo>
                    <a:pt x="29390" y="102302"/>
                  </a:lnTo>
                  <a:lnTo>
                    <a:pt x="28954" y="101944"/>
                  </a:lnTo>
                  <a:lnTo>
                    <a:pt x="28447" y="101981"/>
                  </a:lnTo>
                  <a:lnTo>
                    <a:pt x="27126" y="102922"/>
                  </a:lnTo>
                  <a:lnTo>
                    <a:pt x="26429" y="103183"/>
                  </a:lnTo>
                  <a:lnTo>
                    <a:pt x="24327" y="103765"/>
                  </a:lnTo>
                  <a:lnTo>
                    <a:pt x="22073" y="104050"/>
                  </a:lnTo>
                  <a:lnTo>
                    <a:pt x="21212" y="104065"/>
                  </a:lnTo>
                  <a:lnTo>
                    <a:pt x="20620" y="104481"/>
                  </a:lnTo>
                  <a:lnTo>
                    <a:pt x="20239" y="105071"/>
                  </a:lnTo>
                  <a:lnTo>
                    <a:pt x="19980" y="106376"/>
                  </a:lnTo>
                  <a:lnTo>
                    <a:pt x="19537" y="108617"/>
                  </a:lnTo>
                  <a:lnTo>
                    <a:pt x="19353" y="109227"/>
                  </a:lnTo>
                  <a:lnTo>
                    <a:pt x="19384" y="110122"/>
                  </a:lnTo>
                  <a:lnTo>
                    <a:pt x="19253" y="111625"/>
                  </a:lnTo>
                  <a:lnTo>
                    <a:pt x="19190" y="112973"/>
                  </a:lnTo>
                  <a:lnTo>
                    <a:pt x="19275" y="113877"/>
                  </a:lnTo>
                  <a:lnTo>
                    <a:pt x="18638" y="115700"/>
                  </a:lnTo>
                  <a:lnTo>
                    <a:pt x="17866" y="117907"/>
                  </a:lnTo>
                  <a:lnTo>
                    <a:pt x="17224" y="119804"/>
                  </a:lnTo>
                  <a:lnTo>
                    <a:pt x="16577" y="121711"/>
                  </a:lnTo>
                  <a:lnTo>
                    <a:pt x="16130" y="120404"/>
                  </a:lnTo>
                  <a:lnTo>
                    <a:pt x="15852" y="118874"/>
                  </a:lnTo>
                  <a:lnTo>
                    <a:pt x="15746" y="117120"/>
                  </a:lnTo>
                  <a:lnTo>
                    <a:pt x="15806" y="116654"/>
                  </a:lnTo>
                  <a:lnTo>
                    <a:pt x="15619" y="116019"/>
                  </a:lnTo>
                  <a:lnTo>
                    <a:pt x="15403" y="114696"/>
                  </a:lnTo>
                  <a:lnTo>
                    <a:pt x="15622" y="113774"/>
                  </a:lnTo>
                  <a:lnTo>
                    <a:pt x="15443" y="112805"/>
                  </a:lnTo>
                  <a:lnTo>
                    <a:pt x="14920" y="111856"/>
                  </a:lnTo>
                  <a:lnTo>
                    <a:pt x="14445" y="111130"/>
                  </a:lnTo>
                  <a:lnTo>
                    <a:pt x="14168" y="110473"/>
                  </a:lnTo>
                  <a:lnTo>
                    <a:pt x="13942" y="110193"/>
                  </a:lnTo>
                  <a:lnTo>
                    <a:pt x="13416" y="110092"/>
                  </a:lnTo>
                  <a:lnTo>
                    <a:pt x="12713" y="109756"/>
                  </a:lnTo>
                  <a:lnTo>
                    <a:pt x="11782" y="108326"/>
                  </a:lnTo>
                  <a:lnTo>
                    <a:pt x="10877" y="106937"/>
                  </a:lnTo>
                  <a:lnTo>
                    <a:pt x="9718" y="105158"/>
                  </a:lnTo>
                  <a:lnTo>
                    <a:pt x="8789" y="103620"/>
                  </a:lnTo>
                  <a:lnTo>
                    <a:pt x="7650" y="101737"/>
                  </a:lnTo>
                  <a:lnTo>
                    <a:pt x="6599" y="99997"/>
                  </a:lnTo>
                  <a:lnTo>
                    <a:pt x="5969" y="98318"/>
                  </a:lnTo>
                  <a:lnTo>
                    <a:pt x="5711" y="97354"/>
                  </a:lnTo>
                  <a:lnTo>
                    <a:pt x="6019" y="97262"/>
                  </a:lnTo>
                  <a:lnTo>
                    <a:pt x="6473" y="97241"/>
                  </a:lnTo>
                  <a:lnTo>
                    <a:pt x="6666" y="97067"/>
                  </a:lnTo>
                  <a:lnTo>
                    <a:pt x="6677" y="96618"/>
                  </a:lnTo>
                  <a:lnTo>
                    <a:pt x="6209" y="95295"/>
                  </a:lnTo>
                  <a:lnTo>
                    <a:pt x="5983" y="93609"/>
                  </a:lnTo>
                  <a:lnTo>
                    <a:pt x="5597" y="92581"/>
                  </a:lnTo>
                  <a:lnTo>
                    <a:pt x="4374" y="91001"/>
                  </a:lnTo>
                  <a:lnTo>
                    <a:pt x="3209" y="89798"/>
                  </a:lnTo>
                  <a:lnTo>
                    <a:pt x="2839" y="89180"/>
                  </a:lnTo>
                  <a:lnTo>
                    <a:pt x="2628" y="88299"/>
                  </a:lnTo>
                  <a:lnTo>
                    <a:pt x="2181" y="82720"/>
                  </a:lnTo>
                  <a:lnTo>
                    <a:pt x="1981" y="81137"/>
                  </a:lnTo>
                  <a:lnTo>
                    <a:pt x="1614" y="80443"/>
                  </a:lnTo>
                  <a:lnTo>
                    <a:pt x="1347" y="80124"/>
                  </a:lnTo>
                  <a:lnTo>
                    <a:pt x="1247" y="79730"/>
                  </a:lnTo>
                  <a:lnTo>
                    <a:pt x="1295" y="78738"/>
                  </a:lnTo>
                  <a:lnTo>
                    <a:pt x="1449" y="77849"/>
                  </a:lnTo>
                  <a:lnTo>
                    <a:pt x="1442" y="77502"/>
                  </a:lnTo>
                  <a:lnTo>
                    <a:pt x="1757" y="76723"/>
                  </a:lnTo>
                  <a:lnTo>
                    <a:pt x="1757" y="71568"/>
                  </a:lnTo>
                  <a:lnTo>
                    <a:pt x="1586" y="71305"/>
                  </a:lnTo>
                  <a:lnTo>
                    <a:pt x="1382" y="70858"/>
                  </a:lnTo>
                  <a:lnTo>
                    <a:pt x="1053" y="70892"/>
                  </a:lnTo>
                  <a:lnTo>
                    <a:pt x="680" y="70846"/>
                  </a:lnTo>
                  <a:lnTo>
                    <a:pt x="309" y="70095"/>
                  </a:lnTo>
                  <a:lnTo>
                    <a:pt x="0" y="69146"/>
                  </a:lnTo>
                  <a:lnTo>
                    <a:pt x="90" y="68477"/>
                  </a:lnTo>
                  <a:lnTo>
                    <a:pt x="414" y="67918"/>
                  </a:lnTo>
                  <a:lnTo>
                    <a:pt x="765" y="67428"/>
                  </a:lnTo>
                  <a:lnTo>
                    <a:pt x="1213" y="67019"/>
                  </a:lnTo>
                  <a:lnTo>
                    <a:pt x="2538" y="66196"/>
                  </a:lnTo>
                  <a:lnTo>
                    <a:pt x="2914" y="65784"/>
                  </a:lnTo>
                  <a:lnTo>
                    <a:pt x="3149" y="65274"/>
                  </a:lnTo>
                  <a:lnTo>
                    <a:pt x="3303" y="64585"/>
                  </a:lnTo>
                  <a:lnTo>
                    <a:pt x="4075" y="61935"/>
                  </a:lnTo>
                  <a:lnTo>
                    <a:pt x="5218" y="59291"/>
                  </a:lnTo>
                  <a:lnTo>
                    <a:pt x="5708" y="58745"/>
                  </a:lnTo>
                  <a:lnTo>
                    <a:pt x="6198" y="56995"/>
                  </a:lnTo>
                  <a:lnTo>
                    <a:pt x="6868" y="54852"/>
                  </a:lnTo>
                  <a:lnTo>
                    <a:pt x="7139" y="53857"/>
                  </a:lnTo>
                  <a:lnTo>
                    <a:pt x="7337" y="52863"/>
                  </a:lnTo>
                  <a:lnTo>
                    <a:pt x="7708" y="52062"/>
                  </a:lnTo>
                  <a:lnTo>
                    <a:pt x="8968" y="50743"/>
                  </a:lnTo>
                  <a:lnTo>
                    <a:pt x="9923" y="48433"/>
                  </a:lnTo>
                  <a:lnTo>
                    <a:pt x="10956" y="48555"/>
                  </a:lnTo>
                  <a:lnTo>
                    <a:pt x="12016" y="48926"/>
                  </a:lnTo>
                  <a:lnTo>
                    <a:pt x="13376" y="49109"/>
                  </a:lnTo>
                  <a:lnTo>
                    <a:pt x="14441" y="48659"/>
                  </a:lnTo>
                  <a:lnTo>
                    <a:pt x="15132" y="47759"/>
                  </a:lnTo>
                  <a:lnTo>
                    <a:pt x="16650" y="47043"/>
                  </a:lnTo>
                  <a:lnTo>
                    <a:pt x="18427" y="46205"/>
                  </a:lnTo>
                  <a:lnTo>
                    <a:pt x="18668" y="44966"/>
                  </a:lnTo>
                  <a:lnTo>
                    <a:pt x="19188" y="44315"/>
                  </a:lnTo>
                  <a:lnTo>
                    <a:pt x="19792" y="43744"/>
                  </a:lnTo>
                  <a:lnTo>
                    <a:pt x="20001" y="43667"/>
                  </a:lnTo>
                  <a:lnTo>
                    <a:pt x="20047" y="44080"/>
                  </a:lnTo>
                  <a:lnTo>
                    <a:pt x="20414" y="45370"/>
                  </a:lnTo>
                  <a:lnTo>
                    <a:pt x="21165" y="46648"/>
                  </a:lnTo>
                  <a:lnTo>
                    <a:pt x="22267" y="48054"/>
                  </a:lnTo>
                  <a:lnTo>
                    <a:pt x="22583" y="47965"/>
                  </a:lnTo>
                  <a:lnTo>
                    <a:pt x="23265" y="46900"/>
                  </a:lnTo>
                  <a:lnTo>
                    <a:pt x="24984" y="46243"/>
                  </a:lnTo>
                  <a:lnTo>
                    <a:pt x="25419" y="45948"/>
                  </a:lnTo>
                  <a:lnTo>
                    <a:pt x="26639" y="44399"/>
                  </a:lnTo>
                  <a:lnTo>
                    <a:pt x="28108" y="43401"/>
                  </a:lnTo>
                  <a:lnTo>
                    <a:pt x="28432" y="43312"/>
                  </a:lnTo>
                  <a:lnTo>
                    <a:pt x="28964" y="43049"/>
                  </a:lnTo>
                  <a:lnTo>
                    <a:pt x="30447" y="42020"/>
                  </a:lnTo>
                  <a:lnTo>
                    <a:pt x="31501" y="42156"/>
                  </a:lnTo>
                  <a:lnTo>
                    <a:pt x="33197" y="41994"/>
                  </a:lnTo>
                  <a:lnTo>
                    <a:pt x="36024" y="41507"/>
                  </a:lnTo>
                  <a:lnTo>
                    <a:pt x="38069" y="41344"/>
                  </a:lnTo>
                  <a:lnTo>
                    <a:pt x="39101" y="41151"/>
                  </a:lnTo>
                  <a:lnTo>
                    <a:pt x="39361" y="40943"/>
                  </a:lnTo>
                  <a:lnTo>
                    <a:pt x="39758" y="39451"/>
                  </a:lnTo>
                  <a:lnTo>
                    <a:pt x="40067" y="39033"/>
                  </a:lnTo>
                  <a:lnTo>
                    <a:pt x="40835" y="38390"/>
                  </a:lnTo>
                  <a:lnTo>
                    <a:pt x="42339" y="36141"/>
                  </a:lnTo>
                  <a:lnTo>
                    <a:pt x="43327" y="34242"/>
                  </a:lnTo>
                  <a:lnTo>
                    <a:pt x="43625" y="33557"/>
                  </a:lnTo>
                  <a:lnTo>
                    <a:pt x="43829" y="33438"/>
                  </a:lnTo>
                  <a:lnTo>
                    <a:pt x="44253" y="32639"/>
                  </a:lnTo>
                  <a:lnTo>
                    <a:pt x="43831" y="31812"/>
                  </a:lnTo>
                  <a:lnTo>
                    <a:pt x="42146" y="30130"/>
                  </a:lnTo>
                  <a:lnTo>
                    <a:pt x="42170" y="29900"/>
                  </a:lnTo>
                  <a:lnTo>
                    <a:pt x="42073" y="29611"/>
                  </a:lnTo>
                  <a:lnTo>
                    <a:pt x="42168" y="29381"/>
                  </a:lnTo>
                  <a:lnTo>
                    <a:pt x="42811" y="28695"/>
                  </a:lnTo>
                  <a:lnTo>
                    <a:pt x="43677" y="27912"/>
                  </a:lnTo>
                  <a:lnTo>
                    <a:pt x="44601" y="27620"/>
                  </a:lnTo>
                  <a:lnTo>
                    <a:pt x="47012" y="27681"/>
                  </a:lnTo>
                  <a:lnTo>
                    <a:pt x="49066" y="27514"/>
                  </a:lnTo>
                  <a:lnTo>
                    <a:pt x="49548" y="27551"/>
                  </a:lnTo>
                  <a:lnTo>
                    <a:pt x="51150" y="27154"/>
                  </a:lnTo>
                  <a:lnTo>
                    <a:pt x="52246" y="26795"/>
                  </a:lnTo>
                  <a:lnTo>
                    <a:pt x="53373" y="25985"/>
                  </a:lnTo>
                  <a:lnTo>
                    <a:pt x="55922" y="26070"/>
                  </a:lnTo>
                  <a:lnTo>
                    <a:pt x="58049" y="24008"/>
                  </a:lnTo>
                  <a:lnTo>
                    <a:pt x="58659" y="23639"/>
                  </a:lnTo>
                  <a:lnTo>
                    <a:pt x="58926" y="23317"/>
                  </a:lnTo>
                  <a:lnTo>
                    <a:pt x="59007" y="23001"/>
                  </a:lnTo>
                  <a:lnTo>
                    <a:pt x="60001" y="22185"/>
                  </a:lnTo>
                  <a:lnTo>
                    <a:pt x="61115" y="20490"/>
                  </a:lnTo>
                  <a:lnTo>
                    <a:pt x="61996" y="18968"/>
                  </a:lnTo>
                  <a:lnTo>
                    <a:pt x="62236" y="17895"/>
                  </a:lnTo>
                  <a:lnTo>
                    <a:pt x="64642" y="14249"/>
                  </a:lnTo>
                  <a:lnTo>
                    <a:pt x="65480" y="14325"/>
                  </a:lnTo>
                  <a:lnTo>
                    <a:pt x="65893" y="13876"/>
                  </a:lnTo>
                  <a:lnTo>
                    <a:pt x="66847" y="11445"/>
                  </a:lnTo>
                  <a:lnTo>
                    <a:pt x="67142" y="10996"/>
                  </a:lnTo>
                  <a:lnTo>
                    <a:pt x="67593" y="10847"/>
                  </a:lnTo>
                  <a:lnTo>
                    <a:pt x="68132" y="10571"/>
                  </a:lnTo>
                  <a:lnTo>
                    <a:pt x="68605" y="9852"/>
                  </a:lnTo>
                  <a:lnTo>
                    <a:pt x="69013" y="8782"/>
                  </a:lnTo>
                  <a:lnTo>
                    <a:pt x="69016" y="7456"/>
                  </a:lnTo>
                  <a:lnTo>
                    <a:pt x="68831" y="6392"/>
                  </a:lnTo>
                  <a:lnTo>
                    <a:pt x="68831" y="5878"/>
                  </a:lnTo>
                  <a:lnTo>
                    <a:pt x="69059" y="5405"/>
                  </a:lnTo>
                  <a:lnTo>
                    <a:pt x="69445" y="4929"/>
                  </a:lnTo>
                  <a:lnTo>
                    <a:pt x="71274" y="3620"/>
                  </a:lnTo>
                  <a:lnTo>
                    <a:pt x="71737" y="2987"/>
                  </a:lnTo>
                  <a:lnTo>
                    <a:pt x="72015" y="2420"/>
                  </a:lnTo>
                  <a:lnTo>
                    <a:pt x="72526" y="2317"/>
                  </a:lnTo>
                  <a:lnTo>
                    <a:pt x="73085" y="2373"/>
                  </a:lnTo>
                  <a:lnTo>
                    <a:pt x="73439" y="2020"/>
                  </a:lnTo>
                  <a:lnTo>
                    <a:pt x="73839" y="1424"/>
                  </a:lnTo>
                  <a:lnTo>
                    <a:pt x="75106" y="623"/>
                  </a:lnTo>
                  <a:lnTo>
                    <a:pt x="76279" y="0"/>
                  </a:lnTo>
                  <a:lnTo>
                    <a:pt x="77511" y="263"/>
                  </a:lnTo>
                  <a:lnTo>
                    <a:pt x="78515" y="588"/>
                  </a:lnTo>
                  <a:lnTo>
                    <a:pt x="79340" y="96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453807" y="1804806"/>
              <a:ext cx="3692" cy="1379"/>
            </a:xfrm>
            <a:custGeom>
              <a:avLst/>
              <a:pathLst>
                <a:path w="3692" h="1379">
                  <a:moveTo>
                    <a:pt x="3120" y="881"/>
                  </a:moveTo>
                  <a:lnTo>
                    <a:pt x="1846" y="1379"/>
                  </a:lnTo>
                  <a:lnTo>
                    <a:pt x="754" y="1341"/>
                  </a:lnTo>
                  <a:lnTo>
                    <a:pt x="30" y="888"/>
                  </a:lnTo>
                  <a:lnTo>
                    <a:pt x="0" y="689"/>
                  </a:lnTo>
                  <a:lnTo>
                    <a:pt x="1716" y="881"/>
                  </a:lnTo>
                  <a:lnTo>
                    <a:pt x="2375" y="776"/>
                  </a:lnTo>
                  <a:lnTo>
                    <a:pt x="3692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395088" y="1799378"/>
              <a:ext cx="1076" cy="1879"/>
            </a:xfrm>
            <a:custGeom>
              <a:avLst/>
              <a:pathLst>
                <a:path w="1076" h="1879">
                  <a:moveTo>
                    <a:pt x="476" y="1391"/>
                  </a:moveTo>
                  <a:lnTo>
                    <a:pt x="0" y="1879"/>
                  </a:lnTo>
                  <a:lnTo>
                    <a:pt x="115" y="1400"/>
                  </a:lnTo>
                  <a:lnTo>
                    <a:pt x="696" y="181"/>
                  </a:lnTo>
                  <a:lnTo>
                    <a:pt x="1076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389667" y="1793613"/>
              <a:ext cx="1434" cy="2461"/>
            </a:xfrm>
            <a:custGeom>
              <a:avLst/>
              <a:pathLst>
                <a:path w="1434" h="2461">
                  <a:moveTo>
                    <a:pt x="1273" y="1723"/>
                  </a:moveTo>
                  <a:lnTo>
                    <a:pt x="0" y="2461"/>
                  </a:lnTo>
                  <a:lnTo>
                    <a:pt x="495" y="578"/>
                  </a:lnTo>
                  <a:lnTo>
                    <a:pt x="898" y="0"/>
                  </a:lnTo>
                  <a:lnTo>
                    <a:pt x="1434" y="194"/>
                  </a:lnTo>
                  <a:lnTo>
                    <a:pt x="1359" y="133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444685" y="1782845"/>
              <a:ext cx="1601" cy="1333"/>
            </a:xfrm>
            <a:custGeom>
              <a:avLst/>
              <a:pathLst>
                <a:path w="1601" h="1333">
                  <a:moveTo>
                    <a:pt x="1136" y="1219"/>
                  </a:moveTo>
                  <a:lnTo>
                    <a:pt x="746" y="1333"/>
                  </a:lnTo>
                  <a:lnTo>
                    <a:pt x="655" y="1133"/>
                  </a:lnTo>
                  <a:lnTo>
                    <a:pt x="52" y="558"/>
                  </a:lnTo>
                  <a:lnTo>
                    <a:pt x="0" y="272"/>
                  </a:lnTo>
                  <a:lnTo>
                    <a:pt x="527" y="0"/>
                  </a:lnTo>
                  <a:lnTo>
                    <a:pt x="1601" y="140"/>
                  </a:lnTo>
                  <a:lnTo>
                    <a:pt x="1217" y="86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323814" y="1781212"/>
              <a:ext cx="2699" cy="1807"/>
            </a:xfrm>
            <a:custGeom>
              <a:avLst/>
              <a:pathLst>
                <a:path w="2699" h="1807">
                  <a:moveTo>
                    <a:pt x="1536" y="1520"/>
                  </a:moveTo>
                  <a:lnTo>
                    <a:pt x="395" y="1807"/>
                  </a:lnTo>
                  <a:lnTo>
                    <a:pt x="0" y="1686"/>
                  </a:lnTo>
                  <a:lnTo>
                    <a:pt x="1258" y="315"/>
                  </a:lnTo>
                  <a:lnTo>
                    <a:pt x="2699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322841" y="1781068"/>
              <a:ext cx="4583" cy="3672"/>
            </a:xfrm>
            <a:custGeom>
              <a:avLst/>
              <a:pathLst>
                <a:path w="4583" h="3672">
                  <a:moveTo>
                    <a:pt x="3727" y="3286"/>
                  </a:moveTo>
                  <a:lnTo>
                    <a:pt x="2999" y="3565"/>
                  </a:lnTo>
                  <a:lnTo>
                    <a:pt x="1752" y="3307"/>
                  </a:lnTo>
                  <a:lnTo>
                    <a:pt x="381" y="3665"/>
                  </a:lnTo>
                  <a:lnTo>
                    <a:pt x="0" y="3672"/>
                  </a:lnTo>
                  <a:lnTo>
                    <a:pt x="1018" y="2636"/>
                  </a:lnTo>
                  <a:lnTo>
                    <a:pt x="2583" y="1998"/>
                  </a:lnTo>
                  <a:lnTo>
                    <a:pt x="4144" y="49"/>
                  </a:lnTo>
                  <a:lnTo>
                    <a:pt x="4583" y="0"/>
                  </a:lnTo>
                  <a:lnTo>
                    <a:pt x="3989" y="2207"/>
                  </a:lnTo>
                  <a:lnTo>
                    <a:pt x="3868" y="299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349746" y="1763057"/>
              <a:ext cx="2751" cy="1830"/>
            </a:xfrm>
            <a:custGeom>
              <a:avLst/>
              <a:pathLst>
                <a:path w="2751" h="1830">
                  <a:moveTo>
                    <a:pt x="860" y="1717"/>
                  </a:moveTo>
                  <a:lnTo>
                    <a:pt x="0" y="1830"/>
                  </a:lnTo>
                  <a:lnTo>
                    <a:pt x="205" y="1346"/>
                  </a:lnTo>
                  <a:lnTo>
                    <a:pt x="1379" y="483"/>
                  </a:lnTo>
                  <a:lnTo>
                    <a:pt x="2242" y="0"/>
                  </a:lnTo>
                  <a:lnTo>
                    <a:pt x="2751" y="10"/>
                  </a:lnTo>
                  <a:lnTo>
                    <a:pt x="1922" y="106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440772" y="1762867"/>
              <a:ext cx="15773" cy="20045"/>
            </a:xfrm>
            <a:custGeom>
              <a:avLst/>
              <a:pathLst>
                <a:path w="15773" h="20045">
                  <a:moveTo>
                    <a:pt x="3691" y="14854"/>
                  </a:moveTo>
                  <a:lnTo>
                    <a:pt x="4011" y="14960"/>
                  </a:lnTo>
                  <a:lnTo>
                    <a:pt x="5286" y="14284"/>
                  </a:lnTo>
                  <a:lnTo>
                    <a:pt x="5961" y="14313"/>
                  </a:lnTo>
                  <a:lnTo>
                    <a:pt x="5931" y="14799"/>
                  </a:lnTo>
                  <a:lnTo>
                    <a:pt x="4834" y="15329"/>
                  </a:lnTo>
                  <a:lnTo>
                    <a:pt x="4330" y="15726"/>
                  </a:lnTo>
                  <a:lnTo>
                    <a:pt x="4964" y="16094"/>
                  </a:lnTo>
                  <a:lnTo>
                    <a:pt x="4955" y="16343"/>
                  </a:lnTo>
                  <a:lnTo>
                    <a:pt x="4194" y="16942"/>
                  </a:lnTo>
                  <a:lnTo>
                    <a:pt x="3814" y="17592"/>
                  </a:lnTo>
                  <a:lnTo>
                    <a:pt x="4127" y="18220"/>
                  </a:lnTo>
                  <a:lnTo>
                    <a:pt x="5344" y="17602"/>
                  </a:lnTo>
                  <a:lnTo>
                    <a:pt x="5844" y="17596"/>
                  </a:lnTo>
                  <a:lnTo>
                    <a:pt x="6520" y="17736"/>
                  </a:lnTo>
                  <a:lnTo>
                    <a:pt x="7165" y="17550"/>
                  </a:lnTo>
                  <a:lnTo>
                    <a:pt x="7533" y="17244"/>
                  </a:lnTo>
                  <a:lnTo>
                    <a:pt x="9677" y="14829"/>
                  </a:lnTo>
                  <a:lnTo>
                    <a:pt x="9789" y="14519"/>
                  </a:lnTo>
                  <a:lnTo>
                    <a:pt x="7478" y="15019"/>
                  </a:lnTo>
                  <a:lnTo>
                    <a:pt x="7209" y="14688"/>
                  </a:lnTo>
                  <a:lnTo>
                    <a:pt x="8724" y="13226"/>
                  </a:lnTo>
                  <a:lnTo>
                    <a:pt x="8605" y="12456"/>
                  </a:lnTo>
                  <a:lnTo>
                    <a:pt x="9369" y="11240"/>
                  </a:lnTo>
                  <a:lnTo>
                    <a:pt x="10070" y="10518"/>
                  </a:lnTo>
                  <a:lnTo>
                    <a:pt x="10584" y="10114"/>
                  </a:lnTo>
                  <a:lnTo>
                    <a:pt x="11328" y="9742"/>
                  </a:lnTo>
                  <a:lnTo>
                    <a:pt x="11839" y="10315"/>
                  </a:lnTo>
                  <a:lnTo>
                    <a:pt x="12004" y="11355"/>
                  </a:lnTo>
                  <a:lnTo>
                    <a:pt x="13271" y="11210"/>
                  </a:lnTo>
                  <a:lnTo>
                    <a:pt x="14511" y="11419"/>
                  </a:lnTo>
                  <a:lnTo>
                    <a:pt x="15423" y="11858"/>
                  </a:lnTo>
                  <a:lnTo>
                    <a:pt x="15566" y="12111"/>
                  </a:lnTo>
                  <a:lnTo>
                    <a:pt x="15577" y="12508"/>
                  </a:lnTo>
                  <a:lnTo>
                    <a:pt x="15273" y="13223"/>
                  </a:lnTo>
                  <a:lnTo>
                    <a:pt x="14770" y="13812"/>
                  </a:lnTo>
                  <a:lnTo>
                    <a:pt x="15773" y="14569"/>
                  </a:lnTo>
                  <a:lnTo>
                    <a:pt x="15639" y="14898"/>
                  </a:lnTo>
                  <a:lnTo>
                    <a:pt x="13997" y="15750"/>
                  </a:lnTo>
                  <a:lnTo>
                    <a:pt x="13064" y="16609"/>
                  </a:lnTo>
                  <a:lnTo>
                    <a:pt x="12206" y="17667"/>
                  </a:lnTo>
                  <a:lnTo>
                    <a:pt x="10494" y="18900"/>
                  </a:lnTo>
                  <a:lnTo>
                    <a:pt x="7780" y="19790"/>
                  </a:lnTo>
                  <a:lnTo>
                    <a:pt x="6921" y="19790"/>
                  </a:lnTo>
                  <a:lnTo>
                    <a:pt x="5901" y="19513"/>
                  </a:lnTo>
                  <a:lnTo>
                    <a:pt x="4888" y="19576"/>
                  </a:lnTo>
                  <a:lnTo>
                    <a:pt x="3894" y="19908"/>
                  </a:lnTo>
                  <a:lnTo>
                    <a:pt x="2922" y="19871"/>
                  </a:lnTo>
                  <a:lnTo>
                    <a:pt x="2450" y="20045"/>
                  </a:lnTo>
                  <a:lnTo>
                    <a:pt x="2002" y="20026"/>
                  </a:lnTo>
                  <a:lnTo>
                    <a:pt x="1626" y="19683"/>
                  </a:lnTo>
                  <a:lnTo>
                    <a:pt x="822" y="18698"/>
                  </a:lnTo>
                  <a:lnTo>
                    <a:pt x="430" y="18041"/>
                  </a:lnTo>
                  <a:lnTo>
                    <a:pt x="0" y="14899"/>
                  </a:lnTo>
                  <a:lnTo>
                    <a:pt x="139" y="13249"/>
                  </a:lnTo>
                  <a:lnTo>
                    <a:pt x="820" y="11707"/>
                  </a:lnTo>
                  <a:lnTo>
                    <a:pt x="1827" y="10682"/>
                  </a:lnTo>
                  <a:lnTo>
                    <a:pt x="2410" y="9863"/>
                  </a:lnTo>
                  <a:lnTo>
                    <a:pt x="4851" y="5010"/>
                  </a:lnTo>
                  <a:lnTo>
                    <a:pt x="5329" y="3909"/>
                  </a:lnTo>
                  <a:lnTo>
                    <a:pt x="5914" y="2970"/>
                  </a:lnTo>
                  <a:lnTo>
                    <a:pt x="6959" y="2041"/>
                  </a:lnTo>
                  <a:lnTo>
                    <a:pt x="8312" y="473"/>
                  </a:lnTo>
                  <a:lnTo>
                    <a:pt x="8744" y="151"/>
                  </a:lnTo>
                  <a:lnTo>
                    <a:pt x="9519" y="0"/>
                  </a:lnTo>
                  <a:lnTo>
                    <a:pt x="10284" y="86"/>
                  </a:lnTo>
                  <a:lnTo>
                    <a:pt x="10065" y="652"/>
                  </a:lnTo>
                  <a:lnTo>
                    <a:pt x="10121" y="1206"/>
                  </a:lnTo>
                  <a:lnTo>
                    <a:pt x="11008" y="3373"/>
                  </a:lnTo>
                  <a:lnTo>
                    <a:pt x="10997" y="3803"/>
                  </a:lnTo>
                  <a:lnTo>
                    <a:pt x="10513" y="5528"/>
                  </a:lnTo>
                  <a:lnTo>
                    <a:pt x="9582" y="8315"/>
                  </a:lnTo>
                  <a:lnTo>
                    <a:pt x="9343" y="9852"/>
                  </a:lnTo>
                  <a:lnTo>
                    <a:pt x="9468" y="10313"/>
                  </a:lnTo>
                  <a:lnTo>
                    <a:pt x="9090" y="11090"/>
                  </a:lnTo>
                  <a:lnTo>
                    <a:pt x="8689" y="11682"/>
                  </a:lnTo>
                  <a:lnTo>
                    <a:pt x="7100" y="12790"/>
                  </a:lnTo>
                  <a:lnTo>
                    <a:pt x="6289" y="13049"/>
                  </a:lnTo>
                  <a:lnTo>
                    <a:pt x="5516" y="1346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413262" y="1762144"/>
              <a:ext cx="22510" cy="15268"/>
            </a:xfrm>
            <a:custGeom>
              <a:avLst/>
              <a:pathLst>
                <a:path w="22510" h="15268">
                  <a:moveTo>
                    <a:pt x="5599" y="8269"/>
                  </a:moveTo>
                  <a:lnTo>
                    <a:pt x="5855" y="8465"/>
                  </a:lnTo>
                  <a:lnTo>
                    <a:pt x="6301" y="8104"/>
                  </a:lnTo>
                  <a:lnTo>
                    <a:pt x="6827" y="6969"/>
                  </a:lnTo>
                  <a:lnTo>
                    <a:pt x="8219" y="7266"/>
                  </a:lnTo>
                  <a:lnTo>
                    <a:pt x="8955" y="7778"/>
                  </a:lnTo>
                  <a:lnTo>
                    <a:pt x="9366" y="7665"/>
                  </a:lnTo>
                  <a:lnTo>
                    <a:pt x="9786" y="7717"/>
                  </a:lnTo>
                  <a:lnTo>
                    <a:pt x="10568" y="8387"/>
                  </a:lnTo>
                  <a:lnTo>
                    <a:pt x="12050" y="8917"/>
                  </a:lnTo>
                  <a:lnTo>
                    <a:pt x="13615" y="8840"/>
                  </a:lnTo>
                  <a:lnTo>
                    <a:pt x="15999" y="8525"/>
                  </a:lnTo>
                  <a:lnTo>
                    <a:pt x="16283" y="8398"/>
                  </a:lnTo>
                  <a:lnTo>
                    <a:pt x="18732" y="8135"/>
                  </a:lnTo>
                  <a:lnTo>
                    <a:pt x="21187" y="8011"/>
                  </a:lnTo>
                  <a:lnTo>
                    <a:pt x="22032" y="8310"/>
                  </a:lnTo>
                  <a:lnTo>
                    <a:pt x="22348" y="8590"/>
                  </a:lnTo>
                  <a:lnTo>
                    <a:pt x="22510" y="8926"/>
                  </a:lnTo>
                  <a:lnTo>
                    <a:pt x="21110" y="9849"/>
                  </a:lnTo>
                  <a:lnTo>
                    <a:pt x="19708" y="10924"/>
                  </a:lnTo>
                  <a:lnTo>
                    <a:pt x="17758" y="11976"/>
                  </a:lnTo>
                  <a:lnTo>
                    <a:pt x="17513" y="12492"/>
                  </a:lnTo>
                  <a:lnTo>
                    <a:pt x="17634" y="13440"/>
                  </a:lnTo>
                  <a:lnTo>
                    <a:pt x="17595" y="14406"/>
                  </a:lnTo>
                  <a:lnTo>
                    <a:pt x="17980" y="14486"/>
                  </a:lnTo>
                  <a:lnTo>
                    <a:pt x="18212" y="14810"/>
                  </a:lnTo>
                  <a:lnTo>
                    <a:pt x="17708" y="15123"/>
                  </a:lnTo>
                  <a:lnTo>
                    <a:pt x="15704" y="15268"/>
                  </a:lnTo>
                  <a:lnTo>
                    <a:pt x="15120" y="15180"/>
                  </a:lnTo>
                  <a:lnTo>
                    <a:pt x="14425" y="14787"/>
                  </a:lnTo>
                  <a:lnTo>
                    <a:pt x="14187" y="13854"/>
                  </a:lnTo>
                  <a:lnTo>
                    <a:pt x="13325" y="13991"/>
                  </a:lnTo>
                  <a:lnTo>
                    <a:pt x="13065" y="13877"/>
                  </a:lnTo>
                  <a:lnTo>
                    <a:pt x="14272" y="13082"/>
                  </a:lnTo>
                  <a:lnTo>
                    <a:pt x="13722" y="12084"/>
                  </a:lnTo>
                  <a:lnTo>
                    <a:pt x="13132" y="12157"/>
                  </a:lnTo>
                  <a:lnTo>
                    <a:pt x="12741" y="11683"/>
                  </a:lnTo>
                  <a:lnTo>
                    <a:pt x="12773" y="11043"/>
                  </a:lnTo>
                  <a:lnTo>
                    <a:pt x="13320" y="10731"/>
                  </a:lnTo>
                  <a:lnTo>
                    <a:pt x="13478" y="10394"/>
                  </a:lnTo>
                  <a:lnTo>
                    <a:pt x="12736" y="10686"/>
                  </a:lnTo>
                  <a:lnTo>
                    <a:pt x="12167" y="11280"/>
                  </a:lnTo>
                  <a:lnTo>
                    <a:pt x="11432" y="11504"/>
                  </a:lnTo>
                  <a:lnTo>
                    <a:pt x="10712" y="12017"/>
                  </a:lnTo>
                  <a:lnTo>
                    <a:pt x="11829" y="12179"/>
                  </a:lnTo>
                  <a:lnTo>
                    <a:pt x="11255" y="12576"/>
                  </a:lnTo>
                  <a:lnTo>
                    <a:pt x="10657" y="12668"/>
                  </a:lnTo>
                  <a:lnTo>
                    <a:pt x="7892" y="11888"/>
                  </a:lnTo>
                  <a:lnTo>
                    <a:pt x="7210" y="11592"/>
                  </a:lnTo>
                  <a:lnTo>
                    <a:pt x="6351" y="10774"/>
                  </a:lnTo>
                  <a:lnTo>
                    <a:pt x="5700" y="9683"/>
                  </a:lnTo>
                  <a:lnTo>
                    <a:pt x="6053" y="9640"/>
                  </a:lnTo>
                  <a:lnTo>
                    <a:pt x="6174" y="9445"/>
                  </a:lnTo>
                  <a:lnTo>
                    <a:pt x="6097" y="9260"/>
                  </a:lnTo>
                  <a:lnTo>
                    <a:pt x="5133" y="9113"/>
                  </a:lnTo>
                  <a:lnTo>
                    <a:pt x="3627" y="9160"/>
                  </a:lnTo>
                  <a:lnTo>
                    <a:pt x="2765" y="8872"/>
                  </a:lnTo>
                  <a:lnTo>
                    <a:pt x="2805" y="6966"/>
                  </a:lnTo>
                  <a:lnTo>
                    <a:pt x="2526" y="6441"/>
                  </a:lnTo>
                  <a:lnTo>
                    <a:pt x="1584" y="5999"/>
                  </a:lnTo>
                  <a:lnTo>
                    <a:pt x="142" y="5867"/>
                  </a:lnTo>
                  <a:lnTo>
                    <a:pt x="0" y="5160"/>
                  </a:lnTo>
                  <a:lnTo>
                    <a:pt x="459" y="4077"/>
                  </a:lnTo>
                  <a:lnTo>
                    <a:pt x="1164" y="3149"/>
                  </a:lnTo>
                  <a:lnTo>
                    <a:pt x="1701" y="2235"/>
                  </a:lnTo>
                  <a:lnTo>
                    <a:pt x="2329" y="1488"/>
                  </a:lnTo>
                  <a:lnTo>
                    <a:pt x="3874" y="0"/>
                  </a:lnTo>
                  <a:lnTo>
                    <a:pt x="3839" y="1113"/>
                  </a:lnTo>
                  <a:lnTo>
                    <a:pt x="3988" y="2072"/>
                  </a:lnTo>
                  <a:lnTo>
                    <a:pt x="2982" y="3990"/>
                  </a:lnTo>
                  <a:lnTo>
                    <a:pt x="4731" y="5892"/>
                  </a:lnTo>
                  <a:lnTo>
                    <a:pt x="4955" y="6312"/>
                  </a:lnTo>
                  <a:lnTo>
                    <a:pt x="5103" y="6823"/>
                  </a:lnTo>
                  <a:lnTo>
                    <a:pt x="4990" y="7293"/>
                  </a:lnTo>
                  <a:lnTo>
                    <a:pt x="4707" y="7710"/>
                  </a:lnTo>
                  <a:lnTo>
                    <a:pt x="5388" y="791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435919" y="1753981"/>
              <a:ext cx="5797" cy="5966"/>
            </a:xfrm>
            <a:custGeom>
              <a:avLst/>
              <a:pathLst>
                <a:path w="5797" h="5966">
                  <a:moveTo>
                    <a:pt x="891" y="5052"/>
                  </a:moveTo>
                  <a:lnTo>
                    <a:pt x="1226" y="5317"/>
                  </a:lnTo>
                  <a:lnTo>
                    <a:pt x="1824" y="5289"/>
                  </a:lnTo>
                  <a:lnTo>
                    <a:pt x="2230" y="5397"/>
                  </a:lnTo>
                  <a:lnTo>
                    <a:pt x="1651" y="5916"/>
                  </a:lnTo>
                  <a:lnTo>
                    <a:pt x="543" y="5966"/>
                  </a:lnTo>
                  <a:lnTo>
                    <a:pt x="0" y="5753"/>
                  </a:lnTo>
                  <a:lnTo>
                    <a:pt x="790" y="3091"/>
                  </a:lnTo>
                  <a:lnTo>
                    <a:pt x="1712" y="2478"/>
                  </a:lnTo>
                  <a:lnTo>
                    <a:pt x="3599" y="738"/>
                  </a:lnTo>
                  <a:lnTo>
                    <a:pt x="4354" y="209"/>
                  </a:lnTo>
                  <a:lnTo>
                    <a:pt x="5054" y="0"/>
                  </a:lnTo>
                  <a:lnTo>
                    <a:pt x="5797" y="127"/>
                  </a:lnTo>
                  <a:lnTo>
                    <a:pt x="5040" y="1155"/>
                  </a:lnTo>
                  <a:lnTo>
                    <a:pt x="4030" y="1210"/>
                  </a:lnTo>
                  <a:lnTo>
                    <a:pt x="3067" y="2064"/>
                  </a:lnTo>
                  <a:lnTo>
                    <a:pt x="2435" y="3012"/>
                  </a:lnTo>
                  <a:lnTo>
                    <a:pt x="1675" y="3553"/>
                  </a:lnTo>
                  <a:lnTo>
                    <a:pt x="1151" y="421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508600" y="1753980"/>
              <a:ext cx="1871" cy="3351"/>
            </a:xfrm>
            <a:custGeom>
              <a:avLst/>
              <a:pathLst>
                <a:path w="1871" h="3351">
                  <a:moveTo>
                    <a:pt x="934" y="2865"/>
                  </a:moveTo>
                  <a:lnTo>
                    <a:pt x="472" y="3351"/>
                  </a:lnTo>
                  <a:lnTo>
                    <a:pt x="0" y="3329"/>
                  </a:lnTo>
                  <a:lnTo>
                    <a:pt x="55" y="2905"/>
                  </a:lnTo>
                  <a:lnTo>
                    <a:pt x="636" y="2080"/>
                  </a:lnTo>
                  <a:lnTo>
                    <a:pt x="932" y="1490"/>
                  </a:lnTo>
                  <a:lnTo>
                    <a:pt x="943" y="1133"/>
                  </a:lnTo>
                  <a:lnTo>
                    <a:pt x="1050" y="860"/>
                  </a:lnTo>
                  <a:lnTo>
                    <a:pt x="1491" y="554"/>
                  </a:lnTo>
                  <a:lnTo>
                    <a:pt x="1871" y="0"/>
                  </a:lnTo>
                  <a:lnTo>
                    <a:pt x="1688" y="102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410599" y="1750634"/>
              <a:ext cx="1664" cy="1940"/>
            </a:xfrm>
            <a:custGeom>
              <a:avLst/>
              <a:pathLst>
                <a:path w="1664" h="1940">
                  <a:moveTo>
                    <a:pt x="1664" y="0"/>
                  </a:moveTo>
                  <a:lnTo>
                    <a:pt x="1425" y="1017"/>
                  </a:lnTo>
                  <a:lnTo>
                    <a:pt x="598" y="1880"/>
                  </a:lnTo>
                  <a:lnTo>
                    <a:pt x="188" y="1940"/>
                  </a:lnTo>
                  <a:lnTo>
                    <a:pt x="0" y="1856"/>
                  </a:lnTo>
                  <a:lnTo>
                    <a:pt x="227" y="1299"/>
                  </a:lnTo>
                  <a:lnTo>
                    <a:pt x="201" y="330"/>
                  </a:lnTo>
                  <a:lnTo>
                    <a:pt x="884" y="198"/>
                  </a:lnTo>
                  <a:lnTo>
                    <a:pt x="1132" y="28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411481" y="1748862"/>
              <a:ext cx="1090" cy="1486"/>
            </a:xfrm>
            <a:custGeom>
              <a:avLst/>
              <a:pathLst>
                <a:path w="1090" h="1486">
                  <a:moveTo>
                    <a:pt x="1090" y="765"/>
                  </a:moveTo>
                  <a:lnTo>
                    <a:pt x="0" y="1486"/>
                  </a:lnTo>
                  <a:lnTo>
                    <a:pt x="478" y="401"/>
                  </a:lnTo>
                  <a:lnTo>
                    <a:pt x="678" y="121"/>
                  </a:lnTo>
                  <a:lnTo>
                    <a:pt x="861" y="0"/>
                  </a:lnTo>
                  <a:lnTo>
                    <a:pt x="1041" y="9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2853379" y="1736142"/>
              <a:ext cx="1660" cy="2748"/>
            </a:xfrm>
            <a:custGeom>
              <a:avLst/>
              <a:pathLst>
                <a:path w="1660" h="2748">
                  <a:moveTo>
                    <a:pt x="1390" y="2389"/>
                  </a:moveTo>
                  <a:lnTo>
                    <a:pt x="994" y="2748"/>
                  </a:lnTo>
                  <a:lnTo>
                    <a:pt x="782" y="2700"/>
                  </a:lnTo>
                  <a:lnTo>
                    <a:pt x="613" y="2449"/>
                  </a:lnTo>
                  <a:lnTo>
                    <a:pt x="0" y="0"/>
                  </a:lnTo>
                  <a:lnTo>
                    <a:pt x="261" y="51"/>
                  </a:lnTo>
                  <a:lnTo>
                    <a:pt x="1082" y="814"/>
                  </a:lnTo>
                  <a:lnTo>
                    <a:pt x="896" y="1116"/>
                  </a:lnTo>
                  <a:lnTo>
                    <a:pt x="1509" y="1847"/>
                  </a:lnTo>
                  <a:lnTo>
                    <a:pt x="1660" y="236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2852367" y="1733780"/>
              <a:ext cx="2998" cy="3067"/>
            </a:xfrm>
            <a:custGeom>
              <a:avLst/>
              <a:pathLst>
                <a:path w="2998" h="3067">
                  <a:moveTo>
                    <a:pt x="2998" y="2914"/>
                  </a:moveTo>
                  <a:lnTo>
                    <a:pt x="2880" y="3067"/>
                  </a:lnTo>
                  <a:lnTo>
                    <a:pt x="1402" y="2080"/>
                  </a:lnTo>
                  <a:lnTo>
                    <a:pt x="413" y="787"/>
                  </a:lnTo>
                  <a:lnTo>
                    <a:pt x="0" y="0"/>
                  </a:lnTo>
                  <a:lnTo>
                    <a:pt x="1957" y="1958"/>
                  </a:lnTo>
                  <a:lnTo>
                    <a:pt x="2945" y="260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315761" y="1731394"/>
              <a:ext cx="129398" cy="80173"/>
            </a:xfrm>
            <a:custGeom>
              <a:avLst/>
              <a:pathLst>
                <a:path w="129398" h="80173">
                  <a:moveTo>
                    <a:pt x="0" y="59450"/>
                  </a:moveTo>
                  <a:lnTo>
                    <a:pt x="1348" y="58923"/>
                  </a:lnTo>
                  <a:lnTo>
                    <a:pt x="4161" y="56877"/>
                  </a:lnTo>
                  <a:lnTo>
                    <a:pt x="6235" y="56136"/>
                  </a:lnTo>
                  <a:lnTo>
                    <a:pt x="8933" y="53988"/>
                  </a:lnTo>
                  <a:lnTo>
                    <a:pt x="10887" y="53574"/>
                  </a:lnTo>
                  <a:lnTo>
                    <a:pt x="11259" y="53102"/>
                  </a:lnTo>
                  <a:lnTo>
                    <a:pt x="11586" y="51319"/>
                  </a:lnTo>
                  <a:lnTo>
                    <a:pt x="11765" y="50684"/>
                  </a:lnTo>
                  <a:lnTo>
                    <a:pt x="12677" y="48934"/>
                  </a:lnTo>
                  <a:lnTo>
                    <a:pt x="13773" y="47457"/>
                  </a:lnTo>
                  <a:lnTo>
                    <a:pt x="14657" y="45415"/>
                  </a:lnTo>
                  <a:lnTo>
                    <a:pt x="16262" y="44110"/>
                  </a:lnTo>
                  <a:lnTo>
                    <a:pt x="18689" y="43019"/>
                  </a:lnTo>
                  <a:lnTo>
                    <a:pt x="20933" y="40636"/>
                  </a:lnTo>
                  <a:lnTo>
                    <a:pt x="22164" y="39910"/>
                  </a:lnTo>
                  <a:lnTo>
                    <a:pt x="23356" y="39389"/>
                  </a:lnTo>
                  <a:lnTo>
                    <a:pt x="23857" y="38421"/>
                  </a:lnTo>
                  <a:lnTo>
                    <a:pt x="24594" y="37867"/>
                  </a:lnTo>
                  <a:lnTo>
                    <a:pt x="26565" y="36741"/>
                  </a:lnTo>
                  <a:lnTo>
                    <a:pt x="28738" y="36437"/>
                  </a:lnTo>
                  <a:lnTo>
                    <a:pt x="30933" y="35503"/>
                  </a:lnTo>
                  <a:lnTo>
                    <a:pt x="32618" y="35007"/>
                  </a:lnTo>
                  <a:lnTo>
                    <a:pt x="33651" y="34131"/>
                  </a:lnTo>
                  <a:lnTo>
                    <a:pt x="35152" y="33669"/>
                  </a:lnTo>
                  <a:lnTo>
                    <a:pt x="39635" y="31154"/>
                  </a:lnTo>
                  <a:lnTo>
                    <a:pt x="40878" y="29977"/>
                  </a:lnTo>
                  <a:lnTo>
                    <a:pt x="42489" y="27565"/>
                  </a:lnTo>
                  <a:lnTo>
                    <a:pt x="43891" y="26338"/>
                  </a:lnTo>
                  <a:lnTo>
                    <a:pt x="44387" y="25032"/>
                  </a:lnTo>
                  <a:lnTo>
                    <a:pt x="46420" y="22912"/>
                  </a:lnTo>
                  <a:lnTo>
                    <a:pt x="48513" y="20119"/>
                  </a:lnTo>
                  <a:lnTo>
                    <a:pt x="49554" y="18116"/>
                  </a:lnTo>
                  <a:lnTo>
                    <a:pt x="51112" y="17004"/>
                  </a:lnTo>
                  <a:lnTo>
                    <a:pt x="54133" y="13824"/>
                  </a:lnTo>
                  <a:lnTo>
                    <a:pt x="55754" y="12555"/>
                  </a:lnTo>
                  <a:lnTo>
                    <a:pt x="56413" y="12410"/>
                  </a:lnTo>
                  <a:lnTo>
                    <a:pt x="58249" y="11281"/>
                  </a:lnTo>
                  <a:lnTo>
                    <a:pt x="59389" y="10104"/>
                  </a:lnTo>
                  <a:lnTo>
                    <a:pt x="61218" y="8923"/>
                  </a:lnTo>
                  <a:lnTo>
                    <a:pt x="64521" y="7465"/>
                  </a:lnTo>
                  <a:lnTo>
                    <a:pt x="67625" y="5721"/>
                  </a:lnTo>
                  <a:lnTo>
                    <a:pt x="71820" y="4212"/>
                  </a:lnTo>
                  <a:lnTo>
                    <a:pt x="76734" y="1949"/>
                  </a:lnTo>
                  <a:lnTo>
                    <a:pt x="80707" y="739"/>
                  </a:lnTo>
                  <a:lnTo>
                    <a:pt x="83501" y="564"/>
                  </a:lnTo>
                  <a:lnTo>
                    <a:pt x="86902" y="0"/>
                  </a:lnTo>
                  <a:lnTo>
                    <a:pt x="88106" y="57"/>
                  </a:lnTo>
                  <a:lnTo>
                    <a:pt x="93402" y="1037"/>
                  </a:lnTo>
                  <a:lnTo>
                    <a:pt x="95943" y="2250"/>
                  </a:lnTo>
                  <a:lnTo>
                    <a:pt x="98837" y="4802"/>
                  </a:lnTo>
                  <a:lnTo>
                    <a:pt x="99269" y="5474"/>
                  </a:lnTo>
                  <a:lnTo>
                    <a:pt x="99339" y="6415"/>
                  </a:lnTo>
                  <a:lnTo>
                    <a:pt x="97807" y="5958"/>
                  </a:lnTo>
                  <a:lnTo>
                    <a:pt x="96454" y="5928"/>
                  </a:lnTo>
                  <a:lnTo>
                    <a:pt x="97392" y="6451"/>
                  </a:lnTo>
                  <a:lnTo>
                    <a:pt x="98986" y="8020"/>
                  </a:lnTo>
                  <a:lnTo>
                    <a:pt x="98913" y="9983"/>
                  </a:lnTo>
                  <a:lnTo>
                    <a:pt x="98014" y="11757"/>
                  </a:lnTo>
                  <a:lnTo>
                    <a:pt x="95324" y="12632"/>
                  </a:lnTo>
                  <a:lnTo>
                    <a:pt x="94637" y="13328"/>
                  </a:lnTo>
                  <a:lnTo>
                    <a:pt x="94081" y="14479"/>
                  </a:lnTo>
                  <a:lnTo>
                    <a:pt x="93537" y="14919"/>
                  </a:lnTo>
                  <a:lnTo>
                    <a:pt x="92233" y="15430"/>
                  </a:lnTo>
                  <a:lnTo>
                    <a:pt x="91512" y="16178"/>
                  </a:lnTo>
                  <a:lnTo>
                    <a:pt x="89399" y="17364"/>
                  </a:lnTo>
                  <a:lnTo>
                    <a:pt x="88447" y="17504"/>
                  </a:lnTo>
                  <a:lnTo>
                    <a:pt x="87351" y="17221"/>
                  </a:lnTo>
                  <a:lnTo>
                    <a:pt x="84713" y="16102"/>
                  </a:lnTo>
                  <a:lnTo>
                    <a:pt x="83086" y="15026"/>
                  </a:lnTo>
                  <a:lnTo>
                    <a:pt x="82274" y="15614"/>
                  </a:lnTo>
                  <a:lnTo>
                    <a:pt x="81606" y="16228"/>
                  </a:lnTo>
                  <a:lnTo>
                    <a:pt x="80040" y="16023"/>
                  </a:lnTo>
                  <a:lnTo>
                    <a:pt x="79325" y="16294"/>
                  </a:lnTo>
                  <a:lnTo>
                    <a:pt x="78145" y="15991"/>
                  </a:lnTo>
                  <a:lnTo>
                    <a:pt x="75729" y="17347"/>
                  </a:lnTo>
                  <a:lnTo>
                    <a:pt x="76418" y="17505"/>
                  </a:lnTo>
                  <a:lnTo>
                    <a:pt x="78336" y="16726"/>
                  </a:lnTo>
                  <a:lnTo>
                    <a:pt x="78990" y="16814"/>
                  </a:lnTo>
                  <a:lnTo>
                    <a:pt x="80404" y="17819"/>
                  </a:lnTo>
                  <a:lnTo>
                    <a:pt x="83817" y="18901"/>
                  </a:lnTo>
                  <a:lnTo>
                    <a:pt x="84704" y="19616"/>
                  </a:lnTo>
                  <a:lnTo>
                    <a:pt x="85548" y="21898"/>
                  </a:lnTo>
                  <a:lnTo>
                    <a:pt x="86109" y="22262"/>
                  </a:lnTo>
                  <a:lnTo>
                    <a:pt x="87279" y="22025"/>
                  </a:lnTo>
                  <a:lnTo>
                    <a:pt x="88599" y="20897"/>
                  </a:lnTo>
                  <a:lnTo>
                    <a:pt x="89695" y="20292"/>
                  </a:lnTo>
                  <a:lnTo>
                    <a:pt x="91838" y="19796"/>
                  </a:lnTo>
                  <a:lnTo>
                    <a:pt x="91415" y="20547"/>
                  </a:lnTo>
                  <a:lnTo>
                    <a:pt x="93046" y="20488"/>
                  </a:lnTo>
                  <a:lnTo>
                    <a:pt x="94661" y="21497"/>
                  </a:lnTo>
                  <a:lnTo>
                    <a:pt x="94064" y="22214"/>
                  </a:lnTo>
                  <a:lnTo>
                    <a:pt x="93252" y="23659"/>
                  </a:lnTo>
                  <a:lnTo>
                    <a:pt x="92684" y="26466"/>
                  </a:lnTo>
                  <a:lnTo>
                    <a:pt x="91039" y="28347"/>
                  </a:lnTo>
                  <a:lnTo>
                    <a:pt x="88836" y="30196"/>
                  </a:lnTo>
                  <a:lnTo>
                    <a:pt x="89392" y="30642"/>
                  </a:lnTo>
                  <a:lnTo>
                    <a:pt x="90036" y="30916"/>
                  </a:lnTo>
                  <a:lnTo>
                    <a:pt x="91452" y="30369"/>
                  </a:lnTo>
                  <a:lnTo>
                    <a:pt x="92398" y="30406"/>
                  </a:lnTo>
                  <a:lnTo>
                    <a:pt x="93449" y="30760"/>
                  </a:lnTo>
                  <a:lnTo>
                    <a:pt x="93122" y="32196"/>
                  </a:lnTo>
                  <a:lnTo>
                    <a:pt x="92745" y="33171"/>
                  </a:lnTo>
                  <a:lnTo>
                    <a:pt x="92965" y="34078"/>
                  </a:lnTo>
                  <a:lnTo>
                    <a:pt x="93588" y="35810"/>
                  </a:lnTo>
                  <a:lnTo>
                    <a:pt x="94447" y="36190"/>
                  </a:lnTo>
                  <a:lnTo>
                    <a:pt x="94791" y="38410"/>
                  </a:lnTo>
                  <a:lnTo>
                    <a:pt x="95246" y="39620"/>
                  </a:lnTo>
                  <a:lnTo>
                    <a:pt x="95185" y="40591"/>
                  </a:lnTo>
                  <a:lnTo>
                    <a:pt x="96046" y="41212"/>
                  </a:lnTo>
                  <a:lnTo>
                    <a:pt x="96191" y="42203"/>
                  </a:lnTo>
                  <a:lnTo>
                    <a:pt x="99310" y="42484"/>
                  </a:lnTo>
                  <a:lnTo>
                    <a:pt x="99942" y="42865"/>
                  </a:lnTo>
                  <a:lnTo>
                    <a:pt x="102110" y="43243"/>
                  </a:lnTo>
                  <a:lnTo>
                    <a:pt x="102519" y="43516"/>
                  </a:lnTo>
                  <a:lnTo>
                    <a:pt x="102904" y="44061"/>
                  </a:lnTo>
                  <a:lnTo>
                    <a:pt x="100781" y="45258"/>
                  </a:lnTo>
                  <a:lnTo>
                    <a:pt x="102500" y="46124"/>
                  </a:lnTo>
                  <a:lnTo>
                    <a:pt x="104125" y="47536"/>
                  </a:lnTo>
                  <a:lnTo>
                    <a:pt x="105404" y="47258"/>
                  </a:lnTo>
                  <a:lnTo>
                    <a:pt x="105957" y="47303"/>
                  </a:lnTo>
                  <a:lnTo>
                    <a:pt x="107388" y="48188"/>
                  </a:lnTo>
                  <a:lnTo>
                    <a:pt x="107786" y="48626"/>
                  </a:lnTo>
                  <a:lnTo>
                    <a:pt x="108005" y="49015"/>
                  </a:lnTo>
                  <a:lnTo>
                    <a:pt x="108723" y="48932"/>
                  </a:lnTo>
                  <a:lnTo>
                    <a:pt x="109754" y="48590"/>
                  </a:lnTo>
                  <a:lnTo>
                    <a:pt x="111619" y="48675"/>
                  </a:lnTo>
                  <a:lnTo>
                    <a:pt x="113607" y="49174"/>
                  </a:lnTo>
                  <a:lnTo>
                    <a:pt x="113440" y="49935"/>
                  </a:lnTo>
                  <a:lnTo>
                    <a:pt x="113139" y="50462"/>
                  </a:lnTo>
                  <a:lnTo>
                    <a:pt x="114695" y="50288"/>
                  </a:lnTo>
                  <a:lnTo>
                    <a:pt x="115666" y="50830"/>
                  </a:lnTo>
                  <a:lnTo>
                    <a:pt x="116004" y="50569"/>
                  </a:lnTo>
                  <a:lnTo>
                    <a:pt x="116245" y="50233"/>
                  </a:lnTo>
                  <a:lnTo>
                    <a:pt x="118176" y="49310"/>
                  </a:lnTo>
                  <a:lnTo>
                    <a:pt x="120657" y="47394"/>
                  </a:lnTo>
                  <a:lnTo>
                    <a:pt x="120959" y="47631"/>
                  </a:lnTo>
                  <a:lnTo>
                    <a:pt x="121072" y="48357"/>
                  </a:lnTo>
                  <a:lnTo>
                    <a:pt x="121397" y="49542"/>
                  </a:lnTo>
                  <a:lnTo>
                    <a:pt x="122350" y="50359"/>
                  </a:lnTo>
                  <a:lnTo>
                    <a:pt x="123482" y="50546"/>
                  </a:lnTo>
                  <a:lnTo>
                    <a:pt x="125039" y="49921"/>
                  </a:lnTo>
                  <a:lnTo>
                    <a:pt x="125651" y="50461"/>
                  </a:lnTo>
                  <a:lnTo>
                    <a:pt x="126381" y="51502"/>
                  </a:lnTo>
                  <a:lnTo>
                    <a:pt x="127076" y="52864"/>
                  </a:lnTo>
                  <a:lnTo>
                    <a:pt x="127029" y="53352"/>
                  </a:lnTo>
                  <a:lnTo>
                    <a:pt x="126138" y="53776"/>
                  </a:lnTo>
                  <a:lnTo>
                    <a:pt x="125335" y="54389"/>
                  </a:lnTo>
                  <a:lnTo>
                    <a:pt x="128687" y="54641"/>
                  </a:lnTo>
                  <a:lnTo>
                    <a:pt x="129027" y="54898"/>
                  </a:lnTo>
                  <a:lnTo>
                    <a:pt x="129398" y="55434"/>
                  </a:lnTo>
                  <a:lnTo>
                    <a:pt x="129056" y="55977"/>
                  </a:lnTo>
                  <a:lnTo>
                    <a:pt x="128740" y="56247"/>
                  </a:lnTo>
                  <a:lnTo>
                    <a:pt x="128132" y="55931"/>
                  </a:lnTo>
                  <a:lnTo>
                    <a:pt x="127012" y="56219"/>
                  </a:lnTo>
                  <a:lnTo>
                    <a:pt x="126033" y="56922"/>
                  </a:lnTo>
                  <a:lnTo>
                    <a:pt x="124986" y="57313"/>
                  </a:lnTo>
                  <a:lnTo>
                    <a:pt x="124316" y="57358"/>
                  </a:lnTo>
                  <a:lnTo>
                    <a:pt x="123572" y="57683"/>
                  </a:lnTo>
                  <a:lnTo>
                    <a:pt x="122892" y="58186"/>
                  </a:lnTo>
                  <a:lnTo>
                    <a:pt x="122186" y="58326"/>
                  </a:lnTo>
                  <a:lnTo>
                    <a:pt x="119982" y="59580"/>
                  </a:lnTo>
                  <a:lnTo>
                    <a:pt x="117729" y="60389"/>
                  </a:lnTo>
                  <a:lnTo>
                    <a:pt x="115373" y="61684"/>
                  </a:lnTo>
                  <a:lnTo>
                    <a:pt x="112969" y="62501"/>
                  </a:lnTo>
                  <a:lnTo>
                    <a:pt x="110474" y="63481"/>
                  </a:lnTo>
                  <a:lnTo>
                    <a:pt x="109931" y="63569"/>
                  </a:lnTo>
                  <a:lnTo>
                    <a:pt x="109302" y="63530"/>
                  </a:lnTo>
                  <a:lnTo>
                    <a:pt x="107877" y="64489"/>
                  </a:lnTo>
                  <a:lnTo>
                    <a:pt x="107172" y="64359"/>
                  </a:lnTo>
                  <a:lnTo>
                    <a:pt x="106453" y="64525"/>
                  </a:lnTo>
                  <a:lnTo>
                    <a:pt x="105625" y="64314"/>
                  </a:lnTo>
                  <a:lnTo>
                    <a:pt x="105061" y="63922"/>
                  </a:lnTo>
                  <a:lnTo>
                    <a:pt x="105494" y="64935"/>
                  </a:lnTo>
                  <a:lnTo>
                    <a:pt x="105621" y="65867"/>
                  </a:lnTo>
                  <a:lnTo>
                    <a:pt x="105404" y="66276"/>
                  </a:lnTo>
                  <a:lnTo>
                    <a:pt x="105006" y="66757"/>
                  </a:lnTo>
                  <a:lnTo>
                    <a:pt x="103574" y="66667"/>
                  </a:lnTo>
                  <a:lnTo>
                    <a:pt x="103011" y="66329"/>
                  </a:lnTo>
                  <a:lnTo>
                    <a:pt x="102343" y="65831"/>
                  </a:lnTo>
                  <a:lnTo>
                    <a:pt x="102036" y="65029"/>
                  </a:lnTo>
                  <a:lnTo>
                    <a:pt x="101317" y="64456"/>
                  </a:lnTo>
                  <a:lnTo>
                    <a:pt x="100889" y="65251"/>
                  </a:lnTo>
                  <a:lnTo>
                    <a:pt x="100892" y="65844"/>
                  </a:lnTo>
                  <a:lnTo>
                    <a:pt x="100360" y="66652"/>
                  </a:lnTo>
                  <a:lnTo>
                    <a:pt x="99734" y="65269"/>
                  </a:lnTo>
                  <a:lnTo>
                    <a:pt x="98608" y="65775"/>
                  </a:lnTo>
                  <a:lnTo>
                    <a:pt x="98112" y="67246"/>
                  </a:lnTo>
                  <a:lnTo>
                    <a:pt x="98360" y="67666"/>
                  </a:lnTo>
                  <a:lnTo>
                    <a:pt x="98706" y="68792"/>
                  </a:lnTo>
                  <a:lnTo>
                    <a:pt x="98149" y="69379"/>
                  </a:lnTo>
                  <a:lnTo>
                    <a:pt x="97736" y="69217"/>
                  </a:lnTo>
                  <a:lnTo>
                    <a:pt x="96879" y="70869"/>
                  </a:lnTo>
                  <a:lnTo>
                    <a:pt x="95841" y="71470"/>
                  </a:lnTo>
                  <a:lnTo>
                    <a:pt x="94771" y="73154"/>
                  </a:lnTo>
                  <a:lnTo>
                    <a:pt x="93503" y="74437"/>
                  </a:lnTo>
                  <a:lnTo>
                    <a:pt x="93156" y="75294"/>
                  </a:lnTo>
                  <a:lnTo>
                    <a:pt x="91032" y="77256"/>
                  </a:lnTo>
                  <a:lnTo>
                    <a:pt x="90225" y="77198"/>
                  </a:lnTo>
                  <a:lnTo>
                    <a:pt x="89631" y="77262"/>
                  </a:lnTo>
                  <a:lnTo>
                    <a:pt x="88735" y="78080"/>
                  </a:lnTo>
                  <a:lnTo>
                    <a:pt x="88596" y="79733"/>
                  </a:lnTo>
                  <a:lnTo>
                    <a:pt x="88201" y="79515"/>
                  </a:lnTo>
                  <a:lnTo>
                    <a:pt x="87799" y="79568"/>
                  </a:lnTo>
                  <a:lnTo>
                    <a:pt x="87592" y="80087"/>
                  </a:lnTo>
                  <a:lnTo>
                    <a:pt x="87296" y="80173"/>
                  </a:lnTo>
                  <a:lnTo>
                    <a:pt x="86513" y="79682"/>
                  </a:lnTo>
                  <a:lnTo>
                    <a:pt x="85591" y="79951"/>
                  </a:lnTo>
                  <a:lnTo>
                    <a:pt x="84870" y="79578"/>
                  </a:lnTo>
                  <a:lnTo>
                    <a:pt x="83951" y="77156"/>
                  </a:lnTo>
                  <a:lnTo>
                    <a:pt x="83462" y="76308"/>
                  </a:lnTo>
                  <a:lnTo>
                    <a:pt x="82597" y="76034"/>
                  </a:lnTo>
                  <a:lnTo>
                    <a:pt x="82372" y="76546"/>
                  </a:lnTo>
                  <a:lnTo>
                    <a:pt x="82036" y="77047"/>
                  </a:lnTo>
                  <a:lnTo>
                    <a:pt x="81203" y="76048"/>
                  </a:lnTo>
                  <a:lnTo>
                    <a:pt x="80571" y="72340"/>
                  </a:lnTo>
                  <a:lnTo>
                    <a:pt x="80566" y="71445"/>
                  </a:lnTo>
                  <a:lnTo>
                    <a:pt x="81451" y="68326"/>
                  </a:lnTo>
                  <a:lnTo>
                    <a:pt x="83641" y="65518"/>
                  </a:lnTo>
                  <a:lnTo>
                    <a:pt x="82942" y="65424"/>
                  </a:lnTo>
                  <a:lnTo>
                    <a:pt x="81008" y="67371"/>
                  </a:lnTo>
                  <a:lnTo>
                    <a:pt x="81207" y="66900"/>
                  </a:lnTo>
                  <a:lnTo>
                    <a:pt x="81535" y="66409"/>
                  </a:lnTo>
                  <a:lnTo>
                    <a:pt x="82187" y="65617"/>
                  </a:lnTo>
                  <a:lnTo>
                    <a:pt x="83177" y="64872"/>
                  </a:lnTo>
                  <a:lnTo>
                    <a:pt x="84496" y="64438"/>
                  </a:lnTo>
                  <a:lnTo>
                    <a:pt x="85403" y="64372"/>
                  </a:lnTo>
                  <a:lnTo>
                    <a:pt x="86028" y="63961"/>
                  </a:lnTo>
                  <a:lnTo>
                    <a:pt x="86934" y="63232"/>
                  </a:lnTo>
                  <a:lnTo>
                    <a:pt x="87102" y="62845"/>
                  </a:lnTo>
                  <a:lnTo>
                    <a:pt x="86298" y="63290"/>
                  </a:lnTo>
                  <a:lnTo>
                    <a:pt x="84964" y="63728"/>
                  </a:lnTo>
                  <a:lnTo>
                    <a:pt x="85306" y="63154"/>
                  </a:lnTo>
                  <a:lnTo>
                    <a:pt x="85640" y="62847"/>
                  </a:lnTo>
                  <a:lnTo>
                    <a:pt x="92772" y="57819"/>
                  </a:lnTo>
                  <a:lnTo>
                    <a:pt x="94207" y="56990"/>
                  </a:lnTo>
                  <a:lnTo>
                    <a:pt x="97068" y="55932"/>
                  </a:lnTo>
                  <a:lnTo>
                    <a:pt x="97465" y="55239"/>
                  </a:lnTo>
                  <a:lnTo>
                    <a:pt x="97074" y="54797"/>
                  </a:lnTo>
                  <a:lnTo>
                    <a:pt x="98185" y="55189"/>
                  </a:lnTo>
                  <a:lnTo>
                    <a:pt x="98093" y="55762"/>
                  </a:lnTo>
                  <a:lnTo>
                    <a:pt x="97919" y="56181"/>
                  </a:lnTo>
                  <a:lnTo>
                    <a:pt x="97854" y="56892"/>
                  </a:lnTo>
                  <a:lnTo>
                    <a:pt x="97963" y="57575"/>
                  </a:lnTo>
                  <a:lnTo>
                    <a:pt x="99091" y="57909"/>
                  </a:lnTo>
                  <a:lnTo>
                    <a:pt x="100032" y="59182"/>
                  </a:lnTo>
                  <a:lnTo>
                    <a:pt x="99586" y="57453"/>
                  </a:lnTo>
                  <a:lnTo>
                    <a:pt x="100433" y="56476"/>
                  </a:lnTo>
                  <a:lnTo>
                    <a:pt x="103695" y="55167"/>
                  </a:lnTo>
                  <a:lnTo>
                    <a:pt x="106421" y="55025"/>
                  </a:lnTo>
                  <a:lnTo>
                    <a:pt x="107293" y="54415"/>
                  </a:lnTo>
                  <a:lnTo>
                    <a:pt x="104962" y="54006"/>
                  </a:lnTo>
                  <a:lnTo>
                    <a:pt x="102199" y="54229"/>
                  </a:lnTo>
                  <a:lnTo>
                    <a:pt x="100490" y="53772"/>
                  </a:lnTo>
                  <a:lnTo>
                    <a:pt x="98131" y="54070"/>
                  </a:lnTo>
                  <a:lnTo>
                    <a:pt x="95636" y="53784"/>
                  </a:lnTo>
                  <a:lnTo>
                    <a:pt x="94870" y="54162"/>
                  </a:lnTo>
                  <a:lnTo>
                    <a:pt x="94250" y="54979"/>
                  </a:lnTo>
                  <a:lnTo>
                    <a:pt x="93443" y="54618"/>
                  </a:lnTo>
                  <a:lnTo>
                    <a:pt x="93054" y="54558"/>
                  </a:lnTo>
                  <a:lnTo>
                    <a:pt x="92678" y="54276"/>
                  </a:lnTo>
                  <a:lnTo>
                    <a:pt x="93486" y="52871"/>
                  </a:lnTo>
                  <a:lnTo>
                    <a:pt x="96016" y="50779"/>
                  </a:lnTo>
                  <a:lnTo>
                    <a:pt x="97558" y="48961"/>
                  </a:lnTo>
                  <a:lnTo>
                    <a:pt x="97992" y="48579"/>
                  </a:lnTo>
                  <a:lnTo>
                    <a:pt x="98337" y="47847"/>
                  </a:lnTo>
                  <a:lnTo>
                    <a:pt x="97492" y="47970"/>
                  </a:lnTo>
                  <a:lnTo>
                    <a:pt x="96752" y="48257"/>
                  </a:lnTo>
                  <a:lnTo>
                    <a:pt x="96240" y="47416"/>
                  </a:lnTo>
                  <a:lnTo>
                    <a:pt x="95328" y="46300"/>
                  </a:lnTo>
                  <a:lnTo>
                    <a:pt x="95240" y="46764"/>
                  </a:lnTo>
                  <a:lnTo>
                    <a:pt x="95698" y="48154"/>
                  </a:lnTo>
                  <a:lnTo>
                    <a:pt x="93949" y="50599"/>
                  </a:lnTo>
                  <a:lnTo>
                    <a:pt x="92819" y="50772"/>
                  </a:lnTo>
                  <a:lnTo>
                    <a:pt x="91312" y="51912"/>
                  </a:lnTo>
                  <a:lnTo>
                    <a:pt x="89182" y="52905"/>
                  </a:lnTo>
                  <a:lnTo>
                    <a:pt x="86697" y="54799"/>
                  </a:lnTo>
                  <a:lnTo>
                    <a:pt x="83486" y="56394"/>
                  </a:lnTo>
                  <a:lnTo>
                    <a:pt x="82813" y="56401"/>
                  </a:lnTo>
                  <a:lnTo>
                    <a:pt x="81354" y="55088"/>
                  </a:lnTo>
                  <a:lnTo>
                    <a:pt x="81762" y="54490"/>
                  </a:lnTo>
                  <a:lnTo>
                    <a:pt x="82141" y="53679"/>
                  </a:lnTo>
                  <a:lnTo>
                    <a:pt x="81779" y="53913"/>
                  </a:lnTo>
                  <a:lnTo>
                    <a:pt x="81544" y="54264"/>
                  </a:lnTo>
                  <a:lnTo>
                    <a:pt x="80664" y="54828"/>
                  </a:lnTo>
                  <a:lnTo>
                    <a:pt x="81377" y="55920"/>
                  </a:lnTo>
                  <a:lnTo>
                    <a:pt x="81033" y="56329"/>
                  </a:lnTo>
                  <a:lnTo>
                    <a:pt x="80013" y="56867"/>
                  </a:lnTo>
                  <a:lnTo>
                    <a:pt x="79063" y="57645"/>
                  </a:lnTo>
                  <a:lnTo>
                    <a:pt x="78231" y="58166"/>
                  </a:lnTo>
                  <a:lnTo>
                    <a:pt x="77559" y="57504"/>
                  </a:lnTo>
                  <a:lnTo>
                    <a:pt x="75702" y="58340"/>
                  </a:lnTo>
                  <a:lnTo>
                    <a:pt x="74138" y="58565"/>
                  </a:lnTo>
                  <a:lnTo>
                    <a:pt x="73800" y="58141"/>
                  </a:lnTo>
                  <a:lnTo>
                    <a:pt x="73701" y="57473"/>
                  </a:lnTo>
                  <a:lnTo>
                    <a:pt x="73154" y="57311"/>
                  </a:lnTo>
                  <a:lnTo>
                    <a:pt x="72136" y="57496"/>
                  </a:lnTo>
                  <a:lnTo>
                    <a:pt x="71751" y="57140"/>
                  </a:lnTo>
                  <a:lnTo>
                    <a:pt x="71314" y="56965"/>
                  </a:lnTo>
                  <a:lnTo>
                    <a:pt x="70914" y="56818"/>
                  </a:lnTo>
                  <a:lnTo>
                    <a:pt x="70570" y="56703"/>
                  </a:lnTo>
                  <a:lnTo>
                    <a:pt x="70371" y="56899"/>
                  </a:lnTo>
                  <a:lnTo>
                    <a:pt x="70182" y="57161"/>
                  </a:lnTo>
                  <a:lnTo>
                    <a:pt x="69949" y="57358"/>
                  </a:lnTo>
                  <a:lnTo>
                    <a:pt x="69460" y="57080"/>
                  </a:lnTo>
                  <a:lnTo>
                    <a:pt x="69149" y="56572"/>
                  </a:lnTo>
                  <a:lnTo>
                    <a:pt x="68650" y="56049"/>
                  </a:lnTo>
                  <a:lnTo>
                    <a:pt x="68461" y="55655"/>
                  </a:lnTo>
                  <a:lnTo>
                    <a:pt x="68561" y="55198"/>
                  </a:lnTo>
                  <a:lnTo>
                    <a:pt x="68783" y="54756"/>
                  </a:lnTo>
                  <a:lnTo>
                    <a:pt x="68883" y="54232"/>
                  </a:lnTo>
                  <a:lnTo>
                    <a:pt x="68639" y="53628"/>
                  </a:lnTo>
                  <a:lnTo>
                    <a:pt x="68417" y="53284"/>
                  </a:lnTo>
                  <a:lnTo>
                    <a:pt x="68261" y="52891"/>
                  </a:lnTo>
                  <a:lnTo>
                    <a:pt x="68317" y="52515"/>
                  </a:lnTo>
                  <a:lnTo>
                    <a:pt x="68628" y="52335"/>
                  </a:lnTo>
                  <a:lnTo>
                    <a:pt x="68917" y="52105"/>
                  </a:lnTo>
                  <a:lnTo>
                    <a:pt x="69016" y="51615"/>
                  </a:lnTo>
                  <a:lnTo>
                    <a:pt x="68838" y="51091"/>
                  </a:lnTo>
                  <a:lnTo>
                    <a:pt x="68328" y="50878"/>
                  </a:lnTo>
                  <a:lnTo>
                    <a:pt x="67906" y="50960"/>
                  </a:lnTo>
                  <a:lnTo>
                    <a:pt x="67296" y="50845"/>
                  </a:lnTo>
                  <a:lnTo>
                    <a:pt x="66708" y="50518"/>
                  </a:lnTo>
                  <a:lnTo>
                    <a:pt x="66319" y="50142"/>
                  </a:lnTo>
                  <a:lnTo>
                    <a:pt x="66019" y="49929"/>
                  </a:lnTo>
                  <a:lnTo>
                    <a:pt x="65786" y="49929"/>
                  </a:lnTo>
                  <a:lnTo>
                    <a:pt x="65508" y="49716"/>
                  </a:lnTo>
                  <a:lnTo>
                    <a:pt x="65342" y="49356"/>
                  </a:lnTo>
                  <a:lnTo>
                    <a:pt x="65364" y="48767"/>
                  </a:lnTo>
                  <a:lnTo>
                    <a:pt x="65442" y="48407"/>
                  </a:lnTo>
                  <a:lnTo>
                    <a:pt x="65597" y="48096"/>
                  </a:lnTo>
                  <a:lnTo>
                    <a:pt x="65608" y="47752"/>
                  </a:lnTo>
                  <a:lnTo>
                    <a:pt x="65542" y="47506"/>
                  </a:lnTo>
                  <a:lnTo>
                    <a:pt x="65531" y="47311"/>
                  </a:lnTo>
                  <a:lnTo>
                    <a:pt x="65575" y="47065"/>
                  </a:lnTo>
                  <a:lnTo>
                    <a:pt x="65675" y="46574"/>
                  </a:lnTo>
                  <a:lnTo>
                    <a:pt x="65508" y="46214"/>
                  </a:lnTo>
                  <a:lnTo>
                    <a:pt x="65491" y="44968"/>
                  </a:lnTo>
                  <a:lnTo>
                    <a:pt x="65458" y="42636"/>
                  </a:lnTo>
                  <a:lnTo>
                    <a:pt x="65434" y="40849"/>
                  </a:lnTo>
                  <a:lnTo>
                    <a:pt x="65403" y="38604"/>
                  </a:lnTo>
                  <a:lnTo>
                    <a:pt x="65385" y="36969"/>
                  </a:lnTo>
                  <a:lnTo>
                    <a:pt x="65360" y="34678"/>
                  </a:lnTo>
                  <a:lnTo>
                    <a:pt x="65336" y="32504"/>
                  </a:lnTo>
                  <a:lnTo>
                    <a:pt x="65299" y="30453"/>
                  </a:lnTo>
                  <a:lnTo>
                    <a:pt x="64087" y="29270"/>
                  </a:lnTo>
                  <a:lnTo>
                    <a:pt x="62555" y="27774"/>
                  </a:lnTo>
                  <a:lnTo>
                    <a:pt x="61243" y="26782"/>
                  </a:lnTo>
                  <a:lnTo>
                    <a:pt x="60530" y="26663"/>
                  </a:lnTo>
                  <a:lnTo>
                    <a:pt x="60084" y="26802"/>
                  </a:lnTo>
                  <a:lnTo>
                    <a:pt x="59905" y="27198"/>
                  </a:lnTo>
                  <a:lnTo>
                    <a:pt x="58926" y="27621"/>
                  </a:lnTo>
                  <a:lnTo>
                    <a:pt x="57146" y="28072"/>
                  </a:lnTo>
                  <a:lnTo>
                    <a:pt x="55631" y="28772"/>
                  </a:lnTo>
                  <a:lnTo>
                    <a:pt x="55075" y="28779"/>
                  </a:lnTo>
                  <a:lnTo>
                    <a:pt x="54604" y="28661"/>
                  </a:lnTo>
                  <a:lnTo>
                    <a:pt x="53981" y="28310"/>
                  </a:lnTo>
                  <a:lnTo>
                    <a:pt x="53551" y="27791"/>
                  </a:lnTo>
                  <a:lnTo>
                    <a:pt x="53402" y="26891"/>
                  </a:lnTo>
                  <a:lnTo>
                    <a:pt x="53535" y="25657"/>
                  </a:lnTo>
                  <a:lnTo>
                    <a:pt x="52626" y="25404"/>
                  </a:lnTo>
                  <a:lnTo>
                    <a:pt x="51712" y="25150"/>
                  </a:lnTo>
                  <a:lnTo>
                    <a:pt x="51152" y="26001"/>
                  </a:lnTo>
                  <a:lnTo>
                    <a:pt x="50615" y="26717"/>
                  </a:lnTo>
                  <a:lnTo>
                    <a:pt x="49550" y="28279"/>
                  </a:lnTo>
                  <a:lnTo>
                    <a:pt x="48052" y="30473"/>
                  </a:lnTo>
                  <a:lnTo>
                    <a:pt x="47222" y="31679"/>
                  </a:lnTo>
                  <a:lnTo>
                    <a:pt x="45763" y="33799"/>
                  </a:lnTo>
                  <a:lnTo>
                    <a:pt x="44476" y="35667"/>
                  </a:lnTo>
                  <a:lnTo>
                    <a:pt x="44188" y="37585"/>
                  </a:lnTo>
                  <a:lnTo>
                    <a:pt x="43914" y="39404"/>
                  </a:lnTo>
                  <a:lnTo>
                    <a:pt x="42849" y="40788"/>
                  </a:lnTo>
                  <a:lnTo>
                    <a:pt x="42200" y="42056"/>
                  </a:lnTo>
                  <a:lnTo>
                    <a:pt x="41911" y="43463"/>
                  </a:lnTo>
                  <a:lnTo>
                    <a:pt x="41669" y="44755"/>
                  </a:lnTo>
                  <a:lnTo>
                    <a:pt x="41650" y="45837"/>
                  </a:lnTo>
                  <a:lnTo>
                    <a:pt x="41833" y="46404"/>
                  </a:lnTo>
                  <a:lnTo>
                    <a:pt x="41747" y="46865"/>
                  </a:lnTo>
                  <a:lnTo>
                    <a:pt x="41395" y="47396"/>
                  </a:lnTo>
                  <a:lnTo>
                    <a:pt x="40691" y="48319"/>
                  </a:lnTo>
                  <a:lnTo>
                    <a:pt x="40566" y="49207"/>
                  </a:lnTo>
                  <a:lnTo>
                    <a:pt x="40135" y="49645"/>
                  </a:lnTo>
                  <a:lnTo>
                    <a:pt x="38907" y="50521"/>
                  </a:lnTo>
                  <a:lnTo>
                    <a:pt x="37906" y="51813"/>
                  </a:lnTo>
                  <a:lnTo>
                    <a:pt x="37857" y="52544"/>
                  </a:lnTo>
                  <a:lnTo>
                    <a:pt x="38001" y="53152"/>
                  </a:lnTo>
                  <a:lnTo>
                    <a:pt x="38023" y="53529"/>
                  </a:lnTo>
                  <a:lnTo>
                    <a:pt x="37823" y="53792"/>
                  </a:lnTo>
                  <a:lnTo>
                    <a:pt x="37422" y="53775"/>
                  </a:lnTo>
                  <a:lnTo>
                    <a:pt x="36989" y="53858"/>
                  </a:lnTo>
                  <a:lnTo>
                    <a:pt x="36623" y="54396"/>
                  </a:lnTo>
                  <a:lnTo>
                    <a:pt x="36632" y="55170"/>
                  </a:lnTo>
                  <a:lnTo>
                    <a:pt x="36365" y="55728"/>
                  </a:lnTo>
                  <a:lnTo>
                    <a:pt x="36054" y="55843"/>
                  </a:lnTo>
                  <a:lnTo>
                    <a:pt x="35787" y="55448"/>
                  </a:lnTo>
                  <a:lnTo>
                    <a:pt x="35466" y="54857"/>
                  </a:lnTo>
                  <a:lnTo>
                    <a:pt x="35089" y="54799"/>
                  </a:lnTo>
                  <a:lnTo>
                    <a:pt x="34519" y="55192"/>
                  </a:lnTo>
                  <a:lnTo>
                    <a:pt x="33815" y="55837"/>
                  </a:lnTo>
                  <a:lnTo>
                    <a:pt x="33181" y="55872"/>
                  </a:lnTo>
                  <a:lnTo>
                    <a:pt x="31992" y="55457"/>
                  </a:lnTo>
                  <a:lnTo>
                    <a:pt x="31124" y="56709"/>
                  </a:lnTo>
                  <a:lnTo>
                    <a:pt x="30192" y="59398"/>
                  </a:lnTo>
                  <a:lnTo>
                    <a:pt x="26256" y="59405"/>
                  </a:lnTo>
                  <a:lnTo>
                    <a:pt x="22319" y="59411"/>
                  </a:lnTo>
                  <a:lnTo>
                    <a:pt x="18382" y="59418"/>
                  </a:lnTo>
                  <a:lnTo>
                    <a:pt x="14445" y="59425"/>
                  </a:lnTo>
                  <a:lnTo>
                    <a:pt x="10508" y="59431"/>
                  </a:lnTo>
                  <a:lnTo>
                    <a:pt x="6571" y="59438"/>
                  </a:lnTo>
                  <a:lnTo>
                    <a:pt x="2635" y="59445"/>
                  </a:lnTo>
                  <a:lnTo>
                    <a:pt x="431" y="5944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2828316" y="1729809"/>
              <a:ext cx="1584" cy="1620"/>
            </a:xfrm>
            <a:custGeom>
              <a:avLst/>
              <a:pathLst>
                <a:path w="1584" h="1620">
                  <a:moveTo>
                    <a:pt x="1318" y="359"/>
                  </a:moveTo>
                  <a:lnTo>
                    <a:pt x="1584" y="1620"/>
                  </a:lnTo>
                  <a:lnTo>
                    <a:pt x="422" y="1417"/>
                  </a:lnTo>
                  <a:lnTo>
                    <a:pt x="17" y="1173"/>
                  </a:lnTo>
                  <a:lnTo>
                    <a:pt x="0" y="567"/>
                  </a:lnTo>
                  <a:lnTo>
                    <a:pt x="216" y="0"/>
                  </a:lnTo>
                  <a:lnTo>
                    <a:pt x="1099" y="20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503514" y="1726299"/>
              <a:ext cx="3083" cy="1887"/>
            </a:xfrm>
            <a:custGeom>
              <a:avLst/>
              <a:pathLst>
                <a:path w="3083" h="1887">
                  <a:moveTo>
                    <a:pt x="2925" y="594"/>
                  </a:moveTo>
                  <a:lnTo>
                    <a:pt x="1465" y="1406"/>
                  </a:lnTo>
                  <a:lnTo>
                    <a:pt x="1132" y="1725"/>
                  </a:lnTo>
                  <a:lnTo>
                    <a:pt x="728" y="1887"/>
                  </a:lnTo>
                  <a:lnTo>
                    <a:pt x="426" y="1632"/>
                  </a:lnTo>
                  <a:lnTo>
                    <a:pt x="0" y="772"/>
                  </a:lnTo>
                  <a:lnTo>
                    <a:pt x="77" y="486"/>
                  </a:lnTo>
                  <a:lnTo>
                    <a:pt x="477" y="448"/>
                  </a:lnTo>
                  <a:lnTo>
                    <a:pt x="707" y="561"/>
                  </a:lnTo>
                  <a:lnTo>
                    <a:pt x="765" y="828"/>
                  </a:lnTo>
                  <a:lnTo>
                    <a:pt x="941" y="964"/>
                  </a:lnTo>
                  <a:lnTo>
                    <a:pt x="1234" y="967"/>
                  </a:lnTo>
                  <a:lnTo>
                    <a:pt x="2316" y="131"/>
                  </a:lnTo>
                  <a:lnTo>
                    <a:pt x="2879" y="0"/>
                  </a:lnTo>
                  <a:lnTo>
                    <a:pt x="3083" y="16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508952" y="1724629"/>
              <a:ext cx="2914" cy="2289"/>
            </a:xfrm>
            <a:custGeom>
              <a:avLst/>
              <a:pathLst>
                <a:path w="2914" h="2289">
                  <a:moveTo>
                    <a:pt x="1845" y="94"/>
                  </a:moveTo>
                  <a:lnTo>
                    <a:pt x="2543" y="999"/>
                  </a:lnTo>
                  <a:lnTo>
                    <a:pt x="2914" y="1244"/>
                  </a:lnTo>
                  <a:lnTo>
                    <a:pt x="476" y="2225"/>
                  </a:lnTo>
                  <a:lnTo>
                    <a:pt x="184" y="2289"/>
                  </a:lnTo>
                  <a:lnTo>
                    <a:pt x="24" y="2173"/>
                  </a:lnTo>
                  <a:lnTo>
                    <a:pt x="0" y="1259"/>
                  </a:lnTo>
                  <a:lnTo>
                    <a:pt x="105" y="553"/>
                  </a:lnTo>
                  <a:lnTo>
                    <a:pt x="281" y="448"/>
                  </a:lnTo>
                  <a:lnTo>
                    <a:pt x="845" y="873"/>
                  </a:lnTo>
                  <a:lnTo>
                    <a:pt x="1429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2843279" y="1724296"/>
              <a:ext cx="4825" cy="3692"/>
            </a:xfrm>
            <a:custGeom>
              <a:avLst/>
              <a:pathLst>
                <a:path w="4825" h="3692">
                  <a:moveTo>
                    <a:pt x="4694" y="3402"/>
                  </a:moveTo>
                  <a:lnTo>
                    <a:pt x="4825" y="3692"/>
                  </a:lnTo>
                  <a:lnTo>
                    <a:pt x="2720" y="2607"/>
                  </a:lnTo>
                  <a:lnTo>
                    <a:pt x="1822" y="1964"/>
                  </a:lnTo>
                  <a:lnTo>
                    <a:pt x="1475" y="1501"/>
                  </a:lnTo>
                  <a:lnTo>
                    <a:pt x="1249" y="1238"/>
                  </a:lnTo>
                  <a:lnTo>
                    <a:pt x="178" y="549"/>
                  </a:lnTo>
                  <a:lnTo>
                    <a:pt x="0" y="233"/>
                  </a:lnTo>
                  <a:lnTo>
                    <a:pt x="251" y="0"/>
                  </a:lnTo>
                  <a:lnTo>
                    <a:pt x="971" y="141"/>
                  </a:lnTo>
                  <a:lnTo>
                    <a:pt x="2160" y="659"/>
                  </a:lnTo>
                  <a:lnTo>
                    <a:pt x="3223" y="150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2821506" y="1722939"/>
              <a:ext cx="3079" cy="3779"/>
            </a:xfrm>
            <a:custGeom>
              <a:avLst/>
              <a:pathLst>
                <a:path w="3079" h="3779">
                  <a:moveTo>
                    <a:pt x="2933" y="3717"/>
                  </a:moveTo>
                  <a:lnTo>
                    <a:pt x="2562" y="3779"/>
                  </a:lnTo>
                  <a:lnTo>
                    <a:pt x="1966" y="3610"/>
                  </a:lnTo>
                  <a:lnTo>
                    <a:pt x="1296" y="3211"/>
                  </a:lnTo>
                  <a:lnTo>
                    <a:pt x="120" y="2146"/>
                  </a:lnTo>
                  <a:lnTo>
                    <a:pt x="0" y="1906"/>
                  </a:lnTo>
                  <a:lnTo>
                    <a:pt x="106" y="1699"/>
                  </a:lnTo>
                  <a:lnTo>
                    <a:pt x="438" y="1528"/>
                  </a:lnTo>
                  <a:lnTo>
                    <a:pt x="514" y="1247"/>
                  </a:lnTo>
                  <a:lnTo>
                    <a:pt x="240" y="482"/>
                  </a:lnTo>
                  <a:lnTo>
                    <a:pt x="1184" y="0"/>
                  </a:lnTo>
                  <a:lnTo>
                    <a:pt x="2016" y="400"/>
                  </a:lnTo>
                  <a:lnTo>
                    <a:pt x="2394" y="890"/>
                  </a:lnTo>
                  <a:lnTo>
                    <a:pt x="2851" y="1765"/>
                  </a:lnTo>
                  <a:lnTo>
                    <a:pt x="3056" y="2750"/>
                  </a:lnTo>
                  <a:lnTo>
                    <a:pt x="3079" y="342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12485" y="1721934"/>
              <a:ext cx="26386" cy="12068"/>
            </a:xfrm>
            <a:custGeom>
              <a:avLst/>
              <a:pathLst>
                <a:path w="26386" h="12068">
                  <a:moveTo>
                    <a:pt x="25393" y="11862"/>
                  </a:moveTo>
                  <a:lnTo>
                    <a:pt x="21435" y="12068"/>
                  </a:lnTo>
                  <a:lnTo>
                    <a:pt x="18283" y="11207"/>
                  </a:lnTo>
                  <a:lnTo>
                    <a:pt x="15947" y="10791"/>
                  </a:lnTo>
                  <a:lnTo>
                    <a:pt x="13658" y="10034"/>
                  </a:lnTo>
                  <a:lnTo>
                    <a:pt x="8697" y="7602"/>
                  </a:lnTo>
                  <a:lnTo>
                    <a:pt x="8129" y="6757"/>
                  </a:lnTo>
                  <a:lnTo>
                    <a:pt x="7653" y="5719"/>
                  </a:lnTo>
                  <a:lnTo>
                    <a:pt x="6703" y="4775"/>
                  </a:lnTo>
                  <a:lnTo>
                    <a:pt x="5679" y="3998"/>
                  </a:lnTo>
                  <a:lnTo>
                    <a:pt x="427" y="1627"/>
                  </a:lnTo>
                  <a:lnTo>
                    <a:pt x="0" y="800"/>
                  </a:lnTo>
                  <a:lnTo>
                    <a:pt x="1061" y="257"/>
                  </a:lnTo>
                  <a:lnTo>
                    <a:pt x="2284" y="0"/>
                  </a:lnTo>
                  <a:lnTo>
                    <a:pt x="3346" y="38"/>
                  </a:lnTo>
                  <a:lnTo>
                    <a:pt x="6859" y="964"/>
                  </a:lnTo>
                  <a:lnTo>
                    <a:pt x="11288" y="1778"/>
                  </a:lnTo>
                  <a:lnTo>
                    <a:pt x="13210" y="2394"/>
                  </a:lnTo>
                  <a:lnTo>
                    <a:pt x="15389" y="3332"/>
                  </a:lnTo>
                  <a:lnTo>
                    <a:pt x="17519" y="4469"/>
                  </a:lnTo>
                  <a:lnTo>
                    <a:pt x="22253" y="7494"/>
                  </a:lnTo>
                  <a:lnTo>
                    <a:pt x="23104" y="7735"/>
                  </a:lnTo>
                  <a:lnTo>
                    <a:pt x="25241" y="9217"/>
                  </a:lnTo>
                  <a:lnTo>
                    <a:pt x="26011" y="10330"/>
                  </a:lnTo>
                  <a:lnTo>
                    <a:pt x="26386" y="11233"/>
                  </a:lnTo>
                  <a:lnTo>
                    <a:pt x="25919" y="1169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2839721" y="1718130"/>
              <a:ext cx="1121" cy="2739"/>
            </a:xfrm>
            <a:custGeom>
              <a:avLst/>
              <a:pathLst>
                <a:path w="1121" h="2739">
                  <a:moveTo>
                    <a:pt x="456" y="2615"/>
                  </a:moveTo>
                  <a:lnTo>
                    <a:pt x="230" y="2739"/>
                  </a:lnTo>
                  <a:lnTo>
                    <a:pt x="0" y="1158"/>
                  </a:lnTo>
                  <a:lnTo>
                    <a:pt x="286" y="585"/>
                  </a:lnTo>
                  <a:lnTo>
                    <a:pt x="368" y="296"/>
                  </a:lnTo>
                  <a:lnTo>
                    <a:pt x="332" y="0"/>
                  </a:lnTo>
                  <a:lnTo>
                    <a:pt x="833" y="714"/>
                  </a:lnTo>
                  <a:lnTo>
                    <a:pt x="1036" y="1193"/>
                  </a:lnTo>
                  <a:lnTo>
                    <a:pt x="1121" y="1857"/>
                  </a:lnTo>
                  <a:lnTo>
                    <a:pt x="1111" y="203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2836575" y="1715331"/>
              <a:ext cx="2690" cy="5209"/>
            </a:xfrm>
            <a:custGeom>
              <a:avLst/>
              <a:pathLst>
                <a:path w="2690" h="5209">
                  <a:moveTo>
                    <a:pt x="1649" y="4473"/>
                  </a:moveTo>
                  <a:lnTo>
                    <a:pt x="1545" y="5209"/>
                  </a:lnTo>
                  <a:lnTo>
                    <a:pt x="935" y="4014"/>
                  </a:lnTo>
                  <a:lnTo>
                    <a:pt x="0" y="1482"/>
                  </a:lnTo>
                  <a:lnTo>
                    <a:pt x="124" y="890"/>
                  </a:lnTo>
                  <a:lnTo>
                    <a:pt x="541" y="52"/>
                  </a:lnTo>
                  <a:lnTo>
                    <a:pt x="922" y="0"/>
                  </a:lnTo>
                  <a:lnTo>
                    <a:pt x="1536" y="391"/>
                  </a:lnTo>
                  <a:lnTo>
                    <a:pt x="2071" y="1089"/>
                  </a:lnTo>
                  <a:lnTo>
                    <a:pt x="2194" y="1360"/>
                  </a:lnTo>
                  <a:lnTo>
                    <a:pt x="2526" y="2092"/>
                  </a:lnTo>
                  <a:lnTo>
                    <a:pt x="2690" y="2750"/>
                  </a:lnTo>
                  <a:lnTo>
                    <a:pt x="2322" y="354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96226" y="1709983"/>
              <a:ext cx="1557" cy="1290"/>
            </a:xfrm>
            <a:custGeom>
              <a:avLst/>
              <a:pathLst>
                <a:path w="1557" h="1290">
                  <a:moveTo>
                    <a:pt x="924" y="1137"/>
                  </a:moveTo>
                  <a:lnTo>
                    <a:pt x="607" y="1290"/>
                  </a:lnTo>
                  <a:lnTo>
                    <a:pt x="313" y="1285"/>
                  </a:lnTo>
                  <a:lnTo>
                    <a:pt x="42" y="1121"/>
                  </a:lnTo>
                  <a:lnTo>
                    <a:pt x="0" y="851"/>
                  </a:lnTo>
                  <a:lnTo>
                    <a:pt x="278" y="286"/>
                  </a:lnTo>
                  <a:lnTo>
                    <a:pt x="1009" y="0"/>
                  </a:lnTo>
                  <a:lnTo>
                    <a:pt x="1557" y="67"/>
                  </a:lnTo>
                  <a:lnTo>
                    <a:pt x="1524" y="352"/>
                  </a:lnTo>
                  <a:lnTo>
                    <a:pt x="1230" y="82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2808274" y="1709156"/>
              <a:ext cx="47929" cy="35396"/>
            </a:xfrm>
            <a:custGeom>
              <a:avLst/>
              <a:pathLst>
                <a:path w="47929" h="35396">
                  <a:moveTo>
                    <a:pt x="10904" y="3070"/>
                  </a:moveTo>
                  <a:lnTo>
                    <a:pt x="15600" y="4812"/>
                  </a:lnTo>
                  <a:lnTo>
                    <a:pt x="20303" y="5672"/>
                  </a:lnTo>
                  <a:lnTo>
                    <a:pt x="23753" y="6691"/>
                  </a:lnTo>
                  <a:lnTo>
                    <a:pt x="25872" y="7001"/>
                  </a:lnTo>
                  <a:lnTo>
                    <a:pt x="26637" y="7225"/>
                  </a:lnTo>
                  <a:lnTo>
                    <a:pt x="27131" y="7584"/>
                  </a:lnTo>
                  <a:lnTo>
                    <a:pt x="27714" y="8451"/>
                  </a:lnTo>
                  <a:lnTo>
                    <a:pt x="28722" y="10514"/>
                  </a:lnTo>
                  <a:lnTo>
                    <a:pt x="29486" y="11832"/>
                  </a:lnTo>
                  <a:lnTo>
                    <a:pt x="31064" y="14120"/>
                  </a:lnTo>
                  <a:lnTo>
                    <a:pt x="32310" y="15745"/>
                  </a:lnTo>
                  <a:lnTo>
                    <a:pt x="32594" y="16391"/>
                  </a:lnTo>
                  <a:lnTo>
                    <a:pt x="32332" y="16599"/>
                  </a:lnTo>
                  <a:lnTo>
                    <a:pt x="32348" y="16979"/>
                  </a:lnTo>
                  <a:lnTo>
                    <a:pt x="33295" y="18557"/>
                  </a:lnTo>
                  <a:lnTo>
                    <a:pt x="35071" y="19971"/>
                  </a:lnTo>
                  <a:lnTo>
                    <a:pt x="36461" y="20646"/>
                  </a:lnTo>
                  <a:lnTo>
                    <a:pt x="39394" y="21758"/>
                  </a:lnTo>
                  <a:lnTo>
                    <a:pt x="41193" y="22826"/>
                  </a:lnTo>
                  <a:lnTo>
                    <a:pt x="41748" y="23568"/>
                  </a:lnTo>
                  <a:lnTo>
                    <a:pt x="42530" y="24288"/>
                  </a:lnTo>
                  <a:lnTo>
                    <a:pt x="42856" y="24786"/>
                  </a:lnTo>
                  <a:lnTo>
                    <a:pt x="43497" y="26631"/>
                  </a:lnTo>
                  <a:lnTo>
                    <a:pt x="44686" y="28405"/>
                  </a:lnTo>
                  <a:lnTo>
                    <a:pt x="45912" y="31779"/>
                  </a:lnTo>
                  <a:lnTo>
                    <a:pt x="46140" y="31497"/>
                  </a:lnTo>
                  <a:lnTo>
                    <a:pt x="46281" y="30491"/>
                  </a:lnTo>
                  <a:lnTo>
                    <a:pt x="46422" y="30267"/>
                  </a:lnTo>
                  <a:lnTo>
                    <a:pt x="46683" y="30160"/>
                  </a:lnTo>
                  <a:lnTo>
                    <a:pt x="46925" y="30550"/>
                  </a:lnTo>
                  <a:lnTo>
                    <a:pt x="47148" y="31439"/>
                  </a:lnTo>
                  <a:lnTo>
                    <a:pt x="47929" y="33549"/>
                  </a:lnTo>
                  <a:lnTo>
                    <a:pt x="47675" y="34165"/>
                  </a:lnTo>
                  <a:lnTo>
                    <a:pt x="47449" y="34228"/>
                  </a:lnTo>
                  <a:lnTo>
                    <a:pt x="46395" y="33939"/>
                  </a:lnTo>
                  <a:lnTo>
                    <a:pt x="46029" y="34318"/>
                  </a:lnTo>
                  <a:lnTo>
                    <a:pt x="45538" y="35086"/>
                  </a:lnTo>
                  <a:lnTo>
                    <a:pt x="45191" y="35396"/>
                  </a:lnTo>
                  <a:lnTo>
                    <a:pt x="44988" y="35246"/>
                  </a:lnTo>
                  <a:lnTo>
                    <a:pt x="41939" y="34506"/>
                  </a:lnTo>
                  <a:lnTo>
                    <a:pt x="40063" y="33811"/>
                  </a:lnTo>
                  <a:lnTo>
                    <a:pt x="37594" y="32712"/>
                  </a:lnTo>
                  <a:lnTo>
                    <a:pt x="34631" y="31567"/>
                  </a:lnTo>
                  <a:lnTo>
                    <a:pt x="32939" y="30782"/>
                  </a:lnTo>
                  <a:lnTo>
                    <a:pt x="31529" y="29974"/>
                  </a:lnTo>
                  <a:lnTo>
                    <a:pt x="30550" y="29287"/>
                  </a:lnTo>
                  <a:lnTo>
                    <a:pt x="30365" y="28703"/>
                  </a:lnTo>
                  <a:lnTo>
                    <a:pt x="30409" y="28427"/>
                  </a:lnTo>
                  <a:lnTo>
                    <a:pt x="32309" y="26559"/>
                  </a:lnTo>
                  <a:lnTo>
                    <a:pt x="33115" y="25556"/>
                  </a:lnTo>
                  <a:lnTo>
                    <a:pt x="33423" y="24788"/>
                  </a:lnTo>
                  <a:lnTo>
                    <a:pt x="33582" y="23976"/>
                  </a:lnTo>
                  <a:lnTo>
                    <a:pt x="33388" y="23061"/>
                  </a:lnTo>
                  <a:lnTo>
                    <a:pt x="33218" y="24011"/>
                  </a:lnTo>
                  <a:lnTo>
                    <a:pt x="32938" y="24855"/>
                  </a:lnTo>
                  <a:lnTo>
                    <a:pt x="32596" y="25518"/>
                  </a:lnTo>
                  <a:lnTo>
                    <a:pt x="32380" y="25752"/>
                  </a:lnTo>
                  <a:lnTo>
                    <a:pt x="30101" y="26075"/>
                  </a:lnTo>
                  <a:lnTo>
                    <a:pt x="28260" y="25975"/>
                  </a:lnTo>
                  <a:lnTo>
                    <a:pt x="27337" y="26772"/>
                  </a:lnTo>
                  <a:lnTo>
                    <a:pt x="27062" y="26874"/>
                  </a:lnTo>
                  <a:lnTo>
                    <a:pt x="26554" y="26608"/>
                  </a:lnTo>
                  <a:lnTo>
                    <a:pt x="25443" y="25544"/>
                  </a:lnTo>
                  <a:lnTo>
                    <a:pt x="23854" y="24669"/>
                  </a:lnTo>
                  <a:lnTo>
                    <a:pt x="24010" y="24455"/>
                  </a:lnTo>
                  <a:lnTo>
                    <a:pt x="25048" y="24008"/>
                  </a:lnTo>
                  <a:lnTo>
                    <a:pt x="25499" y="23255"/>
                  </a:lnTo>
                  <a:lnTo>
                    <a:pt x="25129" y="23295"/>
                  </a:lnTo>
                  <a:lnTo>
                    <a:pt x="24804" y="23163"/>
                  </a:lnTo>
                  <a:lnTo>
                    <a:pt x="24158" y="22321"/>
                  </a:lnTo>
                  <a:lnTo>
                    <a:pt x="23788" y="22091"/>
                  </a:lnTo>
                  <a:lnTo>
                    <a:pt x="23004" y="22470"/>
                  </a:lnTo>
                  <a:lnTo>
                    <a:pt x="22689" y="22490"/>
                  </a:lnTo>
                  <a:lnTo>
                    <a:pt x="22384" y="21935"/>
                  </a:lnTo>
                  <a:lnTo>
                    <a:pt x="22821" y="20653"/>
                  </a:lnTo>
                  <a:lnTo>
                    <a:pt x="22843" y="20351"/>
                  </a:lnTo>
                  <a:lnTo>
                    <a:pt x="22039" y="20817"/>
                  </a:lnTo>
                  <a:lnTo>
                    <a:pt x="21774" y="20664"/>
                  </a:lnTo>
                  <a:lnTo>
                    <a:pt x="21523" y="20248"/>
                  </a:lnTo>
                  <a:lnTo>
                    <a:pt x="21287" y="20074"/>
                  </a:lnTo>
                  <a:lnTo>
                    <a:pt x="20634" y="20159"/>
                  </a:lnTo>
                  <a:lnTo>
                    <a:pt x="19927" y="19776"/>
                  </a:lnTo>
                  <a:lnTo>
                    <a:pt x="19680" y="19926"/>
                  </a:lnTo>
                  <a:lnTo>
                    <a:pt x="19586" y="20480"/>
                  </a:lnTo>
                  <a:lnTo>
                    <a:pt x="19351" y="20622"/>
                  </a:lnTo>
                  <a:lnTo>
                    <a:pt x="18271" y="19687"/>
                  </a:lnTo>
                  <a:lnTo>
                    <a:pt x="18026" y="19658"/>
                  </a:lnTo>
                  <a:lnTo>
                    <a:pt x="17502" y="20372"/>
                  </a:lnTo>
                  <a:lnTo>
                    <a:pt x="17320" y="20416"/>
                  </a:lnTo>
                  <a:lnTo>
                    <a:pt x="17042" y="20107"/>
                  </a:lnTo>
                  <a:lnTo>
                    <a:pt x="16898" y="18373"/>
                  </a:lnTo>
                  <a:lnTo>
                    <a:pt x="16957" y="17880"/>
                  </a:lnTo>
                  <a:lnTo>
                    <a:pt x="17105" y="17714"/>
                  </a:lnTo>
                  <a:lnTo>
                    <a:pt x="18042" y="17312"/>
                  </a:lnTo>
                  <a:lnTo>
                    <a:pt x="20738" y="16882"/>
                  </a:lnTo>
                  <a:lnTo>
                    <a:pt x="20963" y="16573"/>
                  </a:lnTo>
                  <a:lnTo>
                    <a:pt x="18943" y="16733"/>
                  </a:lnTo>
                  <a:lnTo>
                    <a:pt x="18417" y="16497"/>
                  </a:lnTo>
                  <a:lnTo>
                    <a:pt x="17853" y="15905"/>
                  </a:lnTo>
                  <a:lnTo>
                    <a:pt x="17262" y="15914"/>
                  </a:lnTo>
                  <a:lnTo>
                    <a:pt x="16950" y="15721"/>
                  </a:lnTo>
                  <a:lnTo>
                    <a:pt x="16622" y="15292"/>
                  </a:lnTo>
                  <a:lnTo>
                    <a:pt x="15769" y="13725"/>
                  </a:lnTo>
                  <a:lnTo>
                    <a:pt x="15187" y="13328"/>
                  </a:lnTo>
                  <a:lnTo>
                    <a:pt x="14196" y="13079"/>
                  </a:lnTo>
                  <a:lnTo>
                    <a:pt x="13685" y="12781"/>
                  </a:lnTo>
                  <a:lnTo>
                    <a:pt x="13470" y="12913"/>
                  </a:lnTo>
                  <a:lnTo>
                    <a:pt x="13263" y="13360"/>
                  </a:lnTo>
                  <a:lnTo>
                    <a:pt x="12987" y="13637"/>
                  </a:lnTo>
                  <a:lnTo>
                    <a:pt x="12310" y="13794"/>
                  </a:lnTo>
                  <a:lnTo>
                    <a:pt x="11689" y="13680"/>
                  </a:lnTo>
                  <a:lnTo>
                    <a:pt x="11205" y="13251"/>
                  </a:lnTo>
                  <a:lnTo>
                    <a:pt x="10917" y="12711"/>
                  </a:lnTo>
                  <a:lnTo>
                    <a:pt x="10807" y="12108"/>
                  </a:lnTo>
                  <a:lnTo>
                    <a:pt x="11076" y="11301"/>
                  </a:lnTo>
                  <a:lnTo>
                    <a:pt x="11071" y="10982"/>
                  </a:lnTo>
                  <a:lnTo>
                    <a:pt x="10951" y="10609"/>
                  </a:lnTo>
                  <a:lnTo>
                    <a:pt x="10730" y="10308"/>
                  </a:lnTo>
                  <a:lnTo>
                    <a:pt x="10407" y="10078"/>
                  </a:lnTo>
                  <a:lnTo>
                    <a:pt x="10231" y="10198"/>
                  </a:lnTo>
                  <a:lnTo>
                    <a:pt x="10202" y="10669"/>
                  </a:lnTo>
                  <a:lnTo>
                    <a:pt x="10027" y="11014"/>
                  </a:lnTo>
                  <a:lnTo>
                    <a:pt x="9465" y="11278"/>
                  </a:lnTo>
                  <a:lnTo>
                    <a:pt x="9006" y="10817"/>
                  </a:lnTo>
                  <a:lnTo>
                    <a:pt x="8705" y="10177"/>
                  </a:lnTo>
                  <a:lnTo>
                    <a:pt x="8351" y="9723"/>
                  </a:lnTo>
                  <a:lnTo>
                    <a:pt x="6386" y="9724"/>
                  </a:lnTo>
                  <a:lnTo>
                    <a:pt x="5481" y="10313"/>
                  </a:lnTo>
                  <a:lnTo>
                    <a:pt x="5048" y="10360"/>
                  </a:lnTo>
                  <a:lnTo>
                    <a:pt x="4597" y="10221"/>
                  </a:lnTo>
                  <a:lnTo>
                    <a:pt x="4511" y="9909"/>
                  </a:lnTo>
                  <a:lnTo>
                    <a:pt x="4935" y="9053"/>
                  </a:lnTo>
                  <a:lnTo>
                    <a:pt x="4831" y="7913"/>
                  </a:lnTo>
                  <a:lnTo>
                    <a:pt x="4721" y="7627"/>
                  </a:lnTo>
                  <a:lnTo>
                    <a:pt x="3814" y="7452"/>
                  </a:lnTo>
                  <a:lnTo>
                    <a:pt x="3660" y="7176"/>
                  </a:lnTo>
                  <a:lnTo>
                    <a:pt x="4200" y="5792"/>
                  </a:lnTo>
                  <a:lnTo>
                    <a:pt x="4502" y="5531"/>
                  </a:lnTo>
                  <a:lnTo>
                    <a:pt x="4904" y="5432"/>
                  </a:lnTo>
                  <a:lnTo>
                    <a:pt x="6702" y="5320"/>
                  </a:lnTo>
                  <a:lnTo>
                    <a:pt x="7301" y="5517"/>
                  </a:lnTo>
                  <a:lnTo>
                    <a:pt x="8168" y="6358"/>
                  </a:lnTo>
                  <a:lnTo>
                    <a:pt x="8141" y="6042"/>
                  </a:lnTo>
                  <a:lnTo>
                    <a:pt x="7813" y="5088"/>
                  </a:lnTo>
                  <a:lnTo>
                    <a:pt x="7766" y="4516"/>
                  </a:lnTo>
                  <a:lnTo>
                    <a:pt x="8363" y="3869"/>
                  </a:lnTo>
                  <a:lnTo>
                    <a:pt x="7792" y="3680"/>
                  </a:lnTo>
                  <a:lnTo>
                    <a:pt x="5661" y="3531"/>
                  </a:lnTo>
                  <a:lnTo>
                    <a:pt x="5678" y="3944"/>
                  </a:lnTo>
                  <a:lnTo>
                    <a:pt x="5853" y="4530"/>
                  </a:lnTo>
                  <a:lnTo>
                    <a:pt x="4590" y="5044"/>
                  </a:lnTo>
                  <a:lnTo>
                    <a:pt x="3653" y="5131"/>
                  </a:lnTo>
                  <a:lnTo>
                    <a:pt x="2758" y="5049"/>
                  </a:lnTo>
                  <a:lnTo>
                    <a:pt x="2026" y="4742"/>
                  </a:lnTo>
                  <a:lnTo>
                    <a:pt x="780" y="3504"/>
                  </a:lnTo>
                  <a:lnTo>
                    <a:pt x="0" y="2286"/>
                  </a:lnTo>
                  <a:lnTo>
                    <a:pt x="36" y="1622"/>
                  </a:lnTo>
                  <a:lnTo>
                    <a:pt x="464" y="926"/>
                  </a:lnTo>
                  <a:lnTo>
                    <a:pt x="1024" y="451"/>
                  </a:lnTo>
                  <a:lnTo>
                    <a:pt x="2351" y="38"/>
                  </a:lnTo>
                  <a:lnTo>
                    <a:pt x="4085" y="0"/>
                  </a:lnTo>
                  <a:lnTo>
                    <a:pt x="6025" y="55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60951" y="1698892"/>
              <a:ext cx="63470" cy="69294"/>
            </a:xfrm>
            <a:custGeom>
              <a:avLst/>
              <a:pathLst>
                <a:path w="63470" h="69294">
                  <a:moveTo>
                    <a:pt x="36931" y="834"/>
                  </a:moveTo>
                  <a:lnTo>
                    <a:pt x="36234" y="2223"/>
                  </a:lnTo>
                  <a:lnTo>
                    <a:pt x="35752" y="2898"/>
                  </a:lnTo>
                  <a:lnTo>
                    <a:pt x="35304" y="3117"/>
                  </a:lnTo>
                  <a:lnTo>
                    <a:pt x="34358" y="3315"/>
                  </a:lnTo>
                  <a:lnTo>
                    <a:pt x="32367" y="3533"/>
                  </a:lnTo>
                  <a:lnTo>
                    <a:pt x="31516" y="3738"/>
                  </a:lnTo>
                  <a:lnTo>
                    <a:pt x="31395" y="4665"/>
                  </a:lnTo>
                  <a:lnTo>
                    <a:pt x="31520" y="5153"/>
                  </a:lnTo>
                  <a:lnTo>
                    <a:pt x="31811" y="5538"/>
                  </a:lnTo>
                  <a:lnTo>
                    <a:pt x="32181" y="5648"/>
                  </a:lnTo>
                  <a:lnTo>
                    <a:pt x="33007" y="5418"/>
                  </a:lnTo>
                  <a:lnTo>
                    <a:pt x="33314" y="5457"/>
                  </a:lnTo>
                  <a:lnTo>
                    <a:pt x="33560" y="5652"/>
                  </a:lnTo>
                  <a:lnTo>
                    <a:pt x="33745" y="6000"/>
                  </a:lnTo>
                  <a:lnTo>
                    <a:pt x="33841" y="6484"/>
                  </a:lnTo>
                  <a:lnTo>
                    <a:pt x="33847" y="7104"/>
                  </a:lnTo>
                  <a:lnTo>
                    <a:pt x="33703" y="7853"/>
                  </a:lnTo>
                  <a:lnTo>
                    <a:pt x="33027" y="9610"/>
                  </a:lnTo>
                  <a:lnTo>
                    <a:pt x="32170" y="10582"/>
                  </a:lnTo>
                  <a:lnTo>
                    <a:pt x="31071" y="11373"/>
                  </a:lnTo>
                  <a:lnTo>
                    <a:pt x="30803" y="11675"/>
                  </a:lnTo>
                  <a:lnTo>
                    <a:pt x="30664" y="12031"/>
                  </a:lnTo>
                  <a:lnTo>
                    <a:pt x="30527" y="13186"/>
                  </a:lnTo>
                  <a:lnTo>
                    <a:pt x="29959" y="14109"/>
                  </a:lnTo>
                  <a:lnTo>
                    <a:pt x="28193" y="16450"/>
                  </a:lnTo>
                  <a:lnTo>
                    <a:pt x="27512" y="16965"/>
                  </a:lnTo>
                  <a:lnTo>
                    <a:pt x="27508" y="17377"/>
                  </a:lnTo>
                  <a:lnTo>
                    <a:pt x="27232" y="18488"/>
                  </a:lnTo>
                  <a:lnTo>
                    <a:pt x="26708" y="19382"/>
                  </a:lnTo>
                  <a:lnTo>
                    <a:pt x="25245" y="21433"/>
                  </a:lnTo>
                  <a:lnTo>
                    <a:pt x="24882" y="22158"/>
                  </a:lnTo>
                  <a:lnTo>
                    <a:pt x="24719" y="22732"/>
                  </a:lnTo>
                  <a:lnTo>
                    <a:pt x="24742" y="23542"/>
                  </a:lnTo>
                  <a:lnTo>
                    <a:pt x="24676" y="23899"/>
                  </a:lnTo>
                  <a:lnTo>
                    <a:pt x="24341" y="24585"/>
                  </a:lnTo>
                  <a:lnTo>
                    <a:pt x="23874" y="25226"/>
                  </a:lnTo>
                  <a:lnTo>
                    <a:pt x="23782" y="25539"/>
                  </a:lnTo>
                  <a:lnTo>
                    <a:pt x="23966" y="26107"/>
                  </a:lnTo>
                  <a:lnTo>
                    <a:pt x="24155" y="26305"/>
                  </a:lnTo>
                  <a:lnTo>
                    <a:pt x="24177" y="26822"/>
                  </a:lnTo>
                  <a:lnTo>
                    <a:pt x="24032" y="27657"/>
                  </a:lnTo>
                  <a:lnTo>
                    <a:pt x="24651" y="27125"/>
                  </a:lnTo>
                  <a:lnTo>
                    <a:pt x="26033" y="25227"/>
                  </a:lnTo>
                  <a:lnTo>
                    <a:pt x="27071" y="24084"/>
                  </a:lnTo>
                  <a:lnTo>
                    <a:pt x="27765" y="23697"/>
                  </a:lnTo>
                  <a:lnTo>
                    <a:pt x="28249" y="23191"/>
                  </a:lnTo>
                  <a:lnTo>
                    <a:pt x="28766" y="22074"/>
                  </a:lnTo>
                  <a:lnTo>
                    <a:pt x="29473" y="21009"/>
                  </a:lnTo>
                  <a:lnTo>
                    <a:pt x="30113" y="20662"/>
                  </a:lnTo>
                  <a:lnTo>
                    <a:pt x="30407" y="20866"/>
                  </a:lnTo>
                  <a:lnTo>
                    <a:pt x="30655" y="21389"/>
                  </a:lnTo>
                  <a:lnTo>
                    <a:pt x="30605" y="22055"/>
                  </a:lnTo>
                  <a:lnTo>
                    <a:pt x="30257" y="22862"/>
                  </a:lnTo>
                  <a:lnTo>
                    <a:pt x="30285" y="23101"/>
                  </a:lnTo>
                  <a:lnTo>
                    <a:pt x="31101" y="22508"/>
                  </a:lnTo>
                  <a:lnTo>
                    <a:pt x="32501" y="22018"/>
                  </a:lnTo>
                  <a:lnTo>
                    <a:pt x="33009" y="22083"/>
                  </a:lnTo>
                  <a:lnTo>
                    <a:pt x="34036" y="22817"/>
                  </a:lnTo>
                  <a:lnTo>
                    <a:pt x="34890" y="22732"/>
                  </a:lnTo>
                  <a:lnTo>
                    <a:pt x="36257" y="22305"/>
                  </a:lnTo>
                  <a:lnTo>
                    <a:pt x="36513" y="22501"/>
                  </a:lnTo>
                  <a:lnTo>
                    <a:pt x="36285" y="23148"/>
                  </a:lnTo>
                  <a:lnTo>
                    <a:pt x="35749" y="23767"/>
                  </a:lnTo>
                  <a:lnTo>
                    <a:pt x="34482" y="24651"/>
                  </a:lnTo>
                  <a:lnTo>
                    <a:pt x="31432" y="26385"/>
                  </a:lnTo>
                  <a:lnTo>
                    <a:pt x="30484" y="27578"/>
                  </a:lnTo>
                  <a:lnTo>
                    <a:pt x="30664" y="27542"/>
                  </a:lnTo>
                  <a:lnTo>
                    <a:pt x="31322" y="27030"/>
                  </a:lnTo>
                  <a:lnTo>
                    <a:pt x="32014" y="26755"/>
                  </a:lnTo>
                  <a:lnTo>
                    <a:pt x="32739" y="26717"/>
                  </a:lnTo>
                  <a:lnTo>
                    <a:pt x="33042" y="26866"/>
                  </a:lnTo>
                  <a:lnTo>
                    <a:pt x="32924" y="27204"/>
                  </a:lnTo>
                  <a:lnTo>
                    <a:pt x="32832" y="28120"/>
                  </a:lnTo>
                  <a:lnTo>
                    <a:pt x="30985" y="29910"/>
                  </a:lnTo>
                  <a:lnTo>
                    <a:pt x="31421" y="29842"/>
                  </a:lnTo>
                  <a:lnTo>
                    <a:pt x="33559" y="29026"/>
                  </a:lnTo>
                  <a:lnTo>
                    <a:pt x="34856" y="30152"/>
                  </a:lnTo>
                  <a:lnTo>
                    <a:pt x="36638" y="29763"/>
                  </a:lnTo>
                  <a:lnTo>
                    <a:pt x="37715" y="29383"/>
                  </a:lnTo>
                  <a:lnTo>
                    <a:pt x="37684" y="29618"/>
                  </a:lnTo>
                  <a:lnTo>
                    <a:pt x="37918" y="30109"/>
                  </a:lnTo>
                  <a:lnTo>
                    <a:pt x="38018" y="31012"/>
                  </a:lnTo>
                  <a:lnTo>
                    <a:pt x="38528" y="30747"/>
                  </a:lnTo>
                  <a:lnTo>
                    <a:pt x="38621" y="30457"/>
                  </a:lnTo>
                  <a:lnTo>
                    <a:pt x="38594" y="29047"/>
                  </a:lnTo>
                  <a:lnTo>
                    <a:pt x="38751" y="28906"/>
                  </a:lnTo>
                  <a:lnTo>
                    <a:pt x="39100" y="29126"/>
                  </a:lnTo>
                  <a:lnTo>
                    <a:pt x="39313" y="29490"/>
                  </a:lnTo>
                  <a:lnTo>
                    <a:pt x="39376" y="30516"/>
                  </a:lnTo>
                  <a:lnTo>
                    <a:pt x="39143" y="31546"/>
                  </a:lnTo>
                  <a:lnTo>
                    <a:pt x="38818" y="32490"/>
                  </a:lnTo>
                  <a:lnTo>
                    <a:pt x="38031" y="33869"/>
                  </a:lnTo>
                  <a:lnTo>
                    <a:pt x="38131" y="34462"/>
                  </a:lnTo>
                  <a:lnTo>
                    <a:pt x="37930" y="35105"/>
                  </a:lnTo>
                  <a:lnTo>
                    <a:pt x="38104" y="35127"/>
                  </a:lnTo>
                  <a:lnTo>
                    <a:pt x="38884" y="34527"/>
                  </a:lnTo>
                  <a:lnTo>
                    <a:pt x="38931" y="34281"/>
                  </a:lnTo>
                  <a:lnTo>
                    <a:pt x="38870" y="33708"/>
                  </a:lnTo>
                  <a:lnTo>
                    <a:pt x="38958" y="33427"/>
                  </a:lnTo>
                  <a:lnTo>
                    <a:pt x="39605" y="32804"/>
                  </a:lnTo>
                  <a:lnTo>
                    <a:pt x="40674" y="32066"/>
                  </a:lnTo>
                  <a:lnTo>
                    <a:pt x="41024" y="31954"/>
                  </a:lnTo>
                  <a:lnTo>
                    <a:pt x="41173" y="32127"/>
                  </a:lnTo>
                  <a:lnTo>
                    <a:pt x="41121" y="32582"/>
                  </a:lnTo>
                  <a:lnTo>
                    <a:pt x="41436" y="32474"/>
                  </a:lnTo>
                  <a:lnTo>
                    <a:pt x="42118" y="31802"/>
                  </a:lnTo>
                  <a:lnTo>
                    <a:pt x="42751" y="31396"/>
                  </a:lnTo>
                  <a:lnTo>
                    <a:pt x="43335" y="31256"/>
                  </a:lnTo>
                  <a:lnTo>
                    <a:pt x="43943" y="30794"/>
                  </a:lnTo>
                  <a:lnTo>
                    <a:pt x="44574" y="30013"/>
                  </a:lnTo>
                  <a:lnTo>
                    <a:pt x="45254" y="29368"/>
                  </a:lnTo>
                  <a:lnTo>
                    <a:pt x="45981" y="28858"/>
                  </a:lnTo>
                  <a:lnTo>
                    <a:pt x="46293" y="28824"/>
                  </a:lnTo>
                  <a:lnTo>
                    <a:pt x="46185" y="29667"/>
                  </a:lnTo>
                  <a:lnTo>
                    <a:pt x="46329" y="30627"/>
                  </a:lnTo>
                  <a:lnTo>
                    <a:pt x="46347" y="31447"/>
                  </a:lnTo>
                  <a:lnTo>
                    <a:pt x="46491" y="31619"/>
                  </a:lnTo>
                  <a:lnTo>
                    <a:pt x="47051" y="30744"/>
                  </a:lnTo>
                  <a:lnTo>
                    <a:pt x="47363" y="30425"/>
                  </a:lnTo>
                  <a:lnTo>
                    <a:pt x="47735" y="30298"/>
                  </a:lnTo>
                  <a:lnTo>
                    <a:pt x="48170" y="30365"/>
                  </a:lnTo>
                  <a:lnTo>
                    <a:pt x="51132" y="30051"/>
                  </a:lnTo>
                  <a:lnTo>
                    <a:pt x="52033" y="30267"/>
                  </a:lnTo>
                  <a:lnTo>
                    <a:pt x="53050" y="30839"/>
                  </a:lnTo>
                  <a:lnTo>
                    <a:pt x="54333" y="31728"/>
                  </a:lnTo>
                  <a:lnTo>
                    <a:pt x="54804" y="32529"/>
                  </a:lnTo>
                  <a:lnTo>
                    <a:pt x="54894" y="33540"/>
                  </a:lnTo>
                  <a:lnTo>
                    <a:pt x="54768" y="34244"/>
                  </a:lnTo>
                  <a:lnTo>
                    <a:pt x="53843" y="35132"/>
                  </a:lnTo>
                  <a:lnTo>
                    <a:pt x="53021" y="35720"/>
                  </a:lnTo>
                  <a:lnTo>
                    <a:pt x="52536" y="36306"/>
                  </a:lnTo>
                  <a:lnTo>
                    <a:pt x="52389" y="36892"/>
                  </a:lnTo>
                  <a:lnTo>
                    <a:pt x="52197" y="37254"/>
                  </a:lnTo>
                  <a:lnTo>
                    <a:pt x="51648" y="37760"/>
                  </a:lnTo>
                  <a:lnTo>
                    <a:pt x="49206" y="39175"/>
                  </a:lnTo>
                  <a:lnTo>
                    <a:pt x="49791" y="39216"/>
                  </a:lnTo>
                  <a:lnTo>
                    <a:pt x="51199" y="38909"/>
                  </a:lnTo>
                  <a:lnTo>
                    <a:pt x="52124" y="38845"/>
                  </a:lnTo>
                  <a:lnTo>
                    <a:pt x="52173" y="39050"/>
                  </a:lnTo>
                  <a:lnTo>
                    <a:pt x="51803" y="39452"/>
                  </a:lnTo>
                  <a:lnTo>
                    <a:pt x="51096" y="39856"/>
                  </a:lnTo>
                  <a:lnTo>
                    <a:pt x="51020" y="40051"/>
                  </a:lnTo>
                  <a:lnTo>
                    <a:pt x="51054" y="40305"/>
                  </a:lnTo>
                  <a:lnTo>
                    <a:pt x="51809" y="40612"/>
                  </a:lnTo>
                  <a:lnTo>
                    <a:pt x="52775" y="40462"/>
                  </a:lnTo>
                  <a:lnTo>
                    <a:pt x="53589" y="40679"/>
                  </a:lnTo>
                  <a:lnTo>
                    <a:pt x="53510" y="41018"/>
                  </a:lnTo>
                  <a:lnTo>
                    <a:pt x="52865" y="42123"/>
                  </a:lnTo>
                  <a:lnTo>
                    <a:pt x="52675" y="42820"/>
                  </a:lnTo>
                  <a:lnTo>
                    <a:pt x="51815" y="43403"/>
                  </a:lnTo>
                  <a:lnTo>
                    <a:pt x="50091" y="44319"/>
                  </a:lnTo>
                  <a:lnTo>
                    <a:pt x="49746" y="44744"/>
                  </a:lnTo>
                  <a:lnTo>
                    <a:pt x="51328" y="44071"/>
                  </a:lnTo>
                  <a:lnTo>
                    <a:pt x="52125" y="43901"/>
                  </a:lnTo>
                  <a:lnTo>
                    <a:pt x="52631" y="43896"/>
                  </a:lnTo>
                  <a:lnTo>
                    <a:pt x="53203" y="43246"/>
                  </a:lnTo>
                  <a:lnTo>
                    <a:pt x="54096" y="43031"/>
                  </a:lnTo>
                  <a:lnTo>
                    <a:pt x="54970" y="43442"/>
                  </a:lnTo>
                  <a:lnTo>
                    <a:pt x="56301" y="42321"/>
                  </a:lnTo>
                  <a:lnTo>
                    <a:pt x="56777" y="42175"/>
                  </a:lnTo>
                  <a:lnTo>
                    <a:pt x="57587" y="42304"/>
                  </a:lnTo>
                  <a:lnTo>
                    <a:pt x="58109" y="42101"/>
                  </a:lnTo>
                  <a:lnTo>
                    <a:pt x="58988" y="41338"/>
                  </a:lnTo>
                  <a:lnTo>
                    <a:pt x="59651" y="40969"/>
                  </a:lnTo>
                  <a:lnTo>
                    <a:pt x="59789" y="41003"/>
                  </a:lnTo>
                  <a:lnTo>
                    <a:pt x="59932" y="41309"/>
                  </a:lnTo>
                  <a:lnTo>
                    <a:pt x="59997" y="42188"/>
                  </a:lnTo>
                  <a:lnTo>
                    <a:pt x="59840" y="42966"/>
                  </a:lnTo>
                  <a:lnTo>
                    <a:pt x="59623" y="43462"/>
                  </a:lnTo>
                  <a:lnTo>
                    <a:pt x="58909" y="44556"/>
                  </a:lnTo>
                  <a:lnTo>
                    <a:pt x="58470" y="44940"/>
                  </a:lnTo>
                  <a:lnTo>
                    <a:pt x="58063" y="45084"/>
                  </a:lnTo>
                  <a:lnTo>
                    <a:pt x="57344" y="45026"/>
                  </a:lnTo>
                  <a:lnTo>
                    <a:pt x="57030" y="45197"/>
                  </a:lnTo>
                  <a:lnTo>
                    <a:pt x="56356" y="46056"/>
                  </a:lnTo>
                  <a:lnTo>
                    <a:pt x="55167" y="46927"/>
                  </a:lnTo>
                  <a:lnTo>
                    <a:pt x="54424" y="47264"/>
                  </a:lnTo>
                  <a:lnTo>
                    <a:pt x="54893" y="47737"/>
                  </a:lnTo>
                  <a:lnTo>
                    <a:pt x="55067" y="48649"/>
                  </a:lnTo>
                  <a:lnTo>
                    <a:pt x="54806" y="48933"/>
                  </a:lnTo>
                  <a:lnTo>
                    <a:pt x="53530" y="49214"/>
                  </a:lnTo>
                  <a:lnTo>
                    <a:pt x="53474" y="49369"/>
                  </a:lnTo>
                  <a:lnTo>
                    <a:pt x="53020" y="49570"/>
                  </a:lnTo>
                  <a:lnTo>
                    <a:pt x="51966" y="49887"/>
                  </a:lnTo>
                  <a:lnTo>
                    <a:pt x="52685" y="50026"/>
                  </a:lnTo>
                  <a:lnTo>
                    <a:pt x="54015" y="49803"/>
                  </a:lnTo>
                  <a:lnTo>
                    <a:pt x="54155" y="49957"/>
                  </a:lnTo>
                  <a:lnTo>
                    <a:pt x="53971" y="50599"/>
                  </a:lnTo>
                  <a:lnTo>
                    <a:pt x="53618" y="51261"/>
                  </a:lnTo>
                  <a:lnTo>
                    <a:pt x="52041" y="52961"/>
                  </a:lnTo>
                  <a:lnTo>
                    <a:pt x="52022" y="53132"/>
                  </a:lnTo>
                  <a:lnTo>
                    <a:pt x="52267" y="53966"/>
                  </a:lnTo>
                  <a:lnTo>
                    <a:pt x="52574" y="54596"/>
                  </a:lnTo>
                  <a:lnTo>
                    <a:pt x="52954" y="55042"/>
                  </a:lnTo>
                  <a:lnTo>
                    <a:pt x="53832" y="55068"/>
                  </a:lnTo>
                  <a:lnTo>
                    <a:pt x="54481" y="54872"/>
                  </a:lnTo>
                  <a:lnTo>
                    <a:pt x="55427" y="53734"/>
                  </a:lnTo>
                  <a:lnTo>
                    <a:pt x="57518" y="50191"/>
                  </a:lnTo>
                  <a:lnTo>
                    <a:pt x="59385" y="49206"/>
                  </a:lnTo>
                  <a:lnTo>
                    <a:pt x="60940" y="48110"/>
                  </a:lnTo>
                  <a:lnTo>
                    <a:pt x="61297" y="48332"/>
                  </a:lnTo>
                  <a:lnTo>
                    <a:pt x="61461" y="48585"/>
                  </a:lnTo>
                  <a:lnTo>
                    <a:pt x="61404" y="48851"/>
                  </a:lnTo>
                  <a:lnTo>
                    <a:pt x="60619" y="49753"/>
                  </a:lnTo>
                  <a:lnTo>
                    <a:pt x="60210" y="50497"/>
                  </a:lnTo>
                  <a:lnTo>
                    <a:pt x="59144" y="52785"/>
                  </a:lnTo>
                  <a:lnTo>
                    <a:pt x="58737" y="53864"/>
                  </a:lnTo>
                  <a:lnTo>
                    <a:pt x="58532" y="55002"/>
                  </a:lnTo>
                  <a:lnTo>
                    <a:pt x="58586" y="56966"/>
                  </a:lnTo>
                  <a:lnTo>
                    <a:pt x="58701" y="57306"/>
                  </a:lnTo>
                  <a:lnTo>
                    <a:pt x="59034" y="57761"/>
                  </a:lnTo>
                  <a:lnTo>
                    <a:pt x="59655" y="57371"/>
                  </a:lnTo>
                  <a:lnTo>
                    <a:pt x="60713" y="56398"/>
                  </a:lnTo>
                  <a:lnTo>
                    <a:pt x="61393" y="55470"/>
                  </a:lnTo>
                  <a:lnTo>
                    <a:pt x="61925" y="53957"/>
                  </a:lnTo>
                  <a:lnTo>
                    <a:pt x="62251" y="53377"/>
                  </a:lnTo>
                  <a:lnTo>
                    <a:pt x="62606" y="53384"/>
                  </a:lnTo>
                  <a:lnTo>
                    <a:pt x="62923" y="53714"/>
                  </a:lnTo>
                  <a:lnTo>
                    <a:pt x="63000" y="54443"/>
                  </a:lnTo>
                  <a:lnTo>
                    <a:pt x="63295" y="55437"/>
                  </a:lnTo>
                  <a:lnTo>
                    <a:pt x="63470" y="56446"/>
                  </a:lnTo>
                  <a:lnTo>
                    <a:pt x="63329" y="57556"/>
                  </a:lnTo>
                  <a:lnTo>
                    <a:pt x="63186" y="58163"/>
                  </a:lnTo>
                  <a:lnTo>
                    <a:pt x="61022" y="62670"/>
                  </a:lnTo>
                  <a:lnTo>
                    <a:pt x="61251" y="63470"/>
                  </a:lnTo>
                  <a:lnTo>
                    <a:pt x="61309" y="63955"/>
                  </a:lnTo>
                  <a:lnTo>
                    <a:pt x="61241" y="64470"/>
                  </a:lnTo>
                  <a:lnTo>
                    <a:pt x="60555" y="66628"/>
                  </a:lnTo>
                  <a:lnTo>
                    <a:pt x="59891" y="67976"/>
                  </a:lnTo>
                  <a:lnTo>
                    <a:pt x="59533" y="68555"/>
                  </a:lnTo>
                  <a:lnTo>
                    <a:pt x="59106" y="68910"/>
                  </a:lnTo>
                  <a:lnTo>
                    <a:pt x="58613" y="69040"/>
                  </a:lnTo>
                  <a:lnTo>
                    <a:pt x="58171" y="68845"/>
                  </a:lnTo>
                  <a:lnTo>
                    <a:pt x="57782" y="68326"/>
                  </a:lnTo>
                  <a:lnTo>
                    <a:pt x="57437" y="68056"/>
                  </a:lnTo>
                  <a:lnTo>
                    <a:pt x="57137" y="68038"/>
                  </a:lnTo>
                  <a:lnTo>
                    <a:pt x="56581" y="68134"/>
                  </a:lnTo>
                  <a:lnTo>
                    <a:pt x="55121" y="69235"/>
                  </a:lnTo>
                  <a:lnTo>
                    <a:pt x="54821" y="69294"/>
                  </a:lnTo>
                  <a:lnTo>
                    <a:pt x="54613" y="69146"/>
                  </a:lnTo>
                  <a:lnTo>
                    <a:pt x="54362" y="68569"/>
                  </a:lnTo>
                  <a:lnTo>
                    <a:pt x="54562" y="65665"/>
                  </a:lnTo>
                  <a:lnTo>
                    <a:pt x="54693" y="64705"/>
                  </a:lnTo>
                  <a:lnTo>
                    <a:pt x="54401" y="63965"/>
                  </a:lnTo>
                  <a:lnTo>
                    <a:pt x="54709" y="62723"/>
                  </a:lnTo>
                  <a:lnTo>
                    <a:pt x="54720" y="62251"/>
                  </a:lnTo>
                  <a:lnTo>
                    <a:pt x="54541" y="62073"/>
                  </a:lnTo>
                  <a:lnTo>
                    <a:pt x="54172" y="62189"/>
                  </a:lnTo>
                  <a:lnTo>
                    <a:pt x="53614" y="62813"/>
                  </a:lnTo>
                  <a:lnTo>
                    <a:pt x="52867" y="63944"/>
                  </a:lnTo>
                  <a:lnTo>
                    <a:pt x="52057" y="64954"/>
                  </a:lnTo>
                  <a:lnTo>
                    <a:pt x="50642" y="66347"/>
                  </a:lnTo>
                  <a:lnTo>
                    <a:pt x="50013" y="66620"/>
                  </a:lnTo>
                  <a:lnTo>
                    <a:pt x="49763" y="66552"/>
                  </a:lnTo>
                  <a:lnTo>
                    <a:pt x="49476" y="66361"/>
                  </a:lnTo>
                  <a:lnTo>
                    <a:pt x="49089" y="65778"/>
                  </a:lnTo>
                  <a:lnTo>
                    <a:pt x="49093" y="65264"/>
                  </a:lnTo>
                  <a:lnTo>
                    <a:pt x="49264" y="64563"/>
                  </a:lnTo>
                  <a:lnTo>
                    <a:pt x="49855" y="62907"/>
                  </a:lnTo>
                  <a:lnTo>
                    <a:pt x="51011" y="60456"/>
                  </a:lnTo>
                  <a:lnTo>
                    <a:pt x="51971" y="58711"/>
                  </a:lnTo>
                  <a:lnTo>
                    <a:pt x="52156" y="57968"/>
                  </a:lnTo>
                  <a:lnTo>
                    <a:pt x="51888" y="57643"/>
                  </a:lnTo>
                  <a:lnTo>
                    <a:pt x="51670" y="57005"/>
                  </a:lnTo>
                  <a:lnTo>
                    <a:pt x="51302" y="55117"/>
                  </a:lnTo>
                  <a:lnTo>
                    <a:pt x="50836" y="53562"/>
                  </a:lnTo>
                  <a:lnTo>
                    <a:pt x="50285" y="52873"/>
                  </a:lnTo>
                  <a:lnTo>
                    <a:pt x="48917" y="52117"/>
                  </a:lnTo>
                  <a:lnTo>
                    <a:pt x="48666" y="52299"/>
                  </a:lnTo>
                  <a:lnTo>
                    <a:pt x="48519" y="53346"/>
                  </a:lnTo>
                  <a:lnTo>
                    <a:pt x="46904" y="56356"/>
                  </a:lnTo>
                  <a:lnTo>
                    <a:pt x="46622" y="57661"/>
                  </a:lnTo>
                  <a:lnTo>
                    <a:pt x="46419" y="58145"/>
                  </a:lnTo>
                  <a:lnTo>
                    <a:pt x="46114" y="58476"/>
                  </a:lnTo>
                  <a:lnTo>
                    <a:pt x="45410" y="58876"/>
                  </a:lnTo>
                  <a:lnTo>
                    <a:pt x="45601" y="58180"/>
                  </a:lnTo>
                  <a:lnTo>
                    <a:pt x="46350" y="56630"/>
                  </a:lnTo>
                  <a:lnTo>
                    <a:pt x="46248" y="56479"/>
                  </a:lnTo>
                  <a:lnTo>
                    <a:pt x="45297" y="57725"/>
                  </a:lnTo>
                  <a:lnTo>
                    <a:pt x="44572" y="58416"/>
                  </a:lnTo>
                  <a:lnTo>
                    <a:pt x="43687" y="58594"/>
                  </a:lnTo>
                  <a:lnTo>
                    <a:pt x="43149" y="58549"/>
                  </a:lnTo>
                  <a:lnTo>
                    <a:pt x="42628" y="58739"/>
                  </a:lnTo>
                  <a:lnTo>
                    <a:pt x="40416" y="61683"/>
                  </a:lnTo>
                  <a:lnTo>
                    <a:pt x="40333" y="62665"/>
                  </a:lnTo>
                  <a:lnTo>
                    <a:pt x="39950" y="63468"/>
                  </a:lnTo>
                  <a:lnTo>
                    <a:pt x="38859" y="64922"/>
                  </a:lnTo>
                  <a:lnTo>
                    <a:pt x="38284" y="65424"/>
                  </a:lnTo>
                  <a:lnTo>
                    <a:pt x="37475" y="65514"/>
                  </a:lnTo>
                  <a:lnTo>
                    <a:pt x="36737" y="65263"/>
                  </a:lnTo>
                  <a:lnTo>
                    <a:pt x="36250" y="65309"/>
                  </a:lnTo>
                  <a:lnTo>
                    <a:pt x="35100" y="65763"/>
                  </a:lnTo>
                  <a:lnTo>
                    <a:pt x="33811" y="65961"/>
                  </a:lnTo>
                  <a:lnTo>
                    <a:pt x="33280" y="65869"/>
                  </a:lnTo>
                  <a:lnTo>
                    <a:pt x="32940" y="65683"/>
                  </a:lnTo>
                  <a:lnTo>
                    <a:pt x="32285" y="65118"/>
                  </a:lnTo>
                  <a:lnTo>
                    <a:pt x="32206" y="64717"/>
                  </a:lnTo>
                  <a:lnTo>
                    <a:pt x="32241" y="64483"/>
                  </a:lnTo>
                  <a:lnTo>
                    <a:pt x="32575" y="63874"/>
                  </a:lnTo>
                  <a:lnTo>
                    <a:pt x="33340" y="63110"/>
                  </a:lnTo>
                  <a:lnTo>
                    <a:pt x="33969" y="62825"/>
                  </a:lnTo>
                  <a:lnTo>
                    <a:pt x="35500" y="62441"/>
                  </a:lnTo>
                  <a:lnTo>
                    <a:pt x="36621" y="61869"/>
                  </a:lnTo>
                  <a:lnTo>
                    <a:pt x="37475" y="61020"/>
                  </a:lnTo>
                  <a:lnTo>
                    <a:pt x="37857" y="60502"/>
                  </a:lnTo>
                  <a:lnTo>
                    <a:pt x="39466" y="57847"/>
                  </a:lnTo>
                  <a:lnTo>
                    <a:pt x="41502" y="56910"/>
                  </a:lnTo>
                  <a:lnTo>
                    <a:pt x="42506" y="56146"/>
                  </a:lnTo>
                  <a:lnTo>
                    <a:pt x="43207" y="55178"/>
                  </a:lnTo>
                  <a:lnTo>
                    <a:pt x="43309" y="54838"/>
                  </a:lnTo>
                  <a:lnTo>
                    <a:pt x="42302" y="55329"/>
                  </a:lnTo>
                  <a:lnTo>
                    <a:pt x="41783" y="55450"/>
                  </a:lnTo>
                  <a:lnTo>
                    <a:pt x="40940" y="55268"/>
                  </a:lnTo>
                  <a:lnTo>
                    <a:pt x="40566" y="54938"/>
                  </a:lnTo>
                  <a:lnTo>
                    <a:pt x="39412" y="55042"/>
                  </a:lnTo>
                  <a:lnTo>
                    <a:pt x="37806" y="54889"/>
                  </a:lnTo>
                  <a:lnTo>
                    <a:pt x="37574" y="55143"/>
                  </a:lnTo>
                  <a:lnTo>
                    <a:pt x="37367" y="56433"/>
                  </a:lnTo>
                  <a:lnTo>
                    <a:pt x="37159" y="57118"/>
                  </a:lnTo>
                  <a:lnTo>
                    <a:pt x="36913" y="57348"/>
                  </a:lnTo>
                  <a:lnTo>
                    <a:pt x="36554" y="57483"/>
                  </a:lnTo>
                  <a:lnTo>
                    <a:pt x="35821" y="57620"/>
                  </a:lnTo>
                  <a:lnTo>
                    <a:pt x="33942" y="57159"/>
                  </a:lnTo>
                  <a:lnTo>
                    <a:pt x="33595" y="56907"/>
                  </a:lnTo>
                  <a:lnTo>
                    <a:pt x="33116" y="56716"/>
                  </a:lnTo>
                  <a:lnTo>
                    <a:pt x="31041" y="57136"/>
                  </a:lnTo>
                  <a:lnTo>
                    <a:pt x="30607" y="57096"/>
                  </a:lnTo>
                  <a:lnTo>
                    <a:pt x="31019" y="56794"/>
                  </a:lnTo>
                  <a:lnTo>
                    <a:pt x="33068" y="55848"/>
                  </a:lnTo>
                  <a:lnTo>
                    <a:pt x="33283" y="53121"/>
                  </a:lnTo>
                  <a:lnTo>
                    <a:pt x="33155" y="52683"/>
                  </a:lnTo>
                  <a:lnTo>
                    <a:pt x="32582" y="53064"/>
                  </a:lnTo>
                  <a:lnTo>
                    <a:pt x="31620" y="53457"/>
                  </a:lnTo>
                  <a:lnTo>
                    <a:pt x="30962" y="53343"/>
                  </a:lnTo>
                  <a:lnTo>
                    <a:pt x="30662" y="53102"/>
                  </a:lnTo>
                  <a:lnTo>
                    <a:pt x="30386" y="53307"/>
                  </a:lnTo>
                  <a:lnTo>
                    <a:pt x="29717" y="54745"/>
                  </a:lnTo>
                  <a:lnTo>
                    <a:pt x="29322" y="54925"/>
                  </a:lnTo>
                  <a:lnTo>
                    <a:pt x="28728" y="54981"/>
                  </a:lnTo>
                  <a:lnTo>
                    <a:pt x="27463" y="55504"/>
                  </a:lnTo>
                  <a:lnTo>
                    <a:pt x="24977" y="55848"/>
                  </a:lnTo>
                  <a:lnTo>
                    <a:pt x="24487" y="56229"/>
                  </a:lnTo>
                  <a:lnTo>
                    <a:pt x="22799" y="56097"/>
                  </a:lnTo>
                  <a:lnTo>
                    <a:pt x="17871" y="55307"/>
                  </a:lnTo>
                  <a:lnTo>
                    <a:pt x="16107" y="55386"/>
                  </a:lnTo>
                  <a:lnTo>
                    <a:pt x="13986" y="54904"/>
                  </a:lnTo>
                  <a:lnTo>
                    <a:pt x="13593" y="54696"/>
                  </a:lnTo>
                  <a:lnTo>
                    <a:pt x="10625" y="54780"/>
                  </a:lnTo>
                  <a:lnTo>
                    <a:pt x="9737" y="54669"/>
                  </a:lnTo>
                  <a:lnTo>
                    <a:pt x="9796" y="54069"/>
                  </a:lnTo>
                  <a:lnTo>
                    <a:pt x="9702" y="53915"/>
                  </a:lnTo>
                  <a:lnTo>
                    <a:pt x="8839" y="54577"/>
                  </a:lnTo>
                  <a:lnTo>
                    <a:pt x="8074" y="55007"/>
                  </a:lnTo>
                  <a:lnTo>
                    <a:pt x="7088" y="55375"/>
                  </a:lnTo>
                  <a:lnTo>
                    <a:pt x="3985" y="56013"/>
                  </a:lnTo>
                  <a:lnTo>
                    <a:pt x="2322" y="56149"/>
                  </a:lnTo>
                  <a:lnTo>
                    <a:pt x="1354" y="55705"/>
                  </a:lnTo>
                  <a:lnTo>
                    <a:pt x="971" y="55264"/>
                  </a:lnTo>
                  <a:lnTo>
                    <a:pt x="394" y="53831"/>
                  </a:lnTo>
                  <a:lnTo>
                    <a:pt x="0" y="52035"/>
                  </a:lnTo>
                  <a:lnTo>
                    <a:pt x="3" y="51710"/>
                  </a:lnTo>
                  <a:lnTo>
                    <a:pt x="203" y="51087"/>
                  </a:lnTo>
                  <a:lnTo>
                    <a:pt x="854" y="50223"/>
                  </a:lnTo>
                  <a:lnTo>
                    <a:pt x="3799" y="47939"/>
                  </a:lnTo>
                  <a:lnTo>
                    <a:pt x="6166" y="45628"/>
                  </a:lnTo>
                  <a:lnTo>
                    <a:pt x="7165" y="44424"/>
                  </a:lnTo>
                  <a:lnTo>
                    <a:pt x="8134" y="43996"/>
                  </a:lnTo>
                  <a:lnTo>
                    <a:pt x="9765" y="42879"/>
                  </a:lnTo>
                  <a:lnTo>
                    <a:pt x="8232" y="43006"/>
                  </a:lnTo>
                  <a:lnTo>
                    <a:pt x="7154" y="42729"/>
                  </a:lnTo>
                  <a:lnTo>
                    <a:pt x="6053" y="42620"/>
                  </a:lnTo>
                  <a:lnTo>
                    <a:pt x="3960" y="42884"/>
                  </a:lnTo>
                  <a:lnTo>
                    <a:pt x="1850" y="42884"/>
                  </a:lnTo>
                  <a:lnTo>
                    <a:pt x="1842" y="42372"/>
                  </a:lnTo>
                  <a:lnTo>
                    <a:pt x="2828" y="41407"/>
                  </a:lnTo>
                  <a:lnTo>
                    <a:pt x="4925" y="39750"/>
                  </a:lnTo>
                  <a:lnTo>
                    <a:pt x="5139" y="39745"/>
                  </a:lnTo>
                  <a:lnTo>
                    <a:pt x="4496" y="40516"/>
                  </a:lnTo>
                  <a:lnTo>
                    <a:pt x="4313" y="41093"/>
                  </a:lnTo>
                  <a:lnTo>
                    <a:pt x="4589" y="41476"/>
                  </a:lnTo>
                  <a:lnTo>
                    <a:pt x="4910" y="41718"/>
                  </a:lnTo>
                  <a:lnTo>
                    <a:pt x="6111" y="41820"/>
                  </a:lnTo>
                  <a:lnTo>
                    <a:pt x="6386" y="41485"/>
                  </a:lnTo>
                  <a:lnTo>
                    <a:pt x="6819" y="39709"/>
                  </a:lnTo>
                  <a:lnTo>
                    <a:pt x="7727" y="37652"/>
                  </a:lnTo>
                  <a:lnTo>
                    <a:pt x="8218" y="36169"/>
                  </a:lnTo>
                  <a:lnTo>
                    <a:pt x="9070" y="35037"/>
                  </a:lnTo>
                  <a:lnTo>
                    <a:pt x="9495" y="34867"/>
                  </a:lnTo>
                  <a:lnTo>
                    <a:pt x="9873" y="35079"/>
                  </a:lnTo>
                  <a:lnTo>
                    <a:pt x="11128" y="35350"/>
                  </a:lnTo>
                  <a:lnTo>
                    <a:pt x="12419" y="36387"/>
                  </a:lnTo>
                  <a:lnTo>
                    <a:pt x="12836" y="36475"/>
                  </a:lnTo>
                  <a:lnTo>
                    <a:pt x="12979" y="36382"/>
                  </a:lnTo>
                  <a:lnTo>
                    <a:pt x="12505" y="36077"/>
                  </a:lnTo>
                  <a:lnTo>
                    <a:pt x="12115" y="35590"/>
                  </a:lnTo>
                  <a:lnTo>
                    <a:pt x="11953" y="35133"/>
                  </a:lnTo>
                  <a:lnTo>
                    <a:pt x="12425" y="33703"/>
                  </a:lnTo>
                  <a:lnTo>
                    <a:pt x="12977" y="33292"/>
                  </a:lnTo>
                  <a:lnTo>
                    <a:pt x="13077" y="33011"/>
                  </a:lnTo>
                  <a:lnTo>
                    <a:pt x="11972" y="33005"/>
                  </a:lnTo>
                  <a:lnTo>
                    <a:pt x="11083" y="32605"/>
                  </a:lnTo>
                  <a:lnTo>
                    <a:pt x="10818" y="31958"/>
                  </a:lnTo>
                  <a:lnTo>
                    <a:pt x="10870" y="30820"/>
                  </a:lnTo>
                  <a:lnTo>
                    <a:pt x="11160" y="30141"/>
                  </a:lnTo>
                  <a:lnTo>
                    <a:pt x="11873" y="29244"/>
                  </a:lnTo>
                  <a:lnTo>
                    <a:pt x="12739" y="28647"/>
                  </a:lnTo>
                  <a:lnTo>
                    <a:pt x="13256" y="28800"/>
                  </a:lnTo>
                  <a:lnTo>
                    <a:pt x="14251" y="29605"/>
                  </a:lnTo>
                  <a:lnTo>
                    <a:pt x="14863" y="29379"/>
                  </a:lnTo>
                  <a:lnTo>
                    <a:pt x="14792" y="29120"/>
                  </a:lnTo>
                  <a:lnTo>
                    <a:pt x="13859" y="27839"/>
                  </a:lnTo>
                  <a:lnTo>
                    <a:pt x="13560" y="26891"/>
                  </a:lnTo>
                  <a:lnTo>
                    <a:pt x="13587" y="26438"/>
                  </a:lnTo>
                  <a:lnTo>
                    <a:pt x="15609" y="21918"/>
                  </a:lnTo>
                  <a:lnTo>
                    <a:pt x="16598" y="19493"/>
                  </a:lnTo>
                  <a:lnTo>
                    <a:pt x="17945" y="15798"/>
                  </a:lnTo>
                  <a:lnTo>
                    <a:pt x="18257" y="15211"/>
                  </a:lnTo>
                  <a:lnTo>
                    <a:pt x="18940" y="14121"/>
                  </a:lnTo>
                  <a:lnTo>
                    <a:pt x="19222" y="13825"/>
                  </a:lnTo>
                  <a:lnTo>
                    <a:pt x="20104" y="13822"/>
                  </a:lnTo>
                  <a:lnTo>
                    <a:pt x="20651" y="13690"/>
                  </a:lnTo>
                  <a:lnTo>
                    <a:pt x="19851" y="13208"/>
                  </a:lnTo>
                  <a:lnTo>
                    <a:pt x="19564" y="12873"/>
                  </a:lnTo>
                  <a:lnTo>
                    <a:pt x="19530" y="12520"/>
                  </a:lnTo>
                  <a:lnTo>
                    <a:pt x="19749" y="12149"/>
                  </a:lnTo>
                  <a:lnTo>
                    <a:pt x="20059" y="11876"/>
                  </a:lnTo>
                  <a:lnTo>
                    <a:pt x="21104" y="11283"/>
                  </a:lnTo>
                  <a:lnTo>
                    <a:pt x="21846" y="10308"/>
                  </a:lnTo>
                  <a:lnTo>
                    <a:pt x="22296" y="9160"/>
                  </a:lnTo>
                  <a:lnTo>
                    <a:pt x="22229" y="8768"/>
                  </a:lnTo>
                  <a:lnTo>
                    <a:pt x="21997" y="8378"/>
                  </a:lnTo>
                  <a:lnTo>
                    <a:pt x="22010" y="8167"/>
                  </a:lnTo>
                  <a:lnTo>
                    <a:pt x="22573" y="7928"/>
                  </a:lnTo>
                  <a:lnTo>
                    <a:pt x="24004" y="6564"/>
                  </a:lnTo>
                  <a:lnTo>
                    <a:pt x="24190" y="6303"/>
                  </a:lnTo>
                  <a:lnTo>
                    <a:pt x="24713" y="4484"/>
                  </a:lnTo>
                  <a:lnTo>
                    <a:pt x="25354" y="3676"/>
                  </a:lnTo>
                  <a:lnTo>
                    <a:pt x="25954" y="3262"/>
                  </a:lnTo>
                  <a:lnTo>
                    <a:pt x="26910" y="2748"/>
                  </a:lnTo>
                  <a:lnTo>
                    <a:pt x="29849" y="1503"/>
                  </a:lnTo>
                  <a:lnTo>
                    <a:pt x="31568" y="390"/>
                  </a:lnTo>
                  <a:lnTo>
                    <a:pt x="32737" y="452"/>
                  </a:lnTo>
                  <a:lnTo>
                    <a:pt x="33080" y="1228"/>
                  </a:lnTo>
                  <a:lnTo>
                    <a:pt x="34739" y="1744"/>
                  </a:lnTo>
                  <a:lnTo>
                    <a:pt x="35031" y="1190"/>
                  </a:lnTo>
                  <a:lnTo>
                    <a:pt x="34643" y="515"/>
                  </a:lnTo>
                  <a:lnTo>
                    <a:pt x="34967" y="243"/>
                  </a:lnTo>
                  <a:lnTo>
                    <a:pt x="36336" y="0"/>
                  </a:lnTo>
                  <a:lnTo>
                    <a:pt x="36575" y="91"/>
                  </a:lnTo>
                  <a:lnTo>
                    <a:pt x="36983" y="47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2810177" y="1697330"/>
              <a:ext cx="2199" cy="3503"/>
            </a:xfrm>
            <a:custGeom>
              <a:avLst/>
              <a:pathLst>
                <a:path w="2199" h="3503">
                  <a:moveTo>
                    <a:pt x="2120" y="3271"/>
                  </a:moveTo>
                  <a:lnTo>
                    <a:pt x="1963" y="3503"/>
                  </a:lnTo>
                  <a:lnTo>
                    <a:pt x="1584" y="3503"/>
                  </a:lnTo>
                  <a:lnTo>
                    <a:pt x="986" y="3269"/>
                  </a:lnTo>
                  <a:lnTo>
                    <a:pt x="539" y="2751"/>
                  </a:lnTo>
                  <a:lnTo>
                    <a:pt x="0" y="1139"/>
                  </a:lnTo>
                  <a:lnTo>
                    <a:pt x="60" y="862"/>
                  </a:lnTo>
                  <a:lnTo>
                    <a:pt x="246" y="580"/>
                  </a:lnTo>
                  <a:lnTo>
                    <a:pt x="1107" y="0"/>
                  </a:lnTo>
                  <a:lnTo>
                    <a:pt x="1419" y="64"/>
                  </a:lnTo>
                  <a:lnTo>
                    <a:pt x="1532" y="485"/>
                  </a:lnTo>
                  <a:lnTo>
                    <a:pt x="2045" y="1435"/>
                  </a:lnTo>
                  <a:lnTo>
                    <a:pt x="2198" y="1714"/>
                  </a:lnTo>
                  <a:lnTo>
                    <a:pt x="2199" y="282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98253" y="1693330"/>
              <a:ext cx="1377" cy="1483"/>
            </a:xfrm>
            <a:custGeom>
              <a:avLst/>
              <a:pathLst>
                <a:path w="1377" h="1483">
                  <a:moveTo>
                    <a:pt x="552" y="1471"/>
                  </a:moveTo>
                  <a:lnTo>
                    <a:pt x="101" y="1483"/>
                  </a:lnTo>
                  <a:lnTo>
                    <a:pt x="0" y="1326"/>
                  </a:lnTo>
                  <a:lnTo>
                    <a:pt x="187" y="790"/>
                  </a:lnTo>
                  <a:lnTo>
                    <a:pt x="691" y="171"/>
                  </a:lnTo>
                  <a:lnTo>
                    <a:pt x="1377" y="0"/>
                  </a:lnTo>
                  <a:lnTo>
                    <a:pt x="1192" y="90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269073" y="1691894"/>
              <a:ext cx="3533" cy="2137"/>
            </a:xfrm>
            <a:custGeom>
              <a:avLst/>
              <a:pathLst>
                <a:path w="3533" h="2137">
                  <a:moveTo>
                    <a:pt x="2454" y="2039"/>
                  </a:moveTo>
                  <a:lnTo>
                    <a:pt x="2063" y="2137"/>
                  </a:lnTo>
                  <a:lnTo>
                    <a:pt x="1164" y="2025"/>
                  </a:lnTo>
                  <a:lnTo>
                    <a:pt x="443" y="1675"/>
                  </a:lnTo>
                  <a:lnTo>
                    <a:pt x="0" y="1228"/>
                  </a:lnTo>
                  <a:lnTo>
                    <a:pt x="2922" y="0"/>
                  </a:lnTo>
                  <a:lnTo>
                    <a:pt x="3523" y="157"/>
                  </a:lnTo>
                  <a:lnTo>
                    <a:pt x="3533" y="377"/>
                  </a:lnTo>
                  <a:lnTo>
                    <a:pt x="3095" y="1035"/>
                  </a:lnTo>
                  <a:lnTo>
                    <a:pt x="2978" y="1476"/>
                  </a:lnTo>
                  <a:lnTo>
                    <a:pt x="2764" y="181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2782092" y="1691162"/>
              <a:ext cx="1009" cy="2662"/>
            </a:xfrm>
            <a:custGeom>
              <a:avLst/>
              <a:pathLst>
                <a:path w="1009" h="2662">
                  <a:moveTo>
                    <a:pt x="832" y="2636"/>
                  </a:moveTo>
                  <a:lnTo>
                    <a:pt x="663" y="2662"/>
                  </a:lnTo>
                  <a:lnTo>
                    <a:pt x="348" y="2374"/>
                  </a:lnTo>
                  <a:lnTo>
                    <a:pt x="131" y="1907"/>
                  </a:lnTo>
                  <a:lnTo>
                    <a:pt x="0" y="691"/>
                  </a:lnTo>
                  <a:lnTo>
                    <a:pt x="96" y="196"/>
                  </a:lnTo>
                  <a:lnTo>
                    <a:pt x="182" y="0"/>
                  </a:lnTo>
                  <a:lnTo>
                    <a:pt x="1009" y="77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2807370" y="1682323"/>
              <a:ext cx="1874" cy="5535"/>
            </a:xfrm>
            <a:custGeom>
              <a:avLst/>
              <a:pathLst>
                <a:path w="1874" h="5535">
                  <a:moveTo>
                    <a:pt x="725" y="5348"/>
                  </a:moveTo>
                  <a:lnTo>
                    <a:pt x="0" y="5535"/>
                  </a:lnTo>
                  <a:lnTo>
                    <a:pt x="241" y="4787"/>
                  </a:lnTo>
                  <a:lnTo>
                    <a:pt x="311" y="4345"/>
                  </a:lnTo>
                  <a:lnTo>
                    <a:pt x="181" y="3928"/>
                  </a:lnTo>
                  <a:lnTo>
                    <a:pt x="89" y="3124"/>
                  </a:lnTo>
                  <a:lnTo>
                    <a:pt x="53" y="1227"/>
                  </a:lnTo>
                  <a:lnTo>
                    <a:pt x="761" y="34"/>
                  </a:lnTo>
                  <a:lnTo>
                    <a:pt x="1874" y="0"/>
                  </a:lnTo>
                  <a:lnTo>
                    <a:pt x="1863" y="602"/>
                  </a:lnTo>
                  <a:lnTo>
                    <a:pt x="1393" y="3293"/>
                  </a:lnTo>
                  <a:lnTo>
                    <a:pt x="1150" y="4538"/>
                  </a:lnTo>
                  <a:lnTo>
                    <a:pt x="963" y="499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2799590" y="1681948"/>
              <a:ext cx="3130" cy="4839"/>
            </a:xfrm>
            <a:custGeom>
              <a:avLst/>
              <a:pathLst>
                <a:path w="3130" h="4839">
                  <a:moveTo>
                    <a:pt x="3130" y="4201"/>
                  </a:moveTo>
                  <a:lnTo>
                    <a:pt x="2829" y="4839"/>
                  </a:lnTo>
                  <a:lnTo>
                    <a:pt x="1565" y="3303"/>
                  </a:lnTo>
                  <a:lnTo>
                    <a:pt x="1104" y="2872"/>
                  </a:lnTo>
                  <a:lnTo>
                    <a:pt x="163" y="1242"/>
                  </a:lnTo>
                  <a:lnTo>
                    <a:pt x="0" y="542"/>
                  </a:lnTo>
                  <a:lnTo>
                    <a:pt x="40" y="145"/>
                  </a:lnTo>
                  <a:lnTo>
                    <a:pt x="206" y="0"/>
                  </a:lnTo>
                  <a:lnTo>
                    <a:pt x="498" y="102"/>
                  </a:lnTo>
                  <a:lnTo>
                    <a:pt x="771" y="278"/>
                  </a:lnTo>
                  <a:lnTo>
                    <a:pt x="2590" y="2085"/>
                  </a:lnTo>
                  <a:lnTo>
                    <a:pt x="3097" y="293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2797253" y="1676688"/>
              <a:ext cx="1901" cy="2846"/>
            </a:xfrm>
            <a:custGeom>
              <a:avLst/>
              <a:pathLst>
                <a:path w="1901" h="2846">
                  <a:moveTo>
                    <a:pt x="1901" y="2735"/>
                  </a:moveTo>
                  <a:lnTo>
                    <a:pt x="1759" y="2846"/>
                  </a:lnTo>
                  <a:lnTo>
                    <a:pt x="1369" y="2660"/>
                  </a:lnTo>
                  <a:lnTo>
                    <a:pt x="993" y="2295"/>
                  </a:lnTo>
                  <a:lnTo>
                    <a:pt x="349" y="1263"/>
                  </a:lnTo>
                  <a:lnTo>
                    <a:pt x="138" y="828"/>
                  </a:lnTo>
                  <a:lnTo>
                    <a:pt x="0" y="124"/>
                  </a:lnTo>
                  <a:lnTo>
                    <a:pt x="129" y="0"/>
                  </a:lnTo>
                  <a:lnTo>
                    <a:pt x="409" y="74"/>
                  </a:lnTo>
                  <a:lnTo>
                    <a:pt x="605" y="190"/>
                  </a:lnTo>
                  <a:lnTo>
                    <a:pt x="1620" y="189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246410" y="1676187"/>
              <a:ext cx="12580" cy="6838"/>
            </a:xfrm>
            <a:custGeom>
              <a:avLst/>
              <a:pathLst>
                <a:path w="12580" h="6838">
                  <a:moveTo>
                    <a:pt x="12370" y="6653"/>
                  </a:moveTo>
                  <a:lnTo>
                    <a:pt x="11702" y="6838"/>
                  </a:lnTo>
                  <a:lnTo>
                    <a:pt x="9738" y="6466"/>
                  </a:lnTo>
                  <a:lnTo>
                    <a:pt x="8918" y="6198"/>
                  </a:lnTo>
                  <a:lnTo>
                    <a:pt x="6499" y="5192"/>
                  </a:lnTo>
                  <a:lnTo>
                    <a:pt x="1894" y="3715"/>
                  </a:lnTo>
                  <a:lnTo>
                    <a:pt x="323" y="2981"/>
                  </a:lnTo>
                  <a:lnTo>
                    <a:pt x="0" y="2432"/>
                  </a:lnTo>
                  <a:lnTo>
                    <a:pt x="833" y="1283"/>
                  </a:lnTo>
                  <a:lnTo>
                    <a:pt x="1304" y="818"/>
                  </a:lnTo>
                  <a:lnTo>
                    <a:pt x="1815" y="529"/>
                  </a:lnTo>
                  <a:lnTo>
                    <a:pt x="6659" y="0"/>
                  </a:lnTo>
                  <a:lnTo>
                    <a:pt x="8549" y="257"/>
                  </a:lnTo>
                  <a:lnTo>
                    <a:pt x="10774" y="2609"/>
                  </a:lnTo>
                  <a:lnTo>
                    <a:pt x="12052" y="4198"/>
                  </a:lnTo>
                  <a:lnTo>
                    <a:pt x="12571" y="5476"/>
                  </a:lnTo>
                  <a:lnTo>
                    <a:pt x="12580" y="609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2768568" y="1676087"/>
              <a:ext cx="13534" cy="15033"/>
            </a:xfrm>
            <a:custGeom>
              <a:avLst/>
              <a:pathLst>
                <a:path w="13534" h="15033">
                  <a:moveTo>
                    <a:pt x="7502" y="500"/>
                  </a:moveTo>
                  <a:lnTo>
                    <a:pt x="8461" y="1791"/>
                  </a:lnTo>
                  <a:lnTo>
                    <a:pt x="8747" y="2948"/>
                  </a:lnTo>
                  <a:lnTo>
                    <a:pt x="8629" y="4313"/>
                  </a:lnTo>
                  <a:lnTo>
                    <a:pt x="7109" y="4831"/>
                  </a:lnTo>
                  <a:lnTo>
                    <a:pt x="6311" y="4418"/>
                  </a:lnTo>
                  <a:lnTo>
                    <a:pt x="5964" y="4495"/>
                  </a:lnTo>
                  <a:lnTo>
                    <a:pt x="5439" y="4904"/>
                  </a:lnTo>
                  <a:lnTo>
                    <a:pt x="6077" y="5087"/>
                  </a:lnTo>
                  <a:lnTo>
                    <a:pt x="6969" y="5756"/>
                  </a:lnTo>
                  <a:lnTo>
                    <a:pt x="7752" y="6625"/>
                  </a:lnTo>
                  <a:lnTo>
                    <a:pt x="8856" y="6781"/>
                  </a:lnTo>
                  <a:lnTo>
                    <a:pt x="10326" y="7388"/>
                  </a:lnTo>
                  <a:lnTo>
                    <a:pt x="9214" y="8481"/>
                  </a:lnTo>
                  <a:lnTo>
                    <a:pt x="9046" y="9111"/>
                  </a:lnTo>
                  <a:lnTo>
                    <a:pt x="10433" y="10853"/>
                  </a:lnTo>
                  <a:lnTo>
                    <a:pt x="10565" y="11288"/>
                  </a:lnTo>
                  <a:lnTo>
                    <a:pt x="11010" y="11377"/>
                  </a:lnTo>
                  <a:lnTo>
                    <a:pt x="12045" y="11236"/>
                  </a:lnTo>
                  <a:lnTo>
                    <a:pt x="12176" y="11374"/>
                  </a:lnTo>
                  <a:lnTo>
                    <a:pt x="12174" y="11735"/>
                  </a:lnTo>
                  <a:lnTo>
                    <a:pt x="11539" y="12747"/>
                  </a:lnTo>
                  <a:lnTo>
                    <a:pt x="11607" y="12948"/>
                  </a:lnTo>
                  <a:lnTo>
                    <a:pt x="12181" y="13108"/>
                  </a:lnTo>
                  <a:lnTo>
                    <a:pt x="13284" y="13115"/>
                  </a:lnTo>
                  <a:lnTo>
                    <a:pt x="13534" y="14120"/>
                  </a:lnTo>
                  <a:lnTo>
                    <a:pt x="12537" y="15033"/>
                  </a:lnTo>
                  <a:lnTo>
                    <a:pt x="10642" y="13856"/>
                  </a:lnTo>
                  <a:lnTo>
                    <a:pt x="9798" y="12683"/>
                  </a:lnTo>
                  <a:lnTo>
                    <a:pt x="9316" y="11597"/>
                  </a:lnTo>
                  <a:lnTo>
                    <a:pt x="8733" y="10983"/>
                  </a:lnTo>
                  <a:lnTo>
                    <a:pt x="6973" y="9620"/>
                  </a:lnTo>
                  <a:lnTo>
                    <a:pt x="4300" y="6676"/>
                  </a:lnTo>
                  <a:lnTo>
                    <a:pt x="3611" y="6250"/>
                  </a:lnTo>
                  <a:lnTo>
                    <a:pt x="2915" y="5086"/>
                  </a:lnTo>
                  <a:lnTo>
                    <a:pt x="2713" y="4525"/>
                  </a:lnTo>
                  <a:lnTo>
                    <a:pt x="2731" y="4150"/>
                  </a:lnTo>
                  <a:lnTo>
                    <a:pt x="3001" y="3952"/>
                  </a:lnTo>
                  <a:lnTo>
                    <a:pt x="3801" y="3821"/>
                  </a:lnTo>
                  <a:lnTo>
                    <a:pt x="3812" y="3237"/>
                  </a:lnTo>
                  <a:lnTo>
                    <a:pt x="738" y="2225"/>
                  </a:lnTo>
                  <a:lnTo>
                    <a:pt x="396" y="2018"/>
                  </a:lnTo>
                  <a:lnTo>
                    <a:pt x="0" y="1310"/>
                  </a:lnTo>
                  <a:lnTo>
                    <a:pt x="213" y="1206"/>
                  </a:lnTo>
                  <a:lnTo>
                    <a:pt x="1904" y="1330"/>
                  </a:lnTo>
                  <a:lnTo>
                    <a:pt x="3716" y="989"/>
                  </a:lnTo>
                  <a:lnTo>
                    <a:pt x="4832" y="729"/>
                  </a:lnTo>
                  <a:lnTo>
                    <a:pt x="5272" y="411"/>
                  </a:lnTo>
                  <a:lnTo>
                    <a:pt x="6184" y="0"/>
                  </a:lnTo>
                  <a:lnTo>
                    <a:pt x="6559" y="2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2800379" y="1675411"/>
              <a:ext cx="6412" cy="13812"/>
            </a:xfrm>
            <a:custGeom>
              <a:avLst/>
              <a:pathLst>
                <a:path w="6412" h="13812">
                  <a:moveTo>
                    <a:pt x="5978" y="4744"/>
                  </a:moveTo>
                  <a:lnTo>
                    <a:pt x="6412" y="9194"/>
                  </a:lnTo>
                  <a:lnTo>
                    <a:pt x="6380" y="10618"/>
                  </a:lnTo>
                  <a:lnTo>
                    <a:pt x="5747" y="11550"/>
                  </a:lnTo>
                  <a:lnTo>
                    <a:pt x="5300" y="13111"/>
                  </a:lnTo>
                  <a:lnTo>
                    <a:pt x="4781" y="13812"/>
                  </a:lnTo>
                  <a:lnTo>
                    <a:pt x="4289" y="12879"/>
                  </a:lnTo>
                  <a:lnTo>
                    <a:pt x="4245" y="11328"/>
                  </a:lnTo>
                  <a:lnTo>
                    <a:pt x="4114" y="10096"/>
                  </a:lnTo>
                  <a:lnTo>
                    <a:pt x="3953" y="9506"/>
                  </a:lnTo>
                  <a:lnTo>
                    <a:pt x="4143" y="7204"/>
                  </a:lnTo>
                  <a:lnTo>
                    <a:pt x="3923" y="7374"/>
                  </a:lnTo>
                  <a:lnTo>
                    <a:pt x="3340" y="8384"/>
                  </a:lnTo>
                  <a:lnTo>
                    <a:pt x="2691" y="8453"/>
                  </a:lnTo>
                  <a:lnTo>
                    <a:pt x="1527" y="7308"/>
                  </a:lnTo>
                  <a:lnTo>
                    <a:pt x="942" y="6380"/>
                  </a:lnTo>
                  <a:lnTo>
                    <a:pt x="846" y="5413"/>
                  </a:lnTo>
                  <a:lnTo>
                    <a:pt x="79" y="4393"/>
                  </a:lnTo>
                  <a:lnTo>
                    <a:pt x="0" y="4034"/>
                  </a:lnTo>
                  <a:lnTo>
                    <a:pt x="62" y="3654"/>
                  </a:lnTo>
                  <a:lnTo>
                    <a:pt x="692" y="2639"/>
                  </a:lnTo>
                  <a:lnTo>
                    <a:pt x="948" y="1955"/>
                  </a:lnTo>
                  <a:lnTo>
                    <a:pt x="1172" y="548"/>
                  </a:lnTo>
                  <a:lnTo>
                    <a:pt x="1429" y="0"/>
                  </a:lnTo>
                  <a:lnTo>
                    <a:pt x="2025" y="77"/>
                  </a:lnTo>
                  <a:lnTo>
                    <a:pt x="3089" y="716"/>
                  </a:lnTo>
                  <a:lnTo>
                    <a:pt x="4200" y="1409"/>
                  </a:lnTo>
                  <a:lnTo>
                    <a:pt x="5219" y="233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2798990" y="1674711"/>
              <a:ext cx="1494" cy="3059"/>
            </a:xfrm>
            <a:custGeom>
              <a:avLst/>
              <a:pathLst>
                <a:path w="1494" h="3059">
                  <a:moveTo>
                    <a:pt x="1494" y="3059"/>
                  </a:moveTo>
                  <a:lnTo>
                    <a:pt x="514" y="3056"/>
                  </a:lnTo>
                  <a:lnTo>
                    <a:pt x="241" y="2914"/>
                  </a:lnTo>
                  <a:lnTo>
                    <a:pt x="69" y="2621"/>
                  </a:lnTo>
                  <a:lnTo>
                    <a:pt x="0" y="2177"/>
                  </a:lnTo>
                  <a:lnTo>
                    <a:pt x="159" y="1642"/>
                  </a:lnTo>
                  <a:lnTo>
                    <a:pt x="739" y="621"/>
                  </a:lnTo>
                  <a:lnTo>
                    <a:pt x="757" y="186"/>
                  </a:lnTo>
                  <a:lnTo>
                    <a:pt x="880" y="0"/>
                  </a:lnTo>
                  <a:lnTo>
                    <a:pt x="1286" y="514"/>
                  </a:lnTo>
                  <a:lnTo>
                    <a:pt x="1459" y="98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265002" y="1674232"/>
              <a:ext cx="1284" cy="1257"/>
            </a:xfrm>
            <a:custGeom>
              <a:avLst/>
              <a:pathLst>
                <a:path w="1284" h="1257">
                  <a:moveTo>
                    <a:pt x="1284" y="841"/>
                  </a:moveTo>
                  <a:lnTo>
                    <a:pt x="1274" y="1257"/>
                  </a:lnTo>
                  <a:lnTo>
                    <a:pt x="661" y="1176"/>
                  </a:lnTo>
                  <a:lnTo>
                    <a:pt x="327" y="938"/>
                  </a:lnTo>
                  <a:lnTo>
                    <a:pt x="58" y="563"/>
                  </a:lnTo>
                  <a:lnTo>
                    <a:pt x="0" y="281"/>
                  </a:lnTo>
                  <a:lnTo>
                    <a:pt x="230" y="0"/>
                  </a:lnTo>
                  <a:lnTo>
                    <a:pt x="940" y="17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2787766" y="1670512"/>
              <a:ext cx="7216" cy="6508"/>
            </a:xfrm>
            <a:custGeom>
              <a:avLst/>
              <a:pathLst>
                <a:path w="7216" h="6508">
                  <a:moveTo>
                    <a:pt x="6329" y="6461"/>
                  </a:moveTo>
                  <a:lnTo>
                    <a:pt x="6140" y="6508"/>
                  </a:lnTo>
                  <a:lnTo>
                    <a:pt x="5517" y="6339"/>
                  </a:lnTo>
                  <a:lnTo>
                    <a:pt x="3464" y="3981"/>
                  </a:lnTo>
                  <a:lnTo>
                    <a:pt x="2004" y="3121"/>
                  </a:lnTo>
                  <a:lnTo>
                    <a:pt x="1010" y="1957"/>
                  </a:lnTo>
                  <a:lnTo>
                    <a:pt x="0" y="1212"/>
                  </a:lnTo>
                  <a:lnTo>
                    <a:pt x="620" y="0"/>
                  </a:lnTo>
                  <a:lnTo>
                    <a:pt x="1161" y="149"/>
                  </a:lnTo>
                  <a:lnTo>
                    <a:pt x="3051" y="1136"/>
                  </a:lnTo>
                  <a:lnTo>
                    <a:pt x="4561" y="2092"/>
                  </a:lnTo>
                  <a:lnTo>
                    <a:pt x="5419" y="2716"/>
                  </a:lnTo>
                  <a:lnTo>
                    <a:pt x="7216" y="5389"/>
                  </a:lnTo>
                  <a:lnTo>
                    <a:pt x="7082" y="577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2785971" y="1664126"/>
              <a:ext cx="4455" cy="3418"/>
            </a:xfrm>
            <a:custGeom>
              <a:avLst/>
              <a:pathLst>
                <a:path w="4455" h="3418">
                  <a:moveTo>
                    <a:pt x="4455" y="1819"/>
                  </a:moveTo>
                  <a:lnTo>
                    <a:pt x="4163" y="2320"/>
                  </a:lnTo>
                  <a:lnTo>
                    <a:pt x="3497" y="3106"/>
                  </a:lnTo>
                  <a:lnTo>
                    <a:pt x="3056" y="3418"/>
                  </a:lnTo>
                  <a:lnTo>
                    <a:pt x="2838" y="3256"/>
                  </a:lnTo>
                  <a:lnTo>
                    <a:pt x="2242" y="3169"/>
                  </a:lnTo>
                  <a:lnTo>
                    <a:pt x="1606" y="2387"/>
                  </a:lnTo>
                  <a:lnTo>
                    <a:pt x="1110" y="2074"/>
                  </a:lnTo>
                  <a:lnTo>
                    <a:pt x="782" y="2058"/>
                  </a:lnTo>
                  <a:lnTo>
                    <a:pt x="619" y="2341"/>
                  </a:lnTo>
                  <a:lnTo>
                    <a:pt x="577" y="2719"/>
                  </a:lnTo>
                  <a:lnTo>
                    <a:pt x="656" y="3194"/>
                  </a:lnTo>
                  <a:lnTo>
                    <a:pt x="601" y="3410"/>
                  </a:lnTo>
                  <a:lnTo>
                    <a:pt x="413" y="3367"/>
                  </a:lnTo>
                  <a:lnTo>
                    <a:pt x="225" y="3145"/>
                  </a:lnTo>
                  <a:lnTo>
                    <a:pt x="38" y="2744"/>
                  </a:lnTo>
                  <a:lnTo>
                    <a:pt x="0" y="2336"/>
                  </a:lnTo>
                  <a:lnTo>
                    <a:pt x="109" y="1921"/>
                  </a:lnTo>
                  <a:lnTo>
                    <a:pt x="570" y="1363"/>
                  </a:lnTo>
                  <a:lnTo>
                    <a:pt x="2011" y="207"/>
                  </a:lnTo>
                  <a:lnTo>
                    <a:pt x="2452" y="0"/>
                  </a:lnTo>
                  <a:lnTo>
                    <a:pt x="2932" y="46"/>
                  </a:lnTo>
                  <a:lnTo>
                    <a:pt x="3702" y="587"/>
                  </a:lnTo>
                  <a:lnTo>
                    <a:pt x="3867" y="74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2763353" y="1663150"/>
              <a:ext cx="13531" cy="13525"/>
            </a:xfrm>
            <a:custGeom>
              <a:avLst/>
              <a:pathLst>
                <a:path w="13531" h="13525">
                  <a:moveTo>
                    <a:pt x="4185" y="438"/>
                  </a:moveTo>
                  <a:lnTo>
                    <a:pt x="5050" y="1259"/>
                  </a:lnTo>
                  <a:lnTo>
                    <a:pt x="7128" y="737"/>
                  </a:lnTo>
                  <a:lnTo>
                    <a:pt x="7517" y="837"/>
                  </a:lnTo>
                  <a:lnTo>
                    <a:pt x="7912" y="1152"/>
                  </a:lnTo>
                  <a:lnTo>
                    <a:pt x="8344" y="1820"/>
                  </a:lnTo>
                  <a:lnTo>
                    <a:pt x="8815" y="2841"/>
                  </a:lnTo>
                  <a:lnTo>
                    <a:pt x="8919" y="3957"/>
                  </a:lnTo>
                  <a:lnTo>
                    <a:pt x="8730" y="4357"/>
                  </a:lnTo>
                  <a:lnTo>
                    <a:pt x="8358" y="4800"/>
                  </a:lnTo>
                  <a:lnTo>
                    <a:pt x="5043" y="6573"/>
                  </a:lnTo>
                  <a:lnTo>
                    <a:pt x="4955" y="6744"/>
                  </a:lnTo>
                  <a:lnTo>
                    <a:pt x="5021" y="6903"/>
                  </a:lnTo>
                  <a:lnTo>
                    <a:pt x="5329" y="7074"/>
                  </a:lnTo>
                  <a:lnTo>
                    <a:pt x="5993" y="7052"/>
                  </a:lnTo>
                  <a:lnTo>
                    <a:pt x="8618" y="6612"/>
                  </a:lnTo>
                  <a:lnTo>
                    <a:pt x="8763" y="6305"/>
                  </a:lnTo>
                  <a:lnTo>
                    <a:pt x="8947" y="4908"/>
                  </a:lnTo>
                  <a:lnTo>
                    <a:pt x="9308" y="4167"/>
                  </a:lnTo>
                  <a:lnTo>
                    <a:pt x="9341" y="3607"/>
                  </a:lnTo>
                  <a:lnTo>
                    <a:pt x="9101" y="2274"/>
                  </a:lnTo>
                  <a:lnTo>
                    <a:pt x="9115" y="1738"/>
                  </a:lnTo>
                  <a:lnTo>
                    <a:pt x="10947" y="1631"/>
                  </a:lnTo>
                  <a:lnTo>
                    <a:pt x="12093" y="1138"/>
                  </a:lnTo>
                  <a:lnTo>
                    <a:pt x="13263" y="219"/>
                  </a:lnTo>
                  <a:lnTo>
                    <a:pt x="13531" y="245"/>
                  </a:lnTo>
                  <a:lnTo>
                    <a:pt x="13363" y="1898"/>
                  </a:lnTo>
                  <a:lnTo>
                    <a:pt x="13201" y="2406"/>
                  </a:lnTo>
                  <a:lnTo>
                    <a:pt x="12079" y="4427"/>
                  </a:lnTo>
                  <a:lnTo>
                    <a:pt x="11436" y="6206"/>
                  </a:lnTo>
                  <a:lnTo>
                    <a:pt x="11122" y="7964"/>
                  </a:lnTo>
                  <a:lnTo>
                    <a:pt x="11067" y="10875"/>
                  </a:lnTo>
                  <a:lnTo>
                    <a:pt x="10790" y="11859"/>
                  </a:lnTo>
                  <a:lnTo>
                    <a:pt x="10280" y="12465"/>
                  </a:lnTo>
                  <a:lnTo>
                    <a:pt x="7102" y="13525"/>
                  </a:lnTo>
                  <a:lnTo>
                    <a:pt x="5463" y="13458"/>
                  </a:lnTo>
                  <a:lnTo>
                    <a:pt x="4003" y="12493"/>
                  </a:lnTo>
                  <a:lnTo>
                    <a:pt x="3315" y="11833"/>
                  </a:lnTo>
                  <a:lnTo>
                    <a:pt x="3835" y="11033"/>
                  </a:lnTo>
                  <a:lnTo>
                    <a:pt x="4192" y="10996"/>
                  </a:lnTo>
                  <a:lnTo>
                    <a:pt x="5219" y="11153"/>
                  </a:lnTo>
                  <a:lnTo>
                    <a:pt x="6012" y="11451"/>
                  </a:lnTo>
                  <a:lnTo>
                    <a:pt x="6366" y="11464"/>
                  </a:lnTo>
                  <a:lnTo>
                    <a:pt x="6306" y="11276"/>
                  </a:lnTo>
                  <a:lnTo>
                    <a:pt x="4047" y="9768"/>
                  </a:lnTo>
                  <a:lnTo>
                    <a:pt x="2392" y="9083"/>
                  </a:lnTo>
                  <a:lnTo>
                    <a:pt x="1891" y="8316"/>
                  </a:lnTo>
                  <a:lnTo>
                    <a:pt x="1876" y="7721"/>
                  </a:lnTo>
                  <a:lnTo>
                    <a:pt x="1746" y="7388"/>
                  </a:lnTo>
                  <a:lnTo>
                    <a:pt x="432" y="5311"/>
                  </a:lnTo>
                  <a:lnTo>
                    <a:pt x="174" y="4490"/>
                  </a:lnTo>
                  <a:lnTo>
                    <a:pt x="2" y="3328"/>
                  </a:lnTo>
                  <a:lnTo>
                    <a:pt x="0" y="2138"/>
                  </a:lnTo>
                  <a:lnTo>
                    <a:pt x="322" y="207"/>
                  </a:lnTo>
                  <a:lnTo>
                    <a:pt x="468" y="0"/>
                  </a:lnTo>
                  <a:lnTo>
                    <a:pt x="1007" y="15"/>
                  </a:lnTo>
                  <a:lnTo>
                    <a:pt x="1938" y="25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2783589" y="1656555"/>
              <a:ext cx="1945" cy="2148"/>
            </a:xfrm>
            <a:custGeom>
              <a:avLst/>
              <a:pathLst>
                <a:path w="1945" h="2148">
                  <a:moveTo>
                    <a:pt x="301" y="2130"/>
                  </a:moveTo>
                  <a:lnTo>
                    <a:pt x="82" y="2148"/>
                  </a:lnTo>
                  <a:lnTo>
                    <a:pt x="0" y="1856"/>
                  </a:lnTo>
                  <a:lnTo>
                    <a:pt x="52" y="1254"/>
                  </a:lnTo>
                  <a:lnTo>
                    <a:pt x="352" y="235"/>
                  </a:lnTo>
                  <a:lnTo>
                    <a:pt x="493" y="0"/>
                  </a:lnTo>
                  <a:lnTo>
                    <a:pt x="1721" y="179"/>
                  </a:lnTo>
                  <a:lnTo>
                    <a:pt x="1901" y="251"/>
                  </a:lnTo>
                  <a:lnTo>
                    <a:pt x="1945" y="447"/>
                  </a:lnTo>
                  <a:lnTo>
                    <a:pt x="1850" y="768"/>
                  </a:lnTo>
                  <a:lnTo>
                    <a:pt x="1456" y="122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2787219" y="1651058"/>
              <a:ext cx="3514" cy="3865"/>
            </a:xfrm>
            <a:custGeom>
              <a:avLst/>
              <a:pathLst>
                <a:path w="3514" h="3865">
                  <a:moveTo>
                    <a:pt x="0" y="3573"/>
                  </a:moveTo>
                  <a:lnTo>
                    <a:pt x="776" y="2673"/>
                  </a:lnTo>
                  <a:lnTo>
                    <a:pt x="2486" y="1114"/>
                  </a:lnTo>
                  <a:lnTo>
                    <a:pt x="3417" y="0"/>
                  </a:lnTo>
                  <a:lnTo>
                    <a:pt x="3514" y="1099"/>
                  </a:lnTo>
                  <a:lnTo>
                    <a:pt x="2137" y="2947"/>
                  </a:lnTo>
                  <a:lnTo>
                    <a:pt x="376" y="386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43605" y="1635507"/>
              <a:ext cx="2275" cy="1753"/>
            </a:xfrm>
            <a:custGeom>
              <a:avLst/>
              <a:pathLst>
                <a:path w="2275" h="1753">
                  <a:moveTo>
                    <a:pt x="1905" y="1415"/>
                  </a:moveTo>
                  <a:lnTo>
                    <a:pt x="2016" y="1753"/>
                  </a:lnTo>
                  <a:lnTo>
                    <a:pt x="556" y="1509"/>
                  </a:lnTo>
                  <a:lnTo>
                    <a:pt x="42" y="1296"/>
                  </a:lnTo>
                  <a:lnTo>
                    <a:pt x="0" y="1072"/>
                  </a:lnTo>
                  <a:lnTo>
                    <a:pt x="72" y="723"/>
                  </a:lnTo>
                  <a:lnTo>
                    <a:pt x="362" y="313"/>
                  </a:lnTo>
                  <a:lnTo>
                    <a:pt x="1030" y="0"/>
                  </a:lnTo>
                  <a:lnTo>
                    <a:pt x="1393" y="161"/>
                  </a:lnTo>
                  <a:lnTo>
                    <a:pt x="2170" y="585"/>
                  </a:lnTo>
                  <a:lnTo>
                    <a:pt x="2275" y="84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275979" y="1631345"/>
              <a:ext cx="2428" cy="4292"/>
            </a:xfrm>
            <a:custGeom>
              <a:avLst/>
              <a:pathLst>
                <a:path w="2428" h="4292">
                  <a:moveTo>
                    <a:pt x="825" y="4099"/>
                  </a:moveTo>
                  <a:lnTo>
                    <a:pt x="345" y="4292"/>
                  </a:lnTo>
                  <a:lnTo>
                    <a:pt x="0" y="4273"/>
                  </a:lnTo>
                  <a:lnTo>
                    <a:pt x="64" y="3805"/>
                  </a:lnTo>
                  <a:lnTo>
                    <a:pt x="538" y="2889"/>
                  </a:lnTo>
                  <a:lnTo>
                    <a:pt x="807" y="2083"/>
                  </a:lnTo>
                  <a:lnTo>
                    <a:pt x="872" y="1388"/>
                  </a:lnTo>
                  <a:lnTo>
                    <a:pt x="1082" y="779"/>
                  </a:lnTo>
                  <a:lnTo>
                    <a:pt x="1437" y="258"/>
                  </a:lnTo>
                  <a:lnTo>
                    <a:pt x="1790" y="0"/>
                  </a:lnTo>
                  <a:lnTo>
                    <a:pt x="2318" y="8"/>
                  </a:lnTo>
                  <a:lnTo>
                    <a:pt x="2428" y="1699"/>
                  </a:lnTo>
                  <a:lnTo>
                    <a:pt x="2280" y="2492"/>
                  </a:lnTo>
                  <a:lnTo>
                    <a:pt x="1926" y="3156"/>
                  </a:lnTo>
                  <a:lnTo>
                    <a:pt x="1442" y="369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264862" y="1630967"/>
              <a:ext cx="4816" cy="3723"/>
            </a:xfrm>
            <a:custGeom>
              <a:avLst/>
              <a:pathLst>
                <a:path w="4816" h="3723">
                  <a:moveTo>
                    <a:pt x="1052" y="3617"/>
                  </a:moveTo>
                  <a:lnTo>
                    <a:pt x="570" y="3723"/>
                  </a:lnTo>
                  <a:lnTo>
                    <a:pt x="0" y="3521"/>
                  </a:lnTo>
                  <a:lnTo>
                    <a:pt x="297" y="2496"/>
                  </a:lnTo>
                  <a:lnTo>
                    <a:pt x="792" y="2070"/>
                  </a:lnTo>
                  <a:lnTo>
                    <a:pt x="2028" y="1644"/>
                  </a:lnTo>
                  <a:lnTo>
                    <a:pt x="2239" y="1383"/>
                  </a:lnTo>
                  <a:lnTo>
                    <a:pt x="2634" y="1253"/>
                  </a:lnTo>
                  <a:lnTo>
                    <a:pt x="3213" y="1253"/>
                  </a:lnTo>
                  <a:lnTo>
                    <a:pt x="3858" y="870"/>
                  </a:lnTo>
                  <a:lnTo>
                    <a:pt x="4569" y="104"/>
                  </a:lnTo>
                  <a:lnTo>
                    <a:pt x="4816" y="0"/>
                  </a:lnTo>
                  <a:lnTo>
                    <a:pt x="4316" y="1113"/>
                  </a:lnTo>
                  <a:lnTo>
                    <a:pt x="3793" y="194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265625" y="1629163"/>
              <a:ext cx="10422" cy="11002"/>
            </a:xfrm>
            <a:custGeom>
              <a:avLst/>
              <a:pathLst>
                <a:path w="10422" h="11002">
                  <a:moveTo>
                    <a:pt x="10148" y="4597"/>
                  </a:moveTo>
                  <a:lnTo>
                    <a:pt x="9368" y="6006"/>
                  </a:lnTo>
                  <a:lnTo>
                    <a:pt x="8745" y="7361"/>
                  </a:lnTo>
                  <a:lnTo>
                    <a:pt x="7878" y="9911"/>
                  </a:lnTo>
                  <a:lnTo>
                    <a:pt x="7383" y="10002"/>
                  </a:lnTo>
                  <a:lnTo>
                    <a:pt x="6950" y="9389"/>
                  </a:lnTo>
                  <a:lnTo>
                    <a:pt x="8192" y="6405"/>
                  </a:lnTo>
                  <a:lnTo>
                    <a:pt x="8251" y="6072"/>
                  </a:lnTo>
                  <a:lnTo>
                    <a:pt x="8192" y="5787"/>
                  </a:lnTo>
                  <a:lnTo>
                    <a:pt x="7815" y="5348"/>
                  </a:lnTo>
                  <a:lnTo>
                    <a:pt x="7440" y="5853"/>
                  </a:lnTo>
                  <a:lnTo>
                    <a:pt x="5684" y="9216"/>
                  </a:lnTo>
                  <a:lnTo>
                    <a:pt x="5231" y="9756"/>
                  </a:lnTo>
                  <a:lnTo>
                    <a:pt x="4854" y="10054"/>
                  </a:lnTo>
                  <a:lnTo>
                    <a:pt x="4555" y="10112"/>
                  </a:lnTo>
                  <a:lnTo>
                    <a:pt x="3808" y="10042"/>
                  </a:lnTo>
                  <a:lnTo>
                    <a:pt x="2303" y="11002"/>
                  </a:lnTo>
                  <a:lnTo>
                    <a:pt x="4832" y="7008"/>
                  </a:lnTo>
                  <a:lnTo>
                    <a:pt x="4858" y="6704"/>
                  </a:lnTo>
                  <a:lnTo>
                    <a:pt x="4385" y="6517"/>
                  </a:lnTo>
                  <a:lnTo>
                    <a:pt x="4197" y="6621"/>
                  </a:lnTo>
                  <a:lnTo>
                    <a:pt x="2149" y="9136"/>
                  </a:lnTo>
                  <a:lnTo>
                    <a:pt x="980" y="10106"/>
                  </a:lnTo>
                  <a:lnTo>
                    <a:pt x="196" y="9812"/>
                  </a:lnTo>
                  <a:lnTo>
                    <a:pt x="0" y="9548"/>
                  </a:lnTo>
                  <a:lnTo>
                    <a:pt x="70" y="9255"/>
                  </a:lnTo>
                  <a:lnTo>
                    <a:pt x="2064" y="6715"/>
                  </a:lnTo>
                  <a:lnTo>
                    <a:pt x="3897" y="4898"/>
                  </a:lnTo>
                  <a:lnTo>
                    <a:pt x="4663" y="3753"/>
                  </a:lnTo>
                  <a:lnTo>
                    <a:pt x="4975" y="2675"/>
                  </a:lnTo>
                  <a:lnTo>
                    <a:pt x="5112" y="1887"/>
                  </a:lnTo>
                  <a:lnTo>
                    <a:pt x="5102" y="1018"/>
                  </a:lnTo>
                  <a:lnTo>
                    <a:pt x="5303" y="824"/>
                  </a:lnTo>
                  <a:lnTo>
                    <a:pt x="5420" y="1152"/>
                  </a:lnTo>
                  <a:lnTo>
                    <a:pt x="5451" y="2066"/>
                  </a:lnTo>
                  <a:lnTo>
                    <a:pt x="5032" y="3944"/>
                  </a:lnTo>
                  <a:lnTo>
                    <a:pt x="4696" y="4868"/>
                  </a:lnTo>
                  <a:lnTo>
                    <a:pt x="4295" y="5630"/>
                  </a:lnTo>
                  <a:lnTo>
                    <a:pt x="4464" y="5796"/>
                  </a:lnTo>
                  <a:lnTo>
                    <a:pt x="5202" y="5363"/>
                  </a:lnTo>
                  <a:lnTo>
                    <a:pt x="5824" y="4451"/>
                  </a:lnTo>
                  <a:lnTo>
                    <a:pt x="6328" y="3059"/>
                  </a:lnTo>
                  <a:lnTo>
                    <a:pt x="6650" y="1848"/>
                  </a:lnTo>
                  <a:lnTo>
                    <a:pt x="7068" y="0"/>
                  </a:lnTo>
                  <a:lnTo>
                    <a:pt x="7213" y="382"/>
                  </a:lnTo>
                  <a:lnTo>
                    <a:pt x="7547" y="651"/>
                  </a:lnTo>
                  <a:lnTo>
                    <a:pt x="8070" y="809"/>
                  </a:lnTo>
                  <a:lnTo>
                    <a:pt x="8370" y="1055"/>
                  </a:lnTo>
                  <a:lnTo>
                    <a:pt x="8590" y="1697"/>
                  </a:lnTo>
                  <a:lnTo>
                    <a:pt x="8803" y="1981"/>
                  </a:lnTo>
                  <a:lnTo>
                    <a:pt x="9586" y="2220"/>
                  </a:lnTo>
                  <a:lnTo>
                    <a:pt x="9887" y="2425"/>
                  </a:lnTo>
                  <a:lnTo>
                    <a:pt x="10103" y="3127"/>
                  </a:lnTo>
                  <a:lnTo>
                    <a:pt x="10083" y="3497"/>
                  </a:lnTo>
                  <a:lnTo>
                    <a:pt x="10189" y="3734"/>
                  </a:lnTo>
                  <a:lnTo>
                    <a:pt x="10422" y="383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269643" y="1626331"/>
              <a:ext cx="959" cy="2160"/>
            </a:xfrm>
            <a:custGeom>
              <a:avLst/>
              <a:pathLst>
                <a:path w="959" h="2160">
                  <a:moveTo>
                    <a:pt x="618" y="1981"/>
                  </a:moveTo>
                  <a:lnTo>
                    <a:pt x="284" y="2160"/>
                  </a:lnTo>
                  <a:lnTo>
                    <a:pt x="58" y="2145"/>
                  </a:lnTo>
                  <a:lnTo>
                    <a:pt x="310" y="909"/>
                  </a:lnTo>
                  <a:lnTo>
                    <a:pt x="17" y="472"/>
                  </a:lnTo>
                  <a:lnTo>
                    <a:pt x="0" y="247"/>
                  </a:lnTo>
                  <a:lnTo>
                    <a:pt x="127" y="42"/>
                  </a:lnTo>
                  <a:lnTo>
                    <a:pt x="290" y="0"/>
                  </a:lnTo>
                  <a:lnTo>
                    <a:pt x="684" y="380"/>
                  </a:lnTo>
                  <a:lnTo>
                    <a:pt x="874" y="781"/>
                  </a:lnTo>
                  <a:lnTo>
                    <a:pt x="959" y="1176"/>
                  </a:lnTo>
                  <a:lnTo>
                    <a:pt x="936" y="1565"/>
                  </a:lnTo>
                  <a:lnTo>
                    <a:pt x="823" y="183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266216" y="1625403"/>
              <a:ext cx="1126" cy="1508"/>
            </a:xfrm>
            <a:custGeom>
              <a:avLst/>
              <a:pathLst>
                <a:path w="1126" h="1508">
                  <a:moveTo>
                    <a:pt x="744" y="1265"/>
                  </a:moveTo>
                  <a:lnTo>
                    <a:pt x="484" y="1508"/>
                  </a:lnTo>
                  <a:lnTo>
                    <a:pt x="19" y="1234"/>
                  </a:lnTo>
                  <a:lnTo>
                    <a:pt x="0" y="535"/>
                  </a:lnTo>
                  <a:lnTo>
                    <a:pt x="449" y="0"/>
                  </a:lnTo>
                  <a:lnTo>
                    <a:pt x="805" y="24"/>
                  </a:lnTo>
                  <a:lnTo>
                    <a:pt x="1126" y="309"/>
                  </a:lnTo>
                  <a:lnTo>
                    <a:pt x="1047" y="68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35891" y="1615443"/>
              <a:ext cx="3535" cy="2277"/>
            </a:xfrm>
            <a:custGeom>
              <a:avLst/>
              <a:pathLst>
                <a:path w="3535" h="2277">
                  <a:moveTo>
                    <a:pt x="2531" y="345"/>
                  </a:moveTo>
                  <a:lnTo>
                    <a:pt x="3327" y="758"/>
                  </a:lnTo>
                  <a:lnTo>
                    <a:pt x="3535" y="2277"/>
                  </a:lnTo>
                  <a:lnTo>
                    <a:pt x="2043" y="2188"/>
                  </a:lnTo>
                  <a:lnTo>
                    <a:pt x="338" y="1170"/>
                  </a:lnTo>
                  <a:lnTo>
                    <a:pt x="0" y="430"/>
                  </a:lnTo>
                  <a:lnTo>
                    <a:pt x="37" y="303"/>
                  </a:lnTo>
                  <a:lnTo>
                    <a:pt x="264" y="175"/>
                  </a:lnTo>
                  <a:lnTo>
                    <a:pt x="697" y="352"/>
                  </a:lnTo>
                  <a:lnTo>
                    <a:pt x="1117" y="86"/>
                  </a:lnTo>
                  <a:lnTo>
                    <a:pt x="1541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267233" y="1615044"/>
              <a:ext cx="1180" cy="2308"/>
            </a:xfrm>
            <a:custGeom>
              <a:avLst/>
              <a:pathLst>
                <a:path w="1180" h="2308">
                  <a:moveTo>
                    <a:pt x="1151" y="1289"/>
                  </a:moveTo>
                  <a:lnTo>
                    <a:pt x="1002" y="1400"/>
                  </a:lnTo>
                  <a:lnTo>
                    <a:pt x="596" y="1304"/>
                  </a:lnTo>
                  <a:lnTo>
                    <a:pt x="437" y="2222"/>
                  </a:lnTo>
                  <a:lnTo>
                    <a:pt x="281" y="2308"/>
                  </a:lnTo>
                  <a:lnTo>
                    <a:pt x="0" y="1742"/>
                  </a:lnTo>
                  <a:lnTo>
                    <a:pt x="211" y="1258"/>
                  </a:lnTo>
                  <a:lnTo>
                    <a:pt x="180" y="925"/>
                  </a:lnTo>
                  <a:lnTo>
                    <a:pt x="259" y="679"/>
                  </a:lnTo>
                  <a:lnTo>
                    <a:pt x="665" y="128"/>
                  </a:lnTo>
                  <a:lnTo>
                    <a:pt x="904" y="0"/>
                  </a:lnTo>
                  <a:lnTo>
                    <a:pt x="1055" y="46"/>
                  </a:lnTo>
                  <a:lnTo>
                    <a:pt x="1180" y="73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366434" y="1593589"/>
              <a:ext cx="1869" cy="2586"/>
            </a:xfrm>
            <a:custGeom>
              <a:avLst/>
              <a:pathLst>
                <a:path w="1869" h="2586">
                  <a:moveTo>
                    <a:pt x="1823" y="1477"/>
                  </a:moveTo>
                  <a:lnTo>
                    <a:pt x="1248" y="2490"/>
                  </a:lnTo>
                  <a:lnTo>
                    <a:pt x="483" y="2364"/>
                  </a:lnTo>
                  <a:lnTo>
                    <a:pt x="208" y="2573"/>
                  </a:lnTo>
                  <a:lnTo>
                    <a:pt x="0" y="2586"/>
                  </a:lnTo>
                  <a:lnTo>
                    <a:pt x="345" y="1634"/>
                  </a:lnTo>
                  <a:lnTo>
                    <a:pt x="390" y="995"/>
                  </a:lnTo>
                  <a:lnTo>
                    <a:pt x="216" y="347"/>
                  </a:lnTo>
                  <a:lnTo>
                    <a:pt x="469" y="17"/>
                  </a:lnTo>
                  <a:lnTo>
                    <a:pt x="1491" y="0"/>
                  </a:lnTo>
                  <a:lnTo>
                    <a:pt x="1504" y="744"/>
                  </a:lnTo>
                  <a:lnTo>
                    <a:pt x="1628" y="1024"/>
                  </a:lnTo>
                  <a:lnTo>
                    <a:pt x="1869" y="115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262631" y="1585521"/>
              <a:ext cx="1489" cy="1444"/>
            </a:xfrm>
            <a:custGeom>
              <a:avLst/>
              <a:pathLst>
                <a:path w="1489" h="1444">
                  <a:moveTo>
                    <a:pt x="372" y="1401"/>
                  </a:moveTo>
                  <a:lnTo>
                    <a:pt x="70" y="1444"/>
                  </a:lnTo>
                  <a:lnTo>
                    <a:pt x="0" y="1274"/>
                  </a:lnTo>
                  <a:lnTo>
                    <a:pt x="242" y="703"/>
                  </a:lnTo>
                  <a:lnTo>
                    <a:pt x="643" y="634"/>
                  </a:lnTo>
                  <a:lnTo>
                    <a:pt x="1085" y="0"/>
                  </a:lnTo>
                  <a:lnTo>
                    <a:pt x="1489" y="219"/>
                  </a:lnTo>
                  <a:lnTo>
                    <a:pt x="1339" y="573"/>
                  </a:lnTo>
                  <a:lnTo>
                    <a:pt x="795" y="111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264122" y="1583396"/>
              <a:ext cx="2539" cy="1577"/>
            </a:xfrm>
            <a:custGeom>
              <a:avLst/>
              <a:pathLst>
                <a:path w="2539" h="1577">
                  <a:moveTo>
                    <a:pt x="973" y="1480"/>
                  </a:moveTo>
                  <a:lnTo>
                    <a:pt x="0" y="1577"/>
                  </a:lnTo>
                  <a:lnTo>
                    <a:pt x="424" y="749"/>
                  </a:lnTo>
                  <a:lnTo>
                    <a:pt x="789" y="350"/>
                  </a:lnTo>
                  <a:lnTo>
                    <a:pt x="1191" y="94"/>
                  </a:lnTo>
                  <a:lnTo>
                    <a:pt x="1998" y="0"/>
                  </a:lnTo>
                  <a:lnTo>
                    <a:pt x="2539" y="332"/>
                  </a:lnTo>
                  <a:lnTo>
                    <a:pt x="2057" y="93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09162" y="1574502"/>
              <a:ext cx="4062" cy="3023"/>
            </a:xfrm>
            <a:custGeom>
              <a:avLst/>
              <a:pathLst>
                <a:path w="4062" h="3023">
                  <a:moveTo>
                    <a:pt x="4062" y="2057"/>
                  </a:moveTo>
                  <a:lnTo>
                    <a:pt x="3732" y="3023"/>
                  </a:lnTo>
                  <a:lnTo>
                    <a:pt x="2632" y="2669"/>
                  </a:lnTo>
                  <a:lnTo>
                    <a:pt x="931" y="1938"/>
                  </a:lnTo>
                  <a:lnTo>
                    <a:pt x="259" y="1453"/>
                  </a:lnTo>
                  <a:lnTo>
                    <a:pt x="24" y="922"/>
                  </a:lnTo>
                  <a:lnTo>
                    <a:pt x="0" y="189"/>
                  </a:lnTo>
                  <a:lnTo>
                    <a:pt x="509" y="69"/>
                  </a:lnTo>
                  <a:lnTo>
                    <a:pt x="1798" y="0"/>
                  </a:lnTo>
                  <a:lnTo>
                    <a:pt x="2875" y="1020"/>
                  </a:lnTo>
                  <a:lnTo>
                    <a:pt x="3184" y="117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375752" y="1573481"/>
              <a:ext cx="5194" cy="4950"/>
            </a:xfrm>
            <a:custGeom>
              <a:avLst/>
              <a:pathLst>
                <a:path w="5194" h="4950">
                  <a:moveTo>
                    <a:pt x="1268" y="4838"/>
                  </a:moveTo>
                  <a:lnTo>
                    <a:pt x="413" y="4950"/>
                  </a:lnTo>
                  <a:lnTo>
                    <a:pt x="24" y="4655"/>
                  </a:lnTo>
                  <a:lnTo>
                    <a:pt x="0" y="3809"/>
                  </a:lnTo>
                  <a:lnTo>
                    <a:pt x="279" y="3169"/>
                  </a:lnTo>
                  <a:lnTo>
                    <a:pt x="1259" y="1844"/>
                  </a:lnTo>
                  <a:lnTo>
                    <a:pt x="2137" y="360"/>
                  </a:lnTo>
                  <a:lnTo>
                    <a:pt x="2651" y="0"/>
                  </a:lnTo>
                  <a:lnTo>
                    <a:pt x="3688" y="243"/>
                  </a:lnTo>
                  <a:lnTo>
                    <a:pt x="4292" y="669"/>
                  </a:lnTo>
                  <a:lnTo>
                    <a:pt x="4922" y="1381"/>
                  </a:lnTo>
                  <a:lnTo>
                    <a:pt x="5194" y="1929"/>
                  </a:lnTo>
                  <a:lnTo>
                    <a:pt x="4954" y="2736"/>
                  </a:lnTo>
                  <a:lnTo>
                    <a:pt x="4215" y="3458"/>
                  </a:lnTo>
                  <a:lnTo>
                    <a:pt x="3363" y="395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278294" y="1570261"/>
              <a:ext cx="4043" cy="1419"/>
            </a:xfrm>
            <a:custGeom>
              <a:avLst/>
              <a:pathLst>
                <a:path w="4043" h="1419">
                  <a:moveTo>
                    <a:pt x="1300" y="1256"/>
                  </a:moveTo>
                  <a:lnTo>
                    <a:pt x="1" y="1419"/>
                  </a:lnTo>
                  <a:lnTo>
                    <a:pt x="0" y="1217"/>
                  </a:lnTo>
                  <a:lnTo>
                    <a:pt x="540" y="646"/>
                  </a:lnTo>
                  <a:lnTo>
                    <a:pt x="2550" y="147"/>
                  </a:lnTo>
                  <a:lnTo>
                    <a:pt x="4043" y="0"/>
                  </a:lnTo>
                  <a:lnTo>
                    <a:pt x="3691" y="484"/>
                  </a:lnTo>
                  <a:lnTo>
                    <a:pt x="2806" y="86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403527" y="1558168"/>
              <a:ext cx="7214" cy="4620"/>
            </a:xfrm>
            <a:custGeom>
              <a:avLst/>
              <a:pathLst>
                <a:path w="7214" h="4620">
                  <a:moveTo>
                    <a:pt x="5671" y="4458"/>
                  </a:moveTo>
                  <a:lnTo>
                    <a:pt x="5442" y="4620"/>
                  </a:lnTo>
                  <a:lnTo>
                    <a:pt x="5225" y="4583"/>
                  </a:lnTo>
                  <a:lnTo>
                    <a:pt x="4521" y="3839"/>
                  </a:lnTo>
                  <a:lnTo>
                    <a:pt x="3573" y="3537"/>
                  </a:lnTo>
                  <a:lnTo>
                    <a:pt x="3222" y="3245"/>
                  </a:lnTo>
                  <a:lnTo>
                    <a:pt x="361" y="1713"/>
                  </a:lnTo>
                  <a:lnTo>
                    <a:pt x="50" y="1041"/>
                  </a:lnTo>
                  <a:lnTo>
                    <a:pt x="0" y="504"/>
                  </a:lnTo>
                  <a:lnTo>
                    <a:pt x="950" y="243"/>
                  </a:lnTo>
                  <a:lnTo>
                    <a:pt x="2860" y="0"/>
                  </a:lnTo>
                  <a:lnTo>
                    <a:pt x="4519" y="8"/>
                  </a:lnTo>
                  <a:lnTo>
                    <a:pt x="6078" y="327"/>
                  </a:lnTo>
                  <a:lnTo>
                    <a:pt x="6393" y="670"/>
                  </a:lnTo>
                  <a:lnTo>
                    <a:pt x="7214" y="1292"/>
                  </a:lnTo>
                  <a:lnTo>
                    <a:pt x="7011" y="2041"/>
                  </a:lnTo>
                  <a:lnTo>
                    <a:pt x="6960" y="2987"/>
                  </a:lnTo>
                  <a:lnTo>
                    <a:pt x="6620" y="3448"/>
                  </a:lnTo>
                  <a:lnTo>
                    <a:pt x="6097" y="379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140852" y="1554691"/>
              <a:ext cx="1926" cy="1301"/>
            </a:xfrm>
            <a:custGeom>
              <a:avLst/>
              <a:pathLst>
                <a:path w="1926" h="1301">
                  <a:moveTo>
                    <a:pt x="1444" y="1268"/>
                  </a:moveTo>
                  <a:lnTo>
                    <a:pt x="1058" y="1301"/>
                  </a:lnTo>
                  <a:lnTo>
                    <a:pt x="190" y="589"/>
                  </a:lnTo>
                  <a:lnTo>
                    <a:pt x="0" y="229"/>
                  </a:lnTo>
                  <a:lnTo>
                    <a:pt x="1143" y="0"/>
                  </a:lnTo>
                  <a:lnTo>
                    <a:pt x="1926" y="631"/>
                  </a:lnTo>
                  <a:lnTo>
                    <a:pt x="1861" y="94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405388" y="1554576"/>
              <a:ext cx="3688" cy="2938"/>
            </a:xfrm>
            <a:custGeom>
              <a:avLst/>
              <a:pathLst>
                <a:path w="3688" h="2938">
                  <a:moveTo>
                    <a:pt x="1937" y="894"/>
                  </a:moveTo>
                  <a:lnTo>
                    <a:pt x="2150" y="1017"/>
                  </a:lnTo>
                  <a:lnTo>
                    <a:pt x="2405" y="873"/>
                  </a:lnTo>
                  <a:lnTo>
                    <a:pt x="2599" y="997"/>
                  </a:lnTo>
                  <a:lnTo>
                    <a:pt x="2731" y="1392"/>
                  </a:lnTo>
                  <a:lnTo>
                    <a:pt x="2950" y="1666"/>
                  </a:lnTo>
                  <a:lnTo>
                    <a:pt x="3502" y="2023"/>
                  </a:lnTo>
                  <a:lnTo>
                    <a:pt x="3688" y="2278"/>
                  </a:lnTo>
                  <a:lnTo>
                    <a:pt x="3673" y="2534"/>
                  </a:lnTo>
                  <a:lnTo>
                    <a:pt x="3205" y="2927"/>
                  </a:lnTo>
                  <a:lnTo>
                    <a:pt x="2910" y="2938"/>
                  </a:lnTo>
                  <a:lnTo>
                    <a:pt x="656" y="2030"/>
                  </a:lnTo>
                  <a:lnTo>
                    <a:pt x="48" y="1104"/>
                  </a:lnTo>
                  <a:lnTo>
                    <a:pt x="0" y="634"/>
                  </a:lnTo>
                  <a:lnTo>
                    <a:pt x="234" y="207"/>
                  </a:lnTo>
                  <a:lnTo>
                    <a:pt x="581" y="0"/>
                  </a:lnTo>
                  <a:lnTo>
                    <a:pt x="1038" y="13"/>
                  </a:lnTo>
                  <a:lnTo>
                    <a:pt x="1579" y="23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263055" y="1548020"/>
              <a:ext cx="9534" cy="11417"/>
            </a:xfrm>
            <a:custGeom>
              <a:avLst/>
              <a:pathLst>
                <a:path w="9534" h="11417">
                  <a:moveTo>
                    <a:pt x="6949" y="21"/>
                  </a:moveTo>
                  <a:lnTo>
                    <a:pt x="7697" y="400"/>
                  </a:lnTo>
                  <a:lnTo>
                    <a:pt x="8929" y="1667"/>
                  </a:lnTo>
                  <a:lnTo>
                    <a:pt x="9398" y="2309"/>
                  </a:lnTo>
                  <a:lnTo>
                    <a:pt x="9534" y="3169"/>
                  </a:lnTo>
                  <a:lnTo>
                    <a:pt x="9209" y="4319"/>
                  </a:lnTo>
                  <a:lnTo>
                    <a:pt x="9043" y="5400"/>
                  </a:lnTo>
                  <a:lnTo>
                    <a:pt x="8586" y="6213"/>
                  </a:lnTo>
                  <a:lnTo>
                    <a:pt x="7735" y="7240"/>
                  </a:lnTo>
                  <a:lnTo>
                    <a:pt x="6981" y="8441"/>
                  </a:lnTo>
                  <a:lnTo>
                    <a:pt x="6324" y="9813"/>
                  </a:lnTo>
                  <a:lnTo>
                    <a:pt x="5781" y="10723"/>
                  </a:lnTo>
                  <a:lnTo>
                    <a:pt x="5350" y="11167"/>
                  </a:lnTo>
                  <a:lnTo>
                    <a:pt x="4886" y="11399"/>
                  </a:lnTo>
                  <a:lnTo>
                    <a:pt x="4387" y="11417"/>
                  </a:lnTo>
                  <a:lnTo>
                    <a:pt x="3628" y="10922"/>
                  </a:lnTo>
                  <a:lnTo>
                    <a:pt x="2608" y="9912"/>
                  </a:lnTo>
                  <a:lnTo>
                    <a:pt x="1777" y="9294"/>
                  </a:lnTo>
                  <a:lnTo>
                    <a:pt x="708" y="8870"/>
                  </a:lnTo>
                  <a:lnTo>
                    <a:pt x="138" y="8299"/>
                  </a:lnTo>
                  <a:lnTo>
                    <a:pt x="34" y="7736"/>
                  </a:lnTo>
                  <a:lnTo>
                    <a:pt x="0" y="5910"/>
                  </a:lnTo>
                  <a:lnTo>
                    <a:pt x="44" y="5001"/>
                  </a:lnTo>
                  <a:lnTo>
                    <a:pt x="187" y="4242"/>
                  </a:lnTo>
                  <a:lnTo>
                    <a:pt x="427" y="3634"/>
                  </a:lnTo>
                  <a:lnTo>
                    <a:pt x="958" y="2795"/>
                  </a:lnTo>
                  <a:lnTo>
                    <a:pt x="2443" y="980"/>
                  </a:lnTo>
                  <a:lnTo>
                    <a:pt x="3340" y="284"/>
                  </a:lnTo>
                  <a:lnTo>
                    <a:pt x="3895" y="123"/>
                  </a:lnTo>
                  <a:lnTo>
                    <a:pt x="5367" y="254"/>
                  </a:lnTo>
                  <a:lnTo>
                    <a:pt x="5962" y="208"/>
                  </a:lnTo>
                  <a:lnTo>
                    <a:pt x="6453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408026" y="1545991"/>
              <a:ext cx="5093" cy="2442"/>
            </a:xfrm>
            <a:custGeom>
              <a:avLst/>
              <a:pathLst>
                <a:path w="5093" h="2442">
                  <a:moveTo>
                    <a:pt x="1255" y="0"/>
                  </a:moveTo>
                  <a:lnTo>
                    <a:pt x="3071" y="149"/>
                  </a:lnTo>
                  <a:lnTo>
                    <a:pt x="4173" y="96"/>
                  </a:lnTo>
                  <a:lnTo>
                    <a:pt x="4649" y="318"/>
                  </a:lnTo>
                  <a:lnTo>
                    <a:pt x="5093" y="995"/>
                  </a:lnTo>
                  <a:lnTo>
                    <a:pt x="4523" y="1964"/>
                  </a:lnTo>
                  <a:lnTo>
                    <a:pt x="3878" y="2333"/>
                  </a:lnTo>
                  <a:lnTo>
                    <a:pt x="2829" y="2442"/>
                  </a:lnTo>
                  <a:lnTo>
                    <a:pt x="1127" y="2126"/>
                  </a:lnTo>
                  <a:lnTo>
                    <a:pt x="522" y="1920"/>
                  </a:lnTo>
                  <a:lnTo>
                    <a:pt x="0" y="1400"/>
                  </a:lnTo>
                  <a:lnTo>
                    <a:pt x="243" y="1028"/>
                  </a:lnTo>
                  <a:lnTo>
                    <a:pt x="1083" y="901"/>
                  </a:lnTo>
                  <a:lnTo>
                    <a:pt x="1224" y="749"/>
                  </a:lnTo>
                  <a:lnTo>
                    <a:pt x="1008" y="464"/>
                  </a:lnTo>
                  <a:lnTo>
                    <a:pt x="1019" y="21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316541" y="1543556"/>
              <a:ext cx="6038" cy="1724"/>
            </a:xfrm>
            <a:custGeom>
              <a:avLst/>
              <a:pathLst>
                <a:path w="6038" h="1724">
                  <a:moveTo>
                    <a:pt x="5922" y="1602"/>
                  </a:moveTo>
                  <a:lnTo>
                    <a:pt x="5420" y="1724"/>
                  </a:lnTo>
                  <a:lnTo>
                    <a:pt x="3528" y="1552"/>
                  </a:lnTo>
                  <a:lnTo>
                    <a:pt x="1201" y="899"/>
                  </a:lnTo>
                  <a:lnTo>
                    <a:pt x="0" y="286"/>
                  </a:lnTo>
                  <a:lnTo>
                    <a:pt x="61" y="97"/>
                  </a:lnTo>
                  <a:lnTo>
                    <a:pt x="588" y="0"/>
                  </a:lnTo>
                  <a:lnTo>
                    <a:pt x="1187" y="94"/>
                  </a:lnTo>
                  <a:lnTo>
                    <a:pt x="2191" y="523"/>
                  </a:lnTo>
                  <a:lnTo>
                    <a:pt x="4896" y="738"/>
                  </a:lnTo>
                  <a:lnTo>
                    <a:pt x="5767" y="984"/>
                  </a:lnTo>
                  <a:lnTo>
                    <a:pt x="6038" y="135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348768" y="1541538"/>
              <a:ext cx="8999" cy="4646"/>
            </a:xfrm>
            <a:custGeom>
              <a:avLst/>
              <a:pathLst>
                <a:path w="8999" h="4646">
                  <a:moveTo>
                    <a:pt x="8354" y="4592"/>
                  </a:moveTo>
                  <a:lnTo>
                    <a:pt x="7698" y="4646"/>
                  </a:lnTo>
                  <a:lnTo>
                    <a:pt x="6420" y="4541"/>
                  </a:lnTo>
                  <a:lnTo>
                    <a:pt x="5047" y="4251"/>
                  </a:lnTo>
                  <a:lnTo>
                    <a:pt x="4295" y="3920"/>
                  </a:lnTo>
                  <a:lnTo>
                    <a:pt x="3619" y="3206"/>
                  </a:lnTo>
                  <a:lnTo>
                    <a:pt x="3489" y="2421"/>
                  </a:lnTo>
                  <a:lnTo>
                    <a:pt x="2213" y="1257"/>
                  </a:lnTo>
                  <a:lnTo>
                    <a:pt x="787" y="865"/>
                  </a:lnTo>
                  <a:lnTo>
                    <a:pt x="0" y="56"/>
                  </a:lnTo>
                  <a:lnTo>
                    <a:pt x="806" y="0"/>
                  </a:lnTo>
                  <a:lnTo>
                    <a:pt x="1953" y="176"/>
                  </a:lnTo>
                  <a:lnTo>
                    <a:pt x="3647" y="528"/>
                  </a:lnTo>
                  <a:lnTo>
                    <a:pt x="5163" y="989"/>
                  </a:lnTo>
                  <a:lnTo>
                    <a:pt x="7355" y="2011"/>
                  </a:lnTo>
                  <a:lnTo>
                    <a:pt x="8073" y="2959"/>
                  </a:lnTo>
                  <a:lnTo>
                    <a:pt x="8785" y="3654"/>
                  </a:lnTo>
                  <a:lnTo>
                    <a:pt x="8999" y="4182"/>
                  </a:lnTo>
                  <a:lnTo>
                    <a:pt x="8813" y="441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228688" y="1540148"/>
              <a:ext cx="18579" cy="11401"/>
            </a:xfrm>
            <a:custGeom>
              <a:avLst/>
              <a:pathLst>
                <a:path w="18579" h="11401">
                  <a:moveTo>
                    <a:pt x="18088" y="327"/>
                  </a:moveTo>
                  <a:lnTo>
                    <a:pt x="18466" y="717"/>
                  </a:lnTo>
                  <a:lnTo>
                    <a:pt x="18579" y="1306"/>
                  </a:lnTo>
                  <a:lnTo>
                    <a:pt x="18429" y="2092"/>
                  </a:lnTo>
                  <a:lnTo>
                    <a:pt x="18185" y="2808"/>
                  </a:lnTo>
                  <a:lnTo>
                    <a:pt x="17848" y="3453"/>
                  </a:lnTo>
                  <a:lnTo>
                    <a:pt x="17016" y="4539"/>
                  </a:lnTo>
                  <a:lnTo>
                    <a:pt x="14421" y="6395"/>
                  </a:lnTo>
                  <a:lnTo>
                    <a:pt x="13447" y="7407"/>
                  </a:lnTo>
                  <a:lnTo>
                    <a:pt x="12716" y="8012"/>
                  </a:lnTo>
                  <a:lnTo>
                    <a:pt x="8482" y="10708"/>
                  </a:lnTo>
                  <a:lnTo>
                    <a:pt x="7956" y="10841"/>
                  </a:lnTo>
                  <a:lnTo>
                    <a:pt x="7405" y="10789"/>
                  </a:lnTo>
                  <a:lnTo>
                    <a:pt x="6244" y="10387"/>
                  </a:lnTo>
                  <a:lnTo>
                    <a:pt x="5067" y="10315"/>
                  </a:lnTo>
                  <a:lnTo>
                    <a:pt x="2020" y="11401"/>
                  </a:lnTo>
                  <a:lnTo>
                    <a:pt x="1873" y="11215"/>
                  </a:lnTo>
                  <a:lnTo>
                    <a:pt x="1738" y="10049"/>
                  </a:lnTo>
                  <a:lnTo>
                    <a:pt x="1432" y="9403"/>
                  </a:lnTo>
                  <a:lnTo>
                    <a:pt x="87" y="8022"/>
                  </a:lnTo>
                  <a:lnTo>
                    <a:pt x="0" y="7701"/>
                  </a:lnTo>
                  <a:lnTo>
                    <a:pt x="18" y="7302"/>
                  </a:lnTo>
                  <a:lnTo>
                    <a:pt x="124" y="6990"/>
                  </a:lnTo>
                  <a:lnTo>
                    <a:pt x="1640" y="5702"/>
                  </a:lnTo>
                  <a:lnTo>
                    <a:pt x="5070" y="1014"/>
                  </a:lnTo>
                  <a:lnTo>
                    <a:pt x="5893" y="782"/>
                  </a:lnTo>
                  <a:lnTo>
                    <a:pt x="7582" y="1304"/>
                  </a:lnTo>
                  <a:lnTo>
                    <a:pt x="8383" y="1473"/>
                  </a:lnTo>
                  <a:lnTo>
                    <a:pt x="8955" y="1447"/>
                  </a:lnTo>
                  <a:lnTo>
                    <a:pt x="11409" y="462"/>
                  </a:lnTo>
                  <a:lnTo>
                    <a:pt x="13743" y="578"/>
                  </a:lnTo>
                  <a:lnTo>
                    <a:pt x="15871" y="3"/>
                  </a:lnTo>
                  <a:lnTo>
                    <a:pt x="16870" y="0"/>
                  </a:lnTo>
                  <a:lnTo>
                    <a:pt x="17642" y="9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279546" y="1533008"/>
              <a:ext cx="9550" cy="5232"/>
            </a:xfrm>
            <a:custGeom>
              <a:avLst/>
              <a:pathLst>
                <a:path w="9550" h="5232">
                  <a:moveTo>
                    <a:pt x="6244" y="264"/>
                  </a:moveTo>
                  <a:lnTo>
                    <a:pt x="7045" y="860"/>
                  </a:lnTo>
                  <a:lnTo>
                    <a:pt x="7881" y="818"/>
                  </a:lnTo>
                  <a:lnTo>
                    <a:pt x="8344" y="1304"/>
                  </a:lnTo>
                  <a:lnTo>
                    <a:pt x="9444" y="2824"/>
                  </a:lnTo>
                  <a:lnTo>
                    <a:pt x="9550" y="3077"/>
                  </a:lnTo>
                  <a:lnTo>
                    <a:pt x="9499" y="3569"/>
                  </a:lnTo>
                  <a:lnTo>
                    <a:pt x="8920" y="4199"/>
                  </a:lnTo>
                  <a:lnTo>
                    <a:pt x="8316" y="4532"/>
                  </a:lnTo>
                  <a:lnTo>
                    <a:pt x="7051" y="5020"/>
                  </a:lnTo>
                  <a:lnTo>
                    <a:pt x="5622" y="5232"/>
                  </a:lnTo>
                  <a:lnTo>
                    <a:pt x="4847" y="4891"/>
                  </a:lnTo>
                  <a:lnTo>
                    <a:pt x="2656" y="3482"/>
                  </a:lnTo>
                  <a:lnTo>
                    <a:pt x="643" y="1836"/>
                  </a:lnTo>
                  <a:lnTo>
                    <a:pt x="0" y="918"/>
                  </a:lnTo>
                  <a:lnTo>
                    <a:pt x="278" y="535"/>
                  </a:lnTo>
                  <a:lnTo>
                    <a:pt x="1130" y="273"/>
                  </a:lnTo>
                  <a:lnTo>
                    <a:pt x="2855" y="0"/>
                  </a:lnTo>
                  <a:lnTo>
                    <a:pt x="5703" y="14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290634" y="1530323"/>
              <a:ext cx="6738" cy="4156"/>
            </a:xfrm>
            <a:custGeom>
              <a:avLst/>
              <a:pathLst>
                <a:path w="6738" h="4156">
                  <a:moveTo>
                    <a:pt x="6501" y="4018"/>
                  </a:moveTo>
                  <a:lnTo>
                    <a:pt x="5502" y="4156"/>
                  </a:lnTo>
                  <a:lnTo>
                    <a:pt x="4189" y="3845"/>
                  </a:lnTo>
                  <a:lnTo>
                    <a:pt x="2909" y="3239"/>
                  </a:lnTo>
                  <a:lnTo>
                    <a:pt x="0" y="1306"/>
                  </a:lnTo>
                  <a:lnTo>
                    <a:pt x="2185" y="0"/>
                  </a:lnTo>
                  <a:lnTo>
                    <a:pt x="5687" y="1512"/>
                  </a:lnTo>
                  <a:lnTo>
                    <a:pt x="6738" y="248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284946" y="1525369"/>
              <a:ext cx="3806" cy="1276"/>
            </a:xfrm>
            <a:custGeom>
              <a:avLst/>
              <a:pathLst>
                <a:path w="3806" h="1276">
                  <a:moveTo>
                    <a:pt x="3064" y="632"/>
                  </a:moveTo>
                  <a:lnTo>
                    <a:pt x="2383" y="1276"/>
                  </a:lnTo>
                  <a:lnTo>
                    <a:pt x="351" y="1048"/>
                  </a:lnTo>
                  <a:lnTo>
                    <a:pt x="76" y="853"/>
                  </a:lnTo>
                  <a:lnTo>
                    <a:pt x="0" y="617"/>
                  </a:lnTo>
                  <a:lnTo>
                    <a:pt x="327" y="312"/>
                  </a:lnTo>
                  <a:lnTo>
                    <a:pt x="2414" y="21"/>
                  </a:lnTo>
                  <a:lnTo>
                    <a:pt x="3298" y="0"/>
                  </a:lnTo>
                  <a:lnTo>
                    <a:pt x="3806" y="21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197643" y="1499127"/>
              <a:ext cx="65587" cy="39039"/>
            </a:xfrm>
            <a:custGeom>
              <a:avLst/>
              <a:pathLst>
                <a:path w="65587" h="39039">
                  <a:moveTo>
                    <a:pt x="21515" y="9171"/>
                  </a:moveTo>
                  <a:lnTo>
                    <a:pt x="21842" y="9340"/>
                  </a:lnTo>
                  <a:lnTo>
                    <a:pt x="22249" y="9243"/>
                  </a:lnTo>
                  <a:lnTo>
                    <a:pt x="22919" y="8555"/>
                  </a:lnTo>
                  <a:lnTo>
                    <a:pt x="24421" y="6574"/>
                  </a:lnTo>
                  <a:lnTo>
                    <a:pt x="24843" y="6388"/>
                  </a:lnTo>
                  <a:lnTo>
                    <a:pt x="25475" y="6418"/>
                  </a:lnTo>
                  <a:lnTo>
                    <a:pt x="27695" y="7691"/>
                  </a:lnTo>
                  <a:lnTo>
                    <a:pt x="28513" y="8401"/>
                  </a:lnTo>
                  <a:lnTo>
                    <a:pt x="28953" y="9389"/>
                  </a:lnTo>
                  <a:lnTo>
                    <a:pt x="29413" y="9775"/>
                  </a:lnTo>
                  <a:lnTo>
                    <a:pt x="31161" y="10285"/>
                  </a:lnTo>
                  <a:lnTo>
                    <a:pt x="32841" y="10456"/>
                  </a:lnTo>
                  <a:lnTo>
                    <a:pt x="35034" y="10975"/>
                  </a:lnTo>
                  <a:lnTo>
                    <a:pt x="35825" y="11364"/>
                  </a:lnTo>
                  <a:lnTo>
                    <a:pt x="37574" y="13260"/>
                  </a:lnTo>
                  <a:lnTo>
                    <a:pt x="37775" y="13375"/>
                  </a:lnTo>
                  <a:lnTo>
                    <a:pt x="39766" y="14150"/>
                  </a:lnTo>
                  <a:lnTo>
                    <a:pt x="42821" y="15877"/>
                  </a:lnTo>
                  <a:lnTo>
                    <a:pt x="43595" y="16134"/>
                  </a:lnTo>
                  <a:lnTo>
                    <a:pt x="46567" y="16702"/>
                  </a:lnTo>
                  <a:lnTo>
                    <a:pt x="47634" y="17127"/>
                  </a:lnTo>
                  <a:lnTo>
                    <a:pt x="48664" y="17774"/>
                  </a:lnTo>
                  <a:lnTo>
                    <a:pt x="49810" y="18958"/>
                  </a:lnTo>
                  <a:lnTo>
                    <a:pt x="51151" y="20819"/>
                  </a:lnTo>
                  <a:lnTo>
                    <a:pt x="52202" y="23795"/>
                  </a:lnTo>
                  <a:lnTo>
                    <a:pt x="52284" y="24382"/>
                  </a:lnTo>
                  <a:lnTo>
                    <a:pt x="52156" y="24730"/>
                  </a:lnTo>
                  <a:lnTo>
                    <a:pt x="51778" y="25102"/>
                  </a:lnTo>
                  <a:lnTo>
                    <a:pt x="50059" y="26325"/>
                  </a:lnTo>
                  <a:lnTo>
                    <a:pt x="50206" y="26532"/>
                  </a:lnTo>
                  <a:lnTo>
                    <a:pt x="51823" y="26456"/>
                  </a:lnTo>
                  <a:lnTo>
                    <a:pt x="55423" y="25704"/>
                  </a:lnTo>
                  <a:lnTo>
                    <a:pt x="57614" y="26243"/>
                  </a:lnTo>
                  <a:lnTo>
                    <a:pt x="58375" y="26327"/>
                  </a:lnTo>
                  <a:lnTo>
                    <a:pt x="58551" y="26296"/>
                  </a:lnTo>
                  <a:lnTo>
                    <a:pt x="59344" y="25359"/>
                  </a:lnTo>
                  <a:lnTo>
                    <a:pt x="60216" y="25506"/>
                  </a:lnTo>
                  <a:lnTo>
                    <a:pt x="61491" y="26415"/>
                  </a:lnTo>
                  <a:lnTo>
                    <a:pt x="62311" y="27150"/>
                  </a:lnTo>
                  <a:lnTo>
                    <a:pt x="62677" y="27710"/>
                  </a:lnTo>
                  <a:lnTo>
                    <a:pt x="62579" y="28027"/>
                  </a:lnTo>
                  <a:lnTo>
                    <a:pt x="61737" y="28135"/>
                  </a:lnTo>
                  <a:lnTo>
                    <a:pt x="63796" y="28672"/>
                  </a:lnTo>
                  <a:lnTo>
                    <a:pt x="65587" y="29523"/>
                  </a:lnTo>
                  <a:lnTo>
                    <a:pt x="65201" y="30077"/>
                  </a:lnTo>
                  <a:lnTo>
                    <a:pt x="63290" y="31311"/>
                  </a:lnTo>
                  <a:lnTo>
                    <a:pt x="61325" y="32390"/>
                  </a:lnTo>
                  <a:lnTo>
                    <a:pt x="59038" y="34010"/>
                  </a:lnTo>
                  <a:lnTo>
                    <a:pt x="58467" y="34257"/>
                  </a:lnTo>
                  <a:lnTo>
                    <a:pt x="58159" y="34271"/>
                  </a:lnTo>
                  <a:lnTo>
                    <a:pt x="56898" y="33969"/>
                  </a:lnTo>
                  <a:lnTo>
                    <a:pt x="55081" y="33203"/>
                  </a:lnTo>
                  <a:lnTo>
                    <a:pt x="49484" y="31441"/>
                  </a:lnTo>
                  <a:lnTo>
                    <a:pt x="47756" y="31068"/>
                  </a:lnTo>
                  <a:lnTo>
                    <a:pt x="45560" y="30850"/>
                  </a:lnTo>
                  <a:lnTo>
                    <a:pt x="45242" y="30436"/>
                  </a:lnTo>
                  <a:lnTo>
                    <a:pt x="44718" y="27780"/>
                  </a:lnTo>
                  <a:lnTo>
                    <a:pt x="43731" y="27309"/>
                  </a:lnTo>
                  <a:lnTo>
                    <a:pt x="40342" y="26755"/>
                  </a:lnTo>
                  <a:lnTo>
                    <a:pt x="39356" y="26437"/>
                  </a:lnTo>
                  <a:lnTo>
                    <a:pt x="39311" y="25904"/>
                  </a:lnTo>
                  <a:lnTo>
                    <a:pt x="39524" y="24989"/>
                  </a:lnTo>
                  <a:lnTo>
                    <a:pt x="39060" y="24542"/>
                  </a:lnTo>
                  <a:lnTo>
                    <a:pt x="37921" y="24564"/>
                  </a:lnTo>
                  <a:lnTo>
                    <a:pt x="36801" y="24755"/>
                  </a:lnTo>
                  <a:lnTo>
                    <a:pt x="35000" y="25377"/>
                  </a:lnTo>
                  <a:lnTo>
                    <a:pt x="34155" y="25950"/>
                  </a:lnTo>
                  <a:lnTo>
                    <a:pt x="33839" y="26573"/>
                  </a:lnTo>
                  <a:lnTo>
                    <a:pt x="33641" y="27907"/>
                  </a:lnTo>
                  <a:lnTo>
                    <a:pt x="33417" y="28538"/>
                  </a:lnTo>
                  <a:lnTo>
                    <a:pt x="32787" y="29364"/>
                  </a:lnTo>
                  <a:lnTo>
                    <a:pt x="30007" y="31505"/>
                  </a:lnTo>
                  <a:lnTo>
                    <a:pt x="28876" y="32148"/>
                  </a:lnTo>
                  <a:lnTo>
                    <a:pt x="27752" y="32333"/>
                  </a:lnTo>
                  <a:lnTo>
                    <a:pt x="27306" y="32538"/>
                  </a:lnTo>
                  <a:lnTo>
                    <a:pt x="26550" y="33329"/>
                  </a:lnTo>
                  <a:lnTo>
                    <a:pt x="25427" y="35268"/>
                  </a:lnTo>
                  <a:lnTo>
                    <a:pt x="24969" y="35827"/>
                  </a:lnTo>
                  <a:lnTo>
                    <a:pt x="24228" y="36395"/>
                  </a:lnTo>
                  <a:lnTo>
                    <a:pt x="22689" y="37265"/>
                  </a:lnTo>
                  <a:lnTo>
                    <a:pt x="21119" y="37958"/>
                  </a:lnTo>
                  <a:lnTo>
                    <a:pt x="18502" y="38766"/>
                  </a:lnTo>
                  <a:lnTo>
                    <a:pt x="17040" y="39039"/>
                  </a:lnTo>
                  <a:lnTo>
                    <a:pt x="16067" y="38768"/>
                  </a:lnTo>
                  <a:lnTo>
                    <a:pt x="15399" y="36930"/>
                  </a:lnTo>
                  <a:lnTo>
                    <a:pt x="13998" y="31531"/>
                  </a:lnTo>
                  <a:lnTo>
                    <a:pt x="13766" y="31166"/>
                  </a:lnTo>
                  <a:lnTo>
                    <a:pt x="13480" y="30940"/>
                  </a:lnTo>
                  <a:lnTo>
                    <a:pt x="13142" y="30854"/>
                  </a:lnTo>
                  <a:lnTo>
                    <a:pt x="8441" y="31548"/>
                  </a:lnTo>
                  <a:lnTo>
                    <a:pt x="5848" y="31471"/>
                  </a:lnTo>
                  <a:lnTo>
                    <a:pt x="3282" y="32684"/>
                  </a:lnTo>
                  <a:lnTo>
                    <a:pt x="2635" y="32772"/>
                  </a:lnTo>
                  <a:lnTo>
                    <a:pt x="1333" y="32733"/>
                  </a:lnTo>
                  <a:lnTo>
                    <a:pt x="396" y="32540"/>
                  </a:lnTo>
                  <a:lnTo>
                    <a:pt x="158" y="32408"/>
                  </a:lnTo>
                  <a:lnTo>
                    <a:pt x="0" y="31882"/>
                  </a:lnTo>
                  <a:lnTo>
                    <a:pt x="46" y="31332"/>
                  </a:lnTo>
                  <a:lnTo>
                    <a:pt x="373" y="30737"/>
                  </a:lnTo>
                  <a:lnTo>
                    <a:pt x="1531" y="29126"/>
                  </a:lnTo>
                  <a:lnTo>
                    <a:pt x="2477" y="28132"/>
                  </a:lnTo>
                  <a:lnTo>
                    <a:pt x="2912" y="27824"/>
                  </a:lnTo>
                  <a:lnTo>
                    <a:pt x="7304" y="26042"/>
                  </a:lnTo>
                  <a:lnTo>
                    <a:pt x="8375" y="25454"/>
                  </a:lnTo>
                  <a:lnTo>
                    <a:pt x="8909" y="24852"/>
                  </a:lnTo>
                  <a:lnTo>
                    <a:pt x="8908" y="24233"/>
                  </a:lnTo>
                  <a:lnTo>
                    <a:pt x="8700" y="23441"/>
                  </a:lnTo>
                  <a:lnTo>
                    <a:pt x="7940" y="21509"/>
                  </a:lnTo>
                  <a:lnTo>
                    <a:pt x="7747" y="19745"/>
                  </a:lnTo>
                  <a:lnTo>
                    <a:pt x="7753" y="18869"/>
                  </a:lnTo>
                  <a:lnTo>
                    <a:pt x="8041" y="17522"/>
                  </a:lnTo>
                  <a:lnTo>
                    <a:pt x="9141" y="14259"/>
                  </a:lnTo>
                  <a:lnTo>
                    <a:pt x="9513" y="12669"/>
                  </a:lnTo>
                  <a:lnTo>
                    <a:pt x="10214" y="6993"/>
                  </a:lnTo>
                  <a:lnTo>
                    <a:pt x="10588" y="5367"/>
                  </a:lnTo>
                  <a:lnTo>
                    <a:pt x="11133" y="3882"/>
                  </a:lnTo>
                  <a:lnTo>
                    <a:pt x="11657" y="2990"/>
                  </a:lnTo>
                  <a:lnTo>
                    <a:pt x="13054" y="1209"/>
                  </a:lnTo>
                  <a:lnTo>
                    <a:pt x="14141" y="495"/>
                  </a:lnTo>
                  <a:lnTo>
                    <a:pt x="15507" y="0"/>
                  </a:lnTo>
                  <a:lnTo>
                    <a:pt x="15807" y="57"/>
                  </a:lnTo>
                  <a:lnTo>
                    <a:pt x="16067" y="264"/>
                  </a:lnTo>
                  <a:lnTo>
                    <a:pt x="16569" y="1019"/>
                  </a:lnTo>
                  <a:lnTo>
                    <a:pt x="18474" y="1717"/>
                  </a:lnTo>
                  <a:lnTo>
                    <a:pt x="19088" y="2396"/>
                  </a:lnTo>
                  <a:lnTo>
                    <a:pt x="19522" y="3148"/>
                  </a:lnTo>
                  <a:lnTo>
                    <a:pt x="19758" y="4127"/>
                  </a:lnTo>
                  <a:lnTo>
                    <a:pt x="19522" y="4554"/>
                  </a:lnTo>
                  <a:lnTo>
                    <a:pt x="18614" y="5201"/>
                  </a:lnTo>
                  <a:lnTo>
                    <a:pt x="18458" y="5473"/>
                  </a:lnTo>
                  <a:lnTo>
                    <a:pt x="18485" y="5695"/>
                  </a:lnTo>
                  <a:lnTo>
                    <a:pt x="20225" y="671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216737" y="1497637"/>
              <a:ext cx="5425" cy="6440"/>
            </a:xfrm>
            <a:custGeom>
              <a:avLst/>
              <a:pathLst>
                <a:path w="5425" h="6440">
                  <a:moveTo>
                    <a:pt x="4739" y="6283"/>
                  </a:moveTo>
                  <a:lnTo>
                    <a:pt x="4244" y="6440"/>
                  </a:lnTo>
                  <a:lnTo>
                    <a:pt x="3715" y="6352"/>
                  </a:lnTo>
                  <a:lnTo>
                    <a:pt x="3267" y="5948"/>
                  </a:lnTo>
                  <a:lnTo>
                    <a:pt x="2902" y="5229"/>
                  </a:lnTo>
                  <a:lnTo>
                    <a:pt x="2313" y="4690"/>
                  </a:lnTo>
                  <a:lnTo>
                    <a:pt x="981" y="4018"/>
                  </a:lnTo>
                  <a:lnTo>
                    <a:pt x="750" y="3755"/>
                  </a:lnTo>
                  <a:lnTo>
                    <a:pt x="372" y="2854"/>
                  </a:lnTo>
                  <a:lnTo>
                    <a:pt x="299" y="1954"/>
                  </a:lnTo>
                  <a:lnTo>
                    <a:pt x="14" y="1140"/>
                  </a:lnTo>
                  <a:lnTo>
                    <a:pt x="0" y="740"/>
                  </a:lnTo>
                  <a:lnTo>
                    <a:pt x="246" y="140"/>
                  </a:lnTo>
                  <a:lnTo>
                    <a:pt x="1365" y="0"/>
                  </a:lnTo>
                  <a:lnTo>
                    <a:pt x="2243" y="236"/>
                  </a:lnTo>
                  <a:lnTo>
                    <a:pt x="2420" y="396"/>
                  </a:lnTo>
                  <a:lnTo>
                    <a:pt x="2707" y="744"/>
                  </a:lnTo>
                  <a:lnTo>
                    <a:pt x="2896" y="1171"/>
                  </a:lnTo>
                  <a:lnTo>
                    <a:pt x="3957" y="2322"/>
                  </a:lnTo>
                  <a:lnTo>
                    <a:pt x="4578" y="3240"/>
                  </a:lnTo>
                  <a:lnTo>
                    <a:pt x="5421" y="5134"/>
                  </a:lnTo>
                  <a:lnTo>
                    <a:pt x="5425" y="5495"/>
                  </a:lnTo>
                  <a:lnTo>
                    <a:pt x="5197" y="587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223438" y="1496165"/>
              <a:ext cx="11671" cy="6988"/>
            </a:xfrm>
            <a:custGeom>
              <a:avLst/>
              <a:pathLst>
                <a:path w="11671" h="6988">
                  <a:moveTo>
                    <a:pt x="7014" y="4662"/>
                  </a:moveTo>
                  <a:lnTo>
                    <a:pt x="8229" y="5210"/>
                  </a:lnTo>
                  <a:lnTo>
                    <a:pt x="9441" y="5520"/>
                  </a:lnTo>
                  <a:lnTo>
                    <a:pt x="11392" y="5686"/>
                  </a:lnTo>
                  <a:lnTo>
                    <a:pt x="11671" y="5801"/>
                  </a:lnTo>
                  <a:lnTo>
                    <a:pt x="11669" y="6059"/>
                  </a:lnTo>
                  <a:lnTo>
                    <a:pt x="11388" y="6460"/>
                  </a:lnTo>
                  <a:lnTo>
                    <a:pt x="10737" y="6973"/>
                  </a:lnTo>
                  <a:lnTo>
                    <a:pt x="10273" y="6988"/>
                  </a:lnTo>
                  <a:lnTo>
                    <a:pt x="9195" y="6625"/>
                  </a:lnTo>
                  <a:lnTo>
                    <a:pt x="8801" y="6441"/>
                  </a:lnTo>
                  <a:lnTo>
                    <a:pt x="8365" y="6030"/>
                  </a:lnTo>
                  <a:lnTo>
                    <a:pt x="8144" y="5992"/>
                  </a:lnTo>
                  <a:lnTo>
                    <a:pt x="7862" y="6130"/>
                  </a:lnTo>
                  <a:lnTo>
                    <a:pt x="7786" y="6311"/>
                  </a:lnTo>
                  <a:lnTo>
                    <a:pt x="7916" y="6536"/>
                  </a:lnTo>
                  <a:lnTo>
                    <a:pt x="7737" y="6600"/>
                  </a:lnTo>
                  <a:lnTo>
                    <a:pt x="6431" y="6445"/>
                  </a:lnTo>
                  <a:lnTo>
                    <a:pt x="6226" y="6313"/>
                  </a:lnTo>
                  <a:lnTo>
                    <a:pt x="6331" y="5871"/>
                  </a:lnTo>
                  <a:lnTo>
                    <a:pt x="7242" y="5227"/>
                  </a:lnTo>
                  <a:lnTo>
                    <a:pt x="6441" y="5029"/>
                  </a:lnTo>
                  <a:lnTo>
                    <a:pt x="6185" y="4791"/>
                  </a:lnTo>
                  <a:lnTo>
                    <a:pt x="4999" y="5196"/>
                  </a:lnTo>
                  <a:lnTo>
                    <a:pt x="4341" y="5293"/>
                  </a:lnTo>
                  <a:lnTo>
                    <a:pt x="3302" y="5010"/>
                  </a:lnTo>
                  <a:lnTo>
                    <a:pt x="3192" y="3536"/>
                  </a:lnTo>
                  <a:lnTo>
                    <a:pt x="3066" y="2999"/>
                  </a:lnTo>
                  <a:lnTo>
                    <a:pt x="2593" y="2634"/>
                  </a:lnTo>
                  <a:lnTo>
                    <a:pt x="2312" y="2248"/>
                  </a:lnTo>
                  <a:lnTo>
                    <a:pt x="1858" y="1958"/>
                  </a:lnTo>
                  <a:lnTo>
                    <a:pt x="920" y="1662"/>
                  </a:lnTo>
                  <a:lnTo>
                    <a:pt x="158" y="928"/>
                  </a:lnTo>
                  <a:lnTo>
                    <a:pt x="0" y="595"/>
                  </a:lnTo>
                  <a:lnTo>
                    <a:pt x="104" y="345"/>
                  </a:lnTo>
                  <a:lnTo>
                    <a:pt x="569" y="0"/>
                  </a:lnTo>
                  <a:lnTo>
                    <a:pt x="3265" y="741"/>
                  </a:lnTo>
                  <a:lnTo>
                    <a:pt x="4891" y="1443"/>
                  </a:lnTo>
                  <a:lnTo>
                    <a:pt x="6437" y="2304"/>
                  </a:lnTo>
                  <a:lnTo>
                    <a:pt x="7247" y="2941"/>
                  </a:lnTo>
                  <a:lnTo>
                    <a:pt x="7320" y="3356"/>
                  </a:lnTo>
                  <a:lnTo>
                    <a:pt x="7119" y="3769"/>
                  </a:lnTo>
                  <a:lnTo>
                    <a:pt x="6643" y="418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235070" y="1493299"/>
              <a:ext cx="2899" cy="1913"/>
            </a:xfrm>
            <a:custGeom>
              <a:avLst/>
              <a:pathLst>
                <a:path w="2899" h="1913">
                  <a:moveTo>
                    <a:pt x="1081" y="748"/>
                  </a:moveTo>
                  <a:lnTo>
                    <a:pt x="2024" y="918"/>
                  </a:lnTo>
                  <a:lnTo>
                    <a:pt x="2740" y="900"/>
                  </a:lnTo>
                  <a:lnTo>
                    <a:pt x="2899" y="1104"/>
                  </a:lnTo>
                  <a:lnTo>
                    <a:pt x="2147" y="1785"/>
                  </a:lnTo>
                  <a:lnTo>
                    <a:pt x="1683" y="1913"/>
                  </a:lnTo>
                  <a:lnTo>
                    <a:pt x="850" y="1426"/>
                  </a:lnTo>
                  <a:lnTo>
                    <a:pt x="226" y="828"/>
                  </a:lnTo>
                  <a:lnTo>
                    <a:pt x="49" y="467"/>
                  </a:lnTo>
                  <a:lnTo>
                    <a:pt x="0" y="68"/>
                  </a:lnTo>
                  <a:lnTo>
                    <a:pt x="147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999923" y="1483973"/>
              <a:ext cx="2717" cy="2055"/>
            </a:xfrm>
            <a:custGeom>
              <a:avLst/>
              <a:pathLst>
                <a:path w="2717" h="2055">
                  <a:moveTo>
                    <a:pt x="0" y="0"/>
                  </a:moveTo>
                  <a:lnTo>
                    <a:pt x="1194" y="110"/>
                  </a:lnTo>
                  <a:lnTo>
                    <a:pt x="2717" y="91"/>
                  </a:lnTo>
                  <a:lnTo>
                    <a:pt x="2453" y="1169"/>
                  </a:lnTo>
                  <a:lnTo>
                    <a:pt x="1869" y="1859"/>
                  </a:lnTo>
                  <a:lnTo>
                    <a:pt x="1407" y="2055"/>
                  </a:lnTo>
                  <a:lnTo>
                    <a:pt x="1207" y="1678"/>
                  </a:lnTo>
                  <a:lnTo>
                    <a:pt x="312" y="81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27751" y="1481394"/>
              <a:ext cx="4496" cy="2248"/>
            </a:xfrm>
            <a:custGeom>
              <a:avLst/>
              <a:pathLst>
                <a:path w="4496" h="2248">
                  <a:moveTo>
                    <a:pt x="1798" y="1865"/>
                  </a:moveTo>
                  <a:lnTo>
                    <a:pt x="626" y="2248"/>
                  </a:lnTo>
                  <a:lnTo>
                    <a:pt x="0" y="1777"/>
                  </a:lnTo>
                  <a:lnTo>
                    <a:pt x="440" y="1644"/>
                  </a:lnTo>
                  <a:lnTo>
                    <a:pt x="1084" y="1080"/>
                  </a:lnTo>
                  <a:lnTo>
                    <a:pt x="1960" y="583"/>
                  </a:lnTo>
                  <a:lnTo>
                    <a:pt x="2330" y="182"/>
                  </a:lnTo>
                  <a:lnTo>
                    <a:pt x="3802" y="0"/>
                  </a:lnTo>
                  <a:lnTo>
                    <a:pt x="4303" y="21"/>
                  </a:lnTo>
                  <a:lnTo>
                    <a:pt x="4496" y="163"/>
                  </a:lnTo>
                  <a:lnTo>
                    <a:pt x="3661" y="77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999360" y="1474771"/>
              <a:ext cx="2471" cy="4835"/>
            </a:xfrm>
            <a:custGeom>
              <a:avLst/>
              <a:pathLst>
                <a:path w="2471" h="4835">
                  <a:moveTo>
                    <a:pt x="2387" y="3669"/>
                  </a:moveTo>
                  <a:lnTo>
                    <a:pt x="1911" y="4835"/>
                  </a:lnTo>
                  <a:lnTo>
                    <a:pt x="1728" y="4726"/>
                  </a:lnTo>
                  <a:lnTo>
                    <a:pt x="1402" y="4170"/>
                  </a:lnTo>
                  <a:lnTo>
                    <a:pt x="746" y="3903"/>
                  </a:lnTo>
                  <a:lnTo>
                    <a:pt x="0" y="3284"/>
                  </a:lnTo>
                  <a:lnTo>
                    <a:pt x="10" y="1953"/>
                  </a:lnTo>
                  <a:lnTo>
                    <a:pt x="297" y="1349"/>
                  </a:lnTo>
                  <a:lnTo>
                    <a:pt x="233" y="506"/>
                  </a:lnTo>
                  <a:lnTo>
                    <a:pt x="977" y="0"/>
                  </a:lnTo>
                  <a:lnTo>
                    <a:pt x="1526" y="596"/>
                  </a:lnTo>
                  <a:lnTo>
                    <a:pt x="1677" y="1611"/>
                  </a:lnTo>
                  <a:lnTo>
                    <a:pt x="1541" y="2110"/>
                  </a:lnTo>
                  <a:lnTo>
                    <a:pt x="2085" y="2628"/>
                  </a:lnTo>
                  <a:lnTo>
                    <a:pt x="2337" y="2759"/>
                  </a:lnTo>
                  <a:lnTo>
                    <a:pt x="2471" y="317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989602" y="1470343"/>
              <a:ext cx="2815" cy="1444"/>
            </a:xfrm>
            <a:custGeom>
              <a:avLst/>
              <a:pathLst>
                <a:path w="2815" h="1444">
                  <a:moveTo>
                    <a:pt x="162" y="0"/>
                  </a:moveTo>
                  <a:lnTo>
                    <a:pt x="1226" y="146"/>
                  </a:lnTo>
                  <a:lnTo>
                    <a:pt x="2015" y="36"/>
                  </a:lnTo>
                  <a:lnTo>
                    <a:pt x="2591" y="599"/>
                  </a:lnTo>
                  <a:lnTo>
                    <a:pt x="2815" y="1169"/>
                  </a:lnTo>
                  <a:lnTo>
                    <a:pt x="2741" y="1365"/>
                  </a:lnTo>
                  <a:lnTo>
                    <a:pt x="2492" y="1444"/>
                  </a:lnTo>
                  <a:lnTo>
                    <a:pt x="826" y="813"/>
                  </a:lnTo>
                  <a:lnTo>
                    <a:pt x="208" y="427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15379" y="1468793"/>
              <a:ext cx="12782" cy="4336"/>
            </a:xfrm>
            <a:custGeom>
              <a:avLst/>
              <a:pathLst>
                <a:path w="12782" h="4336">
                  <a:moveTo>
                    <a:pt x="10667" y="4318"/>
                  </a:moveTo>
                  <a:lnTo>
                    <a:pt x="6056" y="4336"/>
                  </a:lnTo>
                  <a:lnTo>
                    <a:pt x="3549" y="4238"/>
                  </a:lnTo>
                  <a:lnTo>
                    <a:pt x="2540" y="4024"/>
                  </a:lnTo>
                  <a:lnTo>
                    <a:pt x="1663" y="3693"/>
                  </a:lnTo>
                  <a:lnTo>
                    <a:pt x="668" y="2620"/>
                  </a:lnTo>
                  <a:lnTo>
                    <a:pt x="30" y="1515"/>
                  </a:lnTo>
                  <a:lnTo>
                    <a:pt x="0" y="1045"/>
                  </a:lnTo>
                  <a:lnTo>
                    <a:pt x="168" y="623"/>
                  </a:lnTo>
                  <a:lnTo>
                    <a:pt x="404" y="367"/>
                  </a:lnTo>
                  <a:lnTo>
                    <a:pt x="3499" y="0"/>
                  </a:lnTo>
                  <a:lnTo>
                    <a:pt x="6034" y="458"/>
                  </a:lnTo>
                  <a:lnTo>
                    <a:pt x="8217" y="997"/>
                  </a:lnTo>
                  <a:lnTo>
                    <a:pt x="11024" y="1089"/>
                  </a:lnTo>
                  <a:lnTo>
                    <a:pt x="11878" y="1294"/>
                  </a:lnTo>
                  <a:lnTo>
                    <a:pt x="12204" y="1444"/>
                  </a:lnTo>
                  <a:lnTo>
                    <a:pt x="12431" y="1721"/>
                  </a:lnTo>
                  <a:lnTo>
                    <a:pt x="12750" y="2995"/>
                  </a:lnTo>
                  <a:lnTo>
                    <a:pt x="12782" y="3675"/>
                  </a:lnTo>
                  <a:lnTo>
                    <a:pt x="12697" y="418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986628" y="1468730"/>
              <a:ext cx="1653" cy="1539"/>
            </a:xfrm>
            <a:custGeom>
              <a:avLst/>
              <a:pathLst>
                <a:path w="1653" h="1539">
                  <a:moveTo>
                    <a:pt x="1653" y="1494"/>
                  </a:moveTo>
                  <a:lnTo>
                    <a:pt x="1297" y="1539"/>
                  </a:lnTo>
                  <a:lnTo>
                    <a:pt x="0" y="711"/>
                  </a:lnTo>
                  <a:lnTo>
                    <a:pt x="272" y="0"/>
                  </a:lnTo>
                  <a:lnTo>
                    <a:pt x="1478" y="727"/>
                  </a:lnTo>
                  <a:lnTo>
                    <a:pt x="1650" y="118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199857" y="1465834"/>
              <a:ext cx="5462" cy="7960"/>
            </a:xfrm>
            <a:custGeom>
              <a:avLst/>
              <a:pathLst>
                <a:path w="5462" h="7960">
                  <a:moveTo>
                    <a:pt x="3446" y="7945"/>
                  </a:moveTo>
                  <a:lnTo>
                    <a:pt x="3042" y="7960"/>
                  </a:lnTo>
                  <a:lnTo>
                    <a:pt x="2401" y="7747"/>
                  </a:lnTo>
                  <a:lnTo>
                    <a:pt x="934" y="6905"/>
                  </a:lnTo>
                  <a:lnTo>
                    <a:pt x="636" y="6542"/>
                  </a:lnTo>
                  <a:lnTo>
                    <a:pt x="487" y="6117"/>
                  </a:lnTo>
                  <a:lnTo>
                    <a:pt x="485" y="5630"/>
                  </a:lnTo>
                  <a:lnTo>
                    <a:pt x="617" y="5126"/>
                  </a:lnTo>
                  <a:lnTo>
                    <a:pt x="1066" y="4119"/>
                  </a:lnTo>
                  <a:lnTo>
                    <a:pt x="208" y="3320"/>
                  </a:lnTo>
                  <a:lnTo>
                    <a:pt x="0" y="2864"/>
                  </a:lnTo>
                  <a:lnTo>
                    <a:pt x="100" y="2607"/>
                  </a:lnTo>
                  <a:lnTo>
                    <a:pt x="578" y="1990"/>
                  </a:lnTo>
                  <a:lnTo>
                    <a:pt x="709" y="1605"/>
                  </a:lnTo>
                  <a:lnTo>
                    <a:pt x="1190" y="1058"/>
                  </a:lnTo>
                  <a:lnTo>
                    <a:pt x="2438" y="0"/>
                  </a:lnTo>
                  <a:lnTo>
                    <a:pt x="3688" y="249"/>
                  </a:lnTo>
                  <a:lnTo>
                    <a:pt x="4804" y="1117"/>
                  </a:lnTo>
                  <a:lnTo>
                    <a:pt x="5096" y="1703"/>
                  </a:lnTo>
                  <a:lnTo>
                    <a:pt x="5009" y="2327"/>
                  </a:lnTo>
                  <a:lnTo>
                    <a:pt x="5106" y="3231"/>
                  </a:lnTo>
                  <a:lnTo>
                    <a:pt x="5387" y="4417"/>
                  </a:lnTo>
                  <a:lnTo>
                    <a:pt x="5462" y="5276"/>
                  </a:lnTo>
                  <a:lnTo>
                    <a:pt x="5330" y="5811"/>
                  </a:lnTo>
                  <a:lnTo>
                    <a:pt x="4852" y="6815"/>
                  </a:lnTo>
                  <a:lnTo>
                    <a:pt x="4448" y="7280"/>
                  </a:lnTo>
                  <a:lnTo>
                    <a:pt x="3914" y="771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291191" y="1465399"/>
              <a:ext cx="21225" cy="15356"/>
            </a:xfrm>
            <a:custGeom>
              <a:avLst/>
              <a:pathLst>
                <a:path w="21225" h="15356">
                  <a:moveTo>
                    <a:pt x="15421" y="199"/>
                  </a:moveTo>
                  <a:lnTo>
                    <a:pt x="20360" y="1433"/>
                  </a:lnTo>
                  <a:lnTo>
                    <a:pt x="20840" y="1881"/>
                  </a:lnTo>
                  <a:lnTo>
                    <a:pt x="21076" y="2282"/>
                  </a:lnTo>
                  <a:lnTo>
                    <a:pt x="21215" y="2728"/>
                  </a:lnTo>
                  <a:lnTo>
                    <a:pt x="21225" y="3646"/>
                  </a:lnTo>
                  <a:lnTo>
                    <a:pt x="21126" y="4014"/>
                  </a:lnTo>
                  <a:lnTo>
                    <a:pt x="20643" y="4903"/>
                  </a:lnTo>
                  <a:lnTo>
                    <a:pt x="20610" y="5182"/>
                  </a:lnTo>
                  <a:lnTo>
                    <a:pt x="20998" y="8165"/>
                  </a:lnTo>
                  <a:lnTo>
                    <a:pt x="20959" y="9792"/>
                  </a:lnTo>
                  <a:lnTo>
                    <a:pt x="20611" y="11151"/>
                  </a:lnTo>
                  <a:lnTo>
                    <a:pt x="19905" y="12241"/>
                  </a:lnTo>
                  <a:lnTo>
                    <a:pt x="18840" y="13060"/>
                  </a:lnTo>
                  <a:lnTo>
                    <a:pt x="18030" y="13531"/>
                  </a:lnTo>
                  <a:lnTo>
                    <a:pt x="14435" y="14690"/>
                  </a:lnTo>
                  <a:lnTo>
                    <a:pt x="11891" y="14991"/>
                  </a:lnTo>
                  <a:lnTo>
                    <a:pt x="9206" y="15045"/>
                  </a:lnTo>
                  <a:lnTo>
                    <a:pt x="5789" y="15356"/>
                  </a:lnTo>
                  <a:lnTo>
                    <a:pt x="4229" y="15291"/>
                  </a:lnTo>
                  <a:lnTo>
                    <a:pt x="3422" y="15154"/>
                  </a:lnTo>
                  <a:lnTo>
                    <a:pt x="2847" y="14922"/>
                  </a:lnTo>
                  <a:lnTo>
                    <a:pt x="2175" y="14187"/>
                  </a:lnTo>
                  <a:lnTo>
                    <a:pt x="1408" y="12950"/>
                  </a:lnTo>
                  <a:lnTo>
                    <a:pt x="772" y="11557"/>
                  </a:lnTo>
                  <a:lnTo>
                    <a:pt x="14" y="9089"/>
                  </a:lnTo>
                  <a:lnTo>
                    <a:pt x="0" y="8797"/>
                  </a:lnTo>
                  <a:lnTo>
                    <a:pt x="731" y="6788"/>
                  </a:lnTo>
                  <a:lnTo>
                    <a:pt x="1703" y="5436"/>
                  </a:lnTo>
                  <a:lnTo>
                    <a:pt x="3417" y="3429"/>
                  </a:lnTo>
                  <a:lnTo>
                    <a:pt x="5351" y="1472"/>
                  </a:lnTo>
                  <a:lnTo>
                    <a:pt x="5843" y="1149"/>
                  </a:lnTo>
                  <a:lnTo>
                    <a:pt x="6718" y="807"/>
                  </a:lnTo>
                  <a:lnTo>
                    <a:pt x="8906" y="252"/>
                  </a:lnTo>
                  <a:lnTo>
                    <a:pt x="10720" y="390"/>
                  </a:lnTo>
                  <a:lnTo>
                    <a:pt x="11519" y="320"/>
                  </a:lnTo>
                  <a:lnTo>
                    <a:pt x="12518" y="62"/>
                  </a:lnTo>
                  <a:lnTo>
                    <a:pt x="13617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273510" y="1465173"/>
              <a:ext cx="3275" cy="2388"/>
            </a:xfrm>
            <a:custGeom>
              <a:avLst/>
              <a:pathLst>
                <a:path w="3275" h="2388">
                  <a:moveTo>
                    <a:pt x="1816" y="2234"/>
                  </a:moveTo>
                  <a:lnTo>
                    <a:pt x="1047" y="2388"/>
                  </a:lnTo>
                  <a:lnTo>
                    <a:pt x="6" y="1646"/>
                  </a:lnTo>
                  <a:lnTo>
                    <a:pt x="0" y="1235"/>
                  </a:lnTo>
                  <a:lnTo>
                    <a:pt x="201" y="247"/>
                  </a:lnTo>
                  <a:lnTo>
                    <a:pt x="2101" y="0"/>
                  </a:lnTo>
                  <a:lnTo>
                    <a:pt x="2895" y="595"/>
                  </a:lnTo>
                  <a:lnTo>
                    <a:pt x="3275" y="118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028697" y="1461982"/>
              <a:ext cx="5779" cy="2504"/>
            </a:xfrm>
            <a:custGeom>
              <a:avLst/>
              <a:pathLst>
                <a:path w="5779" h="2504">
                  <a:moveTo>
                    <a:pt x="4831" y="2453"/>
                  </a:moveTo>
                  <a:lnTo>
                    <a:pt x="4308" y="2504"/>
                  </a:lnTo>
                  <a:lnTo>
                    <a:pt x="3329" y="2280"/>
                  </a:lnTo>
                  <a:lnTo>
                    <a:pt x="1894" y="1783"/>
                  </a:lnTo>
                  <a:lnTo>
                    <a:pt x="814" y="1255"/>
                  </a:lnTo>
                  <a:lnTo>
                    <a:pt x="91" y="700"/>
                  </a:lnTo>
                  <a:lnTo>
                    <a:pt x="0" y="317"/>
                  </a:lnTo>
                  <a:lnTo>
                    <a:pt x="542" y="105"/>
                  </a:lnTo>
                  <a:lnTo>
                    <a:pt x="1363" y="0"/>
                  </a:lnTo>
                  <a:lnTo>
                    <a:pt x="3320" y="70"/>
                  </a:lnTo>
                  <a:lnTo>
                    <a:pt x="4251" y="282"/>
                  </a:lnTo>
                  <a:lnTo>
                    <a:pt x="5480" y="1091"/>
                  </a:lnTo>
                  <a:lnTo>
                    <a:pt x="5741" y="1549"/>
                  </a:lnTo>
                  <a:lnTo>
                    <a:pt x="5779" y="1844"/>
                  </a:lnTo>
                  <a:lnTo>
                    <a:pt x="5621" y="210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09190" y="1460388"/>
              <a:ext cx="5725" cy="4935"/>
            </a:xfrm>
            <a:custGeom>
              <a:avLst/>
              <a:pathLst>
                <a:path w="5725" h="4935">
                  <a:moveTo>
                    <a:pt x="4943" y="4845"/>
                  </a:moveTo>
                  <a:lnTo>
                    <a:pt x="4201" y="4935"/>
                  </a:lnTo>
                  <a:lnTo>
                    <a:pt x="3130" y="4072"/>
                  </a:lnTo>
                  <a:lnTo>
                    <a:pt x="882" y="3091"/>
                  </a:lnTo>
                  <a:lnTo>
                    <a:pt x="30" y="2379"/>
                  </a:lnTo>
                  <a:lnTo>
                    <a:pt x="0" y="2035"/>
                  </a:lnTo>
                  <a:lnTo>
                    <a:pt x="68" y="1496"/>
                  </a:lnTo>
                  <a:lnTo>
                    <a:pt x="314" y="837"/>
                  </a:lnTo>
                  <a:lnTo>
                    <a:pt x="1097" y="116"/>
                  </a:lnTo>
                  <a:lnTo>
                    <a:pt x="1926" y="0"/>
                  </a:lnTo>
                  <a:lnTo>
                    <a:pt x="3109" y="158"/>
                  </a:lnTo>
                  <a:lnTo>
                    <a:pt x="3971" y="676"/>
                  </a:lnTo>
                  <a:lnTo>
                    <a:pt x="4906" y="2112"/>
                  </a:lnTo>
                  <a:lnTo>
                    <a:pt x="5529" y="2812"/>
                  </a:lnTo>
                  <a:lnTo>
                    <a:pt x="5725" y="3321"/>
                  </a:lnTo>
                  <a:lnTo>
                    <a:pt x="5415" y="3561"/>
                  </a:lnTo>
                  <a:lnTo>
                    <a:pt x="5444" y="3798"/>
                  </a:lnTo>
                  <a:lnTo>
                    <a:pt x="5586" y="3944"/>
                  </a:lnTo>
                  <a:lnTo>
                    <a:pt x="5533" y="4212"/>
                  </a:lnTo>
                  <a:lnTo>
                    <a:pt x="5283" y="460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054650" y="1458584"/>
              <a:ext cx="5548" cy="3353"/>
            </a:xfrm>
            <a:custGeom>
              <a:avLst/>
              <a:pathLst>
                <a:path w="5548" h="3353">
                  <a:moveTo>
                    <a:pt x="4373" y="3334"/>
                  </a:moveTo>
                  <a:lnTo>
                    <a:pt x="3982" y="3353"/>
                  </a:lnTo>
                  <a:lnTo>
                    <a:pt x="3439" y="3104"/>
                  </a:lnTo>
                  <a:lnTo>
                    <a:pt x="395" y="2255"/>
                  </a:lnTo>
                  <a:lnTo>
                    <a:pt x="0" y="2000"/>
                  </a:lnTo>
                  <a:lnTo>
                    <a:pt x="356" y="1643"/>
                  </a:lnTo>
                  <a:lnTo>
                    <a:pt x="1464" y="1184"/>
                  </a:lnTo>
                  <a:lnTo>
                    <a:pt x="2211" y="716"/>
                  </a:lnTo>
                  <a:lnTo>
                    <a:pt x="2788" y="0"/>
                  </a:lnTo>
                  <a:lnTo>
                    <a:pt x="4539" y="368"/>
                  </a:lnTo>
                  <a:lnTo>
                    <a:pt x="5192" y="708"/>
                  </a:lnTo>
                  <a:lnTo>
                    <a:pt x="5441" y="1003"/>
                  </a:lnTo>
                  <a:lnTo>
                    <a:pt x="5548" y="1412"/>
                  </a:lnTo>
                  <a:lnTo>
                    <a:pt x="5450" y="2416"/>
                  </a:lnTo>
                  <a:lnTo>
                    <a:pt x="4861" y="262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070570" y="1455660"/>
              <a:ext cx="4228" cy="4341"/>
            </a:xfrm>
            <a:custGeom>
              <a:avLst/>
              <a:pathLst>
                <a:path w="4228" h="4341">
                  <a:moveTo>
                    <a:pt x="3861" y="3185"/>
                  </a:moveTo>
                  <a:lnTo>
                    <a:pt x="3563" y="3626"/>
                  </a:lnTo>
                  <a:lnTo>
                    <a:pt x="3192" y="3751"/>
                  </a:lnTo>
                  <a:lnTo>
                    <a:pt x="2456" y="4271"/>
                  </a:lnTo>
                  <a:lnTo>
                    <a:pt x="2157" y="4341"/>
                  </a:lnTo>
                  <a:lnTo>
                    <a:pt x="1729" y="4009"/>
                  </a:lnTo>
                  <a:lnTo>
                    <a:pt x="1369" y="3471"/>
                  </a:lnTo>
                  <a:lnTo>
                    <a:pt x="1215" y="3386"/>
                  </a:lnTo>
                  <a:lnTo>
                    <a:pt x="987" y="3408"/>
                  </a:lnTo>
                  <a:lnTo>
                    <a:pt x="492" y="3751"/>
                  </a:lnTo>
                  <a:lnTo>
                    <a:pt x="273" y="3747"/>
                  </a:lnTo>
                  <a:lnTo>
                    <a:pt x="89" y="3516"/>
                  </a:lnTo>
                  <a:lnTo>
                    <a:pt x="0" y="3056"/>
                  </a:lnTo>
                  <a:lnTo>
                    <a:pt x="7" y="2368"/>
                  </a:lnTo>
                  <a:lnTo>
                    <a:pt x="241" y="1306"/>
                  </a:lnTo>
                  <a:lnTo>
                    <a:pt x="256" y="920"/>
                  </a:lnTo>
                  <a:lnTo>
                    <a:pt x="130" y="625"/>
                  </a:lnTo>
                  <a:lnTo>
                    <a:pt x="234" y="357"/>
                  </a:lnTo>
                  <a:lnTo>
                    <a:pt x="566" y="115"/>
                  </a:lnTo>
                  <a:lnTo>
                    <a:pt x="994" y="0"/>
                  </a:lnTo>
                  <a:lnTo>
                    <a:pt x="2000" y="97"/>
                  </a:lnTo>
                  <a:lnTo>
                    <a:pt x="2795" y="523"/>
                  </a:lnTo>
                  <a:lnTo>
                    <a:pt x="3182" y="1079"/>
                  </a:lnTo>
                  <a:lnTo>
                    <a:pt x="3959" y="1518"/>
                  </a:lnTo>
                  <a:lnTo>
                    <a:pt x="4228" y="182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074146" y="1454343"/>
              <a:ext cx="2390" cy="2447"/>
            </a:xfrm>
            <a:custGeom>
              <a:avLst/>
              <a:pathLst>
                <a:path w="2390" h="2447">
                  <a:moveTo>
                    <a:pt x="2390" y="1617"/>
                  </a:moveTo>
                  <a:lnTo>
                    <a:pt x="2169" y="2447"/>
                  </a:lnTo>
                  <a:lnTo>
                    <a:pt x="1003" y="2225"/>
                  </a:lnTo>
                  <a:lnTo>
                    <a:pt x="488" y="1925"/>
                  </a:lnTo>
                  <a:lnTo>
                    <a:pt x="50" y="1242"/>
                  </a:lnTo>
                  <a:lnTo>
                    <a:pt x="0" y="1069"/>
                  </a:lnTo>
                  <a:lnTo>
                    <a:pt x="97" y="809"/>
                  </a:lnTo>
                  <a:lnTo>
                    <a:pt x="571" y="215"/>
                  </a:lnTo>
                  <a:lnTo>
                    <a:pt x="891" y="0"/>
                  </a:lnTo>
                  <a:lnTo>
                    <a:pt x="1651" y="251"/>
                  </a:lnTo>
                  <a:lnTo>
                    <a:pt x="2005" y="598"/>
                  </a:lnTo>
                  <a:lnTo>
                    <a:pt x="2287" y="114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163795" y="1450930"/>
              <a:ext cx="2707" cy="2297"/>
            </a:xfrm>
            <a:custGeom>
              <a:avLst/>
              <a:pathLst>
                <a:path w="2707" h="2297">
                  <a:moveTo>
                    <a:pt x="2639" y="2135"/>
                  </a:moveTo>
                  <a:lnTo>
                    <a:pt x="1865" y="2297"/>
                  </a:lnTo>
                  <a:lnTo>
                    <a:pt x="1379" y="1719"/>
                  </a:lnTo>
                  <a:lnTo>
                    <a:pt x="985" y="1599"/>
                  </a:lnTo>
                  <a:lnTo>
                    <a:pt x="810" y="1213"/>
                  </a:lnTo>
                  <a:lnTo>
                    <a:pt x="0" y="1137"/>
                  </a:lnTo>
                  <a:lnTo>
                    <a:pt x="55" y="532"/>
                  </a:lnTo>
                  <a:lnTo>
                    <a:pt x="276" y="234"/>
                  </a:lnTo>
                  <a:lnTo>
                    <a:pt x="1029" y="0"/>
                  </a:lnTo>
                  <a:lnTo>
                    <a:pt x="1626" y="88"/>
                  </a:lnTo>
                  <a:lnTo>
                    <a:pt x="2192" y="691"/>
                  </a:lnTo>
                  <a:lnTo>
                    <a:pt x="2468" y="1167"/>
                  </a:lnTo>
                  <a:lnTo>
                    <a:pt x="2707" y="177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271325" y="1450716"/>
              <a:ext cx="11133" cy="7682"/>
            </a:xfrm>
            <a:custGeom>
              <a:avLst/>
              <a:pathLst>
                <a:path w="11133" h="7682">
                  <a:moveTo>
                    <a:pt x="1845" y="7588"/>
                  </a:moveTo>
                  <a:lnTo>
                    <a:pt x="1192" y="7682"/>
                  </a:lnTo>
                  <a:lnTo>
                    <a:pt x="419" y="7418"/>
                  </a:lnTo>
                  <a:lnTo>
                    <a:pt x="144" y="6964"/>
                  </a:lnTo>
                  <a:lnTo>
                    <a:pt x="0" y="6506"/>
                  </a:lnTo>
                  <a:lnTo>
                    <a:pt x="138" y="6270"/>
                  </a:lnTo>
                  <a:lnTo>
                    <a:pt x="482" y="6047"/>
                  </a:lnTo>
                  <a:lnTo>
                    <a:pt x="951" y="5539"/>
                  </a:lnTo>
                  <a:lnTo>
                    <a:pt x="1542" y="4745"/>
                  </a:lnTo>
                  <a:lnTo>
                    <a:pt x="2467" y="4212"/>
                  </a:lnTo>
                  <a:lnTo>
                    <a:pt x="4496" y="3718"/>
                  </a:lnTo>
                  <a:lnTo>
                    <a:pt x="4784" y="3544"/>
                  </a:lnTo>
                  <a:lnTo>
                    <a:pt x="5692" y="2153"/>
                  </a:lnTo>
                  <a:lnTo>
                    <a:pt x="5997" y="1915"/>
                  </a:lnTo>
                  <a:lnTo>
                    <a:pt x="7036" y="1773"/>
                  </a:lnTo>
                  <a:lnTo>
                    <a:pt x="7148" y="1594"/>
                  </a:lnTo>
                  <a:lnTo>
                    <a:pt x="6780" y="1251"/>
                  </a:lnTo>
                  <a:lnTo>
                    <a:pt x="6780" y="898"/>
                  </a:lnTo>
                  <a:lnTo>
                    <a:pt x="7148" y="533"/>
                  </a:lnTo>
                  <a:lnTo>
                    <a:pt x="7654" y="263"/>
                  </a:lnTo>
                  <a:lnTo>
                    <a:pt x="8967" y="0"/>
                  </a:lnTo>
                  <a:lnTo>
                    <a:pt x="10153" y="48"/>
                  </a:lnTo>
                  <a:lnTo>
                    <a:pt x="10456" y="150"/>
                  </a:lnTo>
                  <a:lnTo>
                    <a:pt x="10721" y="394"/>
                  </a:lnTo>
                  <a:lnTo>
                    <a:pt x="11085" y="1044"/>
                  </a:lnTo>
                  <a:lnTo>
                    <a:pt x="11133" y="1192"/>
                  </a:lnTo>
                  <a:lnTo>
                    <a:pt x="10584" y="1768"/>
                  </a:lnTo>
                  <a:lnTo>
                    <a:pt x="9146" y="2654"/>
                  </a:lnTo>
                  <a:lnTo>
                    <a:pt x="8257" y="3395"/>
                  </a:lnTo>
                  <a:lnTo>
                    <a:pt x="8079" y="3638"/>
                  </a:lnTo>
                  <a:lnTo>
                    <a:pt x="7998" y="3950"/>
                  </a:lnTo>
                  <a:lnTo>
                    <a:pt x="7664" y="4330"/>
                  </a:lnTo>
                  <a:lnTo>
                    <a:pt x="6626" y="5242"/>
                  </a:lnTo>
                  <a:lnTo>
                    <a:pt x="5927" y="6123"/>
                  </a:lnTo>
                  <a:lnTo>
                    <a:pt x="5232" y="6608"/>
                  </a:lnTo>
                  <a:lnTo>
                    <a:pt x="3331" y="706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166440" y="1450067"/>
              <a:ext cx="2976" cy="2564"/>
            </a:xfrm>
            <a:custGeom>
              <a:avLst/>
              <a:pathLst>
                <a:path w="2976" h="2564">
                  <a:moveTo>
                    <a:pt x="2764" y="236"/>
                  </a:moveTo>
                  <a:lnTo>
                    <a:pt x="2976" y="1101"/>
                  </a:lnTo>
                  <a:lnTo>
                    <a:pt x="2126" y="2275"/>
                  </a:lnTo>
                  <a:lnTo>
                    <a:pt x="1859" y="2485"/>
                  </a:lnTo>
                  <a:lnTo>
                    <a:pt x="1530" y="2564"/>
                  </a:lnTo>
                  <a:lnTo>
                    <a:pt x="1210" y="2419"/>
                  </a:lnTo>
                  <a:lnTo>
                    <a:pt x="258" y="1497"/>
                  </a:lnTo>
                  <a:lnTo>
                    <a:pt x="0" y="922"/>
                  </a:lnTo>
                  <a:lnTo>
                    <a:pt x="349" y="635"/>
                  </a:lnTo>
                  <a:lnTo>
                    <a:pt x="1086" y="276"/>
                  </a:lnTo>
                  <a:lnTo>
                    <a:pt x="1608" y="102"/>
                  </a:lnTo>
                  <a:lnTo>
                    <a:pt x="2263" y="252"/>
                  </a:lnTo>
                  <a:lnTo>
                    <a:pt x="2492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290496" y="1450011"/>
              <a:ext cx="6722" cy="4295"/>
            </a:xfrm>
            <a:custGeom>
              <a:avLst/>
              <a:pathLst>
                <a:path w="6722" h="4295">
                  <a:moveTo>
                    <a:pt x="3633" y="4133"/>
                  </a:moveTo>
                  <a:lnTo>
                    <a:pt x="2438" y="4295"/>
                  </a:lnTo>
                  <a:lnTo>
                    <a:pt x="1554" y="4212"/>
                  </a:lnTo>
                  <a:lnTo>
                    <a:pt x="982" y="3883"/>
                  </a:lnTo>
                  <a:lnTo>
                    <a:pt x="543" y="3437"/>
                  </a:lnTo>
                  <a:lnTo>
                    <a:pt x="0" y="2316"/>
                  </a:lnTo>
                  <a:lnTo>
                    <a:pt x="201" y="1793"/>
                  </a:lnTo>
                  <a:lnTo>
                    <a:pt x="263" y="856"/>
                  </a:lnTo>
                  <a:lnTo>
                    <a:pt x="364" y="505"/>
                  </a:lnTo>
                  <a:lnTo>
                    <a:pt x="574" y="331"/>
                  </a:lnTo>
                  <a:lnTo>
                    <a:pt x="1814" y="0"/>
                  </a:lnTo>
                  <a:lnTo>
                    <a:pt x="2556" y="37"/>
                  </a:lnTo>
                  <a:lnTo>
                    <a:pt x="3645" y="394"/>
                  </a:lnTo>
                  <a:lnTo>
                    <a:pt x="5995" y="503"/>
                  </a:lnTo>
                  <a:lnTo>
                    <a:pt x="6578" y="832"/>
                  </a:lnTo>
                  <a:lnTo>
                    <a:pt x="6722" y="1031"/>
                  </a:lnTo>
                  <a:lnTo>
                    <a:pt x="6711" y="1276"/>
                  </a:lnTo>
                  <a:lnTo>
                    <a:pt x="6546" y="1567"/>
                  </a:lnTo>
                  <a:lnTo>
                    <a:pt x="5384" y="2417"/>
                  </a:lnTo>
                  <a:lnTo>
                    <a:pt x="4825" y="3002"/>
                  </a:lnTo>
                  <a:lnTo>
                    <a:pt x="4429" y="370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063653" y="1448114"/>
              <a:ext cx="3366" cy="2616"/>
            </a:xfrm>
            <a:custGeom>
              <a:avLst/>
              <a:pathLst>
                <a:path w="3366" h="2616">
                  <a:moveTo>
                    <a:pt x="1748" y="2496"/>
                  </a:moveTo>
                  <a:lnTo>
                    <a:pt x="974" y="2616"/>
                  </a:lnTo>
                  <a:lnTo>
                    <a:pt x="832" y="2587"/>
                  </a:lnTo>
                  <a:lnTo>
                    <a:pt x="898" y="2207"/>
                  </a:lnTo>
                  <a:lnTo>
                    <a:pt x="840" y="2016"/>
                  </a:lnTo>
                  <a:lnTo>
                    <a:pt x="633" y="1880"/>
                  </a:lnTo>
                  <a:lnTo>
                    <a:pt x="1312" y="1578"/>
                  </a:lnTo>
                  <a:lnTo>
                    <a:pt x="1411" y="1342"/>
                  </a:lnTo>
                  <a:lnTo>
                    <a:pt x="1195" y="1161"/>
                  </a:lnTo>
                  <a:lnTo>
                    <a:pt x="265" y="818"/>
                  </a:lnTo>
                  <a:lnTo>
                    <a:pt x="0" y="507"/>
                  </a:lnTo>
                  <a:lnTo>
                    <a:pt x="49" y="235"/>
                  </a:lnTo>
                  <a:lnTo>
                    <a:pt x="412" y="0"/>
                  </a:lnTo>
                  <a:lnTo>
                    <a:pt x="1056" y="35"/>
                  </a:lnTo>
                  <a:lnTo>
                    <a:pt x="2442" y="492"/>
                  </a:lnTo>
                  <a:lnTo>
                    <a:pt x="3078" y="1124"/>
                  </a:lnTo>
                  <a:lnTo>
                    <a:pt x="3366" y="1592"/>
                  </a:lnTo>
                  <a:lnTo>
                    <a:pt x="2907" y="1661"/>
                  </a:lnTo>
                  <a:lnTo>
                    <a:pt x="2550" y="1851"/>
                  </a:lnTo>
                  <a:lnTo>
                    <a:pt x="2171" y="225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114379" y="1447421"/>
              <a:ext cx="5807" cy="4045"/>
            </a:xfrm>
            <a:custGeom>
              <a:avLst/>
              <a:pathLst>
                <a:path w="5807" h="4045">
                  <a:moveTo>
                    <a:pt x="4551" y="726"/>
                  </a:moveTo>
                  <a:lnTo>
                    <a:pt x="5807" y="1661"/>
                  </a:lnTo>
                  <a:lnTo>
                    <a:pt x="5796" y="2115"/>
                  </a:lnTo>
                  <a:lnTo>
                    <a:pt x="5632" y="2872"/>
                  </a:lnTo>
                  <a:lnTo>
                    <a:pt x="5272" y="3448"/>
                  </a:lnTo>
                  <a:lnTo>
                    <a:pt x="4716" y="3844"/>
                  </a:lnTo>
                  <a:lnTo>
                    <a:pt x="3938" y="4043"/>
                  </a:lnTo>
                  <a:lnTo>
                    <a:pt x="2936" y="4045"/>
                  </a:lnTo>
                  <a:lnTo>
                    <a:pt x="2503" y="3879"/>
                  </a:lnTo>
                  <a:lnTo>
                    <a:pt x="2827" y="3294"/>
                  </a:lnTo>
                  <a:lnTo>
                    <a:pt x="3071" y="3120"/>
                  </a:lnTo>
                  <a:lnTo>
                    <a:pt x="3112" y="2605"/>
                  </a:lnTo>
                  <a:lnTo>
                    <a:pt x="2951" y="1749"/>
                  </a:lnTo>
                  <a:lnTo>
                    <a:pt x="2749" y="1223"/>
                  </a:lnTo>
                  <a:lnTo>
                    <a:pt x="2186" y="922"/>
                  </a:lnTo>
                  <a:lnTo>
                    <a:pt x="1784" y="909"/>
                  </a:lnTo>
                  <a:lnTo>
                    <a:pt x="1674" y="1187"/>
                  </a:lnTo>
                  <a:lnTo>
                    <a:pt x="1858" y="1756"/>
                  </a:lnTo>
                  <a:lnTo>
                    <a:pt x="1730" y="2492"/>
                  </a:lnTo>
                  <a:lnTo>
                    <a:pt x="1292" y="3396"/>
                  </a:lnTo>
                  <a:lnTo>
                    <a:pt x="958" y="3821"/>
                  </a:lnTo>
                  <a:lnTo>
                    <a:pt x="366" y="3606"/>
                  </a:lnTo>
                  <a:lnTo>
                    <a:pt x="83" y="3261"/>
                  </a:lnTo>
                  <a:lnTo>
                    <a:pt x="159" y="2692"/>
                  </a:lnTo>
                  <a:lnTo>
                    <a:pt x="0" y="2176"/>
                  </a:lnTo>
                  <a:lnTo>
                    <a:pt x="150" y="1630"/>
                  </a:lnTo>
                  <a:lnTo>
                    <a:pt x="553" y="818"/>
                  </a:lnTo>
                  <a:lnTo>
                    <a:pt x="1125" y="275"/>
                  </a:lnTo>
                  <a:lnTo>
                    <a:pt x="1863" y="0"/>
                  </a:lnTo>
                  <a:lnTo>
                    <a:pt x="2725" y="19"/>
                  </a:lnTo>
                  <a:lnTo>
                    <a:pt x="3711" y="33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04758" y="1447088"/>
              <a:ext cx="3903" cy="1538"/>
            </a:xfrm>
            <a:custGeom>
              <a:avLst/>
              <a:pathLst>
                <a:path w="3903" h="1538">
                  <a:moveTo>
                    <a:pt x="2349" y="1014"/>
                  </a:moveTo>
                  <a:lnTo>
                    <a:pt x="1567" y="1538"/>
                  </a:lnTo>
                  <a:lnTo>
                    <a:pt x="325" y="991"/>
                  </a:lnTo>
                  <a:lnTo>
                    <a:pt x="0" y="721"/>
                  </a:lnTo>
                  <a:lnTo>
                    <a:pt x="1436" y="0"/>
                  </a:lnTo>
                  <a:lnTo>
                    <a:pt x="2069" y="27"/>
                  </a:lnTo>
                  <a:lnTo>
                    <a:pt x="3404" y="455"/>
                  </a:lnTo>
                  <a:lnTo>
                    <a:pt x="3903" y="83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77138" y="1446639"/>
              <a:ext cx="4416" cy="2049"/>
            </a:xfrm>
            <a:custGeom>
              <a:avLst/>
              <a:pathLst>
                <a:path w="4416" h="2049">
                  <a:moveTo>
                    <a:pt x="2901" y="1964"/>
                  </a:moveTo>
                  <a:lnTo>
                    <a:pt x="2659" y="2049"/>
                  </a:lnTo>
                  <a:lnTo>
                    <a:pt x="180" y="1414"/>
                  </a:lnTo>
                  <a:lnTo>
                    <a:pt x="0" y="907"/>
                  </a:lnTo>
                  <a:lnTo>
                    <a:pt x="1212" y="346"/>
                  </a:lnTo>
                  <a:lnTo>
                    <a:pt x="2197" y="42"/>
                  </a:lnTo>
                  <a:lnTo>
                    <a:pt x="2956" y="0"/>
                  </a:lnTo>
                  <a:lnTo>
                    <a:pt x="3711" y="95"/>
                  </a:lnTo>
                  <a:lnTo>
                    <a:pt x="4416" y="702"/>
                  </a:lnTo>
                  <a:lnTo>
                    <a:pt x="3561" y="125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276600" y="1445835"/>
              <a:ext cx="8316" cy="3623"/>
            </a:xfrm>
            <a:custGeom>
              <a:avLst/>
              <a:pathLst>
                <a:path w="8316" h="3623">
                  <a:moveTo>
                    <a:pt x="7749" y="343"/>
                  </a:moveTo>
                  <a:lnTo>
                    <a:pt x="8234" y="1040"/>
                  </a:lnTo>
                  <a:lnTo>
                    <a:pt x="8316" y="1402"/>
                  </a:lnTo>
                  <a:lnTo>
                    <a:pt x="7646" y="1828"/>
                  </a:lnTo>
                  <a:lnTo>
                    <a:pt x="5118" y="2617"/>
                  </a:lnTo>
                  <a:lnTo>
                    <a:pt x="3577" y="3305"/>
                  </a:lnTo>
                  <a:lnTo>
                    <a:pt x="2798" y="3458"/>
                  </a:lnTo>
                  <a:lnTo>
                    <a:pt x="1761" y="3303"/>
                  </a:lnTo>
                  <a:lnTo>
                    <a:pt x="500" y="3623"/>
                  </a:lnTo>
                  <a:lnTo>
                    <a:pt x="0" y="3580"/>
                  </a:lnTo>
                  <a:lnTo>
                    <a:pt x="557" y="3017"/>
                  </a:lnTo>
                  <a:lnTo>
                    <a:pt x="2550" y="1404"/>
                  </a:lnTo>
                  <a:lnTo>
                    <a:pt x="4222" y="1239"/>
                  </a:lnTo>
                  <a:lnTo>
                    <a:pt x="4768" y="902"/>
                  </a:lnTo>
                  <a:lnTo>
                    <a:pt x="5228" y="1009"/>
                  </a:lnTo>
                  <a:lnTo>
                    <a:pt x="5495" y="730"/>
                  </a:lnTo>
                  <a:lnTo>
                    <a:pt x="5541" y="315"/>
                  </a:lnTo>
                  <a:lnTo>
                    <a:pt x="6125" y="0"/>
                  </a:lnTo>
                  <a:lnTo>
                    <a:pt x="6650" y="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258184" y="1444844"/>
              <a:ext cx="13526" cy="4195"/>
            </a:xfrm>
            <a:custGeom>
              <a:avLst/>
              <a:pathLst>
                <a:path w="13526" h="4195">
                  <a:moveTo>
                    <a:pt x="12905" y="316"/>
                  </a:moveTo>
                  <a:lnTo>
                    <a:pt x="13287" y="1116"/>
                  </a:lnTo>
                  <a:lnTo>
                    <a:pt x="13526" y="1368"/>
                  </a:lnTo>
                  <a:lnTo>
                    <a:pt x="13172" y="1748"/>
                  </a:lnTo>
                  <a:lnTo>
                    <a:pt x="11749" y="2505"/>
                  </a:lnTo>
                  <a:lnTo>
                    <a:pt x="8638" y="2814"/>
                  </a:lnTo>
                  <a:lnTo>
                    <a:pt x="7069" y="2457"/>
                  </a:lnTo>
                  <a:lnTo>
                    <a:pt x="7792" y="3544"/>
                  </a:lnTo>
                  <a:lnTo>
                    <a:pt x="7949" y="4003"/>
                  </a:lnTo>
                  <a:lnTo>
                    <a:pt x="7728" y="4195"/>
                  </a:lnTo>
                  <a:lnTo>
                    <a:pt x="7075" y="4137"/>
                  </a:lnTo>
                  <a:lnTo>
                    <a:pt x="5991" y="3829"/>
                  </a:lnTo>
                  <a:lnTo>
                    <a:pt x="5368" y="3460"/>
                  </a:lnTo>
                  <a:lnTo>
                    <a:pt x="5206" y="3031"/>
                  </a:lnTo>
                  <a:lnTo>
                    <a:pt x="4977" y="2935"/>
                  </a:lnTo>
                  <a:lnTo>
                    <a:pt x="4683" y="3174"/>
                  </a:lnTo>
                  <a:lnTo>
                    <a:pt x="4400" y="3120"/>
                  </a:lnTo>
                  <a:lnTo>
                    <a:pt x="3755" y="2481"/>
                  </a:lnTo>
                  <a:lnTo>
                    <a:pt x="3280" y="2242"/>
                  </a:lnTo>
                  <a:lnTo>
                    <a:pt x="156" y="1861"/>
                  </a:lnTo>
                  <a:lnTo>
                    <a:pt x="0" y="1690"/>
                  </a:lnTo>
                  <a:lnTo>
                    <a:pt x="162" y="1396"/>
                  </a:lnTo>
                  <a:lnTo>
                    <a:pt x="644" y="977"/>
                  </a:lnTo>
                  <a:lnTo>
                    <a:pt x="1345" y="835"/>
                  </a:lnTo>
                  <a:lnTo>
                    <a:pt x="3111" y="1023"/>
                  </a:lnTo>
                  <a:lnTo>
                    <a:pt x="3255" y="916"/>
                  </a:lnTo>
                  <a:lnTo>
                    <a:pt x="3372" y="387"/>
                  </a:lnTo>
                  <a:lnTo>
                    <a:pt x="3505" y="179"/>
                  </a:lnTo>
                  <a:lnTo>
                    <a:pt x="4728" y="232"/>
                  </a:lnTo>
                  <a:lnTo>
                    <a:pt x="5497" y="119"/>
                  </a:lnTo>
                  <a:lnTo>
                    <a:pt x="5921" y="391"/>
                  </a:lnTo>
                  <a:lnTo>
                    <a:pt x="6340" y="1021"/>
                  </a:lnTo>
                  <a:lnTo>
                    <a:pt x="6934" y="906"/>
                  </a:lnTo>
                  <a:lnTo>
                    <a:pt x="7794" y="997"/>
                  </a:lnTo>
                  <a:lnTo>
                    <a:pt x="8753" y="766"/>
                  </a:lnTo>
                  <a:lnTo>
                    <a:pt x="10216" y="206"/>
                  </a:lnTo>
                  <a:lnTo>
                    <a:pt x="11360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0611" y="1444131"/>
              <a:ext cx="40646" cy="19537"/>
            </a:xfrm>
            <a:custGeom>
              <a:avLst/>
              <a:pathLst>
                <a:path w="40646" h="19537">
                  <a:moveTo>
                    <a:pt x="20100" y="3053"/>
                  </a:moveTo>
                  <a:lnTo>
                    <a:pt x="20392" y="3219"/>
                  </a:lnTo>
                  <a:lnTo>
                    <a:pt x="20940" y="3078"/>
                  </a:lnTo>
                  <a:lnTo>
                    <a:pt x="21365" y="2623"/>
                  </a:lnTo>
                  <a:lnTo>
                    <a:pt x="21623" y="2538"/>
                  </a:lnTo>
                  <a:lnTo>
                    <a:pt x="22024" y="2623"/>
                  </a:lnTo>
                  <a:lnTo>
                    <a:pt x="23346" y="3439"/>
                  </a:lnTo>
                  <a:lnTo>
                    <a:pt x="24361" y="4296"/>
                  </a:lnTo>
                  <a:lnTo>
                    <a:pt x="25438" y="4904"/>
                  </a:lnTo>
                  <a:lnTo>
                    <a:pt x="27148" y="5447"/>
                  </a:lnTo>
                  <a:lnTo>
                    <a:pt x="30881" y="7214"/>
                  </a:lnTo>
                  <a:lnTo>
                    <a:pt x="31980" y="8409"/>
                  </a:lnTo>
                  <a:lnTo>
                    <a:pt x="33141" y="10268"/>
                  </a:lnTo>
                  <a:lnTo>
                    <a:pt x="34179" y="11686"/>
                  </a:lnTo>
                  <a:lnTo>
                    <a:pt x="35091" y="12665"/>
                  </a:lnTo>
                  <a:lnTo>
                    <a:pt x="36071" y="13445"/>
                  </a:lnTo>
                  <a:lnTo>
                    <a:pt x="37640" y="14317"/>
                  </a:lnTo>
                  <a:lnTo>
                    <a:pt x="39040" y="13682"/>
                  </a:lnTo>
                  <a:lnTo>
                    <a:pt x="39639" y="13522"/>
                  </a:lnTo>
                  <a:lnTo>
                    <a:pt x="40156" y="13786"/>
                  </a:lnTo>
                  <a:lnTo>
                    <a:pt x="40646" y="14443"/>
                  </a:lnTo>
                  <a:lnTo>
                    <a:pt x="40387" y="14737"/>
                  </a:lnTo>
                  <a:lnTo>
                    <a:pt x="39778" y="15108"/>
                  </a:lnTo>
                  <a:lnTo>
                    <a:pt x="38774" y="15542"/>
                  </a:lnTo>
                  <a:lnTo>
                    <a:pt x="37368" y="15574"/>
                  </a:lnTo>
                  <a:lnTo>
                    <a:pt x="36692" y="15702"/>
                  </a:lnTo>
                  <a:lnTo>
                    <a:pt x="35590" y="16390"/>
                  </a:lnTo>
                  <a:lnTo>
                    <a:pt x="34715" y="17216"/>
                  </a:lnTo>
                  <a:lnTo>
                    <a:pt x="33491" y="17495"/>
                  </a:lnTo>
                  <a:lnTo>
                    <a:pt x="31186" y="18881"/>
                  </a:lnTo>
                  <a:lnTo>
                    <a:pt x="29919" y="19400"/>
                  </a:lnTo>
                  <a:lnTo>
                    <a:pt x="28053" y="19537"/>
                  </a:lnTo>
                  <a:lnTo>
                    <a:pt x="24178" y="18452"/>
                  </a:lnTo>
                  <a:lnTo>
                    <a:pt x="21763" y="18604"/>
                  </a:lnTo>
                  <a:lnTo>
                    <a:pt x="19792" y="18382"/>
                  </a:lnTo>
                  <a:lnTo>
                    <a:pt x="17590" y="17235"/>
                  </a:lnTo>
                  <a:lnTo>
                    <a:pt x="15881" y="16586"/>
                  </a:lnTo>
                  <a:lnTo>
                    <a:pt x="12573" y="15653"/>
                  </a:lnTo>
                  <a:lnTo>
                    <a:pt x="12356" y="15514"/>
                  </a:lnTo>
                  <a:lnTo>
                    <a:pt x="12214" y="15199"/>
                  </a:lnTo>
                  <a:lnTo>
                    <a:pt x="12146" y="14707"/>
                  </a:lnTo>
                  <a:lnTo>
                    <a:pt x="11996" y="14378"/>
                  </a:lnTo>
                  <a:lnTo>
                    <a:pt x="11764" y="14211"/>
                  </a:lnTo>
                  <a:lnTo>
                    <a:pt x="11244" y="14225"/>
                  </a:lnTo>
                  <a:lnTo>
                    <a:pt x="10711" y="14551"/>
                  </a:lnTo>
                  <a:lnTo>
                    <a:pt x="9691" y="14831"/>
                  </a:lnTo>
                  <a:lnTo>
                    <a:pt x="8138" y="14768"/>
                  </a:lnTo>
                  <a:lnTo>
                    <a:pt x="7462" y="14573"/>
                  </a:lnTo>
                  <a:lnTo>
                    <a:pt x="6948" y="14268"/>
                  </a:lnTo>
                  <a:lnTo>
                    <a:pt x="6669" y="13909"/>
                  </a:lnTo>
                  <a:lnTo>
                    <a:pt x="6625" y="13499"/>
                  </a:lnTo>
                  <a:lnTo>
                    <a:pt x="6482" y="13182"/>
                  </a:lnTo>
                  <a:lnTo>
                    <a:pt x="6240" y="12960"/>
                  </a:lnTo>
                  <a:lnTo>
                    <a:pt x="5676" y="12954"/>
                  </a:lnTo>
                  <a:lnTo>
                    <a:pt x="4793" y="13166"/>
                  </a:lnTo>
                  <a:lnTo>
                    <a:pt x="4448" y="13428"/>
                  </a:lnTo>
                  <a:lnTo>
                    <a:pt x="4642" y="13739"/>
                  </a:lnTo>
                  <a:lnTo>
                    <a:pt x="4479" y="13923"/>
                  </a:lnTo>
                  <a:lnTo>
                    <a:pt x="2933" y="13926"/>
                  </a:lnTo>
                  <a:lnTo>
                    <a:pt x="2328" y="13743"/>
                  </a:lnTo>
                  <a:lnTo>
                    <a:pt x="1165" y="13166"/>
                  </a:lnTo>
                  <a:lnTo>
                    <a:pt x="656" y="12581"/>
                  </a:lnTo>
                  <a:lnTo>
                    <a:pt x="0" y="11541"/>
                  </a:lnTo>
                  <a:lnTo>
                    <a:pt x="63" y="11260"/>
                  </a:lnTo>
                  <a:lnTo>
                    <a:pt x="480" y="10628"/>
                  </a:lnTo>
                  <a:lnTo>
                    <a:pt x="1025" y="10187"/>
                  </a:lnTo>
                  <a:lnTo>
                    <a:pt x="4528" y="9928"/>
                  </a:lnTo>
                  <a:lnTo>
                    <a:pt x="6167" y="9680"/>
                  </a:lnTo>
                  <a:lnTo>
                    <a:pt x="7951" y="8961"/>
                  </a:lnTo>
                  <a:lnTo>
                    <a:pt x="10033" y="7717"/>
                  </a:lnTo>
                  <a:lnTo>
                    <a:pt x="10483" y="7349"/>
                  </a:lnTo>
                  <a:lnTo>
                    <a:pt x="10536" y="7079"/>
                  </a:lnTo>
                  <a:lnTo>
                    <a:pt x="10382" y="6787"/>
                  </a:lnTo>
                  <a:lnTo>
                    <a:pt x="9732" y="6071"/>
                  </a:lnTo>
                  <a:lnTo>
                    <a:pt x="9513" y="5581"/>
                  </a:lnTo>
                  <a:lnTo>
                    <a:pt x="9719" y="5350"/>
                  </a:lnTo>
                  <a:lnTo>
                    <a:pt x="10555" y="5329"/>
                  </a:lnTo>
                  <a:lnTo>
                    <a:pt x="10115" y="5052"/>
                  </a:lnTo>
                  <a:lnTo>
                    <a:pt x="9741" y="4661"/>
                  </a:lnTo>
                  <a:lnTo>
                    <a:pt x="9610" y="4416"/>
                  </a:lnTo>
                  <a:lnTo>
                    <a:pt x="9631" y="4027"/>
                  </a:lnTo>
                  <a:lnTo>
                    <a:pt x="10295" y="3941"/>
                  </a:lnTo>
                  <a:lnTo>
                    <a:pt x="11113" y="4136"/>
                  </a:lnTo>
                  <a:lnTo>
                    <a:pt x="12694" y="5259"/>
                  </a:lnTo>
                  <a:lnTo>
                    <a:pt x="13323" y="5478"/>
                  </a:lnTo>
                  <a:lnTo>
                    <a:pt x="14406" y="5648"/>
                  </a:lnTo>
                  <a:lnTo>
                    <a:pt x="13255" y="4873"/>
                  </a:lnTo>
                  <a:lnTo>
                    <a:pt x="12064" y="3244"/>
                  </a:lnTo>
                  <a:lnTo>
                    <a:pt x="11916" y="2682"/>
                  </a:lnTo>
                  <a:lnTo>
                    <a:pt x="11947" y="2370"/>
                  </a:lnTo>
                  <a:lnTo>
                    <a:pt x="12259" y="1494"/>
                  </a:lnTo>
                  <a:lnTo>
                    <a:pt x="12539" y="1137"/>
                  </a:lnTo>
                  <a:lnTo>
                    <a:pt x="12900" y="901"/>
                  </a:lnTo>
                  <a:lnTo>
                    <a:pt x="14033" y="398"/>
                  </a:lnTo>
                  <a:lnTo>
                    <a:pt x="15847" y="46"/>
                  </a:lnTo>
                  <a:lnTo>
                    <a:pt x="16777" y="0"/>
                  </a:lnTo>
                  <a:lnTo>
                    <a:pt x="17718" y="283"/>
                  </a:lnTo>
                  <a:lnTo>
                    <a:pt x="18540" y="828"/>
                  </a:lnTo>
                  <a:lnTo>
                    <a:pt x="20366" y="1717"/>
                  </a:lnTo>
                  <a:lnTo>
                    <a:pt x="20638" y="2081"/>
                  </a:lnTo>
                  <a:lnTo>
                    <a:pt x="20609" y="2250"/>
                  </a:lnTo>
                  <a:lnTo>
                    <a:pt x="19904" y="2495"/>
                  </a:lnTo>
                  <a:lnTo>
                    <a:pt x="19816" y="271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196419" y="1440155"/>
              <a:ext cx="7644" cy="2376"/>
            </a:xfrm>
            <a:custGeom>
              <a:avLst/>
              <a:pathLst>
                <a:path w="7644" h="2376">
                  <a:moveTo>
                    <a:pt x="3880" y="466"/>
                  </a:moveTo>
                  <a:lnTo>
                    <a:pt x="4961" y="577"/>
                  </a:lnTo>
                  <a:lnTo>
                    <a:pt x="5979" y="441"/>
                  </a:lnTo>
                  <a:lnTo>
                    <a:pt x="6721" y="571"/>
                  </a:lnTo>
                  <a:lnTo>
                    <a:pt x="7188" y="968"/>
                  </a:lnTo>
                  <a:lnTo>
                    <a:pt x="7496" y="1381"/>
                  </a:lnTo>
                  <a:lnTo>
                    <a:pt x="7644" y="1808"/>
                  </a:lnTo>
                  <a:lnTo>
                    <a:pt x="7242" y="2111"/>
                  </a:lnTo>
                  <a:lnTo>
                    <a:pt x="5571" y="2376"/>
                  </a:lnTo>
                  <a:lnTo>
                    <a:pt x="4430" y="2244"/>
                  </a:lnTo>
                  <a:lnTo>
                    <a:pt x="3209" y="1890"/>
                  </a:lnTo>
                  <a:lnTo>
                    <a:pt x="2643" y="2047"/>
                  </a:lnTo>
                  <a:lnTo>
                    <a:pt x="1252" y="1787"/>
                  </a:lnTo>
                  <a:lnTo>
                    <a:pt x="561" y="1432"/>
                  </a:lnTo>
                  <a:lnTo>
                    <a:pt x="0" y="928"/>
                  </a:lnTo>
                  <a:lnTo>
                    <a:pt x="0" y="619"/>
                  </a:lnTo>
                  <a:lnTo>
                    <a:pt x="1467" y="271"/>
                  </a:lnTo>
                  <a:lnTo>
                    <a:pt x="2043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70069" y="1432852"/>
              <a:ext cx="3805" cy="2547"/>
            </a:xfrm>
            <a:custGeom>
              <a:avLst/>
              <a:pathLst>
                <a:path w="3805" h="2547">
                  <a:moveTo>
                    <a:pt x="3378" y="2547"/>
                  </a:moveTo>
                  <a:lnTo>
                    <a:pt x="1334" y="2026"/>
                  </a:lnTo>
                  <a:lnTo>
                    <a:pt x="545" y="1720"/>
                  </a:lnTo>
                  <a:lnTo>
                    <a:pt x="289" y="1494"/>
                  </a:lnTo>
                  <a:lnTo>
                    <a:pt x="107" y="1033"/>
                  </a:lnTo>
                  <a:lnTo>
                    <a:pt x="0" y="336"/>
                  </a:lnTo>
                  <a:lnTo>
                    <a:pt x="406" y="0"/>
                  </a:lnTo>
                  <a:lnTo>
                    <a:pt x="1328" y="23"/>
                  </a:lnTo>
                  <a:lnTo>
                    <a:pt x="2312" y="291"/>
                  </a:lnTo>
                  <a:lnTo>
                    <a:pt x="3805" y="1055"/>
                  </a:lnTo>
                  <a:lnTo>
                    <a:pt x="3379" y="1282"/>
                  </a:lnTo>
                  <a:lnTo>
                    <a:pt x="3359" y="1783"/>
                  </a:lnTo>
                  <a:lnTo>
                    <a:pt x="3527" y="225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688573" y="1414488"/>
              <a:ext cx="807284" cy="422788"/>
            </a:xfrm>
            <a:custGeom>
              <a:avLst/>
              <a:pathLst>
                <a:path w="807284" h="422788">
                  <a:moveTo>
                    <a:pt x="627187" y="376355"/>
                  </a:moveTo>
                  <a:lnTo>
                    <a:pt x="626680" y="376422"/>
                  </a:lnTo>
                  <a:lnTo>
                    <a:pt x="625789" y="376355"/>
                  </a:lnTo>
                  <a:lnTo>
                    <a:pt x="624469" y="376826"/>
                  </a:lnTo>
                  <a:lnTo>
                    <a:pt x="622736" y="377813"/>
                  </a:lnTo>
                  <a:lnTo>
                    <a:pt x="620637" y="379585"/>
                  </a:lnTo>
                  <a:lnTo>
                    <a:pt x="616941" y="383424"/>
                  </a:lnTo>
                  <a:lnTo>
                    <a:pt x="616681" y="383829"/>
                  </a:lnTo>
                  <a:lnTo>
                    <a:pt x="616146" y="384541"/>
                  </a:lnTo>
                  <a:lnTo>
                    <a:pt x="614781" y="385299"/>
                  </a:lnTo>
                  <a:lnTo>
                    <a:pt x="613542" y="386117"/>
                  </a:lnTo>
                  <a:lnTo>
                    <a:pt x="613214" y="386978"/>
                  </a:lnTo>
                  <a:lnTo>
                    <a:pt x="612621" y="387371"/>
                  </a:lnTo>
                  <a:lnTo>
                    <a:pt x="610577" y="389553"/>
                  </a:lnTo>
                  <a:lnTo>
                    <a:pt x="609427" y="391413"/>
                  </a:lnTo>
                  <a:lnTo>
                    <a:pt x="608383" y="393358"/>
                  </a:lnTo>
                  <a:lnTo>
                    <a:pt x="607215" y="395534"/>
                  </a:lnTo>
                  <a:lnTo>
                    <a:pt x="604818" y="395562"/>
                  </a:lnTo>
                  <a:lnTo>
                    <a:pt x="602988" y="395553"/>
                  </a:lnTo>
                  <a:lnTo>
                    <a:pt x="599868" y="395537"/>
                  </a:lnTo>
                  <a:lnTo>
                    <a:pt x="597193" y="395524"/>
                  </a:lnTo>
                  <a:lnTo>
                    <a:pt x="594018" y="395508"/>
                  </a:lnTo>
                  <a:lnTo>
                    <a:pt x="591715" y="395497"/>
                  </a:lnTo>
                  <a:lnTo>
                    <a:pt x="589235" y="395588"/>
                  </a:lnTo>
                  <a:lnTo>
                    <a:pt x="588051" y="396168"/>
                  </a:lnTo>
                  <a:lnTo>
                    <a:pt x="586566" y="396952"/>
                  </a:lnTo>
                  <a:lnTo>
                    <a:pt x="584964" y="397797"/>
                  </a:lnTo>
                  <a:lnTo>
                    <a:pt x="585804" y="399683"/>
                  </a:lnTo>
                  <a:lnTo>
                    <a:pt x="586029" y="400426"/>
                  </a:lnTo>
                  <a:lnTo>
                    <a:pt x="585965" y="402825"/>
                  </a:lnTo>
                  <a:lnTo>
                    <a:pt x="586136" y="403087"/>
                  </a:lnTo>
                  <a:lnTo>
                    <a:pt x="586315" y="403443"/>
                  </a:lnTo>
                  <a:lnTo>
                    <a:pt x="586342" y="404063"/>
                  </a:lnTo>
                  <a:lnTo>
                    <a:pt x="586479" y="404346"/>
                  </a:lnTo>
                  <a:lnTo>
                    <a:pt x="586772" y="404575"/>
                  </a:lnTo>
                  <a:lnTo>
                    <a:pt x="587101" y="404844"/>
                  </a:lnTo>
                  <a:lnTo>
                    <a:pt x="587339" y="405209"/>
                  </a:lnTo>
                  <a:lnTo>
                    <a:pt x="587393" y="405572"/>
                  </a:lnTo>
                  <a:lnTo>
                    <a:pt x="587164" y="406206"/>
                  </a:lnTo>
                  <a:lnTo>
                    <a:pt x="586242" y="407062"/>
                  </a:lnTo>
                  <a:lnTo>
                    <a:pt x="584946" y="407812"/>
                  </a:lnTo>
                  <a:lnTo>
                    <a:pt x="582368" y="409166"/>
                  </a:lnTo>
                  <a:lnTo>
                    <a:pt x="579380" y="410735"/>
                  </a:lnTo>
                  <a:lnTo>
                    <a:pt x="576791" y="412095"/>
                  </a:lnTo>
                  <a:lnTo>
                    <a:pt x="574787" y="413148"/>
                  </a:lnTo>
                  <a:lnTo>
                    <a:pt x="570671" y="414072"/>
                  </a:lnTo>
                  <a:lnTo>
                    <a:pt x="567401" y="414805"/>
                  </a:lnTo>
                  <a:lnTo>
                    <a:pt x="565041" y="415335"/>
                  </a:lnTo>
                  <a:lnTo>
                    <a:pt x="562868" y="416810"/>
                  </a:lnTo>
                  <a:lnTo>
                    <a:pt x="560469" y="418437"/>
                  </a:lnTo>
                  <a:lnTo>
                    <a:pt x="558452" y="419805"/>
                  </a:lnTo>
                  <a:lnTo>
                    <a:pt x="556189" y="421339"/>
                  </a:lnTo>
                  <a:lnTo>
                    <a:pt x="554053" y="422788"/>
                  </a:lnTo>
                  <a:lnTo>
                    <a:pt x="551679" y="422783"/>
                  </a:lnTo>
                  <a:lnTo>
                    <a:pt x="550012" y="421697"/>
                  </a:lnTo>
                  <a:lnTo>
                    <a:pt x="548463" y="420583"/>
                  </a:lnTo>
                  <a:lnTo>
                    <a:pt x="547404" y="418589"/>
                  </a:lnTo>
                  <a:lnTo>
                    <a:pt x="547331" y="416273"/>
                  </a:lnTo>
                  <a:lnTo>
                    <a:pt x="547710" y="414756"/>
                  </a:lnTo>
                  <a:lnTo>
                    <a:pt x="548055" y="414064"/>
                  </a:lnTo>
                  <a:lnTo>
                    <a:pt x="548711" y="413626"/>
                  </a:lnTo>
                  <a:lnTo>
                    <a:pt x="549997" y="412880"/>
                  </a:lnTo>
                  <a:lnTo>
                    <a:pt x="551167" y="411370"/>
                  </a:lnTo>
                  <a:lnTo>
                    <a:pt x="552104" y="410469"/>
                  </a:lnTo>
                  <a:lnTo>
                    <a:pt x="553048" y="409539"/>
                  </a:lnTo>
                  <a:lnTo>
                    <a:pt x="553587" y="407938"/>
                  </a:lnTo>
                  <a:lnTo>
                    <a:pt x="554260" y="404062"/>
                  </a:lnTo>
                  <a:lnTo>
                    <a:pt x="554345" y="403291"/>
                  </a:lnTo>
                  <a:lnTo>
                    <a:pt x="555324" y="400633"/>
                  </a:lnTo>
                  <a:lnTo>
                    <a:pt x="556406" y="397693"/>
                  </a:lnTo>
                  <a:lnTo>
                    <a:pt x="556903" y="396342"/>
                  </a:lnTo>
                  <a:lnTo>
                    <a:pt x="556348" y="392837"/>
                  </a:lnTo>
                  <a:lnTo>
                    <a:pt x="555929" y="390143"/>
                  </a:lnTo>
                  <a:lnTo>
                    <a:pt x="555546" y="387676"/>
                  </a:lnTo>
                  <a:lnTo>
                    <a:pt x="555116" y="384896"/>
                  </a:lnTo>
                  <a:lnTo>
                    <a:pt x="554723" y="382365"/>
                  </a:lnTo>
                  <a:lnTo>
                    <a:pt x="554353" y="379980"/>
                  </a:lnTo>
                  <a:lnTo>
                    <a:pt x="553982" y="377587"/>
                  </a:lnTo>
                  <a:lnTo>
                    <a:pt x="553618" y="375241"/>
                  </a:lnTo>
                  <a:lnTo>
                    <a:pt x="553333" y="373558"/>
                  </a:lnTo>
                  <a:lnTo>
                    <a:pt x="552994" y="371564"/>
                  </a:lnTo>
                  <a:lnTo>
                    <a:pt x="551013" y="370165"/>
                  </a:lnTo>
                  <a:lnTo>
                    <a:pt x="549510" y="369185"/>
                  </a:lnTo>
                  <a:lnTo>
                    <a:pt x="547050" y="367583"/>
                  </a:lnTo>
                  <a:lnTo>
                    <a:pt x="544988" y="366240"/>
                  </a:lnTo>
                  <a:lnTo>
                    <a:pt x="543139" y="365012"/>
                  </a:lnTo>
                  <a:lnTo>
                    <a:pt x="544305" y="362535"/>
                  </a:lnTo>
                  <a:lnTo>
                    <a:pt x="544204" y="362130"/>
                  </a:lnTo>
                  <a:lnTo>
                    <a:pt x="543782" y="361643"/>
                  </a:lnTo>
                  <a:lnTo>
                    <a:pt x="542919" y="360831"/>
                  </a:lnTo>
                  <a:lnTo>
                    <a:pt x="542415" y="360749"/>
                  </a:lnTo>
                  <a:lnTo>
                    <a:pt x="541526" y="360940"/>
                  </a:lnTo>
                  <a:lnTo>
                    <a:pt x="540109" y="361444"/>
                  </a:lnTo>
                  <a:lnTo>
                    <a:pt x="539496" y="361277"/>
                  </a:lnTo>
                  <a:lnTo>
                    <a:pt x="539009" y="360411"/>
                  </a:lnTo>
                  <a:lnTo>
                    <a:pt x="538450" y="359302"/>
                  </a:lnTo>
                  <a:lnTo>
                    <a:pt x="538266" y="358436"/>
                  </a:lnTo>
                  <a:lnTo>
                    <a:pt x="538196" y="357289"/>
                  </a:lnTo>
                  <a:lnTo>
                    <a:pt x="537862" y="356258"/>
                  </a:lnTo>
                  <a:lnTo>
                    <a:pt x="538074" y="355716"/>
                  </a:lnTo>
                  <a:lnTo>
                    <a:pt x="538120" y="355446"/>
                  </a:lnTo>
                  <a:lnTo>
                    <a:pt x="538101" y="355107"/>
                  </a:lnTo>
                  <a:lnTo>
                    <a:pt x="537872" y="354891"/>
                  </a:lnTo>
                  <a:lnTo>
                    <a:pt x="537467" y="354796"/>
                  </a:lnTo>
                  <a:lnTo>
                    <a:pt x="536100" y="355229"/>
                  </a:lnTo>
                  <a:lnTo>
                    <a:pt x="535485" y="355269"/>
                  </a:lnTo>
                  <a:lnTo>
                    <a:pt x="535118" y="355513"/>
                  </a:lnTo>
                  <a:lnTo>
                    <a:pt x="534541" y="356019"/>
                  </a:lnTo>
                  <a:lnTo>
                    <a:pt x="533971" y="356082"/>
                  </a:lnTo>
                  <a:lnTo>
                    <a:pt x="532987" y="354884"/>
                  </a:lnTo>
                  <a:lnTo>
                    <a:pt x="531912" y="353572"/>
                  </a:lnTo>
                  <a:lnTo>
                    <a:pt x="531461" y="351765"/>
                  </a:lnTo>
                  <a:lnTo>
                    <a:pt x="530998" y="349909"/>
                  </a:lnTo>
                  <a:lnTo>
                    <a:pt x="529162" y="348793"/>
                  </a:lnTo>
                  <a:lnTo>
                    <a:pt x="527326" y="347677"/>
                  </a:lnTo>
                  <a:lnTo>
                    <a:pt x="525490" y="346561"/>
                  </a:lnTo>
                  <a:lnTo>
                    <a:pt x="523654" y="345445"/>
                  </a:lnTo>
                  <a:lnTo>
                    <a:pt x="521818" y="344329"/>
                  </a:lnTo>
                  <a:lnTo>
                    <a:pt x="519982" y="343213"/>
                  </a:lnTo>
                  <a:lnTo>
                    <a:pt x="518146" y="342097"/>
                  </a:lnTo>
                  <a:lnTo>
                    <a:pt x="516310" y="340980"/>
                  </a:lnTo>
                  <a:lnTo>
                    <a:pt x="515676" y="340610"/>
                  </a:lnTo>
                  <a:lnTo>
                    <a:pt x="514005" y="339636"/>
                  </a:lnTo>
                  <a:lnTo>
                    <a:pt x="511643" y="338259"/>
                  </a:lnTo>
                  <a:lnTo>
                    <a:pt x="508935" y="336679"/>
                  </a:lnTo>
                  <a:lnTo>
                    <a:pt x="506227" y="335099"/>
                  </a:lnTo>
                  <a:lnTo>
                    <a:pt x="503865" y="333721"/>
                  </a:lnTo>
                  <a:lnTo>
                    <a:pt x="502195" y="332747"/>
                  </a:lnTo>
                  <a:lnTo>
                    <a:pt x="501561" y="332377"/>
                  </a:lnTo>
                  <a:lnTo>
                    <a:pt x="499923" y="331422"/>
                  </a:lnTo>
                  <a:lnTo>
                    <a:pt x="497865" y="330338"/>
                  </a:lnTo>
                  <a:lnTo>
                    <a:pt x="495655" y="330883"/>
                  </a:lnTo>
                  <a:lnTo>
                    <a:pt x="492940" y="332394"/>
                  </a:lnTo>
                  <a:lnTo>
                    <a:pt x="491389" y="333257"/>
                  </a:lnTo>
                  <a:lnTo>
                    <a:pt x="490225" y="333904"/>
                  </a:lnTo>
                  <a:lnTo>
                    <a:pt x="489397" y="334287"/>
                  </a:lnTo>
                  <a:lnTo>
                    <a:pt x="487671" y="334618"/>
                  </a:lnTo>
                  <a:lnTo>
                    <a:pt x="486773" y="334567"/>
                  </a:lnTo>
                  <a:lnTo>
                    <a:pt x="484646" y="334352"/>
                  </a:lnTo>
                  <a:lnTo>
                    <a:pt x="483457" y="334629"/>
                  </a:lnTo>
                  <a:lnTo>
                    <a:pt x="482581" y="334352"/>
                  </a:lnTo>
                  <a:lnTo>
                    <a:pt x="482143" y="333475"/>
                  </a:lnTo>
                  <a:lnTo>
                    <a:pt x="481652" y="332918"/>
                  </a:lnTo>
                  <a:lnTo>
                    <a:pt x="479492" y="333182"/>
                  </a:lnTo>
                  <a:lnTo>
                    <a:pt x="476777" y="332995"/>
                  </a:lnTo>
                  <a:lnTo>
                    <a:pt x="475478" y="333107"/>
                  </a:lnTo>
                  <a:lnTo>
                    <a:pt x="474978" y="332738"/>
                  </a:lnTo>
                  <a:lnTo>
                    <a:pt x="474571" y="331768"/>
                  </a:lnTo>
                  <a:lnTo>
                    <a:pt x="473854" y="331648"/>
                  </a:lnTo>
                  <a:lnTo>
                    <a:pt x="472649" y="331864"/>
                  </a:lnTo>
                  <a:lnTo>
                    <a:pt x="470973" y="333107"/>
                  </a:lnTo>
                  <a:lnTo>
                    <a:pt x="469397" y="333749"/>
                  </a:lnTo>
                  <a:lnTo>
                    <a:pt x="468156" y="333752"/>
                  </a:lnTo>
                  <a:lnTo>
                    <a:pt x="466936" y="333107"/>
                  </a:lnTo>
                  <a:lnTo>
                    <a:pt x="464939" y="331810"/>
                  </a:lnTo>
                  <a:lnTo>
                    <a:pt x="463550" y="330355"/>
                  </a:lnTo>
                  <a:lnTo>
                    <a:pt x="461974" y="329846"/>
                  </a:lnTo>
                  <a:lnTo>
                    <a:pt x="460774" y="329978"/>
                  </a:lnTo>
                  <a:lnTo>
                    <a:pt x="460303" y="330707"/>
                  </a:lnTo>
                  <a:lnTo>
                    <a:pt x="459677" y="330707"/>
                  </a:lnTo>
                  <a:lnTo>
                    <a:pt x="459239" y="329462"/>
                  </a:lnTo>
                  <a:lnTo>
                    <a:pt x="458863" y="328493"/>
                  </a:lnTo>
                  <a:lnTo>
                    <a:pt x="458081" y="328078"/>
                  </a:lnTo>
                  <a:lnTo>
                    <a:pt x="456668" y="327147"/>
                  </a:lnTo>
                  <a:lnTo>
                    <a:pt x="455683" y="326646"/>
                  </a:lnTo>
                  <a:lnTo>
                    <a:pt x="454174" y="326032"/>
                  </a:lnTo>
                  <a:lnTo>
                    <a:pt x="453649" y="325920"/>
                  </a:lnTo>
                  <a:lnTo>
                    <a:pt x="452670" y="325843"/>
                  </a:lnTo>
                  <a:lnTo>
                    <a:pt x="451698" y="325794"/>
                  </a:lnTo>
                  <a:lnTo>
                    <a:pt x="450563" y="325966"/>
                  </a:lnTo>
                  <a:lnTo>
                    <a:pt x="449752" y="326737"/>
                  </a:lnTo>
                  <a:lnTo>
                    <a:pt x="448800" y="327077"/>
                  </a:lnTo>
                  <a:lnTo>
                    <a:pt x="447443" y="327237"/>
                  </a:lnTo>
                  <a:lnTo>
                    <a:pt x="446536" y="326909"/>
                  </a:lnTo>
                  <a:lnTo>
                    <a:pt x="446082" y="326095"/>
                  </a:lnTo>
                  <a:lnTo>
                    <a:pt x="444156" y="325373"/>
                  </a:lnTo>
                  <a:lnTo>
                    <a:pt x="440759" y="324745"/>
                  </a:lnTo>
                  <a:lnTo>
                    <a:pt x="438804" y="324207"/>
                  </a:lnTo>
                  <a:lnTo>
                    <a:pt x="438288" y="323764"/>
                  </a:lnTo>
                  <a:lnTo>
                    <a:pt x="438007" y="323289"/>
                  </a:lnTo>
                  <a:lnTo>
                    <a:pt x="437934" y="322522"/>
                  </a:lnTo>
                  <a:lnTo>
                    <a:pt x="437076" y="320577"/>
                  </a:lnTo>
                  <a:lnTo>
                    <a:pt x="436706" y="318955"/>
                  </a:lnTo>
                  <a:lnTo>
                    <a:pt x="436538" y="317011"/>
                  </a:lnTo>
                  <a:lnTo>
                    <a:pt x="436595" y="316369"/>
                  </a:lnTo>
                  <a:lnTo>
                    <a:pt x="436401" y="316168"/>
                  </a:lnTo>
                  <a:lnTo>
                    <a:pt x="435791" y="315744"/>
                  </a:lnTo>
                  <a:lnTo>
                    <a:pt x="433748" y="315461"/>
                  </a:lnTo>
                  <a:lnTo>
                    <a:pt x="433720" y="317785"/>
                  </a:lnTo>
                  <a:lnTo>
                    <a:pt x="433684" y="320733"/>
                  </a:lnTo>
                  <a:lnTo>
                    <a:pt x="431452" y="320713"/>
                  </a:lnTo>
                  <a:lnTo>
                    <a:pt x="427418" y="320713"/>
                  </a:lnTo>
                  <a:lnTo>
                    <a:pt x="423384" y="320713"/>
                  </a:lnTo>
                  <a:lnTo>
                    <a:pt x="419351" y="320713"/>
                  </a:lnTo>
                  <a:lnTo>
                    <a:pt x="415316" y="320713"/>
                  </a:lnTo>
                  <a:lnTo>
                    <a:pt x="411283" y="320713"/>
                  </a:lnTo>
                  <a:lnTo>
                    <a:pt x="407249" y="320713"/>
                  </a:lnTo>
                  <a:lnTo>
                    <a:pt x="403215" y="320713"/>
                  </a:lnTo>
                  <a:lnTo>
                    <a:pt x="399181" y="320713"/>
                  </a:lnTo>
                  <a:lnTo>
                    <a:pt x="395147" y="320714"/>
                  </a:lnTo>
                  <a:lnTo>
                    <a:pt x="391113" y="320714"/>
                  </a:lnTo>
                  <a:lnTo>
                    <a:pt x="387079" y="320714"/>
                  </a:lnTo>
                  <a:lnTo>
                    <a:pt x="383045" y="320714"/>
                  </a:lnTo>
                  <a:lnTo>
                    <a:pt x="379011" y="320714"/>
                  </a:lnTo>
                  <a:lnTo>
                    <a:pt x="374977" y="320714"/>
                  </a:lnTo>
                  <a:lnTo>
                    <a:pt x="370944" y="320714"/>
                  </a:lnTo>
                  <a:lnTo>
                    <a:pt x="366910" y="320714"/>
                  </a:lnTo>
                  <a:lnTo>
                    <a:pt x="362875" y="320714"/>
                  </a:lnTo>
                  <a:lnTo>
                    <a:pt x="358842" y="320714"/>
                  </a:lnTo>
                  <a:lnTo>
                    <a:pt x="354808" y="320714"/>
                  </a:lnTo>
                  <a:lnTo>
                    <a:pt x="350774" y="320714"/>
                  </a:lnTo>
                  <a:lnTo>
                    <a:pt x="346740" y="320714"/>
                  </a:lnTo>
                  <a:lnTo>
                    <a:pt x="342706" y="320714"/>
                  </a:lnTo>
                  <a:lnTo>
                    <a:pt x="338672" y="320714"/>
                  </a:lnTo>
                  <a:lnTo>
                    <a:pt x="334638" y="320714"/>
                  </a:lnTo>
                  <a:lnTo>
                    <a:pt x="330604" y="320714"/>
                  </a:lnTo>
                  <a:lnTo>
                    <a:pt x="326571" y="320714"/>
                  </a:lnTo>
                  <a:lnTo>
                    <a:pt x="322536" y="320714"/>
                  </a:lnTo>
                  <a:lnTo>
                    <a:pt x="318502" y="320714"/>
                  </a:lnTo>
                  <a:lnTo>
                    <a:pt x="314469" y="320714"/>
                  </a:lnTo>
                  <a:lnTo>
                    <a:pt x="310434" y="320714"/>
                  </a:lnTo>
                  <a:lnTo>
                    <a:pt x="306401" y="320714"/>
                  </a:lnTo>
                  <a:lnTo>
                    <a:pt x="302367" y="320714"/>
                  </a:lnTo>
                  <a:lnTo>
                    <a:pt x="298333" y="320714"/>
                  </a:lnTo>
                  <a:lnTo>
                    <a:pt x="294299" y="320714"/>
                  </a:lnTo>
                  <a:lnTo>
                    <a:pt x="290265" y="320714"/>
                  </a:lnTo>
                  <a:lnTo>
                    <a:pt x="286231" y="320714"/>
                  </a:lnTo>
                  <a:lnTo>
                    <a:pt x="282197" y="320714"/>
                  </a:lnTo>
                  <a:lnTo>
                    <a:pt x="278163" y="320714"/>
                  </a:lnTo>
                  <a:lnTo>
                    <a:pt x="274130" y="320714"/>
                  </a:lnTo>
                  <a:lnTo>
                    <a:pt x="270095" y="320714"/>
                  </a:lnTo>
                  <a:lnTo>
                    <a:pt x="266062" y="320714"/>
                  </a:lnTo>
                  <a:lnTo>
                    <a:pt x="262028" y="320714"/>
                  </a:lnTo>
                  <a:lnTo>
                    <a:pt x="257994" y="320714"/>
                  </a:lnTo>
                  <a:lnTo>
                    <a:pt x="253960" y="320714"/>
                  </a:lnTo>
                  <a:lnTo>
                    <a:pt x="249926" y="320714"/>
                  </a:lnTo>
                  <a:lnTo>
                    <a:pt x="245892" y="320714"/>
                  </a:lnTo>
                  <a:lnTo>
                    <a:pt x="241858" y="320714"/>
                  </a:lnTo>
                  <a:lnTo>
                    <a:pt x="237824" y="320714"/>
                  </a:lnTo>
                  <a:lnTo>
                    <a:pt x="233790" y="320714"/>
                  </a:lnTo>
                  <a:lnTo>
                    <a:pt x="229756" y="320714"/>
                  </a:lnTo>
                  <a:lnTo>
                    <a:pt x="225722" y="320714"/>
                  </a:lnTo>
                  <a:lnTo>
                    <a:pt x="221689" y="320714"/>
                  </a:lnTo>
                  <a:lnTo>
                    <a:pt x="217654" y="320714"/>
                  </a:lnTo>
                  <a:lnTo>
                    <a:pt x="213621" y="320714"/>
                  </a:lnTo>
                  <a:lnTo>
                    <a:pt x="209587" y="320714"/>
                  </a:lnTo>
                  <a:lnTo>
                    <a:pt x="205553" y="320714"/>
                  </a:lnTo>
                  <a:lnTo>
                    <a:pt x="201519" y="320715"/>
                  </a:lnTo>
                  <a:lnTo>
                    <a:pt x="197485" y="320715"/>
                  </a:lnTo>
                  <a:lnTo>
                    <a:pt x="193451" y="320715"/>
                  </a:lnTo>
                  <a:lnTo>
                    <a:pt x="189417" y="320715"/>
                  </a:lnTo>
                  <a:lnTo>
                    <a:pt x="185383" y="320715"/>
                  </a:lnTo>
                  <a:lnTo>
                    <a:pt x="181349" y="320715"/>
                  </a:lnTo>
                  <a:lnTo>
                    <a:pt x="177315" y="320715"/>
                  </a:lnTo>
                  <a:lnTo>
                    <a:pt x="173282" y="320715"/>
                  </a:lnTo>
                  <a:lnTo>
                    <a:pt x="172313" y="320715"/>
                  </a:lnTo>
                  <a:lnTo>
                    <a:pt x="171954" y="320221"/>
                  </a:lnTo>
                  <a:lnTo>
                    <a:pt x="171032" y="319576"/>
                  </a:lnTo>
                  <a:lnTo>
                    <a:pt x="170667" y="319577"/>
                  </a:lnTo>
                  <a:lnTo>
                    <a:pt x="170293" y="319768"/>
                  </a:lnTo>
                  <a:lnTo>
                    <a:pt x="170057" y="320080"/>
                  </a:lnTo>
                  <a:lnTo>
                    <a:pt x="169849" y="320715"/>
                  </a:lnTo>
                  <a:lnTo>
                    <a:pt x="169716" y="320928"/>
                  </a:lnTo>
                  <a:lnTo>
                    <a:pt x="169583" y="320893"/>
                  </a:lnTo>
                  <a:lnTo>
                    <a:pt x="169497" y="320715"/>
                  </a:lnTo>
                  <a:lnTo>
                    <a:pt x="169201" y="319832"/>
                  </a:lnTo>
                  <a:lnTo>
                    <a:pt x="169280" y="319437"/>
                  </a:lnTo>
                  <a:lnTo>
                    <a:pt x="169583" y="318967"/>
                  </a:lnTo>
                  <a:lnTo>
                    <a:pt x="169562" y="318796"/>
                  </a:lnTo>
                  <a:lnTo>
                    <a:pt x="168894" y="318929"/>
                  </a:lnTo>
                  <a:lnTo>
                    <a:pt x="168594" y="318811"/>
                  </a:lnTo>
                  <a:lnTo>
                    <a:pt x="168457" y="318557"/>
                  </a:lnTo>
                  <a:lnTo>
                    <a:pt x="168507" y="317556"/>
                  </a:lnTo>
                  <a:lnTo>
                    <a:pt x="168144" y="316984"/>
                  </a:lnTo>
                  <a:lnTo>
                    <a:pt x="168574" y="316744"/>
                  </a:lnTo>
                  <a:lnTo>
                    <a:pt x="169678" y="316551"/>
                  </a:lnTo>
                  <a:lnTo>
                    <a:pt x="170810" y="316527"/>
                  </a:lnTo>
                  <a:lnTo>
                    <a:pt x="171138" y="316110"/>
                  </a:lnTo>
                  <a:lnTo>
                    <a:pt x="171458" y="315053"/>
                  </a:lnTo>
                  <a:lnTo>
                    <a:pt x="170651" y="316024"/>
                  </a:lnTo>
                  <a:lnTo>
                    <a:pt x="170167" y="316124"/>
                  </a:lnTo>
                  <a:lnTo>
                    <a:pt x="168666" y="315761"/>
                  </a:lnTo>
                  <a:lnTo>
                    <a:pt x="167696" y="315820"/>
                  </a:lnTo>
                  <a:lnTo>
                    <a:pt x="167566" y="315604"/>
                  </a:lnTo>
                  <a:lnTo>
                    <a:pt x="167606" y="315388"/>
                  </a:lnTo>
                  <a:lnTo>
                    <a:pt x="167816" y="315171"/>
                  </a:lnTo>
                  <a:lnTo>
                    <a:pt x="167971" y="314438"/>
                  </a:lnTo>
                  <a:lnTo>
                    <a:pt x="168205" y="312382"/>
                  </a:lnTo>
                  <a:lnTo>
                    <a:pt x="168510" y="311631"/>
                  </a:lnTo>
                  <a:lnTo>
                    <a:pt x="168540" y="311128"/>
                  </a:lnTo>
                  <a:lnTo>
                    <a:pt x="167240" y="312560"/>
                  </a:lnTo>
                  <a:lnTo>
                    <a:pt x="167129" y="313014"/>
                  </a:lnTo>
                  <a:lnTo>
                    <a:pt x="167264" y="313407"/>
                  </a:lnTo>
                  <a:lnTo>
                    <a:pt x="167139" y="314213"/>
                  </a:lnTo>
                  <a:lnTo>
                    <a:pt x="166540" y="314454"/>
                  </a:lnTo>
                  <a:lnTo>
                    <a:pt x="166180" y="314323"/>
                  </a:lnTo>
                  <a:lnTo>
                    <a:pt x="165506" y="315004"/>
                  </a:lnTo>
                  <a:lnTo>
                    <a:pt x="165295" y="315076"/>
                  </a:lnTo>
                  <a:lnTo>
                    <a:pt x="162188" y="313883"/>
                  </a:lnTo>
                  <a:lnTo>
                    <a:pt x="161877" y="313717"/>
                  </a:lnTo>
                  <a:lnTo>
                    <a:pt x="161342" y="313159"/>
                  </a:lnTo>
                  <a:lnTo>
                    <a:pt x="160583" y="312209"/>
                  </a:lnTo>
                  <a:lnTo>
                    <a:pt x="160345" y="311388"/>
                  </a:lnTo>
                  <a:lnTo>
                    <a:pt x="160626" y="310696"/>
                  </a:lnTo>
                  <a:lnTo>
                    <a:pt x="160923" y="310349"/>
                  </a:lnTo>
                  <a:lnTo>
                    <a:pt x="161237" y="310349"/>
                  </a:lnTo>
                  <a:lnTo>
                    <a:pt x="161584" y="310610"/>
                  </a:lnTo>
                  <a:lnTo>
                    <a:pt x="162300" y="311737"/>
                  </a:lnTo>
                  <a:lnTo>
                    <a:pt x="162583" y="312436"/>
                  </a:lnTo>
                  <a:lnTo>
                    <a:pt x="163322" y="312339"/>
                  </a:lnTo>
                  <a:lnTo>
                    <a:pt x="164517" y="311446"/>
                  </a:lnTo>
                  <a:lnTo>
                    <a:pt x="164804" y="311116"/>
                  </a:lnTo>
                  <a:lnTo>
                    <a:pt x="163613" y="311455"/>
                  </a:lnTo>
                  <a:lnTo>
                    <a:pt x="163099" y="311433"/>
                  </a:lnTo>
                  <a:lnTo>
                    <a:pt x="162575" y="311061"/>
                  </a:lnTo>
                  <a:lnTo>
                    <a:pt x="162042" y="310341"/>
                  </a:lnTo>
                  <a:lnTo>
                    <a:pt x="161764" y="309523"/>
                  </a:lnTo>
                  <a:lnTo>
                    <a:pt x="161759" y="306933"/>
                  </a:lnTo>
                  <a:lnTo>
                    <a:pt x="161942" y="306432"/>
                  </a:lnTo>
                  <a:lnTo>
                    <a:pt x="162520" y="306060"/>
                  </a:lnTo>
                  <a:lnTo>
                    <a:pt x="162891" y="305442"/>
                  </a:lnTo>
                  <a:lnTo>
                    <a:pt x="162862" y="305181"/>
                  </a:lnTo>
                  <a:lnTo>
                    <a:pt x="162505" y="304658"/>
                  </a:lnTo>
                  <a:lnTo>
                    <a:pt x="161988" y="304248"/>
                  </a:lnTo>
                  <a:lnTo>
                    <a:pt x="161365" y="304104"/>
                  </a:lnTo>
                  <a:lnTo>
                    <a:pt x="162149" y="305239"/>
                  </a:lnTo>
                  <a:lnTo>
                    <a:pt x="162124" y="305665"/>
                  </a:lnTo>
                  <a:lnTo>
                    <a:pt x="161256" y="306770"/>
                  </a:lnTo>
                  <a:lnTo>
                    <a:pt x="161124" y="307095"/>
                  </a:lnTo>
                  <a:lnTo>
                    <a:pt x="161117" y="308175"/>
                  </a:lnTo>
                  <a:lnTo>
                    <a:pt x="160996" y="308405"/>
                  </a:lnTo>
                  <a:lnTo>
                    <a:pt x="160297" y="308711"/>
                  </a:lnTo>
                  <a:lnTo>
                    <a:pt x="159514" y="309561"/>
                  </a:lnTo>
                  <a:lnTo>
                    <a:pt x="158193" y="309848"/>
                  </a:lnTo>
                  <a:lnTo>
                    <a:pt x="156950" y="309764"/>
                  </a:lnTo>
                  <a:lnTo>
                    <a:pt x="156281" y="309345"/>
                  </a:lnTo>
                  <a:lnTo>
                    <a:pt x="154209" y="307260"/>
                  </a:lnTo>
                  <a:lnTo>
                    <a:pt x="153452" y="306389"/>
                  </a:lnTo>
                  <a:lnTo>
                    <a:pt x="153434" y="305654"/>
                  </a:lnTo>
                  <a:lnTo>
                    <a:pt x="152016" y="303070"/>
                  </a:lnTo>
                  <a:lnTo>
                    <a:pt x="152023" y="302515"/>
                  </a:lnTo>
                  <a:lnTo>
                    <a:pt x="151529" y="301710"/>
                  </a:lnTo>
                  <a:lnTo>
                    <a:pt x="150980" y="301596"/>
                  </a:lnTo>
                  <a:lnTo>
                    <a:pt x="150856" y="300830"/>
                  </a:lnTo>
                  <a:lnTo>
                    <a:pt x="151991" y="299174"/>
                  </a:lnTo>
                  <a:lnTo>
                    <a:pt x="152692" y="297781"/>
                  </a:lnTo>
                  <a:lnTo>
                    <a:pt x="152772" y="297343"/>
                  </a:lnTo>
                  <a:lnTo>
                    <a:pt x="152741" y="296664"/>
                  </a:lnTo>
                  <a:lnTo>
                    <a:pt x="152571" y="295154"/>
                  </a:lnTo>
                  <a:lnTo>
                    <a:pt x="152719" y="294501"/>
                  </a:lnTo>
                  <a:lnTo>
                    <a:pt x="152021" y="295364"/>
                  </a:lnTo>
                  <a:lnTo>
                    <a:pt x="151873" y="296004"/>
                  </a:lnTo>
                  <a:lnTo>
                    <a:pt x="152045" y="296649"/>
                  </a:lnTo>
                  <a:lnTo>
                    <a:pt x="151936" y="297385"/>
                  </a:lnTo>
                  <a:lnTo>
                    <a:pt x="151531" y="298413"/>
                  </a:lnTo>
                  <a:lnTo>
                    <a:pt x="150837" y="299502"/>
                  </a:lnTo>
                  <a:lnTo>
                    <a:pt x="149407" y="300026"/>
                  </a:lnTo>
                  <a:lnTo>
                    <a:pt x="146886" y="299735"/>
                  </a:lnTo>
                  <a:lnTo>
                    <a:pt x="146594" y="299594"/>
                  </a:lnTo>
                  <a:lnTo>
                    <a:pt x="146417" y="299220"/>
                  </a:lnTo>
                  <a:lnTo>
                    <a:pt x="146290" y="297617"/>
                  </a:lnTo>
                  <a:lnTo>
                    <a:pt x="146137" y="297815"/>
                  </a:lnTo>
                  <a:lnTo>
                    <a:pt x="145850" y="298669"/>
                  </a:lnTo>
                  <a:lnTo>
                    <a:pt x="145620" y="299890"/>
                  </a:lnTo>
                  <a:lnTo>
                    <a:pt x="145325" y="300167"/>
                  </a:lnTo>
                  <a:lnTo>
                    <a:pt x="144793" y="300190"/>
                  </a:lnTo>
                  <a:lnTo>
                    <a:pt x="144380" y="299995"/>
                  </a:lnTo>
                  <a:lnTo>
                    <a:pt x="144085" y="299581"/>
                  </a:lnTo>
                  <a:lnTo>
                    <a:pt x="143449" y="299547"/>
                  </a:lnTo>
                  <a:lnTo>
                    <a:pt x="142263" y="299872"/>
                  </a:lnTo>
                  <a:lnTo>
                    <a:pt x="141704" y="299741"/>
                  </a:lnTo>
                  <a:lnTo>
                    <a:pt x="141039" y="299729"/>
                  </a:lnTo>
                  <a:lnTo>
                    <a:pt x="139694" y="299371"/>
                  </a:lnTo>
                  <a:lnTo>
                    <a:pt x="138105" y="299279"/>
                  </a:lnTo>
                  <a:lnTo>
                    <a:pt x="137675" y="299002"/>
                  </a:lnTo>
                  <a:lnTo>
                    <a:pt x="137699" y="298472"/>
                  </a:lnTo>
                  <a:lnTo>
                    <a:pt x="137995" y="298204"/>
                  </a:lnTo>
                  <a:lnTo>
                    <a:pt x="139672" y="297969"/>
                  </a:lnTo>
                  <a:lnTo>
                    <a:pt x="141296" y="297404"/>
                  </a:lnTo>
                  <a:lnTo>
                    <a:pt x="142901" y="297124"/>
                  </a:lnTo>
                  <a:lnTo>
                    <a:pt x="142839" y="296837"/>
                  </a:lnTo>
                  <a:lnTo>
                    <a:pt x="142114" y="296747"/>
                  </a:lnTo>
                  <a:lnTo>
                    <a:pt x="138428" y="297370"/>
                  </a:lnTo>
                  <a:lnTo>
                    <a:pt x="137268" y="297295"/>
                  </a:lnTo>
                  <a:lnTo>
                    <a:pt x="137066" y="297194"/>
                  </a:lnTo>
                  <a:lnTo>
                    <a:pt x="137038" y="296565"/>
                  </a:lnTo>
                  <a:lnTo>
                    <a:pt x="137464" y="295968"/>
                  </a:lnTo>
                  <a:lnTo>
                    <a:pt x="138175" y="295413"/>
                  </a:lnTo>
                  <a:lnTo>
                    <a:pt x="138388" y="294990"/>
                  </a:lnTo>
                  <a:lnTo>
                    <a:pt x="137975" y="294811"/>
                  </a:lnTo>
                  <a:lnTo>
                    <a:pt x="137313" y="294928"/>
                  </a:lnTo>
                  <a:lnTo>
                    <a:pt x="136995" y="294590"/>
                  </a:lnTo>
                  <a:lnTo>
                    <a:pt x="137347" y="293273"/>
                  </a:lnTo>
                  <a:lnTo>
                    <a:pt x="137038" y="291929"/>
                  </a:lnTo>
                  <a:lnTo>
                    <a:pt x="136607" y="293203"/>
                  </a:lnTo>
                  <a:lnTo>
                    <a:pt x="135955" y="293906"/>
                  </a:lnTo>
                  <a:lnTo>
                    <a:pt x="132846" y="294204"/>
                  </a:lnTo>
                  <a:lnTo>
                    <a:pt x="132338" y="294580"/>
                  </a:lnTo>
                  <a:lnTo>
                    <a:pt x="131926" y="294569"/>
                  </a:lnTo>
                  <a:lnTo>
                    <a:pt x="129941" y="293893"/>
                  </a:lnTo>
                  <a:lnTo>
                    <a:pt x="129094" y="293481"/>
                  </a:lnTo>
                  <a:lnTo>
                    <a:pt x="128297" y="292870"/>
                  </a:lnTo>
                  <a:lnTo>
                    <a:pt x="126881" y="291501"/>
                  </a:lnTo>
                  <a:lnTo>
                    <a:pt x="125772" y="290613"/>
                  </a:lnTo>
                  <a:lnTo>
                    <a:pt x="125713" y="288975"/>
                  </a:lnTo>
                  <a:lnTo>
                    <a:pt x="125951" y="287931"/>
                  </a:lnTo>
                  <a:lnTo>
                    <a:pt x="126485" y="286762"/>
                  </a:lnTo>
                  <a:lnTo>
                    <a:pt x="128501" y="284241"/>
                  </a:lnTo>
                  <a:lnTo>
                    <a:pt x="129192" y="283762"/>
                  </a:lnTo>
                  <a:lnTo>
                    <a:pt x="129816" y="283598"/>
                  </a:lnTo>
                  <a:lnTo>
                    <a:pt x="132773" y="283378"/>
                  </a:lnTo>
                  <a:lnTo>
                    <a:pt x="134974" y="283061"/>
                  </a:lnTo>
                  <a:lnTo>
                    <a:pt x="135390" y="282911"/>
                  </a:lnTo>
                  <a:lnTo>
                    <a:pt x="132149" y="282725"/>
                  </a:lnTo>
                  <a:lnTo>
                    <a:pt x="129266" y="282855"/>
                  </a:lnTo>
                  <a:lnTo>
                    <a:pt x="128283" y="283252"/>
                  </a:lnTo>
                  <a:lnTo>
                    <a:pt x="127024" y="284870"/>
                  </a:lnTo>
                  <a:lnTo>
                    <a:pt x="126704" y="285552"/>
                  </a:lnTo>
                  <a:lnTo>
                    <a:pt x="126370" y="286048"/>
                  </a:lnTo>
                  <a:lnTo>
                    <a:pt x="126145" y="286060"/>
                  </a:lnTo>
                  <a:lnTo>
                    <a:pt x="125716" y="285885"/>
                  </a:lnTo>
                  <a:lnTo>
                    <a:pt x="125577" y="285671"/>
                  </a:lnTo>
                  <a:lnTo>
                    <a:pt x="125399" y="285140"/>
                  </a:lnTo>
                  <a:lnTo>
                    <a:pt x="124723" y="284299"/>
                  </a:lnTo>
                  <a:lnTo>
                    <a:pt x="124424" y="283332"/>
                  </a:lnTo>
                  <a:lnTo>
                    <a:pt x="124248" y="281909"/>
                  </a:lnTo>
                  <a:lnTo>
                    <a:pt x="124304" y="281273"/>
                  </a:lnTo>
                  <a:lnTo>
                    <a:pt x="124619" y="280462"/>
                  </a:lnTo>
                  <a:lnTo>
                    <a:pt x="125587" y="278869"/>
                  </a:lnTo>
                  <a:lnTo>
                    <a:pt x="124346" y="278909"/>
                  </a:lnTo>
                  <a:lnTo>
                    <a:pt x="124493" y="277568"/>
                  </a:lnTo>
                  <a:lnTo>
                    <a:pt x="124946" y="276110"/>
                  </a:lnTo>
                  <a:lnTo>
                    <a:pt x="126101" y="275246"/>
                  </a:lnTo>
                  <a:lnTo>
                    <a:pt x="127270" y="274623"/>
                  </a:lnTo>
                  <a:lnTo>
                    <a:pt x="128328" y="273806"/>
                  </a:lnTo>
                  <a:lnTo>
                    <a:pt x="130179" y="273263"/>
                  </a:lnTo>
                  <a:lnTo>
                    <a:pt x="130809" y="274383"/>
                  </a:lnTo>
                  <a:lnTo>
                    <a:pt x="132396" y="274720"/>
                  </a:lnTo>
                  <a:lnTo>
                    <a:pt x="132855" y="275224"/>
                  </a:lnTo>
                  <a:lnTo>
                    <a:pt x="133417" y="276147"/>
                  </a:lnTo>
                  <a:lnTo>
                    <a:pt x="134114" y="277028"/>
                  </a:lnTo>
                  <a:lnTo>
                    <a:pt x="134944" y="277868"/>
                  </a:lnTo>
                  <a:lnTo>
                    <a:pt x="135177" y="277927"/>
                  </a:lnTo>
                  <a:lnTo>
                    <a:pt x="134811" y="277207"/>
                  </a:lnTo>
                  <a:lnTo>
                    <a:pt x="133462" y="275629"/>
                  </a:lnTo>
                  <a:lnTo>
                    <a:pt x="133404" y="275073"/>
                  </a:lnTo>
                  <a:lnTo>
                    <a:pt x="133056" y="274470"/>
                  </a:lnTo>
                  <a:lnTo>
                    <a:pt x="131269" y="273600"/>
                  </a:lnTo>
                  <a:lnTo>
                    <a:pt x="130952" y="273266"/>
                  </a:lnTo>
                  <a:lnTo>
                    <a:pt x="130636" y="272390"/>
                  </a:lnTo>
                  <a:lnTo>
                    <a:pt x="130501" y="271825"/>
                  </a:lnTo>
                  <a:lnTo>
                    <a:pt x="130701" y="271274"/>
                  </a:lnTo>
                  <a:lnTo>
                    <a:pt x="132516" y="269597"/>
                  </a:lnTo>
                  <a:lnTo>
                    <a:pt x="132932" y="268714"/>
                  </a:lnTo>
                  <a:lnTo>
                    <a:pt x="132931" y="268299"/>
                  </a:lnTo>
                  <a:lnTo>
                    <a:pt x="132789" y="267829"/>
                  </a:lnTo>
                  <a:lnTo>
                    <a:pt x="132288" y="267023"/>
                  </a:lnTo>
                  <a:lnTo>
                    <a:pt x="132411" y="268249"/>
                  </a:lnTo>
                  <a:lnTo>
                    <a:pt x="132346" y="268732"/>
                  </a:lnTo>
                  <a:lnTo>
                    <a:pt x="132141" y="269265"/>
                  </a:lnTo>
                  <a:lnTo>
                    <a:pt x="131845" y="269670"/>
                  </a:lnTo>
                  <a:lnTo>
                    <a:pt x="131458" y="269948"/>
                  </a:lnTo>
                  <a:lnTo>
                    <a:pt x="127559" y="273763"/>
                  </a:lnTo>
                  <a:lnTo>
                    <a:pt x="127170" y="273987"/>
                  </a:lnTo>
                  <a:lnTo>
                    <a:pt x="125722" y="274331"/>
                  </a:lnTo>
                  <a:lnTo>
                    <a:pt x="124979" y="274738"/>
                  </a:lnTo>
                  <a:lnTo>
                    <a:pt x="124578" y="275273"/>
                  </a:lnTo>
                  <a:lnTo>
                    <a:pt x="123936" y="276669"/>
                  </a:lnTo>
                  <a:lnTo>
                    <a:pt x="123054" y="279464"/>
                  </a:lnTo>
                  <a:lnTo>
                    <a:pt x="122043" y="281725"/>
                  </a:lnTo>
                  <a:lnTo>
                    <a:pt x="121179" y="278798"/>
                  </a:lnTo>
                  <a:lnTo>
                    <a:pt x="119627" y="276558"/>
                  </a:lnTo>
                  <a:lnTo>
                    <a:pt x="122656" y="274336"/>
                  </a:lnTo>
                  <a:lnTo>
                    <a:pt x="122735" y="273997"/>
                  </a:lnTo>
                  <a:lnTo>
                    <a:pt x="122440" y="272811"/>
                  </a:lnTo>
                  <a:lnTo>
                    <a:pt x="122523" y="272451"/>
                  </a:lnTo>
                  <a:lnTo>
                    <a:pt x="122809" y="271930"/>
                  </a:lnTo>
                  <a:lnTo>
                    <a:pt x="123546" y="271092"/>
                  </a:lnTo>
                  <a:lnTo>
                    <a:pt x="122649" y="271366"/>
                  </a:lnTo>
                  <a:lnTo>
                    <a:pt x="121270" y="273084"/>
                  </a:lnTo>
                  <a:lnTo>
                    <a:pt x="120731" y="273637"/>
                  </a:lnTo>
                  <a:lnTo>
                    <a:pt x="120441" y="273711"/>
                  </a:lnTo>
                  <a:lnTo>
                    <a:pt x="120407" y="272700"/>
                  </a:lnTo>
                  <a:lnTo>
                    <a:pt x="121149" y="270080"/>
                  </a:lnTo>
                  <a:lnTo>
                    <a:pt x="121758" y="267535"/>
                  </a:lnTo>
                  <a:lnTo>
                    <a:pt x="121981" y="266806"/>
                  </a:lnTo>
                  <a:lnTo>
                    <a:pt x="122506" y="266072"/>
                  </a:lnTo>
                  <a:lnTo>
                    <a:pt x="122008" y="266125"/>
                  </a:lnTo>
                  <a:lnTo>
                    <a:pt x="119557" y="267256"/>
                  </a:lnTo>
                  <a:lnTo>
                    <a:pt x="118735" y="266547"/>
                  </a:lnTo>
                  <a:lnTo>
                    <a:pt x="118046" y="262864"/>
                  </a:lnTo>
                  <a:lnTo>
                    <a:pt x="116839" y="261425"/>
                  </a:lnTo>
                  <a:lnTo>
                    <a:pt x="114793" y="260249"/>
                  </a:lnTo>
                  <a:lnTo>
                    <a:pt x="112784" y="259703"/>
                  </a:lnTo>
                  <a:lnTo>
                    <a:pt x="112324" y="258657"/>
                  </a:lnTo>
                  <a:lnTo>
                    <a:pt x="111926" y="257384"/>
                  </a:lnTo>
                  <a:lnTo>
                    <a:pt x="112467" y="255884"/>
                  </a:lnTo>
                  <a:lnTo>
                    <a:pt x="113347" y="255172"/>
                  </a:lnTo>
                  <a:lnTo>
                    <a:pt x="114159" y="254851"/>
                  </a:lnTo>
                  <a:lnTo>
                    <a:pt x="114925" y="254999"/>
                  </a:lnTo>
                  <a:lnTo>
                    <a:pt x="114965" y="255548"/>
                  </a:lnTo>
                  <a:lnTo>
                    <a:pt x="114443" y="257025"/>
                  </a:lnTo>
                  <a:lnTo>
                    <a:pt x="115129" y="257163"/>
                  </a:lnTo>
                  <a:lnTo>
                    <a:pt x="117881" y="258959"/>
                  </a:lnTo>
                  <a:lnTo>
                    <a:pt x="118482" y="259103"/>
                  </a:lnTo>
                  <a:lnTo>
                    <a:pt x="119623" y="258413"/>
                  </a:lnTo>
                  <a:lnTo>
                    <a:pt x="120257" y="258440"/>
                  </a:lnTo>
                  <a:lnTo>
                    <a:pt x="121755" y="258999"/>
                  </a:lnTo>
                  <a:lnTo>
                    <a:pt x="122261" y="259673"/>
                  </a:lnTo>
                  <a:lnTo>
                    <a:pt x="123693" y="260994"/>
                  </a:lnTo>
                  <a:lnTo>
                    <a:pt x="123483" y="260226"/>
                  </a:lnTo>
                  <a:lnTo>
                    <a:pt x="121921" y="258606"/>
                  </a:lnTo>
                  <a:lnTo>
                    <a:pt x="121050" y="258086"/>
                  </a:lnTo>
                  <a:lnTo>
                    <a:pt x="119518" y="257986"/>
                  </a:lnTo>
                  <a:lnTo>
                    <a:pt x="118567" y="258258"/>
                  </a:lnTo>
                  <a:lnTo>
                    <a:pt x="118169" y="258179"/>
                  </a:lnTo>
                  <a:lnTo>
                    <a:pt x="117331" y="257767"/>
                  </a:lnTo>
                  <a:lnTo>
                    <a:pt x="116619" y="257091"/>
                  </a:lnTo>
                  <a:lnTo>
                    <a:pt x="115907" y="255609"/>
                  </a:lnTo>
                  <a:lnTo>
                    <a:pt x="115746" y="254920"/>
                  </a:lnTo>
                  <a:lnTo>
                    <a:pt x="115785" y="254409"/>
                  </a:lnTo>
                  <a:lnTo>
                    <a:pt x="115953" y="253944"/>
                  </a:lnTo>
                  <a:lnTo>
                    <a:pt x="116248" y="253528"/>
                  </a:lnTo>
                  <a:lnTo>
                    <a:pt x="116834" y="253226"/>
                  </a:lnTo>
                  <a:lnTo>
                    <a:pt x="117708" y="253039"/>
                  </a:lnTo>
                  <a:lnTo>
                    <a:pt x="117976" y="252857"/>
                  </a:lnTo>
                  <a:lnTo>
                    <a:pt x="116852" y="252010"/>
                  </a:lnTo>
                  <a:lnTo>
                    <a:pt x="116343" y="252014"/>
                  </a:lnTo>
                  <a:lnTo>
                    <a:pt x="114588" y="253252"/>
                  </a:lnTo>
                  <a:lnTo>
                    <a:pt x="114232" y="253350"/>
                  </a:lnTo>
                  <a:lnTo>
                    <a:pt x="114079" y="253109"/>
                  </a:lnTo>
                  <a:lnTo>
                    <a:pt x="113934" y="253090"/>
                  </a:lnTo>
                  <a:lnTo>
                    <a:pt x="113417" y="253703"/>
                  </a:lnTo>
                  <a:lnTo>
                    <a:pt x="113016" y="253978"/>
                  </a:lnTo>
                  <a:lnTo>
                    <a:pt x="111581" y="255877"/>
                  </a:lnTo>
                  <a:lnTo>
                    <a:pt x="111357" y="256786"/>
                  </a:lnTo>
                  <a:lnTo>
                    <a:pt x="111276" y="258144"/>
                  </a:lnTo>
                  <a:lnTo>
                    <a:pt x="111110" y="258996"/>
                  </a:lnTo>
                  <a:lnTo>
                    <a:pt x="110860" y="259342"/>
                  </a:lnTo>
                  <a:lnTo>
                    <a:pt x="109175" y="259992"/>
                  </a:lnTo>
                  <a:lnTo>
                    <a:pt x="108216" y="261319"/>
                  </a:lnTo>
                  <a:lnTo>
                    <a:pt x="107053" y="260174"/>
                  </a:lnTo>
                  <a:lnTo>
                    <a:pt x="105775" y="259069"/>
                  </a:lnTo>
                  <a:lnTo>
                    <a:pt x="104923" y="257136"/>
                  </a:lnTo>
                  <a:lnTo>
                    <a:pt x="103385" y="256797"/>
                  </a:lnTo>
                  <a:lnTo>
                    <a:pt x="101598" y="255702"/>
                  </a:lnTo>
                  <a:lnTo>
                    <a:pt x="100917" y="254729"/>
                  </a:lnTo>
                  <a:lnTo>
                    <a:pt x="101886" y="252727"/>
                  </a:lnTo>
                  <a:lnTo>
                    <a:pt x="103276" y="251216"/>
                  </a:lnTo>
                  <a:lnTo>
                    <a:pt x="103488" y="249404"/>
                  </a:lnTo>
                  <a:lnTo>
                    <a:pt x="103679" y="249016"/>
                  </a:lnTo>
                  <a:lnTo>
                    <a:pt x="106068" y="248566"/>
                  </a:lnTo>
                  <a:lnTo>
                    <a:pt x="107627" y="247666"/>
                  </a:lnTo>
                  <a:lnTo>
                    <a:pt x="106028" y="247585"/>
                  </a:lnTo>
                  <a:lnTo>
                    <a:pt x="105050" y="247721"/>
                  </a:lnTo>
                  <a:lnTo>
                    <a:pt x="103292" y="248348"/>
                  </a:lnTo>
                  <a:lnTo>
                    <a:pt x="101342" y="247107"/>
                  </a:lnTo>
                  <a:lnTo>
                    <a:pt x="100335" y="245973"/>
                  </a:lnTo>
                  <a:lnTo>
                    <a:pt x="100018" y="245006"/>
                  </a:lnTo>
                  <a:lnTo>
                    <a:pt x="100366" y="244188"/>
                  </a:lnTo>
                  <a:lnTo>
                    <a:pt x="100412" y="243355"/>
                  </a:lnTo>
                  <a:lnTo>
                    <a:pt x="100588" y="242230"/>
                  </a:lnTo>
                  <a:lnTo>
                    <a:pt x="100773" y="241738"/>
                  </a:lnTo>
                  <a:lnTo>
                    <a:pt x="101182" y="241111"/>
                  </a:lnTo>
                  <a:lnTo>
                    <a:pt x="102017" y="240692"/>
                  </a:lnTo>
                  <a:lnTo>
                    <a:pt x="102756" y="239403"/>
                  </a:lnTo>
                  <a:lnTo>
                    <a:pt x="103061" y="238503"/>
                  </a:lnTo>
                  <a:lnTo>
                    <a:pt x="104576" y="235800"/>
                  </a:lnTo>
                  <a:lnTo>
                    <a:pt x="105128" y="234634"/>
                  </a:lnTo>
                  <a:lnTo>
                    <a:pt x="106163" y="233018"/>
                  </a:lnTo>
                  <a:lnTo>
                    <a:pt x="108245" y="230479"/>
                  </a:lnTo>
                  <a:lnTo>
                    <a:pt x="107588" y="230622"/>
                  </a:lnTo>
                  <a:lnTo>
                    <a:pt x="107243" y="230840"/>
                  </a:lnTo>
                  <a:lnTo>
                    <a:pt x="106914" y="230813"/>
                  </a:lnTo>
                  <a:lnTo>
                    <a:pt x="106604" y="230542"/>
                  </a:lnTo>
                  <a:lnTo>
                    <a:pt x="106308" y="229981"/>
                  </a:lnTo>
                  <a:lnTo>
                    <a:pt x="106027" y="229125"/>
                  </a:lnTo>
                  <a:lnTo>
                    <a:pt x="105868" y="229501"/>
                  </a:lnTo>
                  <a:lnTo>
                    <a:pt x="105833" y="231106"/>
                  </a:lnTo>
                  <a:lnTo>
                    <a:pt x="105624" y="232480"/>
                  </a:lnTo>
                  <a:lnTo>
                    <a:pt x="105251" y="233434"/>
                  </a:lnTo>
                  <a:lnTo>
                    <a:pt x="104229" y="235375"/>
                  </a:lnTo>
                  <a:lnTo>
                    <a:pt x="103630" y="236131"/>
                  </a:lnTo>
                  <a:lnTo>
                    <a:pt x="103220" y="235427"/>
                  </a:lnTo>
                  <a:lnTo>
                    <a:pt x="103536" y="234214"/>
                  </a:lnTo>
                  <a:lnTo>
                    <a:pt x="104128" y="233247"/>
                  </a:lnTo>
                  <a:lnTo>
                    <a:pt x="104229" y="231925"/>
                  </a:lnTo>
                  <a:lnTo>
                    <a:pt x="103672" y="230348"/>
                  </a:lnTo>
                  <a:lnTo>
                    <a:pt x="103332" y="229079"/>
                  </a:lnTo>
                  <a:lnTo>
                    <a:pt x="103209" y="228118"/>
                  </a:lnTo>
                  <a:lnTo>
                    <a:pt x="103193" y="227240"/>
                  </a:lnTo>
                  <a:lnTo>
                    <a:pt x="103284" y="226446"/>
                  </a:lnTo>
                  <a:lnTo>
                    <a:pt x="103518" y="225581"/>
                  </a:lnTo>
                  <a:lnTo>
                    <a:pt x="103851" y="224541"/>
                  </a:lnTo>
                  <a:lnTo>
                    <a:pt x="103956" y="223672"/>
                  </a:lnTo>
                  <a:lnTo>
                    <a:pt x="103872" y="222780"/>
                  </a:lnTo>
                  <a:lnTo>
                    <a:pt x="103559" y="222073"/>
                  </a:lnTo>
                  <a:lnTo>
                    <a:pt x="103163" y="221458"/>
                  </a:lnTo>
                  <a:lnTo>
                    <a:pt x="102057" y="221827"/>
                  </a:lnTo>
                  <a:lnTo>
                    <a:pt x="100180" y="221274"/>
                  </a:lnTo>
                  <a:lnTo>
                    <a:pt x="99575" y="219766"/>
                  </a:lnTo>
                  <a:lnTo>
                    <a:pt x="97948" y="219305"/>
                  </a:lnTo>
                  <a:lnTo>
                    <a:pt x="97072" y="218229"/>
                  </a:lnTo>
                  <a:lnTo>
                    <a:pt x="95288" y="217702"/>
                  </a:lnTo>
                  <a:lnTo>
                    <a:pt x="93843" y="217336"/>
                  </a:lnTo>
                  <a:lnTo>
                    <a:pt x="92741" y="216717"/>
                  </a:lnTo>
                  <a:lnTo>
                    <a:pt x="91451" y="215991"/>
                  </a:lnTo>
                  <a:lnTo>
                    <a:pt x="90164" y="215217"/>
                  </a:lnTo>
                  <a:lnTo>
                    <a:pt x="89187" y="214630"/>
                  </a:lnTo>
                  <a:lnTo>
                    <a:pt x="88464" y="214668"/>
                  </a:lnTo>
                  <a:lnTo>
                    <a:pt x="86830" y="214753"/>
                  </a:lnTo>
                  <a:lnTo>
                    <a:pt x="86746" y="213431"/>
                  </a:lnTo>
                  <a:lnTo>
                    <a:pt x="86246" y="212631"/>
                  </a:lnTo>
                  <a:lnTo>
                    <a:pt x="86433" y="211924"/>
                  </a:lnTo>
                  <a:lnTo>
                    <a:pt x="85522" y="211563"/>
                  </a:lnTo>
                  <a:lnTo>
                    <a:pt x="84180" y="211032"/>
                  </a:lnTo>
                  <a:lnTo>
                    <a:pt x="84572" y="209685"/>
                  </a:lnTo>
                  <a:lnTo>
                    <a:pt x="84869" y="208664"/>
                  </a:lnTo>
                  <a:lnTo>
                    <a:pt x="83681" y="208362"/>
                  </a:lnTo>
                  <a:lnTo>
                    <a:pt x="81970" y="207926"/>
                  </a:lnTo>
                  <a:lnTo>
                    <a:pt x="82524" y="207007"/>
                  </a:lnTo>
                  <a:lnTo>
                    <a:pt x="82971" y="206265"/>
                  </a:lnTo>
                  <a:lnTo>
                    <a:pt x="82313" y="205180"/>
                  </a:lnTo>
                  <a:lnTo>
                    <a:pt x="80981" y="203361"/>
                  </a:lnTo>
                  <a:lnTo>
                    <a:pt x="79959" y="202062"/>
                  </a:lnTo>
                  <a:lnTo>
                    <a:pt x="78625" y="200037"/>
                  </a:lnTo>
                  <a:lnTo>
                    <a:pt x="77452" y="198257"/>
                  </a:lnTo>
                  <a:lnTo>
                    <a:pt x="76493" y="196802"/>
                  </a:lnTo>
                  <a:lnTo>
                    <a:pt x="75693" y="195798"/>
                  </a:lnTo>
                  <a:lnTo>
                    <a:pt x="74567" y="194002"/>
                  </a:lnTo>
                  <a:lnTo>
                    <a:pt x="73102" y="191978"/>
                  </a:lnTo>
                  <a:lnTo>
                    <a:pt x="71709" y="190385"/>
                  </a:lnTo>
                  <a:lnTo>
                    <a:pt x="71911" y="189356"/>
                  </a:lnTo>
                  <a:lnTo>
                    <a:pt x="70537" y="188064"/>
                  </a:lnTo>
                  <a:lnTo>
                    <a:pt x="69330" y="186757"/>
                  </a:lnTo>
                  <a:lnTo>
                    <a:pt x="67941" y="185253"/>
                  </a:lnTo>
                  <a:lnTo>
                    <a:pt x="66570" y="184516"/>
                  </a:lnTo>
                  <a:lnTo>
                    <a:pt x="65591" y="183991"/>
                  </a:lnTo>
                  <a:lnTo>
                    <a:pt x="64178" y="183232"/>
                  </a:lnTo>
                  <a:lnTo>
                    <a:pt x="63436" y="182555"/>
                  </a:lnTo>
                  <a:lnTo>
                    <a:pt x="63127" y="181980"/>
                  </a:lnTo>
                  <a:lnTo>
                    <a:pt x="62806" y="181575"/>
                  </a:lnTo>
                  <a:lnTo>
                    <a:pt x="62527" y="181011"/>
                  </a:lnTo>
                  <a:lnTo>
                    <a:pt x="62365" y="180354"/>
                  </a:lnTo>
                  <a:lnTo>
                    <a:pt x="62075" y="179948"/>
                  </a:lnTo>
                  <a:lnTo>
                    <a:pt x="60361" y="178972"/>
                  </a:lnTo>
                  <a:lnTo>
                    <a:pt x="59838" y="178359"/>
                  </a:lnTo>
                  <a:lnTo>
                    <a:pt x="58654" y="177652"/>
                  </a:lnTo>
                  <a:lnTo>
                    <a:pt x="57662" y="177356"/>
                  </a:lnTo>
                  <a:lnTo>
                    <a:pt x="57317" y="177118"/>
                  </a:lnTo>
                  <a:lnTo>
                    <a:pt x="56110" y="174981"/>
                  </a:lnTo>
                  <a:lnTo>
                    <a:pt x="56304" y="174220"/>
                  </a:lnTo>
                  <a:lnTo>
                    <a:pt x="56438" y="173458"/>
                  </a:lnTo>
                  <a:lnTo>
                    <a:pt x="56302" y="173068"/>
                  </a:lnTo>
                  <a:lnTo>
                    <a:pt x="54317" y="171445"/>
                  </a:lnTo>
                  <a:lnTo>
                    <a:pt x="53304" y="170771"/>
                  </a:lnTo>
                  <a:lnTo>
                    <a:pt x="52282" y="170075"/>
                  </a:lnTo>
                  <a:lnTo>
                    <a:pt x="50138" y="170974"/>
                  </a:lnTo>
                  <a:lnTo>
                    <a:pt x="47942" y="171896"/>
                  </a:lnTo>
                  <a:lnTo>
                    <a:pt x="46405" y="172235"/>
                  </a:lnTo>
                  <a:lnTo>
                    <a:pt x="44279" y="172703"/>
                  </a:lnTo>
                  <a:lnTo>
                    <a:pt x="44986" y="173706"/>
                  </a:lnTo>
                  <a:lnTo>
                    <a:pt x="44694" y="174439"/>
                  </a:lnTo>
                  <a:lnTo>
                    <a:pt x="44033" y="174778"/>
                  </a:lnTo>
                  <a:lnTo>
                    <a:pt x="42912" y="174736"/>
                  </a:lnTo>
                  <a:lnTo>
                    <a:pt x="42908" y="177234"/>
                  </a:lnTo>
                  <a:lnTo>
                    <a:pt x="41848" y="179015"/>
                  </a:lnTo>
                  <a:lnTo>
                    <a:pt x="39630" y="179046"/>
                  </a:lnTo>
                  <a:lnTo>
                    <a:pt x="38437" y="179659"/>
                  </a:lnTo>
                  <a:lnTo>
                    <a:pt x="36669" y="180567"/>
                  </a:lnTo>
                  <a:lnTo>
                    <a:pt x="35237" y="181304"/>
                  </a:lnTo>
                  <a:lnTo>
                    <a:pt x="33714" y="182490"/>
                  </a:lnTo>
                  <a:lnTo>
                    <a:pt x="32935" y="182319"/>
                  </a:lnTo>
                  <a:lnTo>
                    <a:pt x="33282" y="181261"/>
                  </a:lnTo>
                  <a:lnTo>
                    <a:pt x="32719" y="179473"/>
                  </a:lnTo>
                  <a:lnTo>
                    <a:pt x="32250" y="177983"/>
                  </a:lnTo>
                  <a:lnTo>
                    <a:pt x="31272" y="177217"/>
                  </a:lnTo>
                  <a:lnTo>
                    <a:pt x="29627" y="175928"/>
                  </a:lnTo>
                  <a:lnTo>
                    <a:pt x="28392" y="174961"/>
                  </a:lnTo>
                  <a:lnTo>
                    <a:pt x="26629" y="173580"/>
                  </a:lnTo>
                  <a:lnTo>
                    <a:pt x="25397" y="172615"/>
                  </a:lnTo>
                  <a:lnTo>
                    <a:pt x="24111" y="171607"/>
                  </a:lnTo>
                  <a:lnTo>
                    <a:pt x="22420" y="170284"/>
                  </a:lnTo>
                  <a:lnTo>
                    <a:pt x="21728" y="168567"/>
                  </a:lnTo>
                  <a:lnTo>
                    <a:pt x="20183" y="167948"/>
                  </a:lnTo>
                  <a:lnTo>
                    <a:pt x="18530" y="167285"/>
                  </a:lnTo>
                  <a:lnTo>
                    <a:pt x="17190" y="166025"/>
                  </a:lnTo>
                  <a:lnTo>
                    <a:pt x="17646" y="164782"/>
                  </a:lnTo>
                  <a:lnTo>
                    <a:pt x="18192" y="163293"/>
                  </a:lnTo>
                  <a:lnTo>
                    <a:pt x="18192" y="162397"/>
                  </a:lnTo>
                  <a:lnTo>
                    <a:pt x="16720" y="162452"/>
                  </a:lnTo>
                  <a:lnTo>
                    <a:pt x="14514" y="162537"/>
                  </a:lnTo>
                  <a:lnTo>
                    <a:pt x="12543" y="162611"/>
                  </a:lnTo>
                  <a:lnTo>
                    <a:pt x="11083" y="163664"/>
                  </a:lnTo>
                  <a:lnTo>
                    <a:pt x="9733" y="164636"/>
                  </a:lnTo>
                  <a:lnTo>
                    <a:pt x="7618" y="163878"/>
                  </a:lnTo>
                  <a:lnTo>
                    <a:pt x="5197" y="163011"/>
                  </a:lnTo>
                  <a:lnTo>
                    <a:pt x="4509" y="164145"/>
                  </a:lnTo>
                  <a:lnTo>
                    <a:pt x="2265" y="163577"/>
                  </a:lnTo>
                  <a:lnTo>
                    <a:pt x="0" y="163003"/>
                  </a:lnTo>
                  <a:lnTo>
                    <a:pt x="0" y="158928"/>
                  </a:lnTo>
                  <a:lnTo>
                    <a:pt x="0" y="154852"/>
                  </a:lnTo>
                  <a:lnTo>
                    <a:pt x="0" y="150776"/>
                  </a:lnTo>
                  <a:lnTo>
                    <a:pt x="0" y="146701"/>
                  </a:lnTo>
                  <a:lnTo>
                    <a:pt x="0" y="142625"/>
                  </a:lnTo>
                  <a:lnTo>
                    <a:pt x="0" y="138549"/>
                  </a:lnTo>
                  <a:lnTo>
                    <a:pt x="0" y="134473"/>
                  </a:lnTo>
                  <a:lnTo>
                    <a:pt x="0" y="130398"/>
                  </a:lnTo>
                  <a:lnTo>
                    <a:pt x="0" y="126323"/>
                  </a:lnTo>
                  <a:lnTo>
                    <a:pt x="0" y="122247"/>
                  </a:lnTo>
                  <a:lnTo>
                    <a:pt x="0" y="118172"/>
                  </a:lnTo>
                  <a:lnTo>
                    <a:pt x="0" y="114096"/>
                  </a:lnTo>
                  <a:lnTo>
                    <a:pt x="0" y="110020"/>
                  </a:lnTo>
                  <a:lnTo>
                    <a:pt x="0" y="105944"/>
                  </a:lnTo>
                  <a:lnTo>
                    <a:pt x="0" y="101869"/>
                  </a:lnTo>
                  <a:lnTo>
                    <a:pt x="0" y="97793"/>
                  </a:lnTo>
                  <a:lnTo>
                    <a:pt x="0" y="93717"/>
                  </a:lnTo>
                  <a:lnTo>
                    <a:pt x="0" y="89642"/>
                  </a:lnTo>
                  <a:lnTo>
                    <a:pt x="0" y="85566"/>
                  </a:lnTo>
                  <a:lnTo>
                    <a:pt x="0" y="81490"/>
                  </a:lnTo>
                  <a:lnTo>
                    <a:pt x="0" y="77415"/>
                  </a:lnTo>
                  <a:lnTo>
                    <a:pt x="0" y="73339"/>
                  </a:lnTo>
                  <a:lnTo>
                    <a:pt x="0" y="69264"/>
                  </a:lnTo>
                  <a:lnTo>
                    <a:pt x="0" y="65188"/>
                  </a:lnTo>
                  <a:lnTo>
                    <a:pt x="0" y="61112"/>
                  </a:lnTo>
                  <a:lnTo>
                    <a:pt x="0" y="57037"/>
                  </a:lnTo>
                  <a:lnTo>
                    <a:pt x="0" y="52961"/>
                  </a:lnTo>
                  <a:lnTo>
                    <a:pt x="0" y="48885"/>
                  </a:lnTo>
                  <a:lnTo>
                    <a:pt x="0" y="44810"/>
                  </a:lnTo>
                  <a:lnTo>
                    <a:pt x="0" y="40734"/>
                  </a:lnTo>
                  <a:lnTo>
                    <a:pt x="0" y="36658"/>
                  </a:lnTo>
                  <a:lnTo>
                    <a:pt x="0" y="32583"/>
                  </a:lnTo>
                  <a:lnTo>
                    <a:pt x="1344" y="32800"/>
                  </a:lnTo>
                  <a:lnTo>
                    <a:pt x="5648" y="33256"/>
                  </a:lnTo>
                  <a:lnTo>
                    <a:pt x="9702" y="32988"/>
                  </a:lnTo>
                  <a:lnTo>
                    <a:pt x="17224" y="34470"/>
                  </a:lnTo>
                  <a:lnTo>
                    <a:pt x="21875" y="37241"/>
                  </a:lnTo>
                  <a:lnTo>
                    <a:pt x="25649" y="38605"/>
                  </a:lnTo>
                  <a:lnTo>
                    <a:pt x="27188" y="39541"/>
                  </a:lnTo>
                  <a:lnTo>
                    <a:pt x="29638" y="40365"/>
                  </a:lnTo>
                  <a:lnTo>
                    <a:pt x="35404" y="42161"/>
                  </a:lnTo>
                  <a:lnTo>
                    <a:pt x="37197" y="42345"/>
                  </a:lnTo>
                  <a:lnTo>
                    <a:pt x="40537" y="43206"/>
                  </a:lnTo>
                  <a:lnTo>
                    <a:pt x="42606" y="43092"/>
                  </a:lnTo>
                  <a:lnTo>
                    <a:pt x="46166" y="43303"/>
                  </a:lnTo>
                  <a:lnTo>
                    <a:pt x="48585" y="43995"/>
                  </a:lnTo>
                  <a:lnTo>
                    <a:pt x="53358" y="45894"/>
                  </a:lnTo>
                  <a:lnTo>
                    <a:pt x="54336" y="46063"/>
                  </a:lnTo>
                  <a:lnTo>
                    <a:pt x="54597" y="45924"/>
                  </a:lnTo>
                  <a:lnTo>
                    <a:pt x="52935" y="44046"/>
                  </a:lnTo>
                  <a:lnTo>
                    <a:pt x="52673" y="43864"/>
                  </a:lnTo>
                  <a:lnTo>
                    <a:pt x="50749" y="43163"/>
                  </a:lnTo>
                  <a:lnTo>
                    <a:pt x="48494" y="42818"/>
                  </a:lnTo>
                  <a:lnTo>
                    <a:pt x="48320" y="42682"/>
                  </a:lnTo>
                  <a:lnTo>
                    <a:pt x="47901" y="42020"/>
                  </a:lnTo>
                  <a:lnTo>
                    <a:pt x="48036" y="41763"/>
                  </a:lnTo>
                  <a:lnTo>
                    <a:pt x="48527" y="41646"/>
                  </a:lnTo>
                  <a:lnTo>
                    <a:pt x="50207" y="41651"/>
                  </a:lnTo>
                  <a:lnTo>
                    <a:pt x="51203" y="41545"/>
                  </a:lnTo>
                  <a:lnTo>
                    <a:pt x="51340" y="41284"/>
                  </a:lnTo>
                  <a:lnTo>
                    <a:pt x="50623" y="41223"/>
                  </a:lnTo>
                  <a:lnTo>
                    <a:pt x="49759" y="40971"/>
                  </a:lnTo>
                  <a:lnTo>
                    <a:pt x="48746" y="40525"/>
                  </a:lnTo>
                  <a:lnTo>
                    <a:pt x="48173" y="40105"/>
                  </a:lnTo>
                  <a:lnTo>
                    <a:pt x="50243" y="37320"/>
                  </a:lnTo>
                  <a:lnTo>
                    <a:pt x="50967" y="37601"/>
                  </a:lnTo>
                  <a:lnTo>
                    <a:pt x="52058" y="36957"/>
                  </a:lnTo>
                  <a:lnTo>
                    <a:pt x="54014" y="37366"/>
                  </a:lnTo>
                  <a:lnTo>
                    <a:pt x="54372" y="37143"/>
                  </a:lnTo>
                  <a:lnTo>
                    <a:pt x="54611" y="35729"/>
                  </a:lnTo>
                  <a:lnTo>
                    <a:pt x="54902" y="35389"/>
                  </a:lnTo>
                  <a:lnTo>
                    <a:pt x="55452" y="35135"/>
                  </a:lnTo>
                  <a:lnTo>
                    <a:pt x="58177" y="34883"/>
                  </a:lnTo>
                  <a:lnTo>
                    <a:pt x="61573" y="35134"/>
                  </a:lnTo>
                  <a:lnTo>
                    <a:pt x="61923" y="34998"/>
                  </a:lnTo>
                  <a:lnTo>
                    <a:pt x="61598" y="34054"/>
                  </a:lnTo>
                  <a:lnTo>
                    <a:pt x="61559" y="33683"/>
                  </a:lnTo>
                  <a:lnTo>
                    <a:pt x="61764" y="32834"/>
                  </a:lnTo>
                  <a:lnTo>
                    <a:pt x="61974" y="32378"/>
                  </a:lnTo>
                  <a:lnTo>
                    <a:pt x="62377" y="32151"/>
                  </a:lnTo>
                  <a:lnTo>
                    <a:pt x="63956" y="32331"/>
                  </a:lnTo>
                  <a:lnTo>
                    <a:pt x="64449" y="32750"/>
                  </a:lnTo>
                  <a:lnTo>
                    <a:pt x="64977" y="33469"/>
                  </a:lnTo>
                  <a:lnTo>
                    <a:pt x="65512" y="33879"/>
                  </a:lnTo>
                  <a:lnTo>
                    <a:pt x="67192" y="34292"/>
                  </a:lnTo>
                  <a:lnTo>
                    <a:pt x="67383" y="34578"/>
                  </a:lnTo>
                  <a:lnTo>
                    <a:pt x="66743" y="35669"/>
                  </a:lnTo>
                  <a:lnTo>
                    <a:pt x="66071" y="36242"/>
                  </a:lnTo>
                  <a:lnTo>
                    <a:pt x="64684" y="37747"/>
                  </a:lnTo>
                  <a:lnTo>
                    <a:pt x="64596" y="38134"/>
                  </a:lnTo>
                  <a:lnTo>
                    <a:pt x="66737" y="37457"/>
                  </a:lnTo>
                  <a:lnTo>
                    <a:pt x="69140" y="36521"/>
                  </a:lnTo>
                  <a:lnTo>
                    <a:pt x="71204" y="36006"/>
                  </a:lnTo>
                  <a:lnTo>
                    <a:pt x="72928" y="35911"/>
                  </a:lnTo>
                  <a:lnTo>
                    <a:pt x="74163" y="35608"/>
                  </a:lnTo>
                  <a:lnTo>
                    <a:pt x="74908" y="35095"/>
                  </a:lnTo>
                  <a:lnTo>
                    <a:pt x="75439" y="34571"/>
                  </a:lnTo>
                  <a:lnTo>
                    <a:pt x="76507" y="32878"/>
                  </a:lnTo>
                  <a:lnTo>
                    <a:pt x="77217" y="32584"/>
                  </a:lnTo>
                  <a:lnTo>
                    <a:pt x="80183" y="32688"/>
                  </a:lnTo>
                  <a:lnTo>
                    <a:pt x="80888" y="32637"/>
                  </a:lnTo>
                  <a:lnTo>
                    <a:pt x="81346" y="32472"/>
                  </a:lnTo>
                  <a:lnTo>
                    <a:pt x="81262" y="32258"/>
                  </a:lnTo>
                  <a:lnTo>
                    <a:pt x="80636" y="31996"/>
                  </a:lnTo>
                  <a:lnTo>
                    <a:pt x="79769" y="31803"/>
                  </a:lnTo>
                  <a:lnTo>
                    <a:pt x="80081" y="31526"/>
                  </a:lnTo>
                  <a:lnTo>
                    <a:pt x="80546" y="31365"/>
                  </a:lnTo>
                  <a:lnTo>
                    <a:pt x="82007" y="31174"/>
                  </a:lnTo>
                  <a:lnTo>
                    <a:pt x="82968" y="31783"/>
                  </a:lnTo>
                  <a:lnTo>
                    <a:pt x="83621" y="31827"/>
                  </a:lnTo>
                  <a:lnTo>
                    <a:pt x="85790" y="31151"/>
                  </a:lnTo>
                  <a:lnTo>
                    <a:pt x="89123" y="29356"/>
                  </a:lnTo>
                  <a:lnTo>
                    <a:pt x="90456" y="28857"/>
                  </a:lnTo>
                  <a:lnTo>
                    <a:pt x="91610" y="28770"/>
                  </a:lnTo>
                  <a:lnTo>
                    <a:pt x="92586" y="29096"/>
                  </a:lnTo>
                  <a:lnTo>
                    <a:pt x="93338" y="29011"/>
                  </a:lnTo>
                  <a:lnTo>
                    <a:pt x="94327" y="27998"/>
                  </a:lnTo>
                  <a:lnTo>
                    <a:pt x="94717" y="27459"/>
                  </a:lnTo>
                  <a:lnTo>
                    <a:pt x="95326" y="26992"/>
                  </a:lnTo>
                  <a:lnTo>
                    <a:pt x="97793" y="25940"/>
                  </a:lnTo>
                  <a:lnTo>
                    <a:pt x="99373" y="25715"/>
                  </a:lnTo>
                  <a:lnTo>
                    <a:pt x="100339" y="25909"/>
                  </a:lnTo>
                  <a:lnTo>
                    <a:pt x="101487" y="26345"/>
                  </a:lnTo>
                  <a:lnTo>
                    <a:pt x="102433" y="26514"/>
                  </a:lnTo>
                  <a:lnTo>
                    <a:pt x="103679" y="26386"/>
                  </a:lnTo>
                  <a:lnTo>
                    <a:pt x="104609" y="26444"/>
                  </a:lnTo>
                  <a:lnTo>
                    <a:pt x="105053" y="26231"/>
                  </a:lnTo>
                  <a:lnTo>
                    <a:pt x="106642" y="25033"/>
                  </a:lnTo>
                  <a:lnTo>
                    <a:pt x="107158" y="25021"/>
                  </a:lnTo>
                  <a:lnTo>
                    <a:pt x="107655" y="25374"/>
                  </a:lnTo>
                  <a:lnTo>
                    <a:pt x="108455" y="26245"/>
                  </a:lnTo>
                  <a:lnTo>
                    <a:pt x="108458" y="26681"/>
                  </a:lnTo>
                  <a:lnTo>
                    <a:pt x="107416" y="27744"/>
                  </a:lnTo>
                  <a:lnTo>
                    <a:pt x="99748" y="30781"/>
                  </a:lnTo>
                  <a:lnTo>
                    <a:pt x="97385" y="32092"/>
                  </a:lnTo>
                  <a:lnTo>
                    <a:pt x="96217" y="32574"/>
                  </a:lnTo>
                  <a:lnTo>
                    <a:pt x="95005" y="32845"/>
                  </a:lnTo>
                  <a:lnTo>
                    <a:pt x="92660" y="33071"/>
                  </a:lnTo>
                  <a:lnTo>
                    <a:pt x="91730" y="33338"/>
                  </a:lnTo>
                  <a:lnTo>
                    <a:pt x="90153" y="33577"/>
                  </a:lnTo>
                  <a:lnTo>
                    <a:pt x="86465" y="33998"/>
                  </a:lnTo>
                  <a:lnTo>
                    <a:pt x="85756" y="34202"/>
                  </a:lnTo>
                  <a:lnTo>
                    <a:pt x="85273" y="34440"/>
                  </a:lnTo>
                  <a:lnTo>
                    <a:pt x="83949" y="36048"/>
                  </a:lnTo>
                  <a:lnTo>
                    <a:pt x="83305" y="36573"/>
                  </a:lnTo>
                  <a:lnTo>
                    <a:pt x="82038" y="37365"/>
                  </a:lnTo>
                  <a:lnTo>
                    <a:pt x="80615" y="37850"/>
                  </a:lnTo>
                  <a:lnTo>
                    <a:pt x="78670" y="38036"/>
                  </a:lnTo>
                  <a:lnTo>
                    <a:pt x="77433" y="38790"/>
                  </a:lnTo>
                  <a:lnTo>
                    <a:pt x="76009" y="40246"/>
                  </a:lnTo>
                  <a:lnTo>
                    <a:pt x="74860" y="41259"/>
                  </a:lnTo>
                  <a:lnTo>
                    <a:pt x="73547" y="42118"/>
                  </a:lnTo>
                  <a:lnTo>
                    <a:pt x="72121" y="43241"/>
                  </a:lnTo>
                  <a:lnTo>
                    <a:pt x="71749" y="43832"/>
                  </a:lnTo>
                  <a:lnTo>
                    <a:pt x="72174" y="44610"/>
                  </a:lnTo>
                  <a:lnTo>
                    <a:pt x="72410" y="44870"/>
                  </a:lnTo>
                  <a:lnTo>
                    <a:pt x="73844" y="45289"/>
                  </a:lnTo>
                  <a:lnTo>
                    <a:pt x="74400" y="45195"/>
                  </a:lnTo>
                  <a:lnTo>
                    <a:pt x="73888" y="44777"/>
                  </a:lnTo>
                  <a:lnTo>
                    <a:pt x="72683" y="44174"/>
                  </a:lnTo>
                  <a:lnTo>
                    <a:pt x="72521" y="43958"/>
                  </a:lnTo>
                  <a:lnTo>
                    <a:pt x="72830" y="43788"/>
                  </a:lnTo>
                  <a:lnTo>
                    <a:pt x="78488" y="44242"/>
                  </a:lnTo>
                  <a:lnTo>
                    <a:pt x="79702" y="43783"/>
                  </a:lnTo>
                  <a:lnTo>
                    <a:pt x="80128" y="43395"/>
                  </a:lnTo>
                  <a:lnTo>
                    <a:pt x="80037" y="43195"/>
                  </a:lnTo>
                  <a:lnTo>
                    <a:pt x="78503" y="43112"/>
                  </a:lnTo>
                  <a:lnTo>
                    <a:pt x="78175" y="42741"/>
                  </a:lnTo>
                  <a:lnTo>
                    <a:pt x="77932" y="42044"/>
                  </a:lnTo>
                  <a:lnTo>
                    <a:pt x="77881" y="41490"/>
                  </a:lnTo>
                  <a:lnTo>
                    <a:pt x="78020" y="41080"/>
                  </a:lnTo>
                  <a:lnTo>
                    <a:pt x="78365" y="40555"/>
                  </a:lnTo>
                  <a:lnTo>
                    <a:pt x="80009" y="39699"/>
                  </a:lnTo>
                  <a:lnTo>
                    <a:pt x="81780" y="39332"/>
                  </a:lnTo>
                  <a:lnTo>
                    <a:pt x="83143" y="38847"/>
                  </a:lnTo>
                  <a:lnTo>
                    <a:pt x="83896" y="38390"/>
                  </a:lnTo>
                  <a:lnTo>
                    <a:pt x="85927" y="37608"/>
                  </a:lnTo>
                  <a:lnTo>
                    <a:pt x="86743" y="36974"/>
                  </a:lnTo>
                  <a:lnTo>
                    <a:pt x="87183" y="36481"/>
                  </a:lnTo>
                  <a:lnTo>
                    <a:pt x="87239" y="36236"/>
                  </a:lnTo>
                  <a:lnTo>
                    <a:pt x="86869" y="36058"/>
                  </a:lnTo>
                  <a:lnTo>
                    <a:pt x="87169" y="35635"/>
                  </a:lnTo>
                  <a:lnTo>
                    <a:pt x="88651" y="35257"/>
                  </a:lnTo>
                  <a:lnTo>
                    <a:pt x="89302" y="35225"/>
                  </a:lnTo>
                  <a:lnTo>
                    <a:pt x="91384" y="35587"/>
                  </a:lnTo>
                  <a:lnTo>
                    <a:pt x="91761" y="35870"/>
                  </a:lnTo>
                  <a:lnTo>
                    <a:pt x="91556" y="36622"/>
                  </a:lnTo>
                  <a:lnTo>
                    <a:pt x="91847" y="36587"/>
                  </a:lnTo>
                  <a:lnTo>
                    <a:pt x="92650" y="35632"/>
                  </a:lnTo>
                  <a:lnTo>
                    <a:pt x="93098" y="35314"/>
                  </a:lnTo>
                  <a:lnTo>
                    <a:pt x="93560" y="35251"/>
                  </a:lnTo>
                  <a:lnTo>
                    <a:pt x="94028" y="35374"/>
                  </a:lnTo>
                  <a:lnTo>
                    <a:pt x="94501" y="35680"/>
                  </a:lnTo>
                  <a:lnTo>
                    <a:pt x="94758" y="36598"/>
                  </a:lnTo>
                  <a:lnTo>
                    <a:pt x="94798" y="38127"/>
                  </a:lnTo>
                  <a:lnTo>
                    <a:pt x="94906" y="38744"/>
                  </a:lnTo>
                  <a:lnTo>
                    <a:pt x="95439" y="37687"/>
                  </a:lnTo>
                  <a:lnTo>
                    <a:pt x="95810" y="37196"/>
                  </a:lnTo>
                  <a:lnTo>
                    <a:pt x="97838" y="34947"/>
                  </a:lnTo>
                  <a:lnTo>
                    <a:pt x="99207" y="33714"/>
                  </a:lnTo>
                  <a:lnTo>
                    <a:pt x="100743" y="32513"/>
                  </a:lnTo>
                  <a:lnTo>
                    <a:pt x="102976" y="31617"/>
                  </a:lnTo>
                  <a:lnTo>
                    <a:pt x="108137" y="30129"/>
                  </a:lnTo>
                  <a:lnTo>
                    <a:pt x="111044" y="29729"/>
                  </a:lnTo>
                  <a:lnTo>
                    <a:pt x="112517" y="29359"/>
                  </a:lnTo>
                  <a:lnTo>
                    <a:pt x="113238" y="29038"/>
                  </a:lnTo>
                  <a:lnTo>
                    <a:pt x="113698" y="28640"/>
                  </a:lnTo>
                  <a:lnTo>
                    <a:pt x="114506" y="28184"/>
                  </a:lnTo>
                  <a:lnTo>
                    <a:pt x="114650" y="28222"/>
                  </a:lnTo>
                  <a:lnTo>
                    <a:pt x="114337" y="29179"/>
                  </a:lnTo>
                  <a:lnTo>
                    <a:pt x="114130" y="29456"/>
                  </a:lnTo>
                  <a:lnTo>
                    <a:pt x="112241" y="30048"/>
                  </a:lnTo>
                  <a:lnTo>
                    <a:pt x="112056" y="30500"/>
                  </a:lnTo>
                  <a:lnTo>
                    <a:pt x="112261" y="31198"/>
                  </a:lnTo>
                  <a:lnTo>
                    <a:pt x="112587" y="31659"/>
                  </a:lnTo>
                  <a:lnTo>
                    <a:pt x="113035" y="31882"/>
                  </a:lnTo>
                  <a:lnTo>
                    <a:pt x="113820" y="31723"/>
                  </a:lnTo>
                  <a:lnTo>
                    <a:pt x="114940" y="31185"/>
                  </a:lnTo>
                  <a:lnTo>
                    <a:pt x="116336" y="30360"/>
                  </a:lnTo>
                  <a:lnTo>
                    <a:pt x="119352" y="28268"/>
                  </a:lnTo>
                  <a:lnTo>
                    <a:pt x="119612" y="27885"/>
                  </a:lnTo>
                  <a:lnTo>
                    <a:pt x="120374" y="26204"/>
                  </a:lnTo>
                  <a:lnTo>
                    <a:pt x="122103" y="25462"/>
                  </a:lnTo>
                  <a:lnTo>
                    <a:pt x="125234" y="24617"/>
                  </a:lnTo>
                  <a:lnTo>
                    <a:pt x="126002" y="24081"/>
                  </a:lnTo>
                  <a:lnTo>
                    <a:pt x="123256" y="23626"/>
                  </a:lnTo>
                  <a:lnTo>
                    <a:pt x="122687" y="23314"/>
                  </a:lnTo>
                  <a:lnTo>
                    <a:pt x="122597" y="23127"/>
                  </a:lnTo>
                  <a:lnTo>
                    <a:pt x="123115" y="22647"/>
                  </a:lnTo>
                  <a:lnTo>
                    <a:pt x="121861" y="22170"/>
                  </a:lnTo>
                  <a:lnTo>
                    <a:pt x="121401" y="21876"/>
                  </a:lnTo>
                  <a:lnTo>
                    <a:pt x="121420" y="21020"/>
                  </a:lnTo>
                  <a:lnTo>
                    <a:pt x="121806" y="20406"/>
                  </a:lnTo>
                  <a:lnTo>
                    <a:pt x="122627" y="19812"/>
                  </a:lnTo>
                  <a:lnTo>
                    <a:pt x="123095" y="19708"/>
                  </a:lnTo>
                  <a:lnTo>
                    <a:pt x="124320" y="20054"/>
                  </a:lnTo>
                  <a:lnTo>
                    <a:pt x="125349" y="20499"/>
                  </a:lnTo>
                  <a:lnTo>
                    <a:pt x="128906" y="22569"/>
                  </a:lnTo>
                  <a:lnTo>
                    <a:pt x="130333" y="23582"/>
                  </a:lnTo>
                  <a:lnTo>
                    <a:pt x="131161" y="24374"/>
                  </a:lnTo>
                  <a:lnTo>
                    <a:pt x="133164" y="26851"/>
                  </a:lnTo>
                  <a:lnTo>
                    <a:pt x="134046" y="28283"/>
                  </a:lnTo>
                  <a:lnTo>
                    <a:pt x="134754" y="29757"/>
                  </a:lnTo>
                  <a:lnTo>
                    <a:pt x="135452" y="30821"/>
                  </a:lnTo>
                  <a:lnTo>
                    <a:pt x="136140" y="31474"/>
                  </a:lnTo>
                  <a:lnTo>
                    <a:pt x="139563" y="34055"/>
                  </a:lnTo>
                  <a:lnTo>
                    <a:pt x="141328" y="35145"/>
                  </a:lnTo>
                  <a:lnTo>
                    <a:pt x="142808" y="35822"/>
                  </a:lnTo>
                  <a:lnTo>
                    <a:pt x="144507" y="36360"/>
                  </a:lnTo>
                  <a:lnTo>
                    <a:pt x="146426" y="36756"/>
                  </a:lnTo>
                  <a:lnTo>
                    <a:pt x="147734" y="36789"/>
                  </a:lnTo>
                  <a:lnTo>
                    <a:pt x="149767" y="35691"/>
                  </a:lnTo>
                  <a:lnTo>
                    <a:pt x="149814" y="34968"/>
                  </a:lnTo>
                  <a:lnTo>
                    <a:pt x="148918" y="33763"/>
                  </a:lnTo>
                  <a:lnTo>
                    <a:pt x="148016" y="32929"/>
                  </a:lnTo>
                  <a:lnTo>
                    <a:pt x="148124" y="32420"/>
                  </a:lnTo>
                  <a:lnTo>
                    <a:pt x="149317" y="31445"/>
                  </a:lnTo>
                  <a:lnTo>
                    <a:pt x="149237" y="31105"/>
                  </a:lnTo>
                  <a:lnTo>
                    <a:pt x="149489" y="30100"/>
                  </a:lnTo>
                  <a:lnTo>
                    <a:pt x="150314" y="30292"/>
                  </a:lnTo>
                  <a:lnTo>
                    <a:pt x="150640" y="30253"/>
                  </a:lnTo>
                  <a:lnTo>
                    <a:pt x="151099" y="29884"/>
                  </a:lnTo>
                  <a:lnTo>
                    <a:pt x="151693" y="29185"/>
                  </a:lnTo>
                  <a:lnTo>
                    <a:pt x="152441" y="28608"/>
                  </a:lnTo>
                  <a:lnTo>
                    <a:pt x="153345" y="28151"/>
                  </a:lnTo>
                  <a:lnTo>
                    <a:pt x="153588" y="27851"/>
                  </a:lnTo>
                  <a:lnTo>
                    <a:pt x="152693" y="27635"/>
                  </a:lnTo>
                  <a:lnTo>
                    <a:pt x="152149" y="27634"/>
                  </a:lnTo>
                  <a:lnTo>
                    <a:pt x="151747" y="27536"/>
                  </a:lnTo>
                  <a:lnTo>
                    <a:pt x="151484" y="27341"/>
                  </a:lnTo>
                  <a:lnTo>
                    <a:pt x="151843" y="27130"/>
                  </a:lnTo>
                  <a:lnTo>
                    <a:pt x="153804" y="26594"/>
                  </a:lnTo>
                  <a:lnTo>
                    <a:pt x="154171" y="26080"/>
                  </a:lnTo>
                  <a:lnTo>
                    <a:pt x="154799" y="25739"/>
                  </a:lnTo>
                  <a:lnTo>
                    <a:pt x="155602" y="25603"/>
                  </a:lnTo>
                  <a:lnTo>
                    <a:pt x="156099" y="25744"/>
                  </a:lnTo>
                  <a:lnTo>
                    <a:pt x="156648" y="26170"/>
                  </a:lnTo>
                  <a:lnTo>
                    <a:pt x="156677" y="26849"/>
                  </a:lnTo>
                  <a:lnTo>
                    <a:pt x="156434" y="27955"/>
                  </a:lnTo>
                  <a:lnTo>
                    <a:pt x="156389" y="28849"/>
                  </a:lnTo>
                  <a:lnTo>
                    <a:pt x="157004" y="30956"/>
                  </a:lnTo>
                  <a:lnTo>
                    <a:pt x="157548" y="31415"/>
                  </a:lnTo>
                  <a:lnTo>
                    <a:pt x="159675" y="32036"/>
                  </a:lnTo>
                  <a:lnTo>
                    <a:pt x="159544" y="32550"/>
                  </a:lnTo>
                  <a:lnTo>
                    <a:pt x="157085" y="34772"/>
                  </a:lnTo>
                  <a:lnTo>
                    <a:pt x="156559" y="35316"/>
                  </a:lnTo>
                  <a:lnTo>
                    <a:pt x="156300" y="35730"/>
                  </a:lnTo>
                  <a:lnTo>
                    <a:pt x="156387" y="36080"/>
                  </a:lnTo>
                  <a:lnTo>
                    <a:pt x="156822" y="36368"/>
                  </a:lnTo>
                  <a:lnTo>
                    <a:pt x="157655" y="36571"/>
                  </a:lnTo>
                  <a:lnTo>
                    <a:pt x="159797" y="36654"/>
                  </a:lnTo>
                  <a:lnTo>
                    <a:pt x="160384" y="36460"/>
                  </a:lnTo>
                  <a:lnTo>
                    <a:pt x="164551" y="36395"/>
                  </a:lnTo>
                  <a:lnTo>
                    <a:pt x="165315" y="36229"/>
                  </a:lnTo>
                  <a:lnTo>
                    <a:pt x="165958" y="35802"/>
                  </a:lnTo>
                  <a:lnTo>
                    <a:pt x="166894" y="34733"/>
                  </a:lnTo>
                  <a:lnTo>
                    <a:pt x="167959" y="34407"/>
                  </a:lnTo>
                  <a:lnTo>
                    <a:pt x="168293" y="34107"/>
                  </a:lnTo>
                  <a:lnTo>
                    <a:pt x="168947" y="32838"/>
                  </a:lnTo>
                  <a:lnTo>
                    <a:pt x="169270" y="31365"/>
                  </a:lnTo>
                  <a:lnTo>
                    <a:pt x="169590" y="30746"/>
                  </a:lnTo>
                  <a:lnTo>
                    <a:pt x="170070" y="30362"/>
                  </a:lnTo>
                  <a:lnTo>
                    <a:pt x="170724" y="30239"/>
                  </a:lnTo>
                  <a:lnTo>
                    <a:pt x="172345" y="30384"/>
                  </a:lnTo>
                  <a:lnTo>
                    <a:pt x="173106" y="30259"/>
                  </a:lnTo>
                  <a:lnTo>
                    <a:pt x="176109" y="30384"/>
                  </a:lnTo>
                  <a:lnTo>
                    <a:pt x="179112" y="30276"/>
                  </a:lnTo>
                  <a:lnTo>
                    <a:pt x="182217" y="30536"/>
                  </a:lnTo>
                  <a:lnTo>
                    <a:pt x="184211" y="30840"/>
                  </a:lnTo>
                  <a:lnTo>
                    <a:pt x="186055" y="31317"/>
                  </a:lnTo>
                  <a:lnTo>
                    <a:pt x="189591" y="32449"/>
                  </a:lnTo>
                  <a:lnTo>
                    <a:pt x="190989" y="33056"/>
                  </a:lnTo>
                  <a:lnTo>
                    <a:pt x="195929" y="35794"/>
                  </a:lnTo>
                  <a:lnTo>
                    <a:pt x="197372" y="36352"/>
                  </a:lnTo>
                  <a:lnTo>
                    <a:pt x="200089" y="36885"/>
                  </a:lnTo>
                  <a:lnTo>
                    <a:pt x="209400" y="38073"/>
                  </a:lnTo>
                  <a:lnTo>
                    <a:pt x="210571" y="38392"/>
                  </a:lnTo>
                  <a:lnTo>
                    <a:pt x="213024" y="39639"/>
                  </a:lnTo>
                  <a:lnTo>
                    <a:pt x="214714" y="40367"/>
                  </a:lnTo>
                  <a:lnTo>
                    <a:pt x="216718" y="41061"/>
                  </a:lnTo>
                  <a:lnTo>
                    <a:pt x="219224" y="41661"/>
                  </a:lnTo>
                  <a:lnTo>
                    <a:pt x="224134" y="42568"/>
                  </a:lnTo>
                  <a:lnTo>
                    <a:pt x="224932" y="42867"/>
                  </a:lnTo>
                  <a:lnTo>
                    <a:pt x="225833" y="42955"/>
                  </a:lnTo>
                  <a:lnTo>
                    <a:pt x="226836" y="42832"/>
                  </a:lnTo>
                  <a:lnTo>
                    <a:pt x="231337" y="43350"/>
                  </a:lnTo>
                  <a:lnTo>
                    <a:pt x="232523" y="43325"/>
                  </a:lnTo>
                  <a:lnTo>
                    <a:pt x="233379" y="43423"/>
                  </a:lnTo>
                  <a:lnTo>
                    <a:pt x="234433" y="43796"/>
                  </a:lnTo>
                  <a:lnTo>
                    <a:pt x="235977" y="43933"/>
                  </a:lnTo>
                  <a:lnTo>
                    <a:pt x="235923" y="43677"/>
                  </a:lnTo>
                  <a:lnTo>
                    <a:pt x="234160" y="42247"/>
                  </a:lnTo>
                  <a:lnTo>
                    <a:pt x="234237" y="42022"/>
                  </a:lnTo>
                  <a:lnTo>
                    <a:pt x="234962" y="42004"/>
                  </a:lnTo>
                  <a:lnTo>
                    <a:pt x="237145" y="42244"/>
                  </a:lnTo>
                  <a:lnTo>
                    <a:pt x="237644" y="41837"/>
                  </a:lnTo>
                  <a:lnTo>
                    <a:pt x="238372" y="41847"/>
                  </a:lnTo>
                  <a:lnTo>
                    <a:pt x="240030" y="42043"/>
                  </a:lnTo>
                  <a:lnTo>
                    <a:pt x="241816" y="42484"/>
                  </a:lnTo>
                  <a:lnTo>
                    <a:pt x="243732" y="43169"/>
                  </a:lnTo>
                  <a:lnTo>
                    <a:pt x="246060" y="43751"/>
                  </a:lnTo>
                  <a:lnTo>
                    <a:pt x="249594" y="45201"/>
                  </a:lnTo>
                  <a:lnTo>
                    <a:pt x="251546" y="46408"/>
                  </a:lnTo>
                  <a:lnTo>
                    <a:pt x="253398" y="47908"/>
                  </a:lnTo>
                  <a:lnTo>
                    <a:pt x="254413" y="48950"/>
                  </a:lnTo>
                  <a:lnTo>
                    <a:pt x="254591" y="49535"/>
                  </a:lnTo>
                  <a:lnTo>
                    <a:pt x="254978" y="49824"/>
                  </a:lnTo>
                  <a:lnTo>
                    <a:pt x="255573" y="49820"/>
                  </a:lnTo>
                  <a:lnTo>
                    <a:pt x="255798" y="50042"/>
                  </a:lnTo>
                  <a:lnTo>
                    <a:pt x="255265" y="51333"/>
                  </a:lnTo>
                  <a:lnTo>
                    <a:pt x="254958" y="51655"/>
                  </a:lnTo>
                  <a:lnTo>
                    <a:pt x="254554" y="51887"/>
                  </a:lnTo>
                  <a:lnTo>
                    <a:pt x="252862" y="52151"/>
                  </a:lnTo>
                  <a:lnTo>
                    <a:pt x="248221" y="51839"/>
                  </a:lnTo>
                  <a:lnTo>
                    <a:pt x="247399" y="52884"/>
                  </a:lnTo>
                  <a:lnTo>
                    <a:pt x="244799" y="53766"/>
                  </a:lnTo>
                  <a:lnTo>
                    <a:pt x="244336" y="54152"/>
                  </a:lnTo>
                  <a:lnTo>
                    <a:pt x="244234" y="54434"/>
                  </a:lnTo>
                  <a:lnTo>
                    <a:pt x="244420" y="55349"/>
                  </a:lnTo>
                  <a:lnTo>
                    <a:pt x="244091" y="55630"/>
                  </a:lnTo>
                  <a:lnTo>
                    <a:pt x="241962" y="56674"/>
                  </a:lnTo>
                  <a:lnTo>
                    <a:pt x="241890" y="56970"/>
                  </a:lnTo>
                  <a:lnTo>
                    <a:pt x="243272" y="57398"/>
                  </a:lnTo>
                  <a:lnTo>
                    <a:pt x="244741" y="58130"/>
                  </a:lnTo>
                  <a:lnTo>
                    <a:pt x="245895" y="58308"/>
                  </a:lnTo>
                  <a:lnTo>
                    <a:pt x="247356" y="58208"/>
                  </a:lnTo>
                  <a:lnTo>
                    <a:pt x="249190" y="58464"/>
                  </a:lnTo>
                  <a:lnTo>
                    <a:pt x="251399" y="59078"/>
                  </a:lnTo>
                  <a:lnTo>
                    <a:pt x="252935" y="59358"/>
                  </a:lnTo>
                  <a:lnTo>
                    <a:pt x="253799" y="59304"/>
                  </a:lnTo>
                  <a:lnTo>
                    <a:pt x="254978" y="59417"/>
                  </a:lnTo>
                  <a:lnTo>
                    <a:pt x="256472" y="59696"/>
                  </a:lnTo>
                  <a:lnTo>
                    <a:pt x="258471" y="59793"/>
                  </a:lnTo>
                  <a:lnTo>
                    <a:pt x="262888" y="59768"/>
                  </a:lnTo>
                  <a:lnTo>
                    <a:pt x="264213" y="59978"/>
                  </a:lnTo>
                  <a:lnTo>
                    <a:pt x="266063" y="60073"/>
                  </a:lnTo>
                  <a:lnTo>
                    <a:pt x="269624" y="60044"/>
                  </a:lnTo>
                  <a:lnTo>
                    <a:pt x="270266" y="60005"/>
                  </a:lnTo>
                  <a:lnTo>
                    <a:pt x="271407" y="59519"/>
                  </a:lnTo>
                  <a:lnTo>
                    <a:pt x="272144" y="59358"/>
                  </a:lnTo>
                  <a:lnTo>
                    <a:pt x="273425" y="59350"/>
                  </a:lnTo>
                  <a:lnTo>
                    <a:pt x="277118" y="58993"/>
                  </a:lnTo>
                  <a:lnTo>
                    <a:pt x="278397" y="58999"/>
                  </a:lnTo>
                  <a:lnTo>
                    <a:pt x="279580" y="58730"/>
                  </a:lnTo>
                  <a:lnTo>
                    <a:pt x="281093" y="58185"/>
                  </a:lnTo>
                  <a:lnTo>
                    <a:pt x="282026" y="58083"/>
                  </a:lnTo>
                  <a:lnTo>
                    <a:pt x="282380" y="58422"/>
                  </a:lnTo>
                  <a:lnTo>
                    <a:pt x="283017" y="58570"/>
                  </a:lnTo>
                  <a:lnTo>
                    <a:pt x="283938" y="58525"/>
                  </a:lnTo>
                  <a:lnTo>
                    <a:pt x="285690" y="57947"/>
                  </a:lnTo>
                  <a:lnTo>
                    <a:pt x="289786" y="56247"/>
                  </a:lnTo>
                  <a:lnTo>
                    <a:pt x="291259" y="56249"/>
                  </a:lnTo>
                  <a:lnTo>
                    <a:pt x="292340" y="55716"/>
                  </a:lnTo>
                  <a:lnTo>
                    <a:pt x="292605" y="55707"/>
                  </a:lnTo>
                  <a:lnTo>
                    <a:pt x="292903" y="55926"/>
                  </a:lnTo>
                  <a:lnTo>
                    <a:pt x="293905" y="57172"/>
                  </a:lnTo>
                  <a:lnTo>
                    <a:pt x="294211" y="57372"/>
                  </a:lnTo>
                  <a:lnTo>
                    <a:pt x="294900" y="57479"/>
                  </a:lnTo>
                  <a:lnTo>
                    <a:pt x="295574" y="58117"/>
                  </a:lnTo>
                  <a:lnTo>
                    <a:pt x="296275" y="59070"/>
                  </a:lnTo>
                  <a:lnTo>
                    <a:pt x="296802" y="59336"/>
                  </a:lnTo>
                  <a:lnTo>
                    <a:pt x="300643" y="59377"/>
                  </a:lnTo>
                  <a:lnTo>
                    <a:pt x="301997" y="59642"/>
                  </a:lnTo>
                  <a:lnTo>
                    <a:pt x="302406" y="59916"/>
                  </a:lnTo>
                  <a:lnTo>
                    <a:pt x="302818" y="60669"/>
                  </a:lnTo>
                  <a:lnTo>
                    <a:pt x="303071" y="62130"/>
                  </a:lnTo>
                  <a:lnTo>
                    <a:pt x="303240" y="62666"/>
                  </a:lnTo>
                  <a:lnTo>
                    <a:pt x="303797" y="63445"/>
                  </a:lnTo>
                  <a:lnTo>
                    <a:pt x="304166" y="63670"/>
                  </a:lnTo>
                  <a:lnTo>
                    <a:pt x="304514" y="63454"/>
                  </a:lnTo>
                  <a:lnTo>
                    <a:pt x="305461" y="61427"/>
                  </a:lnTo>
                  <a:lnTo>
                    <a:pt x="305791" y="61101"/>
                  </a:lnTo>
                  <a:lnTo>
                    <a:pt x="306424" y="61214"/>
                  </a:lnTo>
                  <a:lnTo>
                    <a:pt x="306617" y="61314"/>
                  </a:lnTo>
                  <a:lnTo>
                    <a:pt x="307576" y="62815"/>
                  </a:lnTo>
                  <a:lnTo>
                    <a:pt x="308944" y="63929"/>
                  </a:lnTo>
                  <a:lnTo>
                    <a:pt x="312333" y="65980"/>
                  </a:lnTo>
                  <a:lnTo>
                    <a:pt x="312884" y="66731"/>
                  </a:lnTo>
                  <a:lnTo>
                    <a:pt x="313086" y="67289"/>
                  </a:lnTo>
                  <a:lnTo>
                    <a:pt x="312894" y="67787"/>
                  </a:lnTo>
                  <a:lnTo>
                    <a:pt x="312309" y="68228"/>
                  </a:lnTo>
                  <a:lnTo>
                    <a:pt x="311390" y="68583"/>
                  </a:lnTo>
                  <a:lnTo>
                    <a:pt x="310137" y="68850"/>
                  </a:lnTo>
                  <a:lnTo>
                    <a:pt x="308969" y="68754"/>
                  </a:lnTo>
                  <a:lnTo>
                    <a:pt x="307883" y="68294"/>
                  </a:lnTo>
                  <a:lnTo>
                    <a:pt x="307533" y="68269"/>
                  </a:lnTo>
                  <a:lnTo>
                    <a:pt x="307919" y="68677"/>
                  </a:lnTo>
                  <a:lnTo>
                    <a:pt x="310162" y="70375"/>
                  </a:lnTo>
                  <a:lnTo>
                    <a:pt x="310735" y="71053"/>
                  </a:lnTo>
                  <a:lnTo>
                    <a:pt x="311266" y="71504"/>
                  </a:lnTo>
                  <a:lnTo>
                    <a:pt x="311757" y="71727"/>
                  </a:lnTo>
                  <a:lnTo>
                    <a:pt x="312210" y="72094"/>
                  </a:lnTo>
                  <a:lnTo>
                    <a:pt x="312624" y="72606"/>
                  </a:lnTo>
                  <a:lnTo>
                    <a:pt x="314488" y="73968"/>
                  </a:lnTo>
                  <a:lnTo>
                    <a:pt x="315018" y="74617"/>
                  </a:lnTo>
                  <a:lnTo>
                    <a:pt x="317143" y="76644"/>
                  </a:lnTo>
                  <a:lnTo>
                    <a:pt x="318152" y="77441"/>
                  </a:lnTo>
                  <a:lnTo>
                    <a:pt x="318931" y="77899"/>
                  </a:lnTo>
                  <a:lnTo>
                    <a:pt x="319232" y="77945"/>
                  </a:lnTo>
                  <a:lnTo>
                    <a:pt x="319056" y="77577"/>
                  </a:lnTo>
                  <a:lnTo>
                    <a:pt x="316347" y="74877"/>
                  </a:lnTo>
                  <a:lnTo>
                    <a:pt x="314967" y="73182"/>
                  </a:lnTo>
                  <a:lnTo>
                    <a:pt x="314773" y="72775"/>
                  </a:lnTo>
                  <a:lnTo>
                    <a:pt x="314684" y="72153"/>
                  </a:lnTo>
                  <a:lnTo>
                    <a:pt x="314630" y="70093"/>
                  </a:lnTo>
                  <a:lnTo>
                    <a:pt x="314827" y="69777"/>
                  </a:lnTo>
                  <a:lnTo>
                    <a:pt x="315763" y="69512"/>
                  </a:lnTo>
                  <a:lnTo>
                    <a:pt x="316964" y="70446"/>
                  </a:lnTo>
                  <a:lnTo>
                    <a:pt x="317418" y="70577"/>
                  </a:lnTo>
                  <a:lnTo>
                    <a:pt x="317725" y="70522"/>
                  </a:lnTo>
                  <a:lnTo>
                    <a:pt x="317883" y="70281"/>
                  </a:lnTo>
                  <a:lnTo>
                    <a:pt x="318573" y="70504"/>
                  </a:lnTo>
                  <a:lnTo>
                    <a:pt x="319793" y="71194"/>
                  </a:lnTo>
                  <a:lnTo>
                    <a:pt x="320207" y="71205"/>
                  </a:lnTo>
                  <a:lnTo>
                    <a:pt x="319287" y="69885"/>
                  </a:lnTo>
                  <a:lnTo>
                    <a:pt x="318628" y="69241"/>
                  </a:lnTo>
                  <a:lnTo>
                    <a:pt x="318396" y="68792"/>
                  </a:lnTo>
                  <a:lnTo>
                    <a:pt x="319008" y="68115"/>
                  </a:lnTo>
                  <a:lnTo>
                    <a:pt x="318674" y="67773"/>
                  </a:lnTo>
                  <a:lnTo>
                    <a:pt x="317124" y="66778"/>
                  </a:lnTo>
                  <a:lnTo>
                    <a:pt x="316318" y="65747"/>
                  </a:lnTo>
                  <a:lnTo>
                    <a:pt x="315594" y="64189"/>
                  </a:lnTo>
                  <a:lnTo>
                    <a:pt x="315529" y="63583"/>
                  </a:lnTo>
                  <a:lnTo>
                    <a:pt x="315648" y="62941"/>
                  </a:lnTo>
                  <a:lnTo>
                    <a:pt x="315539" y="62425"/>
                  </a:lnTo>
                  <a:lnTo>
                    <a:pt x="314563" y="61370"/>
                  </a:lnTo>
                  <a:lnTo>
                    <a:pt x="313503" y="60640"/>
                  </a:lnTo>
                  <a:lnTo>
                    <a:pt x="312661" y="59792"/>
                  </a:lnTo>
                  <a:lnTo>
                    <a:pt x="312490" y="59346"/>
                  </a:lnTo>
                  <a:lnTo>
                    <a:pt x="312620" y="58138"/>
                  </a:lnTo>
                  <a:lnTo>
                    <a:pt x="313258" y="57612"/>
                  </a:lnTo>
                  <a:lnTo>
                    <a:pt x="314468" y="56907"/>
                  </a:lnTo>
                  <a:lnTo>
                    <a:pt x="314794" y="56182"/>
                  </a:lnTo>
                  <a:lnTo>
                    <a:pt x="314237" y="55433"/>
                  </a:lnTo>
                  <a:lnTo>
                    <a:pt x="314135" y="55093"/>
                  </a:lnTo>
                  <a:lnTo>
                    <a:pt x="314487" y="55159"/>
                  </a:lnTo>
                  <a:lnTo>
                    <a:pt x="316868" y="54783"/>
                  </a:lnTo>
                  <a:lnTo>
                    <a:pt x="317466" y="54915"/>
                  </a:lnTo>
                  <a:lnTo>
                    <a:pt x="318365" y="54755"/>
                  </a:lnTo>
                  <a:lnTo>
                    <a:pt x="319567" y="54300"/>
                  </a:lnTo>
                  <a:lnTo>
                    <a:pt x="320506" y="54095"/>
                  </a:lnTo>
                  <a:lnTo>
                    <a:pt x="321747" y="54125"/>
                  </a:lnTo>
                  <a:lnTo>
                    <a:pt x="322420" y="54016"/>
                  </a:lnTo>
                  <a:lnTo>
                    <a:pt x="323242" y="53814"/>
                  </a:lnTo>
                  <a:lnTo>
                    <a:pt x="323667" y="53588"/>
                  </a:lnTo>
                  <a:lnTo>
                    <a:pt x="324421" y="52724"/>
                  </a:lnTo>
                  <a:lnTo>
                    <a:pt x="324824" y="52595"/>
                  </a:lnTo>
                  <a:lnTo>
                    <a:pt x="326088" y="52689"/>
                  </a:lnTo>
                  <a:lnTo>
                    <a:pt x="326801" y="52879"/>
                  </a:lnTo>
                  <a:lnTo>
                    <a:pt x="327134" y="52810"/>
                  </a:lnTo>
                  <a:lnTo>
                    <a:pt x="327085" y="51584"/>
                  </a:lnTo>
                  <a:lnTo>
                    <a:pt x="327322" y="51154"/>
                  </a:lnTo>
                  <a:lnTo>
                    <a:pt x="328582" y="50263"/>
                  </a:lnTo>
                  <a:lnTo>
                    <a:pt x="329898" y="50170"/>
                  </a:lnTo>
                  <a:lnTo>
                    <a:pt x="330776" y="49927"/>
                  </a:lnTo>
                  <a:lnTo>
                    <a:pt x="331781" y="49427"/>
                  </a:lnTo>
                  <a:lnTo>
                    <a:pt x="332502" y="48981"/>
                  </a:lnTo>
                  <a:lnTo>
                    <a:pt x="333218" y="48263"/>
                  </a:lnTo>
                  <a:lnTo>
                    <a:pt x="333511" y="47347"/>
                  </a:lnTo>
                  <a:lnTo>
                    <a:pt x="333283" y="47084"/>
                  </a:lnTo>
                  <a:lnTo>
                    <a:pt x="331789" y="46730"/>
                  </a:lnTo>
                  <a:lnTo>
                    <a:pt x="330891" y="46914"/>
                  </a:lnTo>
                  <a:lnTo>
                    <a:pt x="328903" y="47566"/>
                  </a:lnTo>
                  <a:lnTo>
                    <a:pt x="326814" y="48404"/>
                  </a:lnTo>
                  <a:lnTo>
                    <a:pt x="326008" y="49184"/>
                  </a:lnTo>
                  <a:lnTo>
                    <a:pt x="325787" y="50183"/>
                  </a:lnTo>
                  <a:lnTo>
                    <a:pt x="325391" y="50623"/>
                  </a:lnTo>
                  <a:lnTo>
                    <a:pt x="323765" y="50206"/>
                  </a:lnTo>
                  <a:lnTo>
                    <a:pt x="323071" y="50213"/>
                  </a:lnTo>
                  <a:lnTo>
                    <a:pt x="322200" y="50386"/>
                  </a:lnTo>
                  <a:lnTo>
                    <a:pt x="321277" y="50770"/>
                  </a:lnTo>
                  <a:lnTo>
                    <a:pt x="320304" y="51365"/>
                  </a:lnTo>
                  <a:lnTo>
                    <a:pt x="318866" y="51473"/>
                  </a:lnTo>
                  <a:lnTo>
                    <a:pt x="316965" y="51095"/>
                  </a:lnTo>
                  <a:lnTo>
                    <a:pt x="315828" y="50990"/>
                  </a:lnTo>
                  <a:lnTo>
                    <a:pt x="314672" y="51622"/>
                  </a:lnTo>
                  <a:lnTo>
                    <a:pt x="314741" y="52092"/>
                  </a:lnTo>
                  <a:lnTo>
                    <a:pt x="315276" y="52777"/>
                  </a:lnTo>
                  <a:lnTo>
                    <a:pt x="314741" y="53185"/>
                  </a:lnTo>
                  <a:lnTo>
                    <a:pt x="311969" y="53335"/>
                  </a:lnTo>
                  <a:lnTo>
                    <a:pt x="311237" y="53247"/>
                  </a:lnTo>
                  <a:lnTo>
                    <a:pt x="309757" y="53517"/>
                  </a:lnTo>
                  <a:lnTo>
                    <a:pt x="309172" y="53459"/>
                  </a:lnTo>
                  <a:lnTo>
                    <a:pt x="308746" y="53132"/>
                  </a:lnTo>
                  <a:lnTo>
                    <a:pt x="305731" y="51740"/>
                  </a:lnTo>
                  <a:lnTo>
                    <a:pt x="305432" y="51459"/>
                  </a:lnTo>
                  <a:lnTo>
                    <a:pt x="306163" y="50328"/>
                  </a:lnTo>
                  <a:lnTo>
                    <a:pt x="308955" y="47270"/>
                  </a:lnTo>
                  <a:lnTo>
                    <a:pt x="309261" y="47089"/>
                  </a:lnTo>
                  <a:lnTo>
                    <a:pt x="314437" y="46557"/>
                  </a:lnTo>
                  <a:lnTo>
                    <a:pt x="317563" y="46000"/>
                  </a:lnTo>
                  <a:lnTo>
                    <a:pt x="323289" y="44317"/>
                  </a:lnTo>
                  <a:lnTo>
                    <a:pt x="324398" y="44178"/>
                  </a:lnTo>
                  <a:lnTo>
                    <a:pt x="328080" y="43062"/>
                  </a:lnTo>
                  <a:lnTo>
                    <a:pt x="329592" y="42778"/>
                  </a:lnTo>
                  <a:lnTo>
                    <a:pt x="331000" y="42970"/>
                  </a:lnTo>
                  <a:lnTo>
                    <a:pt x="333060" y="43546"/>
                  </a:lnTo>
                  <a:lnTo>
                    <a:pt x="334123" y="44057"/>
                  </a:lnTo>
                  <a:lnTo>
                    <a:pt x="334875" y="44695"/>
                  </a:lnTo>
                  <a:lnTo>
                    <a:pt x="335502" y="45584"/>
                  </a:lnTo>
                  <a:lnTo>
                    <a:pt x="336286" y="47545"/>
                  </a:lnTo>
                  <a:lnTo>
                    <a:pt x="336554" y="49216"/>
                  </a:lnTo>
                  <a:lnTo>
                    <a:pt x="337038" y="49836"/>
                  </a:lnTo>
                  <a:lnTo>
                    <a:pt x="338764" y="51000"/>
                  </a:lnTo>
                  <a:lnTo>
                    <a:pt x="339650" y="51451"/>
                  </a:lnTo>
                  <a:lnTo>
                    <a:pt x="340196" y="51592"/>
                  </a:lnTo>
                  <a:lnTo>
                    <a:pt x="340668" y="51320"/>
                  </a:lnTo>
                  <a:lnTo>
                    <a:pt x="340989" y="51276"/>
                  </a:lnTo>
                  <a:lnTo>
                    <a:pt x="341208" y="51381"/>
                  </a:lnTo>
                  <a:lnTo>
                    <a:pt x="341442" y="52114"/>
                  </a:lnTo>
                  <a:lnTo>
                    <a:pt x="341749" y="52187"/>
                  </a:lnTo>
                  <a:lnTo>
                    <a:pt x="342788" y="52096"/>
                  </a:lnTo>
                  <a:lnTo>
                    <a:pt x="343890" y="52399"/>
                  </a:lnTo>
                  <a:lnTo>
                    <a:pt x="344049" y="52624"/>
                  </a:lnTo>
                  <a:lnTo>
                    <a:pt x="343815" y="53533"/>
                  </a:lnTo>
                  <a:lnTo>
                    <a:pt x="344127" y="53913"/>
                  </a:lnTo>
                  <a:lnTo>
                    <a:pt x="345464" y="54727"/>
                  </a:lnTo>
                  <a:lnTo>
                    <a:pt x="346751" y="55033"/>
                  </a:lnTo>
                  <a:lnTo>
                    <a:pt x="348238" y="55173"/>
                  </a:lnTo>
                  <a:lnTo>
                    <a:pt x="351001" y="55035"/>
                  </a:lnTo>
                  <a:lnTo>
                    <a:pt x="353313" y="54644"/>
                  </a:lnTo>
                  <a:lnTo>
                    <a:pt x="355045" y="54003"/>
                  </a:lnTo>
                  <a:lnTo>
                    <a:pt x="356472" y="54718"/>
                  </a:lnTo>
                  <a:lnTo>
                    <a:pt x="359324" y="56442"/>
                  </a:lnTo>
                  <a:lnTo>
                    <a:pt x="361029" y="57662"/>
                  </a:lnTo>
                  <a:lnTo>
                    <a:pt x="362444" y="58236"/>
                  </a:lnTo>
                  <a:lnTo>
                    <a:pt x="365310" y="58925"/>
                  </a:lnTo>
                  <a:lnTo>
                    <a:pt x="365960" y="59295"/>
                  </a:lnTo>
                  <a:lnTo>
                    <a:pt x="367007" y="59336"/>
                  </a:lnTo>
                  <a:lnTo>
                    <a:pt x="368450" y="59049"/>
                  </a:lnTo>
                  <a:lnTo>
                    <a:pt x="370092" y="59160"/>
                  </a:lnTo>
                  <a:lnTo>
                    <a:pt x="371935" y="59672"/>
                  </a:lnTo>
                  <a:lnTo>
                    <a:pt x="373201" y="59888"/>
                  </a:lnTo>
                  <a:lnTo>
                    <a:pt x="377540" y="58923"/>
                  </a:lnTo>
                  <a:lnTo>
                    <a:pt x="378202" y="58876"/>
                  </a:lnTo>
                  <a:lnTo>
                    <a:pt x="379818" y="58412"/>
                  </a:lnTo>
                  <a:lnTo>
                    <a:pt x="380859" y="58271"/>
                  </a:lnTo>
                  <a:lnTo>
                    <a:pt x="382084" y="58282"/>
                  </a:lnTo>
                  <a:lnTo>
                    <a:pt x="382997" y="58141"/>
                  </a:lnTo>
                  <a:lnTo>
                    <a:pt x="383598" y="57847"/>
                  </a:lnTo>
                  <a:lnTo>
                    <a:pt x="385898" y="57859"/>
                  </a:lnTo>
                  <a:lnTo>
                    <a:pt x="390061" y="58190"/>
                  </a:lnTo>
                  <a:lnTo>
                    <a:pt x="392906" y="58619"/>
                  </a:lnTo>
                  <a:lnTo>
                    <a:pt x="394596" y="59160"/>
                  </a:lnTo>
                  <a:lnTo>
                    <a:pt x="395984" y="59463"/>
                  </a:lnTo>
                  <a:lnTo>
                    <a:pt x="397069" y="59529"/>
                  </a:lnTo>
                  <a:lnTo>
                    <a:pt x="398126" y="59433"/>
                  </a:lnTo>
                  <a:lnTo>
                    <a:pt x="399155" y="59173"/>
                  </a:lnTo>
                  <a:lnTo>
                    <a:pt x="400238" y="58680"/>
                  </a:lnTo>
                  <a:lnTo>
                    <a:pt x="402551" y="58427"/>
                  </a:lnTo>
                  <a:lnTo>
                    <a:pt x="402936" y="58297"/>
                  </a:lnTo>
                  <a:lnTo>
                    <a:pt x="402888" y="58028"/>
                  </a:lnTo>
                  <a:lnTo>
                    <a:pt x="402408" y="57619"/>
                  </a:lnTo>
                  <a:lnTo>
                    <a:pt x="401097" y="56843"/>
                  </a:lnTo>
                  <a:lnTo>
                    <a:pt x="400178" y="56086"/>
                  </a:lnTo>
                  <a:lnTo>
                    <a:pt x="400002" y="55605"/>
                  </a:lnTo>
                  <a:lnTo>
                    <a:pt x="400022" y="55022"/>
                  </a:lnTo>
                  <a:lnTo>
                    <a:pt x="400308" y="54686"/>
                  </a:lnTo>
                  <a:lnTo>
                    <a:pt x="400860" y="54596"/>
                  </a:lnTo>
                  <a:lnTo>
                    <a:pt x="401727" y="54957"/>
                  </a:lnTo>
                  <a:lnTo>
                    <a:pt x="402910" y="55769"/>
                  </a:lnTo>
                  <a:lnTo>
                    <a:pt x="406243" y="58820"/>
                  </a:lnTo>
                  <a:lnTo>
                    <a:pt x="407046" y="59254"/>
                  </a:lnTo>
                  <a:lnTo>
                    <a:pt x="407489" y="59642"/>
                  </a:lnTo>
                  <a:lnTo>
                    <a:pt x="410549" y="60754"/>
                  </a:lnTo>
                  <a:lnTo>
                    <a:pt x="411991" y="60950"/>
                  </a:lnTo>
                  <a:lnTo>
                    <a:pt x="413700" y="60263"/>
                  </a:lnTo>
                  <a:lnTo>
                    <a:pt x="414456" y="59835"/>
                  </a:lnTo>
                  <a:lnTo>
                    <a:pt x="414825" y="59424"/>
                  </a:lnTo>
                  <a:lnTo>
                    <a:pt x="414808" y="59027"/>
                  </a:lnTo>
                  <a:lnTo>
                    <a:pt x="414972" y="58450"/>
                  </a:lnTo>
                  <a:lnTo>
                    <a:pt x="414800" y="58092"/>
                  </a:lnTo>
                  <a:lnTo>
                    <a:pt x="414341" y="57629"/>
                  </a:lnTo>
                  <a:lnTo>
                    <a:pt x="413115" y="56984"/>
                  </a:lnTo>
                  <a:lnTo>
                    <a:pt x="411124" y="56155"/>
                  </a:lnTo>
                  <a:lnTo>
                    <a:pt x="409303" y="55912"/>
                  </a:lnTo>
                  <a:lnTo>
                    <a:pt x="407654" y="56256"/>
                  </a:lnTo>
                  <a:lnTo>
                    <a:pt x="405789" y="56960"/>
                  </a:lnTo>
                  <a:lnTo>
                    <a:pt x="405013" y="56682"/>
                  </a:lnTo>
                  <a:lnTo>
                    <a:pt x="402687" y="54705"/>
                  </a:lnTo>
                  <a:lnTo>
                    <a:pt x="402101" y="53967"/>
                  </a:lnTo>
                  <a:lnTo>
                    <a:pt x="402102" y="53763"/>
                  </a:lnTo>
                  <a:lnTo>
                    <a:pt x="403182" y="53999"/>
                  </a:lnTo>
                  <a:lnTo>
                    <a:pt x="403231" y="53760"/>
                  </a:lnTo>
                  <a:lnTo>
                    <a:pt x="402585" y="52807"/>
                  </a:lnTo>
                  <a:lnTo>
                    <a:pt x="402187" y="52489"/>
                  </a:lnTo>
                  <a:lnTo>
                    <a:pt x="400846" y="50989"/>
                  </a:lnTo>
                  <a:lnTo>
                    <a:pt x="400680" y="50537"/>
                  </a:lnTo>
                  <a:lnTo>
                    <a:pt x="401515" y="50435"/>
                  </a:lnTo>
                  <a:lnTo>
                    <a:pt x="401894" y="50260"/>
                  </a:lnTo>
                  <a:lnTo>
                    <a:pt x="402402" y="50278"/>
                  </a:lnTo>
                  <a:lnTo>
                    <a:pt x="404767" y="51180"/>
                  </a:lnTo>
                  <a:lnTo>
                    <a:pt x="405978" y="50777"/>
                  </a:lnTo>
                  <a:lnTo>
                    <a:pt x="408781" y="50202"/>
                  </a:lnTo>
                  <a:lnTo>
                    <a:pt x="407676" y="49338"/>
                  </a:lnTo>
                  <a:lnTo>
                    <a:pt x="407413" y="48488"/>
                  </a:lnTo>
                  <a:lnTo>
                    <a:pt x="407543" y="48304"/>
                  </a:lnTo>
                  <a:lnTo>
                    <a:pt x="408456" y="48177"/>
                  </a:lnTo>
                  <a:lnTo>
                    <a:pt x="410245" y="48885"/>
                  </a:lnTo>
                  <a:lnTo>
                    <a:pt x="411110" y="48983"/>
                  </a:lnTo>
                  <a:lnTo>
                    <a:pt x="411744" y="48701"/>
                  </a:lnTo>
                  <a:lnTo>
                    <a:pt x="412413" y="48682"/>
                  </a:lnTo>
                  <a:lnTo>
                    <a:pt x="413118" y="48925"/>
                  </a:lnTo>
                  <a:lnTo>
                    <a:pt x="413780" y="49291"/>
                  </a:lnTo>
                  <a:lnTo>
                    <a:pt x="415009" y="50336"/>
                  </a:lnTo>
                  <a:lnTo>
                    <a:pt x="415616" y="50965"/>
                  </a:lnTo>
                  <a:lnTo>
                    <a:pt x="416299" y="51913"/>
                  </a:lnTo>
                  <a:lnTo>
                    <a:pt x="416516" y="52045"/>
                  </a:lnTo>
                  <a:lnTo>
                    <a:pt x="419813" y="52117"/>
                  </a:lnTo>
                  <a:lnTo>
                    <a:pt x="421682" y="51276"/>
                  </a:lnTo>
                  <a:lnTo>
                    <a:pt x="421641" y="51562"/>
                  </a:lnTo>
                  <a:lnTo>
                    <a:pt x="421213" y="52221"/>
                  </a:lnTo>
                  <a:lnTo>
                    <a:pt x="418896" y="54754"/>
                  </a:lnTo>
                  <a:lnTo>
                    <a:pt x="418925" y="55067"/>
                  </a:lnTo>
                  <a:lnTo>
                    <a:pt x="420154" y="54932"/>
                  </a:lnTo>
                  <a:lnTo>
                    <a:pt x="420730" y="54727"/>
                  </a:lnTo>
                  <a:lnTo>
                    <a:pt x="421085" y="54423"/>
                  </a:lnTo>
                  <a:lnTo>
                    <a:pt x="421393" y="53713"/>
                  </a:lnTo>
                  <a:lnTo>
                    <a:pt x="421599" y="53503"/>
                  </a:lnTo>
                  <a:lnTo>
                    <a:pt x="425041" y="52309"/>
                  </a:lnTo>
                  <a:lnTo>
                    <a:pt x="426037" y="52133"/>
                  </a:lnTo>
                  <a:lnTo>
                    <a:pt x="425415" y="53407"/>
                  </a:lnTo>
                  <a:lnTo>
                    <a:pt x="424135" y="57955"/>
                  </a:lnTo>
                  <a:lnTo>
                    <a:pt x="423875" y="59544"/>
                  </a:lnTo>
                  <a:lnTo>
                    <a:pt x="423595" y="60082"/>
                  </a:lnTo>
                  <a:lnTo>
                    <a:pt x="422242" y="61831"/>
                  </a:lnTo>
                  <a:lnTo>
                    <a:pt x="422264" y="62446"/>
                  </a:lnTo>
                  <a:lnTo>
                    <a:pt x="423742" y="63917"/>
                  </a:lnTo>
                  <a:lnTo>
                    <a:pt x="424006" y="64317"/>
                  </a:lnTo>
                  <a:lnTo>
                    <a:pt x="424155" y="65525"/>
                  </a:lnTo>
                  <a:lnTo>
                    <a:pt x="424418" y="65764"/>
                  </a:lnTo>
                  <a:lnTo>
                    <a:pt x="425637" y="65777"/>
                  </a:lnTo>
                  <a:lnTo>
                    <a:pt x="426900" y="65392"/>
                  </a:lnTo>
                  <a:lnTo>
                    <a:pt x="428406" y="65137"/>
                  </a:lnTo>
                  <a:lnTo>
                    <a:pt x="428640" y="65389"/>
                  </a:lnTo>
                  <a:lnTo>
                    <a:pt x="427814" y="66853"/>
                  </a:lnTo>
                  <a:lnTo>
                    <a:pt x="427859" y="66981"/>
                  </a:lnTo>
                  <a:lnTo>
                    <a:pt x="429290" y="66605"/>
                  </a:lnTo>
                  <a:lnTo>
                    <a:pt x="429947" y="66553"/>
                  </a:lnTo>
                  <a:lnTo>
                    <a:pt x="430215" y="66638"/>
                  </a:lnTo>
                  <a:lnTo>
                    <a:pt x="431282" y="67386"/>
                  </a:lnTo>
                  <a:lnTo>
                    <a:pt x="431389" y="67944"/>
                  </a:lnTo>
                  <a:lnTo>
                    <a:pt x="431366" y="68773"/>
                  </a:lnTo>
                  <a:lnTo>
                    <a:pt x="431254" y="69371"/>
                  </a:lnTo>
                  <a:lnTo>
                    <a:pt x="430893" y="69703"/>
                  </a:lnTo>
                  <a:lnTo>
                    <a:pt x="430465" y="69836"/>
                  </a:lnTo>
                  <a:lnTo>
                    <a:pt x="429925" y="69936"/>
                  </a:lnTo>
                  <a:lnTo>
                    <a:pt x="429440" y="69895"/>
                  </a:lnTo>
                  <a:lnTo>
                    <a:pt x="427945" y="70020"/>
                  </a:lnTo>
                  <a:lnTo>
                    <a:pt x="427063" y="69860"/>
                  </a:lnTo>
                  <a:lnTo>
                    <a:pt x="426191" y="69404"/>
                  </a:lnTo>
                  <a:lnTo>
                    <a:pt x="425571" y="69294"/>
                  </a:lnTo>
                  <a:lnTo>
                    <a:pt x="424853" y="69646"/>
                  </a:lnTo>
                  <a:lnTo>
                    <a:pt x="423717" y="69588"/>
                  </a:lnTo>
                  <a:lnTo>
                    <a:pt x="422441" y="68579"/>
                  </a:lnTo>
                  <a:lnTo>
                    <a:pt x="421932" y="68674"/>
                  </a:lnTo>
                  <a:lnTo>
                    <a:pt x="421758" y="68834"/>
                  </a:lnTo>
                  <a:lnTo>
                    <a:pt x="421780" y="69051"/>
                  </a:lnTo>
                  <a:lnTo>
                    <a:pt x="422355" y="69704"/>
                  </a:lnTo>
                  <a:lnTo>
                    <a:pt x="426841" y="73163"/>
                  </a:lnTo>
                  <a:lnTo>
                    <a:pt x="427523" y="73878"/>
                  </a:lnTo>
                  <a:lnTo>
                    <a:pt x="427766" y="74901"/>
                  </a:lnTo>
                  <a:lnTo>
                    <a:pt x="428186" y="73874"/>
                  </a:lnTo>
                  <a:lnTo>
                    <a:pt x="427912" y="73376"/>
                  </a:lnTo>
                  <a:lnTo>
                    <a:pt x="425604" y="71363"/>
                  </a:lnTo>
                  <a:lnTo>
                    <a:pt x="425327" y="70628"/>
                  </a:lnTo>
                  <a:lnTo>
                    <a:pt x="425407" y="70427"/>
                  </a:lnTo>
                  <a:lnTo>
                    <a:pt x="426018" y="70222"/>
                  </a:lnTo>
                  <a:lnTo>
                    <a:pt x="429303" y="70724"/>
                  </a:lnTo>
                  <a:lnTo>
                    <a:pt x="430577" y="70614"/>
                  </a:lnTo>
                  <a:lnTo>
                    <a:pt x="431436" y="70261"/>
                  </a:lnTo>
                  <a:lnTo>
                    <a:pt x="431867" y="69825"/>
                  </a:lnTo>
                  <a:lnTo>
                    <a:pt x="432179" y="67429"/>
                  </a:lnTo>
                  <a:lnTo>
                    <a:pt x="432769" y="65894"/>
                  </a:lnTo>
                  <a:lnTo>
                    <a:pt x="432420" y="64520"/>
                  </a:lnTo>
                  <a:lnTo>
                    <a:pt x="431531" y="62333"/>
                  </a:lnTo>
                  <a:lnTo>
                    <a:pt x="430833" y="61045"/>
                  </a:lnTo>
                  <a:lnTo>
                    <a:pt x="429222" y="59738"/>
                  </a:lnTo>
                  <a:lnTo>
                    <a:pt x="429063" y="59270"/>
                  </a:lnTo>
                  <a:lnTo>
                    <a:pt x="430858" y="55309"/>
                  </a:lnTo>
                  <a:lnTo>
                    <a:pt x="431182" y="54977"/>
                  </a:lnTo>
                  <a:lnTo>
                    <a:pt x="431583" y="54833"/>
                  </a:lnTo>
                  <a:lnTo>
                    <a:pt x="432996" y="54775"/>
                  </a:lnTo>
                  <a:lnTo>
                    <a:pt x="434026" y="54446"/>
                  </a:lnTo>
                  <a:lnTo>
                    <a:pt x="435641" y="54906"/>
                  </a:lnTo>
                  <a:lnTo>
                    <a:pt x="436532" y="55027"/>
                  </a:lnTo>
                  <a:lnTo>
                    <a:pt x="437635" y="54619"/>
                  </a:lnTo>
                  <a:lnTo>
                    <a:pt x="440086" y="52957"/>
                  </a:lnTo>
                  <a:lnTo>
                    <a:pt x="441046" y="52442"/>
                  </a:lnTo>
                  <a:lnTo>
                    <a:pt x="442267" y="51468"/>
                  </a:lnTo>
                  <a:lnTo>
                    <a:pt x="443749" y="50037"/>
                  </a:lnTo>
                  <a:lnTo>
                    <a:pt x="445361" y="48999"/>
                  </a:lnTo>
                  <a:lnTo>
                    <a:pt x="447973" y="48033"/>
                  </a:lnTo>
                  <a:lnTo>
                    <a:pt x="449569" y="47255"/>
                  </a:lnTo>
                  <a:lnTo>
                    <a:pt x="449891" y="46976"/>
                  </a:lnTo>
                  <a:lnTo>
                    <a:pt x="448407" y="46909"/>
                  </a:lnTo>
                  <a:lnTo>
                    <a:pt x="448046" y="46777"/>
                  </a:lnTo>
                  <a:lnTo>
                    <a:pt x="447741" y="46040"/>
                  </a:lnTo>
                  <a:lnTo>
                    <a:pt x="447896" y="44676"/>
                  </a:lnTo>
                  <a:lnTo>
                    <a:pt x="447868" y="43917"/>
                  </a:lnTo>
                  <a:lnTo>
                    <a:pt x="447691" y="43232"/>
                  </a:lnTo>
                  <a:lnTo>
                    <a:pt x="447367" y="42622"/>
                  </a:lnTo>
                  <a:lnTo>
                    <a:pt x="446894" y="42084"/>
                  </a:lnTo>
                  <a:lnTo>
                    <a:pt x="446463" y="41762"/>
                  </a:lnTo>
                  <a:lnTo>
                    <a:pt x="446074" y="41655"/>
                  </a:lnTo>
                  <a:lnTo>
                    <a:pt x="445806" y="41704"/>
                  </a:lnTo>
                  <a:lnTo>
                    <a:pt x="445661" y="41909"/>
                  </a:lnTo>
                  <a:lnTo>
                    <a:pt x="445263" y="43207"/>
                  </a:lnTo>
                  <a:lnTo>
                    <a:pt x="444758" y="44162"/>
                  </a:lnTo>
                  <a:lnTo>
                    <a:pt x="444064" y="44662"/>
                  </a:lnTo>
                  <a:lnTo>
                    <a:pt x="442625" y="45000"/>
                  </a:lnTo>
                  <a:lnTo>
                    <a:pt x="440152" y="45248"/>
                  </a:lnTo>
                  <a:lnTo>
                    <a:pt x="439126" y="44791"/>
                  </a:lnTo>
                  <a:lnTo>
                    <a:pt x="438997" y="44405"/>
                  </a:lnTo>
                  <a:lnTo>
                    <a:pt x="439356" y="42892"/>
                  </a:lnTo>
                  <a:lnTo>
                    <a:pt x="440178" y="42244"/>
                  </a:lnTo>
                  <a:lnTo>
                    <a:pt x="442439" y="40966"/>
                  </a:lnTo>
                  <a:lnTo>
                    <a:pt x="443886" y="39943"/>
                  </a:lnTo>
                  <a:lnTo>
                    <a:pt x="443910" y="39765"/>
                  </a:lnTo>
                  <a:lnTo>
                    <a:pt x="442579" y="39758"/>
                  </a:lnTo>
                  <a:lnTo>
                    <a:pt x="442262" y="39547"/>
                  </a:lnTo>
                  <a:lnTo>
                    <a:pt x="441982" y="38290"/>
                  </a:lnTo>
                  <a:lnTo>
                    <a:pt x="442059" y="37821"/>
                  </a:lnTo>
                  <a:lnTo>
                    <a:pt x="442268" y="37284"/>
                  </a:lnTo>
                  <a:lnTo>
                    <a:pt x="443198" y="36893"/>
                  </a:lnTo>
                  <a:lnTo>
                    <a:pt x="446055" y="36410"/>
                  </a:lnTo>
                  <a:lnTo>
                    <a:pt x="448278" y="35844"/>
                  </a:lnTo>
                  <a:lnTo>
                    <a:pt x="448342" y="36041"/>
                  </a:lnTo>
                  <a:lnTo>
                    <a:pt x="446561" y="37742"/>
                  </a:lnTo>
                  <a:lnTo>
                    <a:pt x="446376" y="38136"/>
                  </a:lnTo>
                  <a:lnTo>
                    <a:pt x="447057" y="38506"/>
                  </a:lnTo>
                  <a:lnTo>
                    <a:pt x="448770" y="37519"/>
                  </a:lnTo>
                  <a:lnTo>
                    <a:pt x="449876" y="36706"/>
                  </a:lnTo>
                  <a:lnTo>
                    <a:pt x="450061" y="36429"/>
                  </a:lnTo>
                  <a:lnTo>
                    <a:pt x="449057" y="36327"/>
                  </a:lnTo>
                  <a:lnTo>
                    <a:pt x="449003" y="35991"/>
                  </a:lnTo>
                  <a:lnTo>
                    <a:pt x="449196" y="35374"/>
                  </a:lnTo>
                  <a:lnTo>
                    <a:pt x="449103" y="34952"/>
                  </a:lnTo>
                  <a:lnTo>
                    <a:pt x="447991" y="34420"/>
                  </a:lnTo>
                  <a:lnTo>
                    <a:pt x="446623" y="34716"/>
                  </a:lnTo>
                  <a:lnTo>
                    <a:pt x="445481" y="35276"/>
                  </a:lnTo>
                  <a:lnTo>
                    <a:pt x="444533" y="35429"/>
                  </a:lnTo>
                  <a:lnTo>
                    <a:pt x="443134" y="35440"/>
                  </a:lnTo>
                  <a:lnTo>
                    <a:pt x="442116" y="35312"/>
                  </a:lnTo>
                  <a:lnTo>
                    <a:pt x="441479" y="35045"/>
                  </a:lnTo>
                  <a:lnTo>
                    <a:pt x="440712" y="34448"/>
                  </a:lnTo>
                  <a:lnTo>
                    <a:pt x="439816" y="33522"/>
                  </a:lnTo>
                  <a:lnTo>
                    <a:pt x="438681" y="32599"/>
                  </a:lnTo>
                  <a:lnTo>
                    <a:pt x="438280" y="32498"/>
                  </a:lnTo>
                  <a:lnTo>
                    <a:pt x="437935" y="32602"/>
                  </a:lnTo>
                  <a:lnTo>
                    <a:pt x="437211" y="33494"/>
                  </a:lnTo>
                  <a:lnTo>
                    <a:pt x="436896" y="33601"/>
                  </a:lnTo>
                  <a:lnTo>
                    <a:pt x="432453" y="32351"/>
                  </a:lnTo>
                  <a:lnTo>
                    <a:pt x="430569" y="31651"/>
                  </a:lnTo>
                  <a:lnTo>
                    <a:pt x="429658" y="31119"/>
                  </a:lnTo>
                  <a:lnTo>
                    <a:pt x="428524" y="30805"/>
                  </a:lnTo>
                  <a:lnTo>
                    <a:pt x="427169" y="30709"/>
                  </a:lnTo>
                  <a:lnTo>
                    <a:pt x="426088" y="30463"/>
                  </a:lnTo>
                  <a:lnTo>
                    <a:pt x="425282" y="30067"/>
                  </a:lnTo>
                  <a:lnTo>
                    <a:pt x="424629" y="29499"/>
                  </a:lnTo>
                  <a:lnTo>
                    <a:pt x="424131" y="28759"/>
                  </a:lnTo>
                  <a:lnTo>
                    <a:pt x="423207" y="27827"/>
                  </a:lnTo>
                  <a:lnTo>
                    <a:pt x="421098" y="25970"/>
                  </a:lnTo>
                  <a:lnTo>
                    <a:pt x="420540" y="24779"/>
                  </a:lnTo>
                  <a:lnTo>
                    <a:pt x="420462" y="24323"/>
                  </a:lnTo>
                  <a:lnTo>
                    <a:pt x="420594" y="23148"/>
                  </a:lnTo>
                  <a:lnTo>
                    <a:pt x="422572" y="21154"/>
                  </a:lnTo>
                  <a:lnTo>
                    <a:pt x="422940" y="20580"/>
                  </a:lnTo>
                  <a:lnTo>
                    <a:pt x="423614" y="20157"/>
                  </a:lnTo>
                  <a:lnTo>
                    <a:pt x="424595" y="19884"/>
                  </a:lnTo>
                  <a:lnTo>
                    <a:pt x="425301" y="19802"/>
                  </a:lnTo>
                  <a:lnTo>
                    <a:pt x="426905" y="20055"/>
                  </a:lnTo>
                  <a:lnTo>
                    <a:pt x="425944" y="19438"/>
                  </a:lnTo>
                  <a:lnTo>
                    <a:pt x="425868" y="19108"/>
                  </a:lnTo>
                  <a:lnTo>
                    <a:pt x="426831" y="18028"/>
                  </a:lnTo>
                  <a:lnTo>
                    <a:pt x="426642" y="17980"/>
                  </a:lnTo>
                  <a:lnTo>
                    <a:pt x="423992" y="18809"/>
                  </a:lnTo>
                  <a:lnTo>
                    <a:pt x="423315" y="18754"/>
                  </a:lnTo>
                  <a:lnTo>
                    <a:pt x="422361" y="18246"/>
                  </a:lnTo>
                  <a:lnTo>
                    <a:pt x="420563" y="16432"/>
                  </a:lnTo>
                  <a:lnTo>
                    <a:pt x="420542" y="15302"/>
                  </a:lnTo>
                  <a:lnTo>
                    <a:pt x="421108" y="13732"/>
                  </a:lnTo>
                  <a:lnTo>
                    <a:pt x="421306" y="12792"/>
                  </a:lnTo>
                  <a:lnTo>
                    <a:pt x="420791" y="11992"/>
                  </a:lnTo>
                  <a:lnTo>
                    <a:pt x="420984" y="11767"/>
                  </a:lnTo>
                  <a:lnTo>
                    <a:pt x="421542" y="11543"/>
                  </a:lnTo>
                  <a:lnTo>
                    <a:pt x="421775" y="11303"/>
                  </a:lnTo>
                  <a:lnTo>
                    <a:pt x="421531" y="10418"/>
                  </a:lnTo>
                  <a:lnTo>
                    <a:pt x="421918" y="9948"/>
                  </a:lnTo>
                  <a:lnTo>
                    <a:pt x="423189" y="9034"/>
                  </a:lnTo>
                  <a:lnTo>
                    <a:pt x="424435" y="8236"/>
                  </a:lnTo>
                  <a:lnTo>
                    <a:pt x="425169" y="7992"/>
                  </a:lnTo>
                  <a:lnTo>
                    <a:pt x="425809" y="8037"/>
                  </a:lnTo>
                  <a:lnTo>
                    <a:pt x="426474" y="8282"/>
                  </a:lnTo>
                  <a:lnTo>
                    <a:pt x="427167" y="8728"/>
                  </a:lnTo>
                  <a:lnTo>
                    <a:pt x="428354" y="9187"/>
                  </a:lnTo>
                  <a:lnTo>
                    <a:pt x="429232" y="9318"/>
                  </a:lnTo>
                  <a:lnTo>
                    <a:pt x="429879" y="9067"/>
                  </a:lnTo>
                  <a:lnTo>
                    <a:pt x="430983" y="7347"/>
                  </a:lnTo>
                  <a:lnTo>
                    <a:pt x="431373" y="6907"/>
                  </a:lnTo>
                  <a:lnTo>
                    <a:pt x="431003" y="6715"/>
                  </a:lnTo>
                  <a:lnTo>
                    <a:pt x="428838" y="6734"/>
                  </a:lnTo>
                  <a:lnTo>
                    <a:pt x="427900" y="6591"/>
                  </a:lnTo>
                  <a:lnTo>
                    <a:pt x="427361" y="6427"/>
                  </a:lnTo>
                  <a:lnTo>
                    <a:pt x="426964" y="5770"/>
                  </a:lnTo>
                  <a:lnTo>
                    <a:pt x="427291" y="5420"/>
                  </a:lnTo>
                  <a:lnTo>
                    <a:pt x="429390" y="4204"/>
                  </a:lnTo>
                  <a:lnTo>
                    <a:pt x="430376" y="2929"/>
                  </a:lnTo>
                  <a:lnTo>
                    <a:pt x="433313" y="1159"/>
                  </a:lnTo>
                  <a:lnTo>
                    <a:pt x="436286" y="327"/>
                  </a:lnTo>
                  <a:lnTo>
                    <a:pt x="437725" y="54"/>
                  </a:lnTo>
                  <a:lnTo>
                    <a:pt x="438896" y="0"/>
                  </a:lnTo>
                  <a:lnTo>
                    <a:pt x="439407" y="110"/>
                  </a:lnTo>
                  <a:lnTo>
                    <a:pt x="440032" y="995"/>
                  </a:lnTo>
                  <a:lnTo>
                    <a:pt x="440148" y="1928"/>
                  </a:lnTo>
                  <a:lnTo>
                    <a:pt x="441760" y="3096"/>
                  </a:lnTo>
                  <a:lnTo>
                    <a:pt x="443058" y="3186"/>
                  </a:lnTo>
                  <a:lnTo>
                    <a:pt x="443864" y="3008"/>
                  </a:lnTo>
                  <a:lnTo>
                    <a:pt x="446473" y="3077"/>
                  </a:lnTo>
                  <a:lnTo>
                    <a:pt x="447078" y="3403"/>
                  </a:lnTo>
                  <a:lnTo>
                    <a:pt x="447035" y="3768"/>
                  </a:lnTo>
                  <a:lnTo>
                    <a:pt x="446744" y="4359"/>
                  </a:lnTo>
                  <a:lnTo>
                    <a:pt x="446921" y="4865"/>
                  </a:lnTo>
                  <a:lnTo>
                    <a:pt x="448690" y="5832"/>
                  </a:lnTo>
                  <a:lnTo>
                    <a:pt x="450283" y="6502"/>
                  </a:lnTo>
                  <a:lnTo>
                    <a:pt x="451713" y="7337"/>
                  </a:lnTo>
                  <a:lnTo>
                    <a:pt x="453842" y="9082"/>
                  </a:lnTo>
                  <a:lnTo>
                    <a:pt x="454303" y="9575"/>
                  </a:lnTo>
                  <a:lnTo>
                    <a:pt x="454624" y="10108"/>
                  </a:lnTo>
                  <a:lnTo>
                    <a:pt x="455177" y="12058"/>
                  </a:lnTo>
                  <a:lnTo>
                    <a:pt x="455248" y="12797"/>
                  </a:lnTo>
                  <a:lnTo>
                    <a:pt x="455045" y="14935"/>
                  </a:lnTo>
                  <a:lnTo>
                    <a:pt x="454877" y="15339"/>
                  </a:lnTo>
                  <a:lnTo>
                    <a:pt x="454314" y="15825"/>
                  </a:lnTo>
                  <a:lnTo>
                    <a:pt x="454508" y="16022"/>
                  </a:lnTo>
                  <a:lnTo>
                    <a:pt x="456191" y="16580"/>
                  </a:lnTo>
                  <a:lnTo>
                    <a:pt x="457528" y="17686"/>
                  </a:lnTo>
                  <a:lnTo>
                    <a:pt x="458231" y="18043"/>
                  </a:lnTo>
                  <a:lnTo>
                    <a:pt x="459924" y="18640"/>
                  </a:lnTo>
                  <a:lnTo>
                    <a:pt x="460233" y="18865"/>
                  </a:lnTo>
                  <a:lnTo>
                    <a:pt x="460616" y="19238"/>
                  </a:lnTo>
                  <a:lnTo>
                    <a:pt x="461570" y="20837"/>
                  </a:lnTo>
                  <a:lnTo>
                    <a:pt x="463135" y="22277"/>
                  </a:lnTo>
                  <a:lnTo>
                    <a:pt x="463247" y="22588"/>
                  </a:lnTo>
                  <a:lnTo>
                    <a:pt x="462912" y="23266"/>
                  </a:lnTo>
                  <a:lnTo>
                    <a:pt x="463151" y="23481"/>
                  </a:lnTo>
                  <a:lnTo>
                    <a:pt x="463755" y="23729"/>
                  </a:lnTo>
                  <a:lnTo>
                    <a:pt x="464297" y="23601"/>
                  </a:lnTo>
                  <a:lnTo>
                    <a:pt x="464777" y="23093"/>
                  </a:lnTo>
                  <a:lnTo>
                    <a:pt x="465298" y="22947"/>
                  </a:lnTo>
                  <a:lnTo>
                    <a:pt x="465862" y="23161"/>
                  </a:lnTo>
                  <a:lnTo>
                    <a:pt x="466290" y="23539"/>
                  </a:lnTo>
                  <a:lnTo>
                    <a:pt x="466872" y="24463"/>
                  </a:lnTo>
                  <a:lnTo>
                    <a:pt x="467724" y="25226"/>
                  </a:lnTo>
                  <a:lnTo>
                    <a:pt x="467652" y="25458"/>
                  </a:lnTo>
                  <a:lnTo>
                    <a:pt x="467231" y="25650"/>
                  </a:lnTo>
                  <a:lnTo>
                    <a:pt x="464937" y="25862"/>
                  </a:lnTo>
                  <a:lnTo>
                    <a:pt x="463647" y="25715"/>
                  </a:lnTo>
                  <a:lnTo>
                    <a:pt x="462454" y="25342"/>
                  </a:lnTo>
                  <a:lnTo>
                    <a:pt x="461625" y="24957"/>
                  </a:lnTo>
                  <a:lnTo>
                    <a:pt x="460853" y="24367"/>
                  </a:lnTo>
                  <a:lnTo>
                    <a:pt x="460567" y="24429"/>
                  </a:lnTo>
                  <a:lnTo>
                    <a:pt x="460162" y="24911"/>
                  </a:lnTo>
                  <a:lnTo>
                    <a:pt x="459298" y="25614"/>
                  </a:lnTo>
                  <a:lnTo>
                    <a:pt x="458757" y="26264"/>
                  </a:lnTo>
                  <a:lnTo>
                    <a:pt x="459382" y="26552"/>
                  </a:lnTo>
                  <a:lnTo>
                    <a:pt x="462398" y="26533"/>
                  </a:lnTo>
                  <a:lnTo>
                    <a:pt x="463053" y="26716"/>
                  </a:lnTo>
                  <a:lnTo>
                    <a:pt x="463820" y="27173"/>
                  </a:lnTo>
                  <a:lnTo>
                    <a:pt x="462946" y="27935"/>
                  </a:lnTo>
                  <a:lnTo>
                    <a:pt x="460905" y="29217"/>
                  </a:lnTo>
                  <a:lnTo>
                    <a:pt x="456495" y="31702"/>
                  </a:lnTo>
                  <a:lnTo>
                    <a:pt x="455200" y="32340"/>
                  </a:lnTo>
                  <a:lnTo>
                    <a:pt x="455515" y="32526"/>
                  </a:lnTo>
                  <a:lnTo>
                    <a:pt x="456006" y="32574"/>
                  </a:lnTo>
                  <a:lnTo>
                    <a:pt x="457518" y="32464"/>
                  </a:lnTo>
                  <a:lnTo>
                    <a:pt x="458931" y="32131"/>
                  </a:lnTo>
                  <a:lnTo>
                    <a:pt x="460651" y="32274"/>
                  </a:lnTo>
                  <a:lnTo>
                    <a:pt x="461416" y="32547"/>
                  </a:lnTo>
                  <a:lnTo>
                    <a:pt x="461156" y="32813"/>
                  </a:lnTo>
                  <a:lnTo>
                    <a:pt x="461621" y="33245"/>
                  </a:lnTo>
                  <a:lnTo>
                    <a:pt x="464432" y="34250"/>
                  </a:lnTo>
                  <a:lnTo>
                    <a:pt x="466209" y="34050"/>
                  </a:lnTo>
                  <a:lnTo>
                    <a:pt x="468023" y="33082"/>
                  </a:lnTo>
                  <a:lnTo>
                    <a:pt x="469425" y="32601"/>
                  </a:lnTo>
                  <a:lnTo>
                    <a:pt x="471151" y="32667"/>
                  </a:lnTo>
                  <a:lnTo>
                    <a:pt x="471633" y="32773"/>
                  </a:lnTo>
                  <a:lnTo>
                    <a:pt x="471449" y="33008"/>
                  </a:lnTo>
                  <a:lnTo>
                    <a:pt x="470174" y="33552"/>
                  </a:lnTo>
                  <a:lnTo>
                    <a:pt x="469022" y="34157"/>
                  </a:lnTo>
                  <a:lnTo>
                    <a:pt x="468898" y="34328"/>
                  </a:lnTo>
                  <a:lnTo>
                    <a:pt x="470334" y="34083"/>
                  </a:lnTo>
                  <a:lnTo>
                    <a:pt x="473531" y="34470"/>
                  </a:lnTo>
                  <a:lnTo>
                    <a:pt x="475087" y="34566"/>
                  </a:lnTo>
                  <a:lnTo>
                    <a:pt x="476214" y="34470"/>
                  </a:lnTo>
                  <a:lnTo>
                    <a:pt x="477271" y="34623"/>
                  </a:lnTo>
                  <a:lnTo>
                    <a:pt x="478258" y="35029"/>
                  </a:lnTo>
                  <a:lnTo>
                    <a:pt x="478589" y="35286"/>
                  </a:lnTo>
                  <a:lnTo>
                    <a:pt x="477665" y="35452"/>
                  </a:lnTo>
                  <a:lnTo>
                    <a:pt x="476792" y="35449"/>
                  </a:lnTo>
                  <a:lnTo>
                    <a:pt x="476050" y="35694"/>
                  </a:lnTo>
                  <a:lnTo>
                    <a:pt x="475439" y="36186"/>
                  </a:lnTo>
                  <a:lnTo>
                    <a:pt x="475004" y="36824"/>
                  </a:lnTo>
                  <a:lnTo>
                    <a:pt x="474743" y="37608"/>
                  </a:lnTo>
                  <a:lnTo>
                    <a:pt x="474079" y="37932"/>
                  </a:lnTo>
                  <a:lnTo>
                    <a:pt x="473013" y="37795"/>
                  </a:lnTo>
                  <a:lnTo>
                    <a:pt x="472594" y="37573"/>
                  </a:lnTo>
                  <a:lnTo>
                    <a:pt x="472825" y="37263"/>
                  </a:lnTo>
                  <a:lnTo>
                    <a:pt x="472514" y="37219"/>
                  </a:lnTo>
                  <a:lnTo>
                    <a:pt x="471661" y="37440"/>
                  </a:lnTo>
                  <a:lnTo>
                    <a:pt x="470998" y="37446"/>
                  </a:lnTo>
                  <a:lnTo>
                    <a:pt x="470816" y="37677"/>
                  </a:lnTo>
                  <a:lnTo>
                    <a:pt x="475475" y="40183"/>
                  </a:lnTo>
                  <a:lnTo>
                    <a:pt x="476965" y="42401"/>
                  </a:lnTo>
                  <a:lnTo>
                    <a:pt x="477989" y="43318"/>
                  </a:lnTo>
                  <a:lnTo>
                    <a:pt x="478090" y="43560"/>
                  </a:lnTo>
                  <a:lnTo>
                    <a:pt x="477422" y="44176"/>
                  </a:lnTo>
                  <a:lnTo>
                    <a:pt x="477388" y="44645"/>
                  </a:lnTo>
                  <a:lnTo>
                    <a:pt x="477694" y="46000"/>
                  </a:lnTo>
                  <a:lnTo>
                    <a:pt x="477552" y="47082"/>
                  </a:lnTo>
                  <a:lnTo>
                    <a:pt x="477094" y="48987"/>
                  </a:lnTo>
                  <a:lnTo>
                    <a:pt x="477523" y="49579"/>
                  </a:lnTo>
                  <a:lnTo>
                    <a:pt x="478519" y="50102"/>
                  </a:lnTo>
                  <a:lnTo>
                    <a:pt x="479115" y="50772"/>
                  </a:lnTo>
                  <a:lnTo>
                    <a:pt x="479520" y="51001"/>
                  </a:lnTo>
                  <a:lnTo>
                    <a:pt x="479822" y="51540"/>
                  </a:lnTo>
                  <a:lnTo>
                    <a:pt x="480177" y="51878"/>
                  </a:lnTo>
                  <a:lnTo>
                    <a:pt x="480583" y="52017"/>
                  </a:lnTo>
                  <a:lnTo>
                    <a:pt x="480871" y="51839"/>
                  </a:lnTo>
                  <a:lnTo>
                    <a:pt x="481037" y="51347"/>
                  </a:lnTo>
                  <a:lnTo>
                    <a:pt x="481420" y="50885"/>
                  </a:lnTo>
                  <a:lnTo>
                    <a:pt x="482471" y="50056"/>
                  </a:lnTo>
                  <a:lnTo>
                    <a:pt x="483489" y="48763"/>
                  </a:lnTo>
                  <a:lnTo>
                    <a:pt x="483661" y="48334"/>
                  </a:lnTo>
                  <a:lnTo>
                    <a:pt x="483499" y="47317"/>
                  </a:lnTo>
                  <a:lnTo>
                    <a:pt x="483616" y="46882"/>
                  </a:lnTo>
                  <a:lnTo>
                    <a:pt x="484573" y="45343"/>
                  </a:lnTo>
                  <a:lnTo>
                    <a:pt x="484878" y="44276"/>
                  </a:lnTo>
                  <a:lnTo>
                    <a:pt x="485168" y="42614"/>
                  </a:lnTo>
                  <a:lnTo>
                    <a:pt x="485675" y="41456"/>
                  </a:lnTo>
                  <a:lnTo>
                    <a:pt x="486759" y="40476"/>
                  </a:lnTo>
                  <a:lnTo>
                    <a:pt x="488652" y="38494"/>
                  </a:lnTo>
                  <a:lnTo>
                    <a:pt x="489337" y="38097"/>
                  </a:lnTo>
                  <a:lnTo>
                    <a:pt x="490104" y="37901"/>
                  </a:lnTo>
                  <a:lnTo>
                    <a:pt x="491445" y="37948"/>
                  </a:lnTo>
                  <a:lnTo>
                    <a:pt x="492422" y="38586"/>
                  </a:lnTo>
                  <a:lnTo>
                    <a:pt x="493736" y="39765"/>
                  </a:lnTo>
                  <a:lnTo>
                    <a:pt x="495409" y="40839"/>
                  </a:lnTo>
                  <a:lnTo>
                    <a:pt x="498457" y="42295"/>
                  </a:lnTo>
                  <a:lnTo>
                    <a:pt x="499328" y="42845"/>
                  </a:lnTo>
                  <a:lnTo>
                    <a:pt x="501051" y="44286"/>
                  </a:lnTo>
                  <a:lnTo>
                    <a:pt x="501780" y="45715"/>
                  </a:lnTo>
                  <a:lnTo>
                    <a:pt x="502280" y="47732"/>
                  </a:lnTo>
                  <a:lnTo>
                    <a:pt x="502711" y="48946"/>
                  </a:lnTo>
                  <a:lnTo>
                    <a:pt x="503072" y="49358"/>
                  </a:lnTo>
                  <a:lnTo>
                    <a:pt x="503237" y="49971"/>
                  </a:lnTo>
                  <a:lnTo>
                    <a:pt x="503206" y="50786"/>
                  </a:lnTo>
                  <a:lnTo>
                    <a:pt x="503070" y="51424"/>
                  </a:lnTo>
                  <a:lnTo>
                    <a:pt x="502831" y="51885"/>
                  </a:lnTo>
                  <a:lnTo>
                    <a:pt x="502458" y="52147"/>
                  </a:lnTo>
                  <a:lnTo>
                    <a:pt x="501528" y="52232"/>
                  </a:lnTo>
                  <a:lnTo>
                    <a:pt x="500391" y="52105"/>
                  </a:lnTo>
                  <a:lnTo>
                    <a:pt x="500063" y="51898"/>
                  </a:lnTo>
                  <a:lnTo>
                    <a:pt x="499464" y="50937"/>
                  </a:lnTo>
                  <a:lnTo>
                    <a:pt x="499217" y="50879"/>
                  </a:lnTo>
                  <a:lnTo>
                    <a:pt x="498160" y="51587"/>
                  </a:lnTo>
                  <a:lnTo>
                    <a:pt x="498030" y="51983"/>
                  </a:lnTo>
                  <a:lnTo>
                    <a:pt x="498419" y="53296"/>
                  </a:lnTo>
                  <a:lnTo>
                    <a:pt x="498367" y="55765"/>
                  </a:lnTo>
                  <a:lnTo>
                    <a:pt x="498474" y="56301"/>
                  </a:lnTo>
                  <a:lnTo>
                    <a:pt x="499589" y="58874"/>
                  </a:lnTo>
                  <a:lnTo>
                    <a:pt x="501469" y="60829"/>
                  </a:lnTo>
                  <a:lnTo>
                    <a:pt x="506181" y="64600"/>
                  </a:lnTo>
                  <a:lnTo>
                    <a:pt x="506449" y="65028"/>
                  </a:lnTo>
                  <a:lnTo>
                    <a:pt x="506950" y="66569"/>
                  </a:lnTo>
                  <a:lnTo>
                    <a:pt x="507195" y="66891"/>
                  </a:lnTo>
                  <a:lnTo>
                    <a:pt x="507503" y="67084"/>
                  </a:lnTo>
                  <a:lnTo>
                    <a:pt x="507873" y="67145"/>
                  </a:lnTo>
                  <a:lnTo>
                    <a:pt x="508384" y="66992"/>
                  </a:lnTo>
                  <a:lnTo>
                    <a:pt x="510116" y="65821"/>
                  </a:lnTo>
                  <a:lnTo>
                    <a:pt x="511623" y="64587"/>
                  </a:lnTo>
                  <a:lnTo>
                    <a:pt x="512674" y="63943"/>
                  </a:lnTo>
                  <a:lnTo>
                    <a:pt x="513270" y="63891"/>
                  </a:lnTo>
                  <a:lnTo>
                    <a:pt x="513912" y="63665"/>
                  </a:lnTo>
                  <a:lnTo>
                    <a:pt x="514599" y="63268"/>
                  </a:lnTo>
                  <a:lnTo>
                    <a:pt x="515059" y="62831"/>
                  </a:lnTo>
                  <a:lnTo>
                    <a:pt x="515289" y="62356"/>
                  </a:lnTo>
                  <a:lnTo>
                    <a:pt x="515601" y="60497"/>
                  </a:lnTo>
                  <a:lnTo>
                    <a:pt x="515865" y="59609"/>
                  </a:lnTo>
                  <a:lnTo>
                    <a:pt x="516598" y="58396"/>
                  </a:lnTo>
                  <a:lnTo>
                    <a:pt x="516867" y="58051"/>
                  </a:lnTo>
                  <a:lnTo>
                    <a:pt x="520511" y="54975"/>
                  </a:lnTo>
                  <a:lnTo>
                    <a:pt x="520813" y="54597"/>
                  </a:lnTo>
                  <a:lnTo>
                    <a:pt x="522362" y="51033"/>
                  </a:lnTo>
                  <a:lnTo>
                    <a:pt x="522908" y="49401"/>
                  </a:lnTo>
                  <a:lnTo>
                    <a:pt x="522987" y="48418"/>
                  </a:lnTo>
                  <a:lnTo>
                    <a:pt x="522778" y="47542"/>
                  </a:lnTo>
                  <a:lnTo>
                    <a:pt x="522882" y="46819"/>
                  </a:lnTo>
                  <a:lnTo>
                    <a:pt x="523299" y="46250"/>
                  </a:lnTo>
                  <a:lnTo>
                    <a:pt x="523740" y="45848"/>
                  </a:lnTo>
                  <a:lnTo>
                    <a:pt x="524504" y="45443"/>
                  </a:lnTo>
                  <a:lnTo>
                    <a:pt x="524926" y="44871"/>
                  </a:lnTo>
                  <a:lnTo>
                    <a:pt x="525179" y="44813"/>
                  </a:lnTo>
                  <a:lnTo>
                    <a:pt x="525804" y="44808"/>
                  </a:lnTo>
                  <a:lnTo>
                    <a:pt x="526626" y="45199"/>
                  </a:lnTo>
                  <a:lnTo>
                    <a:pt x="527222" y="45267"/>
                  </a:lnTo>
                  <a:lnTo>
                    <a:pt x="531078" y="44821"/>
                  </a:lnTo>
                  <a:lnTo>
                    <a:pt x="531079" y="44584"/>
                  </a:lnTo>
                  <a:lnTo>
                    <a:pt x="528816" y="43835"/>
                  </a:lnTo>
                  <a:lnTo>
                    <a:pt x="528838" y="43460"/>
                  </a:lnTo>
                  <a:lnTo>
                    <a:pt x="529036" y="42945"/>
                  </a:lnTo>
                  <a:lnTo>
                    <a:pt x="529746" y="42368"/>
                  </a:lnTo>
                  <a:lnTo>
                    <a:pt x="530619" y="42186"/>
                  </a:lnTo>
                  <a:lnTo>
                    <a:pt x="530815" y="41820"/>
                  </a:lnTo>
                  <a:lnTo>
                    <a:pt x="530840" y="41367"/>
                  </a:lnTo>
                  <a:lnTo>
                    <a:pt x="531129" y="40628"/>
                  </a:lnTo>
                  <a:lnTo>
                    <a:pt x="530865" y="40366"/>
                  </a:lnTo>
                  <a:lnTo>
                    <a:pt x="528751" y="39346"/>
                  </a:lnTo>
                  <a:lnTo>
                    <a:pt x="527530" y="39390"/>
                  </a:lnTo>
                  <a:lnTo>
                    <a:pt x="527219" y="39257"/>
                  </a:lnTo>
                  <a:lnTo>
                    <a:pt x="526166" y="38426"/>
                  </a:lnTo>
                  <a:lnTo>
                    <a:pt x="525780" y="37219"/>
                  </a:lnTo>
                  <a:lnTo>
                    <a:pt x="525739" y="36724"/>
                  </a:lnTo>
                  <a:lnTo>
                    <a:pt x="525885" y="35929"/>
                  </a:lnTo>
                  <a:lnTo>
                    <a:pt x="526019" y="35708"/>
                  </a:lnTo>
                  <a:lnTo>
                    <a:pt x="525954" y="35349"/>
                  </a:lnTo>
                  <a:lnTo>
                    <a:pt x="525689" y="34850"/>
                  </a:lnTo>
                  <a:lnTo>
                    <a:pt x="525667" y="34408"/>
                  </a:lnTo>
                  <a:lnTo>
                    <a:pt x="525890" y="34020"/>
                  </a:lnTo>
                  <a:lnTo>
                    <a:pt x="525756" y="33561"/>
                  </a:lnTo>
                  <a:lnTo>
                    <a:pt x="525265" y="33030"/>
                  </a:lnTo>
                  <a:lnTo>
                    <a:pt x="525071" y="32573"/>
                  </a:lnTo>
                  <a:lnTo>
                    <a:pt x="525587" y="31225"/>
                  </a:lnTo>
                  <a:lnTo>
                    <a:pt x="525604" y="30812"/>
                  </a:lnTo>
                  <a:lnTo>
                    <a:pt x="525119" y="30236"/>
                  </a:lnTo>
                  <a:lnTo>
                    <a:pt x="524765" y="30013"/>
                  </a:lnTo>
                  <a:lnTo>
                    <a:pt x="525025" y="29870"/>
                  </a:lnTo>
                  <a:lnTo>
                    <a:pt x="525897" y="29811"/>
                  </a:lnTo>
                  <a:lnTo>
                    <a:pt x="526940" y="29998"/>
                  </a:lnTo>
                  <a:lnTo>
                    <a:pt x="528152" y="30430"/>
                  </a:lnTo>
                  <a:lnTo>
                    <a:pt x="529637" y="30435"/>
                  </a:lnTo>
                  <a:lnTo>
                    <a:pt x="531396" y="30013"/>
                  </a:lnTo>
                  <a:lnTo>
                    <a:pt x="533182" y="29808"/>
                  </a:lnTo>
                  <a:lnTo>
                    <a:pt x="536270" y="29892"/>
                  </a:lnTo>
                  <a:lnTo>
                    <a:pt x="537000" y="30013"/>
                  </a:lnTo>
                  <a:lnTo>
                    <a:pt x="540069" y="31264"/>
                  </a:lnTo>
                  <a:lnTo>
                    <a:pt x="542452" y="31901"/>
                  </a:lnTo>
                  <a:lnTo>
                    <a:pt x="543527" y="31841"/>
                  </a:lnTo>
                  <a:lnTo>
                    <a:pt x="548828" y="32093"/>
                  </a:lnTo>
                  <a:lnTo>
                    <a:pt x="551153" y="31965"/>
                  </a:lnTo>
                  <a:lnTo>
                    <a:pt x="552357" y="32021"/>
                  </a:lnTo>
                  <a:lnTo>
                    <a:pt x="554667" y="32708"/>
                  </a:lnTo>
                  <a:lnTo>
                    <a:pt x="554515" y="33279"/>
                  </a:lnTo>
                  <a:lnTo>
                    <a:pt x="553518" y="34237"/>
                  </a:lnTo>
                  <a:lnTo>
                    <a:pt x="552216" y="34433"/>
                  </a:lnTo>
                  <a:lnTo>
                    <a:pt x="551066" y="34764"/>
                  </a:lnTo>
                  <a:lnTo>
                    <a:pt x="552133" y="35266"/>
                  </a:lnTo>
                  <a:lnTo>
                    <a:pt x="555276" y="35941"/>
                  </a:lnTo>
                  <a:lnTo>
                    <a:pt x="556014" y="37021"/>
                  </a:lnTo>
                  <a:lnTo>
                    <a:pt x="556238" y="37517"/>
                  </a:lnTo>
                  <a:lnTo>
                    <a:pt x="555873" y="37964"/>
                  </a:lnTo>
                  <a:lnTo>
                    <a:pt x="556055" y="38189"/>
                  </a:lnTo>
                  <a:lnTo>
                    <a:pt x="556783" y="38189"/>
                  </a:lnTo>
                  <a:lnTo>
                    <a:pt x="558663" y="37809"/>
                  </a:lnTo>
                  <a:lnTo>
                    <a:pt x="560741" y="38060"/>
                  </a:lnTo>
                  <a:lnTo>
                    <a:pt x="563767" y="38896"/>
                  </a:lnTo>
                  <a:lnTo>
                    <a:pt x="564094" y="39071"/>
                  </a:lnTo>
                  <a:lnTo>
                    <a:pt x="564626" y="39722"/>
                  </a:lnTo>
                  <a:lnTo>
                    <a:pt x="564559" y="39987"/>
                  </a:lnTo>
                  <a:lnTo>
                    <a:pt x="561884" y="41618"/>
                  </a:lnTo>
                  <a:lnTo>
                    <a:pt x="560494" y="42263"/>
                  </a:lnTo>
                  <a:lnTo>
                    <a:pt x="558665" y="42928"/>
                  </a:lnTo>
                  <a:lnTo>
                    <a:pt x="558606" y="43283"/>
                  </a:lnTo>
                  <a:lnTo>
                    <a:pt x="561169" y="43348"/>
                  </a:lnTo>
                  <a:lnTo>
                    <a:pt x="563165" y="43535"/>
                  </a:lnTo>
                  <a:lnTo>
                    <a:pt x="564064" y="43751"/>
                  </a:lnTo>
                  <a:lnTo>
                    <a:pt x="564534" y="44059"/>
                  </a:lnTo>
                  <a:lnTo>
                    <a:pt x="565175" y="44720"/>
                  </a:lnTo>
                  <a:lnTo>
                    <a:pt x="565279" y="45242"/>
                  </a:lnTo>
                  <a:lnTo>
                    <a:pt x="565217" y="45950"/>
                  </a:lnTo>
                  <a:lnTo>
                    <a:pt x="565004" y="46441"/>
                  </a:lnTo>
                  <a:lnTo>
                    <a:pt x="562684" y="47853"/>
                  </a:lnTo>
                  <a:lnTo>
                    <a:pt x="561618" y="48294"/>
                  </a:lnTo>
                  <a:lnTo>
                    <a:pt x="559802" y="48817"/>
                  </a:lnTo>
                  <a:lnTo>
                    <a:pt x="559013" y="49209"/>
                  </a:lnTo>
                  <a:lnTo>
                    <a:pt x="558146" y="49155"/>
                  </a:lnTo>
                  <a:lnTo>
                    <a:pt x="557201" y="48654"/>
                  </a:lnTo>
                  <a:lnTo>
                    <a:pt x="556219" y="48547"/>
                  </a:lnTo>
                  <a:lnTo>
                    <a:pt x="554449" y="48947"/>
                  </a:lnTo>
                  <a:lnTo>
                    <a:pt x="553489" y="48932"/>
                  </a:lnTo>
                  <a:lnTo>
                    <a:pt x="553017" y="49072"/>
                  </a:lnTo>
                  <a:lnTo>
                    <a:pt x="552978" y="49380"/>
                  </a:lnTo>
                  <a:lnTo>
                    <a:pt x="553816" y="50274"/>
                  </a:lnTo>
                  <a:lnTo>
                    <a:pt x="554300" y="50626"/>
                  </a:lnTo>
                  <a:lnTo>
                    <a:pt x="554490" y="50889"/>
                  </a:lnTo>
                  <a:lnTo>
                    <a:pt x="554133" y="51332"/>
                  </a:lnTo>
                  <a:lnTo>
                    <a:pt x="554208" y="51471"/>
                  </a:lnTo>
                  <a:lnTo>
                    <a:pt x="554494" y="51629"/>
                  </a:lnTo>
                  <a:lnTo>
                    <a:pt x="556103" y="53582"/>
                  </a:lnTo>
                  <a:lnTo>
                    <a:pt x="556442" y="53733"/>
                  </a:lnTo>
                  <a:lnTo>
                    <a:pt x="556776" y="53659"/>
                  </a:lnTo>
                  <a:lnTo>
                    <a:pt x="557473" y="53102"/>
                  </a:lnTo>
                  <a:lnTo>
                    <a:pt x="557887" y="52875"/>
                  </a:lnTo>
                  <a:lnTo>
                    <a:pt x="558089" y="52903"/>
                  </a:lnTo>
                  <a:lnTo>
                    <a:pt x="558081" y="53190"/>
                  </a:lnTo>
                  <a:lnTo>
                    <a:pt x="557338" y="54890"/>
                  </a:lnTo>
                  <a:lnTo>
                    <a:pt x="557241" y="55344"/>
                  </a:lnTo>
                  <a:lnTo>
                    <a:pt x="557257" y="55750"/>
                  </a:lnTo>
                  <a:lnTo>
                    <a:pt x="557616" y="56610"/>
                  </a:lnTo>
                  <a:lnTo>
                    <a:pt x="558430" y="57532"/>
                  </a:lnTo>
                  <a:lnTo>
                    <a:pt x="559444" y="58363"/>
                  </a:lnTo>
                  <a:lnTo>
                    <a:pt x="560964" y="59480"/>
                  </a:lnTo>
                  <a:lnTo>
                    <a:pt x="563006" y="60672"/>
                  </a:lnTo>
                  <a:lnTo>
                    <a:pt x="563767" y="61252"/>
                  </a:lnTo>
                  <a:lnTo>
                    <a:pt x="564883" y="62618"/>
                  </a:lnTo>
                  <a:lnTo>
                    <a:pt x="565113" y="63141"/>
                  </a:lnTo>
                  <a:lnTo>
                    <a:pt x="564820" y="64577"/>
                  </a:lnTo>
                  <a:lnTo>
                    <a:pt x="564005" y="66926"/>
                  </a:lnTo>
                  <a:lnTo>
                    <a:pt x="563480" y="68260"/>
                  </a:lnTo>
                  <a:lnTo>
                    <a:pt x="563244" y="68581"/>
                  </a:lnTo>
                  <a:lnTo>
                    <a:pt x="561707" y="69528"/>
                  </a:lnTo>
                  <a:lnTo>
                    <a:pt x="560834" y="69750"/>
                  </a:lnTo>
                  <a:lnTo>
                    <a:pt x="559395" y="69724"/>
                  </a:lnTo>
                  <a:lnTo>
                    <a:pt x="558912" y="69909"/>
                  </a:lnTo>
                  <a:lnTo>
                    <a:pt x="558159" y="70666"/>
                  </a:lnTo>
                  <a:lnTo>
                    <a:pt x="557137" y="71995"/>
                  </a:lnTo>
                  <a:lnTo>
                    <a:pt x="556331" y="72838"/>
                  </a:lnTo>
                  <a:lnTo>
                    <a:pt x="555742" y="73195"/>
                  </a:lnTo>
                  <a:lnTo>
                    <a:pt x="554662" y="73609"/>
                  </a:lnTo>
                  <a:lnTo>
                    <a:pt x="552969" y="74837"/>
                  </a:lnTo>
                  <a:lnTo>
                    <a:pt x="552138" y="75309"/>
                  </a:lnTo>
                  <a:lnTo>
                    <a:pt x="549230" y="75821"/>
                  </a:lnTo>
                  <a:lnTo>
                    <a:pt x="546866" y="77485"/>
                  </a:lnTo>
                  <a:lnTo>
                    <a:pt x="545923" y="78034"/>
                  </a:lnTo>
                  <a:lnTo>
                    <a:pt x="544901" y="78326"/>
                  </a:lnTo>
                  <a:lnTo>
                    <a:pt x="543798" y="78360"/>
                  </a:lnTo>
                  <a:lnTo>
                    <a:pt x="543162" y="78094"/>
                  </a:lnTo>
                  <a:lnTo>
                    <a:pt x="542802" y="77078"/>
                  </a:lnTo>
                  <a:lnTo>
                    <a:pt x="542587" y="76744"/>
                  </a:lnTo>
                  <a:lnTo>
                    <a:pt x="541753" y="76050"/>
                  </a:lnTo>
                  <a:lnTo>
                    <a:pt x="540041" y="74032"/>
                  </a:lnTo>
                  <a:lnTo>
                    <a:pt x="539304" y="73342"/>
                  </a:lnTo>
                  <a:lnTo>
                    <a:pt x="538813" y="73189"/>
                  </a:lnTo>
                  <a:lnTo>
                    <a:pt x="537825" y="73298"/>
                  </a:lnTo>
                  <a:lnTo>
                    <a:pt x="537318" y="73233"/>
                  </a:lnTo>
                  <a:lnTo>
                    <a:pt x="536217" y="72599"/>
                  </a:lnTo>
                  <a:lnTo>
                    <a:pt x="535821" y="72190"/>
                  </a:lnTo>
                  <a:lnTo>
                    <a:pt x="535870" y="72031"/>
                  </a:lnTo>
                  <a:lnTo>
                    <a:pt x="536707" y="71799"/>
                  </a:lnTo>
                  <a:lnTo>
                    <a:pt x="536350" y="71470"/>
                  </a:lnTo>
                  <a:lnTo>
                    <a:pt x="534876" y="70568"/>
                  </a:lnTo>
                  <a:lnTo>
                    <a:pt x="534265" y="70095"/>
                  </a:lnTo>
                  <a:lnTo>
                    <a:pt x="534191" y="69935"/>
                  </a:lnTo>
                  <a:lnTo>
                    <a:pt x="532733" y="69324"/>
                  </a:lnTo>
                  <a:lnTo>
                    <a:pt x="531284" y="69155"/>
                  </a:lnTo>
                  <a:lnTo>
                    <a:pt x="529446" y="70169"/>
                  </a:lnTo>
                  <a:lnTo>
                    <a:pt x="528749" y="70854"/>
                  </a:lnTo>
                  <a:lnTo>
                    <a:pt x="528772" y="71077"/>
                  </a:lnTo>
                  <a:lnTo>
                    <a:pt x="529652" y="71340"/>
                  </a:lnTo>
                  <a:lnTo>
                    <a:pt x="530033" y="71212"/>
                  </a:lnTo>
                  <a:lnTo>
                    <a:pt x="530780" y="70580"/>
                  </a:lnTo>
                  <a:lnTo>
                    <a:pt x="531174" y="70383"/>
                  </a:lnTo>
                  <a:lnTo>
                    <a:pt x="532306" y="70482"/>
                  </a:lnTo>
                  <a:lnTo>
                    <a:pt x="533244" y="70918"/>
                  </a:lnTo>
                  <a:lnTo>
                    <a:pt x="533585" y="71297"/>
                  </a:lnTo>
                  <a:lnTo>
                    <a:pt x="533709" y="71555"/>
                  </a:lnTo>
                  <a:lnTo>
                    <a:pt x="536268" y="73575"/>
                  </a:lnTo>
                  <a:lnTo>
                    <a:pt x="537176" y="73985"/>
                  </a:lnTo>
                  <a:lnTo>
                    <a:pt x="537553" y="74468"/>
                  </a:lnTo>
                  <a:lnTo>
                    <a:pt x="537841" y="75271"/>
                  </a:lnTo>
                  <a:lnTo>
                    <a:pt x="538394" y="76164"/>
                  </a:lnTo>
                  <a:lnTo>
                    <a:pt x="539624" y="77638"/>
                  </a:lnTo>
                  <a:lnTo>
                    <a:pt x="540933" y="79459"/>
                  </a:lnTo>
                  <a:lnTo>
                    <a:pt x="541201" y="80177"/>
                  </a:lnTo>
                  <a:lnTo>
                    <a:pt x="540525" y="80525"/>
                  </a:lnTo>
                  <a:lnTo>
                    <a:pt x="540184" y="80550"/>
                  </a:lnTo>
                  <a:lnTo>
                    <a:pt x="539175" y="80279"/>
                  </a:lnTo>
                  <a:lnTo>
                    <a:pt x="536513" y="79434"/>
                  </a:lnTo>
                  <a:lnTo>
                    <a:pt x="536218" y="79449"/>
                  </a:lnTo>
                  <a:lnTo>
                    <a:pt x="535516" y="79895"/>
                  </a:lnTo>
                  <a:lnTo>
                    <a:pt x="534940" y="80906"/>
                  </a:lnTo>
                  <a:lnTo>
                    <a:pt x="534760" y="81003"/>
                  </a:lnTo>
                  <a:lnTo>
                    <a:pt x="533344" y="80606"/>
                  </a:lnTo>
                  <a:lnTo>
                    <a:pt x="530692" y="79719"/>
                  </a:lnTo>
                  <a:lnTo>
                    <a:pt x="528915" y="78966"/>
                  </a:lnTo>
                  <a:lnTo>
                    <a:pt x="528013" y="78347"/>
                  </a:lnTo>
                  <a:lnTo>
                    <a:pt x="526922" y="77362"/>
                  </a:lnTo>
                  <a:lnTo>
                    <a:pt x="525641" y="76009"/>
                  </a:lnTo>
                  <a:lnTo>
                    <a:pt x="524112" y="75578"/>
                  </a:lnTo>
                  <a:lnTo>
                    <a:pt x="522334" y="76070"/>
                  </a:lnTo>
                  <a:lnTo>
                    <a:pt x="519766" y="76246"/>
                  </a:lnTo>
                  <a:lnTo>
                    <a:pt x="514374" y="76092"/>
                  </a:lnTo>
                  <a:lnTo>
                    <a:pt x="513664" y="76208"/>
                  </a:lnTo>
                  <a:lnTo>
                    <a:pt x="513390" y="76378"/>
                  </a:lnTo>
                  <a:lnTo>
                    <a:pt x="513849" y="77123"/>
                  </a:lnTo>
                  <a:lnTo>
                    <a:pt x="513740" y="77328"/>
                  </a:lnTo>
                  <a:lnTo>
                    <a:pt x="513378" y="77466"/>
                  </a:lnTo>
                  <a:lnTo>
                    <a:pt x="513297" y="77686"/>
                  </a:lnTo>
                  <a:lnTo>
                    <a:pt x="513882" y="78477"/>
                  </a:lnTo>
                  <a:lnTo>
                    <a:pt x="514832" y="79014"/>
                  </a:lnTo>
                  <a:lnTo>
                    <a:pt x="517516" y="79739"/>
                  </a:lnTo>
                  <a:lnTo>
                    <a:pt x="519294" y="80361"/>
                  </a:lnTo>
                  <a:lnTo>
                    <a:pt x="520356" y="80898"/>
                  </a:lnTo>
                  <a:lnTo>
                    <a:pt x="520702" y="81349"/>
                  </a:lnTo>
                  <a:lnTo>
                    <a:pt x="520754" y="81843"/>
                  </a:lnTo>
                  <a:lnTo>
                    <a:pt x="520248" y="82827"/>
                  </a:lnTo>
                  <a:lnTo>
                    <a:pt x="519959" y="83189"/>
                  </a:lnTo>
                  <a:lnTo>
                    <a:pt x="513723" y="88099"/>
                  </a:lnTo>
                  <a:lnTo>
                    <a:pt x="511346" y="90083"/>
                  </a:lnTo>
                  <a:lnTo>
                    <a:pt x="510136" y="91303"/>
                  </a:lnTo>
                  <a:lnTo>
                    <a:pt x="509070" y="92109"/>
                  </a:lnTo>
                  <a:lnTo>
                    <a:pt x="508146" y="92502"/>
                  </a:lnTo>
                  <a:lnTo>
                    <a:pt x="506619" y="92724"/>
                  </a:lnTo>
                  <a:lnTo>
                    <a:pt x="504488" y="92774"/>
                  </a:lnTo>
                  <a:lnTo>
                    <a:pt x="501727" y="92585"/>
                  </a:lnTo>
                  <a:lnTo>
                    <a:pt x="500298" y="91948"/>
                  </a:lnTo>
                  <a:lnTo>
                    <a:pt x="497707" y="90251"/>
                  </a:lnTo>
                  <a:lnTo>
                    <a:pt x="495892" y="89255"/>
                  </a:lnTo>
                  <a:lnTo>
                    <a:pt x="495080" y="88921"/>
                  </a:lnTo>
                  <a:lnTo>
                    <a:pt x="494404" y="87984"/>
                  </a:lnTo>
                  <a:lnTo>
                    <a:pt x="493794" y="87804"/>
                  </a:lnTo>
                  <a:lnTo>
                    <a:pt x="492491" y="87646"/>
                  </a:lnTo>
                  <a:lnTo>
                    <a:pt x="491152" y="87144"/>
                  </a:lnTo>
                  <a:lnTo>
                    <a:pt x="488005" y="85445"/>
                  </a:lnTo>
                  <a:lnTo>
                    <a:pt x="486375" y="84768"/>
                  </a:lnTo>
                  <a:lnTo>
                    <a:pt x="484892" y="84396"/>
                  </a:lnTo>
                  <a:lnTo>
                    <a:pt x="483557" y="84329"/>
                  </a:lnTo>
                  <a:lnTo>
                    <a:pt x="483051" y="84430"/>
                  </a:lnTo>
                  <a:lnTo>
                    <a:pt x="483961" y="85285"/>
                  </a:lnTo>
                  <a:lnTo>
                    <a:pt x="483564" y="85337"/>
                  </a:lnTo>
                  <a:lnTo>
                    <a:pt x="482485" y="85142"/>
                  </a:lnTo>
                  <a:lnTo>
                    <a:pt x="481418" y="85144"/>
                  </a:lnTo>
                  <a:lnTo>
                    <a:pt x="479529" y="84531"/>
                  </a:lnTo>
                  <a:lnTo>
                    <a:pt x="477665" y="84612"/>
                  </a:lnTo>
                  <a:lnTo>
                    <a:pt x="476320" y="84489"/>
                  </a:lnTo>
                  <a:lnTo>
                    <a:pt x="474709" y="84147"/>
                  </a:lnTo>
                  <a:lnTo>
                    <a:pt x="472970" y="83982"/>
                  </a:lnTo>
                  <a:lnTo>
                    <a:pt x="470170" y="83998"/>
                  </a:lnTo>
                  <a:lnTo>
                    <a:pt x="469167" y="84070"/>
                  </a:lnTo>
                  <a:lnTo>
                    <a:pt x="469018" y="84230"/>
                  </a:lnTo>
                  <a:lnTo>
                    <a:pt x="470362" y="84976"/>
                  </a:lnTo>
                  <a:lnTo>
                    <a:pt x="472671" y="85877"/>
                  </a:lnTo>
                  <a:lnTo>
                    <a:pt x="472363" y="85100"/>
                  </a:lnTo>
                  <a:lnTo>
                    <a:pt x="472446" y="84900"/>
                  </a:lnTo>
                  <a:lnTo>
                    <a:pt x="473217" y="84630"/>
                  </a:lnTo>
                  <a:lnTo>
                    <a:pt x="476874" y="85110"/>
                  </a:lnTo>
                  <a:lnTo>
                    <a:pt x="481020" y="86116"/>
                  </a:lnTo>
                  <a:lnTo>
                    <a:pt x="482071" y="86215"/>
                  </a:lnTo>
                  <a:lnTo>
                    <a:pt x="483239" y="86568"/>
                  </a:lnTo>
                  <a:lnTo>
                    <a:pt x="484527" y="87176"/>
                  </a:lnTo>
                  <a:lnTo>
                    <a:pt x="486302" y="88417"/>
                  </a:lnTo>
                  <a:lnTo>
                    <a:pt x="489695" y="91225"/>
                  </a:lnTo>
                  <a:lnTo>
                    <a:pt x="490784" y="91934"/>
                  </a:lnTo>
                  <a:lnTo>
                    <a:pt x="492227" y="92594"/>
                  </a:lnTo>
                  <a:lnTo>
                    <a:pt x="499571" y="93548"/>
                  </a:lnTo>
                  <a:lnTo>
                    <a:pt x="502109" y="93542"/>
                  </a:lnTo>
                  <a:lnTo>
                    <a:pt x="507195" y="93817"/>
                  </a:lnTo>
                  <a:lnTo>
                    <a:pt x="509882" y="94316"/>
                  </a:lnTo>
                  <a:lnTo>
                    <a:pt x="510643" y="94688"/>
                  </a:lnTo>
                  <a:lnTo>
                    <a:pt x="510878" y="95937"/>
                  </a:lnTo>
                  <a:lnTo>
                    <a:pt x="510634" y="96564"/>
                  </a:lnTo>
                  <a:lnTo>
                    <a:pt x="509173" y="98472"/>
                  </a:lnTo>
                  <a:lnTo>
                    <a:pt x="508249" y="99876"/>
                  </a:lnTo>
                  <a:lnTo>
                    <a:pt x="502530" y="105814"/>
                  </a:lnTo>
                  <a:lnTo>
                    <a:pt x="501787" y="107180"/>
                  </a:lnTo>
                  <a:lnTo>
                    <a:pt x="501466" y="107997"/>
                  </a:lnTo>
                  <a:lnTo>
                    <a:pt x="500443" y="108843"/>
                  </a:lnTo>
                  <a:lnTo>
                    <a:pt x="497857" y="110154"/>
                  </a:lnTo>
                  <a:lnTo>
                    <a:pt x="495264" y="111269"/>
                  </a:lnTo>
                  <a:lnTo>
                    <a:pt x="493706" y="111508"/>
                  </a:lnTo>
                  <a:lnTo>
                    <a:pt x="492319" y="111243"/>
                  </a:lnTo>
                  <a:lnTo>
                    <a:pt x="491418" y="110919"/>
                  </a:lnTo>
                  <a:lnTo>
                    <a:pt x="490000" y="109929"/>
                  </a:lnTo>
                  <a:lnTo>
                    <a:pt x="490963" y="111663"/>
                  </a:lnTo>
                  <a:lnTo>
                    <a:pt x="490737" y="111839"/>
                  </a:lnTo>
                  <a:lnTo>
                    <a:pt x="489952" y="111621"/>
                  </a:lnTo>
                  <a:lnTo>
                    <a:pt x="488164" y="110842"/>
                  </a:lnTo>
                  <a:lnTo>
                    <a:pt x="487585" y="110985"/>
                  </a:lnTo>
                  <a:lnTo>
                    <a:pt x="487242" y="111197"/>
                  </a:lnTo>
                  <a:lnTo>
                    <a:pt x="486766" y="111193"/>
                  </a:lnTo>
                  <a:lnTo>
                    <a:pt x="486156" y="110972"/>
                  </a:lnTo>
                  <a:lnTo>
                    <a:pt x="485050" y="110326"/>
                  </a:lnTo>
                  <a:lnTo>
                    <a:pt x="484755" y="110011"/>
                  </a:lnTo>
                  <a:lnTo>
                    <a:pt x="484488" y="109053"/>
                  </a:lnTo>
                  <a:lnTo>
                    <a:pt x="484306" y="108881"/>
                  </a:lnTo>
                  <a:lnTo>
                    <a:pt x="482127" y="109435"/>
                  </a:lnTo>
                  <a:lnTo>
                    <a:pt x="481764" y="109618"/>
                  </a:lnTo>
                  <a:lnTo>
                    <a:pt x="482657" y="110002"/>
                  </a:lnTo>
                  <a:lnTo>
                    <a:pt x="482960" y="110275"/>
                  </a:lnTo>
                  <a:lnTo>
                    <a:pt x="483840" y="111695"/>
                  </a:lnTo>
                  <a:lnTo>
                    <a:pt x="483886" y="111999"/>
                  </a:lnTo>
                  <a:lnTo>
                    <a:pt x="483260" y="112187"/>
                  </a:lnTo>
                  <a:lnTo>
                    <a:pt x="481178" y="111651"/>
                  </a:lnTo>
                  <a:lnTo>
                    <a:pt x="480930" y="111696"/>
                  </a:lnTo>
                  <a:lnTo>
                    <a:pt x="481957" y="113108"/>
                  </a:lnTo>
                  <a:lnTo>
                    <a:pt x="482351" y="113780"/>
                  </a:lnTo>
                  <a:lnTo>
                    <a:pt x="482394" y="114129"/>
                  </a:lnTo>
                  <a:lnTo>
                    <a:pt x="481057" y="115728"/>
                  </a:lnTo>
                  <a:lnTo>
                    <a:pt x="480200" y="116394"/>
                  </a:lnTo>
                  <a:lnTo>
                    <a:pt x="479031" y="116638"/>
                  </a:lnTo>
                  <a:lnTo>
                    <a:pt x="478299" y="116474"/>
                  </a:lnTo>
                  <a:lnTo>
                    <a:pt x="477474" y="116066"/>
                  </a:lnTo>
                  <a:lnTo>
                    <a:pt x="476879" y="116124"/>
                  </a:lnTo>
                  <a:lnTo>
                    <a:pt x="476513" y="116647"/>
                  </a:lnTo>
                  <a:lnTo>
                    <a:pt x="475834" y="117021"/>
                  </a:lnTo>
                  <a:lnTo>
                    <a:pt x="474840" y="117245"/>
                  </a:lnTo>
                  <a:lnTo>
                    <a:pt x="473574" y="117148"/>
                  </a:lnTo>
                  <a:lnTo>
                    <a:pt x="472038" y="116730"/>
                  </a:lnTo>
                  <a:lnTo>
                    <a:pt x="467962" y="115227"/>
                  </a:lnTo>
                  <a:lnTo>
                    <a:pt x="466677" y="114995"/>
                  </a:lnTo>
                  <a:lnTo>
                    <a:pt x="464299" y="114788"/>
                  </a:lnTo>
                  <a:lnTo>
                    <a:pt x="464016" y="114575"/>
                  </a:lnTo>
                  <a:lnTo>
                    <a:pt x="464036" y="114373"/>
                  </a:lnTo>
                  <a:lnTo>
                    <a:pt x="464362" y="114181"/>
                  </a:lnTo>
                  <a:lnTo>
                    <a:pt x="464272" y="114015"/>
                  </a:lnTo>
                  <a:lnTo>
                    <a:pt x="463767" y="113876"/>
                  </a:lnTo>
                  <a:lnTo>
                    <a:pt x="463244" y="114007"/>
                  </a:lnTo>
                  <a:lnTo>
                    <a:pt x="462702" y="114406"/>
                  </a:lnTo>
                  <a:lnTo>
                    <a:pt x="461752" y="114524"/>
                  </a:lnTo>
                  <a:lnTo>
                    <a:pt x="460398" y="114361"/>
                  </a:lnTo>
                  <a:lnTo>
                    <a:pt x="458395" y="113777"/>
                  </a:lnTo>
                  <a:lnTo>
                    <a:pt x="454420" y="112269"/>
                  </a:lnTo>
                  <a:lnTo>
                    <a:pt x="450073" y="110998"/>
                  </a:lnTo>
                  <a:lnTo>
                    <a:pt x="447551" y="109347"/>
                  </a:lnTo>
                  <a:lnTo>
                    <a:pt x="448493" y="110833"/>
                  </a:lnTo>
                  <a:lnTo>
                    <a:pt x="448416" y="111337"/>
                  </a:lnTo>
                  <a:lnTo>
                    <a:pt x="447934" y="111779"/>
                  </a:lnTo>
                  <a:lnTo>
                    <a:pt x="447855" y="112217"/>
                  </a:lnTo>
                  <a:lnTo>
                    <a:pt x="448842" y="113278"/>
                  </a:lnTo>
                  <a:lnTo>
                    <a:pt x="450207" y="113659"/>
                  </a:lnTo>
                  <a:lnTo>
                    <a:pt x="451582" y="113619"/>
                  </a:lnTo>
                  <a:lnTo>
                    <a:pt x="451620" y="113445"/>
                  </a:lnTo>
                  <a:lnTo>
                    <a:pt x="451046" y="113181"/>
                  </a:lnTo>
                  <a:lnTo>
                    <a:pt x="450541" y="112794"/>
                  </a:lnTo>
                  <a:lnTo>
                    <a:pt x="450299" y="112219"/>
                  </a:lnTo>
                  <a:lnTo>
                    <a:pt x="450557" y="112118"/>
                  </a:lnTo>
                  <a:lnTo>
                    <a:pt x="451769" y="112419"/>
                  </a:lnTo>
                  <a:lnTo>
                    <a:pt x="452569" y="112770"/>
                  </a:lnTo>
                  <a:lnTo>
                    <a:pt x="458592" y="114730"/>
                  </a:lnTo>
                  <a:lnTo>
                    <a:pt x="460390" y="115097"/>
                  </a:lnTo>
                  <a:lnTo>
                    <a:pt x="461740" y="115475"/>
                  </a:lnTo>
                  <a:lnTo>
                    <a:pt x="462115" y="115700"/>
                  </a:lnTo>
                  <a:lnTo>
                    <a:pt x="461660" y="116186"/>
                  </a:lnTo>
                  <a:lnTo>
                    <a:pt x="459238" y="117405"/>
                  </a:lnTo>
                  <a:lnTo>
                    <a:pt x="459199" y="117605"/>
                  </a:lnTo>
                  <a:lnTo>
                    <a:pt x="460860" y="117495"/>
                  </a:lnTo>
                  <a:lnTo>
                    <a:pt x="462874" y="116421"/>
                  </a:lnTo>
                  <a:lnTo>
                    <a:pt x="464008" y="115924"/>
                  </a:lnTo>
                  <a:lnTo>
                    <a:pt x="465096" y="115618"/>
                  </a:lnTo>
                  <a:lnTo>
                    <a:pt x="466570" y="116146"/>
                  </a:lnTo>
                  <a:lnTo>
                    <a:pt x="468431" y="117506"/>
                  </a:lnTo>
                  <a:lnTo>
                    <a:pt x="469937" y="118278"/>
                  </a:lnTo>
                  <a:lnTo>
                    <a:pt x="472085" y="118710"/>
                  </a:lnTo>
                  <a:lnTo>
                    <a:pt x="473343" y="119172"/>
                  </a:lnTo>
                  <a:lnTo>
                    <a:pt x="475458" y="120444"/>
                  </a:lnTo>
                  <a:lnTo>
                    <a:pt x="475792" y="121106"/>
                  </a:lnTo>
                  <a:lnTo>
                    <a:pt x="475986" y="123805"/>
                  </a:lnTo>
                  <a:lnTo>
                    <a:pt x="475912" y="124456"/>
                  </a:lnTo>
                  <a:lnTo>
                    <a:pt x="475637" y="125103"/>
                  </a:lnTo>
                  <a:lnTo>
                    <a:pt x="475162" y="125743"/>
                  </a:lnTo>
                  <a:lnTo>
                    <a:pt x="474279" y="126101"/>
                  </a:lnTo>
                  <a:lnTo>
                    <a:pt x="472987" y="126178"/>
                  </a:lnTo>
                  <a:lnTo>
                    <a:pt x="471973" y="126441"/>
                  </a:lnTo>
                  <a:lnTo>
                    <a:pt x="469754" y="127873"/>
                  </a:lnTo>
                  <a:lnTo>
                    <a:pt x="468812" y="128080"/>
                  </a:lnTo>
                  <a:lnTo>
                    <a:pt x="464833" y="127653"/>
                  </a:lnTo>
                  <a:lnTo>
                    <a:pt x="463275" y="127252"/>
                  </a:lnTo>
                  <a:lnTo>
                    <a:pt x="462558" y="127276"/>
                  </a:lnTo>
                  <a:lnTo>
                    <a:pt x="462160" y="127592"/>
                  </a:lnTo>
                  <a:lnTo>
                    <a:pt x="461744" y="127735"/>
                  </a:lnTo>
                  <a:lnTo>
                    <a:pt x="460181" y="127866"/>
                  </a:lnTo>
                  <a:lnTo>
                    <a:pt x="459927" y="128125"/>
                  </a:lnTo>
                  <a:lnTo>
                    <a:pt x="460026" y="128522"/>
                  </a:lnTo>
                  <a:lnTo>
                    <a:pt x="460333" y="129060"/>
                  </a:lnTo>
                  <a:lnTo>
                    <a:pt x="460712" y="129369"/>
                  </a:lnTo>
                  <a:lnTo>
                    <a:pt x="461299" y="129760"/>
                  </a:lnTo>
                  <a:lnTo>
                    <a:pt x="462188" y="130016"/>
                  </a:lnTo>
                  <a:lnTo>
                    <a:pt x="464017" y="130302"/>
                  </a:lnTo>
                  <a:lnTo>
                    <a:pt x="464206" y="131033"/>
                  </a:lnTo>
                  <a:lnTo>
                    <a:pt x="464125" y="131268"/>
                  </a:lnTo>
                  <a:lnTo>
                    <a:pt x="463525" y="131756"/>
                  </a:lnTo>
                  <a:lnTo>
                    <a:pt x="462832" y="131706"/>
                  </a:lnTo>
                  <a:lnTo>
                    <a:pt x="461639" y="131131"/>
                  </a:lnTo>
                  <a:lnTo>
                    <a:pt x="461049" y="131108"/>
                  </a:lnTo>
                  <a:lnTo>
                    <a:pt x="460533" y="131420"/>
                  </a:lnTo>
                  <a:lnTo>
                    <a:pt x="459815" y="131523"/>
                  </a:lnTo>
                  <a:lnTo>
                    <a:pt x="458894" y="131417"/>
                  </a:lnTo>
                  <a:lnTo>
                    <a:pt x="458382" y="131669"/>
                  </a:lnTo>
                  <a:lnTo>
                    <a:pt x="458280" y="132281"/>
                  </a:lnTo>
                  <a:lnTo>
                    <a:pt x="457970" y="132739"/>
                  </a:lnTo>
                  <a:lnTo>
                    <a:pt x="456907" y="133462"/>
                  </a:lnTo>
                  <a:lnTo>
                    <a:pt x="456334" y="133995"/>
                  </a:lnTo>
                  <a:lnTo>
                    <a:pt x="456353" y="134414"/>
                  </a:lnTo>
                  <a:lnTo>
                    <a:pt x="456963" y="134717"/>
                  </a:lnTo>
                  <a:lnTo>
                    <a:pt x="457663" y="135403"/>
                  </a:lnTo>
                  <a:lnTo>
                    <a:pt x="458452" y="136474"/>
                  </a:lnTo>
                  <a:lnTo>
                    <a:pt x="458604" y="136946"/>
                  </a:lnTo>
                  <a:lnTo>
                    <a:pt x="458120" y="136822"/>
                  </a:lnTo>
                  <a:lnTo>
                    <a:pt x="457468" y="136397"/>
                  </a:lnTo>
                  <a:lnTo>
                    <a:pt x="456648" y="135673"/>
                  </a:lnTo>
                  <a:lnTo>
                    <a:pt x="455408" y="135024"/>
                  </a:lnTo>
                  <a:lnTo>
                    <a:pt x="452677" y="134178"/>
                  </a:lnTo>
                  <a:lnTo>
                    <a:pt x="452196" y="134205"/>
                  </a:lnTo>
                  <a:lnTo>
                    <a:pt x="452443" y="134420"/>
                  </a:lnTo>
                  <a:lnTo>
                    <a:pt x="454254" y="135307"/>
                  </a:lnTo>
                  <a:lnTo>
                    <a:pt x="454948" y="135878"/>
                  </a:lnTo>
                  <a:lnTo>
                    <a:pt x="455032" y="136294"/>
                  </a:lnTo>
                  <a:lnTo>
                    <a:pt x="453515" y="137206"/>
                  </a:lnTo>
                  <a:lnTo>
                    <a:pt x="453474" y="137512"/>
                  </a:lnTo>
                  <a:lnTo>
                    <a:pt x="453876" y="137780"/>
                  </a:lnTo>
                  <a:lnTo>
                    <a:pt x="453985" y="138003"/>
                  </a:lnTo>
                  <a:lnTo>
                    <a:pt x="453444" y="138451"/>
                  </a:lnTo>
                  <a:lnTo>
                    <a:pt x="452554" y="138826"/>
                  </a:lnTo>
                  <a:lnTo>
                    <a:pt x="450829" y="138880"/>
                  </a:lnTo>
                  <a:lnTo>
                    <a:pt x="450672" y="139092"/>
                  </a:lnTo>
                  <a:lnTo>
                    <a:pt x="451330" y="139552"/>
                  </a:lnTo>
                  <a:lnTo>
                    <a:pt x="451552" y="139838"/>
                  </a:lnTo>
                  <a:lnTo>
                    <a:pt x="450987" y="140231"/>
                  </a:lnTo>
                  <a:lnTo>
                    <a:pt x="450619" y="140286"/>
                  </a:lnTo>
                  <a:lnTo>
                    <a:pt x="448634" y="140104"/>
                  </a:lnTo>
                  <a:lnTo>
                    <a:pt x="449155" y="141086"/>
                  </a:lnTo>
                  <a:lnTo>
                    <a:pt x="449463" y="141430"/>
                  </a:lnTo>
                  <a:lnTo>
                    <a:pt x="450071" y="141916"/>
                  </a:lnTo>
                  <a:lnTo>
                    <a:pt x="451164" y="142367"/>
                  </a:lnTo>
                  <a:lnTo>
                    <a:pt x="451187" y="142541"/>
                  </a:lnTo>
                  <a:lnTo>
                    <a:pt x="450805" y="142928"/>
                  </a:lnTo>
                  <a:lnTo>
                    <a:pt x="450159" y="143399"/>
                  </a:lnTo>
                  <a:lnTo>
                    <a:pt x="447424" y="144839"/>
                  </a:lnTo>
                  <a:lnTo>
                    <a:pt x="445503" y="146528"/>
                  </a:lnTo>
                  <a:lnTo>
                    <a:pt x="445237" y="147055"/>
                  </a:lnTo>
                  <a:lnTo>
                    <a:pt x="445725" y="148165"/>
                  </a:lnTo>
                  <a:lnTo>
                    <a:pt x="445730" y="148444"/>
                  </a:lnTo>
                  <a:lnTo>
                    <a:pt x="445226" y="148947"/>
                  </a:lnTo>
                  <a:lnTo>
                    <a:pt x="444103" y="148810"/>
                  </a:lnTo>
                  <a:lnTo>
                    <a:pt x="443888" y="149008"/>
                  </a:lnTo>
                  <a:lnTo>
                    <a:pt x="444155" y="149531"/>
                  </a:lnTo>
                  <a:lnTo>
                    <a:pt x="444205" y="150296"/>
                  </a:lnTo>
                  <a:lnTo>
                    <a:pt x="444036" y="151306"/>
                  </a:lnTo>
                  <a:lnTo>
                    <a:pt x="443220" y="152888"/>
                  </a:lnTo>
                  <a:lnTo>
                    <a:pt x="441757" y="155042"/>
                  </a:lnTo>
                  <a:lnTo>
                    <a:pt x="440636" y="156999"/>
                  </a:lnTo>
                  <a:lnTo>
                    <a:pt x="439859" y="158759"/>
                  </a:lnTo>
                  <a:lnTo>
                    <a:pt x="439295" y="159631"/>
                  </a:lnTo>
                  <a:lnTo>
                    <a:pt x="438256" y="159691"/>
                  </a:lnTo>
                  <a:lnTo>
                    <a:pt x="437471" y="160241"/>
                  </a:lnTo>
                  <a:lnTo>
                    <a:pt x="438005" y="160530"/>
                  </a:lnTo>
                  <a:lnTo>
                    <a:pt x="438333" y="160868"/>
                  </a:lnTo>
                  <a:lnTo>
                    <a:pt x="438559" y="161383"/>
                  </a:lnTo>
                  <a:lnTo>
                    <a:pt x="438335" y="162992"/>
                  </a:lnTo>
                  <a:lnTo>
                    <a:pt x="437662" y="165693"/>
                  </a:lnTo>
                  <a:lnTo>
                    <a:pt x="437243" y="167842"/>
                  </a:lnTo>
                  <a:lnTo>
                    <a:pt x="437330" y="174470"/>
                  </a:lnTo>
                  <a:lnTo>
                    <a:pt x="437220" y="177403"/>
                  </a:lnTo>
                  <a:lnTo>
                    <a:pt x="436924" y="179028"/>
                  </a:lnTo>
                  <a:lnTo>
                    <a:pt x="436444" y="179912"/>
                  </a:lnTo>
                  <a:lnTo>
                    <a:pt x="435621" y="180179"/>
                  </a:lnTo>
                  <a:lnTo>
                    <a:pt x="436668" y="180437"/>
                  </a:lnTo>
                  <a:lnTo>
                    <a:pt x="437335" y="180851"/>
                  </a:lnTo>
                  <a:lnTo>
                    <a:pt x="437641" y="181481"/>
                  </a:lnTo>
                  <a:lnTo>
                    <a:pt x="437929" y="182487"/>
                  </a:lnTo>
                  <a:lnTo>
                    <a:pt x="438307" y="182950"/>
                  </a:lnTo>
                  <a:lnTo>
                    <a:pt x="438777" y="182872"/>
                  </a:lnTo>
                  <a:lnTo>
                    <a:pt x="439198" y="182974"/>
                  </a:lnTo>
                  <a:lnTo>
                    <a:pt x="439572" y="183253"/>
                  </a:lnTo>
                  <a:lnTo>
                    <a:pt x="440711" y="184688"/>
                  </a:lnTo>
                  <a:lnTo>
                    <a:pt x="441962" y="185100"/>
                  </a:lnTo>
                  <a:lnTo>
                    <a:pt x="442021" y="185896"/>
                  </a:lnTo>
                  <a:lnTo>
                    <a:pt x="441531" y="190357"/>
                  </a:lnTo>
                  <a:lnTo>
                    <a:pt x="441535" y="190939"/>
                  </a:lnTo>
                  <a:lnTo>
                    <a:pt x="442103" y="189814"/>
                  </a:lnTo>
                  <a:lnTo>
                    <a:pt x="442701" y="186350"/>
                  </a:lnTo>
                  <a:lnTo>
                    <a:pt x="443512" y="184811"/>
                  </a:lnTo>
                  <a:lnTo>
                    <a:pt x="444150" y="184486"/>
                  </a:lnTo>
                  <a:lnTo>
                    <a:pt x="446759" y="184311"/>
                  </a:lnTo>
                  <a:lnTo>
                    <a:pt x="449539" y="184703"/>
                  </a:lnTo>
                  <a:lnTo>
                    <a:pt x="450590" y="184751"/>
                  </a:lnTo>
                  <a:lnTo>
                    <a:pt x="451507" y="184537"/>
                  </a:lnTo>
                  <a:lnTo>
                    <a:pt x="452447" y="184966"/>
                  </a:lnTo>
                  <a:lnTo>
                    <a:pt x="452676" y="185399"/>
                  </a:lnTo>
                  <a:lnTo>
                    <a:pt x="452942" y="187214"/>
                  </a:lnTo>
                  <a:lnTo>
                    <a:pt x="453191" y="188254"/>
                  </a:lnTo>
                  <a:lnTo>
                    <a:pt x="454847" y="191955"/>
                  </a:lnTo>
                  <a:lnTo>
                    <a:pt x="455636" y="194028"/>
                  </a:lnTo>
                  <a:lnTo>
                    <a:pt x="456600" y="197262"/>
                  </a:lnTo>
                  <a:lnTo>
                    <a:pt x="456961" y="198186"/>
                  </a:lnTo>
                  <a:lnTo>
                    <a:pt x="458967" y="202498"/>
                  </a:lnTo>
                  <a:lnTo>
                    <a:pt x="459347" y="203666"/>
                  </a:lnTo>
                  <a:lnTo>
                    <a:pt x="459505" y="204567"/>
                  </a:lnTo>
                  <a:lnTo>
                    <a:pt x="459438" y="205198"/>
                  </a:lnTo>
                  <a:lnTo>
                    <a:pt x="459074" y="206171"/>
                  </a:lnTo>
                  <a:lnTo>
                    <a:pt x="458410" y="207487"/>
                  </a:lnTo>
                  <a:lnTo>
                    <a:pt x="457789" y="208490"/>
                  </a:lnTo>
                  <a:lnTo>
                    <a:pt x="457211" y="209180"/>
                  </a:lnTo>
                  <a:lnTo>
                    <a:pt x="456617" y="209695"/>
                  </a:lnTo>
                  <a:lnTo>
                    <a:pt x="456048" y="210123"/>
                  </a:lnTo>
                  <a:lnTo>
                    <a:pt x="456737" y="209961"/>
                  </a:lnTo>
                  <a:lnTo>
                    <a:pt x="457441" y="209616"/>
                  </a:lnTo>
                  <a:lnTo>
                    <a:pt x="458771" y="208723"/>
                  </a:lnTo>
                  <a:lnTo>
                    <a:pt x="459282" y="208522"/>
                  </a:lnTo>
                  <a:lnTo>
                    <a:pt x="460729" y="208395"/>
                  </a:lnTo>
                  <a:lnTo>
                    <a:pt x="460777" y="208717"/>
                  </a:lnTo>
                  <a:lnTo>
                    <a:pt x="460079" y="209381"/>
                  </a:lnTo>
                  <a:lnTo>
                    <a:pt x="460234" y="209445"/>
                  </a:lnTo>
                  <a:lnTo>
                    <a:pt x="461243" y="208909"/>
                  </a:lnTo>
                  <a:lnTo>
                    <a:pt x="463429" y="208145"/>
                  </a:lnTo>
                  <a:lnTo>
                    <a:pt x="472007" y="205670"/>
                  </a:lnTo>
                  <a:lnTo>
                    <a:pt x="474030" y="205451"/>
                  </a:lnTo>
                  <a:lnTo>
                    <a:pt x="476918" y="205904"/>
                  </a:lnTo>
                  <a:lnTo>
                    <a:pt x="479259" y="206955"/>
                  </a:lnTo>
                  <a:lnTo>
                    <a:pt x="481809" y="208311"/>
                  </a:lnTo>
                  <a:lnTo>
                    <a:pt x="484500" y="209295"/>
                  </a:lnTo>
                  <a:lnTo>
                    <a:pt x="488743" y="210214"/>
                  </a:lnTo>
                  <a:lnTo>
                    <a:pt x="489980" y="210655"/>
                  </a:lnTo>
                  <a:lnTo>
                    <a:pt x="492469" y="211108"/>
                  </a:lnTo>
                  <a:lnTo>
                    <a:pt x="493623" y="211625"/>
                  </a:lnTo>
                  <a:lnTo>
                    <a:pt x="495010" y="212870"/>
                  </a:lnTo>
                  <a:lnTo>
                    <a:pt x="497213" y="214493"/>
                  </a:lnTo>
                  <a:lnTo>
                    <a:pt x="498875" y="215511"/>
                  </a:lnTo>
                  <a:lnTo>
                    <a:pt x="500732" y="216465"/>
                  </a:lnTo>
                  <a:lnTo>
                    <a:pt x="502596" y="218218"/>
                  </a:lnTo>
                  <a:lnTo>
                    <a:pt x="505597" y="222197"/>
                  </a:lnTo>
                  <a:lnTo>
                    <a:pt x="506339" y="222685"/>
                  </a:lnTo>
                  <a:lnTo>
                    <a:pt x="508189" y="223336"/>
                  </a:lnTo>
                  <a:lnTo>
                    <a:pt x="511666" y="224174"/>
                  </a:lnTo>
                  <a:lnTo>
                    <a:pt x="516798" y="226145"/>
                  </a:lnTo>
                  <a:lnTo>
                    <a:pt x="519052" y="226918"/>
                  </a:lnTo>
                  <a:lnTo>
                    <a:pt x="520511" y="227224"/>
                  </a:lnTo>
                  <a:lnTo>
                    <a:pt x="521968" y="227767"/>
                  </a:lnTo>
                  <a:lnTo>
                    <a:pt x="523423" y="228547"/>
                  </a:lnTo>
                  <a:lnTo>
                    <a:pt x="524533" y="229396"/>
                  </a:lnTo>
                  <a:lnTo>
                    <a:pt x="525298" y="230315"/>
                  </a:lnTo>
                  <a:lnTo>
                    <a:pt x="525972" y="230917"/>
                  </a:lnTo>
                  <a:lnTo>
                    <a:pt x="527150" y="231584"/>
                  </a:lnTo>
                  <a:lnTo>
                    <a:pt x="527762" y="232063"/>
                  </a:lnTo>
                  <a:lnTo>
                    <a:pt x="527819" y="232781"/>
                  </a:lnTo>
                  <a:lnTo>
                    <a:pt x="526400" y="235599"/>
                  </a:lnTo>
                  <a:lnTo>
                    <a:pt x="526369" y="235824"/>
                  </a:lnTo>
                  <a:lnTo>
                    <a:pt x="527804" y="233801"/>
                  </a:lnTo>
                  <a:lnTo>
                    <a:pt x="528606" y="233217"/>
                  </a:lnTo>
                  <a:lnTo>
                    <a:pt x="529248" y="232946"/>
                  </a:lnTo>
                  <a:lnTo>
                    <a:pt x="530583" y="232978"/>
                  </a:lnTo>
                  <a:lnTo>
                    <a:pt x="532609" y="233315"/>
                  </a:lnTo>
                  <a:lnTo>
                    <a:pt x="534385" y="233319"/>
                  </a:lnTo>
                  <a:lnTo>
                    <a:pt x="535913" y="232990"/>
                  </a:lnTo>
                  <a:lnTo>
                    <a:pt x="537214" y="232842"/>
                  </a:lnTo>
                  <a:lnTo>
                    <a:pt x="538289" y="232874"/>
                  </a:lnTo>
                  <a:lnTo>
                    <a:pt x="539068" y="232777"/>
                  </a:lnTo>
                  <a:lnTo>
                    <a:pt x="539553" y="232548"/>
                  </a:lnTo>
                  <a:lnTo>
                    <a:pt x="540132" y="232542"/>
                  </a:lnTo>
                  <a:lnTo>
                    <a:pt x="542430" y="233241"/>
                  </a:lnTo>
                  <a:lnTo>
                    <a:pt x="543359" y="233278"/>
                  </a:lnTo>
                  <a:lnTo>
                    <a:pt x="546719" y="233937"/>
                  </a:lnTo>
                  <a:lnTo>
                    <a:pt x="548876" y="233703"/>
                  </a:lnTo>
                  <a:lnTo>
                    <a:pt x="549248" y="233831"/>
                  </a:lnTo>
                  <a:lnTo>
                    <a:pt x="549997" y="234689"/>
                  </a:lnTo>
                  <a:lnTo>
                    <a:pt x="550632" y="234756"/>
                  </a:lnTo>
                  <a:lnTo>
                    <a:pt x="551703" y="234622"/>
                  </a:lnTo>
                  <a:lnTo>
                    <a:pt x="552744" y="234856"/>
                  </a:lnTo>
                  <a:lnTo>
                    <a:pt x="554487" y="235984"/>
                  </a:lnTo>
                  <a:lnTo>
                    <a:pt x="555291" y="236956"/>
                  </a:lnTo>
                  <a:lnTo>
                    <a:pt x="556063" y="238940"/>
                  </a:lnTo>
                  <a:lnTo>
                    <a:pt x="556132" y="239532"/>
                  </a:lnTo>
                  <a:lnTo>
                    <a:pt x="554701" y="244134"/>
                  </a:lnTo>
                  <a:lnTo>
                    <a:pt x="554252" y="245915"/>
                  </a:lnTo>
                  <a:lnTo>
                    <a:pt x="554194" y="247467"/>
                  </a:lnTo>
                  <a:lnTo>
                    <a:pt x="554478" y="248361"/>
                  </a:lnTo>
                  <a:lnTo>
                    <a:pt x="555714" y="249860"/>
                  </a:lnTo>
                  <a:lnTo>
                    <a:pt x="555938" y="250253"/>
                  </a:lnTo>
                  <a:lnTo>
                    <a:pt x="556669" y="252472"/>
                  </a:lnTo>
                  <a:lnTo>
                    <a:pt x="556869" y="253422"/>
                  </a:lnTo>
                  <a:lnTo>
                    <a:pt x="556788" y="254511"/>
                  </a:lnTo>
                  <a:lnTo>
                    <a:pt x="556404" y="256305"/>
                  </a:lnTo>
                  <a:lnTo>
                    <a:pt x="556501" y="257673"/>
                  </a:lnTo>
                  <a:lnTo>
                    <a:pt x="556824" y="259741"/>
                  </a:lnTo>
                  <a:lnTo>
                    <a:pt x="556701" y="261142"/>
                  </a:lnTo>
                  <a:lnTo>
                    <a:pt x="556133" y="261876"/>
                  </a:lnTo>
                  <a:lnTo>
                    <a:pt x="555748" y="262597"/>
                  </a:lnTo>
                  <a:lnTo>
                    <a:pt x="555449" y="263904"/>
                  </a:lnTo>
                  <a:lnTo>
                    <a:pt x="555449" y="264398"/>
                  </a:lnTo>
                  <a:lnTo>
                    <a:pt x="555743" y="265368"/>
                  </a:lnTo>
                  <a:lnTo>
                    <a:pt x="556290" y="265918"/>
                  </a:lnTo>
                  <a:lnTo>
                    <a:pt x="557186" y="266536"/>
                  </a:lnTo>
                  <a:lnTo>
                    <a:pt x="558018" y="267454"/>
                  </a:lnTo>
                  <a:lnTo>
                    <a:pt x="559539" y="269688"/>
                  </a:lnTo>
                  <a:lnTo>
                    <a:pt x="560645" y="270913"/>
                  </a:lnTo>
                  <a:lnTo>
                    <a:pt x="561997" y="272740"/>
                  </a:lnTo>
                  <a:lnTo>
                    <a:pt x="562260" y="273651"/>
                  </a:lnTo>
                  <a:lnTo>
                    <a:pt x="561883" y="274254"/>
                  </a:lnTo>
                  <a:lnTo>
                    <a:pt x="561412" y="274675"/>
                  </a:lnTo>
                  <a:lnTo>
                    <a:pt x="560323" y="275237"/>
                  </a:lnTo>
                  <a:lnTo>
                    <a:pt x="559962" y="275745"/>
                  </a:lnTo>
                  <a:lnTo>
                    <a:pt x="561538" y="275440"/>
                  </a:lnTo>
                  <a:lnTo>
                    <a:pt x="562469" y="275472"/>
                  </a:lnTo>
                  <a:lnTo>
                    <a:pt x="563257" y="275922"/>
                  </a:lnTo>
                  <a:lnTo>
                    <a:pt x="563902" y="276790"/>
                  </a:lnTo>
                  <a:lnTo>
                    <a:pt x="564971" y="277530"/>
                  </a:lnTo>
                  <a:lnTo>
                    <a:pt x="566465" y="278141"/>
                  </a:lnTo>
                  <a:lnTo>
                    <a:pt x="567966" y="279161"/>
                  </a:lnTo>
                  <a:lnTo>
                    <a:pt x="570454" y="281587"/>
                  </a:lnTo>
                  <a:lnTo>
                    <a:pt x="570904" y="282144"/>
                  </a:lnTo>
                  <a:lnTo>
                    <a:pt x="571566" y="283415"/>
                  </a:lnTo>
                  <a:lnTo>
                    <a:pt x="572438" y="285398"/>
                  </a:lnTo>
                  <a:lnTo>
                    <a:pt x="572894" y="286693"/>
                  </a:lnTo>
                  <a:lnTo>
                    <a:pt x="572935" y="287302"/>
                  </a:lnTo>
                  <a:lnTo>
                    <a:pt x="572441" y="287914"/>
                  </a:lnTo>
                  <a:lnTo>
                    <a:pt x="570765" y="289029"/>
                  </a:lnTo>
                  <a:lnTo>
                    <a:pt x="569076" y="290978"/>
                  </a:lnTo>
                  <a:lnTo>
                    <a:pt x="569608" y="290883"/>
                  </a:lnTo>
                  <a:lnTo>
                    <a:pt x="570722" y="290060"/>
                  </a:lnTo>
                  <a:lnTo>
                    <a:pt x="572604" y="288435"/>
                  </a:lnTo>
                  <a:lnTo>
                    <a:pt x="573648" y="288121"/>
                  </a:lnTo>
                  <a:lnTo>
                    <a:pt x="574615" y="288309"/>
                  </a:lnTo>
                  <a:lnTo>
                    <a:pt x="576149" y="288777"/>
                  </a:lnTo>
                  <a:lnTo>
                    <a:pt x="577504" y="289442"/>
                  </a:lnTo>
                  <a:lnTo>
                    <a:pt x="578678" y="290304"/>
                  </a:lnTo>
                  <a:lnTo>
                    <a:pt x="580426" y="292613"/>
                  </a:lnTo>
                  <a:lnTo>
                    <a:pt x="582274" y="294457"/>
                  </a:lnTo>
                  <a:lnTo>
                    <a:pt x="583298" y="296032"/>
                  </a:lnTo>
                  <a:lnTo>
                    <a:pt x="582988" y="295030"/>
                  </a:lnTo>
                  <a:lnTo>
                    <a:pt x="582307" y="293876"/>
                  </a:lnTo>
                  <a:lnTo>
                    <a:pt x="580571" y="292038"/>
                  </a:lnTo>
                  <a:lnTo>
                    <a:pt x="579830" y="291082"/>
                  </a:lnTo>
                  <a:lnTo>
                    <a:pt x="579670" y="290623"/>
                  </a:lnTo>
                  <a:lnTo>
                    <a:pt x="579613" y="290124"/>
                  </a:lnTo>
                  <a:lnTo>
                    <a:pt x="579747" y="289212"/>
                  </a:lnTo>
                  <a:lnTo>
                    <a:pt x="580073" y="287888"/>
                  </a:lnTo>
                  <a:lnTo>
                    <a:pt x="580507" y="286954"/>
                  </a:lnTo>
                  <a:lnTo>
                    <a:pt x="581048" y="286411"/>
                  </a:lnTo>
                  <a:lnTo>
                    <a:pt x="581410" y="285834"/>
                  </a:lnTo>
                  <a:lnTo>
                    <a:pt x="581594" y="285222"/>
                  </a:lnTo>
                  <a:lnTo>
                    <a:pt x="581882" y="284773"/>
                  </a:lnTo>
                  <a:lnTo>
                    <a:pt x="583386" y="283960"/>
                  </a:lnTo>
                  <a:lnTo>
                    <a:pt x="583780" y="284035"/>
                  </a:lnTo>
                  <a:lnTo>
                    <a:pt x="584090" y="285023"/>
                  </a:lnTo>
                  <a:lnTo>
                    <a:pt x="584450" y="285228"/>
                  </a:lnTo>
                  <a:lnTo>
                    <a:pt x="585145" y="285382"/>
                  </a:lnTo>
                  <a:lnTo>
                    <a:pt x="585730" y="285724"/>
                  </a:lnTo>
                  <a:lnTo>
                    <a:pt x="586206" y="286253"/>
                  </a:lnTo>
                  <a:lnTo>
                    <a:pt x="586542" y="286789"/>
                  </a:lnTo>
                  <a:lnTo>
                    <a:pt x="586738" y="287333"/>
                  </a:lnTo>
                  <a:lnTo>
                    <a:pt x="587187" y="289107"/>
                  </a:lnTo>
                  <a:lnTo>
                    <a:pt x="587506" y="289928"/>
                  </a:lnTo>
                  <a:lnTo>
                    <a:pt x="587559" y="288932"/>
                  </a:lnTo>
                  <a:lnTo>
                    <a:pt x="587933" y="287367"/>
                  </a:lnTo>
                  <a:lnTo>
                    <a:pt x="588222" y="286725"/>
                  </a:lnTo>
                  <a:lnTo>
                    <a:pt x="589131" y="285783"/>
                  </a:lnTo>
                  <a:lnTo>
                    <a:pt x="589083" y="285377"/>
                  </a:lnTo>
                  <a:lnTo>
                    <a:pt x="588706" y="284831"/>
                  </a:lnTo>
                  <a:lnTo>
                    <a:pt x="586800" y="282487"/>
                  </a:lnTo>
                  <a:lnTo>
                    <a:pt x="586763" y="281918"/>
                  </a:lnTo>
                  <a:lnTo>
                    <a:pt x="587272" y="281580"/>
                  </a:lnTo>
                  <a:lnTo>
                    <a:pt x="587620" y="280934"/>
                  </a:lnTo>
                  <a:lnTo>
                    <a:pt x="587808" y="279981"/>
                  </a:lnTo>
                  <a:lnTo>
                    <a:pt x="588215" y="279290"/>
                  </a:lnTo>
                  <a:lnTo>
                    <a:pt x="589409" y="278318"/>
                  </a:lnTo>
                  <a:lnTo>
                    <a:pt x="590437" y="276825"/>
                  </a:lnTo>
                  <a:lnTo>
                    <a:pt x="590967" y="275799"/>
                  </a:lnTo>
                  <a:lnTo>
                    <a:pt x="591399" y="275258"/>
                  </a:lnTo>
                  <a:lnTo>
                    <a:pt x="591811" y="275128"/>
                  </a:lnTo>
                  <a:lnTo>
                    <a:pt x="591196" y="274714"/>
                  </a:lnTo>
                  <a:lnTo>
                    <a:pt x="591073" y="274440"/>
                  </a:lnTo>
                  <a:lnTo>
                    <a:pt x="591045" y="273206"/>
                  </a:lnTo>
                  <a:lnTo>
                    <a:pt x="590780" y="271913"/>
                  </a:lnTo>
                  <a:lnTo>
                    <a:pt x="590369" y="271310"/>
                  </a:lnTo>
                  <a:lnTo>
                    <a:pt x="589203" y="270018"/>
                  </a:lnTo>
                  <a:lnTo>
                    <a:pt x="589010" y="269633"/>
                  </a:lnTo>
                  <a:lnTo>
                    <a:pt x="588806" y="268173"/>
                  </a:lnTo>
                  <a:lnTo>
                    <a:pt x="588921" y="267443"/>
                  </a:lnTo>
                  <a:lnTo>
                    <a:pt x="589223" y="266828"/>
                  </a:lnTo>
                  <a:lnTo>
                    <a:pt x="589051" y="266235"/>
                  </a:lnTo>
                  <a:lnTo>
                    <a:pt x="587970" y="265160"/>
                  </a:lnTo>
                  <a:lnTo>
                    <a:pt x="587552" y="264221"/>
                  </a:lnTo>
                  <a:lnTo>
                    <a:pt x="587090" y="261950"/>
                  </a:lnTo>
                  <a:lnTo>
                    <a:pt x="586665" y="259103"/>
                  </a:lnTo>
                  <a:lnTo>
                    <a:pt x="586182" y="257008"/>
                  </a:lnTo>
                  <a:lnTo>
                    <a:pt x="585640" y="255667"/>
                  </a:lnTo>
                  <a:lnTo>
                    <a:pt x="585519" y="254823"/>
                  </a:lnTo>
                  <a:lnTo>
                    <a:pt x="585819" y="254473"/>
                  </a:lnTo>
                  <a:lnTo>
                    <a:pt x="586208" y="253417"/>
                  </a:lnTo>
                  <a:lnTo>
                    <a:pt x="586560" y="253158"/>
                  </a:lnTo>
                  <a:lnTo>
                    <a:pt x="587116" y="253107"/>
                  </a:lnTo>
                  <a:lnTo>
                    <a:pt x="586287" y="252537"/>
                  </a:lnTo>
                  <a:lnTo>
                    <a:pt x="585879" y="251821"/>
                  </a:lnTo>
                  <a:lnTo>
                    <a:pt x="585896" y="251556"/>
                  </a:lnTo>
                  <a:lnTo>
                    <a:pt x="586627" y="250843"/>
                  </a:lnTo>
                  <a:lnTo>
                    <a:pt x="586496" y="250544"/>
                  </a:lnTo>
                  <a:lnTo>
                    <a:pt x="585955" y="250154"/>
                  </a:lnTo>
                  <a:lnTo>
                    <a:pt x="584302" y="249499"/>
                  </a:lnTo>
                  <a:lnTo>
                    <a:pt x="584898" y="249247"/>
                  </a:lnTo>
                  <a:lnTo>
                    <a:pt x="585276" y="248685"/>
                  </a:lnTo>
                  <a:lnTo>
                    <a:pt x="585202" y="248518"/>
                  </a:lnTo>
                  <a:lnTo>
                    <a:pt x="584547" y="248288"/>
                  </a:lnTo>
                  <a:lnTo>
                    <a:pt x="583793" y="247854"/>
                  </a:lnTo>
                  <a:lnTo>
                    <a:pt x="583220" y="247205"/>
                  </a:lnTo>
                  <a:lnTo>
                    <a:pt x="582516" y="246183"/>
                  </a:lnTo>
                  <a:lnTo>
                    <a:pt x="582087" y="245372"/>
                  </a:lnTo>
                  <a:lnTo>
                    <a:pt x="581664" y="244022"/>
                  </a:lnTo>
                  <a:lnTo>
                    <a:pt x="580933" y="242486"/>
                  </a:lnTo>
                  <a:lnTo>
                    <a:pt x="580613" y="242104"/>
                  </a:lnTo>
                  <a:lnTo>
                    <a:pt x="580247" y="241856"/>
                  </a:lnTo>
                  <a:lnTo>
                    <a:pt x="579835" y="241743"/>
                  </a:lnTo>
                  <a:lnTo>
                    <a:pt x="579850" y="241508"/>
                  </a:lnTo>
                  <a:lnTo>
                    <a:pt x="580293" y="241150"/>
                  </a:lnTo>
                  <a:lnTo>
                    <a:pt x="587448" y="238583"/>
                  </a:lnTo>
                  <a:lnTo>
                    <a:pt x="588044" y="238213"/>
                  </a:lnTo>
                  <a:lnTo>
                    <a:pt x="591556" y="236776"/>
                  </a:lnTo>
                  <a:lnTo>
                    <a:pt x="593178" y="235974"/>
                  </a:lnTo>
                  <a:lnTo>
                    <a:pt x="594831" y="234820"/>
                  </a:lnTo>
                  <a:lnTo>
                    <a:pt x="597081" y="233633"/>
                  </a:lnTo>
                  <a:lnTo>
                    <a:pt x="598176" y="232868"/>
                  </a:lnTo>
                  <a:lnTo>
                    <a:pt x="598868" y="232130"/>
                  </a:lnTo>
                  <a:lnTo>
                    <a:pt x="602437" y="229182"/>
                  </a:lnTo>
                  <a:lnTo>
                    <a:pt x="603950" y="227676"/>
                  </a:lnTo>
                  <a:lnTo>
                    <a:pt x="604825" y="226382"/>
                  </a:lnTo>
                  <a:lnTo>
                    <a:pt x="606097" y="224834"/>
                  </a:lnTo>
                  <a:lnTo>
                    <a:pt x="607765" y="223032"/>
                  </a:lnTo>
                  <a:lnTo>
                    <a:pt x="608818" y="221487"/>
                  </a:lnTo>
                  <a:lnTo>
                    <a:pt x="609257" y="220199"/>
                  </a:lnTo>
                  <a:lnTo>
                    <a:pt x="609803" y="217978"/>
                  </a:lnTo>
                  <a:lnTo>
                    <a:pt x="609960" y="216009"/>
                  </a:lnTo>
                  <a:lnTo>
                    <a:pt x="610056" y="213122"/>
                  </a:lnTo>
                  <a:lnTo>
                    <a:pt x="610000" y="210544"/>
                  </a:lnTo>
                  <a:lnTo>
                    <a:pt x="609553" y="206507"/>
                  </a:lnTo>
                  <a:lnTo>
                    <a:pt x="609282" y="205237"/>
                  </a:lnTo>
                  <a:lnTo>
                    <a:pt x="608771" y="203726"/>
                  </a:lnTo>
                  <a:lnTo>
                    <a:pt x="607533" y="200686"/>
                  </a:lnTo>
                  <a:lnTo>
                    <a:pt x="607311" y="199857"/>
                  </a:lnTo>
                  <a:lnTo>
                    <a:pt x="606543" y="198461"/>
                  </a:lnTo>
                  <a:lnTo>
                    <a:pt x="604028" y="194823"/>
                  </a:lnTo>
                  <a:lnTo>
                    <a:pt x="600884" y="192362"/>
                  </a:lnTo>
                  <a:lnTo>
                    <a:pt x="600285" y="191745"/>
                  </a:lnTo>
                  <a:lnTo>
                    <a:pt x="599039" y="191023"/>
                  </a:lnTo>
                  <a:lnTo>
                    <a:pt x="597147" y="190195"/>
                  </a:lnTo>
                  <a:lnTo>
                    <a:pt x="595922" y="189519"/>
                  </a:lnTo>
                  <a:lnTo>
                    <a:pt x="592723" y="186988"/>
                  </a:lnTo>
                  <a:lnTo>
                    <a:pt x="591670" y="186684"/>
                  </a:lnTo>
                  <a:lnTo>
                    <a:pt x="591264" y="186033"/>
                  </a:lnTo>
                  <a:lnTo>
                    <a:pt x="591177" y="185569"/>
                  </a:lnTo>
                  <a:lnTo>
                    <a:pt x="591298" y="184359"/>
                  </a:lnTo>
                  <a:lnTo>
                    <a:pt x="591485" y="183522"/>
                  </a:lnTo>
                  <a:lnTo>
                    <a:pt x="591711" y="182906"/>
                  </a:lnTo>
                  <a:lnTo>
                    <a:pt x="591978" y="182509"/>
                  </a:lnTo>
                  <a:lnTo>
                    <a:pt x="593738" y="180650"/>
                  </a:lnTo>
                  <a:lnTo>
                    <a:pt x="594724" y="179162"/>
                  </a:lnTo>
                  <a:lnTo>
                    <a:pt x="595410" y="178347"/>
                  </a:lnTo>
                  <a:lnTo>
                    <a:pt x="596167" y="177714"/>
                  </a:lnTo>
                  <a:lnTo>
                    <a:pt x="597538" y="176884"/>
                  </a:lnTo>
                  <a:lnTo>
                    <a:pt x="598315" y="175838"/>
                  </a:lnTo>
                  <a:lnTo>
                    <a:pt x="598137" y="175415"/>
                  </a:lnTo>
                  <a:lnTo>
                    <a:pt x="597520" y="174953"/>
                  </a:lnTo>
                  <a:lnTo>
                    <a:pt x="597384" y="174503"/>
                  </a:lnTo>
                  <a:lnTo>
                    <a:pt x="598425" y="173354"/>
                  </a:lnTo>
                  <a:lnTo>
                    <a:pt x="598572" y="173036"/>
                  </a:lnTo>
                  <a:lnTo>
                    <a:pt x="598439" y="171954"/>
                  </a:lnTo>
                  <a:lnTo>
                    <a:pt x="598641" y="171712"/>
                  </a:lnTo>
                  <a:lnTo>
                    <a:pt x="599925" y="171647"/>
                  </a:lnTo>
                  <a:lnTo>
                    <a:pt x="601759" y="173199"/>
                  </a:lnTo>
                  <a:lnTo>
                    <a:pt x="602209" y="173064"/>
                  </a:lnTo>
                  <a:lnTo>
                    <a:pt x="601623" y="172636"/>
                  </a:lnTo>
                  <a:lnTo>
                    <a:pt x="600920" y="171590"/>
                  </a:lnTo>
                  <a:lnTo>
                    <a:pt x="601022" y="171157"/>
                  </a:lnTo>
                  <a:lnTo>
                    <a:pt x="602374" y="170027"/>
                  </a:lnTo>
                  <a:lnTo>
                    <a:pt x="602412" y="169515"/>
                  </a:lnTo>
                  <a:lnTo>
                    <a:pt x="602026" y="168804"/>
                  </a:lnTo>
                  <a:lnTo>
                    <a:pt x="601983" y="168236"/>
                  </a:lnTo>
                  <a:lnTo>
                    <a:pt x="602775" y="166884"/>
                  </a:lnTo>
                  <a:lnTo>
                    <a:pt x="602561" y="166600"/>
                  </a:lnTo>
                  <a:lnTo>
                    <a:pt x="600335" y="166338"/>
                  </a:lnTo>
                  <a:lnTo>
                    <a:pt x="599968" y="165961"/>
                  </a:lnTo>
                  <a:lnTo>
                    <a:pt x="600098" y="165782"/>
                  </a:lnTo>
                  <a:lnTo>
                    <a:pt x="601146" y="165329"/>
                  </a:lnTo>
                  <a:lnTo>
                    <a:pt x="601227" y="165157"/>
                  </a:lnTo>
                  <a:lnTo>
                    <a:pt x="599375" y="162135"/>
                  </a:lnTo>
                  <a:lnTo>
                    <a:pt x="599064" y="161234"/>
                  </a:lnTo>
                  <a:lnTo>
                    <a:pt x="599852" y="160123"/>
                  </a:lnTo>
                  <a:lnTo>
                    <a:pt x="600747" y="159621"/>
                  </a:lnTo>
                  <a:lnTo>
                    <a:pt x="600634" y="159336"/>
                  </a:lnTo>
                  <a:lnTo>
                    <a:pt x="599462" y="159284"/>
                  </a:lnTo>
                  <a:lnTo>
                    <a:pt x="598747" y="159132"/>
                  </a:lnTo>
                  <a:lnTo>
                    <a:pt x="598030" y="158266"/>
                  </a:lnTo>
                  <a:lnTo>
                    <a:pt x="598310" y="157720"/>
                  </a:lnTo>
                  <a:lnTo>
                    <a:pt x="598565" y="157470"/>
                  </a:lnTo>
                  <a:lnTo>
                    <a:pt x="599261" y="156179"/>
                  </a:lnTo>
                  <a:lnTo>
                    <a:pt x="599934" y="155913"/>
                  </a:lnTo>
                  <a:lnTo>
                    <a:pt x="599806" y="155681"/>
                  </a:lnTo>
                  <a:lnTo>
                    <a:pt x="597266" y="156230"/>
                  </a:lnTo>
                  <a:lnTo>
                    <a:pt x="596068" y="155779"/>
                  </a:lnTo>
                  <a:lnTo>
                    <a:pt x="594892" y="155898"/>
                  </a:lnTo>
                  <a:lnTo>
                    <a:pt x="594335" y="155766"/>
                  </a:lnTo>
                  <a:lnTo>
                    <a:pt x="594540" y="155305"/>
                  </a:lnTo>
                  <a:lnTo>
                    <a:pt x="596673" y="153206"/>
                  </a:lnTo>
                  <a:lnTo>
                    <a:pt x="597658" y="152071"/>
                  </a:lnTo>
                  <a:lnTo>
                    <a:pt x="598273" y="151046"/>
                  </a:lnTo>
                  <a:lnTo>
                    <a:pt x="598599" y="150364"/>
                  </a:lnTo>
                  <a:lnTo>
                    <a:pt x="598635" y="150026"/>
                  </a:lnTo>
                  <a:lnTo>
                    <a:pt x="598419" y="147761"/>
                  </a:lnTo>
                  <a:lnTo>
                    <a:pt x="598547" y="147143"/>
                  </a:lnTo>
                  <a:lnTo>
                    <a:pt x="599373" y="146567"/>
                  </a:lnTo>
                  <a:lnTo>
                    <a:pt x="600645" y="145484"/>
                  </a:lnTo>
                  <a:lnTo>
                    <a:pt x="598904" y="144506"/>
                  </a:lnTo>
                  <a:lnTo>
                    <a:pt x="597812" y="143552"/>
                  </a:lnTo>
                  <a:lnTo>
                    <a:pt x="597092" y="143079"/>
                  </a:lnTo>
                  <a:lnTo>
                    <a:pt x="596547" y="142617"/>
                  </a:lnTo>
                  <a:lnTo>
                    <a:pt x="595848" y="141637"/>
                  </a:lnTo>
                  <a:lnTo>
                    <a:pt x="595317" y="140364"/>
                  </a:lnTo>
                  <a:lnTo>
                    <a:pt x="594753" y="137797"/>
                  </a:lnTo>
                  <a:lnTo>
                    <a:pt x="594660" y="136384"/>
                  </a:lnTo>
                  <a:lnTo>
                    <a:pt x="594789" y="135358"/>
                  </a:lnTo>
                  <a:lnTo>
                    <a:pt x="595023" y="134858"/>
                  </a:lnTo>
                  <a:lnTo>
                    <a:pt x="595406" y="134338"/>
                  </a:lnTo>
                  <a:lnTo>
                    <a:pt x="596998" y="133345"/>
                  </a:lnTo>
                  <a:lnTo>
                    <a:pt x="599798" y="131883"/>
                  </a:lnTo>
                  <a:lnTo>
                    <a:pt x="601988" y="131310"/>
                  </a:lnTo>
                  <a:lnTo>
                    <a:pt x="603569" y="131625"/>
                  </a:lnTo>
                  <a:lnTo>
                    <a:pt x="606652" y="131967"/>
                  </a:lnTo>
                  <a:lnTo>
                    <a:pt x="609141" y="132800"/>
                  </a:lnTo>
                  <a:lnTo>
                    <a:pt x="616704" y="134890"/>
                  </a:lnTo>
                  <a:lnTo>
                    <a:pt x="618042" y="135815"/>
                  </a:lnTo>
                  <a:lnTo>
                    <a:pt x="616777" y="136598"/>
                  </a:lnTo>
                  <a:lnTo>
                    <a:pt x="616960" y="136790"/>
                  </a:lnTo>
                  <a:lnTo>
                    <a:pt x="619808" y="135300"/>
                  </a:lnTo>
                  <a:lnTo>
                    <a:pt x="620561" y="135012"/>
                  </a:lnTo>
                  <a:lnTo>
                    <a:pt x="621205" y="134942"/>
                  </a:lnTo>
                  <a:lnTo>
                    <a:pt x="623354" y="135519"/>
                  </a:lnTo>
                  <a:lnTo>
                    <a:pt x="624218" y="135607"/>
                  </a:lnTo>
                  <a:lnTo>
                    <a:pt x="625308" y="136087"/>
                  </a:lnTo>
                  <a:lnTo>
                    <a:pt x="627909" y="137682"/>
                  </a:lnTo>
                  <a:lnTo>
                    <a:pt x="628095" y="137549"/>
                  </a:lnTo>
                  <a:lnTo>
                    <a:pt x="627367" y="136736"/>
                  </a:lnTo>
                  <a:lnTo>
                    <a:pt x="627784" y="136350"/>
                  </a:lnTo>
                  <a:lnTo>
                    <a:pt x="629833" y="135504"/>
                  </a:lnTo>
                  <a:lnTo>
                    <a:pt x="631950" y="134813"/>
                  </a:lnTo>
                  <a:lnTo>
                    <a:pt x="633454" y="134134"/>
                  </a:lnTo>
                  <a:lnTo>
                    <a:pt x="635050" y="133237"/>
                  </a:lnTo>
                  <a:lnTo>
                    <a:pt x="636127" y="132757"/>
                  </a:lnTo>
                  <a:lnTo>
                    <a:pt x="636684" y="132696"/>
                  </a:lnTo>
                  <a:lnTo>
                    <a:pt x="637394" y="132960"/>
                  </a:lnTo>
                  <a:lnTo>
                    <a:pt x="639302" y="134151"/>
                  </a:lnTo>
                  <a:lnTo>
                    <a:pt x="640526" y="134761"/>
                  </a:lnTo>
                  <a:lnTo>
                    <a:pt x="641508" y="135402"/>
                  </a:lnTo>
                  <a:lnTo>
                    <a:pt x="642888" y="136530"/>
                  </a:lnTo>
                  <a:lnTo>
                    <a:pt x="643427" y="136779"/>
                  </a:lnTo>
                  <a:lnTo>
                    <a:pt x="644473" y="137546"/>
                  </a:lnTo>
                  <a:lnTo>
                    <a:pt x="645862" y="137467"/>
                  </a:lnTo>
                  <a:lnTo>
                    <a:pt x="646316" y="137558"/>
                  </a:lnTo>
                  <a:lnTo>
                    <a:pt x="646469" y="137707"/>
                  </a:lnTo>
                  <a:lnTo>
                    <a:pt x="646704" y="138227"/>
                  </a:lnTo>
                  <a:lnTo>
                    <a:pt x="646826" y="138559"/>
                  </a:lnTo>
                  <a:lnTo>
                    <a:pt x="646835" y="138915"/>
                  </a:lnTo>
                  <a:lnTo>
                    <a:pt x="646514" y="139918"/>
                  </a:lnTo>
                  <a:lnTo>
                    <a:pt x="645515" y="141521"/>
                  </a:lnTo>
                  <a:lnTo>
                    <a:pt x="645934" y="141546"/>
                  </a:lnTo>
                  <a:lnTo>
                    <a:pt x="646565" y="141203"/>
                  </a:lnTo>
                  <a:lnTo>
                    <a:pt x="647386" y="140591"/>
                  </a:lnTo>
                  <a:lnTo>
                    <a:pt x="648032" y="140374"/>
                  </a:lnTo>
                  <a:lnTo>
                    <a:pt x="649402" y="140860"/>
                  </a:lnTo>
                  <a:lnTo>
                    <a:pt x="650676" y="141644"/>
                  </a:lnTo>
                  <a:lnTo>
                    <a:pt x="651127" y="142060"/>
                  </a:lnTo>
                  <a:lnTo>
                    <a:pt x="651622" y="142737"/>
                  </a:lnTo>
                  <a:lnTo>
                    <a:pt x="652045" y="143085"/>
                  </a:lnTo>
                  <a:lnTo>
                    <a:pt x="652437" y="143755"/>
                  </a:lnTo>
                  <a:lnTo>
                    <a:pt x="652409" y="143972"/>
                  </a:lnTo>
                  <a:lnTo>
                    <a:pt x="652039" y="144297"/>
                  </a:lnTo>
                  <a:lnTo>
                    <a:pt x="650478" y="144846"/>
                  </a:lnTo>
                  <a:lnTo>
                    <a:pt x="650773" y="145052"/>
                  </a:lnTo>
                  <a:lnTo>
                    <a:pt x="652597" y="144707"/>
                  </a:lnTo>
                  <a:lnTo>
                    <a:pt x="653152" y="144368"/>
                  </a:lnTo>
                  <a:lnTo>
                    <a:pt x="653551" y="143801"/>
                  </a:lnTo>
                  <a:lnTo>
                    <a:pt x="654082" y="143640"/>
                  </a:lnTo>
                  <a:lnTo>
                    <a:pt x="656238" y="144635"/>
                  </a:lnTo>
                  <a:lnTo>
                    <a:pt x="656554" y="144981"/>
                  </a:lnTo>
                  <a:lnTo>
                    <a:pt x="656416" y="145252"/>
                  </a:lnTo>
                  <a:lnTo>
                    <a:pt x="656068" y="145559"/>
                  </a:lnTo>
                  <a:lnTo>
                    <a:pt x="655126" y="145896"/>
                  </a:lnTo>
                  <a:lnTo>
                    <a:pt x="654319" y="146743"/>
                  </a:lnTo>
                  <a:lnTo>
                    <a:pt x="654193" y="147109"/>
                  </a:lnTo>
                  <a:lnTo>
                    <a:pt x="654768" y="147368"/>
                  </a:lnTo>
                  <a:lnTo>
                    <a:pt x="656171" y="147481"/>
                  </a:lnTo>
                  <a:lnTo>
                    <a:pt x="656160" y="147682"/>
                  </a:lnTo>
                  <a:lnTo>
                    <a:pt x="655350" y="148053"/>
                  </a:lnTo>
                  <a:lnTo>
                    <a:pt x="655242" y="148539"/>
                  </a:lnTo>
                  <a:lnTo>
                    <a:pt x="657058" y="150268"/>
                  </a:lnTo>
                  <a:lnTo>
                    <a:pt x="658277" y="151026"/>
                  </a:lnTo>
                  <a:lnTo>
                    <a:pt x="658980" y="151165"/>
                  </a:lnTo>
                  <a:lnTo>
                    <a:pt x="660619" y="151199"/>
                  </a:lnTo>
                  <a:lnTo>
                    <a:pt x="661945" y="151492"/>
                  </a:lnTo>
                  <a:lnTo>
                    <a:pt x="664895" y="152473"/>
                  </a:lnTo>
                  <a:lnTo>
                    <a:pt x="666621" y="152651"/>
                  </a:lnTo>
                  <a:lnTo>
                    <a:pt x="668107" y="152351"/>
                  </a:lnTo>
                  <a:lnTo>
                    <a:pt x="669095" y="152285"/>
                  </a:lnTo>
                  <a:lnTo>
                    <a:pt x="669966" y="152678"/>
                  </a:lnTo>
                  <a:lnTo>
                    <a:pt x="670243" y="152955"/>
                  </a:lnTo>
                  <a:lnTo>
                    <a:pt x="670373" y="153507"/>
                  </a:lnTo>
                  <a:lnTo>
                    <a:pt x="670357" y="154333"/>
                  </a:lnTo>
                  <a:lnTo>
                    <a:pt x="670835" y="154913"/>
                  </a:lnTo>
                  <a:lnTo>
                    <a:pt x="671809" y="155245"/>
                  </a:lnTo>
                  <a:lnTo>
                    <a:pt x="672596" y="155194"/>
                  </a:lnTo>
                  <a:lnTo>
                    <a:pt x="673625" y="154545"/>
                  </a:lnTo>
                  <a:lnTo>
                    <a:pt x="674496" y="154434"/>
                  </a:lnTo>
                  <a:lnTo>
                    <a:pt x="674787" y="153947"/>
                  </a:lnTo>
                  <a:lnTo>
                    <a:pt x="675044" y="153046"/>
                  </a:lnTo>
                  <a:lnTo>
                    <a:pt x="675298" y="152552"/>
                  </a:lnTo>
                  <a:lnTo>
                    <a:pt x="675928" y="152411"/>
                  </a:lnTo>
                  <a:lnTo>
                    <a:pt x="676436" y="152679"/>
                  </a:lnTo>
                  <a:lnTo>
                    <a:pt x="676733" y="153090"/>
                  </a:lnTo>
                  <a:lnTo>
                    <a:pt x="677278" y="154325"/>
                  </a:lnTo>
                  <a:lnTo>
                    <a:pt x="677429" y="154877"/>
                  </a:lnTo>
                  <a:lnTo>
                    <a:pt x="677369" y="155380"/>
                  </a:lnTo>
                  <a:lnTo>
                    <a:pt x="677097" y="155834"/>
                  </a:lnTo>
                  <a:lnTo>
                    <a:pt x="676563" y="156317"/>
                  </a:lnTo>
                  <a:lnTo>
                    <a:pt x="675765" y="156832"/>
                  </a:lnTo>
                  <a:lnTo>
                    <a:pt x="675138" y="157570"/>
                  </a:lnTo>
                  <a:lnTo>
                    <a:pt x="674373" y="159276"/>
                  </a:lnTo>
                  <a:lnTo>
                    <a:pt x="674090" y="160392"/>
                  </a:lnTo>
                  <a:lnTo>
                    <a:pt x="674013" y="161051"/>
                  </a:lnTo>
                  <a:lnTo>
                    <a:pt x="674046" y="161772"/>
                  </a:lnTo>
                  <a:lnTo>
                    <a:pt x="674191" y="162556"/>
                  </a:lnTo>
                  <a:lnTo>
                    <a:pt x="674495" y="163203"/>
                  </a:lnTo>
                  <a:lnTo>
                    <a:pt x="675208" y="164117"/>
                  </a:lnTo>
                  <a:lnTo>
                    <a:pt x="675249" y="164421"/>
                  </a:lnTo>
                  <a:lnTo>
                    <a:pt x="675302" y="165162"/>
                  </a:lnTo>
                  <a:lnTo>
                    <a:pt x="675240" y="165488"/>
                  </a:lnTo>
                  <a:lnTo>
                    <a:pt x="674824" y="166133"/>
                  </a:lnTo>
                  <a:lnTo>
                    <a:pt x="673670" y="166776"/>
                  </a:lnTo>
                  <a:lnTo>
                    <a:pt x="672089" y="166942"/>
                  </a:lnTo>
                  <a:lnTo>
                    <a:pt x="666918" y="166979"/>
                  </a:lnTo>
                  <a:lnTo>
                    <a:pt x="665542" y="166825"/>
                  </a:lnTo>
                  <a:lnTo>
                    <a:pt x="665874" y="167410"/>
                  </a:lnTo>
                  <a:lnTo>
                    <a:pt x="667322" y="167597"/>
                  </a:lnTo>
                  <a:lnTo>
                    <a:pt x="668645" y="167590"/>
                  </a:lnTo>
                  <a:lnTo>
                    <a:pt x="673576" y="167960"/>
                  </a:lnTo>
                  <a:lnTo>
                    <a:pt x="674254" y="168334"/>
                  </a:lnTo>
                  <a:lnTo>
                    <a:pt x="674827" y="168994"/>
                  </a:lnTo>
                  <a:lnTo>
                    <a:pt x="675235" y="169676"/>
                  </a:lnTo>
                  <a:lnTo>
                    <a:pt x="675641" y="171064"/>
                  </a:lnTo>
                  <a:lnTo>
                    <a:pt x="675716" y="171723"/>
                  </a:lnTo>
                  <a:lnTo>
                    <a:pt x="675499" y="172453"/>
                  </a:lnTo>
                  <a:lnTo>
                    <a:pt x="674990" y="173257"/>
                  </a:lnTo>
                  <a:lnTo>
                    <a:pt x="674647" y="174326"/>
                  </a:lnTo>
                  <a:lnTo>
                    <a:pt x="674472" y="175664"/>
                  </a:lnTo>
                  <a:lnTo>
                    <a:pt x="674747" y="176372"/>
                  </a:lnTo>
                  <a:lnTo>
                    <a:pt x="677413" y="176427"/>
                  </a:lnTo>
                  <a:lnTo>
                    <a:pt x="677943" y="176911"/>
                  </a:lnTo>
                  <a:lnTo>
                    <a:pt x="677882" y="177272"/>
                  </a:lnTo>
                  <a:lnTo>
                    <a:pt x="676936" y="178628"/>
                  </a:lnTo>
                  <a:lnTo>
                    <a:pt x="676848" y="179013"/>
                  </a:lnTo>
                  <a:lnTo>
                    <a:pt x="677280" y="179927"/>
                  </a:lnTo>
                  <a:lnTo>
                    <a:pt x="677221" y="180187"/>
                  </a:lnTo>
                  <a:lnTo>
                    <a:pt x="676959" y="180453"/>
                  </a:lnTo>
                  <a:lnTo>
                    <a:pt x="676707" y="181139"/>
                  </a:lnTo>
                  <a:lnTo>
                    <a:pt x="676466" y="182245"/>
                  </a:lnTo>
                  <a:lnTo>
                    <a:pt x="676168" y="182963"/>
                  </a:lnTo>
                  <a:lnTo>
                    <a:pt x="675444" y="183517"/>
                  </a:lnTo>
                  <a:lnTo>
                    <a:pt x="675063" y="183638"/>
                  </a:lnTo>
                  <a:lnTo>
                    <a:pt x="674790" y="183491"/>
                  </a:lnTo>
                  <a:lnTo>
                    <a:pt x="674074" y="181981"/>
                  </a:lnTo>
                  <a:lnTo>
                    <a:pt x="673779" y="181756"/>
                  </a:lnTo>
                  <a:lnTo>
                    <a:pt x="673500" y="181898"/>
                  </a:lnTo>
                  <a:lnTo>
                    <a:pt x="673359" y="182132"/>
                  </a:lnTo>
                  <a:lnTo>
                    <a:pt x="673358" y="182459"/>
                  </a:lnTo>
                  <a:lnTo>
                    <a:pt x="673236" y="182796"/>
                  </a:lnTo>
                  <a:lnTo>
                    <a:pt x="672990" y="183145"/>
                  </a:lnTo>
                  <a:lnTo>
                    <a:pt x="671934" y="183700"/>
                  </a:lnTo>
                  <a:lnTo>
                    <a:pt x="670224" y="184076"/>
                  </a:lnTo>
                  <a:lnTo>
                    <a:pt x="670277" y="184478"/>
                  </a:lnTo>
                  <a:lnTo>
                    <a:pt x="671425" y="184693"/>
                  </a:lnTo>
                  <a:lnTo>
                    <a:pt x="672886" y="185365"/>
                  </a:lnTo>
                  <a:lnTo>
                    <a:pt x="673725" y="185472"/>
                  </a:lnTo>
                  <a:lnTo>
                    <a:pt x="675043" y="184929"/>
                  </a:lnTo>
                  <a:lnTo>
                    <a:pt x="677585" y="183221"/>
                  </a:lnTo>
                  <a:lnTo>
                    <a:pt x="678633" y="182758"/>
                  </a:lnTo>
                  <a:lnTo>
                    <a:pt x="679556" y="182581"/>
                  </a:lnTo>
                  <a:lnTo>
                    <a:pt x="680596" y="182558"/>
                  </a:lnTo>
                  <a:lnTo>
                    <a:pt x="681751" y="182688"/>
                  </a:lnTo>
                  <a:lnTo>
                    <a:pt x="684053" y="182470"/>
                  </a:lnTo>
                  <a:lnTo>
                    <a:pt x="684629" y="182633"/>
                  </a:lnTo>
                  <a:lnTo>
                    <a:pt x="685333" y="183009"/>
                  </a:lnTo>
                  <a:lnTo>
                    <a:pt x="686166" y="183601"/>
                  </a:lnTo>
                  <a:lnTo>
                    <a:pt x="686739" y="184170"/>
                  </a:lnTo>
                  <a:lnTo>
                    <a:pt x="687053" y="184716"/>
                  </a:lnTo>
                  <a:lnTo>
                    <a:pt x="687570" y="186782"/>
                  </a:lnTo>
                  <a:lnTo>
                    <a:pt x="688265" y="187323"/>
                  </a:lnTo>
                  <a:lnTo>
                    <a:pt x="688434" y="187720"/>
                  </a:lnTo>
                  <a:lnTo>
                    <a:pt x="688488" y="188328"/>
                  </a:lnTo>
                  <a:lnTo>
                    <a:pt x="688446" y="189518"/>
                  </a:lnTo>
                  <a:lnTo>
                    <a:pt x="687681" y="191922"/>
                  </a:lnTo>
                  <a:lnTo>
                    <a:pt x="687285" y="192810"/>
                  </a:lnTo>
                  <a:lnTo>
                    <a:pt x="686229" y="194022"/>
                  </a:lnTo>
                  <a:lnTo>
                    <a:pt x="685012" y="194572"/>
                  </a:lnTo>
                  <a:lnTo>
                    <a:pt x="682846" y="195089"/>
                  </a:lnTo>
                  <a:lnTo>
                    <a:pt x="681715" y="195522"/>
                  </a:lnTo>
                  <a:lnTo>
                    <a:pt x="680862" y="196118"/>
                  </a:lnTo>
                  <a:lnTo>
                    <a:pt x="680812" y="196447"/>
                  </a:lnTo>
                  <a:lnTo>
                    <a:pt x="683270" y="195424"/>
                  </a:lnTo>
                  <a:lnTo>
                    <a:pt x="685975" y="194924"/>
                  </a:lnTo>
                  <a:lnTo>
                    <a:pt x="686746" y="194365"/>
                  </a:lnTo>
                  <a:lnTo>
                    <a:pt x="687330" y="193821"/>
                  </a:lnTo>
                  <a:lnTo>
                    <a:pt x="687923" y="192608"/>
                  </a:lnTo>
                  <a:lnTo>
                    <a:pt x="688998" y="189471"/>
                  </a:lnTo>
                  <a:lnTo>
                    <a:pt x="689608" y="188485"/>
                  </a:lnTo>
                  <a:lnTo>
                    <a:pt x="690459" y="188318"/>
                  </a:lnTo>
                  <a:lnTo>
                    <a:pt x="690837" y="188654"/>
                  </a:lnTo>
                  <a:lnTo>
                    <a:pt x="691720" y="190492"/>
                  </a:lnTo>
                  <a:lnTo>
                    <a:pt x="691716" y="190962"/>
                  </a:lnTo>
                  <a:lnTo>
                    <a:pt x="691497" y="191359"/>
                  </a:lnTo>
                  <a:lnTo>
                    <a:pt x="690054" y="193148"/>
                  </a:lnTo>
                  <a:lnTo>
                    <a:pt x="690574" y="192966"/>
                  </a:lnTo>
                  <a:lnTo>
                    <a:pt x="692022" y="191284"/>
                  </a:lnTo>
                  <a:lnTo>
                    <a:pt x="692330" y="190759"/>
                  </a:lnTo>
                  <a:lnTo>
                    <a:pt x="692501" y="189989"/>
                  </a:lnTo>
                  <a:lnTo>
                    <a:pt x="692968" y="189443"/>
                  </a:lnTo>
                  <a:lnTo>
                    <a:pt x="693146" y="189710"/>
                  </a:lnTo>
                  <a:lnTo>
                    <a:pt x="693594" y="191686"/>
                  </a:lnTo>
                  <a:lnTo>
                    <a:pt x="693609" y="193131"/>
                  </a:lnTo>
                  <a:lnTo>
                    <a:pt x="693681" y="193594"/>
                  </a:lnTo>
                  <a:lnTo>
                    <a:pt x="693519" y="194965"/>
                  </a:lnTo>
                  <a:lnTo>
                    <a:pt x="693702" y="195211"/>
                  </a:lnTo>
                  <a:lnTo>
                    <a:pt x="694138" y="194025"/>
                  </a:lnTo>
                  <a:lnTo>
                    <a:pt x="694280" y="193129"/>
                  </a:lnTo>
                  <a:lnTo>
                    <a:pt x="694478" y="192490"/>
                  </a:lnTo>
                  <a:lnTo>
                    <a:pt x="694730" y="192109"/>
                  </a:lnTo>
                  <a:lnTo>
                    <a:pt x="696506" y="190902"/>
                  </a:lnTo>
                  <a:lnTo>
                    <a:pt x="698579" y="189921"/>
                  </a:lnTo>
                  <a:lnTo>
                    <a:pt x="699936" y="189048"/>
                  </a:lnTo>
                  <a:lnTo>
                    <a:pt x="701062" y="188632"/>
                  </a:lnTo>
                  <a:lnTo>
                    <a:pt x="702748" y="188238"/>
                  </a:lnTo>
                  <a:lnTo>
                    <a:pt x="703829" y="187430"/>
                  </a:lnTo>
                  <a:lnTo>
                    <a:pt x="704304" y="186207"/>
                  </a:lnTo>
                  <a:lnTo>
                    <a:pt x="704708" y="185361"/>
                  </a:lnTo>
                  <a:lnTo>
                    <a:pt x="705039" y="184892"/>
                  </a:lnTo>
                  <a:lnTo>
                    <a:pt x="706152" y="184052"/>
                  </a:lnTo>
                  <a:lnTo>
                    <a:pt x="706756" y="184005"/>
                  </a:lnTo>
                  <a:lnTo>
                    <a:pt x="707334" y="184315"/>
                  </a:lnTo>
                  <a:lnTo>
                    <a:pt x="707989" y="184945"/>
                  </a:lnTo>
                  <a:lnTo>
                    <a:pt x="708720" y="185895"/>
                  </a:lnTo>
                  <a:lnTo>
                    <a:pt x="709158" y="186640"/>
                  </a:lnTo>
                  <a:lnTo>
                    <a:pt x="709301" y="187181"/>
                  </a:lnTo>
                  <a:lnTo>
                    <a:pt x="709419" y="189078"/>
                  </a:lnTo>
                  <a:lnTo>
                    <a:pt x="709558" y="189072"/>
                  </a:lnTo>
                  <a:lnTo>
                    <a:pt x="710231" y="187624"/>
                  </a:lnTo>
                  <a:lnTo>
                    <a:pt x="710310" y="187109"/>
                  </a:lnTo>
                  <a:lnTo>
                    <a:pt x="710262" y="186565"/>
                  </a:lnTo>
                  <a:lnTo>
                    <a:pt x="710057" y="186023"/>
                  </a:lnTo>
                  <a:lnTo>
                    <a:pt x="709379" y="184838"/>
                  </a:lnTo>
                  <a:lnTo>
                    <a:pt x="709113" y="184097"/>
                  </a:lnTo>
                  <a:lnTo>
                    <a:pt x="709173" y="183640"/>
                  </a:lnTo>
                  <a:lnTo>
                    <a:pt x="709892" y="183381"/>
                  </a:lnTo>
                  <a:lnTo>
                    <a:pt x="710954" y="183278"/>
                  </a:lnTo>
                  <a:lnTo>
                    <a:pt x="711132" y="183085"/>
                  </a:lnTo>
                  <a:lnTo>
                    <a:pt x="710352" y="182595"/>
                  </a:lnTo>
                  <a:lnTo>
                    <a:pt x="710330" y="182329"/>
                  </a:lnTo>
                  <a:lnTo>
                    <a:pt x="711081" y="181459"/>
                  </a:lnTo>
                  <a:lnTo>
                    <a:pt x="711521" y="181411"/>
                  </a:lnTo>
                  <a:lnTo>
                    <a:pt x="712385" y="181549"/>
                  </a:lnTo>
                  <a:lnTo>
                    <a:pt x="712211" y="181103"/>
                  </a:lnTo>
                  <a:lnTo>
                    <a:pt x="712220" y="180807"/>
                  </a:lnTo>
                  <a:lnTo>
                    <a:pt x="712463" y="180692"/>
                  </a:lnTo>
                  <a:lnTo>
                    <a:pt x="713894" y="180973"/>
                  </a:lnTo>
                  <a:lnTo>
                    <a:pt x="714062" y="180633"/>
                  </a:lnTo>
                  <a:lnTo>
                    <a:pt x="715292" y="180603"/>
                  </a:lnTo>
                  <a:lnTo>
                    <a:pt x="715412" y="180299"/>
                  </a:lnTo>
                  <a:lnTo>
                    <a:pt x="714349" y="179865"/>
                  </a:lnTo>
                  <a:lnTo>
                    <a:pt x="713305" y="179594"/>
                  </a:lnTo>
                  <a:lnTo>
                    <a:pt x="712988" y="179357"/>
                  </a:lnTo>
                  <a:lnTo>
                    <a:pt x="712744" y="179008"/>
                  </a:lnTo>
                  <a:lnTo>
                    <a:pt x="712418" y="178163"/>
                  </a:lnTo>
                  <a:lnTo>
                    <a:pt x="712497" y="177939"/>
                  </a:lnTo>
                  <a:lnTo>
                    <a:pt x="712790" y="177935"/>
                  </a:lnTo>
                  <a:lnTo>
                    <a:pt x="713297" y="178166"/>
                  </a:lnTo>
                  <a:lnTo>
                    <a:pt x="713572" y="177722"/>
                  </a:lnTo>
                  <a:lnTo>
                    <a:pt x="713882" y="176679"/>
                  </a:lnTo>
                  <a:lnTo>
                    <a:pt x="714190" y="176252"/>
                  </a:lnTo>
                  <a:lnTo>
                    <a:pt x="715146" y="176745"/>
                  </a:lnTo>
                  <a:lnTo>
                    <a:pt x="715188" y="176533"/>
                  </a:lnTo>
                  <a:lnTo>
                    <a:pt x="714411" y="174894"/>
                  </a:lnTo>
                  <a:lnTo>
                    <a:pt x="714546" y="174579"/>
                  </a:lnTo>
                  <a:lnTo>
                    <a:pt x="715733" y="174460"/>
                  </a:lnTo>
                  <a:lnTo>
                    <a:pt x="716451" y="174665"/>
                  </a:lnTo>
                  <a:lnTo>
                    <a:pt x="718338" y="175866"/>
                  </a:lnTo>
                  <a:lnTo>
                    <a:pt x="718679" y="175728"/>
                  </a:lnTo>
                  <a:lnTo>
                    <a:pt x="718390" y="175400"/>
                  </a:lnTo>
                  <a:lnTo>
                    <a:pt x="717424" y="174691"/>
                  </a:lnTo>
                  <a:lnTo>
                    <a:pt x="716551" y="174228"/>
                  </a:lnTo>
                  <a:lnTo>
                    <a:pt x="715772" y="174011"/>
                  </a:lnTo>
                  <a:lnTo>
                    <a:pt x="715186" y="173616"/>
                  </a:lnTo>
                  <a:lnTo>
                    <a:pt x="714545" y="172536"/>
                  </a:lnTo>
                  <a:lnTo>
                    <a:pt x="714439" y="172091"/>
                  </a:lnTo>
                  <a:lnTo>
                    <a:pt x="714492" y="171512"/>
                  </a:lnTo>
                  <a:lnTo>
                    <a:pt x="714941" y="170308"/>
                  </a:lnTo>
                  <a:lnTo>
                    <a:pt x="715199" y="170047"/>
                  </a:lnTo>
                  <a:lnTo>
                    <a:pt x="715655" y="169854"/>
                  </a:lnTo>
                  <a:lnTo>
                    <a:pt x="716309" y="169729"/>
                  </a:lnTo>
                  <a:lnTo>
                    <a:pt x="717033" y="169848"/>
                  </a:lnTo>
                  <a:lnTo>
                    <a:pt x="718526" y="170639"/>
                  </a:lnTo>
                  <a:lnTo>
                    <a:pt x="718774" y="170389"/>
                  </a:lnTo>
                  <a:lnTo>
                    <a:pt x="717969" y="169958"/>
                  </a:lnTo>
                  <a:lnTo>
                    <a:pt x="717535" y="169560"/>
                  </a:lnTo>
                  <a:lnTo>
                    <a:pt x="717325" y="169051"/>
                  </a:lnTo>
                  <a:lnTo>
                    <a:pt x="717416" y="168474"/>
                  </a:lnTo>
                  <a:lnTo>
                    <a:pt x="718049" y="167283"/>
                  </a:lnTo>
                  <a:lnTo>
                    <a:pt x="718347" y="166323"/>
                  </a:lnTo>
                  <a:lnTo>
                    <a:pt x="719691" y="163676"/>
                  </a:lnTo>
                  <a:lnTo>
                    <a:pt x="720086" y="163195"/>
                  </a:lnTo>
                  <a:lnTo>
                    <a:pt x="720507" y="162891"/>
                  </a:lnTo>
                  <a:lnTo>
                    <a:pt x="720769" y="162573"/>
                  </a:lnTo>
                  <a:lnTo>
                    <a:pt x="721824" y="162503"/>
                  </a:lnTo>
                  <a:lnTo>
                    <a:pt x="723777" y="163449"/>
                  </a:lnTo>
                  <a:lnTo>
                    <a:pt x="724374" y="164009"/>
                  </a:lnTo>
                  <a:lnTo>
                    <a:pt x="724532" y="164800"/>
                  </a:lnTo>
                  <a:lnTo>
                    <a:pt x="723509" y="165872"/>
                  </a:lnTo>
                  <a:lnTo>
                    <a:pt x="721754" y="166673"/>
                  </a:lnTo>
                  <a:lnTo>
                    <a:pt x="721232" y="167022"/>
                  </a:lnTo>
                  <a:lnTo>
                    <a:pt x="721571" y="167225"/>
                  </a:lnTo>
                  <a:lnTo>
                    <a:pt x="723212" y="166585"/>
                  </a:lnTo>
                  <a:lnTo>
                    <a:pt x="724645" y="166287"/>
                  </a:lnTo>
                  <a:lnTo>
                    <a:pt x="725820" y="166297"/>
                  </a:lnTo>
                  <a:lnTo>
                    <a:pt x="726772" y="167568"/>
                  </a:lnTo>
                  <a:lnTo>
                    <a:pt x="726905" y="169331"/>
                  </a:lnTo>
                  <a:lnTo>
                    <a:pt x="726361" y="170800"/>
                  </a:lnTo>
                  <a:lnTo>
                    <a:pt x="727076" y="170070"/>
                  </a:lnTo>
                  <a:lnTo>
                    <a:pt x="727972" y="169666"/>
                  </a:lnTo>
                  <a:lnTo>
                    <a:pt x="728703" y="170626"/>
                  </a:lnTo>
                  <a:lnTo>
                    <a:pt x="728791" y="171409"/>
                  </a:lnTo>
                  <a:lnTo>
                    <a:pt x="729175" y="172144"/>
                  </a:lnTo>
                  <a:lnTo>
                    <a:pt x="730004" y="173127"/>
                  </a:lnTo>
                  <a:lnTo>
                    <a:pt x="730865" y="173989"/>
                  </a:lnTo>
                  <a:lnTo>
                    <a:pt x="729917" y="174893"/>
                  </a:lnTo>
                  <a:lnTo>
                    <a:pt x="728779" y="175433"/>
                  </a:lnTo>
                  <a:lnTo>
                    <a:pt x="729018" y="175836"/>
                  </a:lnTo>
                  <a:lnTo>
                    <a:pt x="730575" y="176267"/>
                  </a:lnTo>
                  <a:lnTo>
                    <a:pt x="730786" y="176694"/>
                  </a:lnTo>
                  <a:lnTo>
                    <a:pt x="730622" y="177273"/>
                  </a:lnTo>
                  <a:lnTo>
                    <a:pt x="730848" y="177270"/>
                  </a:lnTo>
                  <a:lnTo>
                    <a:pt x="731931" y="176376"/>
                  </a:lnTo>
                  <a:lnTo>
                    <a:pt x="732855" y="176496"/>
                  </a:lnTo>
                  <a:lnTo>
                    <a:pt x="734035" y="178427"/>
                  </a:lnTo>
                  <a:lnTo>
                    <a:pt x="733174" y="179532"/>
                  </a:lnTo>
                  <a:lnTo>
                    <a:pt x="731856" y="180038"/>
                  </a:lnTo>
                  <a:lnTo>
                    <a:pt x="730807" y="180253"/>
                  </a:lnTo>
                  <a:lnTo>
                    <a:pt x="729349" y="180224"/>
                  </a:lnTo>
                  <a:lnTo>
                    <a:pt x="728775" y="180388"/>
                  </a:lnTo>
                  <a:lnTo>
                    <a:pt x="729060" y="180757"/>
                  </a:lnTo>
                  <a:lnTo>
                    <a:pt x="730454" y="180762"/>
                  </a:lnTo>
                  <a:lnTo>
                    <a:pt x="732590" y="180483"/>
                  </a:lnTo>
                  <a:lnTo>
                    <a:pt x="734188" y="180028"/>
                  </a:lnTo>
                  <a:lnTo>
                    <a:pt x="734883" y="180001"/>
                  </a:lnTo>
                  <a:lnTo>
                    <a:pt x="735612" y="180186"/>
                  </a:lnTo>
                  <a:lnTo>
                    <a:pt x="735857" y="180341"/>
                  </a:lnTo>
                  <a:lnTo>
                    <a:pt x="735031" y="180770"/>
                  </a:lnTo>
                  <a:lnTo>
                    <a:pt x="735319" y="181094"/>
                  </a:lnTo>
                  <a:lnTo>
                    <a:pt x="735915" y="182143"/>
                  </a:lnTo>
                  <a:lnTo>
                    <a:pt x="735863" y="182380"/>
                  </a:lnTo>
                  <a:lnTo>
                    <a:pt x="735293" y="182988"/>
                  </a:lnTo>
                  <a:lnTo>
                    <a:pt x="736209" y="183123"/>
                  </a:lnTo>
                  <a:lnTo>
                    <a:pt x="737487" y="182838"/>
                  </a:lnTo>
                  <a:lnTo>
                    <a:pt x="737884" y="183155"/>
                  </a:lnTo>
                  <a:lnTo>
                    <a:pt x="738662" y="184416"/>
                  </a:lnTo>
                  <a:lnTo>
                    <a:pt x="739156" y="185707"/>
                  </a:lnTo>
                  <a:lnTo>
                    <a:pt x="736994" y="187475"/>
                  </a:lnTo>
                  <a:lnTo>
                    <a:pt x="735894" y="187840"/>
                  </a:lnTo>
                  <a:lnTo>
                    <a:pt x="734273" y="188775"/>
                  </a:lnTo>
                  <a:lnTo>
                    <a:pt x="733819" y="189524"/>
                  </a:lnTo>
                  <a:lnTo>
                    <a:pt x="732882" y="190485"/>
                  </a:lnTo>
                  <a:lnTo>
                    <a:pt x="733482" y="190475"/>
                  </a:lnTo>
                  <a:lnTo>
                    <a:pt x="735158" y="188933"/>
                  </a:lnTo>
                  <a:lnTo>
                    <a:pt x="735976" y="188574"/>
                  </a:lnTo>
                  <a:lnTo>
                    <a:pt x="736586" y="188664"/>
                  </a:lnTo>
                  <a:lnTo>
                    <a:pt x="736832" y="188925"/>
                  </a:lnTo>
                  <a:lnTo>
                    <a:pt x="736713" y="189356"/>
                  </a:lnTo>
                  <a:lnTo>
                    <a:pt x="737247" y="189301"/>
                  </a:lnTo>
                  <a:lnTo>
                    <a:pt x="739501" y="188400"/>
                  </a:lnTo>
                  <a:lnTo>
                    <a:pt x="740448" y="188222"/>
                  </a:lnTo>
                  <a:lnTo>
                    <a:pt x="741673" y="188163"/>
                  </a:lnTo>
                  <a:lnTo>
                    <a:pt x="741805" y="188475"/>
                  </a:lnTo>
                  <a:lnTo>
                    <a:pt x="741044" y="190635"/>
                  </a:lnTo>
                  <a:lnTo>
                    <a:pt x="739741" y="192292"/>
                  </a:lnTo>
                  <a:lnTo>
                    <a:pt x="737369" y="193314"/>
                  </a:lnTo>
                  <a:lnTo>
                    <a:pt x="736528" y="193912"/>
                  </a:lnTo>
                  <a:lnTo>
                    <a:pt x="735488" y="194882"/>
                  </a:lnTo>
                  <a:lnTo>
                    <a:pt x="735881" y="195057"/>
                  </a:lnTo>
                  <a:lnTo>
                    <a:pt x="738143" y="193785"/>
                  </a:lnTo>
                  <a:lnTo>
                    <a:pt x="739689" y="193284"/>
                  </a:lnTo>
                  <a:lnTo>
                    <a:pt x="741860" y="192881"/>
                  </a:lnTo>
                  <a:lnTo>
                    <a:pt x="742823" y="192938"/>
                  </a:lnTo>
                  <a:lnTo>
                    <a:pt x="744532" y="195473"/>
                  </a:lnTo>
                  <a:lnTo>
                    <a:pt x="745517" y="195719"/>
                  </a:lnTo>
                  <a:lnTo>
                    <a:pt x="746312" y="195587"/>
                  </a:lnTo>
                  <a:lnTo>
                    <a:pt x="747815" y="196317"/>
                  </a:lnTo>
                  <a:lnTo>
                    <a:pt x="748378" y="197021"/>
                  </a:lnTo>
                  <a:lnTo>
                    <a:pt x="748237" y="197527"/>
                  </a:lnTo>
                  <a:lnTo>
                    <a:pt x="747728" y="197830"/>
                  </a:lnTo>
                  <a:lnTo>
                    <a:pt x="747471" y="198303"/>
                  </a:lnTo>
                  <a:lnTo>
                    <a:pt x="748074" y="199710"/>
                  </a:lnTo>
                  <a:lnTo>
                    <a:pt x="747726" y="200500"/>
                  </a:lnTo>
                  <a:lnTo>
                    <a:pt x="746629" y="201197"/>
                  </a:lnTo>
                  <a:lnTo>
                    <a:pt x="745844" y="201551"/>
                  </a:lnTo>
                  <a:lnTo>
                    <a:pt x="745024" y="201659"/>
                  </a:lnTo>
                  <a:lnTo>
                    <a:pt x="744220" y="202276"/>
                  </a:lnTo>
                  <a:lnTo>
                    <a:pt x="743855" y="202368"/>
                  </a:lnTo>
                  <a:lnTo>
                    <a:pt x="742735" y="202211"/>
                  </a:lnTo>
                  <a:lnTo>
                    <a:pt x="743119" y="202591"/>
                  </a:lnTo>
                  <a:lnTo>
                    <a:pt x="743672" y="202783"/>
                  </a:lnTo>
                  <a:lnTo>
                    <a:pt x="744555" y="202888"/>
                  </a:lnTo>
                  <a:lnTo>
                    <a:pt x="745586" y="202694"/>
                  </a:lnTo>
                  <a:lnTo>
                    <a:pt x="746590" y="202719"/>
                  </a:lnTo>
                  <a:lnTo>
                    <a:pt x="748169" y="203165"/>
                  </a:lnTo>
                  <a:lnTo>
                    <a:pt x="748832" y="203716"/>
                  </a:lnTo>
                  <a:lnTo>
                    <a:pt x="748844" y="203868"/>
                  </a:lnTo>
                  <a:lnTo>
                    <a:pt x="748504" y="204183"/>
                  </a:lnTo>
                  <a:lnTo>
                    <a:pt x="748002" y="205208"/>
                  </a:lnTo>
                  <a:lnTo>
                    <a:pt x="747637" y="205576"/>
                  </a:lnTo>
                  <a:lnTo>
                    <a:pt x="747948" y="205853"/>
                  </a:lnTo>
                  <a:lnTo>
                    <a:pt x="748740" y="206279"/>
                  </a:lnTo>
                  <a:lnTo>
                    <a:pt x="749331" y="206437"/>
                  </a:lnTo>
                  <a:lnTo>
                    <a:pt x="750107" y="206298"/>
                  </a:lnTo>
                  <a:lnTo>
                    <a:pt x="750938" y="206480"/>
                  </a:lnTo>
                  <a:lnTo>
                    <a:pt x="753727" y="208887"/>
                  </a:lnTo>
                  <a:lnTo>
                    <a:pt x="753613" y="210128"/>
                  </a:lnTo>
                  <a:lnTo>
                    <a:pt x="753190" y="211085"/>
                  </a:lnTo>
                  <a:lnTo>
                    <a:pt x="753357" y="212161"/>
                  </a:lnTo>
                  <a:lnTo>
                    <a:pt x="753368" y="213487"/>
                  </a:lnTo>
                  <a:lnTo>
                    <a:pt x="751854" y="213852"/>
                  </a:lnTo>
                  <a:lnTo>
                    <a:pt x="746832" y="213232"/>
                  </a:lnTo>
                  <a:lnTo>
                    <a:pt x="743960" y="212284"/>
                  </a:lnTo>
                  <a:lnTo>
                    <a:pt x="743812" y="211996"/>
                  </a:lnTo>
                  <a:lnTo>
                    <a:pt x="744625" y="211366"/>
                  </a:lnTo>
                  <a:lnTo>
                    <a:pt x="743904" y="211319"/>
                  </a:lnTo>
                  <a:lnTo>
                    <a:pt x="743069" y="211567"/>
                  </a:lnTo>
                  <a:lnTo>
                    <a:pt x="742719" y="211800"/>
                  </a:lnTo>
                  <a:lnTo>
                    <a:pt x="743682" y="212800"/>
                  </a:lnTo>
                  <a:lnTo>
                    <a:pt x="746321" y="213681"/>
                  </a:lnTo>
                  <a:lnTo>
                    <a:pt x="747503" y="214742"/>
                  </a:lnTo>
                  <a:lnTo>
                    <a:pt x="748796" y="214833"/>
                  </a:lnTo>
                  <a:lnTo>
                    <a:pt x="749189" y="215025"/>
                  </a:lnTo>
                  <a:lnTo>
                    <a:pt x="749905" y="215646"/>
                  </a:lnTo>
                  <a:lnTo>
                    <a:pt x="749693" y="215859"/>
                  </a:lnTo>
                  <a:lnTo>
                    <a:pt x="748375" y="215933"/>
                  </a:lnTo>
                  <a:lnTo>
                    <a:pt x="747332" y="216652"/>
                  </a:lnTo>
                  <a:lnTo>
                    <a:pt x="747987" y="217074"/>
                  </a:lnTo>
                  <a:lnTo>
                    <a:pt x="750333" y="217444"/>
                  </a:lnTo>
                  <a:lnTo>
                    <a:pt x="752016" y="217538"/>
                  </a:lnTo>
                  <a:lnTo>
                    <a:pt x="752861" y="217952"/>
                  </a:lnTo>
                  <a:lnTo>
                    <a:pt x="752166" y="218413"/>
                  </a:lnTo>
                  <a:lnTo>
                    <a:pt x="750194" y="218955"/>
                  </a:lnTo>
                  <a:lnTo>
                    <a:pt x="750138" y="219761"/>
                  </a:lnTo>
                  <a:lnTo>
                    <a:pt x="751599" y="220084"/>
                  </a:lnTo>
                  <a:lnTo>
                    <a:pt x="752900" y="219888"/>
                  </a:lnTo>
                  <a:lnTo>
                    <a:pt x="753434" y="219969"/>
                  </a:lnTo>
                  <a:lnTo>
                    <a:pt x="753815" y="221919"/>
                  </a:lnTo>
                  <a:lnTo>
                    <a:pt x="754035" y="222325"/>
                  </a:lnTo>
                  <a:lnTo>
                    <a:pt x="752637" y="222671"/>
                  </a:lnTo>
                  <a:lnTo>
                    <a:pt x="752631" y="223042"/>
                  </a:lnTo>
                  <a:lnTo>
                    <a:pt x="753561" y="223350"/>
                  </a:lnTo>
                  <a:lnTo>
                    <a:pt x="755107" y="223605"/>
                  </a:lnTo>
                  <a:lnTo>
                    <a:pt x="755618" y="223955"/>
                  </a:lnTo>
                  <a:lnTo>
                    <a:pt x="755721" y="224537"/>
                  </a:lnTo>
                  <a:lnTo>
                    <a:pt x="756039" y="224846"/>
                  </a:lnTo>
                  <a:lnTo>
                    <a:pt x="756924" y="224902"/>
                  </a:lnTo>
                  <a:lnTo>
                    <a:pt x="757900" y="224179"/>
                  </a:lnTo>
                  <a:lnTo>
                    <a:pt x="758475" y="223570"/>
                  </a:lnTo>
                  <a:lnTo>
                    <a:pt x="759313" y="223799"/>
                  </a:lnTo>
                  <a:lnTo>
                    <a:pt x="759376" y="224559"/>
                  </a:lnTo>
                  <a:lnTo>
                    <a:pt x="760376" y="225423"/>
                  </a:lnTo>
                  <a:lnTo>
                    <a:pt x="760739" y="225565"/>
                  </a:lnTo>
                  <a:lnTo>
                    <a:pt x="761027" y="226790"/>
                  </a:lnTo>
                  <a:lnTo>
                    <a:pt x="761843" y="225700"/>
                  </a:lnTo>
                  <a:lnTo>
                    <a:pt x="762442" y="225931"/>
                  </a:lnTo>
                  <a:lnTo>
                    <a:pt x="763119" y="225986"/>
                  </a:lnTo>
                  <a:lnTo>
                    <a:pt x="762888" y="227040"/>
                  </a:lnTo>
                  <a:lnTo>
                    <a:pt x="762482" y="227870"/>
                  </a:lnTo>
                  <a:lnTo>
                    <a:pt x="763015" y="228389"/>
                  </a:lnTo>
                  <a:lnTo>
                    <a:pt x="763428" y="229162"/>
                  </a:lnTo>
                  <a:lnTo>
                    <a:pt x="764525" y="230223"/>
                  </a:lnTo>
                  <a:lnTo>
                    <a:pt x="764226" y="230732"/>
                  </a:lnTo>
                  <a:lnTo>
                    <a:pt x="762930" y="231821"/>
                  </a:lnTo>
                  <a:lnTo>
                    <a:pt x="762248" y="233544"/>
                  </a:lnTo>
                  <a:lnTo>
                    <a:pt x="762087" y="234141"/>
                  </a:lnTo>
                  <a:lnTo>
                    <a:pt x="761421" y="235131"/>
                  </a:lnTo>
                  <a:lnTo>
                    <a:pt x="760506" y="236091"/>
                  </a:lnTo>
                  <a:lnTo>
                    <a:pt x="761080" y="235989"/>
                  </a:lnTo>
                  <a:lnTo>
                    <a:pt x="763121" y="234225"/>
                  </a:lnTo>
                  <a:lnTo>
                    <a:pt x="764334" y="233633"/>
                  </a:lnTo>
                  <a:lnTo>
                    <a:pt x="767004" y="233312"/>
                  </a:lnTo>
                  <a:lnTo>
                    <a:pt x="767650" y="232817"/>
                  </a:lnTo>
                  <a:lnTo>
                    <a:pt x="768627" y="232612"/>
                  </a:lnTo>
                  <a:lnTo>
                    <a:pt x="769226" y="233176"/>
                  </a:lnTo>
                  <a:lnTo>
                    <a:pt x="769287" y="234192"/>
                  </a:lnTo>
                  <a:lnTo>
                    <a:pt x="770078" y="234513"/>
                  </a:lnTo>
                  <a:lnTo>
                    <a:pt x="770908" y="234177"/>
                  </a:lnTo>
                  <a:lnTo>
                    <a:pt x="771663" y="234477"/>
                  </a:lnTo>
                  <a:lnTo>
                    <a:pt x="771209" y="235115"/>
                  </a:lnTo>
                  <a:lnTo>
                    <a:pt x="768789" y="237731"/>
                  </a:lnTo>
                  <a:lnTo>
                    <a:pt x="768082" y="238782"/>
                  </a:lnTo>
                  <a:lnTo>
                    <a:pt x="767880" y="239525"/>
                  </a:lnTo>
                  <a:lnTo>
                    <a:pt x="768711" y="238506"/>
                  </a:lnTo>
                  <a:lnTo>
                    <a:pt x="771751" y="236156"/>
                  </a:lnTo>
                  <a:lnTo>
                    <a:pt x="772076" y="235805"/>
                  </a:lnTo>
                  <a:lnTo>
                    <a:pt x="772739" y="234799"/>
                  </a:lnTo>
                  <a:lnTo>
                    <a:pt x="773350" y="234141"/>
                  </a:lnTo>
                  <a:lnTo>
                    <a:pt x="774989" y="234374"/>
                  </a:lnTo>
                  <a:lnTo>
                    <a:pt x="775833" y="234846"/>
                  </a:lnTo>
                  <a:lnTo>
                    <a:pt x="776224" y="236162"/>
                  </a:lnTo>
                  <a:lnTo>
                    <a:pt x="776886" y="237596"/>
                  </a:lnTo>
                  <a:lnTo>
                    <a:pt x="777886" y="239185"/>
                  </a:lnTo>
                  <a:lnTo>
                    <a:pt x="780537" y="239955"/>
                  </a:lnTo>
                  <a:lnTo>
                    <a:pt x="781500" y="240081"/>
                  </a:lnTo>
                  <a:lnTo>
                    <a:pt x="783158" y="239543"/>
                  </a:lnTo>
                  <a:lnTo>
                    <a:pt x="783419" y="238800"/>
                  </a:lnTo>
                  <a:lnTo>
                    <a:pt x="784713" y="238573"/>
                  </a:lnTo>
                  <a:lnTo>
                    <a:pt x="785622" y="238664"/>
                  </a:lnTo>
                  <a:lnTo>
                    <a:pt x="785936" y="240094"/>
                  </a:lnTo>
                  <a:lnTo>
                    <a:pt x="786905" y="240854"/>
                  </a:lnTo>
                  <a:lnTo>
                    <a:pt x="787869" y="241481"/>
                  </a:lnTo>
                  <a:lnTo>
                    <a:pt x="788799" y="241807"/>
                  </a:lnTo>
                  <a:lnTo>
                    <a:pt x="790158" y="241948"/>
                  </a:lnTo>
                  <a:lnTo>
                    <a:pt x="790901" y="242637"/>
                  </a:lnTo>
                  <a:lnTo>
                    <a:pt x="790901" y="242922"/>
                  </a:lnTo>
                  <a:lnTo>
                    <a:pt x="790136" y="243660"/>
                  </a:lnTo>
                  <a:lnTo>
                    <a:pt x="789399" y="244735"/>
                  </a:lnTo>
                  <a:lnTo>
                    <a:pt x="788112" y="245486"/>
                  </a:lnTo>
                  <a:lnTo>
                    <a:pt x="786316" y="245521"/>
                  </a:lnTo>
                  <a:lnTo>
                    <a:pt x="783835" y="245990"/>
                  </a:lnTo>
                  <a:lnTo>
                    <a:pt x="783735" y="246415"/>
                  </a:lnTo>
                  <a:lnTo>
                    <a:pt x="783188" y="246882"/>
                  </a:lnTo>
                  <a:lnTo>
                    <a:pt x="781869" y="247345"/>
                  </a:lnTo>
                  <a:lnTo>
                    <a:pt x="781149" y="247696"/>
                  </a:lnTo>
                  <a:lnTo>
                    <a:pt x="779984" y="249442"/>
                  </a:lnTo>
                  <a:lnTo>
                    <a:pt x="779276" y="250187"/>
                  </a:lnTo>
                  <a:lnTo>
                    <a:pt x="778460" y="250329"/>
                  </a:lnTo>
                  <a:lnTo>
                    <a:pt x="777312" y="250258"/>
                  </a:lnTo>
                  <a:lnTo>
                    <a:pt x="776561" y="250416"/>
                  </a:lnTo>
                  <a:lnTo>
                    <a:pt x="776010" y="250735"/>
                  </a:lnTo>
                  <a:lnTo>
                    <a:pt x="775686" y="251209"/>
                  </a:lnTo>
                  <a:lnTo>
                    <a:pt x="775439" y="251386"/>
                  </a:lnTo>
                  <a:lnTo>
                    <a:pt x="773900" y="251867"/>
                  </a:lnTo>
                  <a:lnTo>
                    <a:pt x="771108" y="253191"/>
                  </a:lnTo>
                  <a:lnTo>
                    <a:pt x="769631" y="253232"/>
                  </a:lnTo>
                  <a:lnTo>
                    <a:pt x="768715" y="253078"/>
                  </a:lnTo>
                  <a:lnTo>
                    <a:pt x="768019" y="253188"/>
                  </a:lnTo>
                  <a:lnTo>
                    <a:pt x="767543" y="253559"/>
                  </a:lnTo>
                  <a:lnTo>
                    <a:pt x="766211" y="254204"/>
                  </a:lnTo>
                  <a:lnTo>
                    <a:pt x="765810" y="254597"/>
                  </a:lnTo>
                  <a:lnTo>
                    <a:pt x="765575" y="255048"/>
                  </a:lnTo>
                  <a:lnTo>
                    <a:pt x="765394" y="255980"/>
                  </a:lnTo>
                  <a:lnTo>
                    <a:pt x="765235" y="256316"/>
                  </a:lnTo>
                  <a:lnTo>
                    <a:pt x="764974" y="256511"/>
                  </a:lnTo>
                  <a:lnTo>
                    <a:pt x="763854" y="256317"/>
                  </a:lnTo>
                  <a:lnTo>
                    <a:pt x="762604" y="255714"/>
                  </a:lnTo>
                  <a:lnTo>
                    <a:pt x="762849" y="256353"/>
                  </a:lnTo>
                  <a:lnTo>
                    <a:pt x="764829" y="257434"/>
                  </a:lnTo>
                  <a:lnTo>
                    <a:pt x="765396" y="258034"/>
                  </a:lnTo>
                  <a:lnTo>
                    <a:pt x="764858" y="258552"/>
                  </a:lnTo>
                  <a:lnTo>
                    <a:pt x="763599" y="259366"/>
                  </a:lnTo>
                  <a:lnTo>
                    <a:pt x="763452" y="259803"/>
                  </a:lnTo>
                  <a:lnTo>
                    <a:pt x="763969" y="260034"/>
                  </a:lnTo>
                  <a:lnTo>
                    <a:pt x="763765" y="260403"/>
                  </a:lnTo>
                  <a:lnTo>
                    <a:pt x="763074" y="260795"/>
                  </a:lnTo>
                  <a:lnTo>
                    <a:pt x="763152" y="260956"/>
                  </a:lnTo>
                  <a:lnTo>
                    <a:pt x="763228" y="261114"/>
                  </a:lnTo>
                  <a:lnTo>
                    <a:pt x="764942" y="260550"/>
                  </a:lnTo>
                  <a:lnTo>
                    <a:pt x="766467" y="259347"/>
                  </a:lnTo>
                  <a:lnTo>
                    <a:pt x="767464" y="258130"/>
                  </a:lnTo>
                  <a:lnTo>
                    <a:pt x="767962" y="257789"/>
                  </a:lnTo>
                  <a:lnTo>
                    <a:pt x="769930" y="257339"/>
                  </a:lnTo>
                  <a:lnTo>
                    <a:pt x="771093" y="256809"/>
                  </a:lnTo>
                  <a:lnTo>
                    <a:pt x="772757" y="255847"/>
                  </a:lnTo>
                  <a:lnTo>
                    <a:pt x="774582" y="254450"/>
                  </a:lnTo>
                  <a:lnTo>
                    <a:pt x="776567" y="252618"/>
                  </a:lnTo>
                  <a:lnTo>
                    <a:pt x="779098" y="251187"/>
                  </a:lnTo>
                  <a:lnTo>
                    <a:pt x="782176" y="250156"/>
                  </a:lnTo>
                  <a:lnTo>
                    <a:pt x="784433" y="249630"/>
                  </a:lnTo>
                  <a:lnTo>
                    <a:pt x="785872" y="249607"/>
                  </a:lnTo>
                  <a:lnTo>
                    <a:pt x="785945" y="249434"/>
                  </a:lnTo>
                  <a:lnTo>
                    <a:pt x="784653" y="249110"/>
                  </a:lnTo>
                  <a:lnTo>
                    <a:pt x="783588" y="249047"/>
                  </a:lnTo>
                  <a:lnTo>
                    <a:pt x="782263" y="249282"/>
                  </a:lnTo>
                  <a:lnTo>
                    <a:pt x="781853" y="248723"/>
                  </a:lnTo>
                  <a:lnTo>
                    <a:pt x="781897" y="248480"/>
                  </a:lnTo>
                  <a:lnTo>
                    <a:pt x="782334" y="248065"/>
                  </a:lnTo>
                  <a:lnTo>
                    <a:pt x="783449" y="247696"/>
                  </a:lnTo>
                  <a:lnTo>
                    <a:pt x="788910" y="248213"/>
                  </a:lnTo>
                  <a:lnTo>
                    <a:pt x="790791" y="248608"/>
                  </a:lnTo>
                  <a:lnTo>
                    <a:pt x="792846" y="251933"/>
                  </a:lnTo>
                  <a:lnTo>
                    <a:pt x="793318" y="253002"/>
                  </a:lnTo>
                  <a:lnTo>
                    <a:pt x="793451" y="253782"/>
                  </a:lnTo>
                  <a:lnTo>
                    <a:pt x="793243" y="254269"/>
                  </a:lnTo>
                  <a:lnTo>
                    <a:pt x="792419" y="254847"/>
                  </a:lnTo>
                  <a:lnTo>
                    <a:pt x="790097" y="255996"/>
                  </a:lnTo>
                  <a:lnTo>
                    <a:pt x="789769" y="256298"/>
                  </a:lnTo>
                  <a:lnTo>
                    <a:pt x="789738" y="256459"/>
                  </a:lnTo>
                  <a:lnTo>
                    <a:pt x="790752" y="256691"/>
                  </a:lnTo>
                  <a:lnTo>
                    <a:pt x="791074" y="257008"/>
                  </a:lnTo>
                  <a:lnTo>
                    <a:pt x="791589" y="258283"/>
                  </a:lnTo>
                  <a:lnTo>
                    <a:pt x="792633" y="257454"/>
                  </a:lnTo>
                  <a:lnTo>
                    <a:pt x="794612" y="255445"/>
                  </a:lnTo>
                  <a:lnTo>
                    <a:pt x="796233" y="254512"/>
                  </a:lnTo>
                  <a:lnTo>
                    <a:pt x="797598" y="254258"/>
                  </a:lnTo>
                  <a:lnTo>
                    <a:pt x="799228" y="254136"/>
                  </a:lnTo>
                  <a:lnTo>
                    <a:pt x="799789" y="254155"/>
                  </a:lnTo>
                  <a:lnTo>
                    <a:pt x="799984" y="254807"/>
                  </a:lnTo>
                  <a:lnTo>
                    <a:pt x="800839" y="256116"/>
                  </a:lnTo>
                  <a:lnTo>
                    <a:pt x="801632" y="256456"/>
                  </a:lnTo>
                  <a:lnTo>
                    <a:pt x="803146" y="256630"/>
                  </a:lnTo>
                  <a:lnTo>
                    <a:pt x="804509" y="258255"/>
                  </a:lnTo>
                  <a:lnTo>
                    <a:pt x="805028" y="259375"/>
                  </a:lnTo>
                  <a:lnTo>
                    <a:pt x="805519" y="260029"/>
                  </a:lnTo>
                  <a:lnTo>
                    <a:pt x="805481" y="260471"/>
                  </a:lnTo>
                  <a:lnTo>
                    <a:pt x="805562" y="260839"/>
                  </a:lnTo>
                  <a:lnTo>
                    <a:pt x="805921" y="261398"/>
                  </a:lnTo>
                  <a:lnTo>
                    <a:pt x="806100" y="261870"/>
                  </a:lnTo>
                  <a:lnTo>
                    <a:pt x="806003" y="262948"/>
                  </a:lnTo>
                  <a:lnTo>
                    <a:pt x="805207" y="264820"/>
                  </a:lnTo>
                  <a:lnTo>
                    <a:pt x="805798" y="266522"/>
                  </a:lnTo>
                  <a:lnTo>
                    <a:pt x="805533" y="267289"/>
                  </a:lnTo>
                  <a:lnTo>
                    <a:pt x="805394" y="268513"/>
                  </a:lnTo>
                  <a:lnTo>
                    <a:pt x="805904" y="269329"/>
                  </a:lnTo>
                  <a:lnTo>
                    <a:pt x="806054" y="269803"/>
                  </a:lnTo>
                  <a:lnTo>
                    <a:pt x="805622" y="270080"/>
                  </a:lnTo>
                  <a:lnTo>
                    <a:pt x="802608" y="270757"/>
                  </a:lnTo>
                  <a:lnTo>
                    <a:pt x="801422" y="270771"/>
                  </a:lnTo>
                  <a:lnTo>
                    <a:pt x="801114" y="271179"/>
                  </a:lnTo>
                  <a:lnTo>
                    <a:pt x="802027" y="271298"/>
                  </a:lnTo>
                  <a:lnTo>
                    <a:pt x="803691" y="271278"/>
                  </a:lnTo>
                  <a:lnTo>
                    <a:pt x="805700" y="271694"/>
                  </a:lnTo>
                  <a:lnTo>
                    <a:pt x="806587" y="272155"/>
                  </a:lnTo>
                  <a:lnTo>
                    <a:pt x="806970" y="272800"/>
                  </a:lnTo>
                  <a:lnTo>
                    <a:pt x="806873" y="273313"/>
                  </a:lnTo>
                  <a:lnTo>
                    <a:pt x="806297" y="273693"/>
                  </a:lnTo>
                  <a:lnTo>
                    <a:pt x="805166" y="273619"/>
                  </a:lnTo>
                  <a:lnTo>
                    <a:pt x="804077" y="273272"/>
                  </a:lnTo>
                  <a:lnTo>
                    <a:pt x="804144" y="273607"/>
                  </a:lnTo>
                  <a:lnTo>
                    <a:pt x="805762" y="274444"/>
                  </a:lnTo>
                  <a:lnTo>
                    <a:pt x="806237" y="274870"/>
                  </a:lnTo>
                  <a:lnTo>
                    <a:pt x="807111" y="275404"/>
                  </a:lnTo>
                  <a:lnTo>
                    <a:pt x="807284" y="276122"/>
                  </a:lnTo>
                  <a:lnTo>
                    <a:pt x="807072" y="276852"/>
                  </a:lnTo>
                  <a:lnTo>
                    <a:pt x="804023" y="279760"/>
                  </a:lnTo>
                  <a:lnTo>
                    <a:pt x="801515" y="281604"/>
                  </a:lnTo>
                  <a:lnTo>
                    <a:pt x="798998" y="283223"/>
                  </a:lnTo>
                  <a:lnTo>
                    <a:pt x="794955" y="286338"/>
                  </a:lnTo>
                  <a:lnTo>
                    <a:pt x="794555" y="286490"/>
                  </a:lnTo>
                  <a:lnTo>
                    <a:pt x="793823" y="286549"/>
                  </a:lnTo>
                  <a:lnTo>
                    <a:pt x="791897" y="286051"/>
                  </a:lnTo>
                  <a:lnTo>
                    <a:pt x="790360" y="286179"/>
                  </a:lnTo>
                  <a:lnTo>
                    <a:pt x="787447" y="286781"/>
                  </a:lnTo>
                  <a:lnTo>
                    <a:pt x="786650" y="287149"/>
                  </a:lnTo>
                  <a:lnTo>
                    <a:pt x="785052" y="288230"/>
                  </a:lnTo>
                  <a:lnTo>
                    <a:pt x="784421" y="288384"/>
                  </a:lnTo>
                  <a:lnTo>
                    <a:pt x="782708" y="288604"/>
                  </a:lnTo>
                  <a:lnTo>
                    <a:pt x="781082" y="288455"/>
                  </a:lnTo>
                  <a:lnTo>
                    <a:pt x="780438" y="288606"/>
                  </a:lnTo>
                  <a:lnTo>
                    <a:pt x="779654" y="289135"/>
                  </a:lnTo>
                  <a:lnTo>
                    <a:pt x="779451" y="289415"/>
                  </a:lnTo>
                  <a:lnTo>
                    <a:pt x="779234" y="290327"/>
                  </a:lnTo>
                  <a:lnTo>
                    <a:pt x="775286" y="294408"/>
                  </a:lnTo>
                  <a:lnTo>
                    <a:pt x="774241" y="295792"/>
                  </a:lnTo>
                  <a:lnTo>
                    <a:pt x="772229" y="297249"/>
                  </a:lnTo>
                  <a:lnTo>
                    <a:pt x="770017" y="299806"/>
                  </a:lnTo>
                  <a:lnTo>
                    <a:pt x="768092" y="300836"/>
                  </a:lnTo>
                  <a:lnTo>
                    <a:pt x="767420" y="302256"/>
                  </a:lnTo>
                  <a:lnTo>
                    <a:pt x="765587" y="303119"/>
                  </a:lnTo>
                  <a:lnTo>
                    <a:pt x="762200" y="303338"/>
                  </a:lnTo>
                  <a:lnTo>
                    <a:pt x="760591" y="303585"/>
                  </a:lnTo>
                  <a:lnTo>
                    <a:pt x="758708" y="303185"/>
                  </a:lnTo>
                  <a:lnTo>
                    <a:pt x="757298" y="303805"/>
                  </a:lnTo>
                  <a:lnTo>
                    <a:pt x="755175" y="303999"/>
                  </a:lnTo>
                  <a:lnTo>
                    <a:pt x="754143" y="303853"/>
                  </a:lnTo>
                  <a:lnTo>
                    <a:pt x="750027" y="305218"/>
                  </a:lnTo>
                  <a:lnTo>
                    <a:pt x="748981" y="303922"/>
                  </a:lnTo>
                  <a:lnTo>
                    <a:pt x="748185" y="303422"/>
                  </a:lnTo>
                  <a:lnTo>
                    <a:pt x="745860" y="303337"/>
                  </a:lnTo>
                  <a:lnTo>
                    <a:pt x="744002" y="302802"/>
                  </a:lnTo>
                  <a:lnTo>
                    <a:pt x="742306" y="302701"/>
                  </a:lnTo>
                  <a:lnTo>
                    <a:pt x="740655" y="302462"/>
                  </a:lnTo>
                  <a:lnTo>
                    <a:pt x="739569" y="302465"/>
                  </a:lnTo>
                  <a:lnTo>
                    <a:pt x="738438" y="302606"/>
                  </a:lnTo>
                  <a:lnTo>
                    <a:pt x="736679" y="302572"/>
                  </a:lnTo>
                  <a:lnTo>
                    <a:pt x="735705" y="303286"/>
                  </a:lnTo>
                  <a:lnTo>
                    <a:pt x="732412" y="303068"/>
                  </a:lnTo>
                  <a:lnTo>
                    <a:pt x="731022" y="302421"/>
                  </a:lnTo>
                  <a:lnTo>
                    <a:pt x="729884" y="302285"/>
                  </a:lnTo>
                  <a:lnTo>
                    <a:pt x="728352" y="302430"/>
                  </a:lnTo>
                  <a:lnTo>
                    <a:pt x="726890" y="302912"/>
                  </a:lnTo>
                  <a:lnTo>
                    <a:pt x="723687" y="302361"/>
                  </a:lnTo>
                  <a:lnTo>
                    <a:pt x="720291" y="302827"/>
                  </a:lnTo>
                  <a:lnTo>
                    <a:pt x="717329" y="302515"/>
                  </a:lnTo>
                  <a:lnTo>
                    <a:pt x="716500" y="302206"/>
                  </a:lnTo>
                  <a:lnTo>
                    <a:pt x="711828" y="303053"/>
                  </a:lnTo>
                  <a:lnTo>
                    <a:pt x="710002" y="302567"/>
                  </a:lnTo>
                  <a:lnTo>
                    <a:pt x="708393" y="303866"/>
                  </a:lnTo>
                  <a:lnTo>
                    <a:pt x="707289" y="303596"/>
                  </a:lnTo>
                  <a:lnTo>
                    <a:pt x="706091" y="303787"/>
                  </a:lnTo>
                  <a:lnTo>
                    <a:pt x="705691" y="303542"/>
                  </a:lnTo>
                  <a:lnTo>
                    <a:pt x="704892" y="303715"/>
                  </a:lnTo>
                  <a:lnTo>
                    <a:pt x="704376" y="304422"/>
                  </a:lnTo>
                  <a:lnTo>
                    <a:pt x="703698" y="304502"/>
                  </a:lnTo>
                  <a:lnTo>
                    <a:pt x="702571" y="305756"/>
                  </a:lnTo>
                  <a:lnTo>
                    <a:pt x="700676" y="306758"/>
                  </a:lnTo>
                  <a:lnTo>
                    <a:pt x="697902" y="312224"/>
                  </a:lnTo>
                  <a:lnTo>
                    <a:pt x="697641" y="314325"/>
                  </a:lnTo>
                  <a:lnTo>
                    <a:pt x="696600" y="315758"/>
                  </a:lnTo>
                  <a:lnTo>
                    <a:pt x="695680" y="315950"/>
                  </a:lnTo>
                  <a:lnTo>
                    <a:pt x="694923" y="315983"/>
                  </a:lnTo>
                  <a:lnTo>
                    <a:pt x="690126" y="317036"/>
                  </a:lnTo>
                  <a:lnTo>
                    <a:pt x="687991" y="317868"/>
                  </a:lnTo>
                  <a:lnTo>
                    <a:pt x="688572" y="318530"/>
                  </a:lnTo>
                  <a:lnTo>
                    <a:pt x="687872" y="319023"/>
                  </a:lnTo>
                  <a:lnTo>
                    <a:pt x="686738" y="319230"/>
                  </a:lnTo>
                  <a:lnTo>
                    <a:pt x="685513" y="319834"/>
                  </a:lnTo>
                  <a:lnTo>
                    <a:pt x="684718" y="320517"/>
                  </a:lnTo>
                  <a:lnTo>
                    <a:pt x="684329" y="321461"/>
                  </a:lnTo>
                  <a:lnTo>
                    <a:pt x="681869" y="323003"/>
                  </a:lnTo>
                  <a:lnTo>
                    <a:pt x="679015" y="326565"/>
                  </a:lnTo>
                  <a:lnTo>
                    <a:pt x="677651" y="329176"/>
                  </a:lnTo>
                  <a:lnTo>
                    <a:pt x="675993" y="331068"/>
                  </a:lnTo>
                  <a:lnTo>
                    <a:pt x="674822" y="331787"/>
                  </a:lnTo>
                  <a:lnTo>
                    <a:pt x="673990" y="331899"/>
                  </a:lnTo>
                  <a:lnTo>
                    <a:pt x="673140" y="331673"/>
                  </a:lnTo>
                  <a:lnTo>
                    <a:pt x="671727" y="330786"/>
                  </a:lnTo>
                  <a:lnTo>
                    <a:pt x="670690" y="330688"/>
                  </a:lnTo>
                  <a:lnTo>
                    <a:pt x="668107" y="329454"/>
                  </a:lnTo>
                  <a:lnTo>
                    <a:pt x="662103" y="328211"/>
                  </a:lnTo>
                  <a:lnTo>
                    <a:pt x="663008" y="328675"/>
                  </a:lnTo>
                  <a:lnTo>
                    <a:pt x="663802" y="329441"/>
                  </a:lnTo>
                  <a:lnTo>
                    <a:pt x="665388" y="329639"/>
                  </a:lnTo>
                  <a:lnTo>
                    <a:pt x="667001" y="329623"/>
                  </a:lnTo>
                  <a:lnTo>
                    <a:pt x="670362" y="331168"/>
                  </a:lnTo>
                  <a:lnTo>
                    <a:pt x="672010" y="331696"/>
                  </a:lnTo>
                  <a:lnTo>
                    <a:pt x="673009" y="332163"/>
                  </a:lnTo>
                  <a:lnTo>
                    <a:pt x="673866" y="333197"/>
                  </a:lnTo>
                  <a:lnTo>
                    <a:pt x="673252" y="335227"/>
                  </a:lnTo>
                  <a:lnTo>
                    <a:pt x="672630" y="336905"/>
                  </a:lnTo>
                  <a:lnTo>
                    <a:pt x="671790" y="338193"/>
                  </a:lnTo>
                  <a:lnTo>
                    <a:pt x="668898" y="341497"/>
                  </a:lnTo>
                  <a:lnTo>
                    <a:pt x="667498" y="342607"/>
                  </a:lnTo>
                  <a:lnTo>
                    <a:pt x="665059" y="346564"/>
                  </a:lnTo>
                  <a:lnTo>
                    <a:pt x="662534" y="348420"/>
                  </a:lnTo>
                  <a:lnTo>
                    <a:pt x="661182" y="349560"/>
                  </a:lnTo>
                  <a:lnTo>
                    <a:pt x="659743" y="351359"/>
                  </a:lnTo>
                  <a:lnTo>
                    <a:pt x="656366" y="352720"/>
                  </a:lnTo>
                  <a:lnTo>
                    <a:pt x="655112" y="353066"/>
                  </a:lnTo>
                  <a:lnTo>
                    <a:pt x="653955" y="352882"/>
                  </a:lnTo>
                  <a:lnTo>
                    <a:pt x="652546" y="353989"/>
                  </a:lnTo>
                  <a:lnTo>
                    <a:pt x="650879" y="354666"/>
                  </a:lnTo>
                  <a:lnTo>
                    <a:pt x="650387" y="355696"/>
                  </a:lnTo>
                  <a:lnTo>
                    <a:pt x="646381" y="358454"/>
                  </a:lnTo>
                  <a:lnTo>
                    <a:pt x="644843" y="358801"/>
                  </a:lnTo>
                  <a:lnTo>
                    <a:pt x="643534" y="359536"/>
                  </a:lnTo>
                  <a:lnTo>
                    <a:pt x="643147" y="360784"/>
                  </a:lnTo>
                  <a:lnTo>
                    <a:pt x="641979" y="361536"/>
                  </a:lnTo>
                  <a:lnTo>
                    <a:pt x="641655" y="362112"/>
                  </a:lnTo>
                  <a:lnTo>
                    <a:pt x="640672" y="363858"/>
                  </a:lnTo>
                  <a:lnTo>
                    <a:pt x="638845" y="366112"/>
                  </a:lnTo>
                  <a:lnTo>
                    <a:pt x="636620" y="366490"/>
                  </a:lnTo>
                  <a:lnTo>
                    <a:pt x="635806" y="367274"/>
                  </a:lnTo>
                  <a:lnTo>
                    <a:pt x="634864" y="368540"/>
                  </a:lnTo>
                  <a:lnTo>
                    <a:pt x="633536" y="369409"/>
                  </a:lnTo>
                  <a:lnTo>
                    <a:pt x="630913" y="369002"/>
                  </a:lnTo>
                  <a:lnTo>
                    <a:pt x="631551" y="369535"/>
                  </a:lnTo>
                  <a:lnTo>
                    <a:pt x="633897" y="370365"/>
                  </a:lnTo>
                  <a:lnTo>
                    <a:pt x="634141" y="371595"/>
                  </a:lnTo>
                  <a:lnTo>
                    <a:pt x="632966" y="371890"/>
                  </a:lnTo>
                  <a:lnTo>
                    <a:pt x="630504" y="37353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103945" y="1397724"/>
              <a:ext cx="4722" cy="3655"/>
            </a:xfrm>
            <a:custGeom>
              <a:avLst/>
              <a:pathLst>
                <a:path w="4722" h="3655">
                  <a:moveTo>
                    <a:pt x="2983" y="3517"/>
                  </a:moveTo>
                  <a:lnTo>
                    <a:pt x="1455" y="3655"/>
                  </a:lnTo>
                  <a:lnTo>
                    <a:pt x="46" y="2676"/>
                  </a:lnTo>
                  <a:lnTo>
                    <a:pt x="0" y="1763"/>
                  </a:lnTo>
                  <a:lnTo>
                    <a:pt x="94" y="1259"/>
                  </a:lnTo>
                  <a:lnTo>
                    <a:pt x="268" y="818"/>
                  </a:lnTo>
                  <a:lnTo>
                    <a:pt x="782" y="440"/>
                  </a:lnTo>
                  <a:lnTo>
                    <a:pt x="2225" y="0"/>
                  </a:lnTo>
                  <a:lnTo>
                    <a:pt x="2880" y="325"/>
                  </a:lnTo>
                  <a:lnTo>
                    <a:pt x="3121" y="718"/>
                  </a:lnTo>
                  <a:lnTo>
                    <a:pt x="3341" y="872"/>
                  </a:lnTo>
                  <a:lnTo>
                    <a:pt x="4273" y="1212"/>
                  </a:lnTo>
                  <a:lnTo>
                    <a:pt x="4722" y="1603"/>
                  </a:lnTo>
                  <a:lnTo>
                    <a:pt x="4674" y="2054"/>
                  </a:lnTo>
                  <a:lnTo>
                    <a:pt x="4373" y="2739"/>
                  </a:lnTo>
                  <a:lnTo>
                    <a:pt x="4040" y="3178"/>
                  </a:lnTo>
                  <a:lnTo>
                    <a:pt x="3674" y="337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896790" y="1395160"/>
              <a:ext cx="171127" cy="68282"/>
            </a:xfrm>
            <a:custGeom>
              <a:avLst/>
              <a:pathLst>
                <a:path w="171127" h="68282">
                  <a:moveTo>
                    <a:pt x="42310" y="10875"/>
                  </a:moveTo>
                  <a:lnTo>
                    <a:pt x="42910" y="11050"/>
                  </a:lnTo>
                  <a:lnTo>
                    <a:pt x="44005" y="10905"/>
                  </a:lnTo>
                  <a:lnTo>
                    <a:pt x="45594" y="10441"/>
                  </a:lnTo>
                  <a:lnTo>
                    <a:pt x="47644" y="10059"/>
                  </a:lnTo>
                  <a:lnTo>
                    <a:pt x="50154" y="9761"/>
                  </a:lnTo>
                  <a:lnTo>
                    <a:pt x="50819" y="10123"/>
                  </a:lnTo>
                  <a:lnTo>
                    <a:pt x="51236" y="10050"/>
                  </a:lnTo>
                  <a:lnTo>
                    <a:pt x="51974" y="9459"/>
                  </a:lnTo>
                  <a:lnTo>
                    <a:pt x="52106" y="9071"/>
                  </a:lnTo>
                  <a:lnTo>
                    <a:pt x="52014" y="8633"/>
                  </a:lnTo>
                  <a:lnTo>
                    <a:pt x="52056" y="7679"/>
                  </a:lnTo>
                  <a:lnTo>
                    <a:pt x="52449" y="7105"/>
                  </a:lnTo>
                  <a:lnTo>
                    <a:pt x="53939" y="5897"/>
                  </a:lnTo>
                  <a:lnTo>
                    <a:pt x="54737" y="5462"/>
                  </a:lnTo>
                  <a:lnTo>
                    <a:pt x="56010" y="5263"/>
                  </a:lnTo>
                  <a:lnTo>
                    <a:pt x="59036" y="5392"/>
                  </a:lnTo>
                  <a:lnTo>
                    <a:pt x="61873" y="6081"/>
                  </a:lnTo>
                  <a:lnTo>
                    <a:pt x="65711" y="6759"/>
                  </a:lnTo>
                  <a:lnTo>
                    <a:pt x="71318" y="8462"/>
                  </a:lnTo>
                  <a:lnTo>
                    <a:pt x="73075" y="9190"/>
                  </a:lnTo>
                  <a:lnTo>
                    <a:pt x="73258" y="9820"/>
                  </a:lnTo>
                  <a:lnTo>
                    <a:pt x="72263" y="11165"/>
                  </a:lnTo>
                  <a:lnTo>
                    <a:pt x="69847" y="13069"/>
                  </a:lnTo>
                  <a:lnTo>
                    <a:pt x="67907" y="13757"/>
                  </a:lnTo>
                  <a:lnTo>
                    <a:pt x="67158" y="14178"/>
                  </a:lnTo>
                  <a:lnTo>
                    <a:pt x="68421" y="14469"/>
                  </a:lnTo>
                  <a:lnTo>
                    <a:pt x="69240" y="14959"/>
                  </a:lnTo>
                  <a:lnTo>
                    <a:pt x="70484" y="14250"/>
                  </a:lnTo>
                  <a:lnTo>
                    <a:pt x="71394" y="13458"/>
                  </a:lnTo>
                  <a:lnTo>
                    <a:pt x="72683" y="12801"/>
                  </a:lnTo>
                  <a:lnTo>
                    <a:pt x="73122" y="12743"/>
                  </a:lnTo>
                  <a:lnTo>
                    <a:pt x="73229" y="12882"/>
                  </a:lnTo>
                  <a:lnTo>
                    <a:pt x="73005" y="13219"/>
                  </a:lnTo>
                  <a:lnTo>
                    <a:pt x="72909" y="13550"/>
                  </a:lnTo>
                  <a:lnTo>
                    <a:pt x="72942" y="13873"/>
                  </a:lnTo>
                  <a:lnTo>
                    <a:pt x="73091" y="14070"/>
                  </a:lnTo>
                  <a:lnTo>
                    <a:pt x="73880" y="14171"/>
                  </a:lnTo>
                  <a:lnTo>
                    <a:pt x="74303" y="14050"/>
                  </a:lnTo>
                  <a:lnTo>
                    <a:pt x="76015" y="13120"/>
                  </a:lnTo>
                  <a:lnTo>
                    <a:pt x="77694" y="11699"/>
                  </a:lnTo>
                  <a:lnTo>
                    <a:pt x="80238" y="10781"/>
                  </a:lnTo>
                  <a:lnTo>
                    <a:pt x="80931" y="10311"/>
                  </a:lnTo>
                  <a:lnTo>
                    <a:pt x="83147" y="9922"/>
                  </a:lnTo>
                  <a:lnTo>
                    <a:pt x="83120" y="9646"/>
                  </a:lnTo>
                  <a:lnTo>
                    <a:pt x="83222" y="8560"/>
                  </a:lnTo>
                  <a:lnTo>
                    <a:pt x="82447" y="8098"/>
                  </a:lnTo>
                  <a:lnTo>
                    <a:pt x="79850" y="7130"/>
                  </a:lnTo>
                  <a:lnTo>
                    <a:pt x="78565" y="5971"/>
                  </a:lnTo>
                  <a:lnTo>
                    <a:pt x="78836" y="5083"/>
                  </a:lnTo>
                  <a:lnTo>
                    <a:pt x="80269" y="5212"/>
                  </a:lnTo>
                  <a:lnTo>
                    <a:pt x="84192" y="5307"/>
                  </a:lnTo>
                  <a:lnTo>
                    <a:pt x="85008" y="5425"/>
                  </a:lnTo>
                  <a:lnTo>
                    <a:pt x="88778" y="6931"/>
                  </a:lnTo>
                  <a:lnTo>
                    <a:pt x="90110" y="7869"/>
                  </a:lnTo>
                  <a:lnTo>
                    <a:pt x="91170" y="8335"/>
                  </a:lnTo>
                  <a:lnTo>
                    <a:pt x="93395" y="9013"/>
                  </a:lnTo>
                  <a:lnTo>
                    <a:pt x="94141" y="9565"/>
                  </a:lnTo>
                  <a:lnTo>
                    <a:pt x="94668" y="9789"/>
                  </a:lnTo>
                  <a:lnTo>
                    <a:pt x="94850" y="10022"/>
                  </a:lnTo>
                  <a:lnTo>
                    <a:pt x="94687" y="10263"/>
                  </a:lnTo>
                  <a:lnTo>
                    <a:pt x="94601" y="10832"/>
                  </a:lnTo>
                  <a:lnTo>
                    <a:pt x="95014" y="11015"/>
                  </a:lnTo>
                  <a:lnTo>
                    <a:pt x="96461" y="11229"/>
                  </a:lnTo>
                  <a:lnTo>
                    <a:pt x="96867" y="11459"/>
                  </a:lnTo>
                  <a:lnTo>
                    <a:pt x="97403" y="12181"/>
                  </a:lnTo>
                  <a:lnTo>
                    <a:pt x="98070" y="13398"/>
                  </a:lnTo>
                  <a:lnTo>
                    <a:pt x="98651" y="14719"/>
                  </a:lnTo>
                  <a:lnTo>
                    <a:pt x="99567" y="17210"/>
                  </a:lnTo>
                  <a:lnTo>
                    <a:pt x="101394" y="20535"/>
                  </a:lnTo>
                  <a:lnTo>
                    <a:pt x="102019" y="22616"/>
                  </a:lnTo>
                  <a:lnTo>
                    <a:pt x="102228" y="22998"/>
                  </a:lnTo>
                  <a:lnTo>
                    <a:pt x="102640" y="23261"/>
                  </a:lnTo>
                  <a:lnTo>
                    <a:pt x="103812" y="23643"/>
                  </a:lnTo>
                  <a:lnTo>
                    <a:pt x="104716" y="24185"/>
                  </a:lnTo>
                  <a:lnTo>
                    <a:pt x="105780" y="24359"/>
                  </a:lnTo>
                  <a:lnTo>
                    <a:pt x="106039" y="24310"/>
                  </a:lnTo>
                  <a:lnTo>
                    <a:pt x="106304" y="23845"/>
                  </a:lnTo>
                  <a:lnTo>
                    <a:pt x="106968" y="23105"/>
                  </a:lnTo>
                  <a:lnTo>
                    <a:pt x="110188" y="21666"/>
                  </a:lnTo>
                  <a:lnTo>
                    <a:pt x="110355" y="21443"/>
                  </a:lnTo>
                  <a:lnTo>
                    <a:pt x="109975" y="21112"/>
                  </a:lnTo>
                  <a:lnTo>
                    <a:pt x="109858" y="20887"/>
                  </a:lnTo>
                  <a:lnTo>
                    <a:pt x="109905" y="20734"/>
                  </a:lnTo>
                  <a:lnTo>
                    <a:pt x="110575" y="20614"/>
                  </a:lnTo>
                  <a:lnTo>
                    <a:pt x="108336" y="18792"/>
                  </a:lnTo>
                  <a:lnTo>
                    <a:pt x="106887" y="17063"/>
                  </a:lnTo>
                  <a:lnTo>
                    <a:pt x="105958" y="14924"/>
                  </a:lnTo>
                  <a:lnTo>
                    <a:pt x="105816" y="14299"/>
                  </a:lnTo>
                  <a:lnTo>
                    <a:pt x="105677" y="12969"/>
                  </a:lnTo>
                  <a:lnTo>
                    <a:pt x="105375" y="12620"/>
                  </a:lnTo>
                  <a:lnTo>
                    <a:pt x="104862" y="12300"/>
                  </a:lnTo>
                  <a:lnTo>
                    <a:pt x="104648" y="11887"/>
                  </a:lnTo>
                  <a:lnTo>
                    <a:pt x="104731" y="11381"/>
                  </a:lnTo>
                  <a:lnTo>
                    <a:pt x="104630" y="10947"/>
                  </a:lnTo>
                  <a:lnTo>
                    <a:pt x="104036" y="10042"/>
                  </a:lnTo>
                  <a:lnTo>
                    <a:pt x="101755" y="3721"/>
                  </a:lnTo>
                  <a:lnTo>
                    <a:pt x="101763" y="3106"/>
                  </a:lnTo>
                  <a:lnTo>
                    <a:pt x="102078" y="2644"/>
                  </a:lnTo>
                  <a:lnTo>
                    <a:pt x="102890" y="2379"/>
                  </a:lnTo>
                  <a:lnTo>
                    <a:pt x="104199" y="2314"/>
                  </a:lnTo>
                  <a:lnTo>
                    <a:pt x="104613" y="2169"/>
                  </a:lnTo>
                  <a:lnTo>
                    <a:pt x="104132" y="1946"/>
                  </a:lnTo>
                  <a:lnTo>
                    <a:pt x="103276" y="1272"/>
                  </a:lnTo>
                  <a:lnTo>
                    <a:pt x="103163" y="961"/>
                  </a:lnTo>
                  <a:lnTo>
                    <a:pt x="103734" y="333"/>
                  </a:lnTo>
                  <a:lnTo>
                    <a:pt x="106658" y="608"/>
                  </a:lnTo>
                  <a:lnTo>
                    <a:pt x="108775" y="1175"/>
                  </a:lnTo>
                  <a:lnTo>
                    <a:pt x="112396" y="2517"/>
                  </a:lnTo>
                  <a:lnTo>
                    <a:pt x="112766" y="2444"/>
                  </a:lnTo>
                  <a:lnTo>
                    <a:pt x="113162" y="1776"/>
                  </a:lnTo>
                  <a:lnTo>
                    <a:pt x="113936" y="1347"/>
                  </a:lnTo>
                  <a:lnTo>
                    <a:pt x="115094" y="1488"/>
                  </a:lnTo>
                  <a:lnTo>
                    <a:pt x="118369" y="2461"/>
                  </a:lnTo>
                  <a:lnTo>
                    <a:pt x="122158" y="4194"/>
                  </a:lnTo>
                  <a:lnTo>
                    <a:pt x="124703" y="5049"/>
                  </a:lnTo>
                  <a:lnTo>
                    <a:pt x="126487" y="6209"/>
                  </a:lnTo>
                  <a:lnTo>
                    <a:pt x="127700" y="7304"/>
                  </a:lnTo>
                  <a:lnTo>
                    <a:pt x="128464" y="8150"/>
                  </a:lnTo>
                  <a:lnTo>
                    <a:pt x="128497" y="8480"/>
                  </a:lnTo>
                  <a:lnTo>
                    <a:pt x="128323" y="8818"/>
                  </a:lnTo>
                  <a:lnTo>
                    <a:pt x="128503" y="9260"/>
                  </a:lnTo>
                  <a:lnTo>
                    <a:pt x="129037" y="9804"/>
                  </a:lnTo>
                  <a:lnTo>
                    <a:pt x="129334" y="10291"/>
                  </a:lnTo>
                  <a:lnTo>
                    <a:pt x="129577" y="11328"/>
                  </a:lnTo>
                  <a:lnTo>
                    <a:pt x="130056" y="12679"/>
                  </a:lnTo>
                  <a:lnTo>
                    <a:pt x="130177" y="13356"/>
                  </a:lnTo>
                  <a:lnTo>
                    <a:pt x="133543" y="19424"/>
                  </a:lnTo>
                  <a:lnTo>
                    <a:pt x="134186" y="20496"/>
                  </a:lnTo>
                  <a:lnTo>
                    <a:pt x="134596" y="20992"/>
                  </a:lnTo>
                  <a:lnTo>
                    <a:pt x="136949" y="23340"/>
                  </a:lnTo>
                  <a:lnTo>
                    <a:pt x="138201" y="25046"/>
                  </a:lnTo>
                  <a:lnTo>
                    <a:pt x="138322" y="26187"/>
                  </a:lnTo>
                  <a:lnTo>
                    <a:pt x="138490" y="26514"/>
                  </a:lnTo>
                  <a:lnTo>
                    <a:pt x="138545" y="27040"/>
                  </a:lnTo>
                  <a:lnTo>
                    <a:pt x="138486" y="27764"/>
                  </a:lnTo>
                  <a:lnTo>
                    <a:pt x="138211" y="28385"/>
                  </a:lnTo>
                  <a:lnTo>
                    <a:pt x="137720" y="28905"/>
                  </a:lnTo>
                  <a:lnTo>
                    <a:pt x="137244" y="29635"/>
                  </a:lnTo>
                  <a:lnTo>
                    <a:pt x="136525" y="31246"/>
                  </a:lnTo>
                  <a:lnTo>
                    <a:pt x="136464" y="31642"/>
                  </a:lnTo>
                  <a:lnTo>
                    <a:pt x="136982" y="32197"/>
                  </a:lnTo>
                  <a:lnTo>
                    <a:pt x="140274" y="34108"/>
                  </a:lnTo>
                  <a:lnTo>
                    <a:pt x="142293" y="36404"/>
                  </a:lnTo>
                  <a:lnTo>
                    <a:pt x="143239" y="36806"/>
                  </a:lnTo>
                  <a:lnTo>
                    <a:pt x="145783" y="38242"/>
                  </a:lnTo>
                  <a:lnTo>
                    <a:pt x="148525" y="39056"/>
                  </a:lnTo>
                  <a:lnTo>
                    <a:pt x="149448" y="39407"/>
                  </a:lnTo>
                  <a:lnTo>
                    <a:pt x="150320" y="39924"/>
                  </a:lnTo>
                  <a:lnTo>
                    <a:pt x="150583" y="39944"/>
                  </a:lnTo>
                  <a:lnTo>
                    <a:pt x="151113" y="39846"/>
                  </a:lnTo>
                  <a:lnTo>
                    <a:pt x="151264" y="39705"/>
                  </a:lnTo>
                  <a:lnTo>
                    <a:pt x="151302" y="39496"/>
                  </a:lnTo>
                  <a:lnTo>
                    <a:pt x="150530" y="38406"/>
                  </a:lnTo>
                  <a:lnTo>
                    <a:pt x="150475" y="37979"/>
                  </a:lnTo>
                  <a:lnTo>
                    <a:pt x="150844" y="37904"/>
                  </a:lnTo>
                  <a:lnTo>
                    <a:pt x="153674" y="39762"/>
                  </a:lnTo>
                  <a:lnTo>
                    <a:pt x="155200" y="40502"/>
                  </a:lnTo>
                  <a:lnTo>
                    <a:pt x="157285" y="41277"/>
                  </a:lnTo>
                  <a:lnTo>
                    <a:pt x="160870" y="43065"/>
                  </a:lnTo>
                  <a:lnTo>
                    <a:pt x="161368" y="43211"/>
                  </a:lnTo>
                  <a:lnTo>
                    <a:pt x="163307" y="43047"/>
                  </a:lnTo>
                  <a:lnTo>
                    <a:pt x="163836" y="43160"/>
                  </a:lnTo>
                  <a:lnTo>
                    <a:pt x="164169" y="43337"/>
                  </a:lnTo>
                  <a:lnTo>
                    <a:pt x="164305" y="43577"/>
                  </a:lnTo>
                  <a:lnTo>
                    <a:pt x="164384" y="44636"/>
                  </a:lnTo>
                  <a:lnTo>
                    <a:pt x="164914" y="45158"/>
                  </a:lnTo>
                  <a:lnTo>
                    <a:pt x="167972" y="44935"/>
                  </a:lnTo>
                  <a:lnTo>
                    <a:pt x="168830" y="44982"/>
                  </a:lnTo>
                  <a:lnTo>
                    <a:pt x="169376" y="45148"/>
                  </a:lnTo>
                  <a:lnTo>
                    <a:pt x="169831" y="45496"/>
                  </a:lnTo>
                  <a:lnTo>
                    <a:pt x="170487" y="46630"/>
                  </a:lnTo>
                  <a:lnTo>
                    <a:pt x="171095" y="48865"/>
                  </a:lnTo>
                  <a:lnTo>
                    <a:pt x="171127" y="49667"/>
                  </a:lnTo>
                  <a:lnTo>
                    <a:pt x="170849" y="51011"/>
                  </a:lnTo>
                  <a:lnTo>
                    <a:pt x="170402" y="51506"/>
                  </a:lnTo>
                  <a:lnTo>
                    <a:pt x="169821" y="51662"/>
                  </a:lnTo>
                  <a:lnTo>
                    <a:pt x="168189" y="51509"/>
                  </a:lnTo>
                  <a:lnTo>
                    <a:pt x="167044" y="51082"/>
                  </a:lnTo>
                  <a:lnTo>
                    <a:pt x="166450" y="50538"/>
                  </a:lnTo>
                  <a:lnTo>
                    <a:pt x="165914" y="49358"/>
                  </a:lnTo>
                  <a:lnTo>
                    <a:pt x="165657" y="49130"/>
                  </a:lnTo>
                  <a:lnTo>
                    <a:pt x="165425" y="49368"/>
                  </a:lnTo>
                  <a:lnTo>
                    <a:pt x="164889" y="50449"/>
                  </a:lnTo>
                  <a:lnTo>
                    <a:pt x="164535" y="50928"/>
                  </a:lnTo>
                  <a:lnTo>
                    <a:pt x="164108" y="51246"/>
                  </a:lnTo>
                  <a:lnTo>
                    <a:pt x="163295" y="51167"/>
                  </a:lnTo>
                  <a:lnTo>
                    <a:pt x="162096" y="50694"/>
                  </a:lnTo>
                  <a:lnTo>
                    <a:pt x="159847" y="49487"/>
                  </a:lnTo>
                  <a:lnTo>
                    <a:pt x="159051" y="49190"/>
                  </a:lnTo>
                  <a:lnTo>
                    <a:pt x="158557" y="49241"/>
                  </a:lnTo>
                  <a:lnTo>
                    <a:pt x="157481" y="49649"/>
                  </a:lnTo>
                  <a:lnTo>
                    <a:pt x="155821" y="50413"/>
                  </a:lnTo>
                  <a:lnTo>
                    <a:pt x="155136" y="50975"/>
                  </a:lnTo>
                  <a:lnTo>
                    <a:pt x="155426" y="51334"/>
                  </a:lnTo>
                  <a:lnTo>
                    <a:pt x="155619" y="51786"/>
                  </a:lnTo>
                  <a:lnTo>
                    <a:pt x="155714" y="52330"/>
                  </a:lnTo>
                  <a:lnTo>
                    <a:pt x="155657" y="52730"/>
                  </a:lnTo>
                  <a:lnTo>
                    <a:pt x="155446" y="52988"/>
                  </a:lnTo>
                  <a:lnTo>
                    <a:pt x="154898" y="53296"/>
                  </a:lnTo>
                  <a:lnTo>
                    <a:pt x="153739" y="53349"/>
                  </a:lnTo>
                  <a:lnTo>
                    <a:pt x="152072" y="53113"/>
                  </a:lnTo>
                  <a:lnTo>
                    <a:pt x="150753" y="52694"/>
                  </a:lnTo>
                  <a:lnTo>
                    <a:pt x="148445" y="51584"/>
                  </a:lnTo>
                  <a:lnTo>
                    <a:pt x="147914" y="51430"/>
                  </a:lnTo>
                  <a:lnTo>
                    <a:pt x="147200" y="51676"/>
                  </a:lnTo>
                  <a:lnTo>
                    <a:pt x="146915" y="52000"/>
                  </a:lnTo>
                  <a:lnTo>
                    <a:pt x="147358" y="52461"/>
                  </a:lnTo>
                  <a:lnTo>
                    <a:pt x="148531" y="53060"/>
                  </a:lnTo>
                  <a:lnTo>
                    <a:pt x="149966" y="54053"/>
                  </a:lnTo>
                  <a:lnTo>
                    <a:pt x="150350" y="54247"/>
                  </a:lnTo>
                  <a:lnTo>
                    <a:pt x="150720" y="54225"/>
                  </a:lnTo>
                  <a:lnTo>
                    <a:pt x="150850" y="54408"/>
                  </a:lnTo>
                  <a:lnTo>
                    <a:pt x="151012" y="54942"/>
                  </a:lnTo>
                  <a:lnTo>
                    <a:pt x="150937" y="55862"/>
                  </a:lnTo>
                  <a:lnTo>
                    <a:pt x="150247" y="57697"/>
                  </a:lnTo>
                  <a:lnTo>
                    <a:pt x="150176" y="58135"/>
                  </a:lnTo>
                  <a:lnTo>
                    <a:pt x="150459" y="58032"/>
                  </a:lnTo>
                  <a:lnTo>
                    <a:pt x="152410" y="56228"/>
                  </a:lnTo>
                  <a:lnTo>
                    <a:pt x="153419" y="55722"/>
                  </a:lnTo>
                  <a:lnTo>
                    <a:pt x="155604" y="54929"/>
                  </a:lnTo>
                  <a:lnTo>
                    <a:pt x="156547" y="54345"/>
                  </a:lnTo>
                  <a:lnTo>
                    <a:pt x="159342" y="54187"/>
                  </a:lnTo>
                  <a:lnTo>
                    <a:pt x="160339" y="54505"/>
                  </a:lnTo>
                  <a:lnTo>
                    <a:pt x="160980" y="55060"/>
                  </a:lnTo>
                  <a:lnTo>
                    <a:pt x="161005" y="55312"/>
                  </a:lnTo>
                  <a:lnTo>
                    <a:pt x="160274" y="55961"/>
                  </a:lnTo>
                  <a:lnTo>
                    <a:pt x="160141" y="56287"/>
                  </a:lnTo>
                  <a:lnTo>
                    <a:pt x="160103" y="56698"/>
                  </a:lnTo>
                  <a:lnTo>
                    <a:pt x="160168" y="57067"/>
                  </a:lnTo>
                  <a:lnTo>
                    <a:pt x="160338" y="57395"/>
                  </a:lnTo>
                  <a:lnTo>
                    <a:pt x="160841" y="57697"/>
                  </a:lnTo>
                  <a:lnTo>
                    <a:pt x="161728" y="57565"/>
                  </a:lnTo>
                  <a:lnTo>
                    <a:pt x="161977" y="57642"/>
                  </a:lnTo>
                  <a:lnTo>
                    <a:pt x="162453" y="57961"/>
                  </a:lnTo>
                  <a:lnTo>
                    <a:pt x="162768" y="58455"/>
                  </a:lnTo>
                  <a:lnTo>
                    <a:pt x="162782" y="59144"/>
                  </a:lnTo>
                  <a:lnTo>
                    <a:pt x="162126" y="60654"/>
                  </a:lnTo>
                  <a:lnTo>
                    <a:pt x="160958" y="61149"/>
                  </a:lnTo>
                  <a:lnTo>
                    <a:pt x="157380" y="62065"/>
                  </a:lnTo>
                  <a:lnTo>
                    <a:pt x="156153" y="62538"/>
                  </a:lnTo>
                  <a:lnTo>
                    <a:pt x="153789" y="62872"/>
                  </a:lnTo>
                  <a:lnTo>
                    <a:pt x="152876" y="63315"/>
                  </a:lnTo>
                  <a:lnTo>
                    <a:pt x="152306" y="63449"/>
                  </a:lnTo>
                  <a:lnTo>
                    <a:pt x="149778" y="63378"/>
                  </a:lnTo>
                  <a:lnTo>
                    <a:pt x="146884" y="63659"/>
                  </a:lnTo>
                  <a:lnTo>
                    <a:pt x="143552" y="63109"/>
                  </a:lnTo>
                  <a:lnTo>
                    <a:pt x="141215" y="62864"/>
                  </a:lnTo>
                  <a:lnTo>
                    <a:pt x="138516" y="61991"/>
                  </a:lnTo>
                  <a:lnTo>
                    <a:pt x="137499" y="62211"/>
                  </a:lnTo>
                  <a:lnTo>
                    <a:pt x="136446" y="62773"/>
                  </a:lnTo>
                  <a:lnTo>
                    <a:pt x="131390" y="62099"/>
                  </a:lnTo>
                  <a:lnTo>
                    <a:pt x="130790" y="61611"/>
                  </a:lnTo>
                  <a:lnTo>
                    <a:pt x="130988" y="61294"/>
                  </a:lnTo>
                  <a:lnTo>
                    <a:pt x="132187" y="60257"/>
                  </a:lnTo>
                  <a:lnTo>
                    <a:pt x="132263" y="60039"/>
                  </a:lnTo>
                  <a:lnTo>
                    <a:pt x="132206" y="59855"/>
                  </a:lnTo>
                  <a:lnTo>
                    <a:pt x="129910" y="59678"/>
                  </a:lnTo>
                  <a:lnTo>
                    <a:pt x="127349" y="59126"/>
                  </a:lnTo>
                  <a:lnTo>
                    <a:pt x="124776" y="58852"/>
                  </a:lnTo>
                  <a:lnTo>
                    <a:pt x="122851" y="58930"/>
                  </a:lnTo>
                  <a:lnTo>
                    <a:pt x="121598" y="58729"/>
                  </a:lnTo>
                  <a:lnTo>
                    <a:pt x="120375" y="58275"/>
                  </a:lnTo>
                  <a:lnTo>
                    <a:pt x="119703" y="57859"/>
                  </a:lnTo>
                  <a:lnTo>
                    <a:pt x="119582" y="57485"/>
                  </a:lnTo>
                  <a:lnTo>
                    <a:pt x="119566" y="57075"/>
                  </a:lnTo>
                  <a:lnTo>
                    <a:pt x="119674" y="56251"/>
                  </a:lnTo>
                  <a:lnTo>
                    <a:pt x="119512" y="55674"/>
                  </a:lnTo>
                  <a:lnTo>
                    <a:pt x="118958" y="55218"/>
                  </a:lnTo>
                  <a:lnTo>
                    <a:pt x="117824" y="54809"/>
                  </a:lnTo>
                  <a:lnTo>
                    <a:pt x="116695" y="54857"/>
                  </a:lnTo>
                  <a:lnTo>
                    <a:pt x="115741" y="55310"/>
                  </a:lnTo>
                  <a:lnTo>
                    <a:pt x="114834" y="56145"/>
                  </a:lnTo>
                  <a:lnTo>
                    <a:pt x="113154" y="58468"/>
                  </a:lnTo>
                  <a:lnTo>
                    <a:pt x="112311" y="58865"/>
                  </a:lnTo>
                  <a:lnTo>
                    <a:pt x="110127" y="60547"/>
                  </a:lnTo>
                  <a:lnTo>
                    <a:pt x="109308" y="60959"/>
                  </a:lnTo>
                  <a:lnTo>
                    <a:pt x="105302" y="61626"/>
                  </a:lnTo>
                  <a:lnTo>
                    <a:pt x="100556" y="61899"/>
                  </a:lnTo>
                  <a:lnTo>
                    <a:pt x="98782" y="62420"/>
                  </a:lnTo>
                  <a:lnTo>
                    <a:pt x="97099" y="63396"/>
                  </a:lnTo>
                  <a:lnTo>
                    <a:pt x="95060" y="64339"/>
                  </a:lnTo>
                  <a:lnTo>
                    <a:pt x="90082" y="65498"/>
                  </a:lnTo>
                  <a:lnTo>
                    <a:pt x="85480" y="66146"/>
                  </a:lnTo>
                  <a:lnTo>
                    <a:pt x="80663" y="66428"/>
                  </a:lnTo>
                  <a:lnTo>
                    <a:pt x="77064" y="66869"/>
                  </a:lnTo>
                  <a:lnTo>
                    <a:pt x="76031" y="66649"/>
                  </a:lnTo>
                  <a:lnTo>
                    <a:pt x="74420" y="66731"/>
                  </a:lnTo>
                  <a:lnTo>
                    <a:pt x="72685" y="67376"/>
                  </a:lnTo>
                  <a:lnTo>
                    <a:pt x="70725" y="67502"/>
                  </a:lnTo>
                  <a:lnTo>
                    <a:pt x="63281" y="67737"/>
                  </a:lnTo>
                  <a:lnTo>
                    <a:pt x="59863" y="68168"/>
                  </a:lnTo>
                  <a:lnTo>
                    <a:pt x="57989" y="68282"/>
                  </a:lnTo>
                  <a:lnTo>
                    <a:pt x="56520" y="68223"/>
                  </a:lnTo>
                  <a:lnTo>
                    <a:pt x="55497" y="68044"/>
                  </a:lnTo>
                  <a:lnTo>
                    <a:pt x="54516" y="67469"/>
                  </a:lnTo>
                  <a:lnTo>
                    <a:pt x="53507" y="66585"/>
                  </a:lnTo>
                  <a:lnTo>
                    <a:pt x="51456" y="64231"/>
                  </a:lnTo>
                  <a:lnTo>
                    <a:pt x="50869" y="63242"/>
                  </a:lnTo>
                  <a:lnTo>
                    <a:pt x="51099" y="61549"/>
                  </a:lnTo>
                  <a:lnTo>
                    <a:pt x="50948" y="60568"/>
                  </a:lnTo>
                  <a:lnTo>
                    <a:pt x="50266" y="58451"/>
                  </a:lnTo>
                  <a:lnTo>
                    <a:pt x="50138" y="58269"/>
                  </a:lnTo>
                  <a:lnTo>
                    <a:pt x="46550" y="57484"/>
                  </a:lnTo>
                  <a:lnTo>
                    <a:pt x="44189" y="57235"/>
                  </a:lnTo>
                  <a:lnTo>
                    <a:pt x="40631" y="57184"/>
                  </a:lnTo>
                  <a:lnTo>
                    <a:pt x="36279" y="57296"/>
                  </a:lnTo>
                  <a:lnTo>
                    <a:pt x="31936" y="57042"/>
                  </a:lnTo>
                  <a:lnTo>
                    <a:pt x="29640" y="56755"/>
                  </a:lnTo>
                  <a:lnTo>
                    <a:pt x="27362" y="56286"/>
                  </a:lnTo>
                  <a:lnTo>
                    <a:pt x="23465" y="55066"/>
                  </a:lnTo>
                  <a:lnTo>
                    <a:pt x="23244" y="54942"/>
                  </a:lnTo>
                  <a:lnTo>
                    <a:pt x="22941" y="54535"/>
                  </a:lnTo>
                  <a:lnTo>
                    <a:pt x="22557" y="53847"/>
                  </a:lnTo>
                  <a:lnTo>
                    <a:pt x="21587" y="52952"/>
                  </a:lnTo>
                  <a:lnTo>
                    <a:pt x="18930" y="50955"/>
                  </a:lnTo>
                  <a:lnTo>
                    <a:pt x="17878" y="49771"/>
                  </a:lnTo>
                  <a:lnTo>
                    <a:pt x="17708" y="49470"/>
                  </a:lnTo>
                  <a:lnTo>
                    <a:pt x="17456" y="48601"/>
                  </a:lnTo>
                  <a:lnTo>
                    <a:pt x="17121" y="47166"/>
                  </a:lnTo>
                  <a:lnTo>
                    <a:pt x="17013" y="46287"/>
                  </a:lnTo>
                  <a:lnTo>
                    <a:pt x="17322" y="45751"/>
                  </a:lnTo>
                  <a:lnTo>
                    <a:pt x="17581" y="45644"/>
                  </a:lnTo>
                  <a:lnTo>
                    <a:pt x="23083" y="44599"/>
                  </a:lnTo>
                  <a:lnTo>
                    <a:pt x="32778" y="43455"/>
                  </a:lnTo>
                  <a:lnTo>
                    <a:pt x="41640" y="42683"/>
                  </a:lnTo>
                  <a:lnTo>
                    <a:pt x="45665" y="42752"/>
                  </a:lnTo>
                  <a:lnTo>
                    <a:pt x="48033" y="43114"/>
                  </a:lnTo>
                  <a:lnTo>
                    <a:pt x="50409" y="43280"/>
                  </a:lnTo>
                  <a:lnTo>
                    <a:pt x="54711" y="43361"/>
                  </a:lnTo>
                  <a:lnTo>
                    <a:pt x="60131" y="43899"/>
                  </a:lnTo>
                  <a:lnTo>
                    <a:pt x="61220" y="43853"/>
                  </a:lnTo>
                  <a:lnTo>
                    <a:pt x="63650" y="43489"/>
                  </a:lnTo>
                  <a:lnTo>
                    <a:pt x="64372" y="43197"/>
                  </a:lnTo>
                  <a:lnTo>
                    <a:pt x="68212" y="43234"/>
                  </a:lnTo>
                  <a:lnTo>
                    <a:pt x="68958" y="43055"/>
                  </a:lnTo>
                  <a:lnTo>
                    <a:pt x="69642" y="42733"/>
                  </a:lnTo>
                  <a:lnTo>
                    <a:pt x="68760" y="42131"/>
                  </a:lnTo>
                  <a:lnTo>
                    <a:pt x="65086" y="40808"/>
                  </a:lnTo>
                  <a:lnTo>
                    <a:pt x="55329" y="38444"/>
                  </a:lnTo>
                  <a:lnTo>
                    <a:pt x="52949" y="37941"/>
                  </a:lnTo>
                  <a:lnTo>
                    <a:pt x="49541" y="37407"/>
                  </a:lnTo>
                  <a:lnTo>
                    <a:pt x="47565" y="37330"/>
                  </a:lnTo>
                  <a:lnTo>
                    <a:pt x="45048" y="37636"/>
                  </a:lnTo>
                  <a:lnTo>
                    <a:pt x="44109" y="37623"/>
                  </a:lnTo>
                  <a:lnTo>
                    <a:pt x="41638" y="38083"/>
                  </a:lnTo>
                  <a:lnTo>
                    <a:pt x="39291" y="38374"/>
                  </a:lnTo>
                  <a:lnTo>
                    <a:pt x="34839" y="38656"/>
                  </a:lnTo>
                  <a:lnTo>
                    <a:pt x="28409" y="38864"/>
                  </a:lnTo>
                  <a:lnTo>
                    <a:pt x="27508" y="38802"/>
                  </a:lnTo>
                  <a:lnTo>
                    <a:pt x="26186" y="38443"/>
                  </a:lnTo>
                  <a:lnTo>
                    <a:pt x="25226" y="38341"/>
                  </a:lnTo>
                  <a:lnTo>
                    <a:pt x="18933" y="38621"/>
                  </a:lnTo>
                  <a:lnTo>
                    <a:pt x="13308" y="38260"/>
                  </a:lnTo>
                  <a:lnTo>
                    <a:pt x="6903" y="34651"/>
                  </a:lnTo>
                  <a:lnTo>
                    <a:pt x="5839" y="33543"/>
                  </a:lnTo>
                  <a:lnTo>
                    <a:pt x="6066" y="33092"/>
                  </a:lnTo>
                  <a:lnTo>
                    <a:pt x="6855" y="32609"/>
                  </a:lnTo>
                  <a:lnTo>
                    <a:pt x="10027" y="31215"/>
                  </a:lnTo>
                  <a:lnTo>
                    <a:pt x="11160" y="30883"/>
                  </a:lnTo>
                  <a:lnTo>
                    <a:pt x="15892" y="30135"/>
                  </a:lnTo>
                  <a:lnTo>
                    <a:pt x="20610" y="29230"/>
                  </a:lnTo>
                  <a:lnTo>
                    <a:pt x="24335" y="28379"/>
                  </a:lnTo>
                  <a:lnTo>
                    <a:pt x="26164" y="28083"/>
                  </a:lnTo>
                  <a:lnTo>
                    <a:pt x="27925" y="28048"/>
                  </a:lnTo>
                  <a:lnTo>
                    <a:pt x="29348" y="27768"/>
                  </a:lnTo>
                  <a:lnTo>
                    <a:pt x="29058" y="27499"/>
                  </a:lnTo>
                  <a:lnTo>
                    <a:pt x="27894" y="27192"/>
                  </a:lnTo>
                  <a:lnTo>
                    <a:pt x="27907" y="26757"/>
                  </a:lnTo>
                  <a:lnTo>
                    <a:pt x="28509" y="26547"/>
                  </a:lnTo>
                  <a:lnTo>
                    <a:pt x="30842" y="26327"/>
                  </a:lnTo>
                  <a:lnTo>
                    <a:pt x="33319" y="26596"/>
                  </a:lnTo>
                  <a:lnTo>
                    <a:pt x="34557" y="26504"/>
                  </a:lnTo>
                  <a:lnTo>
                    <a:pt x="34913" y="26207"/>
                  </a:lnTo>
                  <a:lnTo>
                    <a:pt x="34585" y="25967"/>
                  </a:lnTo>
                  <a:lnTo>
                    <a:pt x="32233" y="25472"/>
                  </a:lnTo>
                  <a:lnTo>
                    <a:pt x="20941" y="26898"/>
                  </a:lnTo>
                  <a:lnTo>
                    <a:pt x="15673" y="27031"/>
                  </a:lnTo>
                  <a:lnTo>
                    <a:pt x="12019" y="27644"/>
                  </a:lnTo>
                  <a:lnTo>
                    <a:pt x="10010" y="27624"/>
                  </a:lnTo>
                  <a:lnTo>
                    <a:pt x="7621" y="27013"/>
                  </a:lnTo>
                  <a:lnTo>
                    <a:pt x="7302" y="26829"/>
                  </a:lnTo>
                  <a:lnTo>
                    <a:pt x="7259" y="26578"/>
                  </a:lnTo>
                  <a:lnTo>
                    <a:pt x="7998" y="25760"/>
                  </a:lnTo>
                  <a:lnTo>
                    <a:pt x="10551" y="25270"/>
                  </a:lnTo>
                  <a:lnTo>
                    <a:pt x="11839" y="23897"/>
                  </a:lnTo>
                  <a:lnTo>
                    <a:pt x="10465" y="23873"/>
                  </a:lnTo>
                  <a:lnTo>
                    <a:pt x="5886" y="24167"/>
                  </a:lnTo>
                  <a:lnTo>
                    <a:pt x="3885" y="24041"/>
                  </a:lnTo>
                  <a:lnTo>
                    <a:pt x="1185" y="23514"/>
                  </a:lnTo>
                  <a:lnTo>
                    <a:pt x="394" y="22887"/>
                  </a:lnTo>
                  <a:lnTo>
                    <a:pt x="57" y="22433"/>
                  </a:lnTo>
                  <a:lnTo>
                    <a:pt x="0" y="21893"/>
                  </a:lnTo>
                  <a:lnTo>
                    <a:pt x="90" y="20357"/>
                  </a:lnTo>
                  <a:lnTo>
                    <a:pt x="320" y="19533"/>
                  </a:lnTo>
                  <a:lnTo>
                    <a:pt x="464" y="19347"/>
                  </a:lnTo>
                  <a:lnTo>
                    <a:pt x="3821" y="16809"/>
                  </a:lnTo>
                  <a:lnTo>
                    <a:pt x="5913" y="16279"/>
                  </a:lnTo>
                  <a:lnTo>
                    <a:pt x="7382" y="15478"/>
                  </a:lnTo>
                  <a:lnTo>
                    <a:pt x="7438" y="15143"/>
                  </a:lnTo>
                  <a:lnTo>
                    <a:pt x="7075" y="14807"/>
                  </a:lnTo>
                  <a:lnTo>
                    <a:pt x="5707" y="13991"/>
                  </a:lnTo>
                  <a:lnTo>
                    <a:pt x="5157" y="13577"/>
                  </a:lnTo>
                  <a:lnTo>
                    <a:pt x="4848" y="13180"/>
                  </a:lnTo>
                  <a:lnTo>
                    <a:pt x="5081" y="12555"/>
                  </a:lnTo>
                  <a:lnTo>
                    <a:pt x="5858" y="11699"/>
                  </a:lnTo>
                  <a:lnTo>
                    <a:pt x="8142" y="10319"/>
                  </a:lnTo>
                  <a:lnTo>
                    <a:pt x="13642" y="7553"/>
                  </a:lnTo>
                  <a:lnTo>
                    <a:pt x="16436" y="6391"/>
                  </a:lnTo>
                  <a:lnTo>
                    <a:pt x="19130" y="5765"/>
                  </a:lnTo>
                  <a:lnTo>
                    <a:pt x="22899" y="4431"/>
                  </a:lnTo>
                  <a:lnTo>
                    <a:pt x="32559" y="2220"/>
                  </a:lnTo>
                  <a:lnTo>
                    <a:pt x="41206" y="0"/>
                  </a:lnTo>
                  <a:lnTo>
                    <a:pt x="44388" y="585"/>
                  </a:lnTo>
                  <a:lnTo>
                    <a:pt x="45292" y="1044"/>
                  </a:lnTo>
                  <a:lnTo>
                    <a:pt x="45693" y="1434"/>
                  </a:lnTo>
                  <a:lnTo>
                    <a:pt x="46042" y="1979"/>
                  </a:lnTo>
                  <a:lnTo>
                    <a:pt x="46341" y="2683"/>
                  </a:lnTo>
                  <a:lnTo>
                    <a:pt x="46755" y="4207"/>
                  </a:lnTo>
                  <a:lnTo>
                    <a:pt x="46808" y="4994"/>
                  </a:lnTo>
                  <a:lnTo>
                    <a:pt x="46736" y="5782"/>
                  </a:lnTo>
                  <a:lnTo>
                    <a:pt x="46537" y="6497"/>
                  </a:lnTo>
                  <a:lnTo>
                    <a:pt x="46212" y="7136"/>
                  </a:lnTo>
                  <a:lnTo>
                    <a:pt x="45563" y="7916"/>
                  </a:lnTo>
                  <a:lnTo>
                    <a:pt x="44592" y="8837"/>
                  </a:lnTo>
                  <a:lnTo>
                    <a:pt x="42534" y="1041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10737" y="1389658"/>
              <a:ext cx="22680" cy="11886"/>
            </a:xfrm>
            <a:custGeom>
              <a:avLst/>
              <a:pathLst>
                <a:path w="22680" h="11886">
                  <a:moveTo>
                    <a:pt x="15711" y="11816"/>
                  </a:moveTo>
                  <a:lnTo>
                    <a:pt x="15234" y="11886"/>
                  </a:lnTo>
                  <a:lnTo>
                    <a:pt x="14338" y="11564"/>
                  </a:lnTo>
                  <a:lnTo>
                    <a:pt x="13024" y="10849"/>
                  </a:lnTo>
                  <a:lnTo>
                    <a:pt x="10875" y="9398"/>
                  </a:lnTo>
                  <a:lnTo>
                    <a:pt x="8312" y="7960"/>
                  </a:lnTo>
                  <a:lnTo>
                    <a:pt x="7918" y="7099"/>
                  </a:lnTo>
                  <a:lnTo>
                    <a:pt x="7281" y="6458"/>
                  </a:lnTo>
                  <a:lnTo>
                    <a:pt x="4010" y="4934"/>
                  </a:lnTo>
                  <a:lnTo>
                    <a:pt x="1885" y="4315"/>
                  </a:lnTo>
                  <a:lnTo>
                    <a:pt x="265" y="4007"/>
                  </a:lnTo>
                  <a:lnTo>
                    <a:pt x="0" y="3581"/>
                  </a:lnTo>
                  <a:lnTo>
                    <a:pt x="1122" y="2344"/>
                  </a:lnTo>
                  <a:lnTo>
                    <a:pt x="2410" y="1355"/>
                  </a:lnTo>
                  <a:lnTo>
                    <a:pt x="3175" y="997"/>
                  </a:lnTo>
                  <a:lnTo>
                    <a:pt x="5558" y="677"/>
                  </a:lnTo>
                  <a:lnTo>
                    <a:pt x="13598" y="19"/>
                  </a:lnTo>
                  <a:lnTo>
                    <a:pt x="15437" y="0"/>
                  </a:lnTo>
                  <a:lnTo>
                    <a:pt x="17362" y="316"/>
                  </a:lnTo>
                  <a:lnTo>
                    <a:pt x="20009" y="1671"/>
                  </a:lnTo>
                  <a:lnTo>
                    <a:pt x="21110" y="1825"/>
                  </a:lnTo>
                  <a:lnTo>
                    <a:pt x="21768" y="2130"/>
                  </a:lnTo>
                  <a:lnTo>
                    <a:pt x="22347" y="2636"/>
                  </a:lnTo>
                  <a:lnTo>
                    <a:pt x="22654" y="3152"/>
                  </a:lnTo>
                  <a:lnTo>
                    <a:pt x="22680" y="4206"/>
                  </a:lnTo>
                  <a:lnTo>
                    <a:pt x="22391" y="5763"/>
                  </a:lnTo>
                  <a:lnTo>
                    <a:pt x="22024" y="6360"/>
                  </a:lnTo>
                  <a:lnTo>
                    <a:pt x="20422" y="8361"/>
                  </a:lnTo>
                  <a:lnTo>
                    <a:pt x="18741" y="9463"/>
                  </a:lnTo>
                  <a:lnTo>
                    <a:pt x="18420" y="10176"/>
                  </a:lnTo>
                  <a:lnTo>
                    <a:pt x="17739" y="10741"/>
                  </a:lnTo>
                  <a:lnTo>
                    <a:pt x="16547" y="1143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257559" y="1389655"/>
              <a:ext cx="45135" cy="14106"/>
            </a:xfrm>
            <a:custGeom>
              <a:avLst/>
              <a:pathLst>
                <a:path w="45135" h="14106">
                  <a:moveTo>
                    <a:pt x="12520" y="1573"/>
                  </a:moveTo>
                  <a:lnTo>
                    <a:pt x="14133" y="1757"/>
                  </a:lnTo>
                  <a:lnTo>
                    <a:pt x="24354" y="1415"/>
                  </a:lnTo>
                  <a:lnTo>
                    <a:pt x="26469" y="1669"/>
                  </a:lnTo>
                  <a:lnTo>
                    <a:pt x="32910" y="3217"/>
                  </a:lnTo>
                  <a:lnTo>
                    <a:pt x="34571" y="3734"/>
                  </a:lnTo>
                  <a:lnTo>
                    <a:pt x="35392" y="4419"/>
                  </a:lnTo>
                  <a:lnTo>
                    <a:pt x="36133" y="5499"/>
                  </a:lnTo>
                  <a:lnTo>
                    <a:pt x="36475" y="5736"/>
                  </a:lnTo>
                  <a:lnTo>
                    <a:pt x="38808" y="6378"/>
                  </a:lnTo>
                  <a:lnTo>
                    <a:pt x="39768" y="7157"/>
                  </a:lnTo>
                  <a:lnTo>
                    <a:pt x="40105" y="7559"/>
                  </a:lnTo>
                  <a:lnTo>
                    <a:pt x="40596" y="8481"/>
                  </a:lnTo>
                  <a:lnTo>
                    <a:pt x="41649" y="9003"/>
                  </a:lnTo>
                  <a:lnTo>
                    <a:pt x="42853" y="9301"/>
                  </a:lnTo>
                  <a:lnTo>
                    <a:pt x="43247" y="9572"/>
                  </a:lnTo>
                  <a:lnTo>
                    <a:pt x="43057" y="10731"/>
                  </a:lnTo>
                  <a:lnTo>
                    <a:pt x="43571" y="11271"/>
                  </a:lnTo>
                  <a:lnTo>
                    <a:pt x="44708" y="11924"/>
                  </a:lnTo>
                  <a:lnTo>
                    <a:pt x="45135" y="12359"/>
                  </a:lnTo>
                  <a:lnTo>
                    <a:pt x="44251" y="12891"/>
                  </a:lnTo>
                  <a:lnTo>
                    <a:pt x="42197" y="13204"/>
                  </a:lnTo>
                  <a:lnTo>
                    <a:pt x="36397" y="12878"/>
                  </a:lnTo>
                  <a:lnTo>
                    <a:pt x="28617" y="12141"/>
                  </a:lnTo>
                  <a:lnTo>
                    <a:pt x="24092" y="12350"/>
                  </a:lnTo>
                  <a:lnTo>
                    <a:pt x="21823" y="12687"/>
                  </a:lnTo>
                  <a:lnTo>
                    <a:pt x="16334" y="13887"/>
                  </a:lnTo>
                  <a:lnTo>
                    <a:pt x="14583" y="14082"/>
                  </a:lnTo>
                  <a:lnTo>
                    <a:pt x="12868" y="14106"/>
                  </a:lnTo>
                  <a:lnTo>
                    <a:pt x="9839" y="13125"/>
                  </a:lnTo>
                  <a:lnTo>
                    <a:pt x="8740" y="12604"/>
                  </a:lnTo>
                  <a:lnTo>
                    <a:pt x="8377" y="12202"/>
                  </a:lnTo>
                  <a:lnTo>
                    <a:pt x="7655" y="11023"/>
                  </a:lnTo>
                  <a:lnTo>
                    <a:pt x="7060" y="9611"/>
                  </a:lnTo>
                  <a:lnTo>
                    <a:pt x="6757" y="8452"/>
                  </a:lnTo>
                  <a:lnTo>
                    <a:pt x="6409" y="7569"/>
                  </a:lnTo>
                  <a:lnTo>
                    <a:pt x="5373" y="7277"/>
                  </a:lnTo>
                  <a:lnTo>
                    <a:pt x="2297" y="6925"/>
                  </a:lnTo>
                  <a:lnTo>
                    <a:pt x="1266" y="6441"/>
                  </a:lnTo>
                  <a:lnTo>
                    <a:pt x="797" y="6041"/>
                  </a:lnTo>
                  <a:lnTo>
                    <a:pt x="346" y="5393"/>
                  </a:lnTo>
                  <a:lnTo>
                    <a:pt x="357" y="4719"/>
                  </a:lnTo>
                  <a:lnTo>
                    <a:pt x="593" y="4125"/>
                  </a:lnTo>
                  <a:lnTo>
                    <a:pt x="792" y="3980"/>
                  </a:lnTo>
                  <a:lnTo>
                    <a:pt x="1181" y="3964"/>
                  </a:lnTo>
                  <a:lnTo>
                    <a:pt x="319" y="3245"/>
                  </a:lnTo>
                  <a:lnTo>
                    <a:pt x="21" y="2453"/>
                  </a:lnTo>
                  <a:lnTo>
                    <a:pt x="0" y="1349"/>
                  </a:lnTo>
                  <a:lnTo>
                    <a:pt x="112" y="642"/>
                  </a:lnTo>
                  <a:lnTo>
                    <a:pt x="358" y="333"/>
                  </a:lnTo>
                  <a:lnTo>
                    <a:pt x="927" y="133"/>
                  </a:lnTo>
                  <a:lnTo>
                    <a:pt x="2264" y="0"/>
                  </a:lnTo>
                  <a:lnTo>
                    <a:pt x="4242" y="26"/>
                  </a:lnTo>
                  <a:lnTo>
                    <a:pt x="7005" y="840"/>
                  </a:lnTo>
                  <a:lnTo>
                    <a:pt x="9190" y="91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170856" y="1388435"/>
              <a:ext cx="271766" cy="167186"/>
            </a:xfrm>
            <a:custGeom>
              <a:avLst/>
              <a:pathLst>
                <a:path w="271766" h="167186">
                  <a:moveTo>
                    <a:pt x="32505" y="39667"/>
                  </a:moveTo>
                  <a:lnTo>
                    <a:pt x="32881" y="39974"/>
                  </a:lnTo>
                  <a:lnTo>
                    <a:pt x="35041" y="39583"/>
                  </a:lnTo>
                  <a:lnTo>
                    <a:pt x="36878" y="39135"/>
                  </a:lnTo>
                  <a:lnTo>
                    <a:pt x="39741" y="38064"/>
                  </a:lnTo>
                  <a:lnTo>
                    <a:pt x="41451" y="37692"/>
                  </a:lnTo>
                  <a:lnTo>
                    <a:pt x="46644" y="37698"/>
                  </a:lnTo>
                  <a:lnTo>
                    <a:pt x="47527" y="37901"/>
                  </a:lnTo>
                  <a:lnTo>
                    <a:pt x="47137" y="38540"/>
                  </a:lnTo>
                  <a:lnTo>
                    <a:pt x="46920" y="38721"/>
                  </a:lnTo>
                  <a:lnTo>
                    <a:pt x="47091" y="38999"/>
                  </a:lnTo>
                  <a:lnTo>
                    <a:pt x="47651" y="39375"/>
                  </a:lnTo>
                  <a:lnTo>
                    <a:pt x="48769" y="39793"/>
                  </a:lnTo>
                  <a:lnTo>
                    <a:pt x="49210" y="39419"/>
                  </a:lnTo>
                  <a:lnTo>
                    <a:pt x="49532" y="38517"/>
                  </a:lnTo>
                  <a:lnTo>
                    <a:pt x="50299" y="34815"/>
                  </a:lnTo>
                  <a:lnTo>
                    <a:pt x="50623" y="33698"/>
                  </a:lnTo>
                  <a:lnTo>
                    <a:pt x="50776" y="32640"/>
                  </a:lnTo>
                  <a:lnTo>
                    <a:pt x="50759" y="31642"/>
                  </a:lnTo>
                  <a:lnTo>
                    <a:pt x="50386" y="31010"/>
                  </a:lnTo>
                  <a:lnTo>
                    <a:pt x="49054" y="30631"/>
                  </a:lnTo>
                  <a:lnTo>
                    <a:pt x="47237" y="30695"/>
                  </a:lnTo>
                  <a:lnTo>
                    <a:pt x="46303" y="30595"/>
                  </a:lnTo>
                  <a:lnTo>
                    <a:pt x="45172" y="30399"/>
                  </a:lnTo>
                  <a:lnTo>
                    <a:pt x="44334" y="30092"/>
                  </a:lnTo>
                  <a:lnTo>
                    <a:pt x="43789" y="29677"/>
                  </a:lnTo>
                  <a:lnTo>
                    <a:pt x="42702" y="28429"/>
                  </a:lnTo>
                  <a:lnTo>
                    <a:pt x="41901" y="27733"/>
                  </a:lnTo>
                  <a:lnTo>
                    <a:pt x="39847" y="26477"/>
                  </a:lnTo>
                  <a:lnTo>
                    <a:pt x="38917" y="26058"/>
                  </a:lnTo>
                  <a:lnTo>
                    <a:pt x="39386" y="25563"/>
                  </a:lnTo>
                  <a:lnTo>
                    <a:pt x="41252" y="24994"/>
                  </a:lnTo>
                  <a:lnTo>
                    <a:pt x="42378" y="24453"/>
                  </a:lnTo>
                  <a:lnTo>
                    <a:pt x="43702" y="22873"/>
                  </a:lnTo>
                  <a:lnTo>
                    <a:pt x="44497" y="22618"/>
                  </a:lnTo>
                  <a:lnTo>
                    <a:pt x="47364" y="22827"/>
                  </a:lnTo>
                  <a:lnTo>
                    <a:pt x="51246" y="24064"/>
                  </a:lnTo>
                  <a:lnTo>
                    <a:pt x="53676" y="25136"/>
                  </a:lnTo>
                  <a:lnTo>
                    <a:pt x="54318" y="25249"/>
                  </a:lnTo>
                  <a:lnTo>
                    <a:pt x="54332" y="25055"/>
                  </a:lnTo>
                  <a:lnTo>
                    <a:pt x="53715" y="24553"/>
                  </a:lnTo>
                  <a:lnTo>
                    <a:pt x="50920" y="23226"/>
                  </a:lnTo>
                  <a:lnTo>
                    <a:pt x="49647" y="22260"/>
                  </a:lnTo>
                  <a:lnTo>
                    <a:pt x="49037" y="21572"/>
                  </a:lnTo>
                  <a:lnTo>
                    <a:pt x="49330" y="21274"/>
                  </a:lnTo>
                  <a:lnTo>
                    <a:pt x="50904" y="20968"/>
                  </a:lnTo>
                  <a:lnTo>
                    <a:pt x="51108" y="20618"/>
                  </a:lnTo>
                  <a:lnTo>
                    <a:pt x="48967" y="20204"/>
                  </a:lnTo>
                  <a:lnTo>
                    <a:pt x="47881" y="20212"/>
                  </a:lnTo>
                  <a:lnTo>
                    <a:pt x="47004" y="20509"/>
                  </a:lnTo>
                  <a:lnTo>
                    <a:pt x="46062" y="20529"/>
                  </a:lnTo>
                  <a:lnTo>
                    <a:pt x="44315" y="19990"/>
                  </a:lnTo>
                  <a:lnTo>
                    <a:pt x="43840" y="19677"/>
                  </a:lnTo>
                  <a:lnTo>
                    <a:pt x="42833" y="18748"/>
                  </a:lnTo>
                  <a:lnTo>
                    <a:pt x="42303" y="17939"/>
                  </a:lnTo>
                  <a:lnTo>
                    <a:pt x="41718" y="17436"/>
                  </a:lnTo>
                  <a:lnTo>
                    <a:pt x="41507" y="17038"/>
                  </a:lnTo>
                  <a:lnTo>
                    <a:pt x="41393" y="15797"/>
                  </a:lnTo>
                  <a:lnTo>
                    <a:pt x="41444" y="15068"/>
                  </a:lnTo>
                  <a:lnTo>
                    <a:pt x="41682" y="14444"/>
                  </a:lnTo>
                  <a:lnTo>
                    <a:pt x="42106" y="13925"/>
                  </a:lnTo>
                  <a:lnTo>
                    <a:pt x="43239" y="12966"/>
                  </a:lnTo>
                  <a:lnTo>
                    <a:pt x="43875" y="12689"/>
                  </a:lnTo>
                  <a:lnTo>
                    <a:pt x="45062" y="12564"/>
                  </a:lnTo>
                  <a:lnTo>
                    <a:pt x="47641" y="13040"/>
                  </a:lnTo>
                  <a:lnTo>
                    <a:pt x="54575" y="14757"/>
                  </a:lnTo>
                  <a:lnTo>
                    <a:pt x="54408" y="14204"/>
                  </a:lnTo>
                  <a:lnTo>
                    <a:pt x="46652" y="11885"/>
                  </a:lnTo>
                  <a:lnTo>
                    <a:pt x="43910" y="11289"/>
                  </a:lnTo>
                  <a:lnTo>
                    <a:pt x="43240" y="10451"/>
                  </a:lnTo>
                  <a:lnTo>
                    <a:pt x="47368" y="7243"/>
                  </a:lnTo>
                  <a:lnTo>
                    <a:pt x="51174" y="6489"/>
                  </a:lnTo>
                  <a:lnTo>
                    <a:pt x="53066" y="5555"/>
                  </a:lnTo>
                  <a:lnTo>
                    <a:pt x="56161" y="5515"/>
                  </a:lnTo>
                  <a:lnTo>
                    <a:pt x="59066" y="6107"/>
                  </a:lnTo>
                  <a:lnTo>
                    <a:pt x="59117" y="5946"/>
                  </a:lnTo>
                  <a:lnTo>
                    <a:pt x="57807" y="4831"/>
                  </a:lnTo>
                  <a:lnTo>
                    <a:pt x="57910" y="4553"/>
                  </a:lnTo>
                  <a:lnTo>
                    <a:pt x="59559" y="3890"/>
                  </a:lnTo>
                  <a:lnTo>
                    <a:pt x="62581" y="3111"/>
                  </a:lnTo>
                  <a:lnTo>
                    <a:pt x="66270" y="2493"/>
                  </a:lnTo>
                  <a:lnTo>
                    <a:pt x="67001" y="2171"/>
                  </a:lnTo>
                  <a:lnTo>
                    <a:pt x="67946" y="1943"/>
                  </a:lnTo>
                  <a:lnTo>
                    <a:pt x="69684" y="1746"/>
                  </a:lnTo>
                  <a:lnTo>
                    <a:pt x="74006" y="1650"/>
                  </a:lnTo>
                  <a:lnTo>
                    <a:pt x="76434" y="1742"/>
                  </a:lnTo>
                  <a:lnTo>
                    <a:pt x="79658" y="2214"/>
                  </a:lnTo>
                  <a:lnTo>
                    <a:pt x="81543" y="3072"/>
                  </a:lnTo>
                  <a:lnTo>
                    <a:pt x="82130" y="3585"/>
                  </a:lnTo>
                  <a:lnTo>
                    <a:pt x="83130" y="5233"/>
                  </a:lnTo>
                  <a:lnTo>
                    <a:pt x="83949" y="7542"/>
                  </a:lnTo>
                  <a:lnTo>
                    <a:pt x="85147" y="8502"/>
                  </a:lnTo>
                  <a:lnTo>
                    <a:pt x="87072" y="9032"/>
                  </a:lnTo>
                  <a:lnTo>
                    <a:pt x="88402" y="9609"/>
                  </a:lnTo>
                  <a:lnTo>
                    <a:pt x="89137" y="10232"/>
                  </a:lnTo>
                  <a:lnTo>
                    <a:pt x="89332" y="11016"/>
                  </a:lnTo>
                  <a:lnTo>
                    <a:pt x="88988" y="11961"/>
                  </a:lnTo>
                  <a:lnTo>
                    <a:pt x="89246" y="12931"/>
                  </a:lnTo>
                  <a:lnTo>
                    <a:pt x="90107" y="13922"/>
                  </a:lnTo>
                  <a:lnTo>
                    <a:pt x="90770" y="14485"/>
                  </a:lnTo>
                  <a:lnTo>
                    <a:pt x="92223" y="15128"/>
                  </a:lnTo>
                  <a:lnTo>
                    <a:pt x="92247" y="15471"/>
                  </a:lnTo>
                  <a:lnTo>
                    <a:pt x="91793" y="15863"/>
                  </a:lnTo>
                  <a:lnTo>
                    <a:pt x="90832" y="16401"/>
                  </a:lnTo>
                  <a:lnTo>
                    <a:pt x="88459" y="18078"/>
                  </a:lnTo>
                  <a:lnTo>
                    <a:pt x="85397" y="19925"/>
                  </a:lnTo>
                  <a:lnTo>
                    <a:pt x="83215" y="21522"/>
                  </a:lnTo>
                  <a:lnTo>
                    <a:pt x="83109" y="21993"/>
                  </a:lnTo>
                  <a:lnTo>
                    <a:pt x="87648" y="19493"/>
                  </a:lnTo>
                  <a:lnTo>
                    <a:pt x="89061" y="19582"/>
                  </a:lnTo>
                  <a:lnTo>
                    <a:pt x="89125" y="19931"/>
                  </a:lnTo>
                  <a:lnTo>
                    <a:pt x="88200" y="21152"/>
                  </a:lnTo>
                  <a:lnTo>
                    <a:pt x="87074" y="22240"/>
                  </a:lnTo>
                  <a:lnTo>
                    <a:pt x="85941" y="22939"/>
                  </a:lnTo>
                  <a:lnTo>
                    <a:pt x="86148" y="23202"/>
                  </a:lnTo>
                  <a:lnTo>
                    <a:pt x="88305" y="24427"/>
                  </a:lnTo>
                  <a:lnTo>
                    <a:pt x="87909" y="24628"/>
                  </a:lnTo>
                  <a:lnTo>
                    <a:pt x="86868" y="24528"/>
                  </a:lnTo>
                  <a:lnTo>
                    <a:pt x="86441" y="24639"/>
                  </a:lnTo>
                  <a:lnTo>
                    <a:pt x="86132" y="24861"/>
                  </a:lnTo>
                  <a:lnTo>
                    <a:pt x="85939" y="25197"/>
                  </a:lnTo>
                  <a:lnTo>
                    <a:pt x="85927" y="25670"/>
                  </a:lnTo>
                  <a:lnTo>
                    <a:pt x="86094" y="26279"/>
                  </a:lnTo>
                  <a:lnTo>
                    <a:pt x="86078" y="26733"/>
                  </a:lnTo>
                  <a:lnTo>
                    <a:pt x="85878" y="27034"/>
                  </a:lnTo>
                  <a:lnTo>
                    <a:pt x="86093" y="27158"/>
                  </a:lnTo>
                  <a:lnTo>
                    <a:pt x="86724" y="27105"/>
                  </a:lnTo>
                  <a:lnTo>
                    <a:pt x="87256" y="26857"/>
                  </a:lnTo>
                  <a:lnTo>
                    <a:pt x="88172" y="26035"/>
                  </a:lnTo>
                  <a:lnTo>
                    <a:pt x="91193" y="23795"/>
                  </a:lnTo>
                  <a:lnTo>
                    <a:pt x="93125" y="22958"/>
                  </a:lnTo>
                  <a:lnTo>
                    <a:pt x="93747" y="22884"/>
                  </a:lnTo>
                  <a:lnTo>
                    <a:pt x="95524" y="23430"/>
                  </a:lnTo>
                  <a:lnTo>
                    <a:pt x="95940" y="23398"/>
                  </a:lnTo>
                  <a:lnTo>
                    <a:pt x="93986" y="21673"/>
                  </a:lnTo>
                  <a:lnTo>
                    <a:pt x="93815" y="21237"/>
                  </a:lnTo>
                  <a:lnTo>
                    <a:pt x="94212" y="20593"/>
                  </a:lnTo>
                  <a:lnTo>
                    <a:pt x="94450" y="20371"/>
                  </a:lnTo>
                  <a:lnTo>
                    <a:pt x="95539" y="19898"/>
                  </a:lnTo>
                  <a:lnTo>
                    <a:pt x="96442" y="19645"/>
                  </a:lnTo>
                  <a:lnTo>
                    <a:pt x="96947" y="19751"/>
                  </a:lnTo>
                  <a:lnTo>
                    <a:pt x="97747" y="20626"/>
                  </a:lnTo>
                  <a:lnTo>
                    <a:pt x="98121" y="21237"/>
                  </a:lnTo>
                  <a:lnTo>
                    <a:pt x="98784" y="21481"/>
                  </a:lnTo>
                  <a:lnTo>
                    <a:pt x="100263" y="21165"/>
                  </a:lnTo>
                  <a:lnTo>
                    <a:pt x="101248" y="20419"/>
                  </a:lnTo>
                  <a:lnTo>
                    <a:pt x="102468" y="20908"/>
                  </a:lnTo>
                  <a:lnTo>
                    <a:pt x="104304" y="22076"/>
                  </a:lnTo>
                  <a:lnTo>
                    <a:pt x="104137" y="23244"/>
                  </a:lnTo>
                  <a:lnTo>
                    <a:pt x="104139" y="24414"/>
                  </a:lnTo>
                  <a:lnTo>
                    <a:pt x="104233" y="25271"/>
                  </a:lnTo>
                  <a:lnTo>
                    <a:pt x="106427" y="26841"/>
                  </a:lnTo>
                  <a:lnTo>
                    <a:pt x="107954" y="27530"/>
                  </a:lnTo>
                  <a:lnTo>
                    <a:pt x="108232" y="27535"/>
                  </a:lnTo>
                  <a:lnTo>
                    <a:pt x="108196" y="27299"/>
                  </a:lnTo>
                  <a:lnTo>
                    <a:pt x="107878" y="26777"/>
                  </a:lnTo>
                  <a:lnTo>
                    <a:pt x="107040" y="26255"/>
                  </a:lnTo>
                  <a:lnTo>
                    <a:pt x="106286" y="25448"/>
                  </a:lnTo>
                  <a:lnTo>
                    <a:pt x="105605" y="24464"/>
                  </a:lnTo>
                  <a:lnTo>
                    <a:pt x="106009" y="22168"/>
                  </a:lnTo>
                  <a:lnTo>
                    <a:pt x="107152" y="20968"/>
                  </a:lnTo>
                  <a:lnTo>
                    <a:pt x="108257" y="21276"/>
                  </a:lnTo>
                  <a:lnTo>
                    <a:pt x="109711" y="21967"/>
                  </a:lnTo>
                  <a:lnTo>
                    <a:pt x="110859" y="22032"/>
                  </a:lnTo>
                  <a:lnTo>
                    <a:pt x="112667" y="21960"/>
                  </a:lnTo>
                  <a:lnTo>
                    <a:pt x="116360" y="23360"/>
                  </a:lnTo>
                  <a:lnTo>
                    <a:pt x="118342" y="23390"/>
                  </a:lnTo>
                  <a:lnTo>
                    <a:pt x="118160" y="22819"/>
                  </a:lnTo>
                  <a:lnTo>
                    <a:pt x="116658" y="22544"/>
                  </a:lnTo>
                  <a:lnTo>
                    <a:pt x="114466" y="21771"/>
                  </a:lnTo>
                  <a:lnTo>
                    <a:pt x="111050" y="20851"/>
                  </a:lnTo>
                  <a:lnTo>
                    <a:pt x="109481" y="19800"/>
                  </a:lnTo>
                  <a:lnTo>
                    <a:pt x="109186" y="19306"/>
                  </a:lnTo>
                  <a:lnTo>
                    <a:pt x="109231" y="18774"/>
                  </a:lnTo>
                  <a:lnTo>
                    <a:pt x="109427" y="18305"/>
                  </a:lnTo>
                  <a:lnTo>
                    <a:pt x="109771" y="17898"/>
                  </a:lnTo>
                  <a:lnTo>
                    <a:pt x="110454" y="17498"/>
                  </a:lnTo>
                  <a:lnTo>
                    <a:pt x="113758" y="16279"/>
                  </a:lnTo>
                  <a:lnTo>
                    <a:pt x="116102" y="15761"/>
                  </a:lnTo>
                  <a:lnTo>
                    <a:pt x="117866" y="15592"/>
                  </a:lnTo>
                  <a:lnTo>
                    <a:pt x="120812" y="15606"/>
                  </a:lnTo>
                  <a:lnTo>
                    <a:pt x="124236" y="15818"/>
                  </a:lnTo>
                  <a:lnTo>
                    <a:pt x="126086" y="16175"/>
                  </a:lnTo>
                  <a:lnTo>
                    <a:pt x="128212" y="17036"/>
                  </a:lnTo>
                  <a:lnTo>
                    <a:pt x="130903" y="17889"/>
                  </a:lnTo>
                  <a:lnTo>
                    <a:pt x="131863" y="18041"/>
                  </a:lnTo>
                  <a:lnTo>
                    <a:pt x="132985" y="18021"/>
                  </a:lnTo>
                  <a:lnTo>
                    <a:pt x="134267" y="17829"/>
                  </a:lnTo>
                  <a:lnTo>
                    <a:pt x="135487" y="17898"/>
                  </a:lnTo>
                  <a:lnTo>
                    <a:pt x="139366" y="19163"/>
                  </a:lnTo>
                  <a:lnTo>
                    <a:pt x="140392" y="19813"/>
                  </a:lnTo>
                  <a:lnTo>
                    <a:pt x="141014" y="20601"/>
                  </a:lnTo>
                  <a:lnTo>
                    <a:pt x="141474" y="21367"/>
                  </a:lnTo>
                  <a:lnTo>
                    <a:pt x="141773" y="22110"/>
                  </a:lnTo>
                  <a:lnTo>
                    <a:pt x="141651" y="22712"/>
                  </a:lnTo>
                  <a:lnTo>
                    <a:pt x="138421" y="25315"/>
                  </a:lnTo>
                  <a:lnTo>
                    <a:pt x="137015" y="25759"/>
                  </a:lnTo>
                  <a:lnTo>
                    <a:pt x="136086" y="26746"/>
                  </a:lnTo>
                  <a:lnTo>
                    <a:pt x="134700" y="28617"/>
                  </a:lnTo>
                  <a:lnTo>
                    <a:pt x="133528" y="29618"/>
                  </a:lnTo>
                  <a:lnTo>
                    <a:pt x="133419" y="29814"/>
                  </a:lnTo>
                  <a:lnTo>
                    <a:pt x="133665" y="29863"/>
                  </a:lnTo>
                  <a:lnTo>
                    <a:pt x="134372" y="29414"/>
                  </a:lnTo>
                  <a:lnTo>
                    <a:pt x="135590" y="28121"/>
                  </a:lnTo>
                  <a:lnTo>
                    <a:pt x="136474" y="27007"/>
                  </a:lnTo>
                  <a:lnTo>
                    <a:pt x="138097" y="26088"/>
                  </a:lnTo>
                  <a:lnTo>
                    <a:pt x="140753" y="24991"/>
                  </a:lnTo>
                  <a:lnTo>
                    <a:pt x="143066" y="24468"/>
                  </a:lnTo>
                  <a:lnTo>
                    <a:pt x="145036" y="24518"/>
                  </a:lnTo>
                  <a:lnTo>
                    <a:pt x="146694" y="24675"/>
                  </a:lnTo>
                  <a:lnTo>
                    <a:pt x="148040" y="24942"/>
                  </a:lnTo>
                  <a:lnTo>
                    <a:pt x="148839" y="25164"/>
                  </a:lnTo>
                  <a:lnTo>
                    <a:pt x="149091" y="25344"/>
                  </a:lnTo>
                  <a:lnTo>
                    <a:pt x="149630" y="26167"/>
                  </a:lnTo>
                  <a:lnTo>
                    <a:pt x="149599" y="26725"/>
                  </a:lnTo>
                  <a:lnTo>
                    <a:pt x="149262" y="27353"/>
                  </a:lnTo>
                  <a:lnTo>
                    <a:pt x="148624" y="28064"/>
                  </a:lnTo>
                  <a:lnTo>
                    <a:pt x="145731" y="28851"/>
                  </a:lnTo>
                  <a:lnTo>
                    <a:pt x="144146" y="29469"/>
                  </a:lnTo>
                  <a:lnTo>
                    <a:pt x="143163" y="29698"/>
                  </a:lnTo>
                  <a:lnTo>
                    <a:pt x="140212" y="29927"/>
                  </a:lnTo>
                  <a:lnTo>
                    <a:pt x="140342" y="30171"/>
                  </a:lnTo>
                  <a:lnTo>
                    <a:pt x="142533" y="30508"/>
                  </a:lnTo>
                  <a:lnTo>
                    <a:pt x="144981" y="30395"/>
                  </a:lnTo>
                  <a:lnTo>
                    <a:pt x="144918" y="30795"/>
                  </a:lnTo>
                  <a:lnTo>
                    <a:pt x="143768" y="31855"/>
                  </a:lnTo>
                  <a:lnTo>
                    <a:pt x="143396" y="32778"/>
                  </a:lnTo>
                  <a:lnTo>
                    <a:pt x="143716" y="33533"/>
                  </a:lnTo>
                  <a:lnTo>
                    <a:pt x="143657" y="34147"/>
                  </a:lnTo>
                  <a:lnTo>
                    <a:pt x="142800" y="35437"/>
                  </a:lnTo>
                  <a:lnTo>
                    <a:pt x="141815" y="36602"/>
                  </a:lnTo>
                  <a:lnTo>
                    <a:pt x="142186" y="36775"/>
                  </a:lnTo>
                  <a:lnTo>
                    <a:pt x="144431" y="35101"/>
                  </a:lnTo>
                  <a:lnTo>
                    <a:pt x="145033" y="33270"/>
                  </a:lnTo>
                  <a:lnTo>
                    <a:pt x="145938" y="31660"/>
                  </a:lnTo>
                  <a:lnTo>
                    <a:pt x="146993" y="30774"/>
                  </a:lnTo>
                  <a:lnTo>
                    <a:pt x="147788" y="30438"/>
                  </a:lnTo>
                  <a:lnTo>
                    <a:pt x="150295" y="30302"/>
                  </a:lnTo>
                  <a:lnTo>
                    <a:pt x="151686" y="29362"/>
                  </a:lnTo>
                  <a:lnTo>
                    <a:pt x="152873" y="29063"/>
                  </a:lnTo>
                  <a:lnTo>
                    <a:pt x="153370" y="29058"/>
                  </a:lnTo>
                  <a:lnTo>
                    <a:pt x="154381" y="29408"/>
                  </a:lnTo>
                  <a:lnTo>
                    <a:pt x="154321" y="29777"/>
                  </a:lnTo>
                  <a:lnTo>
                    <a:pt x="152854" y="31458"/>
                  </a:lnTo>
                  <a:lnTo>
                    <a:pt x="149744" y="34181"/>
                  </a:lnTo>
                  <a:lnTo>
                    <a:pt x="151012" y="33869"/>
                  </a:lnTo>
                  <a:lnTo>
                    <a:pt x="151871" y="33222"/>
                  </a:lnTo>
                  <a:lnTo>
                    <a:pt x="153021" y="32577"/>
                  </a:lnTo>
                  <a:lnTo>
                    <a:pt x="154327" y="31622"/>
                  </a:lnTo>
                  <a:lnTo>
                    <a:pt x="155190" y="32488"/>
                  </a:lnTo>
                  <a:lnTo>
                    <a:pt x="156515" y="33133"/>
                  </a:lnTo>
                  <a:lnTo>
                    <a:pt x="157308" y="34609"/>
                  </a:lnTo>
                  <a:lnTo>
                    <a:pt x="158589" y="35320"/>
                  </a:lnTo>
                  <a:lnTo>
                    <a:pt x="159363" y="35872"/>
                  </a:lnTo>
                  <a:lnTo>
                    <a:pt x="159253" y="34938"/>
                  </a:lnTo>
                  <a:lnTo>
                    <a:pt x="158134" y="33063"/>
                  </a:lnTo>
                  <a:lnTo>
                    <a:pt x="158439" y="32314"/>
                  </a:lnTo>
                  <a:lnTo>
                    <a:pt x="159304" y="31939"/>
                  </a:lnTo>
                  <a:lnTo>
                    <a:pt x="161999" y="30364"/>
                  </a:lnTo>
                  <a:lnTo>
                    <a:pt x="163881" y="30889"/>
                  </a:lnTo>
                  <a:lnTo>
                    <a:pt x="165039" y="31354"/>
                  </a:lnTo>
                  <a:lnTo>
                    <a:pt x="165619" y="31231"/>
                  </a:lnTo>
                  <a:lnTo>
                    <a:pt x="167083" y="31296"/>
                  </a:lnTo>
                  <a:lnTo>
                    <a:pt x="169430" y="31550"/>
                  </a:lnTo>
                  <a:lnTo>
                    <a:pt x="171713" y="31990"/>
                  </a:lnTo>
                  <a:lnTo>
                    <a:pt x="173932" y="32617"/>
                  </a:lnTo>
                  <a:lnTo>
                    <a:pt x="175642" y="33350"/>
                  </a:lnTo>
                  <a:lnTo>
                    <a:pt x="176843" y="34190"/>
                  </a:lnTo>
                  <a:lnTo>
                    <a:pt x="177571" y="34771"/>
                  </a:lnTo>
                  <a:lnTo>
                    <a:pt x="177823" y="35093"/>
                  </a:lnTo>
                  <a:lnTo>
                    <a:pt x="178228" y="35930"/>
                  </a:lnTo>
                  <a:lnTo>
                    <a:pt x="177918" y="36487"/>
                  </a:lnTo>
                  <a:lnTo>
                    <a:pt x="176241" y="37769"/>
                  </a:lnTo>
                  <a:lnTo>
                    <a:pt x="175310" y="38351"/>
                  </a:lnTo>
                  <a:lnTo>
                    <a:pt x="174382" y="38613"/>
                  </a:lnTo>
                  <a:lnTo>
                    <a:pt x="171893" y="38356"/>
                  </a:lnTo>
                  <a:lnTo>
                    <a:pt x="171120" y="38503"/>
                  </a:lnTo>
                  <a:lnTo>
                    <a:pt x="170306" y="38907"/>
                  </a:lnTo>
                  <a:lnTo>
                    <a:pt x="167716" y="40671"/>
                  </a:lnTo>
                  <a:lnTo>
                    <a:pt x="166283" y="41435"/>
                  </a:lnTo>
                  <a:lnTo>
                    <a:pt x="164874" y="41921"/>
                  </a:lnTo>
                  <a:lnTo>
                    <a:pt x="164546" y="42178"/>
                  </a:lnTo>
                  <a:lnTo>
                    <a:pt x="167575" y="42154"/>
                  </a:lnTo>
                  <a:lnTo>
                    <a:pt x="168414" y="41629"/>
                  </a:lnTo>
                  <a:lnTo>
                    <a:pt x="169113" y="40645"/>
                  </a:lnTo>
                  <a:lnTo>
                    <a:pt x="170445" y="39630"/>
                  </a:lnTo>
                  <a:lnTo>
                    <a:pt x="172968" y="39164"/>
                  </a:lnTo>
                  <a:lnTo>
                    <a:pt x="176485" y="40164"/>
                  </a:lnTo>
                  <a:lnTo>
                    <a:pt x="178231" y="40124"/>
                  </a:lnTo>
                  <a:lnTo>
                    <a:pt x="179564" y="39120"/>
                  </a:lnTo>
                  <a:lnTo>
                    <a:pt x="181052" y="38437"/>
                  </a:lnTo>
                  <a:lnTo>
                    <a:pt x="181639" y="38301"/>
                  </a:lnTo>
                  <a:lnTo>
                    <a:pt x="181956" y="38377"/>
                  </a:lnTo>
                  <a:lnTo>
                    <a:pt x="183090" y="39090"/>
                  </a:lnTo>
                  <a:lnTo>
                    <a:pt x="183432" y="39726"/>
                  </a:lnTo>
                  <a:lnTo>
                    <a:pt x="183407" y="41179"/>
                  </a:lnTo>
                  <a:lnTo>
                    <a:pt x="183255" y="41618"/>
                  </a:lnTo>
                  <a:lnTo>
                    <a:pt x="182247" y="42716"/>
                  </a:lnTo>
                  <a:lnTo>
                    <a:pt x="179787" y="44363"/>
                  </a:lnTo>
                  <a:lnTo>
                    <a:pt x="178179" y="44981"/>
                  </a:lnTo>
                  <a:lnTo>
                    <a:pt x="176394" y="45314"/>
                  </a:lnTo>
                  <a:lnTo>
                    <a:pt x="174450" y="45873"/>
                  </a:lnTo>
                  <a:lnTo>
                    <a:pt x="173764" y="46324"/>
                  </a:lnTo>
                  <a:lnTo>
                    <a:pt x="173092" y="46963"/>
                  </a:lnTo>
                  <a:lnTo>
                    <a:pt x="172423" y="47391"/>
                  </a:lnTo>
                  <a:lnTo>
                    <a:pt x="171571" y="47747"/>
                  </a:lnTo>
                  <a:lnTo>
                    <a:pt x="172686" y="48268"/>
                  </a:lnTo>
                  <a:lnTo>
                    <a:pt x="173113" y="48253"/>
                  </a:lnTo>
                  <a:lnTo>
                    <a:pt x="173525" y="47941"/>
                  </a:lnTo>
                  <a:lnTo>
                    <a:pt x="174648" y="46713"/>
                  </a:lnTo>
                  <a:lnTo>
                    <a:pt x="175484" y="46177"/>
                  </a:lnTo>
                  <a:lnTo>
                    <a:pt x="175957" y="46065"/>
                  </a:lnTo>
                  <a:lnTo>
                    <a:pt x="176444" y="46116"/>
                  </a:lnTo>
                  <a:lnTo>
                    <a:pt x="176920" y="46357"/>
                  </a:lnTo>
                  <a:lnTo>
                    <a:pt x="177383" y="46788"/>
                  </a:lnTo>
                  <a:lnTo>
                    <a:pt x="177348" y="47835"/>
                  </a:lnTo>
                  <a:lnTo>
                    <a:pt x="175930" y="51983"/>
                  </a:lnTo>
                  <a:lnTo>
                    <a:pt x="176160" y="51971"/>
                  </a:lnTo>
                  <a:lnTo>
                    <a:pt x="177031" y="50846"/>
                  </a:lnTo>
                  <a:lnTo>
                    <a:pt x="179565" y="46526"/>
                  </a:lnTo>
                  <a:lnTo>
                    <a:pt x="180184" y="45661"/>
                  </a:lnTo>
                  <a:lnTo>
                    <a:pt x="181407" y="44789"/>
                  </a:lnTo>
                  <a:lnTo>
                    <a:pt x="184147" y="43468"/>
                  </a:lnTo>
                  <a:lnTo>
                    <a:pt x="186263" y="42777"/>
                  </a:lnTo>
                  <a:lnTo>
                    <a:pt x="188652" y="42195"/>
                  </a:lnTo>
                  <a:lnTo>
                    <a:pt x="189929" y="41979"/>
                  </a:lnTo>
                  <a:lnTo>
                    <a:pt x="191387" y="42125"/>
                  </a:lnTo>
                  <a:lnTo>
                    <a:pt x="192335" y="42804"/>
                  </a:lnTo>
                  <a:lnTo>
                    <a:pt x="193616" y="42926"/>
                  </a:lnTo>
                  <a:lnTo>
                    <a:pt x="195174" y="42757"/>
                  </a:lnTo>
                  <a:lnTo>
                    <a:pt x="196180" y="42838"/>
                  </a:lnTo>
                  <a:lnTo>
                    <a:pt x="197319" y="43107"/>
                  </a:lnTo>
                  <a:lnTo>
                    <a:pt x="198293" y="43610"/>
                  </a:lnTo>
                  <a:lnTo>
                    <a:pt x="199949" y="44182"/>
                  </a:lnTo>
                  <a:lnTo>
                    <a:pt x="203685" y="45254"/>
                  </a:lnTo>
                  <a:lnTo>
                    <a:pt x="204150" y="45479"/>
                  </a:lnTo>
                  <a:lnTo>
                    <a:pt x="204583" y="45885"/>
                  </a:lnTo>
                  <a:lnTo>
                    <a:pt x="204986" y="46472"/>
                  </a:lnTo>
                  <a:lnTo>
                    <a:pt x="204936" y="47053"/>
                  </a:lnTo>
                  <a:lnTo>
                    <a:pt x="204434" y="47629"/>
                  </a:lnTo>
                  <a:lnTo>
                    <a:pt x="203810" y="47979"/>
                  </a:lnTo>
                  <a:lnTo>
                    <a:pt x="203065" y="48108"/>
                  </a:lnTo>
                  <a:lnTo>
                    <a:pt x="202294" y="48421"/>
                  </a:lnTo>
                  <a:lnTo>
                    <a:pt x="200867" y="49241"/>
                  </a:lnTo>
                  <a:lnTo>
                    <a:pt x="200401" y="49380"/>
                  </a:lnTo>
                  <a:lnTo>
                    <a:pt x="198163" y="49732"/>
                  </a:lnTo>
                  <a:lnTo>
                    <a:pt x="196089" y="49905"/>
                  </a:lnTo>
                  <a:lnTo>
                    <a:pt x="194793" y="50235"/>
                  </a:lnTo>
                  <a:lnTo>
                    <a:pt x="192302" y="51125"/>
                  </a:lnTo>
                  <a:lnTo>
                    <a:pt x="188873" y="52777"/>
                  </a:lnTo>
                  <a:lnTo>
                    <a:pt x="188908" y="53171"/>
                  </a:lnTo>
                  <a:lnTo>
                    <a:pt x="190276" y="53360"/>
                  </a:lnTo>
                  <a:lnTo>
                    <a:pt x="191385" y="53111"/>
                  </a:lnTo>
                  <a:lnTo>
                    <a:pt x="192911" y="51970"/>
                  </a:lnTo>
                  <a:lnTo>
                    <a:pt x="194345" y="51533"/>
                  </a:lnTo>
                  <a:lnTo>
                    <a:pt x="196586" y="51184"/>
                  </a:lnTo>
                  <a:lnTo>
                    <a:pt x="199685" y="50879"/>
                  </a:lnTo>
                  <a:lnTo>
                    <a:pt x="201013" y="50926"/>
                  </a:lnTo>
                  <a:lnTo>
                    <a:pt x="201252" y="50988"/>
                  </a:lnTo>
                  <a:lnTo>
                    <a:pt x="201425" y="51257"/>
                  </a:lnTo>
                  <a:lnTo>
                    <a:pt x="201533" y="51734"/>
                  </a:lnTo>
                  <a:lnTo>
                    <a:pt x="201025" y="52357"/>
                  </a:lnTo>
                  <a:lnTo>
                    <a:pt x="200437" y="52651"/>
                  </a:lnTo>
                  <a:lnTo>
                    <a:pt x="198836" y="54059"/>
                  </a:lnTo>
                  <a:lnTo>
                    <a:pt x="199889" y="54425"/>
                  </a:lnTo>
                  <a:lnTo>
                    <a:pt x="201336" y="54583"/>
                  </a:lnTo>
                  <a:lnTo>
                    <a:pt x="202162" y="54206"/>
                  </a:lnTo>
                  <a:lnTo>
                    <a:pt x="202909" y="53341"/>
                  </a:lnTo>
                  <a:lnTo>
                    <a:pt x="203746" y="52861"/>
                  </a:lnTo>
                  <a:lnTo>
                    <a:pt x="204674" y="52767"/>
                  </a:lnTo>
                  <a:lnTo>
                    <a:pt x="205489" y="52547"/>
                  </a:lnTo>
                  <a:lnTo>
                    <a:pt x="206193" y="52201"/>
                  </a:lnTo>
                  <a:lnTo>
                    <a:pt x="206385" y="51974"/>
                  </a:lnTo>
                  <a:lnTo>
                    <a:pt x="205361" y="51526"/>
                  </a:lnTo>
                  <a:lnTo>
                    <a:pt x="205280" y="51253"/>
                  </a:lnTo>
                  <a:lnTo>
                    <a:pt x="205697" y="50582"/>
                  </a:lnTo>
                  <a:lnTo>
                    <a:pt x="206450" y="49839"/>
                  </a:lnTo>
                  <a:lnTo>
                    <a:pt x="207234" y="49378"/>
                  </a:lnTo>
                  <a:lnTo>
                    <a:pt x="207817" y="49341"/>
                  </a:lnTo>
                  <a:lnTo>
                    <a:pt x="209744" y="49835"/>
                  </a:lnTo>
                  <a:lnTo>
                    <a:pt x="211062" y="50700"/>
                  </a:lnTo>
                  <a:lnTo>
                    <a:pt x="214396" y="53286"/>
                  </a:lnTo>
                  <a:lnTo>
                    <a:pt x="214824" y="53787"/>
                  </a:lnTo>
                  <a:lnTo>
                    <a:pt x="215983" y="55709"/>
                  </a:lnTo>
                  <a:lnTo>
                    <a:pt x="216203" y="56563"/>
                  </a:lnTo>
                  <a:lnTo>
                    <a:pt x="216013" y="57157"/>
                  </a:lnTo>
                  <a:lnTo>
                    <a:pt x="215740" y="57522"/>
                  </a:lnTo>
                  <a:lnTo>
                    <a:pt x="215383" y="57653"/>
                  </a:lnTo>
                  <a:lnTo>
                    <a:pt x="214651" y="57657"/>
                  </a:lnTo>
                  <a:lnTo>
                    <a:pt x="210209" y="56871"/>
                  </a:lnTo>
                  <a:lnTo>
                    <a:pt x="208182" y="56973"/>
                  </a:lnTo>
                  <a:lnTo>
                    <a:pt x="207297" y="57193"/>
                  </a:lnTo>
                  <a:lnTo>
                    <a:pt x="206583" y="57523"/>
                  </a:lnTo>
                  <a:lnTo>
                    <a:pt x="206028" y="57939"/>
                  </a:lnTo>
                  <a:lnTo>
                    <a:pt x="205634" y="58442"/>
                  </a:lnTo>
                  <a:lnTo>
                    <a:pt x="204855" y="58726"/>
                  </a:lnTo>
                  <a:lnTo>
                    <a:pt x="202038" y="58736"/>
                  </a:lnTo>
                  <a:lnTo>
                    <a:pt x="200456" y="59017"/>
                  </a:lnTo>
                  <a:lnTo>
                    <a:pt x="197737" y="59700"/>
                  </a:lnTo>
                  <a:lnTo>
                    <a:pt x="196761" y="60078"/>
                  </a:lnTo>
                  <a:lnTo>
                    <a:pt x="196542" y="60573"/>
                  </a:lnTo>
                  <a:lnTo>
                    <a:pt x="198206" y="60487"/>
                  </a:lnTo>
                  <a:lnTo>
                    <a:pt x="200946" y="59844"/>
                  </a:lnTo>
                  <a:lnTo>
                    <a:pt x="203522" y="59662"/>
                  </a:lnTo>
                  <a:lnTo>
                    <a:pt x="207825" y="61076"/>
                  </a:lnTo>
                  <a:lnTo>
                    <a:pt x="209244" y="61296"/>
                  </a:lnTo>
                  <a:lnTo>
                    <a:pt x="210033" y="61092"/>
                  </a:lnTo>
                  <a:lnTo>
                    <a:pt x="210982" y="61029"/>
                  </a:lnTo>
                  <a:lnTo>
                    <a:pt x="214422" y="61123"/>
                  </a:lnTo>
                  <a:lnTo>
                    <a:pt x="215595" y="61296"/>
                  </a:lnTo>
                  <a:lnTo>
                    <a:pt x="217338" y="61839"/>
                  </a:lnTo>
                  <a:lnTo>
                    <a:pt x="220004" y="63018"/>
                  </a:lnTo>
                  <a:lnTo>
                    <a:pt x="220516" y="63364"/>
                  </a:lnTo>
                  <a:lnTo>
                    <a:pt x="220814" y="63728"/>
                  </a:lnTo>
                  <a:lnTo>
                    <a:pt x="220899" y="64109"/>
                  </a:lnTo>
                  <a:lnTo>
                    <a:pt x="220870" y="65049"/>
                  </a:lnTo>
                  <a:lnTo>
                    <a:pt x="220604" y="65367"/>
                  </a:lnTo>
                  <a:lnTo>
                    <a:pt x="219701" y="65583"/>
                  </a:lnTo>
                  <a:lnTo>
                    <a:pt x="215868" y="65333"/>
                  </a:lnTo>
                  <a:lnTo>
                    <a:pt x="214699" y="65137"/>
                  </a:lnTo>
                  <a:lnTo>
                    <a:pt x="213259" y="65384"/>
                  </a:lnTo>
                  <a:lnTo>
                    <a:pt x="212092" y="65298"/>
                  </a:lnTo>
                  <a:lnTo>
                    <a:pt x="210598" y="64920"/>
                  </a:lnTo>
                  <a:lnTo>
                    <a:pt x="208958" y="64252"/>
                  </a:lnTo>
                  <a:lnTo>
                    <a:pt x="206500" y="64887"/>
                  </a:lnTo>
                  <a:lnTo>
                    <a:pt x="204532" y="64474"/>
                  </a:lnTo>
                  <a:lnTo>
                    <a:pt x="202520" y="64840"/>
                  </a:lnTo>
                  <a:lnTo>
                    <a:pt x="198530" y="66347"/>
                  </a:lnTo>
                  <a:lnTo>
                    <a:pt x="198977" y="66607"/>
                  </a:lnTo>
                  <a:lnTo>
                    <a:pt x="204444" y="65313"/>
                  </a:lnTo>
                  <a:lnTo>
                    <a:pt x="205500" y="65392"/>
                  </a:lnTo>
                  <a:lnTo>
                    <a:pt x="207228" y="65864"/>
                  </a:lnTo>
                  <a:lnTo>
                    <a:pt x="209959" y="66793"/>
                  </a:lnTo>
                  <a:lnTo>
                    <a:pt x="210725" y="67174"/>
                  </a:lnTo>
                  <a:lnTo>
                    <a:pt x="210731" y="68636"/>
                  </a:lnTo>
                  <a:lnTo>
                    <a:pt x="210314" y="69620"/>
                  </a:lnTo>
                  <a:lnTo>
                    <a:pt x="209481" y="70726"/>
                  </a:lnTo>
                  <a:lnTo>
                    <a:pt x="208228" y="70577"/>
                  </a:lnTo>
                  <a:lnTo>
                    <a:pt x="205308" y="69889"/>
                  </a:lnTo>
                  <a:lnTo>
                    <a:pt x="204114" y="69794"/>
                  </a:lnTo>
                  <a:lnTo>
                    <a:pt x="203241" y="69906"/>
                  </a:lnTo>
                  <a:lnTo>
                    <a:pt x="202068" y="70345"/>
                  </a:lnTo>
                  <a:lnTo>
                    <a:pt x="201514" y="70361"/>
                  </a:lnTo>
                  <a:lnTo>
                    <a:pt x="196844" y="69488"/>
                  </a:lnTo>
                  <a:lnTo>
                    <a:pt x="195673" y="69535"/>
                  </a:lnTo>
                  <a:lnTo>
                    <a:pt x="195896" y="69708"/>
                  </a:lnTo>
                  <a:lnTo>
                    <a:pt x="200131" y="71062"/>
                  </a:lnTo>
                  <a:lnTo>
                    <a:pt x="203261" y="71209"/>
                  </a:lnTo>
                  <a:lnTo>
                    <a:pt x="205223" y="71444"/>
                  </a:lnTo>
                  <a:lnTo>
                    <a:pt x="206385" y="71856"/>
                  </a:lnTo>
                  <a:lnTo>
                    <a:pt x="206933" y="72162"/>
                  </a:lnTo>
                  <a:lnTo>
                    <a:pt x="206972" y="73068"/>
                  </a:lnTo>
                  <a:lnTo>
                    <a:pt x="208017" y="73980"/>
                  </a:lnTo>
                  <a:lnTo>
                    <a:pt x="208958" y="74350"/>
                  </a:lnTo>
                  <a:lnTo>
                    <a:pt x="209558" y="74367"/>
                  </a:lnTo>
                  <a:lnTo>
                    <a:pt x="210589" y="74032"/>
                  </a:lnTo>
                  <a:lnTo>
                    <a:pt x="211631" y="73980"/>
                  </a:lnTo>
                  <a:lnTo>
                    <a:pt x="212473" y="74213"/>
                  </a:lnTo>
                  <a:lnTo>
                    <a:pt x="213527" y="74717"/>
                  </a:lnTo>
                  <a:lnTo>
                    <a:pt x="214802" y="74858"/>
                  </a:lnTo>
                  <a:lnTo>
                    <a:pt x="215921" y="75163"/>
                  </a:lnTo>
                  <a:lnTo>
                    <a:pt x="216785" y="75225"/>
                  </a:lnTo>
                  <a:lnTo>
                    <a:pt x="219216" y="75083"/>
                  </a:lnTo>
                  <a:lnTo>
                    <a:pt x="220270" y="75277"/>
                  </a:lnTo>
                  <a:lnTo>
                    <a:pt x="220543" y="75445"/>
                  </a:lnTo>
                  <a:lnTo>
                    <a:pt x="220084" y="75738"/>
                  </a:lnTo>
                  <a:lnTo>
                    <a:pt x="217862" y="76443"/>
                  </a:lnTo>
                  <a:lnTo>
                    <a:pt x="217525" y="77113"/>
                  </a:lnTo>
                  <a:lnTo>
                    <a:pt x="218779" y="77986"/>
                  </a:lnTo>
                  <a:lnTo>
                    <a:pt x="219436" y="78654"/>
                  </a:lnTo>
                  <a:lnTo>
                    <a:pt x="219404" y="79152"/>
                  </a:lnTo>
                  <a:lnTo>
                    <a:pt x="218734" y="80288"/>
                  </a:lnTo>
                  <a:lnTo>
                    <a:pt x="218564" y="80745"/>
                  </a:lnTo>
                  <a:lnTo>
                    <a:pt x="218784" y="80781"/>
                  </a:lnTo>
                  <a:lnTo>
                    <a:pt x="220400" y="79862"/>
                  </a:lnTo>
                  <a:lnTo>
                    <a:pt x="220652" y="79980"/>
                  </a:lnTo>
                  <a:lnTo>
                    <a:pt x="220821" y="81253"/>
                  </a:lnTo>
                  <a:lnTo>
                    <a:pt x="221028" y="81181"/>
                  </a:lnTo>
                  <a:lnTo>
                    <a:pt x="221569" y="80127"/>
                  </a:lnTo>
                  <a:lnTo>
                    <a:pt x="221328" y="78723"/>
                  </a:lnTo>
                  <a:lnTo>
                    <a:pt x="222276" y="78170"/>
                  </a:lnTo>
                  <a:lnTo>
                    <a:pt x="225288" y="77750"/>
                  </a:lnTo>
                  <a:lnTo>
                    <a:pt x="224778" y="79950"/>
                  </a:lnTo>
                  <a:lnTo>
                    <a:pt x="224698" y="81093"/>
                  </a:lnTo>
                  <a:lnTo>
                    <a:pt x="223382" y="82996"/>
                  </a:lnTo>
                  <a:lnTo>
                    <a:pt x="222283" y="83610"/>
                  </a:lnTo>
                  <a:lnTo>
                    <a:pt x="222316" y="83737"/>
                  </a:lnTo>
                  <a:lnTo>
                    <a:pt x="223097" y="83979"/>
                  </a:lnTo>
                  <a:lnTo>
                    <a:pt x="223585" y="84006"/>
                  </a:lnTo>
                  <a:lnTo>
                    <a:pt x="224052" y="83708"/>
                  </a:lnTo>
                  <a:lnTo>
                    <a:pt x="225167" y="82237"/>
                  </a:lnTo>
                  <a:lnTo>
                    <a:pt x="227431" y="80705"/>
                  </a:lnTo>
                  <a:lnTo>
                    <a:pt x="227842" y="80672"/>
                  </a:lnTo>
                  <a:lnTo>
                    <a:pt x="227827" y="81226"/>
                  </a:lnTo>
                  <a:lnTo>
                    <a:pt x="227535" y="82255"/>
                  </a:lnTo>
                  <a:lnTo>
                    <a:pt x="228580" y="82737"/>
                  </a:lnTo>
                  <a:lnTo>
                    <a:pt x="229578" y="82260"/>
                  </a:lnTo>
                  <a:lnTo>
                    <a:pt x="230119" y="81847"/>
                  </a:lnTo>
                  <a:lnTo>
                    <a:pt x="231372" y="81908"/>
                  </a:lnTo>
                  <a:lnTo>
                    <a:pt x="231942" y="82104"/>
                  </a:lnTo>
                  <a:lnTo>
                    <a:pt x="232112" y="82558"/>
                  </a:lnTo>
                  <a:lnTo>
                    <a:pt x="231536" y="84460"/>
                  </a:lnTo>
                  <a:lnTo>
                    <a:pt x="231641" y="84930"/>
                  </a:lnTo>
                  <a:lnTo>
                    <a:pt x="232962" y="86197"/>
                  </a:lnTo>
                  <a:lnTo>
                    <a:pt x="233096" y="86121"/>
                  </a:lnTo>
                  <a:lnTo>
                    <a:pt x="232846" y="85510"/>
                  </a:lnTo>
                  <a:lnTo>
                    <a:pt x="232574" y="84000"/>
                  </a:lnTo>
                  <a:lnTo>
                    <a:pt x="232829" y="83346"/>
                  </a:lnTo>
                  <a:lnTo>
                    <a:pt x="233916" y="82505"/>
                  </a:lnTo>
                  <a:lnTo>
                    <a:pt x="236149" y="81296"/>
                  </a:lnTo>
                  <a:lnTo>
                    <a:pt x="236976" y="81056"/>
                  </a:lnTo>
                  <a:lnTo>
                    <a:pt x="237493" y="81220"/>
                  </a:lnTo>
                  <a:lnTo>
                    <a:pt x="238315" y="81801"/>
                  </a:lnTo>
                  <a:lnTo>
                    <a:pt x="238058" y="82148"/>
                  </a:lnTo>
                  <a:lnTo>
                    <a:pt x="237170" y="82511"/>
                  </a:lnTo>
                  <a:lnTo>
                    <a:pt x="236512" y="83167"/>
                  </a:lnTo>
                  <a:lnTo>
                    <a:pt x="236082" y="84119"/>
                  </a:lnTo>
                  <a:lnTo>
                    <a:pt x="236558" y="84625"/>
                  </a:lnTo>
                  <a:lnTo>
                    <a:pt x="238367" y="84670"/>
                  </a:lnTo>
                  <a:lnTo>
                    <a:pt x="240185" y="83890"/>
                  </a:lnTo>
                  <a:lnTo>
                    <a:pt x="241228" y="84274"/>
                  </a:lnTo>
                  <a:lnTo>
                    <a:pt x="242468" y="85289"/>
                  </a:lnTo>
                  <a:lnTo>
                    <a:pt x="244741" y="86920"/>
                  </a:lnTo>
                  <a:lnTo>
                    <a:pt x="246035" y="86475"/>
                  </a:lnTo>
                  <a:lnTo>
                    <a:pt x="247636" y="87714"/>
                  </a:lnTo>
                  <a:lnTo>
                    <a:pt x="245486" y="88697"/>
                  </a:lnTo>
                  <a:lnTo>
                    <a:pt x="246143" y="90765"/>
                  </a:lnTo>
                  <a:lnTo>
                    <a:pt x="243350" y="90679"/>
                  </a:lnTo>
                  <a:lnTo>
                    <a:pt x="241779" y="90841"/>
                  </a:lnTo>
                  <a:lnTo>
                    <a:pt x="240727" y="90655"/>
                  </a:lnTo>
                  <a:lnTo>
                    <a:pt x="239597" y="90720"/>
                  </a:lnTo>
                  <a:lnTo>
                    <a:pt x="240644" y="91208"/>
                  </a:lnTo>
                  <a:lnTo>
                    <a:pt x="242662" y="91410"/>
                  </a:lnTo>
                  <a:lnTo>
                    <a:pt x="242847" y="92036"/>
                  </a:lnTo>
                  <a:lnTo>
                    <a:pt x="244431" y="92021"/>
                  </a:lnTo>
                  <a:lnTo>
                    <a:pt x="245621" y="91900"/>
                  </a:lnTo>
                  <a:lnTo>
                    <a:pt x="247768" y="91925"/>
                  </a:lnTo>
                  <a:lnTo>
                    <a:pt x="247883" y="91206"/>
                  </a:lnTo>
                  <a:lnTo>
                    <a:pt x="249280" y="90796"/>
                  </a:lnTo>
                  <a:lnTo>
                    <a:pt x="250083" y="90343"/>
                  </a:lnTo>
                  <a:lnTo>
                    <a:pt x="250750" y="90611"/>
                  </a:lnTo>
                  <a:lnTo>
                    <a:pt x="252692" y="90918"/>
                  </a:lnTo>
                  <a:lnTo>
                    <a:pt x="255300" y="92331"/>
                  </a:lnTo>
                  <a:lnTo>
                    <a:pt x="254151" y="93177"/>
                  </a:lnTo>
                  <a:lnTo>
                    <a:pt x="253838" y="93977"/>
                  </a:lnTo>
                  <a:lnTo>
                    <a:pt x="253451" y="94654"/>
                  </a:lnTo>
                  <a:lnTo>
                    <a:pt x="253235" y="95265"/>
                  </a:lnTo>
                  <a:lnTo>
                    <a:pt x="252777" y="95686"/>
                  </a:lnTo>
                  <a:lnTo>
                    <a:pt x="249042" y="98087"/>
                  </a:lnTo>
                  <a:lnTo>
                    <a:pt x="249660" y="98109"/>
                  </a:lnTo>
                  <a:lnTo>
                    <a:pt x="251241" y="97528"/>
                  </a:lnTo>
                  <a:lnTo>
                    <a:pt x="254320" y="96665"/>
                  </a:lnTo>
                  <a:lnTo>
                    <a:pt x="256036" y="96317"/>
                  </a:lnTo>
                  <a:lnTo>
                    <a:pt x="257256" y="96548"/>
                  </a:lnTo>
                  <a:lnTo>
                    <a:pt x="257873" y="96558"/>
                  </a:lnTo>
                  <a:lnTo>
                    <a:pt x="258419" y="96249"/>
                  </a:lnTo>
                  <a:lnTo>
                    <a:pt x="259437" y="96605"/>
                  </a:lnTo>
                  <a:lnTo>
                    <a:pt x="261548" y="96929"/>
                  </a:lnTo>
                  <a:lnTo>
                    <a:pt x="263971" y="94957"/>
                  </a:lnTo>
                  <a:lnTo>
                    <a:pt x="265438" y="95344"/>
                  </a:lnTo>
                  <a:lnTo>
                    <a:pt x="266804" y="96561"/>
                  </a:lnTo>
                  <a:lnTo>
                    <a:pt x="269732" y="98699"/>
                  </a:lnTo>
                  <a:lnTo>
                    <a:pt x="271258" y="99944"/>
                  </a:lnTo>
                  <a:lnTo>
                    <a:pt x="271766" y="100509"/>
                  </a:lnTo>
                  <a:lnTo>
                    <a:pt x="271695" y="101065"/>
                  </a:lnTo>
                  <a:lnTo>
                    <a:pt x="270315" y="101654"/>
                  </a:lnTo>
                  <a:lnTo>
                    <a:pt x="269607" y="101773"/>
                  </a:lnTo>
                  <a:lnTo>
                    <a:pt x="267750" y="100661"/>
                  </a:lnTo>
                  <a:lnTo>
                    <a:pt x="266044" y="100099"/>
                  </a:lnTo>
                  <a:lnTo>
                    <a:pt x="265005" y="100159"/>
                  </a:lnTo>
                  <a:lnTo>
                    <a:pt x="263974" y="100588"/>
                  </a:lnTo>
                  <a:lnTo>
                    <a:pt x="264295" y="100827"/>
                  </a:lnTo>
                  <a:lnTo>
                    <a:pt x="268427" y="102540"/>
                  </a:lnTo>
                  <a:lnTo>
                    <a:pt x="269148" y="103804"/>
                  </a:lnTo>
                  <a:lnTo>
                    <a:pt x="269201" y="104356"/>
                  </a:lnTo>
                  <a:lnTo>
                    <a:pt x="266439" y="105194"/>
                  </a:lnTo>
                  <a:lnTo>
                    <a:pt x="265553" y="105243"/>
                  </a:lnTo>
                  <a:lnTo>
                    <a:pt x="263641" y="104843"/>
                  </a:lnTo>
                  <a:lnTo>
                    <a:pt x="262521" y="104097"/>
                  </a:lnTo>
                  <a:lnTo>
                    <a:pt x="261597" y="103827"/>
                  </a:lnTo>
                  <a:lnTo>
                    <a:pt x="260317" y="103738"/>
                  </a:lnTo>
                  <a:lnTo>
                    <a:pt x="259907" y="103883"/>
                  </a:lnTo>
                  <a:lnTo>
                    <a:pt x="261302" y="105151"/>
                  </a:lnTo>
                  <a:lnTo>
                    <a:pt x="261169" y="105532"/>
                  </a:lnTo>
                  <a:lnTo>
                    <a:pt x="260448" y="105779"/>
                  </a:lnTo>
                  <a:lnTo>
                    <a:pt x="260092" y="106391"/>
                  </a:lnTo>
                  <a:lnTo>
                    <a:pt x="262850" y="107494"/>
                  </a:lnTo>
                  <a:lnTo>
                    <a:pt x="264914" y="108615"/>
                  </a:lnTo>
                  <a:lnTo>
                    <a:pt x="265220" y="109065"/>
                  </a:lnTo>
                  <a:lnTo>
                    <a:pt x="263828" y="109398"/>
                  </a:lnTo>
                  <a:lnTo>
                    <a:pt x="262829" y="109475"/>
                  </a:lnTo>
                  <a:lnTo>
                    <a:pt x="260715" y="109313"/>
                  </a:lnTo>
                  <a:lnTo>
                    <a:pt x="259555" y="109077"/>
                  </a:lnTo>
                  <a:lnTo>
                    <a:pt x="259236" y="109330"/>
                  </a:lnTo>
                  <a:lnTo>
                    <a:pt x="260435" y="109919"/>
                  </a:lnTo>
                  <a:lnTo>
                    <a:pt x="260898" y="110317"/>
                  </a:lnTo>
                  <a:lnTo>
                    <a:pt x="261259" y="110872"/>
                  </a:lnTo>
                  <a:lnTo>
                    <a:pt x="261468" y="111394"/>
                  </a:lnTo>
                  <a:lnTo>
                    <a:pt x="261527" y="111882"/>
                  </a:lnTo>
                  <a:lnTo>
                    <a:pt x="260546" y="112284"/>
                  </a:lnTo>
                  <a:lnTo>
                    <a:pt x="259367" y="113412"/>
                  </a:lnTo>
                  <a:lnTo>
                    <a:pt x="258907" y="114579"/>
                  </a:lnTo>
                  <a:lnTo>
                    <a:pt x="257839" y="114690"/>
                  </a:lnTo>
                  <a:lnTo>
                    <a:pt x="257408" y="114471"/>
                  </a:lnTo>
                  <a:lnTo>
                    <a:pt x="255974" y="114824"/>
                  </a:lnTo>
                  <a:lnTo>
                    <a:pt x="254081" y="114337"/>
                  </a:lnTo>
                  <a:lnTo>
                    <a:pt x="253403" y="113803"/>
                  </a:lnTo>
                  <a:lnTo>
                    <a:pt x="251340" y="111607"/>
                  </a:lnTo>
                  <a:lnTo>
                    <a:pt x="251286" y="111854"/>
                  </a:lnTo>
                  <a:lnTo>
                    <a:pt x="251803" y="112963"/>
                  </a:lnTo>
                  <a:lnTo>
                    <a:pt x="251698" y="113622"/>
                  </a:lnTo>
                  <a:lnTo>
                    <a:pt x="249512" y="114100"/>
                  </a:lnTo>
                  <a:lnTo>
                    <a:pt x="249520" y="114286"/>
                  </a:lnTo>
                  <a:lnTo>
                    <a:pt x="250862" y="114634"/>
                  </a:lnTo>
                  <a:lnTo>
                    <a:pt x="252487" y="114903"/>
                  </a:lnTo>
                  <a:lnTo>
                    <a:pt x="252233" y="115928"/>
                  </a:lnTo>
                  <a:lnTo>
                    <a:pt x="252242" y="120301"/>
                  </a:lnTo>
                  <a:lnTo>
                    <a:pt x="251878" y="121853"/>
                  </a:lnTo>
                  <a:lnTo>
                    <a:pt x="251083" y="123209"/>
                  </a:lnTo>
                  <a:lnTo>
                    <a:pt x="249941" y="124508"/>
                  </a:lnTo>
                  <a:lnTo>
                    <a:pt x="248705" y="123657"/>
                  </a:lnTo>
                  <a:lnTo>
                    <a:pt x="248212" y="122789"/>
                  </a:lnTo>
                  <a:lnTo>
                    <a:pt x="247797" y="122343"/>
                  </a:lnTo>
                  <a:lnTo>
                    <a:pt x="247206" y="121981"/>
                  </a:lnTo>
                  <a:lnTo>
                    <a:pt x="246443" y="121811"/>
                  </a:lnTo>
                  <a:lnTo>
                    <a:pt x="245638" y="121804"/>
                  </a:lnTo>
                  <a:lnTo>
                    <a:pt x="244782" y="122582"/>
                  </a:lnTo>
                  <a:lnTo>
                    <a:pt x="243849" y="121911"/>
                  </a:lnTo>
                  <a:lnTo>
                    <a:pt x="242948" y="121100"/>
                  </a:lnTo>
                  <a:lnTo>
                    <a:pt x="243288" y="118978"/>
                  </a:lnTo>
                  <a:lnTo>
                    <a:pt x="243667" y="117915"/>
                  </a:lnTo>
                  <a:lnTo>
                    <a:pt x="243515" y="117923"/>
                  </a:lnTo>
                  <a:lnTo>
                    <a:pt x="243003" y="118426"/>
                  </a:lnTo>
                  <a:lnTo>
                    <a:pt x="241774" y="119980"/>
                  </a:lnTo>
                  <a:lnTo>
                    <a:pt x="240967" y="121879"/>
                  </a:lnTo>
                  <a:lnTo>
                    <a:pt x="239924" y="121149"/>
                  </a:lnTo>
                  <a:lnTo>
                    <a:pt x="238983" y="120240"/>
                  </a:lnTo>
                  <a:lnTo>
                    <a:pt x="238206" y="119327"/>
                  </a:lnTo>
                  <a:lnTo>
                    <a:pt x="236951" y="118273"/>
                  </a:lnTo>
                  <a:lnTo>
                    <a:pt x="235731" y="117036"/>
                  </a:lnTo>
                  <a:lnTo>
                    <a:pt x="235096" y="115580"/>
                  </a:lnTo>
                  <a:lnTo>
                    <a:pt x="234800" y="115281"/>
                  </a:lnTo>
                  <a:lnTo>
                    <a:pt x="234090" y="114067"/>
                  </a:lnTo>
                  <a:lnTo>
                    <a:pt x="233811" y="113720"/>
                  </a:lnTo>
                  <a:lnTo>
                    <a:pt x="233566" y="113605"/>
                  </a:lnTo>
                  <a:lnTo>
                    <a:pt x="232958" y="112849"/>
                  </a:lnTo>
                  <a:lnTo>
                    <a:pt x="233181" y="112039"/>
                  </a:lnTo>
                  <a:lnTo>
                    <a:pt x="234138" y="111082"/>
                  </a:lnTo>
                  <a:lnTo>
                    <a:pt x="235009" y="110395"/>
                  </a:lnTo>
                  <a:lnTo>
                    <a:pt x="236453" y="109717"/>
                  </a:lnTo>
                  <a:lnTo>
                    <a:pt x="238142" y="109335"/>
                  </a:lnTo>
                  <a:lnTo>
                    <a:pt x="238910" y="108461"/>
                  </a:lnTo>
                  <a:lnTo>
                    <a:pt x="239852" y="106869"/>
                  </a:lnTo>
                  <a:lnTo>
                    <a:pt x="240883" y="105761"/>
                  </a:lnTo>
                  <a:lnTo>
                    <a:pt x="242005" y="105134"/>
                  </a:lnTo>
                  <a:lnTo>
                    <a:pt x="241447" y="105017"/>
                  </a:lnTo>
                  <a:lnTo>
                    <a:pt x="240020" y="105554"/>
                  </a:lnTo>
                  <a:lnTo>
                    <a:pt x="239018" y="106336"/>
                  </a:lnTo>
                  <a:lnTo>
                    <a:pt x="237825" y="107641"/>
                  </a:lnTo>
                  <a:lnTo>
                    <a:pt x="236715" y="108473"/>
                  </a:lnTo>
                  <a:lnTo>
                    <a:pt x="233869" y="109439"/>
                  </a:lnTo>
                  <a:lnTo>
                    <a:pt x="232826" y="109633"/>
                  </a:lnTo>
                  <a:lnTo>
                    <a:pt x="231614" y="109736"/>
                  </a:lnTo>
                  <a:lnTo>
                    <a:pt x="228946" y="109600"/>
                  </a:lnTo>
                  <a:lnTo>
                    <a:pt x="228328" y="109275"/>
                  </a:lnTo>
                  <a:lnTo>
                    <a:pt x="228648" y="108352"/>
                  </a:lnTo>
                  <a:lnTo>
                    <a:pt x="230548" y="106702"/>
                  </a:lnTo>
                  <a:lnTo>
                    <a:pt x="230245" y="106585"/>
                  </a:lnTo>
                  <a:lnTo>
                    <a:pt x="229577" y="107169"/>
                  </a:lnTo>
                  <a:lnTo>
                    <a:pt x="228660" y="107573"/>
                  </a:lnTo>
                  <a:lnTo>
                    <a:pt x="227864" y="107780"/>
                  </a:lnTo>
                  <a:lnTo>
                    <a:pt x="226694" y="107706"/>
                  </a:lnTo>
                  <a:lnTo>
                    <a:pt x="225324" y="106678"/>
                  </a:lnTo>
                  <a:lnTo>
                    <a:pt x="224673" y="106362"/>
                  </a:lnTo>
                  <a:lnTo>
                    <a:pt x="223331" y="106008"/>
                  </a:lnTo>
                  <a:lnTo>
                    <a:pt x="222785" y="105655"/>
                  </a:lnTo>
                  <a:lnTo>
                    <a:pt x="220558" y="103135"/>
                  </a:lnTo>
                  <a:lnTo>
                    <a:pt x="220109" y="102465"/>
                  </a:lnTo>
                  <a:lnTo>
                    <a:pt x="219848" y="101807"/>
                  </a:lnTo>
                  <a:lnTo>
                    <a:pt x="219134" y="101254"/>
                  </a:lnTo>
                  <a:lnTo>
                    <a:pt x="217966" y="100805"/>
                  </a:lnTo>
                  <a:lnTo>
                    <a:pt x="217696" y="100879"/>
                  </a:lnTo>
                  <a:lnTo>
                    <a:pt x="218116" y="101441"/>
                  </a:lnTo>
                  <a:lnTo>
                    <a:pt x="218130" y="101925"/>
                  </a:lnTo>
                  <a:lnTo>
                    <a:pt x="217109" y="102228"/>
                  </a:lnTo>
                  <a:lnTo>
                    <a:pt x="216042" y="102123"/>
                  </a:lnTo>
                  <a:lnTo>
                    <a:pt x="214929" y="101611"/>
                  </a:lnTo>
                  <a:lnTo>
                    <a:pt x="214831" y="102299"/>
                  </a:lnTo>
                  <a:lnTo>
                    <a:pt x="216022" y="103521"/>
                  </a:lnTo>
                  <a:lnTo>
                    <a:pt x="216041" y="105070"/>
                  </a:lnTo>
                  <a:lnTo>
                    <a:pt x="215704" y="105230"/>
                  </a:lnTo>
                  <a:lnTo>
                    <a:pt x="214892" y="105320"/>
                  </a:lnTo>
                  <a:lnTo>
                    <a:pt x="214347" y="105129"/>
                  </a:lnTo>
                  <a:lnTo>
                    <a:pt x="212541" y="103972"/>
                  </a:lnTo>
                  <a:lnTo>
                    <a:pt x="210828" y="103166"/>
                  </a:lnTo>
                  <a:lnTo>
                    <a:pt x="209620" y="102721"/>
                  </a:lnTo>
                  <a:lnTo>
                    <a:pt x="209479" y="103037"/>
                  </a:lnTo>
                  <a:lnTo>
                    <a:pt x="210262" y="104434"/>
                  </a:lnTo>
                  <a:lnTo>
                    <a:pt x="211171" y="105811"/>
                  </a:lnTo>
                  <a:lnTo>
                    <a:pt x="212659" y="106946"/>
                  </a:lnTo>
                  <a:lnTo>
                    <a:pt x="215029" y="108298"/>
                  </a:lnTo>
                  <a:lnTo>
                    <a:pt x="216103" y="109077"/>
                  </a:lnTo>
                  <a:lnTo>
                    <a:pt x="215257" y="110177"/>
                  </a:lnTo>
                  <a:lnTo>
                    <a:pt x="214521" y="110537"/>
                  </a:lnTo>
                  <a:lnTo>
                    <a:pt x="214064" y="110649"/>
                  </a:lnTo>
                  <a:lnTo>
                    <a:pt x="212626" y="110650"/>
                  </a:lnTo>
                  <a:lnTo>
                    <a:pt x="210003" y="110043"/>
                  </a:lnTo>
                  <a:lnTo>
                    <a:pt x="208771" y="109364"/>
                  </a:lnTo>
                  <a:lnTo>
                    <a:pt x="206982" y="107746"/>
                  </a:lnTo>
                  <a:lnTo>
                    <a:pt x="204024" y="106080"/>
                  </a:lnTo>
                  <a:lnTo>
                    <a:pt x="203382" y="106089"/>
                  </a:lnTo>
                  <a:lnTo>
                    <a:pt x="201290" y="106767"/>
                  </a:lnTo>
                  <a:lnTo>
                    <a:pt x="201619" y="106876"/>
                  </a:lnTo>
                  <a:lnTo>
                    <a:pt x="202967" y="106925"/>
                  </a:lnTo>
                  <a:lnTo>
                    <a:pt x="203957" y="107141"/>
                  </a:lnTo>
                  <a:lnTo>
                    <a:pt x="206321" y="108457"/>
                  </a:lnTo>
                  <a:lnTo>
                    <a:pt x="206499" y="109014"/>
                  </a:lnTo>
                  <a:lnTo>
                    <a:pt x="205909" y="109633"/>
                  </a:lnTo>
                  <a:lnTo>
                    <a:pt x="205946" y="110413"/>
                  </a:lnTo>
                  <a:lnTo>
                    <a:pt x="206609" y="111357"/>
                  </a:lnTo>
                  <a:lnTo>
                    <a:pt x="207287" y="111959"/>
                  </a:lnTo>
                  <a:lnTo>
                    <a:pt x="208678" y="112385"/>
                  </a:lnTo>
                  <a:lnTo>
                    <a:pt x="209377" y="112441"/>
                  </a:lnTo>
                  <a:lnTo>
                    <a:pt x="209639" y="112714"/>
                  </a:lnTo>
                  <a:lnTo>
                    <a:pt x="208807" y="114814"/>
                  </a:lnTo>
                  <a:lnTo>
                    <a:pt x="208737" y="115388"/>
                  </a:lnTo>
                  <a:lnTo>
                    <a:pt x="208974" y="115626"/>
                  </a:lnTo>
                  <a:lnTo>
                    <a:pt x="209264" y="115646"/>
                  </a:lnTo>
                  <a:lnTo>
                    <a:pt x="211052" y="114783"/>
                  </a:lnTo>
                  <a:lnTo>
                    <a:pt x="211800" y="114572"/>
                  </a:lnTo>
                  <a:lnTo>
                    <a:pt x="212447" y="114529"/>
                  </a:lnTo>
                  <a:lnTo>
                    <a:pt x="213199" y="114771"/>
                  </a:lnTo>
                  <a:lnTo>
                    <a:pt x="214055" y="115298"/>
                  </a:lnTo>
                  <a:lnTo>
                    <a:pt x="214559" y="115842"/>
                  </a:lnTo>
                  <a:lnTo>
                    <a:pt x="214711" y="116403"/>
                  </a:lnTo>
                  <a:lnTo>
                    <a:pt x="214966" y="116769"/>
                  </a:lnTo>
                  <a:lnTo>
                    <a:pt x="216720" y="117363"/>
                  </a:lnTo>
                  <a:lnTo>
                    <a:pt x="216559" y="117640"/>
                  </a:lnTo>
                  <a:lnTo>
                    <a:pt x="214751" y="118531"/>
                  </a:lnTo>
                  <a:lnTo>
                    <a:pt x="214653" y="118671"/>
                  </a:lnTo>
                  <a:lnTo>
                    <a:pt x="215014" y="118736"/>
                  </a:lnTo>
                  <a:lnTo>
                    <a:pt x="216156" y="119268"/>
                  </a:lnTo>
                  <a:lnTo>
                    <a:pt x="217207" y="120100"/>
                  </a:lnTo>
                  <a:lnTo>
                    <a:pt x="217850" y="121092"/>
                  </a:lnTo>
                  <a:lnTo>
                    <a:pt x="217979" y="121580"/>
                  </a:lnTo>
                  <a:lnTo>
                    <a:pt x="217972" y="122043"/>
                  </a:lnTo>
                  <a:lnTo>
                    <a:pt x="218117" y="122321"/>
                  </a:lnTo>
                  <a:lnTo>
                    <a:pt x="218673" y="122370"/>
                  </a:lnTo>
                  <a:lnTo>
                    <a:pt x="218901" y="122194"/>
                  </a:lnTo>
                  <a:lnTo>
                    <a:pt x="219155" y="122227"/>
                  </a:lnTo>
                  <a:lnTo>
                    <a:pt x="219436" y="122470"/>
                  </a:lnTo>
                  <a:lnTo>
                    <a:pt x="219732" y="123231"/>
                  </a:lnTo>
                  <a:lnTo>
                    <a:pt x="220365" y="125457"/>
                  </a:lnTo>
                  <a:lnTo>
                    <a:pt x="220699" y="126083"/>
                  </a:lnTo>
                  <a:lnTo>
                    <a:pt x="220891" y="126104"/>
                  </a:lnTo>
                  <a:lnTo>
                    <a:pt x="220990" y="123870"/>
                  </a:lnTo>
                  <a:lnTo>
                    <a:pt x="221285" y="123500"/>
                  </a:lnTo>
                  <a:lnTo>
                    <a:pt x="222399" y="123896"/>
                  </a:lnTo>
                  <a:lnTo>
                    <a:pt x="224031" y="124766"/>
                  </a:lnTo>
                  <a:lnTo>
                    <a:pt x="225180" y="125540"/>
                  </a:lnTo>
                  <a:lnTo>
                    <a:pt x="225313" y="125902"/>
                  </a:lnTo>
                  <a:lnTo>
                    <a:pt x="224445" y="126605"/>
                  </a:lnTo>
                  <a:lnTo>
                    <a:pt x="224628" y="126918"/>
                  </a:lnTo>
                  <a:lnTo>
                    <a:pt x="225266" y="127377"/>
                  </a:lnTo>
                  <a:lnTo>
                    <a:pt x="225854" y="127202"/>
                  </a:lnTo>
                  <a:lnTo>
                    <a:pt x="226280" y="126417"/>
                  </a:lnTo>
                  <a:lnTo>
                    <a:pt x="227012" y="125645"/>
                  </a:lnTo>
                  <a:lnTo>
                    <a:pt x="227879" y="125099"/>
                  </a:lnTo>
                  <a:lnTo>
                    <a:pt x="229491" y="125548"/>
                  </a:lnTo>
                  <a:lnTo>
                    <a:pt x="230828" y="126703"/>
                  </a:lnTo>
                  <a:lnTo>
                    <a:pt x="231032" y="127099"/>
                  </a:lnTo>
                  <a:lnTo>
                    <a:pt x="231903" y="127599"/>
                  </a:lnTo>
                  <a:lnTo>
                    <a:pt x="232671" y="127321"/>
                  </a:lnTo>
                  <a:lnTo>
                    <a:pt x="234158" y="128644"/>
                  </a:lnTo>
                  <a:lnTo>
                    <a:pt x="233453" y="129244"/>
                  </a:lnTo>
                  <a:lnTo>
                    <a:pt x="231907" y="130117"/>
                  </a:lnTo>
                  <a:lnTo>
                    <a:pt x="231750" y="130412"/>
                  </a:lnTo>
                  <a:lnTo>
                    <a:pt x="232122" y="130345"/>
                  </a:lnTo>
                  <a:lnTo>
                    <a:pt x="235068" y="130344"/>
                  </a:lnTo>
                  <a:lnTo>
                    <a:pt x="235864" y="130694"/>
                  </a:lnTo>
                  <a:lnTo>
                    <a:pt x="236052" y="131362"/>
                  </a:lnTo>
                  <a:lnTo>
                    <a:pt x="234743" y="133223"/>
                  </a:lnTo>
                  <a:lnTo>
                    <a:pt x="233542" y="133058"/>
                  </a:lnTo>
                  <a:lnTo>
                    <a:pt x="231957" y="133013"/>
                  </a:lnTo>
                  <a:lnTo>
                    <a:pt x="231142" y="133113"/>
                  </a:lnTo>
                  <a:lnTo>
                    <a:pt x="231268" y="133354"/>
                  </a:lnTo>
                  <a:lnTo>
                    <a:pt x="233467" y="134213"/>
                  </a:lnTo>
                  <a:lnTo>
                    <a:pt x="234090" y="134919"/>
                  </a:lnTo>
                  <a:lnTo>
                    <a:pt x="234934" y="135642"/>
                  </a:lnTo>
                  <a:lnTo>
                    <a:pt x="235343" y="136237"/>
                  </a:lnTo>
                  <a:lnTo>
                    <a:pt x="235333" y="136511"/>
                  </a:lnTo>
                  <a:lnTo>
                    <a:pt x="234986" y="136923"/>
                  </a:lnTo>
                  <a:lnTo>
                    <a:pt x="235151" y="137060"/>
                  </a:lnTo>
                  <a:lnTo>
                    <a:pt x="236658" y="137330"/>
                  </a:lnTo>
                  <a:lnTo>
                    <a:pt x="237592" y="137088"/>
                  </a:lnTo>
                  <a:lnTo>
                    <a:pt x="238766" y="136996"/>
                  </a:lnTo>
                  <a:lnTo>
                    <a:pt x="239800" y="137063"/>
                  </a:lnTo>
                  <a:lnTo>
                    <a:pt x="239883" y="137319"/>
                  </a:lnTo>
                  <a:lnTo>
                    <a:pt x="239727" y="137998"/>
                  </a:lnTo>
                  <a:lnTo>
                    <a:pt x="238668" y="138625"/>
                  </a:lnTo>
                  <a:lnTo>
                    <a:pt x="238951" y="138772"/>
                  </a:lnTo>
                  <a:lnTo>
                    <a:pt x="240195" y="138592"/>
                  </a:lnTo>
                  <a:lnTo>
                    <a:pt x="240766" y="138884"/>
                  </a:lnTo>
                  <a:lnTo>
                    <a:pt x="241503" y="140377"/>
                  </a:lnTo>
                  <a:lnTo>
                    <a:pt x="242331" y="141549"/>
                  </a:lnTo>
                  <a:lnTo>
                    <a:pt x="241657" y="141818"/>
                  </a:lnTo>
                  <a:lnTo>
                    <a:pt x="240906" y="141921"/>
                  </a:lnTo>
                  <a:lnTo>
                    <a:pt x="241013" y="143415"/>
                  </a:lnTo>
                  <a:lnTo>
                    <a:pt x="241501" y="144946"/>
                  </a:lnTo>
                  <a:lnTo>
                    <a:pt x="241506" y="146413"/>
                  </a:lnTo>
                  <a:lnTo>
                    <a:pt x="241353" y="147719"/>
                  </a:lnTo>
                  <a:lnTo>
                    <a:pt x="240666" y="148009"/>
                  </a:lnTo>
                  <a:lnTo>
                    <a:pt x="239931" y="147979"/>
                  </a:lnTo>
                  <a:lnTo>
                    <a:pt x="239638" y="147651"/>
                  </a:lnTo>
                  <a:lnTo>
                    <a:pt x="237834" y="143747"/>
                  </a:lnTo>
                  <a:lnTo>
                    <a:pt x="237389" y="143042"/>
                  </a:lnTo>
                  <a:lnTo>
                    <a:pt x="236855" y="142427"/>
                  </a:lnTo>
                  <a:lnTo>
                    <a:pt x="234943" y="140741"/>
                  </a:lnTo>
                  <a:lnTo>
                    <a:pt x="235018" y="141012"/>
                  </a:lnTo>
                  <a:lnTo>
                    <a:pt x="235492" y="141790"/>
                  </a:lnTo>
                  <a:lnTo>
                    <a:pt x="235912" y="142949"/>
                  </a:lnTo>
                  <a:lnTo>
                    <a:pt x="236461" y="145262"/>
                  </a:lnTo>
                  <a:lnTo>
                    <a:pt x="236713" y="146751"/>
                  </a:lnTo>
                  <a:lnTo>
                    <a:pt x="236600" y="147317"/>
                  </a:lnTo>
                  <a:lnTo>
                    <a:pt x="236209" y="147455"/>
                  </a:lnTo>
                  <a:lnTo>
                    <a:pt x="236106" y="147726"/>
                  </a:lnTo>
                  <a:lnTo>
                    <a:pt x="236291" y="148128"/>
                  </a:lnTo>
                  <a:lnTo>
                    <a:pt x="237753" y="149648"/>
                  </a:lnTo>
                  <a:lnTo>
                    <a:pt x="238459" y="150564"/>
                  </a:lnTo>
                  <a:lnTo>
                    <a:pt x="238959" y="151515"/>
                  </a:lnTo>
                  <a:lnTo>
                    <a:pt x="239425" y="152157"/>
                  </a:lnTo>
                  <a:lnTo>
                    <a:pt x="239858" y="152489"/>
                  </a:lnTo>
                  <a:lnTo>
                    <a:pt x="239751" y="152762"/>
                  </a:lnTo>
                  <a:lnTo>
                    <a:pt x="239106" y="152975"/>
                  </a:lnTo>
                  <a:lnTo>
                    <a:pt x="238000" y="153076"/>
                  </a:lnTo>
                  <a:lnTo>
                    <a:pt x="237484" y="152947"/>
                  </a:lnTo>
                  <a:lnTo>
                    <a:pt x="235500" y="152066"/>
                  </a:lnTo>
                  <a:lnTo>
                    <a:pt x="235218" y="152341"/>
                  </a:lnTo>
                  <a:lnTo>
                    <a:pt x="236317" y="155565"/>
                  </a:lnTo>
                  <a:lnTo>
                    <a:pt x="236283" y="156336"/>
                  </a:lnTo>
                  <a:lnTo>
                    <a:pt x="235731" y="156611"/>
                  </a:lnTo>
                  <a:lnTo>
                    <a:pt x="235052" y="156290"/>
                  </a:lnTo>
                  <a:lnTo>
                    <a:pt x="234243" y="155375"/>
                  </a:lnTo>
                  <a:lnTo>
                    <a:pt x="233006" y="154355"/>
                  </a:lnTo>
                  <a:lnTo>
                    <a:pt x="231342" y="153229"/>
                  </a:lnTo>
                  <a:lnTo>
                    <a:pt x="229753" y="152349"/>
                  </a:lnTo>
                  <a:lnTo>
                    <a:pt x="229380" y="152373"/>
                  </a:lnTo>
                  <a:lnTo>
                    <a:pt x="229136" y="152634"/>
                  </a:lnTo>
                  <a:lnTo>
                    <a:pt x="228871" y="152676"/>
                  </a:lnTo>
                  <a:lnTo>
                    <a:pt x="228583" y="152501"/>
                  </a:lnTo>
                  <a:lnTo>
                    <a:pt x="228052" y="151840"/>
                  </a:lnTo>
                  <a:lnTo>
                    <a:pt x="227497" y="151391"/>
                  </a:lnTo>
                  <a:lnTo>
                    <a:pt x="225178" y="149906"/>
                  </a:lnTo>
                  <a:lnTo>
                    <a:pt x="224939" y="149891"/>
                  </a:lnTo>
                  <a:lnTo>
                    <a:pt x="225158" y="150336"/>
                  </a:lnTo>
                  <a:lnTo>
                    <a:pt x="225395" y="151314"/>
                  </a:lnTo>
                  <a:lnTo>
                    <a:pt x="225134" y="151527"/>
                  </a:lnTo>
                  <a:lnTo>
                    <a:pt x="224527" y="151447"/>
                  </a:lnTo>
                  <a:lnTo>
                    <a:pt x="223376" y="151021"/>
                  </a:lnTo>
                  <a:lnTo>
                    <a:pt x="222601" y="150044"/>
                  </a:lnTo>
                  <a:lnTo>
                    <a:pt x="221616" y="148348"/>
                  </a:lnTo>
                  <a:lnTo>
                    <a:pt x="221100" y="147708"/>
                  </a:lnTo>
                  <a:lnTo>
                    <a:pt x="221055" y="148124"/>
                  </a:lnTo>
                  <a:lnTo>
                    <a:pt x="221329" y="149740"/>
                  </a:lnTo>
                  <a:lnTo>
                    <a:pt x="221276" y="150283"/>
                  </a:lnTo>
                  <a:lnTo>
                    <a:pt x="220699" y="150431"/>
                  </a:lnTo>
                  <a:lnTo>
                    <a:pt x="220455" y="150282"/>
                  </a:lnTo>
                  <a:lnTo>
                    <a:pt x="220215" y="149851"/>
                  </a:lnTo>
                  <a:lnTo>
                    <a:pt x="219982" y="149138"/>
                  </a:lnTo>
                  <a:lnTo>
                    <a:pt x="219431" y="148596"/>
                  </a:lnTo>
                  <a:lnTo>
                    <a:pt x="218562" y="148225"/>
                  </a:lnTo>
                  <a:lnTo>
                    <a:pt x="218076" y="147836"/>
                  </a:lnTo>
                  <a:lnTo>
                    <a:pt x="217835" y="147145"/>
                  </a:lnTo>
                  <a:lnTo>
                    <a:pt x="217667" y="146986"/>
                  </a:lnTo>
                  <a:lnTo>
                    <a:pt x="216135" y="147146"/>
                  </a:lnTo>
                  <a:lnTo>
                    <a:pt x="215368" y="146648"/>
                  </a:lnTo>
                  <a:lnTo>
                    <a:pt x="213153" y="144686"/>
                  </a:lnTo>
                  <a:lnTo>
                    <a:pt x="211126" y="142559"/>
                  </a:lnTo>
                  <a:lnTo>
                    <a:pt x="209849" y="141434"/>
                  </a:lnTo>
                  <a:lnTo>
                    <a:pt x="209385" y="141167"/>
                  </a:lnTo>
                  <a:lnTo>
                    <a:pt x="210065" y="142544"/>
                  </a:lnTo>
                  <a:lnTo>
                    <a:pt x="210811" y="144577"/>
                  </a:lnTo>
                  <a:lnTo>
                    <a:pt x="211000" y="145504"/>
                  </a:lnTo>
                  <a:lnTo>
                    <a:pt x="210658" y="145546"/>
                  </a:lnTo>
                  <a:lnTo>
                    <a:pt x="209909" y="145135"/>
                  </a:lnTo>
                  <a:lnTo>
                    <a:pt x="206071" y="142515"/>
                  </a:lnTo>
                  <a:lnTo>
                    <a:pt x="203704" y="141282"/>
                  </a:lnTo>
                  <a:lnTo>
                    <a:pt x="202388" y="141064"/>
                  </a:lnTo>
                  <a:lnTo>
                    <a:pt x="200249" y="140914"/>
                  </a:lnTo>
                  <a:lnTo>
                    <a:pt x="199756" y="141592"/>
                  </a:lnTo>
                  <a:lnTo>
                    <a:pt x="200909" y="143100"/>
                  </a:lnTo>
                  <a:lnTo>
                    <a:pt x="202032" y="144236"/>
                  </a:lnTo>
                  <a:lnTo>
                    <a:pt x="203124" y="145000"/>
                  </a:lnTo>
                  <a:lnTo>
                    <a:pt x="204838" y="146488"/>
                  </a:lnTo>
                  <a:lnTo>
                    <a:pt x="206407" y="148406"/>
                  </a:lnTo>
                  <a:lnTo>
                    <a:pt x="207039" y="148997"/>
                  </a:lnTo>
                  <a:lnTo>
                    <a:pt x="209177" y="149815"/>
                  </a:lnTo>
                  <a:lnTo>
                    <a:pt x="210292" y="150033"/>
                  </a:lnTo>
                  <a:lnTo>
                    <a:pt x="211441" y="150096"/>
                  </a:lnTo>
                  <a:lnTo>
                    <a:pt x="211546" y="150387"/>
                  </a:lnTo>
                  <a:lnTo>
                    <a:pt x="210989" y="150931"/>
                  </a:lnTo>
                  <a:lnTo>
                    <a:pt x="210864" y="151267"/>
                  </a:lnTo>
                  <a:lnTo>
                    <a:pt x="213407" y="152123"/>
                  </a:lnTo>
                  <a:lnTo>
                    <a:pt x="214368" y="152598"/>
                  </a:lnTo>
                  <a:lnTo>
                    <a:pt x="215296" y="153387"/>
                  </a:lnTo>
                  <a:lnTo>
                    <a:pt x="215824" y="153584"/>
                  </a:lnTo>
                  <a:lnTo>
                    <a:pt x="218030" y="155574"/>
                  </a:lnTo>
                  <a:lnTo>
                    <a:pt x="218579" y="155891"/>
                  </a:lnTo>
                  <a:lnTo>
                    <a:pt x="220542" y="156537"/>
                  </a:lnTo>
                  <a:lnTo>
                    <a:pt x="221196" y="156951"/>
                  </a:lnTo>
                  <a:lnTo>
                    <a:pt x="222278" y="158236"/>
                  </a:lnTo>
                  <a:lnTo>
                    <a:pt x="222957" y="158889"/>
                  </a:lnTo>
                  <a:lnTo>
                    <a:pt x="223917" y="160440"/>
                  </a:lnTo>
                  <a:lnTo>
                    <a:pt x="224636" y="161127"/>
                  </a:lnTo>
                  <a:lnTo>
                    <a:pt x="226398" y="161912"/>
                  </a:lnTo>
                  <a:lnTo>
                    <a:pt x="227149" y="162137"/>
                  </a:lnTo>
                  <a:lnTo>
                    <a:pt x="227485" y="162435"/>
                  </a:lnTo>
                  <a:lnTo>
                    <a:pt x="227256" y="163141"/>
                  </a:lnTo>
                  <a:lnTo>
                    <a:pt x="227042" y="163435"/>
                  </a:lnTo>
                  <a:lnTo>
                    <a:pt x="226037" y="163920"/>
                  </a:lnTo>
                  <a:lnTo>
                    <a:pt x="226196" y="164597"/>
                  </a:lnTo>
                  <a:lnTo>
                    <a:pt x="226763" y="165802"/>
                  </a:lnTo>
                  <a:lnTo>
                    <a:pt x="226740" y="166550"/>
                  </a:lnTo>
                  <a:lnTo>
                    <a:pt x="226125" y="166840"/>
                  </a:lnTo>
                  <a:lnTo>
                    <a:pt x="224869" y="167186"/>
                  </a:lnTo>
                  <a:lnTo>
                    <a:pt x="224234" y="167158"/>
                  </a:lnTo>
                  <a:lnTo>
                    <a:pt x="223281" y="166873"/>
                  </a:lnTo>
                  <a:lnTo>
                    <a:pt x="222081" y="166387"/>
                  </a:lnTo>
                  <a:lnTo>
                    <a:pt x="219699" y="165173"/>
                  </a:lnTo>
                  <a:lnTo>
                    <a:pt x="216123" y="164333"/>
                  </a:lnTo>
                  <a:lnTo>
                    <a:pt x="214790" y="163884"/>
                  </a:lnTo>
                  <a:lnTo>
                    <a:pt x="214345" y="163479"/>
                  </a:lnTo>
                  <a:lnTo>
                    <a:pt x="213672" y="163239"/>
                  </a:lnTo>
                  <a:lnTo>
                    <a:pt x="204794" y="162069"/>
                  </a:lnTo>
                  <a:lnTo>
                    <a:pt x="203306" y="161783"/>
                  </a:lnTo>
                  <a:lnTo>
                    <a:pt x="202381" y="161425"/>
                  </a:lnTo>
                  <a:lnTo>
                    <a:pt x="201522" y="160899"/>
                  </a:lnTo>
                  <a:lnTo>
                    <a:pt x="198136" y="159697"/>
                  </a:lnTo>
                  <a:lnTo>
                    <a:pt x="197727" y="159435"/>
                  </a:lnTo>
                  <a:lnTo>
                    <a:pt x="195452" y="157372"/>
                  </a:lnTo>
                  <a:lnTo>
                    <a:pt x="193757" y="154963"/>
                  </a:lnTo>
                  <a:lnTo>
                    <a:pt x="193193" y="154641"/>
                  </a:lnTo>
                  <a:lnTo>
                    <a:pt x="191351" y="154323"/>
                  </a:lnTo>
                  <a:lnTo>
                    <a:pt x="189812" y="154523"/>
                  </a:lnTo>
                  <a:lnTo>
                    <a:pt x="188783" y="154787"/>
                  </a:lnTo>
                  <a:lnTo>
                    <a:pt x="187220" y="154701"/>
                  </a:lnTo>
                  <a:lnTo>
                    <a:pt x="186199" y="154309"/>
                  </a:lnTo>
                  <a:lnTo>
                    <a:pt x="184049" y="153225"/>
                  </a:lnTo>
                  <a:lnTo>
                    <a:pt x="181872" y="152649"/>
                  </a:lnTo>
                  <a:lnTo>
                    <a:pt x="179973" y="151704"/>
                  </a:lnTo>
                  <a:lnTo>
                    <a:pt x="178993" y="151369"/>
                  </a:lnTo>
                  <a:lnTo>
                    <a:pt x="179083" y="151126"/>
                  </a:lnTo>
                  <a:lnTo>
                    <a:pt x="180504" y="149717"/>
                  </a:lnTo>
                  <a:lnTo>
                    <a:pt x="180062" y="149737"/>
                  </a:lnTo>
                  <a:lnTo>
                    <a:pt x="177593" y="150808"/>
                  </a:lnTo>
                  <a:lnTo>
                    <a:pt x="176708" y="150479"/>
                  </a:lnTo>
                  <a:lnTo>
                    <a:pt x="175251" y="149638"/>
                  </a:lnTo>
                  <a:lnTo>
                    <a:pt x="174155" y="148790"/>
                  </a:lnTo>
                  <a:lnTo>
                    <a:pt x="171900" y="146446"/>
                  </a:lnTo>
                  <a:lnTo>
                    <a:pt x="170606" y="145596"/>
                  </a:lnTo>
                  <a:lnTo>
                    <a:pt x="170787" y="145405"/>
                  </a:lnTo>
                  <a:lnTo>
                    <a:pt x="172243" y="145327"/>
                  </a:lnTo>
                  <a:lnTo>
                    <a:pt x="173403" y="145400"/>
                  </a:lnTo>
                  <a:lnTo>
                    <a:pt x="174182" y="145207"/>
                  </a:lnTo>
                  <a:lnTo>
                    <a:pt x="175680" y="144256"/>
                  </a:lnTo>
                  <a:lnTo>
                    <a:pt x="176328" y="143659"/>
                  </a:lnTo>
                  <a:lnTo>
                    <a:pt x="176390" y="143306"/>
                  </a:lnTo>
                  <a:lnTo>
                    <a:pt x="175135" y="143219"/>
                  </a:lnTo>
                  <a:lnTo>
                    <a:pt x="174866" y="143048"/>
                  </a:lnTo>
                  <a:lnTo>
                    <a:pt x="174642" y="142659"/>
                  </a:lnTo>
                  <a:lnTo>
                    <a:pt x="174063" y="142159"/>
                  </a:lnTo>
                  <a:lnTo>
                    <a:pt x="173131" y="141551"/>
                  </a:lnTo>
                  <a:lnTo>
                    <a:pt x="172069" y="141289"/>
                  </a:lnTo>
                  <a:lnTo>
                    <a:pt x="168423" y="141513"/>
                  </a:lnTo>
                  <a:lnTo>
                    <a:pt x="167787" y="141247"/>
                  </a:lnTo>
                  <a:lnTo>
                    <a:pt x="167800" y="140843"/>
                  </a:lnTo>
                  <a:lnTo>
                    <a:pt x="168513" y="139702"/>
                  </a:lnTo>
                  <a:lnTo>
                    <a:pt x="168901" y="139243"/>
                  </a:lnTo>
                  <a:lnTo>
                    <a:pt x="169024" y="138989"/>
                  </a:lnTo>
                  <a:lnTo>
                    <a:pt x="168884" y="138940"/>
                  </a:lnTo>
                  <a:lnTo>
                    <a:pt x="168390" y="138968"/>
                  </a:lnTo>
                  <a:lnTo>
                    <a:pt x="166275" y="139990"/>
                  </a:lnTo>
                  <a:lnTo>
                    <a:pt x="165817" y="139915"/>
                  </a:lnTo>
                  <a:lnTo>
                    <a:pt x="164987" y="138837"/>
                  </a:lnTo>
                  <a:lnTo>
                    <a:pt x="164484" y="137605"/>
                  </a:lnTo>
                  <a:lnTo>
                    <a:pt x="164117" y="137174"/>
                  </a:lnTo>
                  <a:lnTo>
                    <a:pt x="163630" y="137028"/>
                  </a:lnTo>
                  <a:lnTo>
                    <a:pt x="161893" y="135818"/>
                  </a:lnTo>
                  <a:lnTo>
                    <a:pt x="159422" y="133521"/>
                  </a:lnTo>
                  <a:lnTo>
                    <a:pt x="158514" y="132801"/>
                  </a:lnTo>
                  <a:lnTo>
                    <a:pt x="157504" y="132159"/>
                  </a:lnTo>
                  <a:lnTo>
                    <a:pt x="156771" y="131884"/>
                  </a:lnTo>
                  <a:lnTo>
                    <a:pt x="156874" y="131546"/>
                  </a:lnTo>
                  <a:lnTo>
                    <a:pt x="158440" y="129639"/>
                  </a:lnTo>
                  <a:lnTo>
                    <a:pt x="158505" y="129328"/>
                  </a:lnTo>
                  <a:lnTo>
                    <a:pt x="157163" y="129444"/>
                  </a:lnTo>
                  <a:lnTo>
                    <a:pt x="155140" y="129049"/>
                  </a:lnTo>
                  <a:lnTo>
                    <a:pt x="154180" y="129527"/>
                  </a:lnTo>
                  <a:lnTo>
                    <a:pt x="153571" y="129556"/>
                  </a:lnTo>
                  <a:lnTo>
                    <a:pt x="152861" y="129289"/>
                  </a:lnTo>
                  <a:lnTo>
                    <a:pt x="152459" y="129389"/>
                  </a:lnTo>
                  <a:lnTo>
                    <a:pt x="152080" y="130956"/>
                  </a:lnTo>
                  <a:lnTo>
                    <a:pt x="151790" y="131347"/>
                  </a:lnTo>
                  <a:lnTo>
                    <a:pt x="151369" y="131558"/>
                  </a:lnTo>
                  <a:lnTo>
                    <a:pt x="150998" y="131530"/>
                  </a:lnTo>
                  <a:lnTo>
                    <a:pt x="150677" y="131264"/>
                  </a:lnTo>
                  <a:lnTo>
                    <a:pt x="150685" y="130898"/>
                  </a:lnTo>
                  <a:lnTo>
                    <a:pt x="150376" y="128975"/>
                  </a:lnTo>
                  <a:lnTo>
                    <a:pt x="149671" y="128692"/>
                  </a:lnTo>
                  <a:lnTo>
                    <a:pt x="147676" y="128617"/>
                  </a:lnTo>
                  <a:lnTo>
                    <a:pt x="147247" y="128461"/>
                  </a:lnTo>
                  <a:lnTo>
                    <a:pt x="146763" y="128106"/>
                  </a:lnTo>
                  <a:lnTo>
                    <a:pt x="146348" y="127448"/>
                  </a:lnTo>
                  <a:lnTo>
                    <a:pt x="146004" y="126487"/>
                  </a:lnTo>
                  <a:lnTo>
                    <a:pt x="145610" y="125961"/>
                  </a:lnTo>
                  <a:lnTo>
                    <a:pt x="145164" y="125867"/>
                  </a:lnTo>
                  <a:lnTo>
                    <a:pt x="144807" y="125944"/>
                  </a:lnTo>
                  <a:lnTo>
                    <a:pt x="144536" y="126193"/>
                  </a:lnTo>
                  <a:lnTo>
                    <a:pt x="143915" y="126347"/>
                  </a:lnTo>
                  <a:lnTo>
                    <a:pt x="142942" y="126406"/>
                  </a:lnTo>
                  <a:lnTo>
                    <a:pt x="142912" y="126775"/>
                  </a:lnTo>
                  <a:lnTo>
                    <a:pt x="143824" y="127454"/>
                  </a:lnTo>
                  <a:lnTo>
                    <a:pt x="144706" y="128424"/>
                  </a:lnTo>
                  <a:lnTo>
                    <a:pt x="145555" y="129683"/>
                  </a:lnTo>
                  <a:lnTo>
                    <a:pt x="145038" y="130527"/>
                  </a:lnTo>
                  <a:lnTo>
                    <a:pt x="143153" y="130957"/>
                  </a:lnTo>
                  <a:lnTo>
                    <a:pt x="141512" y="131083"/>
                  </a:lnTo>
                  <a:lnTo>
                    <a:pt x="140115" y="130906"/>
                  </a:lnTo>
                  <a:lnTo>
                    <a:pt x="139043" y="130613"/>
                  </a:lnTo>
                  <a:lnTo>
                    <a:pt x="137535" y="129910"/>
                  </a:lnTo>
                  <a:lnTo>
                    <a:pt x="135385" y="130139"/>
                  </a:lnTo>
                  <a:lnTo>
                    <a:pt x="134896" y="131986"/>
                  </a:lnTo>
                  <a:lnTo>
                    <a:pt x="134437" y="132088"/>
                  </a:lnTo>
                  <a:lnTo>
                    <a:pt x="132388" y="132040"/>
                  </a:lnTo>
                  <a:lnTo>
                    <a:pt x="131572" y="132204"/>
                  </a:lnTo>
                  <a:lnTo>
                    <a:pt x="128840" y="133224"/>
                  </a:lnTo>
                  <a:lnTo>
                    <a:pt x="128009" y="133367"/>
                  </a:lnTo>
                  <a:lnTo>
                    <a:pt x="127377" y="133246"/>
                  </a:lnTo>
                  <a:lnTo>
                    <a:pt x="126762" y="133493"/>
                  </a:lnTo>
                  <a:lnTo>
                    <a:pt x="125841" y="134077"/>
                  </a:lnTo>
                  <a:lnTo>
                    <a:pt x="124589" y="134138"/>
                  </a:lnTo>
                  <a:lnTo>
                    <a:pt x="123006" y="133675"/>
                  </a:lnTo>
                  <a:lnTo>
                    <a:pt x="121661" y="133477"/>
                  </a:lnTo>
                  <a:lnTo>
                    <a:pt x="120555" y="133542"/>
                  </a:lnTo>
                  <a:lnTo>
                    <a:pt x="119417" y="133270"/>
                  </a:lnTo>
                  <a:lnTo>
                    <a:pt x="118245" y="132658"/>
                  </a:lnTo>
                  <a:lnTo>
                    <a:pt x="117289" y="132383"/>
                  </a:lnTo>
                  <a:lnTo>
                    <a:pt x="116033" y="132430"/>
                  </a:lnTo>
                  <a:lnTo>
                    <a:pt x="115743" y="132333"/>
                  </a:lnTo>
                  <a:lnTo>
                    <a:pt x="113911" y="131022"/>
                  </a:lnTo>
                  <a:lnTo>
                    <a:pt x="113340" y="130489"/>
                  </a:lnTo>
                  <a:lnTo>
                    <a:pt x="112116" y="128837"/>
                  </a:lnTo>
                  <a:lnTo>
                    <a:pt x="111898" y="128183"/>
                  </a:lnTo>
                  <a:lnTo>
                    <a:pt x="111867" y="127484"/>
                  </a:lnTo>
                  <a:lnTo>
                    <a:pt x="111973" y="126967"/>
                  </a:lnTo>
                  <a:lnTo>
                    <a:pt x="112399" y="126187"/>
                  </a:lnTo>
                  <a:lnTo>
                    <a:pt x="112863" y="124352"/>
                  </a:lnTo>
                  <a:lnTo>
                    <a:pt x="113245" y="123743"/>
                  </a:lnTo>
                  <a:lnTo>
                    <a:pt x="113819" y="123190"/>
                  </a:lnTo>
                  <a:lnTo>
                    <a:pt x="114939" y="122488"/>
                  </a:lnTo>
                  <a:lnTo>
                    <a:pt x="118995" y="121252"/>
                  </a:lnTo>
                  <a:lnTo>
                    <a:pt x="119814" y="120764"/>
                  </a:lnTo>
                  <a:lnTo>
                    <a:pt x="119786" y="120440"/>
                  </a:lnTo>
                  <a:lnTo>
                    <a:pt x="118862" y="118928"/>
                  </a:lnTo>
                  <a:lnTo>
                    <a:pt x="118873" y="118541"/>
                  </a:lnTo>
                  <a:lnTo>
                    <a:pt x="119182" y="118315"/>
                  </a:lnTo>
                  <a:lnTo>
                    <a:pt x="119841" y="117431"/>
                  </a:lnTo>
                  <a:lnTo>
                    <a:pt x="120137" y="117185"/>
                  </a:lnTo>
                  <a:lnTo>
                    <a:pt x="120852" y="117049"/>
                  </a:lnTo>
                  <a:lnTo>
                    <a:pt x="122338" y="117495"/>
                  </a:lnTo>
                  <a:lnTo>
                    <a:pt x="123620" y="117675"/>
                  </a:lnTo>
                  <a:lnTo>
                    <a:pt x="125320" y="117732"/>
                  </a:lnTo>
                  <a:lnTo>
                    <a:pt x="128132" y="118348"/>
                  </a:lnTo>
                  <a:lnTo>
                    <a:pt x="132055" y="119524"/>
                  </a:lnTo>
                  <a:lnTo>
                    <a:pt x="134313" y="120338"/>
                  </a:lnTo>
                  <a:lnTo>
                    <a:pt x="136018" y="121541"/>
                  </a:lnTo>
                  <a:lnTo>
                    <a:pt x="137231" y="122724"/>
                  </a:lnTo>
                  <a:lnTo>
                    <a:pt x="137405" y="123323"/>
                  </a:lnTo>
                  <a:lnTo>
                    <a:pt x="136843" y="124244"/>
                  </a:lnTo>
                  <a:lnTo>
                    <a:pt x="136560" y="124514"/>
                  </a:lnTo>
                  <a:lnTo>
                    <a:pt x="136576" y="124830"/>
                  </a:lnTo>
                  <a:lnTo>
                    <a:pt x="136892" y="125190"/>
                  </a:lnTo>
                  <a:lnTo>
                    <a:pt x="137873" y="125714"/>
                  </a:lnTo>
                  <a:lnTo>
                    <a:pt x="138109" y="125516"/>
                  </a:lnTo>
                  <a:lnTo>
                    <a:pt x="138033" y="124889"/>
                  </a:lnTo>
                  <a:lnTo>
                    <a:pt x="138236" y="124363"/>
                  </a:lnTo>
                  <a:lnTo>
                    <a:pt x="138718" y="123937"/>
                  </a:lnTo>
                  <a:lnTo>
                    <a:pt x="138771" y="123383"/>
                  </a:lnTo>
                  <a:lnTo>
                    <a:pt x="138397" y="122702"/>
                  </a:lnTo>
                  <a:lnTo>
                    <a:pt x="137932" y="122114"/>
                  </a:lnTo>
                  <a:lnTo>
                    <a:pt x="137375" y="121620"/>
                  </a:lnTo>
                  <a:lnTo>
                    <a:pt x="134837" y="119920"/>
                  </a:lnTo>
                  <a:lnTo>
                    <a:pt x="134594" y="119355"/>
                  </a:lnTo>
                  <a:lnTo>
                    <a:pt x="135446" y="119101"/>
                  </a:lnTo>
                  <a:lnTo>
                    <a:pt x="139154" y="119672"/>
                  </a:lnTo>
                  <a:lnTo>
                    <a:pt x="140577" y="119545"/>
                  </a:lnTo>
                  <a:lnTo>
                    <a:pt x="141116" y="118882"/>
                  </a:lnTo>
                  <a:lnTo>
                    <a:pt x="141698" y="118428"/>
                  </a:lnTo>
                  <a:lnTo>
                    <a:pt x="142323" y="118185"/>
                  </a:lnTo>
                  <a:lnTo>
                    <a:pt x="143570" y="118078"/>
                  </a:lnTo>
                  <a:lnTo>
                    <a:pt x="145315" y="118387"/>
                  </a:lnTo>
                  <a:lnTo>
                    <a:pt x="146172" y="118433"/>
                  </a:lnTo>
                  <a:lnTo>
                    <a:pt x="146930" y="118321"/>
                  </a:lnTo>
                  <a:lnTo>
                    <a:pt x="147914" y="117960"/>
                  </a:lnTo>
                  <a:lnTo>
                    <a:pt x="149370" y="116756"/>
                  </a:lnTo>
                  <a:lnTo>
                    <a:pt x="150301" y="116483"/>
                  </a:lnTo>
                  <a:lnTo>
                    <a:pt x="151709" y="116294"/>
                  </a:lnTo>
                  <a:lnTo>
                    <a:pt x="152766" y="116268"/>
                  </a:lnTo>
                  <a:lnTo>
                    <a:pt x="154682" y="116750"/>
                  </a:lnTo>
                  <a:lnTo>
                    <a:pt x="155861" y="116737"/>
                  </a:lnTo>
                  <a:lnTo>
                    <a:pt x="155766" y="115933"/>
                  </a:lnTo>
                  <a:lnTo>
                    <a:pt x="154984" y="114394"/>
                  </a:lnTo>
                  <a:lnTo>
                    <a:pt x="154013" y="112811"/>
                  </a:lnTo>
                  <a:lnTo>
                    <a:pt x="153256" y="112275"/>
                  </a:lnTo>
                  <a:lnTo>
                    <a:pt x="151298" y="111272"/>
                  </a:lnTo>
                  <a:lnTo>
                    <a:pt x="148998" y="109379"/>
                  </a:lnTo>
                  <a:lnTo>
                    <a:pt x="147816" y="108205"/>
                  </a:lnTo>
                  <a:lnTo>
                    <a:pt x="147505" y="107618"/>
                  </a:lnTo>
                  <a:lnTo>
                    <a:pt x="147671" y="107227"/>
                  </a:lnTo>
                  <a:lnTo>
                    <a:pt x="148064" y="106654"/>
                  </a:lnTo>
                  <a:lnTo>
                    <a:pt x="152238" y="104563"/>
                  </a:lnTo>
                  <a:lnTo>
                    <a:pt x="155544" y="102486"/>
                  </a:lnTo>
                  <a:lnTo>
                    <a:pt x="156994" y="101423"/>
                  </a:lnTo>
                  <a:lnTo>
                    <a:pt x="157690" y="100682"/>
                  </a:lnTo>
                  <a:lnTo>
                    <a:pt x="158415" y="100143"/>
                  </a:lnTo>
                  <a:lnTo>
                    <a:pt x="159169" y="99805"/>
                  </a:lnTo>
                  <a:lnTo>
                    <a:pt x="160757" y="99401"/>
                  </a:lnTo>
                  <a:lnTo>
                    <a:pt x="161210" y="98882"/>
                  </a:lnTo>
                  <a:lnTo>
                    <a:pt x="161309" y="98001"/>
                  </a:lnTo>
                  <a:lnTo>
                    <a:pt x="161575" y="97238"/>
                  </a:lnTo>
                  <a:lnTo>
                    <a:pt x="163069" y="95182"/>
                  </a:lnTo>
                  <a:lnTo>
                    <a:pt x="164215" y="94627"/>
                  </a:lnTo>
                  <a:lnTo>
                    <a:pt x="165942" y="94241"/>
                  </a:lnTo>
                  <a:lnTo>
                    <a:pt x="167080" y="93749"/>
                  </a:lnTo>
                  <a:lnTo>
                    <a:pt x="168451" y="92062"/>
                  </a:lnTo>
                  <a:lnTo>
                    <a:pt x="168317" y="91642"/>
                  </a:lnTo>
                  <a:lnTo>
                    <a:pt x="167684" y="91323"/>
                  </a:lnTo>
                  <a:lnTo>
                    <a:pt x="167194" y="90841"/>
                  </a:lnTo>
                  <a:lnTo>
                    <a:pt x="165079" y="86423"/>
                  </a:lnTo>
                  <a:lnTo>
                    <a:pt x="163670" y="84289"/>
                  </a:lnTo>
                  <a:lnTo>
                    <a:pt x="161980" y="82432"/>
                  </a:lnTo>
                  <a:lnTo>
                    <a:pt x="160471" y="80169"/>
                  </a:lnTo>
                  <a:lnTo>
                    <a:pt x="157966" y="77941"/>
                  </a:lnTo>
                  <a:lnTo>
                    <a:pt x="157936" y="77352"/>
                  </a:lnTo>
                  <a:lnTo>
                    <a:pt x="158380" y="76682"/>
                  </a:lnTo>
                  <a:lnTo>
                    <a:pt x="158168" y="76531"/>
                  </a:lnTo>
                  <a:lnTo>
                    <a:pt x="155583" y="77508"/>
                  </a:lnTo>
                  <a:lnTo>
                    <a:pt x="154974" y="77553"/>
                  </a:lnTo>
                  <a:lnTo>
                    <a:pt x="153981" y="77128"/>
                  </a:lnTo>
                  <a:lnTo>
                    <a:pt x="153309" y="76599"/>
                  </a:lnTo>
                  <a:lnTo>
                    <a:pt x="152752" y="75672"/>
                  </a:lnTo>
                  <a:lnTo>
                    <a:pt x="152809" y="75187"/>
                  </a:lnTo>
                  <a:lnTo>
                    <a:pt x="153177" y="74728"/>
                  </a:lnTo>
                  <a:lnTo>
                    <a:pt x="153668" y="73599"/>
                  </a:lnTo>
                  <a:lnTo>
                    <a:pt x="153686" y="73024"/>
                  </a:lnTo>
                  <a:lnTo>
                    <a:pt x="153518" y="72475"/>
                  </a:lnTo>
                  <a:lnTo>
                    <a:pt x="153294" y="72093"/>
                  </a:lnTo>
                  <a:lnTo>
                    <a:pt x="153015" y="71879"/>
                  </a:lnTo>
                  <a:lnTo>
                    <a:pt x="152224" y="71745"/>
                  </a:lnTo>
                  <a:lnTo>
                    <a:pt x="150920" y="71689"/>
                  </a:lnTo>
                  <a:lnTo>
                    <a:pt x="150495" y="71885"/>
                  </a:lnTo>
                  <a:lnTo>
                    <a:pt x="151932" y="73589"/>
                  </a:lnTo>
                  <a:lnTo>
                    <a:pt x="151712" y="74009"/>
                  </a:lnTo>
                  <a:lnTo>
                    <a:pt x="149881" y="74193"/>
                  </a:lnTo>
                  <a:lnTo>
                    <a:pt x="149055" y="74113"/>
                  </a:lnTo>
                  <a:lnTo>
                    <a:pt x="148299" y="73906"/>
                  </a:lnTo>
                  <a:lnTo>
                    <a:pt x="147614" y="73573"/>
                  </a:lnTo>
                  <a:lnTo>
                    <a:pt x="145481" y="71793"/>
                  </a:lnTo>
                  <a:lnTo>
                    <a:pt x="145028" y="71123"/>
                  </a:lnTo>
                  <a:lnTo>
                    <a:pt x="145172" y="70639"/>
                  </a:lnTo>
                  <a:lnTo>
                    <a:pt x="144989" y="70387"/>
                  </a:lnTo>
                  <a:lnTo>
                    <a:pt x="144553" y="70549"/>
                  </a:lnTo>
                  <a:lnTo>
                    <a:pt x="143963" y="70560"/>
                  </a:lnTo>
                  <a:lnTo>
                    <a:pt x="143163" y="70389"/>
                  </a:lnTo>
                  <a:lnTo>
                    <a:pt x="142998" y="70180"/>
                  </a:lnTo>
                  <a:lnTo>
                    <a:pt x="144493" y="69219"/>
                  </a:lnTo>
                  <a:lnTo>
                    <a:pt x="144579" y="68922"/>
                  </a:lnTo>
                  <a:lnTo>
                    <a:pt x="143890" y="68604"/>
                  </a:lnTo>
                  <a:lnTo>
                    <a:pt x="142859" y="68540"/>
                  </a:lnTo>
                  <a:lnTo>
                    <a:pt x="142585" y="68256"/>
                  </a:lnTo>
                  <a:lnTo>
                    <a:pt x="142932" y="67953"/>
                  </a:lnTo>
                  <a:lnTo>
                    <a:pt x="144332" y="67425"/>
                  </a:lnTo>
                  <a:lnTo>
                    <a:pt x="144830" y="67079"/>
                  </a:lnTo>
                  <a:lnTo>
                    <a:pt x="143990" y="66817"/>
                  </a:lnTo>
                  <a:lnTo>
                    <a:pt x="143523" y="66795"/>
                  </a:lnTo>
                  <a:lnTo>
                    <a:pt x="142581" y="67370"/>
                  </a:lnTo>
                  <a:lnTo>
                    <a:pt x="141164" y="68542"/>
                  </a:lnTo>
                  <a:lnTo>
                    <a:pt x="140132" y="68978"/>
                  </a:lnTo>
                  <a:lnTo>
                    <a:pt x="138718" y="68435"/>
                  </a:lnTo>
                  <a:lnTo>
                    <a:pt x="137827" y="68254"/>
                  </a:lnTo>
                  <a:lnTo>
                    <a:pt x="137205" y="68373"/>
                  </a:lnTo>
                  <a:lnTo>
                    <a:pt x="136255" y="69279"/>
                  </a:lnTo>
                  <a:lnTo>
                    <a:pt x="134182" y="69943"/>
                  </a:lnTo>
                  <a:lnTo>
                    <a:pt x="130468" y="71507"/>
                  </a:lnTo>
                  <a:lnTo>
                    <a:pt x="128872" y="72005"/>
                  </a:lnTo>
                  <a:lnTo>
                    <a:pt x="127154" y="71916"/>
                  </a:lnTo>
                  <a:lnTo>
                    <a:pt x="126829" y="71600"/>
                  </a:lnTo>
                  <a:lnTo>
                    <a:pt x="126859" y="71063"/>
                  </a:lnTo>
                  <a:lnTo>
                    <a:pt x="126978" y="70621"/>
                  </a:lnTo>
                  <a:lnTo>
                    <a:pt x="127185" y="70276"/>
                  </a:lnTo>
                  <a:lnTo>
                    <a:pt x="127253" y="69852"/>
                  </a:lnTo>
                  <a:lnTo>
                    <a:pt x="127129" y="68070"/>
                  </a:lnTo>
                  <a:lnTo>
                    <a:pt x="127417" y="67581"/>
                  </a:lnTo>
                  <a:lnTo>
                    <a:pt x="128004" y="67289"/>
                  </a:lnTo>
                  <a:lnTo>
                    <a:pt x="129085" y="66982"/>
                  </a:lnTo>
                  <a:lnTo>
                    <a:pt x="131845" y="67349"/>
                  </a:lnTo>
                  <a:lnTo>
                    <a:pt x="133127" y="67284"/>
                  </a:lnTo>
                  <a:lnTo>
                    <a:pt x="134027" y="66872"/>
                  </a:lnTo>
                  <a:lnTo>
                    <a:pt x="134928" y="66278"/>
                  </a:lnTo>
                  <a:lnTo>
                    <a:pt x="135830" y="65498"/>
                  </a:lnTo>
                  <a:lnTo>
                    <a:pt x="136022" y="64749"/>
                  </a:lnTo>
                  <a:lnTo>
                    <a:pt x="135063" y="63535"/>
                  </a:lnTo>
                  <a:lnTo>
                    <a:pt x="134703" y="63269"/>
                  </a:lnTo>
                  <a:lnTo>
                    <a:pt x="132249" y="62324"/>
                  </a:lnTo>
                  <a:lnTo>
                    <a:pt x="130893" y="61981"/>
                  </a:lnTo>
                  <a:lnTo>
                    <a:pt x="129698" y="61833"/>
                  </a:lnTo>
                  <a:lnTo>
                    <a:pt x="128829" y="61561"/>
                  </a:lnTo>
                  <a:lnTo>
                    <a:pt x="128290" y="61166"/>
                  </a:lnTo>
                  <a:lnTo>
                    <a:pt x="127766" y="60508"/>
                  </a:lnTo>
                  <a:lnTo>
                    <a:pt x="127723" y="60061"/>
                  </a:lnTo>
                  <a:lnTo>
                    <a:pt x="127806" y="59471"/>
                  </a:lnTo>
                  <a:lnTo>
                    <a:pt x="128306" y="59066"/>
                  </a:lnTo>
                  <a:lnTo>
                    <a:pt x="130474" y="58478"/>
                  </a:lnTo>
                  <a:lnTo>
                    <a:pt x="128679" y="58134"/>
                  </a:lnTo>
                  <a:lnTo>
                    <a:pt x="127833" y="58174"/>
                  </a:lnTo>
                  <a:lnTo>
                    <a:pt x="127107" y="58560"/>
                  </a:lnTo>
                  <a:lnTo>
                    <a:pt x="126194" y="59467"/>
                  </a:lnTo>
                  <a:lnTo>
                    <a:pt x="125666" y="59723"/>
                  </a:lnTo>
                  <a:lnTo>
                    <a:pt x="124027" y="59189"/>
                  </a:lnTo>
                  <a:lnTo>
                    <a:pt x="123043" y="59110"/>
                  </a:lnTo>
                  <a:lnTo>
                    <a:pt x="122377" y="58855"/>
                  </a:lnTo>
                  <a:lnTo>
                    <a:pt x="122010" y="58609"/>
                  </a:lnTo>
                  <a:lnTo>
                    <a:pt x="122234" y="58358"/>
                  </a:lnTo>
                  <a:lnTo>
                    <a:pt x="123051" y="58103"/>
                  </a:lnTo>
                  <a:lnTo>
                    <a:pt x="124471" y="57320"/>
                  </a:lnTo>
                  <a:lnTo>
                    <a:pt x="124566" y="56898"/>
                  </a:lnTo>
                  <a:lnTo>
                    <a:pt x="123585" y="56209"/>
                  </a:lnTo>
                  <a:lnTo>
                    <a:pt x="123077" y="56051"/>
                  </a:lnTo>
                  <a:lnTo>
                    <a:pt x="121029" y="55794"/>
                  </a:lnTo>
                  <a:lnTo>
                    <a:pt x="118552" y="56050"/>
                  </a:lnTo>
                  <a:lnTo>
                    <a:pt x="117631" y="55919"/>
                  </a:lnTo>
                  <a:lnTo>
                    <a:pt x="117218" y="55154"/>
                  </a:lnTo>
                  <a:lnTo>
                    <a:pt x="116956" y="54244"/>
                  </a:lnTo>
                  <a:lnTo>
                    <a:pt x="116845" y="53187"/>
                  </a:lnTo>
                  <a:lnTo>
                    <a:pt x="116398" y="51383"/>
                  </a:lnTo>
                  <a:lnTo>
                    <a:pt x="115905" y="50439"/>
                  </a:lnTo>
                  <a:lnTo>
                    <a:pt x="115257" y="50320"/>
                  </a:lnTo>
                  <a:lnTo>
                    <a:pt x="112284" y="50709"/>
                  </a:lnTo>
                  <a:lnTo>
                    <a:pt x="111578" y="50714"/>
                  </a:lnTo>
                  <a:lnTo>
                    <a:pt x="111092" y="50569"/>
                  </a:lnTo>
                  <a:lnTo>
                    <a:pt x="109125" y="49364"/>
                  </a:lnTo>
                  <a:lnTo>
                    <a:pt x="108329" y="48937"/>
                  </a:lnTo>
                  <a:lnTo>
                    <a:pt x="107888" y="48836"/>
                  </a:lnTo>
                  <a:lnTo>
                    <a:pt x="106458" y="47554"/>
                  </a:lnTo>
                  <a:lnTo>
                    <a:pt x="105907" y="47305"/>
                  </a:lnTo>
                  <a:lnTo>
                    <a:pt x="105254" y="46673"/>
                  </a:lnTo>
                  <a:lnTo>
                    <a:pt x="104498" y="45657"/>
                  </a:lnTo>
                  <a:lnTo>
                    <a:pt x="103678" y="45347"/>
                  </a:lnTo>
                  <a:lnTo>
                    <a:pt x="102795" y="45742"/>
                  </a:lnTo>
                  <a:lnTo>
                    <a:pt x="101911" y="46308"/>
                  </a:lnTo>
                  <a:lnTo>
                    <a:pt x="101027" y="47044"/>
                  </a:lnTo>
                  <a:lnTo>
                    <a:pt x="100548" y="47667"/>
                  </a:lnTo>
                  <a:lnTo>
                    <a:pt x="100473" y="48176"/>
                  </a:lnTo>
                  <a:lnTo>
                    <a:pt x="101020" y="48573"/>
                  </a:lnTo>
                  <a:lnTo>
                    <a:pt x="104141" y="49230"/>
                  </a:lnTo>
                  <a:lnTo>
                    <a:pt x="104933" y="49669"/>
                  </a:lnTo>
                  <a:lnTo>
                    <a:pt x="105604" y="50392"/>
                  </a:lnTo>
                  <a:lnTo>
                    <a:pt x="106106" y="51275"/>
                  </a:lnTo>
                  <a:lnTo>
                    <a:pt x="106437" y="52320"/>
                  </a:lnTo>
                  <a:lnTo>
                    <a:pt x="106409" y="53101"/>
                  </a:lnTo>
                  <a:lnTo>
                    <a:pt x="106021" y="53620"/>
                  </a:lnTo>
                  <a:lnTo>
                    <a:pt x="105351" y="54080"/>
                  </a:lnTo>
                  <a:lnTo>
                    <a:pt x="103428" y="54807"/>
                  </a:lnTo>
                  <a:lnTo>
                    <a:pt x="101437" y="55233"/>
                  </a:lnTo>
                  <a:lnTo>
                    <a:pt x="99430" y="55333"/>
                  </a:lnTo>
                  <a:lnTo>
                    <a:pt x="98480" y="55234"/>
                  </a:lnTo>
                  <a:lnTo>
                    <a:pt x="93312" y="53822"/>
                  </a:lnTo>
                  <a:lnTo>
                    <a:pt x="92382" y="53811"/>
                  </a:lnTo>
                  <a:lnTo>
                    <a:pt x="91186" y="53620"/>
                  </a:lnTo>
                  <a:lnTo>
                    <a:pt x="88504" y="53039"/>
                  </a:lnTo>
                  <a:lnTo>
                    <a:pt x="87033" y="52976"/>
                  </a:lnTo>
                  <a:lnTo>
                    <a:pt x="84455" y="52494"/>
                  </a:lnTo>
                  <a:lnTo>
                    <a:pt x="80091" y="52214"/>
                  </a:lnTo>
                  <a:lnTo>
                    <a:pt x="79217" y="52446"/>
                  </a:lnTo>
                  <a:lnTo>
                    <a:pt x="80378" y="53095"/>
                  </a:lnTo>
                  <a:lnTo>
                    <a:pt x="81395" y="53422"/>
                  </a:lnTo>
                  <a:lnTo>
                    <a:pt x="82268" y="53426"/>
                  </a:lnTo>
                  <a:lnTo>
                    <a:pt x="83523" y="54005"/>
                  </a:lnTo>
                  <a:lnTo>
                    <a:pt x="85161" y="55160"/>
                  </a:lnTo>
                  <a:lnTo>
                    <a:pt x="86096" y="55850"/>
                  </a:lnTo>
                  <a:lnTo>
                    <a:pt x="86872" y="56672"/>
                  </a:lnTo>
                  <a:lnTo>
                    <a:pt x="86896" y="56954"/>
                  </a:lnTo>
                  <a:lnTo>
                    <a:pt x="86126" y="57519"/>
                  </a:lnTo>
                  <a:lnTo>
                    <a:pt x="80043" y="54565"/>
                  </a:lnTo>
                  <a:lnTo>
                    <a:pt x="76324" y="55596"/>
                  </a:lnTo>
                  <a:lnTo>
                    <a:pt x="74612" y="55980"/>
                  </a:lnTo>
                  <a:lnTo>
                    <a:pt x="73144" y="56040"/>
                  </a:lnTo>
                  <a:lnTo>
                    <a:pt x="71310" y="55635"/>
                  </a:lnTo>
                  <a:lnTo>
                    <a:pt x="67169" y="54210"/>
                  </a:lnTo>
                  <a:lnTo>
                    <a:pt x="65601" y="53711"/>
                  </a:lnTo>
                  <a:lnTo>
                    <a:pt x="65045" y="53639"/>
                  </a:lnTo>
                  <a:lnTo>
                    <a:pt x="61442" y="54257"/>
                  </a:lnTo>
                  <a:lnTo>
                    <a:pt x="58336" y="54285"/>
                  </a:lnTo>
                  <a:lnTo>
                    <a:pt x="52065" y="53693"/>
                  </a:lnTo>
                  <a:lnTo>
                    <a:pt x="49764" y="53296"/>
                  </a:lnTo>
                  <a:lnTo>
                    <a:pt x="49158" y="52882"/>
                  </a:lnTo>
                  <a:lnTo>
                    <a:pt x="48402" y="52675"/>
                  </a:lnTo>
                  <a:lnTo>
                    <a:pt x="47044" y="52675"/>
                  </a:lnTo>
                  <a:lnTo>
                    <a:pt x="43451" y="52212"/>
                  </a:lnTo>
                  <a:lnTo>
                    <a:pt x="40162" y="53254"/>
                  </a:lnTo>
                  <a:lnTo>
                    <a:pt x="36206" y="52299"/>
                  </a:lnTo>
                  <a:lnTo>
                    <a:pt x="35034" y="51737"/>
                  </a:lnTo>
                  <a:lnTo>
                    <a:pt x="34662" y="51352"/>
                  </a:lnTo>
                  <a:lnTo>
                    <a:pt x="33511" y="49741"/>
                  </a:lnTo>
                  <a:lnTo>
                    <a:pt x="33353" y="48878"/>
                  </a:lnTo>
                  <a:lnTo>
                    <a:pt x="33678" y="48099"/>
                  </a:lnTo>
                  <a:lnTo>
                    <a:pt x="34003" y="47565"/>
                  </a:lnTo>
                  <a:lnTo>
                    <a:pt x="34326" y="47275"/>
                  </a:lnTo>
                  <a:lnTo>
                    <a:pt x="32174" y="48169"/>
                  </a:lnTo>
                  <a:lnTo>
                    <a:pt x="31419" y="48316"/>
                  </a:lnTo>
                  <a:lnTo>
                    <a:pt x="30425" y="48350"/>
                  </a:lnTo>
                  <a:lnTo>
                    <a:pt x="27462" y="48020"/>
                  </a:lnTo>
                  <a:lnTo>
                    <a:pt x="26993" y="48189"/>
                  </a:lnTo>
                  <a:lnTo>
                    <a:pt x="27146" y="48501"/>
                  </a:lnTo>
                  <a:lnTo>
                    <a:pt x="27920" y="48956"/>
                  </a:lnTo>
                  <a:lnTo>
                    <a:pt x="28022" y="49231"/>
                  </a:lnTo>
                  <a:lnTo>
                    <a:pt x="26370" y="49446"/>
                  </a:lnTo>
                  <a:lnTo>
                    <a:pt x="23867" y="49223"/>
                  </a:lnTo>
                  <a:lnTo>
                    <a:pt x="22776" y="49320"/>
                  </a:lnTo>
                  <a:lnTo>
                    <a:pt x="22280" y="49444"/>
                  </a:lnTo>
                  <a:lnTo>
                    <a:pt x="21151" y="50164"/>
                  </a:lnTo>
                  <a:lnTo>
                    <a:pt x="20691" y="50326"/>
                  </a:lnTo>
                  <a:lnTo>
                    <a:pt x="20099" y="50252"/>
                  </a:lnTo>
                  <a:lnTo>
                    <a:pt x="17472" y="48624"/>
                  </a:lnTo>
                  <a:lnTo>
                    <a:pt x="15355" y="47594"/>
                  </a:lnTo>
                  <a:lnTo>
                    <a:pt x="12887" y="47198"/>
                  </a:lnTo>
                  <a:lnTo>
                    <a:pt x="11754" y="46869"/>
                  </a:lnTo>
                  <a:lnTo>
                    <a:pt x="11133" y="46472"/>
                  </a:lnTo>
                  <a:lnTo>
                    <a:pt x="7728" y="43169"/>
                  </a:lnTo>
                  <a:lnTo>
                    <a:pt x="7262" y="42458"/>
                  </a:lnTo>
                  <a:lnTo>
                    <a:pt x="6184" y="39872"/>
                  </a:lnTo>
                  <a:lnTo>
                    <a:pt x="5822" y="39320"/>
                  </a:lnTo>
                  <a:lnTo>
                    <a:pt x="5385" y="38957"/>
                  </a:lnTo>
                  <a:lnTo>
                    <a:pt x="6240" y="38881"/>
                  </a:lnTo>
                  <a:lnTo>
                    <a:pt x="9461" y="39195"/>
                  </a:lnTo>
                  <a:lnTo>
                    <a:pt x="12578" y="39182"/>
                  </a:lnTo>
                  <a:lnTo>
                    <a:pt x="14272" y="39391"/>
                  </a:lnTo>
                  <a:lnTo>
                    <a:pt x="16235" y="40036"/>
                  </a:lnTo>
                  <a:lnTo>
                    <a:pt x="18795" y="40497"/>
                  </a:lnTo>
                  <a:lnTo>
                    <a:pt x="20627" y="40594"/>
                  </a:lnTo>
                  <a:lnTo>
                    <a:pt x="23564" y="40423"/>
                  </a:lnTo>
                  <a:lnTo>
                    <a:pt x="26902" y="39991"/>
                  </a:lnTo>
                  <a:lnTo>
                    <a:pt x="27295" y="39656"/>
                  </a:lnTo>
                  <a:lnTo>
                    <a:pt x="25133" y="39081"/>
                  </a:lnTo>
                  <a:lnTo>
                    <a:pt x="23206" y="38317"/>
                  </a:lnTo>
                  <a:lnTo>
                    <a:pt x="21428" y="37328"/>
                  </a:lnTo>
                  <a:lnTo>
                    <a:pt x="20366" y="36909"/>
                  </a:lnTo>
                  <a:lnTo>
                    <a:pt x="18586" y="36648"/>
                  </a:lnTo>
                  <a:lnTo>
                    <a:pt x="13582" y="36466"/>
                  </a:lnTo>
                  <a:lnTo>
                    <a:pt x="8948" y="35802"/>
                  </a:lnTo>
                  <a:lnTo>
                    <a:pt x="5747" y="34905"/>
                  </a:lnTo>
                  <a:lnTo>
                    <a:pt x="3139" y="33911"/>
                  </a:lnTo>
                  <a:lnTo>
                    <a:pt x="2079" y="33370"/>
                  </a:lnTo>
                  <a:lnTo>
                    <a:pt x="1697" y="32951"/>
                  </a:lnTo>
                  <a:lnTo>
                    <a:pt x="1292" y="31648"/>
                  </a:lnTo>
                  <a:lnTo>
                    <a:pt x="865" y="29458"/>
                  </a:lnTo>
                  <a:lnTo>
                    <a:pt x="452" y="27989"/>
                  </a:lnTo>
                  <a:lnTo>
                    <a:pt x="53" y="27240"/>
                  </a:lnTo>
                  <a:lnTo>
                    <a:pt x="0" y="26584"/>
                  </a:lnTo>
                  <a:lnTo>
                    <a:pt x="886" y="25186"/>
                  </a:lnTo>
                  <a:lnTo>
                    <a:pt x="3418" y="23667"/>
                  </a:lnTo>
                  <a:lnTo>
                    <a:pt x="3480" y="23428"/>
                  </a:lnTo>
                  <a:lnTo>
                    <a:pt x="2976" y="23357"/>
                  </a:lnTo>
                  <a:lnTo>
                    <a:pt x="1913" y="22971"/>
                  </a:lnTo>
                  <a:lnTo>
                    <a:pt x="1575" y="22406"/>
                  </a:lnTo>
                  <a:lnTo>
                    <a:pt x="1438" y="21509"/>
                  </a:lnTo>
                  <a:lnTo>
                    <a:pt x="1430" y="20748"/>
                  </a:lnTo>
                  <a:lnTo>
                    <a:pt x="1548" y="20124"/>
                  </a:lnTo>
                  <a:lnTo>
                    <a:pt x="1971" y="19346"/>
                  </a:lnTo>
                  <a:lnTo>
                    <a:pt x="3062" y="17947"/>
                  </a:lnTo>
                  <a:lnTo>
                    <a:pt x="4624" y="16248"/>
                  </a:lnTo>
                  <a:lnTo>
                    <a:pt x="6314" y="14654"/>
                  </a:lnTo>
                  <a:lnTo>
                    <a:pt x="6604" y="14132"/>
                  </a:lnTo>
                  <a:lnTo>
                    <a:pt x="6753" y="12717"/>
                  </a:lnTo>
                  <a:lnTo>
                    <a:pt x="6977" y="11686"/>
                  </a:lnTo>
                  <a:lnTo>
                    <a:pt x="7208" y="10960"/>
                  </a:lnTo>
                  <a:lnTo>
                    <a:pt x="7567" y="10415"/>
                  </a:lnTo>
                  <a:lnTo>
                    <a:pt x="8613" y="9381"/>
                  </a:lnTo>
                  <a:lnTo>
                    <a:pt x="9918" y="8400"/>
                  </a:lnTo>
                  <a:lnTo>
                    <a:pt x="11960" y="7565"/>
                  </a:lnTo>
                  <a:lnTo>
                    <a:pt x="12135" y="7255"/>
                  </a:lnTo>
                  <a:lnTo>
                    <a:pt x="12162" y="6827"/>
                  </a:lnTo>
                  <a:lnTo>
                    <a:pt x="12280" y="6508"/>
                  </a:lnTo>
                  <a:lnTo>
                    <a:pt x="12488" y="6297"/>
                  </a:lnTo>
                  <a:lnTo>
                    <a:pt x="17551" y="3619"/>
                  </a:lnTo>
                  <a:lnTo>
                    <a:pt x="19856" y="2530"/>
                  </a:lnTo>
                  <a:lnTo>
                    <a:pt x="21811" y="1839"/>
                  </a:lnTo>
                  <a:lnTo>
                    <a:pt x="24151" y="1330"/>
                  </a:lnTo>
                  <a:lnTo>
                    <a:pt x="30808" y="290"/>
                  </a:lnTo>
                  <a:lnTo>
                    <a:pt x="34236" y="0"/>
                  </a:lnTo>
                  <a:lnTo>
                    <a:pt x="38547" y="64"/>
                  </a:lnTo>
                  <a:lnTo>
                    <a:pt x="46496" y="650"/>
                  </a:lnTo>
                  <a:lnTo>
                    <a:pt x="47454" y="1062"/>
                  </a:lnTo>
                  <a:lnTo>
                    <a:pt x="47697" y="1270"/>
                  </a:lnTo>
                  <a:lnTo>
                    <a:pt x="48045" y="1857"/>
                  </a:lnTo>
                  <a:lnTo>
                    <a:pt x="47783" y="2231"/>
                  </a:lnTo>
                  <a:lnTo>
                    <a:pt x="45609" y="3503"/>
                  </a:lnTo>
                  <a:lnTo>
                    <a:pt x="42872" y="4562"/>
                  </a:lnTo>
                  <a:lnTo>
                    <a:pt x="41091" y="5485"/>
                  </a:lnTo>
                  <a:lnTo>
                    <a:pt x="38076" y="7563"/>
                  </a:lnTo>
                  <a:lnTo>
                    <a:pt x="37263" y="8292"/>
                  </a:lnTo>
                  <a:lnTo>
                    <a:pt x="33527" y="12476"/>
                  </a:lnTo>
                  <a:lnTo>
                    <a:pt x="32644" y="13170"/>
                  </a:lnTo>
                  <a:lnTo>
                    <a:pt x="32127" y="13724"/>
                  </a:lnTo>
                  <a:lnTo>
                    <a:pt x="31763" y="15234"/>
                  </a:lnTo>
                  <a:lnTo>
                    <a:pt x="31872" y="15771"/>
                  </a:lnTo>
                  <a:lnTo>
                    <a:pt x="32455" y="16648"/>
                  </a:lnTo>
                  <a:lnTo>
                    <a:pt x="34483" y="18552"/>
                  </a:lnTo>
                  <a:lnTo>
                    <a:pt x="35029" y="19442"/>
                  </a:lnTo>
                  <a:lnTo>
                    <a:pt x="35016" y="20261"/>
                  </a:lnTo>
                  <a:lnTo>
                    <a:pt x="34788" y="22212"/>
                  </a:lnTo>
                  <a:lnTo>
                    <a:pt x="34761" y="23202"/>
                  </a:lnTo>
                  <a:lnTo>
                    <a:pt x="34852" y="24152"/>
                  </a:lnTo>
                  <a:lnTo>
                    <a:pt x="35270" y="25510"/>
                  </a:lnTo>
                  <a:lnTo>
                    <a:pt x="36014" y="27277"/>
                  </a:lnTo>
                  <a:lnTo>
                    <a:pt x="37739" y="29065"/>
                  </a:lnTo>
                  <a:lnTo>
                    <a:pt x="40445" y="30872"/>
                  </a:lnTo>
                  <a:lnTo>
                    <a:pt x="42460" y="32071"/>
                  </a:lnTo>
                  <a:lnTo>
                    <a:pt x="44446" y="32954"/>
                  </a:lnTo>
                  <a:lnTo>
                    <a:pt x="46797" y="34260"/>
                  </a:lnTo>
                  <a:lnTo>
                    <a:pt x="47321" y="34891"/>
                  </a:lnTo>
                  <a:lnTo>
                    <a:pt x="46240" y="35586"/>
                  </a:lnTo>
                  <a:lnTo>
                    <a:pt x="43707" y="36655"/>
                  </a:lnTo>
                  <a:lnTo>
                    <a:pt x="40377" y="37113"/>
                  </a:lnTo>
                  <a:lnTo>
                    <a:pt x="38598" y="37549"/>
                  </a:lnTo>
                  <a:lnTo>
                    <a:pt x="36383" y="38480"/>
                  </a:lnTo>
                  <a:lnTo>
                    <a:pt x="33604" y="3922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50813" y="1387164"/>
              <a:ext cx="59352" cy="36875"/>
            </a:xfrm>
            <a:custGeom>
              <a:avLst/>
              <a:pathLst>
                <a:path w="59352" h="36875">
                  <a:moveTo>
                    <a:pt x="25655" y="0"/>
                  </a:moveTo>
                  <a:lnTo>
                    <a:pt x="33639" y="2989"/>
                  </a:lnTo>
                  <a:lnTo>
                    <a:pt x="34759" y="2742"/>
                  </a:lnTo>
                  <a:lnTo>
                    <a:pt x="37172" y="2585"/>
                  </a:lnTo>
                  <a:lnTo>
                    <a:pt x="39681" y="2145"/>
                  </a:lnTo>
                  <a:lnTo>
                    <a:pt x="43158" y="1780"/>
                  </a:lnTo>
                  <a:lnTo>
                    <a:pt x="45278" y="1117"/>
                  </a:lnTo>
                  <a:lnTo>
                    <a:pt x="46182" y="928"/>
                  </a:lnTo>
                  <a:lnTo>
                    <a:pt x="47717" y="811"/>
                  </a:lnTo>
                  <a:lnTo>
                    <a:pt x="48551" y="813"/>
                  </a:lnTo>
                  <a:lnTo>
                    <a:pt x="50961" y="1172"/>
                  </a:lnTo>
                  <a:lnTo>
                    <a:pt x="51929" y="1424"/>
                  </a:lnTo>
                  <a:lnTo>
                    <a:pt x="52442" y="1688"/>
                  </a:lnTo>
                  <a:lnTo>
                    <a:pt x="52998" y="2169"/>
                  </a:lnTo>
                  <a:lnTo>
                    <a:pt x="53949" y="3343"/>
                  </a:lnTo>
                  <a:lnTo>
                    <a:pt x="54039" y="3896"/>
                  </a:lnTo>
                  <a:lnTo>
                    <a:pt x="53161" y="4618"/>
                  </a:lnTo>
                  <a:lnTo>
                    <a:pt x="52576" y="4933"/>
                  </a:lnTo>
                  <a:lnTo>
                    <a:pt x="51367" y="5232"/>
                  </a:lnTo>
                  <a:lnTo>
                    <a:pt x="50321" y="5323"/>
                  </a:lnTo>
                  <a:lnTo>
                    <a:pt x="49422" y="5848"/>
                  </a:lnTo>
                  <a:lnTo>
                    <a:pt x="48408" y="5708"/>
                  </a:lnTo>
                  <a:lnTo>
                    <a:pt x="48134" y="6187"/>
                  </a:lnTo>
                  <a:lnTo>
                    <a:pt x="48241" y="6479"/>
                  </a:lnTo>
                  <a:lnTo>
                    <a:pt x="48513" y="6621"/>
                  </a:lnTo>
                  <a:lnTo>
                    <a:pt x="49024" y="6587"/>
                  </a:lnTo>
                  <a:lnTo>
                    <a:pt x="49608" y="6383"/>
                  </a:lnTo>
                  <a:lnTo>
                    <a:pt x="50741" y="6484"/>
                  </a:lnTo>
                  <a:lnTo>
                    <a:pt x="51339" y="6798"/>
                  </a:lnTo>
                  <a:lnTo>
                    <a:pt x="51876" y="7317"/>
                  </a:lnTo>
                  <a:lnTo>
                    <a:pt x="51477" y="7797"/>
                  </a:lnTo>
                  <a:lnTo>
                    <a:pt x="49476" y="8461"/>
                  </a:lnTo>
                  <a:lnTo>
                    <a:pt x="46526" y="9213"/>
                  </a:lnTo>
                  <a:lnTo>
                    <a:pt x="42931" y="11578"/>
                  </a:lnTo>
                  <a:lnTo>
                    <a:pt x="41041" y="12570"/>
                  </a:lnTo>
                  <a:lnTo>
                    <a:pt x="40651" y="12879"/>
                  </a:lnTo>
                  <a:lnTo>
                    <a:pt x="40461" y="13189"/>
                  </a:lnTo>
                  <a:lnTo>
                    <a:pt x="40518" y="13778"/>
                  </a:lnTo>
                  <a:lnTo>
                    <a:pt x="40604" y="14015"/>
                  </a:lnTo>
                  <a:lnTo>
                    <a:pt x="41126" y="14111"/>
                  </a:lnTo>
                  <a:lnTo>
                    <a:pt x="42884" y="13289"/>
                  </a:lnTo>
                  <a:lnTo>
                    <a:pt x="44017" y="12907"/>
                  </a:lnTo>
                  <a:lnTo>
                    <a:pt x="45168" y="12696"/>
                  </a:lnTo>
                  <a:lnTo>
                    <a:pt x="47198" y="12681"/>
                  </a:lnTo>
                  <a:lnTo>
                    <a:pt x="48035" y="12807"/>
                  </a:lnTo>
                  <a:lnTo>
                    <a:pt x="49555" y="13300"/>
                  </a:lnTo>
                  <a:lnTo>
                    <a:pt x="50945" y="14060"/>
                  </a:lnTo>
                  <a:lnTo>
                    <a:pt x="51256" y="14336"/>
                  </a:lnTo>
                  <a:lnTo>
                    <a:pt x="51123" y="14613"/>
                  </a:lnTo>
                  <a:lnTo>
                    <a:pt x="50545" y="14893"/>
                  </a:lnTo>
                  <a:lnTo>
                    <a:pt x="50482" y="15076"/>
                  </a:lnTo>
                  <a:lnTo>
                    <a:pt x="51807" y="15460"/>
                  </a:lnTo>
                  <a:lnTo>
                    <a:pt x="53270" y="16501"/>
                  </a:lnTo>
                  <a:lnTo>
                    <a:pt x="53366" y="17132"/>
                  </a:lnTo>
                  <a:lnTo>
                    <a:pt x="52726" y="17757"/>
                  </a:lnTo>
                  <a:lnTo>
                    <a:pt x="52552" y="18175"/>
                  </a:lnTo>
                  <a:lnTo>
                    <a:pt x="52843" y="18387"/>
                  </a:lnTo>
                  <a:lnTo>
                    <a:pt x="53565" y="18258"/>
                  </a:lnTo>
                  <a:lnTo>
                    <a:pt x="55294" y="17558"/>
                  </a:lnTo>
                  <a:lnTo>
                    <a:pt x="57165" y="17193"/>
                  </a:lnTo>
                  <a:lnTo>
                    <a:pt x="57915" y="17234"/>
                  </a:lnTo>
                  <a:lnTo>
                    <a:pt x="58388" y="17395"/>
                  </a:lnTo>
                  <a:lnTo>
                    <a:pt x="58888" y="18355"/>
                  </a:lnTo>
                  <a:lnTo>
                    <a:pt x="59300" y="19435"/>
                  </a:lnTo>
                  <a:lnTo>
                    <a:pt x="59352" y="20344"/>
                  </a:lnTo>
                  <a:lnTo>
                    <a:pt x="59043" y="21082"/>
                  </a:lnTo>
                  <a:lnTo>
                    <a:pt x="58598" y="21657"/>
                  </a:lnTo>
                  <a:lnTo>
                    <a:pt x="57478" y="22370"/>
                  </a:lnTo>
                  <a:lnTo>
                    <a:pt x="56463" y="22641"/>
                  </a:lnTo>
                  <a:lnTo>
                    <a:pt x="55986" y="22764"/>
                  </a:lnTo>
                  <a:lnTo>
                    <a:pt x="57189" y="23357"/>
                  </a:lnTo>
                  <a:lnTo>
                    <a:pt x="57692" y="23831"/>
                  </a:lnTo>
                  <a:lnTo>
                    <a:pt x="57907" y="24288"/>
                  </a:lnTo>
                  <a:lnTo>
                    <a:pt x="57834" y="24730"/>
                  </a:lnTo>
                  <a:lnTo>
                    <a:pt x="57668" y="25106"/>
                  </a:lnTo>
                  <a:lnTo>
                    <a:pt x="56266" y="26500"/>
                  </a:lnTo>
                  <a:lnTo>
                    <a:pt x="56342" y="26699"/>
                  </a:lnTo>
                  <a:lnTo>
                    <a:pt x="56730" y="26790"/>
                  </a:lnTo>
                  <a:lnTo>
                    <a:pt x="57609" y="27593"/>
                  </a:lnTo>
                  <a:lnTo>
                    <a:pt x="57713" y="29458"/>
                  </a:lnTo>
                  <a:lnTo>
                    <a:pt x="54562" y="30043"/>
                  </a:lnTo>
                  <a:lnTo>
                    <a:pt x="53822" y="30478"/>
                  </a:lnTo>
                  <a:lnTo>
                    <a:pt x="52951" y="31174"/>
                  </a:lnTo>
                  <a:lnTo>
                    <a:pt x="51953" y="31695"/>
                  </a:lnTo>
                  <a:lnTo>
                    <a:pt x="49692" y="32242"/>
                  </a:lnTo>
                  <a:lnTo>
                    <a:pt x="48547" y="32306"/>
                  </a:lnTo>
                  <a:lnTo>
                    <a:pt x="42879" y="31849"/>
                  </a:lnTo>
                  <a:lnTo>
                    <a:pt x="42306" y="31583"/>
                  </a:lnTo>
                  <a:lnTo>
                    <a:pt x="41909" y="31108"/>
                  </a:lnTo>
                  <a:lnTo>
                    <a:pt x="41689" y="30425"/>
                  </a:lnTo>
                  <a:lnTo>
                    <a:pt x="41630" y="29887"/>
                  </a:lnTo>
                  <a:lnTo>
                    <a:pt x="41731" y="29496"/>
                  </a:lnTo>
                  <a:lnTo>
                    <a:pt x="41701" y="29267"/>
                  </a:lnTo>
                  <a:lnTo>
                    <a:pt x="41542" y="29200"/>
                  </a:lnTo>
                  <a:lnTo>
                    <a:pt x="40911" y="29592"/>
                  </a:lnTo>
                  <a:lnTo>
                    <a:pt x="40254" y="30304"/>
                  </a:lnTo>
                  <a:lnTo>
                    <a:pt x="40614" y="31095"/>
                  </a:lnTo>
                  <a:lnTo>
                    <a:pt x="42405" y="33292"/>
                  </a:lnTo>
                  <a:lnTo>
                    <a:pt x="42747" y="34237"/>
                  </a:lnTo>
                  <a:lnTo>
                    <a:pt x="42796" y="34638"/>
                  </a:lnTo>
                  <a:lnTo>
                    <a:pt x="42715" y="34939"/>
                  </a:lnTo>
                  <a:lnTo>
                    <a:pt x="40694" y="36223"/>
                  </a:lnTo>
                  <a:lnTo>
                    <a:pt x="39524" y="36658"/>
                  </a:lnTo>
                  <a:lnTo>
                    <a:pt x="38323" y="36875"/>
                  </a:lnTo>
                  <a:lnTo>
                    <a:pt x="37179" y="36713"/>
                  </a:lnTo>
                  <a:lnTo>
                    <a:pt x="36091" y="36174"/>
                  </a:lnTo>
                  <a:lnTo>
                    <a:pt x="35264" y="35935"/>
                  </a:lnTo>
                  <a:lnTo>
                    <a:pt x="33553" y="35967"/>
                  </a:lnTo>
                  <a:lnTo>
                    <a:pt x="33018" y="35689"/>
                  </a:lnTo>
                  <a:lnTo>
                    <a:pt x="32521" y="35172"/>
                  </a:lnTo>
                  <a:lnTo>
                    <a:pt x="31315" y="33317"/>
                  </a:lnTo>
                  <a:lnTo>
                    <a:pt x="29633" y="32001"/>
                  </a:lnTo>
                  <a:lnTo>
                    <a:pt x="28183" y="30527"/>
                  </a:lnTo>
                  <a:lnTo>
                    <a:pt x="24499" y="28375"/>
                  </a:lnTo>
                  <a:lnTo>
                    <a:pt x="22592" y="27087"/>
                  </a:lnTo>
                  <a:lnTo>
                    <a:pt x="20049" y="25016"/>
                  </a:lnTo>
                  <a:lnTo>
                    <a:pt x="18986" y="24547"/>
                  </a:lnTo>
                  <a:lnTo>
                    <a:pt x="18102" y="24359"/>
                  </a:lnTo>
                  <a:lnTo>
                    <a:pt x="16367" y="24211"/>
                  </a:lnTo>
                  <a:lnTo>
                    <a:pt x="15964" y="23953"/>
                  </a:lnTo>
                  <a:lnTo>
                    <a:pt x="15331" y="23248"/>
                  </a:lnTo>
                  <a:lnTo>
                    <a:pt x="14239" y="22719"/>
                  </a:lnTo>
                  <a:lnTo>
                    <a:pt x="13840" y="22652"/>
                  </a:lnTo>
                  <a:lnTo>
                    <a:pt x="13197" y="22777"/>
                  </a:lnTo>
                  <a:lnTo>
                    <a:pt x="11498" y="23265"/>
                  </a:lnTo>
                  <a:lnTo>
                    <a:pt x="9363" y="22748"/>
                  </a:lnTo>
                  <a:lnTo>
                    <a:pt x="8885" y="22385"/>
                  </a:lnTo>
                  <a:lnTo>
                    <a:pt x="8602" y="21770"/>
                  </a:lnTo>
                  <a:lnTo>
                    <a:pt x="8332" y="21432"/>
                  </a:lnTo>
                  <a:lnTo>
                    <a:pt x="7609" y="21128"/>
                  </a:lnTo>
                  <a:lnTo>
                    <a:pt x="7000" y="20360"/>
                  </a:lnTo>
                  <a:lnTo>
                    <a:pt x="2946" y="18845"/>
                  </a:lnTo>
                  <a:lnTo>
                    <a:pt x="535" y="17106"/>
                  </a:lnTo>
                  <a:lnTo>
                    <a:pt x="46" y="16477"/>
                  </a:lnTo>
                  <a:lnTo>
                    <a:pt x="0" y="16221"/>
                  </a:lnTo>
                  <a:lnTo>
                    <a:pt x="247" y="15385"/>
                  </a:lnTo>
                  <a:lnTo>
                    <a:pt x="806" y="14437"/>
                  </a:lnTo>
                  <a:lnTo>
                    <a:pt x="1538" y="13496"/>
                  </a:lnTo>
                  <a:lnTo>
                    <a:pt x="1985" y="13110"/>
                  </a:lnTo>
                  <a:lnTo>
                    <a:pt x="3571" y="12298"/>
                  </a:lnTo>
                  <a:lnTo>
                    <a:pt x="4821" y="12115"/>
                  </a:lnTo>
                  <a:lnTo>
                    <a:pt x="6566" y="12217"/>
                  </a:lnTo>
                  <a:lnTo>
                    <a:pt x="7485" y="12398"/>
                  </a:lnTo>
                  <a:lnTo>
                    <a:pt x="8309" y="12941"/>
                  </a:lnTo>
                  <a:lnTo>
                    <a:pt x="8662" y="13568"/>
                  </a:lnTo>
                  <a:lnTo>
                    <a:pt x="9074" y="13990"/>
                  </a:lnTo>
                  <a:lnTo>
                    <a:pt x="10368" y="14452"/>
                  </a:lnTo>
                  <a:lnTo>
                    <a:pt x="11069" y="14824"/>
                  </a:lnTo>
                  <a:lnTo>
                    <a:pt x="12100" y="15689"/>
                  </a:lnTo>
                  <a:lnTo>
                    <a:pt x="12895" y="16731"/>
                  </a:lnTo>
                  <a:lnTo>
                    <a:pt x="13628" y="17075"/>
                  </a:lnTo>
                  <a:lnTo>
                    <a:pt x="15383" y="17192"/>
                  </a:lnTo>
                  <a:lnTo>
                    <a:pt x="17196" y="17015"/>
                  </a:lnTo>
                  <a:lnTo>
                    <a:pt x="21087" y="16360"/>
                  </a:lnTo>
                  <a:lnTo>
                    <a:pt x="21245" y="16278"/>
                  </a:lnTo>
                  <a:lnTo>
                    <a:pt x="21486" y="15887"/>
                  </a:lnTo>
                  <a:lnTo>
                    <a:pt x="21929" y="13514"/>
                  </a:lnTo>
                  <a:lnTo>
                    <a:pt x="22196" y="13503"/>
                  </a:lnTo>
                  <a:lnTo>
                    <a:pt x="23517" y="14602"/>
                  </a:lnTo>
                  <a:lnTo>
                    <a:pt x="23891" y="14723"/>
                  </a:lnTo>
                  <a:lnTo>
                    <a:pt x="24461" y="14494"/>
                  </a:lnTo>
                  <a:lnTo>
                    <a:pt x="24799" y="13960"/>
                  </a:lnTo>
                  <a:lnTo>
                    <a:pt x="24758" y="13707"/>
                  </a:lnTo>
                  <a:lnTo>
                    <a:pt x="23928" y="12421"/>
                  </a:lnTo>
                  <a:lnTo>
                    <a:pt x="23439" y="11862"/>
                  </a:lnTo>
                  <a:lnTo>
                    <a:pt x="22999" y="11515"/>
                  </a:lnTo>
                  <a:lnTo>
                    <a:pt x="22510" y="11401"/>
                  </a:lnTo>
                  <a:lnTo>
                    <a:pt x="21452" y="11511"/>
                  </a:lnTo>
                  <a:lnTo>
                    <a:pt x="20646" y="11264"/>
                  </a:lnTo>
                  <a:lnTo>
                    <a:pt x="20468" y="10909"/>
                  </a:lnTo>
                  <a:lnTo>
                    <a:pt x="20598" y="10433"/>
                  </a:lnTo>
                  <a:lnTo>
                    <a:pt x="21044" y="9930"/>
                  </a:lnTo>
                  <a:lnTo>
                    <a:pt x="21521" y="9642"/>
                  </a:lnTo>
                  <a:lnTo>
                    <a:pt x="22449" y="9494"/>
                  </a:lnTo>
                  <a:lnTo>
                    <a:pt x="23536" y="9640"/>
                  </a:lnTo>
                  <a:lnTo>
                    <a:pt x="25039" y="10249"/>
                  </a:lnTo>
                  <a:lnTo>
                    <a:pt x="25991" y="10383"/>
                  </a:lnTo>
                  <a:lnTo>
                    <a:pt x="27327" y="10210"/>
                  </a:lnTo>
                  <a:lnTo>
                    <a:pt x="25617" y="9852"/>
                  </a:lnTo>
                  <a:lnTo>
                    <a:pt x="23233" y="8447"/>
                  </a:lnTo>
                  <a:lnTo>
                    <a:pt x="22209" y="8185"/>
                  </a:lnTo>
                  <a:lnTo>
                    <a:pt x="20962" y="8788"/>
                  </a:lnTo>
                  <a:lnTo>
                    <a:pt x="20119" y="9014"/>
                  </a:lnTo>
                  <a:lnTo>
                    <a:pt x="18527" y="9309"/>
                  </a:lnTo>
                  <a:lnTo>
                    <a:pt x="17259" y="9352"/>
                  </a:lnTo>
                  <a:lnTo>
                    <a:pt x="11947" y="7182"/>
                  </a:lnTo>
                  <a:lnTo>
                    <a:pt x="11651" y="6974"/>
                  </a:lnTo>
                  <a:lnTo>
                    <a:pt x="11262" y="6409"/>
                  </a:lnTo>
                  <a:lnTo>
                    <a:pt x="11307" y="6149"/>
                  </a:lnTo>
                  <a:lnTo>
                    <a:pt x="11831" y="5747"/>
                  </a:lnTo>
                  <a:lnTo>
                    <a:pt x="13155" y="5215"/>
                  </a:lnTo>
                  <a:lnTo>
                    <a:pt x="15125" y="4882"/>
                  </a:lnTo>
                  <a:lnTo>
                    <a:pt x="16441" y="4827"/>
                  </a:lnTo>
                  <a:lnTo>
                    <a:pt x="17592" y="5224"/>
                  </a:lnTo>
                  <a:lnTo>
                    <a:pt x="19270" y="6298"/>
                  </a:lnTo>
                  <a:lnTo>
                    <a:pt x="20738" y="6926"/>
                  </a:lnTo>
                  <a:lnTo>
                    <a:pt x="20858" y="6700"/>
                  </a:lnTo>
                  <a:lnTo>
                    <a:pt x="20599" y="6083"/>
                  </a:lnTo>
                  <a:lnTo>
                    <a:pt x="19929" y="5167"/>
                  </a:lnTo>
                  <a:lnTo>
                    <a:pt x="19449" y="4917"/>
                  </a:lnTo>
                  <a:lnTo>
                    <a:pt x="18268" y="4644"/>
                  </a:lnTo>
                  <a:lnTo>
                    <a:pt x="17175" y="4014"/>
                  </a:lnTo>
                  <a:lnTo>
                    <a:pt x="16661" y="3549"/>
                  </a:lnTo>
                  <a:lnTo>
                    <a:pt x="16387" y="3050"/>
                  </a:lnTo>
                  <a:lnTo>
                    <a:pt x="16353" y="2518"/>
                  </a:lnTo>
                  <a:lnTo>
                    <a:pt x="16562" y="2154"/>
                  </a:lnTo>
                  <a:lnTo>
                    <a:pt x="17015" y="1959"/>
                  </a:lnTo>
                  <a:lnTo>
                    <a:pt x="21097" y="1428"/>
                  </a:lnTo>
                  <a:lnTo>
                    <a:pt x="23948" y="2017"/>
                  </a:lnTo>
                  <a:lnTo>
                    <a:pt x="25757" y="2102"/>
                  </a:lnTo>
                  <a:lnTo>
                    <a:pt x="26507" y="1379"/>
                  </a:lnTo>
                  <a:lnTo>
                    <a:pt x="26245" y="1238"/>
                  </a:lnTo>
                  <a:lnTo>
                    <a:pt x="25294" y="1424"/>
                  </a:lnTo>
                  <a:lnTo>
                    <a:pt x="24218" y="1419"/>
                  </a:lnTo>
                  <a:lnTo>
                    <a:pt x="23546" y="1023"/>
                  </a:lnTo>
                  <a:lnTo>
                    <a:pt x="23525" y="792"/>
                  </a:lnTo>
                  <a:lnTo>
                    <a:pt x="24363" y="23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2002" y="1384811"/>
              <a:ext cx="16630" cy="4220"/>
            </a:xfrm>
            <a:custGeom>
              <a:avLst/>
              <a:pathLst>
                <a:path w="16630" h="4220">
                  <a:moveTo>
                    <a:pt x="10848" y="3433"/>
                  </a:moveTo>
                  <a:lnTo>
                    <a:pt x="8124" y="3727"/>
                  </a:lnTo>
                  <a:lnTo>
                    <a:pt x="6867" y="3600"/>
                  </a:lnTo>
                  <a:lnTo>
                    <a:pt x="6202" y="3986"/>
                  </a:lnTo>
                  <a:lnTo>
                    <a:pt x="5680" y="4149"/>
                  </a:lnTo>
                  <a:lnTo>
                    <a:pt x="4191" y="4220"/>
                  </a:lnTo>
                  <a:lnTo>
                    <a:pt x="1125" y="3524"/>
                  </a:lnTo>
                  <a:lnTo>
                    <a:pt x="301" y="3282"/>
                  </a:lnTo>
                  <a:lnTo>
                    <a:pt x="0" y="3057"/>
                  </a:lnTo>
                  <a:lnTo>
                    <a:pt x="124" y="2841"/>
                  </a:lnTo>
                  <a:lnTo>
                    <a:pt x="675" y="2634"/>
                  </a:lnTo>
                  <a:lnTo>
                    <a:pt x="3028" y="2320"/>
                  </a:lnTo>
                  <a:lnTo>
                    <a:pt x="3900" y="2088"/>
                  </a:lnTo>
                  <a:lnTo>
                    <a:pt x="4260" y="1763"/>
                  </a:lnTo>
                  <a:lnTo>
                    <a:pt x="4848" y="1503"/>
                  </a:lnTo>
                  <a:lnTo>
                    <a:pt x="5665" y="1306"/>
                  </a:lnTo>
                  <a:lnTo>
                    <a:pt x="7871" y="1117"/>
                  </a:lnTo>
                  <a:lnTo>
                    <a:pt x="12828" y="138"/>
                  </a:lnTo>
                  <a:lnTo>
                    <a:pt x="15293" y="0"/>
                  </a:lnTo>
                  <a:lnTo>
                    <a:pt x="16260" y="83"/>
                  </a:lnTo>
                  <a:lnTo>
                    <a:pt x="16552" y="341"/>
                  </a:lnTo>
                  <a:lnTo>
                    <a:pt x="16630" y="599"/>
                  </a:lnTo>
                  <a:lnTo>
                    <a:pt x="16496" y="859"/>
                  </a:lnTo>
                  <a:lnTo>
                    <a:pt x="15726" y="1522"/>
                  </a:lnTo>
                  <a:lnTo>
                    <a:pt x="14720" y="2039"/>
                  </a:lnTo>
                  <a:lnTo>
                    <a:pt x="12015" y="314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117660" y="1383916"/>
              <a:ext cx="50079" cy="30377"/>
            </a:xfrm>
            <a:custGeom>
              <a:avLst/>
              <a:pathLst>
                <a:path w="50079" h="30377">
                  <a:moveTo>
                    <a:pt x="23435" y="247"/>
                  </a:moveTo>
                  <a:lnTo>
                    <a:pt x="27152" y="907"/>
                  </a:lnTo>
                  <a:lnTo>
                    <a:pt x="28961" y="1339"/>
                  </a:lnTo>
                  <a:lnTo>
                    <a:pt x="29850" y="1627"/>
                  </a:lnTo>
                  <a:lnTo>
                    <a:pt x="31543" y="2599"/>
                  </a:lnTo>
                  <a:lnTo>
                    <a:pt x="32406" y="2878"/>
                  </a:lnTo>
                  <a:lnTo>
                    <a:pt x="35703" y="2314"/>
                  </a:lnTo>
                  <a:lnTo>
                    <a:pt x="38009" y="2105"/>
                  </a:lnTo>
                  <a:lnTo>
                    <a:pt x="43141" y="2363"/>
                  </a:lnTo>
                  <a:lnTo>
                    <a:pt x="47498" y="3166"/>
                  </a:lnTo>
                  <a:lnTo>
                    <a:pt x="49101" y="3770"/>
                  </a:lnTo>
                  <a:lnTo>
                    <a:pt x="50079" y="4325"/>
                  </a:lnTo>
                  <a:lnTo>
                    <a:pt x="49826" y="4937"/>
                  </a:lnTo>
                  <a:lnTo>
                    <a:pt x="49024" y="5926"/>
                  </a:lnTo>
                  <a:lnTo>
                    <a:pt x="48083" y="6866"/>
                  </a:lnTo>
                  <a:lnTo>
                    <a:pt x="46201" y="8342"/>
                  </a:lnTo>
                  <a:lnTo>
                    <a:pt x="44601" y="9081"/>
                  </a:lnTo>
                  <a:lnTo>
                    <a:pt x="44205" y="9435"/>
                  </a:lnTo>
                  <a:lnTo>
                    <a:pt x="43955" y="9926"/>
                  </a:lnTo>
                  <a:lnTo>
                    <a:pt x="43333" y="10645"/>
                  </a:lnTo>
                  <a:lnTo>
                    <a:pt x="41614" y="12200"/>
                  </a:lnTo>
                  <a:lnTo>
                    <a:pt x="41156" y="12467"/>
                  </a:lnTo>
                  <a:lnTo>
                    <a:pt x="38735" y="13148"/>
                  </a:lnTo>
                  <a:lnTo>
                    <a:pt x="39564" y="13453"/>
                  </a:lnTo>
                  <a:lnTo>
                    <a:pt x="39944" y="13723"/>
                  </a:lnTo>
                  <a:lnTo>
                    <a:pt x="39625" y="14413"/>
                  </a:lnTo>
                  <a:lnTo>
                    <a:pt x="38098" y="16080"/>
                  </a:lnTo>
                  <a:lnTo>
                    <a:pt x="36515" y="17621"/>
                  </a:lnTo>
                  <a:lnTo>
                    <a:pt x="35408" y="18542"/>
                  </a:lnTo>
                  <a:lnTo>
                    <a:pt x="33397" y="19875"/>
                  </a:lnTo>
                  <a:lnTo>
                    <a:pt x="32290" y="20251"/>
                  </a:lnTo>
                  <a:lnTo>
                    <a:pt x="30804" y="20368"/>
                  </a:lnTo>
                  <a:lnTo>
                    <a:pt x="21829" y="19204"/>
                  </a:lnTo>
                  <a:lnTo>
                    <a:pt x="19577" y="19223"/>
                  </a:lnTo>
                  <a:lnTo>
                    <a:pt x="13592" y="19831"/>
                  </a:lnTo>
                  <a:lnTo>
                    <a:pt x="14156" y="20128"/>
                  </a:lnTo>
                  <a:lnTo>
                    <a:pt x="16348" y="20578"/>
                  </a:lnTo>
                  <a:lnTo>
                    <a:pt x="17762" y="21068"/>
                  </a:lnTo>
                  <a:lnTo>
                    <a:pt x="19638" y="22597"/>
                  </a:lnTo>
                  <a:lnTo>
                    <a:pt x="19881" y="22978"/>
                  </a:lnTo>
                  <a:lnTo>
                    <a:pt x="20000" y="23422"/>
                  </a:lnTo>
                  <a:lnTo>
                    <a:pt x="19928" y="24293"/>
                  </a:lnTo>
                  <a:lnTo>
                    <a:pt x="19799" y="24514"/>
                  </a:lnTo>
                  <a:lnTo>
                    <a:pt x="16815" y="26865"/>
                  </a:lnTo>
                  <a:lnTo>
                    <a:pt x="15850" y="28576"/>
                  </a:lnTo>
                  <a:lnTo>
                    <a:pt x="15236" y="29987"/>
                  </a:lnTo>
                  <a:lnTo>
                    <a:pt x="14231" y="30377"/>
                  </a:lnTo>
                  <a:lnTo>
                    <a:pt x="10887" y="29780"/>
                  </a:lnTo>
                  <a:lnTo>
                    <a:pt x="9808" y="29798"/>
                  </a:lnTo>
                  <a:lnTo>
                    <a:pt x="6056" y="30210"/>
                  </a:lnTo>
                  <a:lnTo>
                    <a:pt x="4304" y="30006"/>
                  </a:lnTo>
                  <a:lnTo>
                    <a:pt x="4552" y="27877"/>
                  </a:lnTo>
                  <a:lnTo>
                    <a:pt x="4307" y="25580"/>
                  </a:lnTo>
                  <a:lnTo>
                    <a:pt x="3755" y="23387"/>
                  </a:lnTo>
                  <a:lnTo>
                    <a:pt x="949" y="19488"/>
                  </a:lnTo>
                  <a:lnTo>
                    <a:pt x="640" y="18796"/>
                  </a:lnTo>
                  <a:lnTo>
                    <a:pt x="433" y="18052"/>
                  </a:lnTo>
                  <a:lnTo>
                    <a:pt x="329" y="17255"/>
                  </a:lnTo>
                  <a:lnTo>
                    <a:pt x="338" y="16454"/>
                  </a:lnTo>
                  <a:lnTo>
                    <a:pt x="533" y="14833"/>
                  </a:lnTo>
                  <a:lnTo>
                    <a:pt x="555" y="14011"/>
                  </a:lnTo>
                  <a:lnTo>
                    <a:pt x="415" y="11869"/>
                  </a:lnTo>
                  <a:lnTo>
                    <a:pt x="35" y="8665"/>
                  </a:lnTo>
                  <a:lnTo>
                    <a:pt x="0" y="7535"/>
                  </a:lnTo>
                  <a:lnTo>
                    <a:pt x="25" y="7084"/>
                  </a:lnTo>
                  <a:lnTo>
                    <a:pt x="142" y="6740"/>
                  </a:lnTo>
                  <a:lnTo>
                    <a:pt x="743" y="6284"/>
                  </a:lnTo>
                  <a:lnTo>
                    <a:pt x="1897" y="5957"/>
                  </a:lnTo>
                  <a:lnTo>
                    <a:pt x="2478" y="5908"/>
                  </a:lnTo>
                  <a:lnTo>
                    <a:pt x="6167" y="6876"/>
                  </a:lnTo>
                  <a:lnTo>
                    <a:pt x="7863" y="7199"/>
                  </a:lnTo>
                  <a:lnTo>
                    <a:pt x="9053" y="7075"/>
                  </a:lnTo>
                  <a:lnTo>
                    <a:pt x="8049" y="6871"/>
                  </a:lnTo>
                  <a:lnTo>
                    <a:pt x="7105" y="6454"/>
                  </a:lnTo>
                  <a:lnTo>
                    <a:pt x="5567" y="5212"/>
                  </a:lnTo>
                  <a:lnTo>
                    <a:pt x="4861" y="4149"/>
                  </a:lnTo>
                  <a:lnTo>
                    <a:pt x="4720" y="3798"/>
                  </a:lnTo>
                  <a:lnTo>
                    <a:pt x="4686" y="3431"/>
                  </a:lnTo>
                  <a:lnTo>
                    <a:pt x="4760" y="3046"/>
                  </a:lnTo>
                  <a:lnTo>
                    <a:pt x="4983" y="2701"/>
                  </a:lnTo>
                  <a:lnTo>
                    <a:pt x="5753" y="2160"/>
                  </a:lnTo>
                  <a:lnTo>
                    <a:pt x="6380" y="1915"/>
                  </a:lnTo>
                  <a:lnTo>
                    <a:pt x="8694" y="1293"/>
                  </a:lnTo>
                  <a:lnTo>
                    <a:pt x="11025" y="915"/>
                  </a:lnTo>
                  <a:lnTo>
                    <a:pt x="16170" y="657"/>
                  </a:lnTo>
                  <a:lnTo>
                    <a:pt x="17629" y="842"/>
                  </a:lnTo>
                  <a:lnTo>
                    <a:pt x="19856" y="162"/>
                  </a:lnTo>
                  <a:lnTo>
                    <a:pt x="21170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831969" y="1378806"/>
              <a:ext cx="98888" cy="48219"/>
            </a:xfrm>
            <a:custGeom>
              <a:avLst/>
              <a:pathLst>
                <a:path w="98888" h="48219">
                  <a:moveTo>
                    <a:pt x="57869" y="6090"/>
                  </a:moveTo>
                  <a:lnTo>
                    <a:pt x="60305" y="4796"/>
                  </a:lnTo>
                  <a:lnTo>
                    <a:pt x="61783" y="4726"/>
                  </a:lnTo>
                  <a:lnTo>
                    <a:pt x="62813" y="4841"/>
                  </a:lnTo>
                  <a:lnTo>
                    <a:pt x="63140" y="5006"/>
                  </a:lnTo>
                  <a:lnTo>
                    <a:pt x="63346" y="5261"/>
                  </a:lnTo>
                  <a:lnTo>
                    <a:pt x="63449" y="5823"/>
                  </a:lnTo>
                  <a:lnTo>
                    <a:pt x="63514" y="7214"/>
                  </a:lnTo>
                  <a:lnTo>
                    <a:pt x="63646" y="7386"/>
                  </a:lnTo>
                  <a:lnTo>
                    <a:pt x="63981" y="7307"/>
                  </a:lnTo>
                  <a:lnTo>
                    <a:pt x="64519" y="6979"/>
                  </a:lnTo>
                  <a:lnTo>
                    <a:pt x="67182" y="4923"/>
                  </a:lnTo>
                  <a:lnTo>
                    <a:pt x="68307" y="4359"/>
                  </a:lnTo>
                  <a:lnTo>
                    <a:pt x="69076" y="4191"/>
                  </a:lnTo>
                  <a:lnTo>
                    <a:pt x="72333" y="3882"/>
                  </a:lnTo>
                  <a:lnTo>
                    <a:pt x="74545" y="3892"/>
                  </a:lnTo>
                  <a:lnTo>
                    <a:pt x="76990" y="4083"/>
                  </a:lnTo>
                  <a:lnTo>
                    <a:pt x="78812" y="4370"/>
                  </a:lnTo>
                  <a:lnTo>
                    <a:pt x="81802" y="5216"/>
                  </a:lnTo>
                  <a:lnTo>
                    <a:pt x="84153" y="6188"/>
                  </a:lnTo>
                  <a:lnTo>
                    <a:pt x="86310" y="7224"/>
                  </a:lnTo>
                  <a:lnTo>
                    <a:pt x="93544" y="11118"/>
                  </a:lnTo>
                  <a:lnTo>
                    <a:pt x="96604" y="12268"/>
                  </a:lnTo>
                  <a:lnTo>
                    <a:pt x="97773" y="12920"/>
                  </a:lnTo>
                  <a:lnTo>
                    <a:pt x="98294" y="13396"/>
                  </a:lnTo>
                  <a:lnTo>
                    <a:pt x="98749" y="13992"/>
                  </a:lnTo>
                  <a:lnTo>
                    <a:pt x="98888" y="14549"/>
                  </a:lnTo>
                  <a:lnTo>
                    <a:pt x="98711" y="15068"/>
                  </a:lnTo>
                  <a:lnTo>
                    <a:pt x="98377" y="15429"/>
                  </a:lnTo>
                  <a:lnTo>
                    <a:pt x="97643" y="15738"/>
                  </a:lnTo>
                  <a:lnTo>
                    <a:pt x="93217" y="17042"/>
                  </a:lnTo>
                  <a:lnTo>
                    <a:pt x="90887" y="17442"/>
                  </a:lnTo>
                  <a:lnTo>
                    <a:pt x="88579" y="18019"/>
                  </a:lnTo>
                  <a:lnTo>
                    <a:pt x="83064" y="20054"/>
                  </a:lnTo>
                  <a:lnTo>
                    <a:pt x="79289" y="21024"/>
                  </a:lnTo>
                  <a:lnTo>
                    <a:pt x="74381" y="22915"/>
                  </a:lnTo>
                  <a:lnTo>
                    <a:pt x="65125" y="25956"/>
                  </a:lnTo>
                  <a:lnTo>
                    <a:pt x="64024" y="26567"/>
                  </a:lnTo>
                  <a:lnTo>
                    <a:pt x="63517" y="27006"/>
                  </a:lnTo>
                  <a:lnTo>
                    <a:pt x="60904" y="30472"/>
                  </a:lnTo>
                  <a:lnTo>
                    <a:pt x="59910" y="31277"/>
                  </a:lnTo>
                  <a:lnTo>
                    <a:pt x="57501" y="32097"/>
                  </a:lnTo>
                  <a:lnTo>
                    <a:pt x="54452" y="32302"/>
                  </a:lnTo>
                  <a:lnTo>
                    <a:pt x="53599" y="32532"/>
                  </a:lnTo>
                  <a:lnTo>
                    <a:pt x="53461" y="33730"/>
                  </a:lnTo>
                  <a:lnTo>
                    <a:pt x="52368" y="35721"/>
                  </a:lnTo>
                  <a:lnTo>
                    <a:pt x="51836" y="37060"/>
                  </a:lnTo>
                  <a:lnTo>
                    <a:pt x="51108" y="40648"/>
                  </a:lnTo>
                  <a:lnTo>
                    <a:pt x="50940" y="41007"/>
                  </a:lnTo>
                  <a:lnTo>
                    <a:pt x="50384" y="41671"/>
                  </a:lnTo>
                  <a:lnTo>
                    <a:pt x="49441" y="42392"/>
                  </a:lnTo>
                  <a:lnTo>
                    <a:pt x="46499" y="43222"/>
                  </a:lnTo>
                  <a:lnTo>
                    <a:pt x="44328" y="43658"/>
                  </a:lnTo>
                  <a:lnTo>
                    <a:pt x="41373" y="44020"/>
                  </a:lnTo>
                  <a:lnTo>
                    <a:pt x="40667" y="43773"/>
                  </a:lnTo>
                  <a:lnTo>
                    <a:pt x="39954" y="43203"/>
                  </a:lnTo>
                  <a:lnTo>
                    <a:pt x="39211" y="43153"/>
                  </a:lnTo>
                  <a:lnTo>
                    <a:pt x="38750" y="43243"/>
                  </a:lnTo>
                  <a:lnTo>
                    <a:pt x="34897" y="45737"/>
                  </a:lnTo>
                  <a:lnTo>
                    <a:pt x="31180" y="46747"/>
                  </a:lnTo>
                  <a:lnTo>
                    <a:pt x="29570" y="47659"/>
                  </a:lnTo>
                  <a:lnTo>
                    <a:pt x="28433" y="48087"/>
                  </a:lnTo>
                  <a:lnTo>
                    <a:pt x="27519" y="48219"/>
                  </a:lnTo>
                  <a:lnTo>
                    <a:pt x="26013" y="48138"/>
                  </a:lnTo>
                  <a:lnTo>
                    <a:pt x="24926" y="47725"/>
                  </a:lnTo>
                  <a:lnTo>
                    <a:pt x="23941" y="47086"/>
                  </a:lnTo>
                  <a:lnTo>
                    <a:pt x="23197" y="46394"/>
                  </a:lnTo>
                  <a:lnTo>
                    <a:pt x="21288" y="43544"/>
                  </a:lnTo>
                  <a:lnTo>
                    <a:pt x="20468" y="42568"/>
                  </a:lnTo>
                  <a:lnTo>
                    <a:pt x="19770" y="42081"/>
                  </a:lnTo>
                  <a:lnTo>
                    <a:pt x="17900" y="40345"/>
                  </a:lnTo>
                  <a:lnTo>
                    <a:pt x="17384" y="39997"/>
                  </a:lnTo>
                  <a:lnTo>
                    <a:pt x="10268" y="37798"/>
                  </a:lnTo>
                  <a:lnTo>
                    <a:pt x="6803" y="36564"/>
                  </a:lnTo>
                  <a:lnTo>
                    <a:pt x="5966" y="36129"/>
                  </a:lnTo>
                  <a:lnTo>
                    <a:pt x="5190" y="35874"/>
                  </a:lnTo>
                  <a:lnTo>
                    <a:pt x="741" y="36045"/>
                  </a:lnTo>
                  <a:lnTo>
                    <a:pt x="153" y="35978"/>
                  </a:lnTo>
                  <a:lnTo>
                    <a:pt x="0" y="35796"/>
                  </a:lnTo>
                  <a:lnTo>
                    <a:pt x="526" y="35150"/>
                  </a:lnTo>
                  <a:lnTo>
                    <a:pt x="733" y="34742"/>
                  </a:lnTo>
                  <a:lnTo>
                    <a:pt x="802" y="34342"/>
                  </a:lnTo>
                  <a:lnTo>
                    <a:pt x="782" y="33581"/>
                  </a:lnTo>
                  <a:lnTo>
                    <a:pt x="2474" y="32945"/>
                  </a:lnTo>
                  <a:lnTo>
                    <a:pt x="2199" y="32813"/>
                  </a:lnTo>
                  <a:lnTo>
                    <a:pt x="2001" y="32565"/>
                  </a:lnTo>
                  <a:lnTo>
                    <a:pt x="1878" y="32199"/>
                  </a:lnTo>
                  <a:lnTo>
                    <a:pt x="2062" y="31944"/>
                  </a:lnTo>
                  <a:lnTo>
                    <a:pt x="2552" y="31798"/>
                  </a:lnTo>
                  <a:lnTo>
                    <a:pt x="3149" y="31206"/>
                  </a:lnTo>
                  <a:lnTo>
                    <a:pt x="3852" y="30169"/>
                  </a:lnTo>
                  <a:lnTo>
                    <a:pt x="4375" y="29587"/>
                  </a:lnTo>
                  <a:lnTo>
                    <a:pt x="5102" y="29212"/>
                  </a:lnTo>
                  <a:lnTo>
                    <a:pt x="6404" y="28209"/>
                  </a:lnTo>
                  <a:lnTo>
                    <a:pt x="7333" y="27805"/>
                  </a:lnTo>
                  <a:lnTo>
                    <a:pt x="8119" y="27297"/>
                  </a:lnTo>
                  <a:lnTo>
                    <a:pt x="8142" y="27068"/>
                  </a:lnTo>
                  <a:lnTo>
                    <a:pt x="7821" y="26893"/>
                  </a:lnTo>
                  <a:lnTo>
                    <a:pt x="7711" y="26505"/>
                  </a:lnTo>
                  <a:lnTo>
                    <a:pt x="7857" y="25296"/>
                  </a:lnTo>
                  <a:lnTo>
                    <a:pt x="7851" y="24674"/>
                  </a:lnTo>
                  <a:lnTo>
                    <a:pt x="7993" y="24154"/>
                  </a:lnTo>
                  <a:lnTo>
                    <a:pt x="8284" y="23736"/>
                  </a:lnTo>
                  <a:lnTo>
                    <a:pt x="8651" y="23459"/>
                  </a:lnTo>
                  <a:lnTo>
                    <a:pt x="11946" y="22584"/>
                  </a:lnTo>
                  <a:lnTo>
                    <a:pt x="12113" y="22330"/>
                  </a:lnTo>
                  <a:lnTo>
                    <a:pt x="12152" y="22038"/>
                  </a:lnTo>
                  <a:lnTo>
                    <a:pt x="12063" y="21708"/>
                  </a:lnTo>
                  <a:lnTo>
                    <a:pt x="11892" y="21476"/>
                  </a:lnTo>
                  <a:lnTo>
                    <a:pt x="11371" y="21286"/>
                  </a:lnTo>
                  <a:lnTo>
                    <a:pt x="10490" y="21234"/>
                  </a:lnTo>
                  <a:lnTo>
                    <a:pt x="9727" y="20731"/>
                  </a:lnTo>
                  <a:lnTo>
                    <a:pt x="9544" y="20487"/>
                  </a:lnTo>
                  <a:lnTo>
                    <a:pt x="9851" y="19797"/>
                  </a:lnTo>
                  <a:lnTo>
                    <a:pt x="11337" y="18699"/>
                  </a:lnTo>
                  <a:lnTo>
                    <a:pt x="11838" y="18157"/>
                  </a:lnTo>
                  <a:lnTo>
                    <a:pt x="13444" y="15711"/>
                  </a:lnTo>
                  <a:lnTo>
                    <a:pt x="16378" y="14195"/>
                  </a:lnTo>
                  <a:lnTo>
                    <a:pt x="17172" y="12565"/>
                  </a:lnTo>
                  <a:lnTo>
                    <a:pt x="19376" y="10836"/>
                  </a:lnTo>
                  <a:lnTo>
                    <a:pt x="19371" y="10597"/>
                  </a:lnTo>
                  <a:lnTo>
                    <a:pt x="18659" y="10007"/>
                  </a:lnTo>
                  <a:lnTo>
                    <a:pt x="16625" y="9599"/>
                  </a:lnTo>
                  <a:lnTo>
                    <a:pt x="15646" y="8969"/>
                  </a:lnTo>
                  <a:lnTo>
                    <a:pt x="14991" y="8254"/>
                  </a:lnTo>
                  <a:lnTo>
                    <a:pt x="12014" y="4142"/>
                  </a:lnTo>
                  <a:lnTo>
                    <a:pt x="11506" y="3836"/>
                  </a:lnTo>
                  <a:lnTo>
                    <a:pt x="11355" y="3358"/>
                  </a:lnTo>
                  <a:lnTo>
                    <a:pt x="10747" y="3042"/>
                  </a:lnTo>
                  <a:lnTo>
                    <a:pt x="10871" y="2746"/>
                  </a:lnTo>
                  <a:lnTo>
                    <a:pt x="22488" y="1520"/>
                  </a:lnTo>
                  <a:lnTo>
                    <a:pt x="30484" y="1129"/>
                  </a:lnTo>
                  <a:lnTo>
                    <a:pt x="38764" y="62"/>
                  </a:lnTo>
                  <a:lnTo>
                    <a:pt x="41070" y="0"/>
                  </a:lnTo>
                  <a:lnTo>
                    <a:pt x="42858" y="211"/>
                  </a:lnTo>
                  <a:lnTo>
                    <a:pt x="44622" y="765"/>
                  </a:lnTo>
                  <a:lnTo>
                    <a:pt x="46960" y="1734"/>
                  </a:lnTo>
                  <a:lnTo>
                    <a:pt x="50055" y="2680"/>
                  </a:lnTo>
                  <a:lnTo>
                    <a:pt x="55834" y="4064"/>
                  </a:lnTo>
                  <a:lnTo>
                    <a:pt x="59438" y="4355"/>
                  </a:lnTo>
                  <a:lnTo>
                    <a:pt x="57994" y="5459"/>
                  </a:lnTo>
                  <a:lnTo>
                    <a:pt x="57790" y="579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97773" y="1377670"/>
              <a:ext cx="4339" cy="2244"/>
            </a:xfrm>
            <a:custGeom>
              <a:avLst/>
              <a:pathLst>
                <a:path w="4339" h="2244">
                  <a:moveTo>
                    <a:pt x="3732" y="1398"/>
                  </a:moveTo>
                  <a:lnTo>
                    <a:pt x="888" y="2244"/>
                  </a:lnTo>
                  <a:lnTo>
                    <a:pt x="268" y="1915"/>
                  </a:lnTo>
                  <a:lnTo>
                    <a:pt x="0" y="1618"/>
                  </a:lnTo>
                  <a:lnTo>
                    <a:pt x="2210" y="335"/>
                  </a:lnTo>
                  <a:lnTo>
                    <a:pt x="3155" y="0"/>
                  </a:lnTo>
                  <a:lnTo>
                    <a:pt x="4085" y="398"/>
                  </a:lnTo>
                  <a:lnTo>
                    <a:pt x="4339" y="700"/>
                  </a:lnTo>
                  <a:lnTo>
                    <a:pt x="4220" y="93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115742" y="1377526"/>
              <a:ext cx="5451" cy="1904"/>
            </a:xfrm>
            <a:custGeom>
              <a:avLst/>
              <a:pathLst>
                <a:path w="5451" h="1904">
                  <a:moveTo>
                    <a:pt x="5147" y="1834"/>
                  </a:moveTo>
                  <a:lnTo>
                    <a:pt x="4714" y="1904"/>
                  </a:lnTo>
                  <a:lnTo>
                    <a:pt x="3871" y="1824"/>
                  </a:lnTo>
                  <a:lnTo>
                    <a:pt x="695" y="1202"/>
                  </a:lnTo>
                  <a:lnTo>
                    <a:pt x="154" y="946"/>
                  </a:lnTo>
                  <a:lnTo>
                    <a:pt x="0" y="759"/>
                  </a:lnTo>
                  <a:lnTo>
                    <a:pt x="722" y="533"/>
                  </a:lnTo>
                  <a:lnTo>
                    <a:pt x="994" y="292"/>
                  </a:lnTo>
                  <a:lnTo>
                    <a:pt x="1800" y="0"/>
                  </a:lnTo>
                  <a:lnTo>
                    <a:pt x="3221" y="1"/>
                  </a:lnTo>
                  <a:lnTo>
                    <a:pt x="4713" y="714"/>
                  </a:lnTo>
                  <a:lnTo>
                    <a:pt x="5415" y="1357"/>
                  </a:lnTo>
                  <a:lnTo>
                    <a:pt x="5451" y="164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30248" y="1366465"/>
              <a:ext cx="11781" cy="5564"/>
            </a:xfrm>
            <a:custGeom>
              <a:avLst/>
              <a:pathLst>
                <a:path w="11781" h="5564">
                  <a:moveTo>
                    <a:pt x="7260" y="5489"/>
                  </a:moveTo>
                  <a:lnTo>
                    <a:pt x="5475" y="5564"/>
                  </a:lnTo>
                  <a:lnTo>
                    <a:pt x="2394" y="5141"/>
                  </a:lnTo>
                  <a:lnTo>
                    <a:pt x="560" y="4326"/>
                  </a:lnTo>
                  <a:lnTo>
                    <a:pt x="0" y="3935"/>
                  </a:lnTo>
                  <a:lnTo>
                    <a:pt x="54" y="3758"/>
                  </a:lnTo>
                  <a:lnTo>
                    <a:pt x="371" y="3582"/>
                  </a:lnTo>
                  <a:lnTo>
                    <a:pt x="814" y="3053"/>
                  </a:lnTo>
                  <a:lnTo>
                    <a:pt x="1863" y="1523"/>
                  </a:lnTo>
                  <a:lnTo>
                    <a:pt x="2257" y="1118"/>
                  </a:lnTo>
                  <a:lnTo>
                    <a:pt x="3909" y="235"/>
                  </a:lnTo>
                  <a:lnTo>
                    <a:pt x="5120" y="0"/>
                  </a:lnTo>
                  <a:lnTo>
                    <a:pt x="7689" y="75"/>
                  </a:lnTo>
                  <a:lnTo>
                    <a:pt x="9180" y="531"/>
                  </a:lnTo>
                  <a:lnTo>
                    <a:pt x="9803" y="824"/>
                  </a:lnTo>
                  <a:lnTo>
                    <a:pt x="10248" y="1177"/>
                  </a:lnTo>
                  <a:lnTo>
                    <a:pt x="10685" y="1964"/>
                  </a:lnTo>
                  <a:lnTo>
                    <a:pt x="10794" y="2475"/>
                  </a:lnTo>
                  <a:lnTo>
                    <a:pt x="11543" y="3057"/>
                  </a:lnTo>
                  <a:lnTo>
                    <a:pt x="11768" y="3394"/>
                  </a:lnTo>
                  <a:lnTo>
                    <a:pt x="11781" y="3723"/>
                  </a:lnTo>
                  <a:lnTo>
                    <a:pt x="11571" y="4057"/>
                  </a:lnTo>
                  <a:lnTo>
                    <a:pt x="11141" y="4392"/>
                  </a:lnTo>
                  <a:lnTo>
                    <a:pt x="10156" y="488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108657" y="1363674"/>
              <a:ext cx="29670" cy="13854"/>
            </a:xfrm>
            <a:custGeom>
              <a:avLst/>
              <a:pathLst>
                <a:path w="29670" h="13854">
                  <a:moveTo>
                    <a:pt x="28922" y="8398"/>
                  </a:moveTo>
                  <a:lnTo>
                    <a:pt x="29530" y="9457"/>
                  </a:lnTo>
                  <a:lnTo>
                    <a:pt x="29640" y="9884"/>
                  </a:lnTo>
                  <a:lnTo>
                    <a:pt x="29670" y="10789"/>
                  </a:lnTo>
                  <a:lnTo>
                    <a:pt x="29411" y="11968"/>
                  </a:lnTo>
                  <a:lnTo>
                    <a:pt x="29237" y="12183"/>
                  </a:lnTo>
                  <a:lnTo>
                    <a:pt x="28987" y="12284"/>
                  </a:lnTo>
                  <a:lnTo>
                    <a:pt x="28867" y="12587"/>
                  </a:lnTo>
                  <a:lnTo>
                    <a:pt x="28878" y="13096"/>
                  </a:lnTo>
                  <a:lnTo>
                    <a:pt x="28633" y="13406"/>
                  </a:lnTo>
                  <a:lnTo>
                    <a:pt x="28131" y="13517"/>
                  </a:lnTo>
                  <a:lnTo>
                    <a:pt x="24740" y="13750"/>
                  </a:lnTo>
                  <a:lnTo>
                    <a:pt x="22644" y="13705"/>
                  </a:lnTo>
                  <a:lnTo>
                    <a:pt x="19537" y="13854"/>
                  </a:lnTo>
                  <a:lnTo>
                    <a:pt x="17997" y="13778"/>
                  </a:lnTo>
                  <a:lnTo>
                    <a:pt x="16989" y="13528"/>
                  </a:lnTo>
                  <a:lnTo>
                    <a:pt x="15523" y="12972"/>
                  </a:lnTo>
                  <a:lnTo>
                    <a:pt x="12426" y="11659"/>
                  </a:lnTo>
                  <a:lnTo>
                    <a:pt x="10864" y="11613"/>
                  </a:lnTo>
                  <a:lnTo>
                    <a:pt x="6945" y="11152"/>
                  </a:lnTo>
                  <a:lnTo>
                    <a:pt x="4781" y="9728"/>
                  </a:lnTo>
                  <a:lnTo>
                    <a:pt x="3953" y="9474"/>
                  </a:lnTo>
                  <a:lnTo>
                    <a:pt x="3117" y="9899"/>
                  </a:lnTo>
                  <a:lnTo>
                    <a:pt x="2889" y="9803"/>
                  </a:lnTo>
                  <a:lnTo>
                    <a:pt x="2658" y="9516"/>
                  </a:lnTo>
                  <a:lnTo>
                    <a:pt x="2426" y="9039"/>
                  </a:lnTo>
                  <a:lnTo>
                    <a:pt x="2017" y="8794"/>
                  </a:lnTo>
                  <a:lnTo>
                    <a:pt x="375" y="8921"/>
                  </a:lnTo>
                  <a:lnTo>
                    <a:pt x="79" y="8761"/>
                  </a:lnTo>
                  <a:lnTo>
                    <a:pt x="0" y="8344"/>
                  </a:lnTo>
                  <a:lnTo>
                    <a:pt x="25" y="7980"/>
                  </a:lnTo>
                  <a:lnTo>
                    <a:pt x="320" y="7410"/>
                  </a:lnTo>
                  <a:lnTo>
                    <a:pt x="2050" y="5839"/>
                  </a:lnTo>
                  <a:lnTo>
                    <a:pt x="2906" y="5728"/>
                  </a:lnTo>
                  <a:lnTo>
                    <a:pt x="3966" y="5438"/>
                  </a:lnTo>
                  <a:lnTo>
                    <a:pt x="4552" y="4590"/>
                  </a:lnTo>
                  <a:lnTo>
                    <a:pt x="4491" y="3789"/>
                  </a:lnTo>
                  <a:lnTo>
                    <a:pt x="6101" y="2597"/>
                  </a:lnTo>
                  <a:lnTo>
                    <a:pt x="7061" y="2245"/>
                  </a:lnTo>
                  <a:lnTo>
                    <a:pt x="8787" y="1413"/>
                  </a:lnTo>
                  <a:lnTo>
                    <a:pt x="14665" y="114"/>
                  </a:lnTo>
                  <a:lnTo>
                    <a:pt x="16286" y="0"/>
                  </a:lnTo>
                  <a:lnTo>
                    <a:pt x="18457" y="97"/>
                  </a:lnTo>
                  <a:lnTo>
                    <a:pt x="20552" y="511"/>
                  </a:lnTo>
                  <a:lnTo>
                    <a:pt x="22165" y="1198"/>
                  </a:lnTo>
                  <a:lnTo>
                    <a:pt x="25454" y="2894"/>
                  </a:lnTo>
                  <a:lnTo>
                    <a:pt x="26951" y="3919"/>
                  </a:lnTo>
                  <a:lnTo>
                    <a:pt x="27746" y="4972"/>
                  </a:lnTo>
                  <a:lnTo>
                    <a:pt x="28461" y="5576"/>
                  </a:lnTo>
                  <a:lnTo>
                    <a:pt x="29347" y="6878"/>
                  </a:lnTo>
                  <a:lnTo>
                    <a:pt x="29024" y="7387"/>
                  </a:lnTo>
                  <a:lnTo>
                    <a:pt x="28834" y="807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104674" y="1363331"/>
              <a:ext cx="10035" cy="3982"/>
            </a:xfrm>
            <a:custGeom>
              <a:avLst/>
              <a:pathLst>
                <a:path w="10035" h="3982">
                  <a:moveTo>
                    <a:pt x="8912" y="2016"/>
                  </a:moveTo>
                  <a:lnTo>
                    <a:pt x="8176" y="2474"/>
                  </a:lnTo>
                  <a:lnTo>
                    <a:pt x="7417" y="2508"/>
                  </a:lnTo>
                  <a:lnTo>
                    <a:pt x="6397" y="2073"/>
                  </a:lnTo>
                  <a:lnTo>
                    <a:pt x="5288" y="2237"/>
                  </a:lnTo>
                  <a:lnTo>
                    <a:pt x="3771" y="3115"/>
                  </a:lnTo>
                  <a:lnTo>
                    <a:pt x="3232" y="3632"/>
                  </a:lnTo>
                  <a:lnTo>
                    <a:pt x="2817" y="3820"/>
                  </a:lnTo>
                  <a:lnTo>
                    <a:pt x="1547" y="3982"/>
                  </a:lnTo>
                  <a:lnTo>
                    <a:pt x="998" y="3834"/>
                  </a:lnTo>
                  <a:lnTo>
                    <a:pt x="482" y="3375"/>
                  </a:lnTo>
                  <a:lnTo>
                    <a:pt x="0" y="2602"/>
                  </a:lnTo>
                  <a:lnTo>
                    <a:pt x="358" y="2019"/>
                  </a:lnTo>
                  <a:lnTo>
                    <a:pt x="1556" y="1627"/>
                  </a:lnTo>
                  <a:lnTo>
                    <a:pt x="4709" y="990"/>
                  </a:lnTo>
                  <a:lnTo>
                    <a:pt x="5609" y="673"/>
                  </a:lnTo>
                  <a:lnTo>
                    <a:pt x="5708" y="333"/>
                  </a:lnTo>
                  <a:lnTo>
                    <a:pt x="5897" y="108"/>
                  </a:lnTo>
                  <a:lnTo>
                    <a:pt x="6176" y="0"/>
                  </a:lnTo>
                  <a:lnTo>
                    <a:pt x="8280" y="573"/>
                  </a:lnTo>
                  <a:lnTo>
                    <a:pt x="9279" y="960"/>
                  </a:lnTo>
                  <a:lnTo>
                    <a:pt x="10035" y="1398"/>
                  </a:lnTo>
                  <a:lnTo>
                    <a:pt x="9953" y="157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875531" y="1359386"/>
              <a:ext cx="3426" cy="2746"/>
            </a:xfrm>
            <a:custGeom>
              <a:avLst/>
              <a:pathLst>
                <a:path w="3426" h="2746">
                  <a:moveTo>
                    <a:pt x="1558" y="2681"/>
                  </a:moveTo>
                  <a:lnTo>
                    <a:pt x="819" y="2746"/>
                  </a:lnTo>
                  <a:lnTo>
                    <a:pt x="0" y="2589"/>
                  </a:lnTo>
                  <a:lnTo>
                    <a:pt x="187" y="2231"/>
                  </a:lnTo>
                  <a:lnTo>
                    <a:pt x="2030" y="1255"/>
                  </a:lnTo>
                  <a:lnTo>
                    <a:pt x="2133" y="975"/>
                  </a:lnTo>
                  <a:lnTo>
                    <a:pt x="2108" y="748"/>
                  </a:lnTo>
                  <a:lnTo>
                    <a:pt x="1879" y="481"/>
                  </a:lnTo>
                  <a:lnTo>
                    <a:pt x="2345" y="140"/>
                  </a:lnTo>
                  <a:lnTo>
                    <a:pt x="3093" y="0"/>
                  </a:lnTo>
                  <a:lnTo>
                    <a:pt x="3340" y="132"/>
                  </a:lnTo>
                  <a:lnTo>
                    <a:pt x="3426" y="429"/>
                  </a:lnTo>
                  <a:lnTo>
                    <a:pt x="3254" y="1296"/>
                  </a:lnTo>
                  <a:lnTo>
                    <a:pt x="3024" y="1716"/>
                  </a:lnTo>
                  <a:lnTo>
                    <a:pt x="2705" y="2074"/>
                  </a:lnTo>
                  <a:lnTo>
                    <a:pt x="2216" y="239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124725" y="1358564"/>
              <a:ext cx="5723" cy="3453"/>
            </a:xfrm>
            <a:custGeom>
              <a:avLst/>
              <a:pathLst>
                <a:path w="5723" h="3453">
                  <a:moveTo>
                    <a:pt x="3544" y="3446"/>
                  </a:moveTo>
                  <a:lnTo>
                    <a:pt x="2619" y="3453"/>
                  </a:lnTo>
                  <a:lnTo>
                    <a:pt x="1416" y="3162"/>
                  </a:lnTo>
                  <a:lnTo>
                    <a:pt x="1077" y="2859"/>
                  </a:lnTo>
                  <a:lnTo>
                    <a:pt x="818" y="2444"/>
                  </a:lnTo>
                  <a:lnTo>
                    <a:pt x="639" y="1917"/>
                  </a:lnTo>
                  <a:lnTo>
                    <a:pt x="388" y="1495"/>
                  </a:lnTo>
                  <a:lnTo>
                    <a:pt x="67" y="1179"/>
                  </a:lnTo>
                  <a:lnTo>
                    <a:pt x="0" y="916"/>
                  </a:lnTo>
                  <a:lnTo>
                    <a:pt x="188" y="704"/>
                  </a:lnTo>
                  <a:lnTo>
                    <a:pt x="581" y="585"/>
                  </a:lnTo>
                  <a:lnTo>
                    <a:pt x="1479" y="546"/>
                  </a:lnTo>
                  <a:lnTo>
                    <a:pt x="3437" y="0"/>
                  </a:lnTo>
                  <a:lnTo>
                    <a:pt x="3808" y="59"/>
                  </a:lnTo>
                  <a:lnTo>
                    <a:pt x="4067" y="348"/>
                  </a:lnTo>
                  <a:lnTo>
                    <a:pt x="4331" y="1106"/>
                  </a:lnTo>
                  <a:lnTo>
                    <a:pt x="4611" y="1556"/>
                  </a:lnTo>
                  <a:lnTo>
                    <a:pt x="5383" y="2377"/>
                  </a:lnTo>
                  <a:lnTo>
                    <a:pt x="5723" y="2906"/>
                  </a:lnTo>
                  <a:lnTo>
                    <a:pt x="5650" y="3070"/>
                  </a:lnTo>
                  <a:lnTo>
                    <a:pt x="5408" y="321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892998" y="1356909"/>
              <a:ext cx="17932" cy="8363"/>
            </a:xfrm>
            <a:custGeom>
              <a:avLst/>
              <a:pathLst>
                <a:path w="17932" h="8363">
                  <a:moveTo>
                    <a:pt x="10089" y="7467"/>
                  </a:moveTo>
                  <a:lnTo>
                    <a:pt x="7386" y="8363"/>
                  </a:lnTo>
                  <a:lnTo>
                    <a:pt x="5463" y="8270"/>
                  </a:lnTo>
                  <a:lnTo>
                    <a:pt x="2913" y="7612"/>
                  </a:lnTo>
                  <a:lnTo>
                    <a:pt x="837" y="7388"/>
                  </a:lnTo>
                  <a:lnTo>
                    <a:pt x="107" y="7170"/>
                  </a:lnTo>
                  <a:lnTo>
                    <a:pt x="0" y="6942"/>
                  </a:lnTo>
                  <a:lnTo>
                    <a:pt x="703" y="6312"/>
                  </a:lnTo>
                  <a:lnTo>
                    <a:pt x="1587" y="5808"/>
                  </a:lnTo>
                  <a:lnTo>
                    <a:pt x="3700" y="4819"/>
                  </a:lnTo>
                  <a:lnTo>
                    <a:pt x="7270" y="2912"/>
                  </a:lnTo>
                  <a:lnTo>
                    <a:pt x="9608" y="2191"/>
                  </a:lnTo>
                  <a:lnTo>
                    <a:pt x="11900" y="1682"/>
                  </a:lnTo>
                  <a:lnTo>
                    <a:pt x="14240" y="544"/>
                  </a:lnTo>
                  <a:lnTo>
                    <a:pt x="15535" y="36"/>
                  </a:lnTo>
                  <a:lnTo>
                    <a:pt x="16659" y="0"/>
                  </a:lnTo>
                  <a:lnTo>
                    <a:pt x="17805" y="218"/>
                  </a:lnTo>
                  <a:lnTo>
                    <a:pt x="17932" y="528"/>
                  </a:lnTo>
                  <a:lnTo>
                    <a:pt x="16728" y="2079"/>
                  </a:lnTo>
                  <a:lnTo>
                    <a:pt x="15881" y="2705"/>
                  </a:lnTo>
                  <a:lnTo>
                    <a:pt x="14226" y="4318"/>
                  </a:lnTo>
                  <a:lnTo>
                    <a:pt x="11050" y="702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268553" y="1356479"/>
              <a:ext cx="8075" cy="4467"/>
            </a:xfrm>
            <a:custGeom>
              <a:avLst/>
              <a:pathLst>
                <a:path w="8075" h="4467">
                  <a:moveTo>
                    <a:pt x="6013" y="3068"/>
                  </a:moveTo>
                  <a:lnTo>
                    <a:pt x="6120" y="3890"/>
                  </a:lnTo>
                  <a:lnTo>
                    <a:pt x="5433" y="3852"/>
                  </a:lnTo>
                  <a:lnTo>
                    <a:pt x="3245" y="4389"/>
                  </a:lnTo>
                  <a:lnTo>
                    <a:pt x="1458" y="4467"/>
                  </a:lnTo>
                  <a:lnTo>
                    <a:pt x="567" y="4225"/>
                  </a:lnTo>
                  <a:lnTo>
                    <a:pt x="0" y="3663"/>
                  </a:lnTo>
                  <a:lnTo>
                    <a:pt x="1395" y="2615"/>
                  </a:lnTo>
                  <a:lnTo>
                    <a:pt x="2998" y="1883"/>
                  </a:lnTo>
                  <a:lnTo>
                    <a:pt x="4923" y="746"/>
                  </a:lnTo>
                  <a:lnTo>
                    <a:pt x="6522" y="0"/>
                  </a:lnTo>
                  <a:lnTo>
                    <a:pt x="7311" y="156"/>
                  </a:lnTo>
                  <a:lnTo>
                    <a:pt x="8075" y="552"/>
                  </a:lnTo>
                  <a:lnTo>
                    <a:pt x="7117" y="1680"/>
                  </a:lnTo>
                  <a:lnTo>
                    <a:pt x="6074" y="224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034802" y="1354169"/>
              <a:ext cx="22687" cy="7644"/>
            </a:xfrm>
            <a:custGeom>
              <a:avLst/>
              <a:pathLst>
                <a:path w="22687" h="7644">
                  <a:moveTo>
                    <a:pt x="20612" y="4136"/>
                  </a:moveTo>
                  <a:lnTo>
                    <a:pt x="22594" y="4992"/>
                  </a:lnTo>
                  <a:lnTo>
                    <a:pt x="22687" y="5189"/>
                  </a:lnTo>
                  <a:lnTo>
                    <a:pt x="22314" y="5352"/>
                  </a:lnTo>
                  <a:lnTo>
                    <a:pt x="19753" y="5806"/>
                  </a:lnTo>
                  <a:lnTo>
                    <a:pt x="18757" y="6169"/>
                  </a:lnTo>
                  <a:lnTo>
                    <a:pt x="17925" y="7016"/>
                  </a:lnTo>
                  <a:lnTo>
                    <a:pt x="17279" y="7409"/>
                  </a:lnTo>
                  <a:lnTo>
                    <a:pt x="13836" y="7644"/>
                  </a:lnTo>
                  <a:lnTo>
                    <a:pt x="10324" y="7633"/>
                  </a:lnTo>
                  <a:lnTo>
                    <a:pt x="10987" y="6813"/>
                  </a:lnTo>
                  <a:lnTo>
                    <a:pt x="12909" y="5476"/>
                  </a:lnTo>
                  <a:lnTo>
                    <a:pt x="11395" y="4923"/>
                  </a:lnTo>
                  <a:lnTo>
                    <a:pt x="6019" y="5845"/>
                  </a:lnTo>
                  <a:lnTo>
                    <a:pt x="3981" y="5277"/>
                  </a:lnTo>
                  <a:lnTo>
                    <a:pt x="5726" y="3828"/>
                  </a:lnTo>
                  <a:lnTo>
                    <a:pt x="3988" y="3695"/>
                  </a:lnTo>
                  <a:lnTo>
                    <a:pt x="1547" y="3689"/>
                  </a:lnTo>
                  <a:lnTo>
                    <a:pt x="0" y="2831"/>
                  </a:lnTo>
                  <a:lnTo>
                    <a:pt x="524" y="1801"/>
                  </a:lnTo>
                  <a:lnTo>
                    <a:pt x="3727" y="1234"/>
                  </a:lnTo>
                  <a:lnTo>
                    <a:pt x="7896" y="743"/>
                  </a:lnTo>
                  <a:lnTo>
                    <a:pt x="12372" y="0"/>
                  </a:lnTo>
                  <a:lnTo>
                    <a:pt x="15875" y="62"/>
                  </a:lnTo>
                  <a:lnTo>
                    <a:pt x="17237" y="416"/>
                  </a:lnTo>
                  <a:lnTo>
                    <a:pt x="17690" y="1604"/>
                  </a:lnTo>
                  <a:lnTo>
                    <a:pt x="18126" y="3018"/>
                  </a:lnTo>
                  <a:lnTo>
                    <a:pt x="18735" y="313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032938" y="1349223"/>
              <a:ext cx="14848" cy="4740"/>
            </a:xfrm>
            <a:custGeom>
              <a:avLst/>
              <a:pathLst>
                <a:path w="14848" h="4740">
                  <a:moveTo>
                    <a:pt x="5488" y="1157"/>
                  </a:moveTo>
                  <a:lnTo>
                    <a:pt x="5956" y="1234"/>
                  </a:lnTo>
                  <a:lnTo>
                    <a:pt x="7397" y="956"/>
                  </a:lnTo>
                  <a:lnTo>
                    <a:pt x="8328" y="907"/>
                  </a:lnTo>
                  <a:lnTo>
                    <a:pt x="9365" y="1432"/>
                  </a:lnTo>
                  <a:lnTo>
                    <a:pt x="9634" y="1774"/>
                  </a:lnTo>
                  <a:lnTo>
                    <a:pt x="13367" y="2631"/>
                  </a:lnTo>
                  <a:lnTo>
                    <a:pt x="14680" y="3016"/>
                  </a:lnTo>
                  <a:lnTo>
                    <a:pt x="14848" y="3272"/>
                  </a:lnTo>
                  <a:lnTo>
                    <a:pt x="14381" y="3639"/>
                  </a:lnTo>
                  <a:lnTo>
                    <a:pt x="13278" y="4118"/>
                  </a:lnTo>
                  <a:lnTo>
                    <a:pt x="12220" y="4443"/>
                  </a:lnTo>
                  <a:lnTo>
                    <a:pt x="10698" y="4701"/>
                  </a:lnTo>
                  <a:lnTo>
                    <a:pt x="3144" y="4740"/>
                  </a:lnTo>
                  <a:lnTo>
                    <a:pt x="2322" y="4623"/>
                  </a:lnTo>
                  <a:lnTo>
                    <a:pt x="1848" y="4198"/>
                  </a:lnTo>
                  <a:lnTo>
                    <a:pt x="913" y="2610"/>
                  </a:lnTo>
                  <a:lnTo>
                    <a:pt x="249" y="1756"/>
                  </a:lnTo>
                  <a:lnTo>
                    <a:pt x="0" y="1163"/>
                  </a:lnTo>
                  <a:lnTo>
                    <a:pt x="163" y="831"/>
                  </a:lnTo>
                  <a:lnTo>
                    <a:pt x="971" y="498"/>
                  </a:lnTo>
                  <a:lnTo>
                    <a:pt x="3764" y="0"/>
                  </a:lnTo>
                  <a:lnTo>
                    <a:pt x="5000" y="0"/>
                  </a:lnTo>
                  <a:lnTo>
                    <a:pt x="5776" y="127"/>
                  </a:lnTo>
                  <a:lnTo>
                    <a:pt x="6092" y="381"/>
                  </a:lnTo>
                  <a:lnTo>
                    <a:pt x="5996" y="72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050020" y="1348836"/>
              <a:ext cx="51669" cy="23852"/>
            </a:xfrm>
            <a:custGeom>
              <a:avLst/>
              <a:pathLst>
                <a:path w="51669" h="23852">
                  <a:moveTo>
                    <a:pt x="48217" y="3171"/>
                  </a:moveTo>
                  <a:lnTo>
                    <a:pt x="48323" y="3794"/>
                  </a:lnTo>
                  <a:lnTo>
                    <a:pt x="48209" y="4274"/>
                  </a:lnTo>
                  <a:lnTo>
                    <a:pt x="47875" y="4612"/>
                  </a:lnTo>
                  <a:lnTo>
                    <a:pt x="47859" y="5001"/>
                  </a:lnTo>
                  <a:lnTo>
                    <a:pt x="48161" y="5441"/>
                  </a:lnTo>
                  <a:lnTo>
                    <a:pt x="49426" y="6550"/>
                  </a:lnTo>
                  <a:lnTo>
                    <a:pt x="49828" y="7145"/>
                  </a:lnTo>
                  <a:lnTo>
                    <a:pt x="49889" y="7742"/>
                  </a:lnTo>
                  <a:lnTo>
                    <a:pt x="49824" y="8151"/>
                  </a:lnTo>
                  <a:lnTo>
                    <a:pt x="49045" y="8943"/>
                  </a:lnTo>
                  <a:lnTo>
                    <a:pt x="48699" y="9968"/>
                  </a:lnTo>
                  <a:lnTo>
                    <a:pt x="48679" y="10511"/>
                  </a:lnTo>
                  <a:lnTo>
                    <a:pt x="49143" y="11360"/>
                  </a:lnTo>
                  <a:lnTo>
                    <a:pt x="49156" y="11754"/>
                  </a:lnTo>
                  <a:lnTo>
                    <a:pt x="48281" y="12431"/>
                  </a:lnTo>
                  <a:lnTo>
                    <a:pt x="46423" y="13020"/>
                  </a:lnTo>
                  <a:lnTo>
                    <a:pt x="46686" y="13330"/>
                  </a:lnTo>
                  <a:lnTo>
                    <a:pt x="50690" y="14077"/>
                  </a:lnTo>
                  <a:lnTo>
                    <a:pt x="50993" y="14245"/>
                  </a:lnTo>
                  <a:lnTo>
                    <a:pt x="50973" y="15925"/>
                  </a:lnTo>
                  <a:lnTo>
                    <a:pt x="51669" y="17769"/>
                  </a:lnTo>
                  <a:lnTo>
                    <a:pt x="51410" y="17806"/>
                  </a:lnTo>
                  <a:lnTo>
                    <a:pt x="50447" y="17228"/>
                  </a:lnTo>
                  <a:lnTo>
                    <a:pt x="48668" y="16543"/>
                  </a:lnTo>
                  <a:lnTo>
                    <a:pt x="46540" y="17821"/>
                  </a:lnTo>
                  <a:lnTo>
                    <a:pt x="46781" y="19994"/>
                  </a:lnTo>
                  <a:lnTo>
                    <a:pt x="48180" y="20964"/>
                  </a:lnTo>
                  <a:lnTo>
                    <a:pt x="48605" y="21517"/>
                  </a:lnTo>
                  <a:lnTo>
                    <a:pt x="48469" y="21850"/>
                  </a:lnTo>
                  <a:lnTo>
                    <a:pt x="47286" y="21998"/>
                  </a:lnTo>
                  <a:lnTo>
                    <a:pt x="46876" y="21926"/>
                  </a:lnTo>
                  <a:lnTo>
                    <a:pt x="45664" y="21487"/>
                  </a:lnTo>
                  <a:lnTo>
                    <a:pt x="44959" y="20824"/>
                  </a:lnTo>
                  <a:lnTo>
                    <a:pt x="44737" y="20847"/>
                  </a:lnTo>
                  <a:lnTo>
                    <a:pt x="44520" y="21167"/>
                  </a:lnTo>
                  <a:lnTo>
                    <a:pt x="44662" y="21491"/>
                  </a:lnTo>
                  <a:lnTo>
                    <a:pt x="45482" y="22081"/>
                  </a:lnTo>
                  <a:lnTo>
                    <a:pt x="45829" y="22786"/>
                  </a:lnTo>
                  <a:lnTo>
                    <a:pt x="45465" y="22986"/>
                  </a:lnTo>
                  <a:lnTo>
                    <a:pt x="44244" y="23169"/>
                  </a:lnTo>
                  <a:lnTo>
                    <a:pt x="42595" y="23176"/>
                  </a:lnTo>
                  <a:lnTo>
                    <a:pt x="40008" y="23495"/>
                  </a:lnTo>
                  <a:lnTo>
                    <a:pt x="38732" y="23544"/>
                  </a:lnTo>
                  <a:lnTo>
                    <a:pt x="37490" y="23372"/>
                  </a:lnTo>
                  <a:lnTo>
                    <a:pt x="35832" y="23331"/>
                  </a:lnTo>
                  <a:lnTo>
                    <a:pt x="34453" y="23406"/>
                  </a:lnTo>
                  <a:lnTo>
                    <a:pt x="33610" y="23266"/>
                  </a:lnTo>
                  <a:lnTo>
                    <a:pt x="32842" y="22936"/>
                  </a:lnTo>
                  <a:lnTo>
                    <a:pt x="31948" y="23015"/>
                  </a:lnTo>
                  <a:lnTo>
                    <a:pt x="29996" y="23852"/>
                  </a:lnTo>
                  <a:lnTo>
                    <a:pt x="26971" y="23586"/>
                  </a:lnTo>
                  <a:lnTo>
                    <a:pt x="24249" y="23517"/>
                  </a:lnTo>
                  <a:lnTo>
                    <a:pt x="23701" y="23238"/>
                  </a:lnTo>
                  <a:lnTo>
                    <a:pt x="23092" y="22694"/>
                  </a:lnTo>
                  <a:lnTo>
                    <a:pt x="21892" y="20997"/>
                  </a:lnTo>
                  <a:lnTo>
                    <a:pt x="22119" y="20569"/>
                  </a:lnTo>
                  <a:lnTo>
                    <a:pt x="25028" y="20338"/>
                  </a:lnTo>
                  <a:lnTo>
                    <a:pt x="25088" y="20192"/>
                  </a:lnTo>
                  <a:lnTo>
                    <a:pt x="23021" y="19586"/>
                  </a:lnTo>
                  <a:lnTo>
                    <a:pt x="20649" y="19142"/>
                  </a:lnTo>
                  <a:lnTo>
                    <a:pt x="19549" y="18792"/>
                  </a:lnTo>
                  <a:lnTo>
                    <a:pt x="19803" y="18125"/>
                  </a:lnTo>
                  <a:lnTo>
                    <a:pt x="19731" y="17957"/>
                  </a:lnTo>
                  <a:lnTo>
                    <a:pt x="23821" y="17195"/>
                  </a:lnTo>
                  <a:lnTo>
                    <a:pt x="26795" y="15696"/>
                  </a:lnTo>
                  <a:lnTo>
                    <a:pt x="28640" y="15085"/>
                  </a:lnTo>
                  <a:lnTo>
                    <a:pt x="28775" y="14790"/>
                  </a:lnTo>
                  <a:lnTo>
                    <a:pt x="30334" y="14484"/>
                  </a:lnTo>
                  <a:lnTo>
                    <a:pt x="33946" y="14299"/>
                  </a:lnTo>
                  <a:lnTo>
                    <a:pt x="34086" y="13884"/>
                  </a:lnTo>
                  <a:lnTo>
                    <a:pt x="27269" y="14123"/>
                  </a:lnTo>
                  <a:lnTo>
                    <a:pt x="17935" y="14972"/>
                  </a:lnTo>
                  <a:lnTo>
                    <a:pt x="15049" y="15390"/>
                  </a:lnTo>
                  <a:lnTo>
                    <a:pt x="12641" y="15146"/>
                  </a:lnTo>
                  <a:lnTo>
                    <a:pt x="2422" y="16461"/>
                  </a:lnTo>
                  <a:lnTo>
                    <a:pt x="1987" y="16460"/>
                  </a:lnTo>
                  <a:lnTo>
                    <a:pt x="918" y="16043"/>
                  </a:lnTo>
                  <a:lnTo>
                    <a:pt x="0" y="15261"/>
                  </a:lnTo>
                  <a:lnTo>
                    <a:pt x="659" y="14716"/>
                  </a:lnTo>
                  <a:lnTo>
                    <a:pt x="3659" y="13682"/>
                  </a:lnTo>
                  <a:lnTo>
                    <a:pt x="5160" y="12777"/>
                  </a:lnTo>
                  <a:lnTo>
                    <a:pt x="4984" y="12288"/>
                  </a:lnTo>
                  <a:lnTo>
                    <a:pt x="6175" y="11420"/>
                  </a:lnTo>
                  <a:lnTo>
                    <a:pt x="8086" y="11297"/>
                  </a:lnTo>
                  <a:lnTo>
                    <a:pt x="11332" y="12011"/>
                  </a:lnTo>
                  <a:lnTo>
                    <a:pt x="13020" y="12719"/>
                  </a:lnTo>
                  <a:lnTo>
                    <a:pt x="14532" y="13050"/>
                  </a:lnTo>
                  <a:lnTo>
                    <a:pt x="15876" y="12984"/>
                  </a:lnTo>
                  <a:lnTo>
                    <a:pt x="17263" y="12489"/>
                  </a:lnTo>
                  <a:lnTo>
                    <a:pt x="16912" y="12433"/>
                  </a:lnTo>
                  <a:lnTo>
                    <a:pt x="14557" y="12695"/>
                  </a:lnTo>
                  <a:lnTo>
                    <a:pt x="14280" y="12619"/>
                  </a:lnTo>
                  <a:lnTo>
                    <a:pt x="13079" y="11827"/>
                  </a:lnTo>
                  <a:lnTo>
                    <a:pt x="12556" y="11324"/>
                  </a:lnTo>
                  <a:lnTo>
                    <a:pt x="12219" y="10820"/>
                  </a:lnTo>
                  <a:lnTo>
                    <a:pt x="12201" y="10464"/>
                  </a:lnTo>
                  <a:lnTo>
                    <a:pt x="12924" y="9789"/>
                  </a:lnTo>
                  <a:lnTo>
                    <a:pt x="10224" y="9567"/>
                  </a:lnTo>
                  <a:lnTo>
                    <a:pt x="9215" y="9100"/>
                  </a:lnTo>
                  <a:lnTo>
                    <a:pt x="8754" y="8518"/>
                  </a:lnTo>
                  <a:lnTo>
                    <a:pt x="8856" y="8265"/>
                  </a:lnTo>
                  <a:lnTo>
                    <a:pt x="9707" y="7584"/>
                  </a:lnTo>
                  <a:lnTo>
                    <a:pt x="12001" y="6647"/>
                  </a:lnTo>
                  <a:lnTo>
                    <a:pt x="11735" y="6388"/>
                  </a:lnTo>
                  <a:lnTo>
                    <a:pt x="8398" y="6408"/>
                  </a:lnTo>
                  <a:lnTo>
                    <a:pt x="7663" y="6286"/>
                  </a:lnTo>
                  <a:lnTo>
                    <a:pt x="6241" y="5704"/>
                  </a:lnTo>
                  <a:lnTo>
                    <a:pt x="6554" y="5058"/>
                  </a:lnTo>
                  <a:lnTo>
                    <a:pt x="7883" y="4112"/>
                  </a:lnTo>
                  <a:lnTo>
                    <a:pt x="8883" y="3554"/>
                  </a:lnTo>
                  <a:lnTo>
                    <a:pt x="9555" y="3383"/>
                  </a:lnTo>
                  <a:lnTo>
                    <a:pt x="10598" y="3386"/>
                  </a:lnTo>
                  <a:lnTo>
                    <a:pt x="13077" y="3751"/>
                  </a:lnTo>
                  <a:lnTo>
                    <a:pt x="13791" y="3952"/>
                  </a:lnTo>
                  <a:lnTo>
                    <a:pt x="15690" y="4863"/>
                  </a:lnTo>
                  <a:lnTo>
                    <a:pt x="16174" y="5383"/>
                  </a:lnTo>
                  <a:lnTo>
                    <a:pt x="16114" y="5884"/>
                  </a:lnTo>
                  <a:lnTo>
                    <a:pt x="16477" y="6252"/>
                  </a:lnTo>
                  <a:lnTo>
                    <a:pt x="17951" y="6789"/>
                  </a:lnTo>
                  <a:lnTo>
                    <a:pt x="24284" y="9570"/>
                  </a:lnTo>
                  <a:lnTo>
                    <a:pt x="25466" y="10229"/>
                  </a:lnTo>
                  <a:lnTo>
                    <a:pt x="26276" y="10520"/>
                  </a:lnTo>
                  <a:lnTo>
                    <a:pt x="27739" y="10734"/>
                  </a:lnTo>
                  <a:lnTo>
                    <a:pt x="28596" y="10690"/>
                  </a:lnTo>
                  <a:lnTo>
                    <a:pt x="29292" y="10494"/>
                  </a:lnTo>
                  <a:lnTo>
                    <a:pt x="29409" y="10239"/>
                  </a:lnTo>
                  <a:lnTo>
                    <a:pt x="26671" y="9266"/>
                  </a:lnTo>
                  <a:lnTo>
                    <a:pt x="25984" y="8748"/>
                  </a:lnTo>
                  <a:lnTo>
                    <a:pt x="25399" y="8042"/>
                  </a:lnTo>
                  <a:lnTo>
                    <a:pt x="25655" y="7815"/>
                  </a:lnTo>
                  <a:lnTo>
                    <a:pt x="26450" y="7736"/>
                  </a:lnTo>
                  <a:lnTo>
                    <a:pt x="28451" y="7828"/>
                  </a:lnTo>
                  <a:lnTo>
                    <a:pt x="30808" y="7637"/>
                  </a:lnTo>
                  <a:lnTo>
                    <a:pt x="28195" y="7340"/>
                  </a:lnTo>
                  <a:lnTo>
                    <a:pt x="26489" y="6946"/>
                  </a:lnTo>
                  <a:lnTo>
                    <a:pt x="24737" y="6927"/>
                  </a:lnTo>
                  <a:lnTo>
                    <a:pt x="22547" y="6295"/>
                  </a:lnTo>
                  <a:lnTo>
                    <a:pt x="22546" y="6097"/>
                  </a:lnTo>
                  <a:lnTo>
                    <a:pt x="23083" y="5895"/>
                  </a:lnTo>
                  <a:lnTo>
                    <a:pt x="26062" y="5615"/>
                  </a:lnTo>
                  <a:lnTo>
                    <a:pt x="26626" y="5494"/>
                  </a:lnTo>
                  <a:lnTo>
                    <a:pt x="26677" y="5319"/>
                  </a:lnTo>
                  <a:lnTo>
                    <a:pt x="25691" y="4896"/>
                  </a:lnTo>
                  <a:lnTo>
                    <a:pt x="24814" y="4666"/>
                  </a:lnTo>
                  <a:lnTo>
                    <a:pt x="20310" y="4155"/>
                  </a:lnTo>
                  <a:lnTo>
                    <a:pt x="18709" y="3582"/>
                  </a:lnTo>
                  <a:lnTo>
                    <a:pt x="18201" y="3309"/>
                  </a:lnTo>
                  <a:lnTo>
                    <a:pt x="18039" y="3045"/>
                  </a:lnTo>
                  <a:lnTo>
                    <a:pt x="18616" y="2370"/>
                  </a:lnTo>
                  <a:lnTo>
                    <a:pt x="21038" y="1523"/>
                  </a:lnTo>
                  <a:lnTo>
                    <a:pt x="22796" y="1119"/>
                  </a:lnTo>
                  <a:lnTo>
                    <a:pt x="25816" y="824"/>
                  </a:lnTo>
                  <a:lnTo>
                    <a:pt x="28225" y="859"/>
                  </a:lnTo>
                  <a:lnTo>
                    <a:pt x="29597" y="972"/>
                  </a:lnTo>
                  <a:lnTo>
                    <a:pt x="32810" y="2406"/>
                  </a:lnTo>
                  <a:lnTo>
                    <a:pt x="34322" y="3350"/>
                  </a:lnTo>
                  <a:lnTo>
                    <a:pt x="36965" y="3183"/>
                  </a:lnTo>
                  <a:lnTo>
                    <a:pt x="36201" y="2193"/>
                  </a:lnTo>
                  <a:lnTo>
                    <a:pt x="35703" y="1105"/>
                  </a:lnTo>
                  <a:lnTo>
                    <a:pt x="36486" y="706"/>
                  </a:lnTo>
                  <a:lnTo>
                    <a:pt x="38663" y="0"/>
                  </a:lnTo>
                  <a:lnTo>
                    <a:pt x="40396" y="369"/>
                  </a:lnTo>
                  <a:lnTo>
                    <a:pt x="42657" y="1326"/>
                  </a:lnTo>
                  <a:lnTo>
                    <a:pt x="43153" y="1652"/>
                  </a:lnTo>
                  <a:lnTo>
                    <a:pt x="45697" y="2244"/>
                  </a:lnTo>
                  <a:lnTo>
                    <a:pt x="47201" y="2441"/>
                  </a:lnTo>
                  <a:lnTo>
                    <a:pt x="47981" y="275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3061226" y="1348018"/>
              <a:ext cx="12714" cy="2475"/>
            </a:xfrm>
            <a:custGeom>
              <a:avLst/>
              <a:pathLst>
                <a:path w="12714" h="2475">
                  <a:moveTo>
                    <a:pt x="3660" y="2414"/>
                  </a:moveTo>
                  <a:lnTo>
                    <a:pt x="1209" y="2475"/>
                  </a:lnTo>
                  <a:lnTo>
                    <a:pt x="76" y="2308"/>
                  </a:lnTo>
                  <a:lnTo>
                    <a:pt x="0" y="2062"/>
                  </a:lnTo>
                  <a:lnTo>
                    <a:pt x="980" y="1739"/>
                  </a:lnTo>
                  <a:lnTo>
                    <a:pt x="4238" y="1214"/>
                  </a:lnTo>
                  <a:lnTo>
                    <a:pt x="6158" y="255"/>
                  </a:lnTo>
                  <a:lnTo>
                    <a:pt x="6874" y="136"/>
                  </a:lnTo>
                  <a:lnTo>
                    <a:pt x="9380" y="0"/>
                  </a:lnTo>
                  <a:lnTo>
                    <a:pt x="10840" y="29"/>
                  </a:lnTo>
                  <a:lnTo>
                    <a:pt x="12714" y="256"/>
                  </a:lnTo>
                  <a:lnTo>
                    <a:pt x="8197" y="144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09976" y="1347061"/>
              <a:ext cx="114657" cy="33743"/>
            </a:xfrm>
            <a:custGeom>
              <a:avLst/>
              <a:pathLst>
                <a:path w="114657" h="33743">
                  <a:moveTo>
                    <a:pt x="88058" y="10656"/>
                  </a:moveTo>
                  <a:lnTo>
                    <a:pt x="89251" y="10695"/>
                  </a:lnTo>
                  <a:lnTo>
                    <a:pt x="90647" y="10543"/>
                  </a:lnTo>
                  <a:lnTo>
                    <a:pt x="92221" y="10648"/>
                  </a:lnTo>
                  <a:lnTo>
                    <a:pt x="92935" y="10960"/>
                  </a:lnTo>
                  <a:lnTo>
                    <a:pt x="93440" y="11517"/>
                  </a:lnTo>
                  <a:lnTo>
                    <a:pt x="93461" y="11815"/>
                  </a:lnTo>
                  <a:lnTo>
                    <a:pt x="93361" y="12072"/>
                  </a:lnTo>
                  <a:lnTo>
                    <a:pt x="93140" y="12286"/>
                  </a:lnTo>
                  <a:lnTo>
                    <a:pt x="91104" y="13690"/>
                  </a:lnTo>
                  <a:lnTo>
                    <a:pt x="90628" y="14176"/>
                  </a:lnTo>
                  <a:lnTo>
                    <a:pt x="91287" y="14294"/>
                  </a:lnTo>
                  <a:lnTo>
                    <a:pt x="91604" y="14212"/>
                  </a:lnTo>
                  <a:lnTo>
                    <a:pt x="93638" y="13160"/>
                  </a:lnTo>
                  <a:lnTo>
                    <a:pt x="95167" y="12831"/>
                  </a:lnTo>
                  <a:lnTo>
                    <a:pt x="96328" y="12756"/>
                  </a:lnTo>
                  <a:lnTo>
                    <a:pt x="98239" y="12965"/>
                  </a:lnTo>
                  <a:lnTo>
                    <a:pt x="99001" y="13147"/>
                  </a:lnTo>
                  <a:lnTo>
                    <a:pt x="99524" y="13361"/>
                  </a:lnTo>
                  <a:lnTo>
                    <a:pt x="99808" y="13609"/>
                  </a:lnTo>
                  <a:lnTo>
                    <a:pt x="100560" y="14618"/>
                  </a:lnTo>
                  <a:lnTo>
                    <a:pt x="101103" y="15921"/>
                  </a:lnTo>
                  <a:lnTo>
                    <a:pt x="101191" y="15787"/>
                  </a:lnTo>
                  <a:lnTo>
                    <a:pt x="101205" y="15056"/>
                  </a:lnTo>
                  <a:lnTo>
                    <a:pt x="101309" y="14487"/>
                  </a:lnTo>
                  <a:lnTo>
                    <a:pt x="103236" y="13977"/>
                  </a:lnTo>
                  <a:lnTo>
                    <a:pt x="102561" y="13662"/>
                  </a:lnTo>
                  <a:lnTo>
                    <a:pt x="101987" y="13232"/>
                  </a:lnTo>
                  <a:lnTo>
                    <a:pt x="101590" y="12428"/>
                  </a:lnTo>
                  <a:lnTo>
                    <a:pt x="101745" y="12128"/>
                  </a:lnTo>
                  <a:lnTo>
                    <a:pt x="102138" y="11806"/>
                  </a:lnTo>
                  <a:lnTo>
                    <a:pt x="103341" y="11122"/>
                  </a:lnTo>
                  <a:lnTo>
                    <a:pt x="104745" y="10713"/>
                  </a:lnTo>
                  <a:lnTo>
                    <a:pt x="105994" y="10614"/>
                  </a:lnTo>
                  <a:lnTo>
                    <a:pt x="110646" y="11327"/>
                  </a:lnTo>
                  <a:lnTo>
                    <a:pt x="112477" y="11913"/>
                  </a:lnTo>
                  <a:lnTo>
                    <a:pt x="113221" y="12215"/>
                  </a:lnTo>
                  <a:lnTo>
                    <a:pt x="113488" y="12430"/>
                  </a:lnTo>
                  <a:lnTo>
                    <a:pt x="113877" y="13117"/>
                  </a:lnTo>
                  <a:lnTo>
                    <a:pt x="114657" y="15000"/>
                  </a:lnTo>
                  <a:lnTo>
                    <a:pt x="114652" y="15606"/>
                  </a:lnTo>
                  <a:lnTo>
                    <a:pt x="114292" y="16580"/>
                  </a:lnTo>
                  <a:lnTo>
                    <a:pt x="112788" y="18408"/>
                  </a:lnTo>
                  <a:lnTo>
                    <a:pt x="112559" y="19647"/>
                  </a:lnTo>
                  <a:lnTo>
                    <a:pt x="111046" y="22729"/>
                  </a:lnTo>
                  <a:lnTo>
                    <a:pt x="110011" y="23567"/>
                  </a:lnTo>
                  <a:lnTo>
                    <a:pt x="108869" y="24153"/>
                  </a:lnTo>
                  <a:lnTo>
                    <a:pt x="104181" y="25185"/>
                  </a:lnTo>
                  <a:lnTo>
                    <a:pt x="100653" y="26236"/>
                  </a:lnTo>
                  <a:lnTo>
                    <a:pt x="99759" y="26402"/>
                  </a:lnTo>
                  <a:lnTo>
                    <a:pt x="98833" y="26417"/>
                  </a:lnTo>
                  <a:lnTo>
                    <a:pt x="95915" y="26068"/>
                  </a:lnTo>
                  <a:lnTo>
                    <a:pt x="92526" y="25400"/>
                  </a:lnTo>
                  <a:lnTo>
                    <a:pt x="90600" y="25589"/>
                  </a:lnTo>
                  <a:lnTo>
                    <a:pt x="88680" y="26071"/>
                  </a:lnTo>
                  <a:lnTo>
                    <a:pt x="87471" y="26201"/>
                  </a:lnTo>
                  <a:lnTo>
                    <a:pt x="86333" y="26137"/>
                  </a:lnTo>
                  <a:lnTo>
                    <a:pt x="85203" y="25964"/>
                  </a:lnTo>
                  <a:lnTo>
                    <a:pt x="83716" y="25513"/>
                  </a:lnTo>
                  <a:lnTo>
                    <a:pt x="84483" y="25307"/>
                  </a:lnTo>
                  <a:lnTo>
                    <a:pt x="84833" y="25076"/>
                  </a:lnTo>
                  <a:lnTo>
                    <a:pt x="84523" y="24838"/>
                  </a:lnTo>
                  <a:lnTo>
                    <a:pt x="82959" y="24495"/>
                  </a:lnTo>
                  <a:lnTo>
                    <a:pt x="81339" y="25257"/>
                  </a:lnTo>
                  <a:lnTo>
                    <a:pt x="76603" y="27036"/>
                  </a:lnTo>
                  <a:lnTo>
                    <a:pt x="70239" y="27632"/>
                  </a:lnTo>
                  <a:lnTo>
                    <a:pt x="68244" y="27995"/>
                  </a:lnTo>
                  <a:lnTo>
                    <a:pt x="66761" y="28464"/>
                  </a:lnTo>
                  <a:lnTo>
                    <a:pt x="65992" y="28850"/>
                  </a:lnTo>
                  <a:lnTo>
                    <a:pt x="64813" y="29757"/>
                  </a:lnTo>
                  <a:lnTo>
                    <a:pt x="63001" y="30440"/>
                  </a:lnTo>
                  <a:lnTo>
                    <a:pt x="59721" y="31187"/>
                  </a:lnTo>
                  <a:lnTo>
                    <a:pt x="55547" y="32347"/>
                  </a:lnTo>
                  <a:lnTo>
                    <a:pt x="48068" y="33534"/>
                  </a:lnTo>
                  <a:lnTo>
                    <a:pt x="43360" y="33743"/>
                  </a:lnTo>
                  <a:lnTo>
                    <a:pt x="38657" y="33350"/>
                  </a:lnTo>
                  <a:lnTo>
                    <a:pt x="37166" y="33030"/>
                  </a:lnTo>
                  <a:lnTo>
                    <a:pt x="35603" y="32529"/>
                  </a:lnTo>
                  <a:lnTo>
                    <a:pt x="32406" y="31346"/>
                  </a:lnTo>
                  <a:lnTo>
                    <a:pt x="31521" y="30919"/>
                  </a:lnTo>
                  <a:lnTo>
                    <a:pt x="30493" y="29992"/>
                  </a:lnTo>
                  <a:lnTo>
                    <a:pt x="31101" y="29375"/>
                  </a:lnTo>
                  <a:lnTo>
                    <a:pt x="32806" y="28663"/>
                  </a:lnTo>
                  <a:lnTo>
                    <a:pt x="35356" y="28015"/>
                  </a:lnTo>
                  <a:lnTo>
                    <a:pt x="40452" y="27140"/>
                  </a:lnTo>
                  <a:lnTo>
                    <a:pt x="45072" y="25741"/>
                  </a:lnTo>
                  <a:lnTo>
                    <a:pt x="46708" y="25478"/>
                  </a:lnTo>
                  <a:lnTo>
                    <a:pt x="51157" y="25264"/>
                  </a:lnTo>
                  <a:lnTo>
                    <a:pt x="53399" y="25395"/>
                  </a:lnTo>
                  <a:lnTo>
                    <a:pt x="55022" y="25322"/>
                  </a:lnTo>
                  <a:lnTo>
                    <a:pt x="56093" y="25130"/>
                  </a:lnTo>
                  <a:lnTo>
                    <a:pt x="57680" y="24625"/>
                  </a:lnTo>
                  <a:lnTo>
                    <a:pt x="60001" y="23619"/>
                  </a:lnTo>
                  <a:lnTo>
                    <a:pt x="61695" y="22678"/>
                  </a:lnTo>
                  <a:lnTo>
                    <a:pt x="62125" y="22238"/>
                  </a:lnTo>
                  <a:lnTo>
                    <a:pt x="61557" y="21826"/>
                  </a:lnTo>
                  <a:lnTo>
                    <a:pt x="60727" y="21768"/>
                  </a:lnTo>
                  <a:lnTo>
                    <a:pt x="57958" y="22735"/>
                  </a:lnTo>
                  <a:lnTo>
                    <a:pt x="56568" y="23060"/>
                  </a:lnTo>
                  <a:lnTo>
                    <a:pt x="55054" y="23083"/>
                  </a:lnTo>
                  <a:lnTo>
                    <a:pt x="52976" y="23414"/>
                  </a:lnTo>
                  <a:lnTo>
                    <a:pt x="50955" y="23547"/>
                  </a:lnTo>
                  <a:lnTo>
                    <a:pt x="50563" y="23536"/>
                  </a:lnTo>
                  <a:lnTo>
                    <a:pt x="48458" y="22611"/>
                  </a:lnTo>
                  <a:lnTo>
                    <a:pt x="47332" y="22448"/>
                  </a:lnTo>
                  <a:lnTo>
                    <a:pt x="46809" y="22546"/>
                  </a:lnTo>
                  <a:lnTo>
                    <a:pt x="46329" y="22790"/>
                  </a:lnTo>
                  <a:lnTo>
                    <a:pt x="45416" y="23473"/>
                  </a:lnTo>
                  <a:lnTo>
                    <a:pt x="44889" y="23718"/>
                  </a:lnTo>
                  <a:lnTo>
                    <a:pt x="43980" y="23897"/>
                  </a:lnTo>
                  <a:lnTo>
                    <a:pt x="40307" y="24100"/>
                  </a:lnTo>
                  <a:lnTo>
                    <a:pt x="36786" y="24444"/>
                  </a:lnTo>
                  <a:lnTo>
                    <a:pt x="36002" y="24231"/>
                  </a:lnTo>
                  <a:lnTo>
                    <a:pt x="35526" y="23836"/>
                  </a:lnTo>
                  <a:lnTo>
                    <a:pt x="35427" y="23594"/>
                  </a:lnTo>
                  <a:lnTo>
                    <a:pt x="35375" y="22782"/>
                  </a:lnTo>
                  <a:lnTo>
                    <a:pt x="35137" y="22458"/>
                  </a:lnTo>
                  <a:lnTo>
                    <a:pt x="35447" y="21783"/>
                  </a:lnTo>
                  <a:lnTo>
                    <a:pt x="35848" y="21267"/>
                  </a:lnTo>
                  <a:lnTo>
                    <a:pt x="36341" y="20913"/>
                  </a:lnTo>
                  <a:lnTo>
                    <a:pt x="38761" y="19868"/>
                  </a:lnTo>
                  <a:lnTo>
                    <a:pt x="39101" y="19597"/>
                  </a:lnTo>
                  <a:lnTo>
                    <a:pt x="37948" y="19653"/>
                  </a:lnTo>
                  <a:lnTo>
                    <a:pt x="35209" y="20164"/>
                  </a:lnTo>
                  <a:lnTo>
                    <a:pt x="34851" y="19986"/>
                  </a:lnTo>
                  <a:lnTo>
                    <a:pt x="34209" y="19402"/>
                  </a:lnTo>
                  <a:lnTo>
                    <a:pt x="33903" y="19343"/>
                  </a:lnTo>
                  <a:lnTo>
                    <a:pt x="33554" y="19586"/>
                  </a:lnTo>
                  <a:lnTo>
                    <a:pt x="33351" y="19928"/>
                  </a:lnTo>
                  <a:lnTo>
                    <a:pt x="32880" y="21339"/>
                  </a:lnTo>
                  <a:lnTo>
                    <a:pt x="32466" y="22060"/>
                  </a:lnTo>
                  <a:lnTo>
                    <a:pt x="31363" y="21914"/>
                  </a:lnTo>
                  <a:lnTo>
                    <a:pt x="30000" y="21479"/>
                  </a:lnTo>
                  <a:lnTo>
                    <a:pt x="29491" y="21420"/>
                  </a:lnTo>
                  <a:lnTo>
                    <a:pt x="29198" y="21558"/>
                  </a:lnTo>
                  <a:lnTo>
                    <a:pt x="29291" y="21802"/>
                  </a:lnTo>
                  <a:lnTo>
                    <a:pt x="30675" y="23011"/>
                  </a:lnTo>
                  <a:lnTo>
                    <a:pt x="30690" y="23434"/>
                  </a:lnTo>
                  <a:lnTo>
                    <a:pt x="29785" y="24175"/>
                  </a:lnTo>
                  <a:lnTo>
                    <a:pt x="25931" y="25404"/>
                  </a:lnTo>
                  <a:lnTo>
                    <a:pt x="24408" y="25733"/>
                  </a:lnTo>
                  <a:lnTo>
                    <a:pt x="23869" y="25606"/>
                  </a:lnTo>
                  <a:lnTo>
                    <a:pt x="23384" y="25268"/>
                  </a:lnTo>
                  <a:lnTo>
                    <a:pt x="22954" y="24720"/>
                  </a:lnTo>
                  <a:lnTo>
                    <a:pt x="21953" y="23984"/>
                  </a:lnTo>
                  <a:lnTo>
                    <a:pt x="21357" y="23819"/>
                  </a:lnTo>
                  <a:lnTo>
                    <a:pt x="20689" y="23797"/>
                  </a:lnTo>
                  <a:lnTo>
                    <a:pt x="20075" y="23949"/>
                  </a:lnTo>
                  <a:lnTo>
                    <a:pt x="19515" y="24275"/>
                  </a:lnTo>
                  <a:lnTo>
                    <a:pt x="19167" y="24621"/>
                  </a:lnTo>
                  <a:lnTo>
                    <a:pt x="18837" y="25267"/>
                  </a:lnTo>
                  <a:lnTo>
                    <a:pt x="18135" y="25761"/>
                  </a:lnTo>
                  <a:lnTo>
                    <a:pt x="17703" y="25845"/>
                  </a:lnTo>
                  <a:lnTo>
                    <a:pt x="13788" y="24821"/>
                  </a:lnTo>
                  <a:lnTo>
                    <a:pt x="10634" y="23005"/>
                  </a:lnTo>
                  <a:lnTo>
                    <a:pt x="7181" y="23287"/>
                  </a:lnTo>
                  <a:lnTo>
                    <a:pt x="5631" y="23223"/>
                  </a:lnTo>
                  <a:lnTo>
                    <a:pt x="928" y="22557"/>
                  </a:lnTo>
                  <a:lnTo>
                    <a:pt x="329" y="22146"/>
                  </a:lnTo>
                  <a:lnTo>
                    <a:pt x="0" y="21611"/>
                  </a:lnTo>
                  <a:lnTo>
                    <a:pt x="31" y="21320"/>
                  </a:lnTo>
                  <a:lnTo>
                    <a:pt x="227" y="21020"/>
                  </a:lnTo>
                  <a:lnTo>
                    <a:pt x="822" y="20424"/>
                  </a:lnTo>
                  <a:lnTo>
                    <a:pt x="2008" y="19522"/>
                  </a:lnTo>
                  <a:lnTo>
                    <a:pt x="2502" y="19231"/>
                  </a:lnTo>
                  <a:lnTo>
                    <a:pt x="3240" y="18991"/>
                  </a:lnTo>
                  <a:lnTo>
                    <a:pt x="4218" y="18803"/>
                  </a:lnTo>
                  <a:lnTo>
                    <a:pt x="6710" y="18698"/>
                  </a:lnTo>
                  <a:lnTo>
                    <a:pt x="13125" y="18664"/>
                  </a:lnTo>
                  <a:lnTo>
                    <a:pt x="14408" y="18525"/>
                  </a:lnTo>
                  <a:lnTo>
                    <a:pt x="21426" y="16780"/>
                  </a:lnTo>
                  <a:lnTo>
                    <a:pt x="22227" y="16494"/>
                  </a:lnTo>
                  <a:lnTo>
                    <a:pt x="23257" y="15937"/>
                  </a:lnTo>
                  <a:lnTo>
                    <a:pt x="23489" y="15707"/>
                  </a:lnTo>
                  <a:lnTo>
                    <a:pt x="23445" y="15556"/>
                  </a:lnTo>
                  <a:lnTo>
                    <a:pt x="14813" y="16939"/>
                  </a:lnTo>
                  <a:lnTo>
                    <a:pt x="11111" y="17236"/>
                  </a:lnTo>
                  <a:lnTo>
                    <a:pt x="5438" y="17011"/>
                  </a:lnTo>
                  <a:lnTo>
                    <a:pt x="4372" y="16793"/>
                  </a:lnTo>
                  <a:lnTo>
                    <a:pt x="4129" y="16406"/>
                  </a:lnTo>
                  <a:lnTo>
                    <a:pt x="5312" y="15380"/>
                  </a:lnTo>
                  <a:lnTo>
                    <a:pt x="5936" y="14999"/>
                  </a:lnTo>
                  <a:lnTo>
                    <a:pt x="7549" y="14639"/>
                  </a:lnTo>
                  <a:lnTo>
                    <a:pt x="11451" y="14128"/>
                  </a:lnTo>
                  <a:lnTo>
                    <a:pt x="16670" y="13676"/>
                  </a:lnTo>
                  <a:lnTo>
                    <a:pt x="20087" y="13666"/>
                  </a:lnTo>
                  <a:lnTo>
                    <a:pt x="22955" y="13308"/>
                  </a:lnTo>
                  <a:lnTo>
                    <a:pt x="24679" y="12899"/>
                  </a:lnTo>
                  <a:lnTo>
                    <a:pt x="18901" y="12920"/>
                  </a:lnTo>
                  <a:lnTo>
                    <a:pt x="11941" y="13112"/>
                  </a:lnTo>
                  <a:lnTo>
                    <a:pt x="10935" y="12978"/>
                  </a:lnTo>
                  <a:lnTo>
                    <a:pt x="8947" y="12439"/>
                  </a:lnTo>
                  <a:lnTo>
                    <a:pt x="8850" y="12044"/>
                  </a:lnTo>
                  <a:lnTo>
                    <a:pt x="9646" y="11571"/>
                  </a:lnTo>
                  <a:lnTo>
                    <a:pt x="9937" y="11218"/>
                  </a:lnTo>
                  <a:lnTo>
                    <a:pt x="9369" y="10424"/>
                  </a:lnTo>
                  <a:lnTo>
                    <a:pt x="9543" y="10116"/>
                  </a:lnTo>
                  <a:lnTo>
                    <a:pt x="10840" y="9455"/>
                  </a:lnTo>
                  <a:lnTo>
                    <a:pt x="13152" y="8741"/>
                  </a:lnTo>
                  <a:lnTo>
                    <a:pt x="14578" y="8639"/>
                  </a:lnTo>
                  <a:lnTo>
                    <a:pt x="17330" y="8883"/>
                  </a:lnTo>
                  <a:lnTo>
                    <a:pt x="25172" y="9136"/>
                  </a:lnTo>
                  <a:lnTo>
                    <a:pt x="26693" y="9045"/>
                  </a:lnTo>
                  <a:lnTo>
                    <a:pt x="25732" y="8735"/>
                  </a:lnTo>
                  <a:lnTo>
                    <a:pt x="24366" y="8503"/>
                  </a:lnTo>
                  <a:lnTo>
                    <a:pt x="18312" y="8107"/>
                  </a:lnTo>
                  <a:lnTo>
                    <a:pt x="17059" y="7930"/>
                  </a:lnTo>
                  <a:lnTo>
                    <a:pt x="16820" y="7687"/>
                  </a:lnTo>
                  <a:lnTo>
                    <a:pt x="16730" y="7327"/>
                  </a:lnTo>
                  <a:lnTo>
                    <a:pt x="16788" y="6852"/>
                  </a:lnTo>
                  <a:lnTo>
                    <a:pt x="17226" y="6366"/>
                  </a:lnTo>
                  <a:lnTo>
                    <a:pt x="19105" y="5351"/>
                  </a:lnTo>
                  <a:lnTo>
                    <a:pt x="24613" y="4514"/>
                  </a:lnTo>
                  <a:lnTo>
                    <a:pt x="26804" y="4399"/>
                  </a:lnTo>
                  <a:lnTo>
                    <a:pt x="29000" y="4454"/>
                  </a:lnTo>
                  <a:lnTo>
                    <a:pt x="31231" y="4830"/>
                  </a:lnTo>
                  <a:lnTo>
                    <a:pt x="32224" y="5156"/>
                  </a:lnTo>
                  <a:lnTo>
                    <a:pt x="32723" y="5557"/>
                  </a:lnTo>
                  <a:lnTo>
                    <a:pt x="32964" y="5931"/>
                  </a:lnTo>
                  <a:lnTo>
                    <a:pt x="32992" y="6579"/>
                  </a:lnTo>
                  <a:lnTo>
                    <a:pt x="33099" y="6833"/>
                  </a:lnTo>
                  <a:lnTo>
                    <a:pt x="33503" y="7258"/>
                  </a:lnTo>
                  <a:lnTo>
                    <a:pt x="34785" y="8256"/>
                  </a:lnTo>
                  <a:lnTo>
                    <a:pt x="35729" y="8568"/>
                  </a:lnTo>
                  <a:lnTo>
                    <a:pt x="40086" y="7988"/>
                  </a:lnTo>
                  <a:lnTo>
                    <a:pt x="41900" y="7857"/>
                  </a:lnTo>
                  <a:lnTo>
                    <a:pt x="43724" y="8040"/>
                  </a:lnTo>
                  <a:lnTo>
                    <a:pt x="46381" y="8639"/>
                  </a:lnTo>
                  <a:lnTo>
                    <a:pt x="49822" y="10450"/>
                  </a:lnTo>
                  <a:lnTo>
                    <a:pt x="54256" y="12299"/>
                  </a:lnTo>
                  <a:lnTo>
                    <a:pt x="54233" y="12698"/>
                  </a:lnTo>
                  <a:lnTo>
                    <a:pt x="52535" y="13316"/>
                  </a:lnTo>
                  <a:lnTo>
                    <a:pt x="52215" y="13581"/>
                  </a:lnTo>
                  <a:lnTo>
                    <a:pt x="52444" y="13765"/>
                  </a:lnTo>
                  <a:lnTo>
                    <a:pt x="54141" y="13886"/>
                  </a:lnTo>
                  <a:lnTo>
                    <a:pt x="55730" y="13795"/>
                  </a:lnTo>
                  <a:lnTo>
                    <a:pt x="57247" y="13934"/>
                  </a:lnTo>
                  <a:lnTo>
                    <a:pt x="57586" y="14093"/>
                  </a:lnTo>
                  <a:lnTo>
                    <a:pt x="58142" y="14770"/>
                  </a:lnTo>
                  <a:lnTo>
                    <a:pt x="58915" y="15965"/>
                  </a:lnTo>
                  <a:lnTo>
                    <a:pt x="59833" y="16857"/>
                  </a:lnTo>
                  <a:lnTo>
                    <a:pt x="60897" y="17447"/>
                  </a:lnTo>
                  <a:lnTo>
                    <a:pt x="61943" y="17750"/>
                  </a:lnTo>
                  <a:lnTo>
                    <a:pt x="63486" y="17772"/>
                  </a:lnTo>
                  <a:lnTo>
                    <a:pt x="65038" y="17596"/>
                  </a:lnTo>
                  <a:lnTo>
                    <a:pt x="67556" y="17655"/>
                  </a:lnTo>
                  <a:lnTo>
                    <a:pt x="80546" y="18336"/>
                  </a:lnTo>
                  <a:lnTo>
                    <a:pt x="81316" y="18218"/>
                  </a:lnTo>
                  <a:lnTo>
                    <a:pt x="81863" y="17844"/>
                  </a:lnTo>
                  <a:lnTo>
                    <a:pt x="82190" y="17214"/>
                  </a:lnTo>
                  <a:lnTo>
                    <a:pt x="82314" y="16696"/>
                  </a:lnTo>
                  <a:lnTo>
                    <a:pt x="82137" y="15989"/>
                  </a:lnTo>
                  <a:lnTo>
                    <a:pt x="81886" y="15651"/>
                  </a:lnTo>
                  <a:lnTo>
                    <a:pt x="73832" y="13363"/>
                  </a:lnTo>
                  <a:lnTo>
                    <a:pt x="73128" y="12442"/>
                  </a:lnTo>
                  <a:lnTo>
                    <a:pt x="77062" y="11156"/>
                  </a:lnTo>
                  <a:lnTo>
                    <a:pt x="77345" y="10859"/>
                  </a:lnTo>
                  <a:lnTo>
                    <a:pt x="77422" y="10451"/>
                  </a:lnTo>
                  <a:lnTo>
                    <a:pt x="77292" y="9931"/>
                  </a:lnTo>
                  <a:lnTo>
                    <a:pt x="76758" y="9435"/>
                  </a:lnTo>
                  <a:lnTo>
                    <a:pt x="74645" y="8489"/>
                  </a:lnTo>
                  <a:lnTo>
                    <a:pt x="72775" y="8347"/>
                  </a:lnTo>
                  <a:lnTo>
                    <a:pt x="70003" y="7415"/>
                  </a:lnTo>
                  <a:lnTo>
                    <a:pt x="69565" y="7180"/>
                  </a:lnTo>
                  <a:lnTo>
                    <a:pt x="69207" y="6809"/>
                  </a:lnTo>
                  <a:lnTo>
                    <a:pt x="68927" y="6301"/>
                  </a:lnTo>
                  <a:lnTo>
                    <a:pt x="68975" y="5910"/>
                  </a:lnTo>
                  <a:lnTo>
                    <a:pt x="69348" y="5637"/>
                  </a:lnTo>
                  <a:lnTo>
                    <a:pt x="72077" y="4691"/>
                  </a:lnTo>
                  <a:lnTo>
                    <a:pt x="73181" y="4167"/>
                  </a:lnTo>
                  <a:lnTo>
                    <a:pt x="76585" y="1806"/>
                  </a:lnTo>
                  <a:lnTo>
                    <a:pt x="78160" y="853"/>
                  </a:lnTo>
                  <a:lnTo>
                    <a:pt x="79286" y="406"/>
                  </a:lnTo>
                  <a:lnTo>
                    <a:pt x="80434" y="129"/>
                  </a:lnTo>
                  <a:lnTo>
                    <a:pt x="82956" y="0"/>
                  </a:lnTo>
                  <a:lnTo>
                    <a:pt x="85584" y="879"/>
                  </a:lnTo>
                  <a:lnTo>
                    <a:pt x="86166" y="933"/>
                  </a:lnTo>
                  <a:lnTo>
                    <a:pt x="86406" y="1165"/>
                  </a:lnTo>
                  <a:lnTo>
                    <a:pt x="86304" y="1574"/>
                  </a:lnTo>
                  <a:lnTo>
                    <a:pt x="85976" y="1964"/>
                  </a:lnTo>
                  <a:lnTo>
                    <a:pt x="85036" y="2669"/>
                  </a:lnTo>
                  <a:lnTo>
                    <a:pt x="84815" y="2965"/>
                  </a:lnTo>
                  <a:lnTo>
                    <a:pt x="84886" y="3269"/>
                  </a:lnTo>
                  <a:lnTo>
                    <a:pt x="85531" y="3972"/>
                  </a:lnTo>
                  <a:lnTo>
                    <a:pt x="85728" y="4435"/>
                  </a:lnTo>
                  <a:lnTo>
                    <a:pt x="85975" y="5331"/>
                  </a:lnTo>
                  <a:lnTo>
                    <a:pt x="87556" y="5990"/>
                  </a:lnTo>
                  <a:lnTo>
                    <a:pt x="88993" y="6849"/>
                  </a:lnTo>
                  <a:lnTo>
                    <a:pt x="89659" y="8197"/>
                  </a:lnTo>
                  <a:lnTo>
                    <a:pt x="89141" y="8662"/>
                  </a:lnTo>
                  <a:lnTo>
                    <a:pt x="87931" y="9304"/>
                  </a:lnTo>
                  <a:lnTo>
                    <a:pt x="87211" y="9839"/>
                  </a:lnTo>
                  <a:lnTo>
                    <a:pt x="86982" y="10266"/>
                  </a:lnTo>
                  <a:lnTo>
                    <a:pt x="87164" y="1052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3165773" y="1346840"/>
              <a:ext cx="8212" cy="4873"/>
            </a:xfrm>
            <a:custGeom>
              <a:avLst/>
              <a:pathLst>
                <a:path w="8212" h="4873">
                  <a:moveTo>
                    <a:pt x="7909" y="4596"/>
                  </a:moveTo>
                  <a:lnTo>
                    <a:pt x="7466" y="4785"/>
                  </a:lnTo>
                  <a:lnTo>
                    <a:pt x="6039" y="4687"/>
                  </a:lnTo>
                  <a:lnTo>
                    <a:pt x="5566" y="4873"/>
                  </a:lnTo>
                  <a:lnTo>
                    <a:pt x="4807" y="4768"/>
                  </a:lnTo>
                  <a:lnTo>
                    <a:pt x="3764" y="4371"/>
                  </a:lnTo>
                  <a:lnTo>
                    <a:pt x="2544" y="3591"/>
                  </a:lnTo>
                  <a:lnTo>
                    <a:pt x="1149" y="2429"/>
                  </a:lnTo>
                  <a:lnTo>
                    <a:pt x="59" y="1428"/>
                  </a:lnTo>
                  <a:lnTo>
                    <a:pt x="0" y="1153"/>
                  </a:lnTo>
                  <a:lnTo>
                    <a:pt x="356" y="685"/>
                  </a:lnTo>
                  <a:lnTo>
                    <a:pt x="1447" y="373"/>
                  </a:lnTo>
                  <a:lnTo>
                    <a:pt x="4031" y="0"/>
                  </a:lnTo>
                  <a:lnTo>
                    <a:pt x="5806" y="10"/>
                  </a:lnTo>
                  <a:lnTo>
                    <a:pt x="7454" y="766"/>
                  </a:lnTo>
                  <a:lnTo>
                    <a:pt x="7920" y="1025"/>
                  </a:lnTo>
                  <a:lnTo>
                    <a:pt x="8203" y="1336"/>
                  </a:lnTo>
                  <a:lnTo>
                    <a:pt x="8212" y="1633"/>
                  </a:lnTo>
                  <a:lnTo>
                    <a:pt x="8078" y="1894"/>
                  </a:lnTo>
                  <a:lnTo>
                    <a:pt x="7331" y="2473"/>
                  </a:lnTo>
                  <a:lnTo>
                    <a:pt x="7004" y="2878"/>
                  </a:lnTo>
                  <a:lnTo>
                    <a:pt x="7006" y="3274"/>
                  </a:lnTo>
                  <a:lnTo>
                    <a:pt x="7168" y="3847"/>
                  </a:lnTo>
                  <a:lnTo>
                    <a:pt x="7469" y="4226"/>
                  </a:lnTo>
                  <a:lnTo>
                    <a:pt x="7910" y="440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36133" y="1346032"/>
              <a:ext cx="12749" cy="2570"/>
            </a:xfrm>
            <a:custGeom>
              <a:avLst/>
              <a:pathLst>
                <a:path w="12749" h="2570">
                  <a:moveTo>
                    <a:pt x="12058" y="2114"/>
                  </a:moveTo>
                  <a:lnTo>
                    <a:pt x="10622" y="2570"/>
                  </a:lnTo>
                  <a:lnTo>
                    <a:pt x="792" y="1896"/>
                  </a:lnTo>
                  <a:lnTo>
                    <a:pt x="255" y="1684"/>
                  </a:lnTo>
                  <a:lnTo>
                    <a:pt x="0" y="1397"/>
                  </a:lnTo>
                  <a:lnTo>
                    <a:pt x="1780" y="611"/>
                  </a:lnTo>
                  <a:lnTo>
                    <a:pt x="3929" y="272"/>
                  </a:lnTo>
                  <a:lnTo>
                    <a:pt x="8927" y="0"/>
                  </a:lnTo>
                  <a:lnTo>
                    <a:pt x="10669" y="305"/>
                  </a:lnTo>
                  <a:lnTo>
                    <a:pt x="11824" y="663"/>
                  </a:lnTo>
                  <a:lnTo>
                    <a:pt x="12476" y="973"/>
                  </a:lnTo>
                  <a:lnTo>
                    <a:pt x="12749" y="155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3105834" y="1343642"/>
              <a:ext cx="165531" cy="36206"/>
            </a:xfrm>
            <a:custGeom>
              <a:avLst/>
              <a:pathLst>
                <a:path w="165531" h="36206">
                  <a:moveTo>
                    <a:pt x="24626" y="2144"/>
                  </a:moveTo>
                  <a:lnTo>
                    <a:pt x="26396" y="2265"/>
                  </a:lnTo>
                  <a:lnTo>
                    <a:pt x="27908" y="2079"/>
                  </a:lnTo>
                  <a:lnTo>
                    <a:pt x="29206" y="2120"/>
                  </a:lnTo>
                  <a:lnTo>
                    <a:pt x="31122" y="2683"/>
                  </a:lnTo>
                  <a:lnTo>
                    <a:pt x="32897" y="3542"/>
                  </a:lnTo>
                  <a:lnTo>
                    <a:pt x="34261" y="3931"/>
                  </a:lnTo>
                  <a:lnTo>
                    <a:pt x="34701" y="4127"/>
                  </a:lnTo>
                  <a:lnTo>
                    <a:pt x="34873" y="4345"/>
                  </a:lnTo>
                  <a:lnTo>
                    <a:pt x="35087" y="4996"/>
                  </a:lnTo>
                  <a:lnTo>
                    <a:pt x="35080" y="5297"/>
                  </a:lnTo>
                  <a:lnTo>
                    <a:pt x="34980" y="5539"/>
                  </a:lnTo>
                  <a:lnTo>
                    <a:pt x="34383" y="6133"/>
                  </a:lnTo>
                  <a:lnTo>
                    <a:pt x="33881" y="6869"/>
                  </a:lnTo>
                  <a:lnTo>
                    <a:pt x="32845" y="7518"/>
                  </a:lnTo>
                  <a:lnTo>
                    <a:pt x="32293" y="8008"/>
                  </a:lnTo>
                  <a:lnTo>
                    <a:pt x="31820" y="8626"/>
                  </a:lnTo>
                  <a:lnTo>
                    <a:pt x="32886" y="8258"/>
                  </a:lnTo>
                  <a:lnTo>
                    <a:pt x="36922" y="6217"/>
                  </a:lnTo>
                  <a:lnTo>
                    <a:pt x="39562" y="6461"/>
                  </a:lnTo>
                  <a:lnTo>
                    <a:pt x="43528" y="6279"/>
                  </a:lnTo>
                  <a:lnTo>
                    <a:pt x="48330" y="5445"/>
                  </a:lnTo>
                  <a:lnTo>
                    <a:pt x="50611" y="5315"/>
                  </a:lnTo>
                  <a:lnTo>
                    <a:pt x="52914" y="5376"/>
                  </a:lnTo>
                  <a:lnTo>
                    <a:pt x="54624" y="5639"/>
                  </a:lnTo>
                  <a:lnTo>
                    <a:pt x="58274" y="6762"/>
                  </a:lnTo>
                  <a:lnTo>
                    <a:pt x="59538" y="7298"/>
                  </a:lnTo>
                  <a:lnTo>
                    <a:pt x="60013" y="7677"/>
                  </a:lnTo>
                  <a:lnTo>
                    <a:pt x="60126" y="7956"/>
                  </a:lnTo>
                  <a:lnTo>
                    <a:pt x="59379" y="8389"/>
                  </a:lnTo>
                  <a:lnTo>
                    <a:pt x="57085" y="8126"/>
                  </a:lnTo>
                  <a:lnTo>
                    <a:pt x="53311" y="7894"/>
                  </a:lnTo>
                  <a:lnTo>
                    <a:pt x="52621" y="7749"/>
                  </a:lnTo>
                  <a:lnTo>
                    <a:pt x="52033" y="7761"/>
                  </a:lnTo>
                  <a:lnTo>
                    <a:pt x="51606" y="7917"/>
                  </a:lnTo>
                  <a:lnTo>
                    <a:pt x="51872" y="8513"/>
                  </a:lnTo>
                  <a:lnTo>
                    <a:pt x="52640" y="8643"/>
                  </a:lnTo>
                  <a:lnTo>
                    <a:pt x="57173" y="8772"/>
                  </a:lnTo>
                  <a:lnTo>
                    <a:pt x="72029" y="10664"/>
                  </a:lnTo>
                  <a:lnTo>
                    <a:pt x="72648" y="11270"/>
                  </a:lnTo>
                  <a:lnTo>
                    <a:pt x="72483" y="11537"/>
                  </a:lnTo>
                  <a:lnTo>
                    <a:pt x="71958" y="11834"/>
                  </a:lnTo>
                  <a:lnTo>
                    <a:pt x="70874" y="12233"/>
                  </a:lnTo>
                  <a:lnTo>
                    <a:pt x="62308" y="12667"/>
                  </a:lnTo>
                  <a:lnTo>
                    <a:pt x="57433" y="12282"/>
                  </a:lnTo>
                  <a:lnTo>
                    <a:pt x="53336" y="11663"/>
                  </a:lnTo>
                  <a:lnTo>
                    <a:pt x="51946" y="11801"/>
                  </a:lnTo>
                  <a:lnTo>
                    <a:pt x="53156" y="12641"/>
                  </a:lnTo>
                  <a:lnTo>
                    <a:pt x="55612" y="12897"/>
                  </a:lnTo>
                  <a:lnTo>
                    <a:pt x="57669" y="13393"/>
                  </a:lnTo>
                  <a:lnTo>
                    <a:pt x="58523" y="13809"/>
                  </a:lnTo>
                  <a:lnTo>
                    <a:pt x="62882" y="14125"/>
                  </a:lnTo>
                  <a:lnTo>
                    <a:pt x="63595" y="14449"/>
                  </a:lnTo>
                  <a:lnTo>
                    <a:pt x="64950" y="15277"/>
                  </a:lnTo>
                  <a:lnTo>
                    <a:pt x="66087" y="15341"/>
                  </a:lnTo>
                  <a:lnTo>
                    <a:pt x="67215" y="15919"/>
                  </a:lnTo>
                  <a:lnTo>
                    <a:pt x="68143" y="16913"/>
                  </a:lnTo>
                  <a:lnTo>
                    <a:pt x="68571" y="17046"/>
                  </a:lnTo>
                  <a:lnTo>
                    <a:pt x="69884" y="16866"/>
                  </a:lnTo>
                  <a:lnTo>
                    <a:pt x="72095" y="17729"/>
                  </a:lnTo>
                  <a:lnTo>
                    <a:pt x="72783" y="18190"/>
                  </a:lnTo>
                  <a:lnTo>
                    <a:pt x="72786" y="18536"/>
                  </a:lnTo>
                  <a:lnTo>
                    <a:pt x="72293" y="19076"/>
                  </a:lnTo>
                  <a:lnTo>
                    <a:pt x="71303" y="19811"/>
                  </a:lnTo>
                  <a:lnTo>
                    <a:pt x="68804" y="20677"/>
                  </a:lnTo>
                  <a:lnTo>
                    <a:pt x="68609" y="20938"/>
                  </a:lnTo>
                  <a:lnTo>
                    <a:pt x="71530" y="20836"/>
                  </a:lnTo>
                  <a:lnTo>
                    <a:pt x="72068" y="20951"/>
                  </a:lnTo>
                  <a:lnTo>
                    <a:pt x="75509" y="22487"/>
                  </a:lnTo>
                  <a:lnTo>
                    <a:pt x="75962" y="22515"/>
                  </a:lnTo>
                  <a:lnTo>
                    <a:pt x="76245" y="22354"/>
                  </a:lnTo>
                  <a:lnTo>
                    <a:pt x="76574" y="21810"/>
                  </a:lnTo>
                  <a:lnTo>
                    <a:pt x="76427" y="21307"/>
                  </a:lnTo>
                  <a:lnTo>
                    <a:pt x="76007" y="20609"/>
                  </a:lnTo>
                  <a:lnTo>
                    <a:pt x="76120" y="20103"/>
                  </a:lnTo>
                  <a:lnTo>
                    <a:pt x="76765" y="19788"/>
                  </a:lnTo>
                  <a:lnTo>
                    <a:pt x="77418" y="19632"/>
                  </a:lnTo>
                  <a:lnTo>
                    <a:pt x="78080" y="19635"/>
                  </a:lnTo>
                  <a:lnTo>
                    <a:pt x="78798" y="19821"/>
                  </a:lnTo>
                  <a:lnTo>
                    <a:pt x="82277" y="21677"/>
                  </a:lnTo>
                  <a:lnTo>
                    <a:pt x="86739" y="20790"/>
                  </a:lnTo>
                  <a:lnTo>
                    <a:pt x="87553" y="21188"/>
                  </a:lnTo>
                  <a:lnTo>
                    <a:pt x="88227" y="21933"/>
                  </a:lnTo>
                  <a:lnTo>
                    <a:pt x="88542" y="22056"/>
                  </a:lnTo>
                  <a:lnTo>
                    <a:pt x="90193" y="20571"/>
                  </a:lnTo>
                  <a:lnTo>
                    <a:pt x="91212" y="20203"/>
                  </a:lnTo>
                  <a:lnTo>
                    <a:pt x="95398" y="21965"/>
                  </a:lnTo>
                  <a:lnTo>
                    <a:pt x="97950" y="22356"/>
                  </a:lnTo>
                  <a:lnTo>
                    <a:pt x="98973" y="22734"/>
                  </a:lnTo>
                  <a:lnTo>
                    <a:pt x="100867" y="23151"/>
                  </a:lnTo>
                  <a:lnTo>
                    <a:pt x="103563" y="23309"/>
                  </a:lnTo>
                  <a:lnTo>
                    <a:pt x="104006" y="22655"/>
                  </a:lnTo>
                  <a:lnTo>
                    <a:pt x="102453" y="21814"/>
                  </a:lnTo>
                  <a:lnTo>
                    <a:pt x="103359" y="21444"/>
                  </a:lnTo>
                  <a:lnTo>
                    <a:pt x="107065" y="20732"/>
                  </a:lnTo>
                  <a:lnTo>
                    <a:pt x="109042" y="20832"/>
                  </a:lnTo>
                  <a:lnTo>
                    <a:pt x="112689" y="19824"/>
                  </a:lnTo>
                  <a:lnTo>
                    <a:pt x="114927" y="19687"/>
                  </a:lnTo>
                  <a:lnTo>
                    <a:pt x="116302" y="19704"/>
                  </a:lnTo>
                  <a:lnTo>
                    <a:pt x="120817" y="18182"/>
                  </a:lnTo>
                  <a:lnTo>
                    <a:pt x="121890" y="17940"/>
                  </a:lnTo>
                  <a:lnTo>
                    <a:pt x="122668" y="17396"/>
                  </a:lnTo>
                  <a:lnTo>
                    <a:pt x="124441" y="17481"/>
                  </a:lnTo>
                  <a:lnTo>
                    <a:pt x="129242" y="18346"/>
                  </a:lnTo>
                  <a:lnTo>
                    <a:pt x="130602" y="18268"/>
                  </a:lnTo>
                  <a:lnTo>
                    <a:pt x="135710" y="17406"/>
                  </a:lnTo>
                  <a:lnTo>
                    <a:pt x="137599" y="17195"/>
                  </a:lnTo>
                  <a:lnTo>
                    <a:pt x="139493" y="17227"/>
                  </a:lnTo>
                  <a:lnTo>
                    <a:pt x="144283" y="17731"/>
                  </a:lnTo>
                  <a:lnTo>
                    <a:pt x="147867" y="18274"/>
                  </a:lnTo>
                  <a:lnTo>
                    <a:pt x="148981" y="18559"/>
                  </a:lnTo>
                  <a:lnTo>
                    <a:pt x="148584" y="19273"/>
                  </a:lnTo>
                  <a:lnTo>
                    <a:pt x="148766" y="19484"/>
                  </a:lnTo>
                  <a:lnTo>
                    <a:pt x="149230" y="19639"/>
                  </a:lnTo>
                  <a:lnTo>
                    <a:pt x="150400" y="19849"/>
                  </a:lnTo>
                  <a:lnTo>
                    <a:pt x="154875" y="19862"/>
                  </a:lnTo>
                  <a:lnTo>
                    <a:pt x="156822" y="20044"/>
                  </a:lnTo>
                  <a:lnTo>
                    <a:pt x="158370" y="20713"/>
                  </a:lnTo>
                  <a:lnTo>
                    <a:pt x="158740" y="20979"/>
                  </a:lnTo>
                  <a:lnTo>
                    <a:pt x="158679" y="21257"/>
                  </a:lnTo>
                  <a:lnTo>
                    <a:pt x="157156" y="21979"/>
                  </a:lnTo>
                  <a:lnTo>
                    <a:pt x="157404" y="22132"/>
                  </a:lnTo>
                  <a:lnTo>
                    <a:pt x="158926" y="22299"/>
                  </a:lnTo>
                  <a:lnTo>
                    <a:pt x="162350" y="22382"/>
                  </a:lnTo>
                  <a:lnTo>
                    <a:pt x="163083" y="22549"/>
                  </a:lnTo>
                  <a:lnTo>
                    <a:pt x="163787" y="23451"/>
                  </a:lnTo>
                  <a:lnTo>
                    <a:pt x="164525" y="24699"/>
                  </a:lnTo>
                  <a:lnTo>
                    <a:pt x="164513" y="25195"/>
                  </a:lnTo>
                  <a:lnTo>
                    <a:pt x="163327" y="26039"/>
                  </a:lnTo>
                  <a:lnTo>
                    <a:pt x="160084" y="27165"/>
                  </a:lnTo>
                  <a:lnTo>
                    <a:pt x="156485" y="28100"/>
                  </a:lnTo>
                  <a:lnTo>
                    <a:pt x="156254" y="28342"/>
                  </a:lnTo>
                  <a:lnTo>
                    <a:pt x="157402" y="28789"/>
                  </a:lnTo>
                  <a:lnTo>
                    <a:pt x="158589" y="28985"/>
                  </a:lnTo>
                  <a:lnTo>
                    <a:pt x="159524" y="28945"/>
                  </a:lnTo>
                  <a:lnTo>
                    <a:pt x="162394" y="28520"/>
                  </a:lnTo>
                  <a:lnTo>
                    <a:pt x="163046" y="28528"/>
                  </a:lnTo>
                  <a:lnTo>
                    <a:pt x="164364" y="28962"/>
                  </a:lnTo>
                  <a:lnTo>
                    <a:pt x="164973" y="29394"/>
                  </a:lnTo>
                  <a:lnTo>
                    <a:pt x="165531" y="29968"/>
                  </a:lnTo>
                  <a:lnTo>
                    <a:pt x="164523" y="30491"/>
                  </a:lnTo>
                  <a:lnTo>
                    <a:pt x="160393" y="31139"/>
                  </a:lnTo>
                  <a:lnTo>
                    <a:pt x="157953" y="30286"/>
                  </a:lnTo>
                  <a:lnTo>
                    <a:pt x="157132" y="30098"/>
                  </a:lnTo>
                  <a:lnTo>
                    <a:pt x="156578" y="30172"/>
                  </a:lnTo>
                  <a:lnTo>
                    <a:pt x="156892" y="30546"/>
                  </a:lnTo>
                  <a:lnTo>
                    <a:pt x="158073" y="31222"/>
                  </a:lnTo>
                  <a:lnTo>
                    <a:pt x="158459" y="31668"/>
                  </a:lnTo>
                  <a:lnTo>
                    <a:pt x="158049" y="31885"/>
                  </a:lnTo>
                  <a:lnTo>
                    <a:pt x="157856" y="32313"/>
                  </a:lnTo>
                  <a:lnTo>
                    <a:pt x="157879" y="32953"/>
                  </a:lnTo>
                  <a:lnTo>
                    <a:pt x="157781" y="33602"/>
                  </a:lnTo>
                  <a:lnTo>
                    <a:pt x="157382" y="34615"/>
                  </a:lnTo>
                  <a:lnTo>
                    <a:pt x="157241" y="34655"/>
                  </a:lnTo>
                  <a:lnTo>
                    <a:pt x="148267" y="34863"/>
                  </a:lnTo>
                  <a:lnTo>
                    <a:pt x="147186" y="35046"/>
                  </a:lnTo>
                  <a:lnTo>
                    <a:pt x="144663" y="35760"/>
                  </a:lnTo>
                  <a:lnTo>
                    <a:pt x="142755" y="36119"/>
                  </a:lnTo>
                  <a:lnTo>
                    <a:pt x="141512" y="36173"/>
                  </a:lnTo>
                  <a:lnTo>
                    <a:pt x="140298" y="36043"/>
                  </a:lnTo>
                  <a:lnTo>
                    <a:pt x="137023" y="35302"/>
                  </a:lnTo>
                  <a:lnTo>
                    <a:pt x="134840" y="35441"/>
                  </a:lnTo>
                  <a:lnTo>
                    <a:pt x="133985" y="35371"/>
                  </a:lnTo>
                  <a:lnTo>
                    <a:pt x="132138" y="34878"/>
                  </a:lnTo>
                  <a:lnTo>
                    <a:pt x="131690" y="34629"/>
                  </a:lnTo>
                  <a:lnTo>
                    <a:pt x="130941" y="33983"/>
                  </a:lnTo>
                  <a:lnTo>
                    <a:pt x="130379" y="33099"/>
                  </a:lnTo>
                  <a:lnTo>
                    <a:pt x="130423" y="32555"/>
                  </a:lnTo>
                  <a:lnTo>
                    <a:pt x="130660" y="31771"/>
                  </a:lnTo>
                  <a:lnTo>
                    <a:pt x="130515" y="31378"/>
                  </a:lnTo>
                  <a:lnTo>
                    <a:pt x="129988" y="31375"/>
                  </a:lnTo>
                  <a:lnTo>
                    <a:pt x="129401" y="31212"/>
                  </a:lnTo>
                  <a:lnTo>
                    <a:pt x="127635" y="30425"/>
                  </a:lnTo>
                  <a:lnTo>
                    <a:pt x="126546" y="30193"/>
                  </a:lnTo>
                  <a:lnTo>
                    <a:pt x="126343" y="30321"/>
                  </a:lnTo>
                  <a:lnTo>
                    <a:pt x="126663" y="30936"/>
                  </a:lnTo>
                  <a:lnTo>
                    <a:pt x="126875" y="31132"/>
                  </a:lnTo>
                  <a:lnTo>
                    <a:pt x="128040" y="31582"/>
                  </a:lnTo>
                  <a:lnTo>
                    <a:pt x="128257" y="32102"/>
                  </a:lnTo>
                  <a:lnTo>
                    <a:pt x="127761" y="33419"/>
                  </a:lnTo>
                  <a:lnTo>
                    <a:pt x="127586" y="33631"/>
                  </a:lnTo>
                  <a:lnTo>
                    <a:pt x="126454" y="34598"/>
                  </a:lnTo>
                  <a:lnTo>
                    <a:pt x="125602" y="34873"/>
                  </a:lnTo>
                  <a:lnTo>
                    <a:pt x="123273" y="34895"/>
                  </a:lnTo>
                  <a:lnTo>
                    <a:pt x="119705" y="35581"/>
                  </a:lnTo>
                  <a:lnTo>
                    <a:pt x="117999" y="35680"/>
                  </a:lnTo>
                  <a:lnTo>
                    <a:pt x="115714" y="35520"/>
                  </a:lnTo>
                  <a:lnTo>
                    <a:pt x="114284" y="35207"/>
                  </a:lnTo>
                  <a:lnTo>
                    <a:pt x="113356" y="34849"/>
                  </a:lnTo>
                  <a:lnTo>
                    <a:pt x="112455" y="34339"/>
                  </a:lnTo>
                  <a:lnTo>
                    <a:pt x="111983" y="34301"/>
                  </a:lnTo>
                  <a:lnTo>
                    <a:pt x="111743" y="35407"/>
                  </a:lnTo>
                  <a:lnTo>
                    <a:pt x="111302" y="35550"/>
                  </a:lnTo>
                  <a:lnTo>
                    <a:pt x="110537" y="35533"/>
                  </a:lnTo>
                  <a:lnTo>
                    <a:pt x="109354" y="35189"/>
                  </a:lnTo>
                  <a:lnTo>
                    <a:pt x="108379" y="34390"/>
                  </a:lnTo>
                  <a:lnTo>
                    <a:pt x="108076" y="34393"/>
                  </a:lnTo>
                  <a:lnTo>
                    <a:pt x="107941" y="34858"/>
                  </a:lnTo>
                  <a:lnTo>
                    <a:pt x="107723" y="35164"/>
                  </a:lnTo>
                  <a:lnTo>
                    <a:pt x="107422" y="35308"/>
                  </a:lnTo>
                  <a:lnTo>
                    <a:pt x="104920" y="35807"/>
                  </a:lnTo>
                  <a:lnTo>
                    <a:pt x="103523" y="35810"/>
                  </a:lnTo>
                  <a:lnTo>
                    <a:pt x="102064" y="35238"/>
                  </a:lnTo>
                  <a:lnTo>
                    <a:pt x="101108" y="35296"/>
                  </a:lnTo>
                  <a:lnTo>
                    <a:pt x="99881" y="35605"/>
                  </a:lnTo>
                  <a:lnTo>
                    <a:pt x="96902" y="35020"/>
                  </a:lnTo>
                  <a:lnTo>
                    <a:pt x="96190" y="34997"/>
                  </a:lnTo>
                  <a:lnTo>
                    <a:pt x="96801" y="35945"/>
                  </a:lnTo>
                  <a:lnTo>
                    <a:pt x="95817" y="36091"/>
                  </a:lnTo>
                  <a:lnTo>
                    <a:pt x="93692" y="36067"/>
                  </a:lnTo>
                  <a:lnTo>
                    <a:pt x="90201" y="35762"/>
                  </a:lnTo>
                  <a:lnTo>
                    <a:pt x="88036" y="36206"/>
                  </a:lnTo>
                  <a:lnTo>
                    <a:pt x="84126" y="35941"/>
                  </a:lnTo>
                  <a:lnTo>
                    <a:pt x="80179" y="35874"/>
                  </a:lnTo>
                  <a:lnTo>
                    <a:pt x="79444" y="35657"/>
                  </a:lnTo>
                  <a:lnTo>
                    <a:pt x="78925" y="35215"/>
                  </a:lnTo>
                  <a:lnTo>
                    <a:pt x="78904" y="34820"/>
                  </a:lnTo>
                  <a:lnTo>
                    <a:pt x="79095" y="34275"/>
                  </a:lnTo>
                  <a:lnTo>
                    <a:pt x="79673" y="33465"/>
                  </a:lnTo>
                  <a:lnTo>
                    <a:pt x="80637" y="32388"/>
                  </a:lnTo>
                  <a:lnTo>
                    <a:pt x="80969" y="31820"/>
                  </a:lnTo>
                  <a:lnTo>
                    <a:pt x="80100" y="31557"/>
                  </a:lnTo>
                  <a:lnTo>
                    <a:pt x="79563" y="31205"/>
                  </a:lnTo>
                  <a:lnTo>
                    <a:pt x="79121" y="31166"/>
                  </a:lnTo>
                  <a:lnTo>
                    <a:pt x="77729" y="31580"/>
                  </a:lnTo>
                  <a:lnTo>
                    <a:pt x="76823" y="32791"/>
                  </a:lnTo>
                  <a:lnTo>
                    <a:pt x="76130" y="33143"/>
                  </a:lnTo>
                  <a:lnTo>
                    <a:pt x="75824" y="32849"/>
                  </a:lnTo>
                  <a:lnTo>
                    <a:pt x="75593" y="32113"/>
                  </a:lnTo>
                  <a:lnTo>
                    <a:pt x="75287" y="31755"/>
                  </a:lnTo>
                  <a:lnTo>
                    <a:pt x="74907" y="31775"/>
                  </a:lnTo>
                  <a:lnTo>
                    <a:pt x="74535" y="31971"/>
                  </a:lnTo>
                  <a:lnTo>
                    <a:pt x="74173" y="32344"/>
                  </a:lnTo>
                  <a:lnTo>
                    <a:pt x="73630" y="32479"/>
                  </a:lnTo>
                  <a:lnTo>
                    <a:pt x="72905" y="32377"/>
                  </a:lnTo>
                  <a:lnTo>
                    <a:pt x="72648" y="32560"/>
                  </a:lnTo>
                  <a:lnTo>
                    <a:pt x="72859" y="33028"/>
                  </a:lnTo>
                  <a:lnTo>
                    <a:pt x="72932" y="33466"/>
                  </a:lnTo>
                  <a:lnTo>
                    <a:pt x="72868" y="33874"/>
                  </a:lnTo>
                  <a:lnTo>
                    <a:pt x="72243" y="34270"/>
                  </a:lnTo>
                  <a:lnTo>
                    <a:pt x="70463" y="34845"/>
                  </a:lnTo>
                  <a:lnTo>
                    <a:pt x="69435" y="35029"/>
                  </a:lnTo>
                  <a:lnTo>
                    <a:pt x="66732" y="35115"/>
                  </a:lnTo>
                  <a:lnTo>
                    <a:pt x="65115" y="34944"/>
                  </a:lnTo>
                  <a:lnTo>
                    <a:pt x="61839" y="34252"/>
                  </a:lnTo>
                  <a:lnTo>
                    <a:pt x="60026" y="34220"/>
                  </a:lnTo>
                  <a:lnTo>
                    <a:pt x="57842" y="33060"/>
                  </a:lnTo>
                  <a:lnTo>
                    <a:pt x="56113" y="32793"/>
                  </a:lnTo>
                  <a:lnTo>
                    <a:pt x="56201" y="32373"/>
                  </a:lnTo>
                  <a:lnTo>
                    <a:pt x="56957" y="31593"/>
                  </a:lnTo>
                  <a:lnTo>
                    <a:pt x="56932" y="31360"/>
                  </a:lnTo>
                  <a:lnTo>
                    <a:pt x="54570" y="32497"/>
                  </a:lnTo>
                  <a:lnTo>
                    <a:pt x="54250" y="32860"/>
                  </a:lnTo>
                  <a:lnTo>
                    <a:pt x="54526" y="33703"/>
                  </a:lnTo>
                  <a:lnTo>
                    <a:pt x="54212" y="33763"/>
                  </a:lnTo>
                  <a:lnTo>
                    <a:pt x="52588" y="33460"/>
                  </a:lnTo>
                  <a:lnTo>
                    <a:pt x="50990" y="33691"/>
                  </a:lnTo>
                  <a:lnTo>
                    <a:pt x="50604" y="33623"/>
                  </a:lnTo>
                  <a:lnTo>
                    <a:pt x="49501" y="33015"/>
                  </a:lnTo>
                  <a:lnTo>
                    <a:pt x="47559" y="32396"/>
                  </a:lnTo>
                  <a:lnTo>
                    <a:pt x="46702" y="31703"/>
                  </a:lnTo>
                  <a:lnTo>
                    <a:pt x="45368" y="29539"/>
                  </a:lnTo>
                  <a:lnTo>
                    <a:pt x="44691" y="28106"/>
                  </a:lnTo>
                  <a:lnTo>
                    <a:pt x="44775" y="27814"/>
                  </a:lnTo>
                  <a:lnTo>
                    <a:pt x="45766" y="27410"/>
                  </a:lnTo>
                  <a:lnTo>
                    <a:pt x="45616" y="27096"/>
                  </a:lnTo>
                  <a:lnTo>
                    <a:pt x="44382" y="26291"/>
                  </a:lnTo>
                  <a:lnTo>
                    <a:pt x="43051" y="25614"/>
                  </a:lnTo>
                  <a:lnTo>
                    <a:pt x="42656" y="25146"/>
                  </a:lnTo>
                  <a:lnTo>
                    <a:pt x="42475" y="24673"/>
                  </a:lnTo>
                  <a:lnTo>
                    <a:pt x="42298" y="23988"/>
                  </a:lnTo>
                  <a:lnTo>
                    <a:pt x="42289" y="23481"/>
                  </a:lnTo>
                  <a:lnTo>
                    <a:pt x="42449" y="23152"/>
                  </a:lnTo>
                  <a:lnTo>
                    <a:pt x="43210" y="22132"/>
                  </a:lnTo>
                  <a:lnTo>
                    <a:pt x="45294" y="20302"/>
                  </a:lnTo>
                  <a:lnTo>
                    <a:pt x="45575" y="19969"/>
                  </a:lnTo>
                  <a:lnTo>
                    <a:pt x="45687" y="19642"/>
                  </a:lnTo>
                  <a:lnTo>
                    <a:pt x="45400" y="18675"/>
                  </a:lnTo>
                  <a:lnTo>
                    <a:pt x="44997" y="17705"/>
                  </a:lnTo>
                  <a:lnTo>
                    <a:pt x="44587" y="17011"/>
                  </a:lnTo>
                  <a:lnTo>
                    <a:pt x="43438" y="16055"/>
                  </a:lnTo>
                  <a:lnTo>
                    <a:pt x="41857" y="15060"/>
                  </a:lnTo>
                  <a:lnTo>
                    <a:pt x="39632" y="13275"/>
                  </a:lnTo>
                  <a:lnTo>
                    <a:pt x="37982" y="11887"/>
                  </a:lnTo>
                  <a:lnTo>
                    <a:pt x="36010" y="9933"/>
                  </a:lnTo>
                  <a:lnTo>
                    <a:pt x="35059" y="9766"/>
                  </a:lnTo>
                  <a:lnTo>
                    <a:pt x="33958" y="9855"/>
                  </a:lnTo>
                  <a:lnTo>
                    <a:pt x="31580" y="10527"/>
                  </a:lnTo>
                  <a:lnTo>
                    <a:pt x="30781" y="10847"/>
                  </a:lnTo>
                  <a:lnTo>
                    <a:pt x="30584" y="11061"/>
                  </a:lnTo>
                  <a:lnTo>
                    <a:pt x="28814" y="11110"/>
                  </a:lnTo>
                  <a:lnTo>
                    <a:pt x="23797" y="10933"/>
                  </a:lnTo>
                  <a:lnTo>
                    <a:pt x="21879" y="10726"/>
                  </a:lnTo>
                  <a:lnTo>
                    <a:pt x="20447" y="10781"/>
                  </a:lnTo>
                  <a:lnTo>
                    <a:pt x="17988" y="11276"/>
                  </a:lnTo>
                  <a:lnTo>
                    <a:pt x="15365" y="11183"/>
                  </a:lnTo>
                  <a:lnTo>
                    <a:pt x="13723" y="9807"/>
                  </a:lnTo>
                  <a:lnTo>
                    <a:pt x="9993" y="9066"/>
                  </a:lnTo>
                  <a:lnTo>
                    <a:pt x="8881" y="8650"/>
                  </a:lnTo>
                  <a:lnTo>
                    <a:pt x="8120" y="8082"/>
                  </a:lnTo>
                  <a:lnTo>
                    <a:pt x="8371" y="7711"/>
                  </a:lnTo>
                  <a:lnTo>
                    <a:pt x="10493" y="7378"/>
                  </a:lnTo>
                  <a:lnTo>
                    <a:pt x="11374" y="7012"/>
                  </a:lnTo>
                  <a:lnTo>
                    <a:pt x="11797" y="6716"/>
                  </a:lnTo>
                  <a:lnTo>
                    <a:pt x="9695" y="6971"/>
                  </a:lnTo>
                  <a:lnTo>
                    <a:pt x="8766" y="6926"/>
                  </a:lnTo>
                  <a:lnTo>
                    <a:pt x="2443" y="5067"/>
                  </a:lnTo>
                  <a:lnTo>
                    <a:pt x="495" y="4739"/>
                  </a:lnTo>
                  <a:lnTo>
                    <a:pt x="163" y="4573"/>
                  </a:lnTo>
                  <a:lnTo>
                    <a:pt x="0" y="4354"/>
                  </a:lnTo>
                  <a:lnTo>
                    <a:pt x="4" y="4082"/>
                  </a:lnTo>
                  <a:lnTo>
                    <a:pt x="188" y="3674"/>
                  </a:lnTo>
                  <a:lnTo>
                    <a:pt x="2068" y="4190"/>
                  </a:lnTo>
                  <a:lnTo>
                    <a:pt x="2911" y="4228"/>
                  </a:lnTo>
                  <a:lnTo>
                    <a:pt x="4227" y="4074"/>
                  </a:lnTo>
                  <a:lnTo>
                    <a:pt x="4696" y="3751"/>
                  </a:lnTo>
                  <a:lnTo>
                    <a:pt x="4397" y="3564"/>
                  </a:lnTo>
                  <a:lnTo>
                    <a:pt x="2241" y="2943"/>
                  </a:lnTo>
                  <a:lnTo>
                    <a:pt x="1200" y="2472"/>
                  </a:lnTo>
                  <a:lnTo>
                    <a:pt x="799" y="2130"/>
                  </a:lnTo>
                  <a:lnTo>
                    <a:pt x="1212" y="1645"/>
                  </a:lnTo>
                  <a:lnTo>
                    <a:pt x="1321" y="1317"/>
                  </a:lnTo>
                  <a:lnTo>
                    <a:pt x="2014" y="1132"/>
                  </a:lnTo>
                  <a:lnTo>
                    <a:pt x="3291" y="1091"/>
                  </a:lnTo>
                  <a:lnTo>
                    <a:pt x="4926" y="859"/>
                  </a:lnTo>
                  <a:lnTo>
                    <a:pt x="7916" y="225"/>
                  </a:lnTo>
                  <a:lnTo>
                    <a:pt x="9919" y="0"/>
                  </a:lnTo>
                  <a:lnTo>
                    <a:pt x="11918" y="34"/>
                  </a:lnTo>
                  <a:lnTo>
                    <a:pt x="16760" y="681"/>
                  </a:lnTo>
                  <a:lnTo>
                    <a:pt x="21588" y="150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859808" y="1336928"/>
              <a:ext cx="70318" cy="24030"/>
            </a:xfrm>
            <a:custGeom>
              <a:avLst/>
              <a:pathLst>
                <a:path w="70318" h="24030">
                  <a:moveTo>
                    <a:pt x="69551" y="2570"/>
                  </a:moveTo>
                  <a:lnTo>
                    <a:pt x="70267" y="3114"/>
                  </a:lnTo>
                  <a:lnTo>
                    <a:pt x="70318" y="3332"/>
                  </a:lnTo>
                  <a:lnTo>
                    <a:pt x="69973" y="3563"/>
                  </a:lnTo>
                  <a:lnTo>
                    <a:pt x="68863" y="3928"/>
                  </a:lnTo>
                  <a:lnTo>
                    <a:pt x="63283" y="5152"/>
                  </a:lnTo>
                  <a:lnTo>
                    <a:pt x="62191" y="5726"/>
                  </a:lnTo>
                  <a:lnTo>
                    <a:pt x="62602" y="6219"/>
                  </a:lnTo>
                  <a:lnTo>
                    <a:pt x="64614" y="7219"/>
                  </a:lnTo>
                  <a:lnTo>
                    <a:pt x="66660" y="8067"/>
                  </a:lnTo>
                  <a:lnTo>
                    <a:pt x="67102" y="8487"/>
                  </a:lnTo>
                  <a:lnTo>
                    <a:pt x="66129" y="8914"/>
                  </a:lnTo>
                  <a:lnTo>
                    <a:pt x="64267" y="8778"/>
                  </a:lnTo>
                  <a:lnTo>
                    <a:pt x="63572" y="8815"/>
                  </a:lnTo>
                  <a:lnTo>
                    <a:pt x="62914" y="9013"/>
                  </a:lnTo>
                  <a:lnTo>
                    <a:pt x="63092" y="9390"/>
                  </a:lnTo>
                  <a:lnTo>
                    <a:pt x="65152" y="10643"/>
                  </a:lnTo>
                  <a:lnTo>
                    <a:pt x="65830" y="11316"/>
                  </a:lnTo>
                  <a:lnTo>
                    <a:pt x="65813" y="11664"/>
                  </a:lnTo>
                  <a:lnTo>
                    <a:pt x="65449" y="12004"/>
                  </a:lnTo>
                  <a:lnTo>
                    <a:pt x="64584" y="12470"/>
                  </a:lnTo>
                  <a:lnTo>
                    <a:pt x="63220" y="13062"/>
                  </a:lnTo>
                  <a:lnTo>
                    <a:pt x="60881" y="13535"/>
                  </a:lnTo>
                  <a:lnTo>
                    <a:pt x="55852" y="14171"/>
                  </a:lnTo>
                  <a:lnTo>
                    <a:pt x="55686" y="14666"/>
                  </a:lnTo>
                  <a:lnTo>
                    <a:pt x="55719" y="15042"/>
                  </a:lnTo>
                  <a:lnTo>
                    <a:pt x="55597" y="15957"/>
                  </a:lnTo>
                  <a:lnTo>
                    <a:pt x="55424" y="16381"/>
                  </a:lnTo>
                  <a:lnTo>
                    <a:pt x="54825" y="17095"/>
                  </a:lnTo>
                  <a:lnTo>
                    <a:pt x="54388" y="17429"/>
                  </a:lnTo>
                  <a:lnTo>
                    <a:pt x="53635" y="17658"/>
                  </a:lnTo>
                  <a:lnTo>
                    <a:pt x="52562" y="17784"/>
                  </a:lnTo>
                  <a:lnTo>
                    <a:pt x="51186" y="17782"/>
                  </a:lnTo>
                  <a:lnTo>
                    <a:pt x="48915" y="17167"/>
                  </a:lnTo>
                  <a:lnTo>
                    <a:pt x="47884" y="16776"/>
                  </a:lnTo>
                  <a:lnTo>
                    <a:pt x="46450" y="15925"/>
                  </a:lnTo>
                  <a:lnTo>
                    <a:pt x="46192" y="15357"/>
                  </a:lnTo>
                  <a:lnTo>
                    <a:pt x="46332" y="14658"/>
                  </a:lnTo>
                  <a:lnTo>
                    <a:pt x="46711" y="13579"/>
                  </a:lnTo>
                  <a:lnTo>
                    <a:pt x="47334" y="12476"/>
                  </a:lnTo>
                  <a:lnTo>
                    <a:pt x="48204" y="11348"/>
                  </a:lnTo>
                  <a:lnTo>
                    <a:pt x="48461" y="10646"/>
                  </a:lnTo>
                  <a:lnTo>
                    <a:pt x="48106" y="10370"/>
                  </a:lnTo>
                  <a:lnTo>
                    <a:pt x="47511" y="10356"/>
                  </a:lnTo>
                  <a:lnTo>
                    <a:pt x="45661" y="10813"/>
                  </a:lnTo>
                  <a:lnTo>
                    <a:pt x="44465" y="10978"/>
                  </a:lnTo>
                  <a:lnTo>
                    <a:pt x="43540" y="11310"/>
                  </a:lnTo>
                  <a:lnTo>
                    <a:pt x="42884" y="11808"/>
                  </a:lnTo>
                  <a:lnTo>
                    <a:pt x="42513" y="12348"/>
                  </a:lnTo>
                  <a:lnTo>
                    <a:pt x="42306" y="13384"/>
                  </a:lnTo>
                  <a:lnTo>
                    <a:pt x="41954" y="13951"/>
                  </a:lnTo>
                  <a:lnTo>
                    <a:pt x="40956" y="14260"/>
                  </a:lnTo>
                  <a:lnTo>
                    <a:pt x="39463" y="14255"/>
                  </a:lnTo>
                  <a:lnTo>
                    <a:pt x="38896" y="14430"/>
                  </a:lnTo>
                  <a:lnTo>
                    <a:pt x="38619" y="14809"/>
                  </a:lnTo>
                  <a:lnTo>
                    <a:pt x="38819" y="15117"/>
                  </a:lnTo>
                  <a:lnTo>
                    <a:pt x="40292" y="15762"/>
                  </a:lnTo>
                  <a:lnTo>
                    <a:pt x="40475" y="16482"/>
                  </a:lnTo>
                  <a:lnTo>
                    <a:pt x="40297" y="16917"/>
                  </a:lnTo>
                  <a:lnTo>
                    <a:pt x="38706" y="17720"/>
                  </a:lnTo>
                  <a:lnTo>
                    <a:pt x="38331" y="17989"/>
                  </a:lnTo>
                  <a:lnTo>
                    <a:pt x="37344" y="19247"/>
                  </a:lnTo>
                  <a:lnTo>
                    <a:pt x="36980" y="19565"/>
                  </a:lnTo>
                  <a:lnTo>
                    <a:pt x="36159" y="19855"/>
                  </a:lnTo>
                  <a:lnTo>
                    <a:pt x="35331" y="19821"/>
                  </a:lnTo>
                  <a:lnTo>
                    <a:pt x="34565" y="19361"/>
                  </a:lnTo>
                  <a:lnTo>
                    <a:pt x="33442" y="18492"/>
                  </a:lnTo>
                  <a:lnTo>
                    <a:pt x="32686" y="17744"/>
                  </a:lnTo>
                  <a:lnTo>
                    <a:pt x="32298" y="17118"/>
                  </a:lnTo>
                  <a:lnTo>
                    <a:pt x="31968" y="16839"/>
                  </a:lnTo>
                  <a:lnTo>
                    <a:pt x="31432" y="17031"/>
                  </a:lnTo>
                  <a:lnTo>
                    <a:pt x="30783" y="17682"/>
                  </a:lnTo>
                  <a:lnTo>
                    <a:pt x="30766" y="18186"/>
                  </a:lnTo>
                  <a:lnTo>
                    <a:pt x="30907" y="18937"/>
                  </a:lnTo>
                  <a:lnTo>
                    <a:pt x="30871" y="19400"/>
                  </a:lnTo>
                  <a:lnTo>
                    <a:pt x="29925" y="19943"/>
                  </a:lnTo>
                  <a:lnTo>
                    <a:pt x="30062" y="20191"/>
                  </a:lnTo>
                  <a:lnTo>
                    <a:pt x="31722" y="20859"/>
                  </a:lnTo>
                  <a:lnTo>
                    <a:pt x="31936" y="21159"/>
                  </a:lnTo>
                  <a:lnTo>
                    <a:pt x="31945" y="21624"/>
                  </a:lnTo>
                  <a:lnTo>
                    <a:pt x="31835" y="21834"/>
                  </a:lnTo>
                  <a:lnTo>
                    <a:pt x="31171" y="21801"/>
                  </a:lnTo>
                  <a:lnTo>
                    <a:pt x="30611" y="22339"/>
                  </a:lnTo>
                  <a:lnTo>
                    <a:pt x="29971" y="22765"/>
                  </a:lnTo>
                  <a:lnTo>
                    <a:pt x="28286" y="23554"/>
                  </a:lnTo>
                  <a:lnTo>
                    <a:pt x="25943" y="23650"/>
                  </a:lnTo>
                  <a:lnTo>
                    <a:pt x="24005" y="24030"/>
                  </a:lnTo>
                  <a:lnTo>
                    <a:pt x="23594" y="24017"/>
                  </a:lnTo>
                  <a:lnTo>
                    <a:pt x="23126" y="23396"/>
                  </a:lnTo>
                  <a:lnTo>
                    <a:pt x="22601" y="22166"/>
                  </a:lnTo>
                  <a:lnTo>
                    <a:pt x="22133" y="21468"/>
                  </a:lnTo>
                  <a:lnTo>
                    <a:pt x="21434" y="21111"/>
                  </a:lnTo>
                  <a:lnTo>
                    <a:pt x="20568" y="19715"/>
                  </a:lnTo>
                  <a:lnTo>
                    <a:pt x="20162" y="19266"/>
                  </a:lnTo>
                  <a:lnTo>
                    <a:pt x="19767" y="19085"/>
                  </a:lnTo>
                  <a:lnTo>
                    <a:pt x="19436" y="19038"/>
                  </a:lnTo>
                  <a:lnTo>
                    <a:pt x="18946" y="19306"/>
                  </a:lnTo>
                  <a:lnTo>
                    <a:pt x="17819" y="21303"/>
                  </a:lnTo>
                  <a:lnTo>
                    <a:pt x="15982" y="21813"/>
                  </a:lnTo>
                  <a:lnTo>
                    <a:pt x="14972" y="21906"/>
                  </a:lnTo>
                  <a:lnTo>
                    <a:pt x="13952" y="21849"/>
                  </a:lnTo>
                  <a:lnTo>
                    <a:pt x="11430" y="21302"/>
                  </a:lnTo>
                  <a:lnTo>
                    <a:pt x="9409" y="21100"/>
                  </a:lnTo>
                  <a:lnTo>
                    <a:pt x="7997" y="21331"/>
                  </a:lnTo>
                  <a:lnTo>
                    <a:pt x="5676" y="22146"/>
                  </a:lnTo>
                  <a:lnTo>
                    <a:pt x="4752" y="22363"/>
                  </a:lnTo>
                  <a:lnTo>
                    <a:pt x="3497" y="22270"/>
                  </a:lnTo>
                  <a:lnTo>
                    <a:pt x="2948" y="21962"/>
                  </a:lnTo>
                  <a:lnTo>
                    <a:pt x="2481" y="21459"/>
                  </a:lnTo>
                  <a:lnTo>
                    <a:pt x="2429" y="21153"/>
                  </a:lnTo>
                  <a:lnTo>
                    <a:pt x="2794" y="21046"/>
                  </a:lnTo>
                  <a:lnTo>
                    <a:pt x="3373" y="20462"/>
                  </a:lnTo>
                  <a:lnTo>
                    <a:pt x="3354" y="20228"/>
                  </a:lnTo>
                  <a:lnTo>
                    <a:pt x="2782" y="19892"/>
                  </a:lnTo>
                  <a:lnTo>
                    <a:pt x="2774" y="19629"/>
                  </a:lnTo>
                  <a:lnTo>
                    <a:pt x="2933" y="19325"/>
                  </a:lnTo>
                  <a:lnTo>
                    <a:pt x="2638" y="19249"/>
                  </a:lnTo>
                  <a:lnTo>
                    <a:pt x="2063" y="19320"/>
                  </a:lnTo>
                  <a:lnTo>
                    <a:pt x="0" y="19706"/>
                  </a:lnTo>
                  <a:lnTo>
                    <a:pt x="231" y="19287"/>
                  </a:lnTo>
                  <a:lnTo>
                    <a:pt x="1218" y="18410"/>
                  </a:lnTo>
                  <a:lnTo>
                    <a:pt x="3627" y="16659"/>
                  </a:lnTo>
                  <a:lnTo>
                    <a:pt x="4538" y="16145"/>
                  </a:lnTo>
                  <a:lnTo>
                    <a:pt x="5084" y="15989"/>
                  </a:lnTo>
                  <a:lnTo>
                    <a:pt x="12195" y="15428"/>
                  </a:lnTo>
                  <a:lnTo>
                    <a:pt x="12692" y="15260"/>
                  </a:lnTo>
                  <a:lnTo>
                    <a:pt x="16072" y="12907"/>
                  </a:lnTo>
                  <a:lnTo>
                    <a:pt x="17036" y="12369"/>
                  </a:lnTo>
                  <a:lnTo>
                    <a:pt x="18024" y="11941"/>
                  </a:lnTo>
                  <a:lnTo>
                    <a:pt x="22870" y="10522"/>
                  </a:lnTo>
                  <a:lnTo>
                    <a:pt x="23322" y="10198"/>
                  </a:lnTo>
                  <a:lnTo>
                    <a:pt x="24078" y="9215"/>
                  </a:lnTo>
                  <a:lnTo>
                    <a:pt x="24520" y="8968"/>
                  </a:lnTo>
                  <a:lnTo>
                    <a:pt x="25567" y="8595"/>
                  </a:lnTo>
                  <a:lnTo>
                    <a:pt x="29060" y="6607"/>
                  </a:lnTo>
                  <a:lnTo>
                    <a:pt x="32241" y="5170"/>
                  </a:lnTo>
                  <a:lnTo>
                    <a:pt x="33858" y="4281"/>
                  </a:lnTo>
                  <a:lnTo>
                    <a:pt x="36070" y="3382"/>
                  </a:lnTo>
                  <a:lnTo>
                    <a:pt x="38626" y="2997"/>
                  </a:lnTo>
                  <a:lnTo>
                    <a:pt x="46335" y="2320"/>
                  </a:lnTo>
                  <a:lnTo>
                    <a:pt x="51884" y="3211"/>
                  </a:lnTo>
                  <a:lnTo>
                    <a:pt x="53204" y="3267"/>
                  </a:lnTo>
                  <a:lnTo>
                    <a:pt x="53850" y="3015"/>
                  </a:lnTo>
                  <a:lnTo>
                    <a:pt x="54435" y="2605"/>
                  </a:lnTo>
                  <a:lnTo>
                    <a:pt x="55264" y="2777"/>
                  </a:lnTo>
                  <a:lnTo>
                    <a:pt x="57325" y="2901"/>
                  </a:lnTo>
                  <a:lnTo>
                    <a:pt x="57781" y="2803"/>
                  </a:lnTo>
                  <a:lnTo>
                    <a:pt x="58649" y="2338"/>
                  </a:lnTo>
                  <a:lnTo>
                    <a:pt x="58056" y="2083"/>
                  </a:lnTo>
                  <a:lnTo>
                    <a:pt x="55563" y="1614"/>
                  </a:lnTo>
                  <a:lnTo>
                    <a:pt x="55412" y="1375"/>
                  </a:lnTo>
                  <a:lnTo>
                    <a:pt x="55469" y="1150"/>
                  </a:lnTo>
                  <a:lnTo>
                    <a:pt x="56344" y="610"/>
                  </a:lnTo>
                  <a:lnTo>
                    <a:pt x="57403" y="261"/>
                  </a:lnTo>
                  <a:lnTo>
                    <a:pt x="60468" y="0"/>
                  </a:lnTo>
                  <a:lnTo>
                    <a:pt x="61875" y="66"/>
                  </a:lnTo>
                  <a:lnTo>
                    <a:pt x="63329" y="440"/>
                  </a:lnTo>
                  <a:lnTo>
                    <a:pt x="65230" y="121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3159883" y="1335430"/>
              <a:ext cx="14104" cy="6201"/>
            </a:xfrm>
            <a:custGeom>
              <a:avLst/>
              <a:pathLst>
                <a:path w="14104" h="6201">
                  <a:moveTo>
                    <a:pt x="12789" y="5402"/>
                  </a:moveTo>
                  <a:lnTo>
                    <a:pt x="10315" y="6201"/>
                  </a:lnTo>
                  <a:lnTo>
                    <a:pt x="9051" y="6172"/>
                  </a:lnTo>
                  <a:lnTo>
                    <a:pt x="1814" y="4539"/>
                  </a:lnTo>
                  <a:lnTo>
                    <a:pt x="357" y="3733"/>
                  </a:lnTo>
                  <a:lnTo>
                    <a:pt x="79" y="3190"/>
                  </a:lnTo>
                  <a:lnTo>
                    <a:pt x="0" y="2419"/>
                  </a:lnTo>
                  <a:lnTo>
                    <a:pt x="22" y="1364"/>
                  </a:lnTo>
                  <a:lnTo>
                    <a:pt x="336" y="654"/>
                  </a:lnTo>
                  <a:lnTo>
                    <a:pt x="718" y="407"/>
                  </a:lnTo>
                  <a:lnTo>
                    <a:pt x="1570" y="154"/>
                  </a:lnTo>
                  <a:lnTo>
                    <a:pt x="3240" y="0"/>
                  </a:lnTo>
                  <a:lnTo>
                    <a:pt x="4826" y="88"/>
                  </a:lnTo>
                  <a:lnTo>
                    <a:pt x="7211" y="371"/>
                  </a:lnTo>
                  <a:lnTo>
                    <a:pt x="9585" y="841"/>
                  </a:lnTo>
                  <a:lnTo>
                    <a:pt x="12735" y="2281"/>
                  </a:lnTo>
                  <a:lnTo>
                    <a:pt x="13865" y="2968"/>
                  </a:lnTo>
                  <a:lnTo>
                    <a:pt x="14104" y="3861"/>
                  </a:lnTo>
                  <a:lnTo>
                    <a:pt x="14101" y="4407"/>
                  </a:lnTo>
                  <a:lnTo>
                    <a:pt x="13936" y="4806"/>
                  </a:lnTo>
                  <a:lnTo>
                    <a:pt x="13608" y="505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3019096" y="1334044"/>
              <a:ext cx="15254" cy="8792"/>
            </a:xfrm>
            <a:custGeom>
              <a:avLst/>
              <a:pathLst>
                <a:path w="15254" h="8792">
                  <a:moveTo>
                    <a:pt x="14266" y="8545"/>
                  </a:moveTo>
                  <a:lnTo>
                    <a:pt x="12816" y="8792"/>
                  </a:lnTo>
                  <a:lnTo>
                    <a:pt x="9938" y="8226"/>
                  </a:lnTo>
                  <a:lnTo>
                    <a:pt x="8051" y="7982"/>
                  </a:lnTo>
                  <a:lnTo>
                    <a:pt x="6491" y="6975"/>
                  </a:lnTo>
                  <a:lnTo>
                    <a:pt x="4822" y="5603"/>
                  </a:lnTo>
                  <a:lnTo>
                    <a:pt x="3509" y="4086"/>
                  </a:lnTo>
                  <a:lnTo>
                    <a:pt x="3016" y="3194"/>
                  </a:lnTo>
                  <a:lnTo>
                    <a:pt x="2062" y="2663"/>
                  </a:lnTo>
                  <a:lnTo>
                    <a:pt x="1730" y="1783"/>
                  </a:lnTo>
                  <a:lnTo>
                    <a:pt x="0" y="404"/>
                  </a:lnTo>
                  <a:lnTo>
                    <a:pt x="288" y="203"/>
                  </a:lnTo>
                  <a:lnTo>
                    <a:pt x="1921" y="0"/>
                  </a:lnTo>
                  <a:lnTo>
                    <a:pt x="4524" y="256"/>
                  </a:lnTo>
                  <a:lnTo>
                    <a:pt x="5771" y="745"/>
                  </a:lnTo>
                  <a:lnTo>
                    <a:pt x="7345" y="1566"/>
                  </a:lnTo>
                  <a:lnTo>
                    <a:pt x="9387" y="2874"/>
                  </a:lnTo>
                  <a:lnTo>
                    <a:pt x="10017" y="3454"/>
                  </a:lnTo>
                  <a:lnTo>
                    <a:pt x="10140" y="4250"/>
                  </a:lnTo>
                  <a:lnTo>
                    <a:pt x="10508" y="4682"/>
                  </a:lnTo>
                  <a:lnTo>
                    <a:pt x="12260" y="4758"/>
                  </a:lnTo>
                  <a:lnTo>
                    <a:pt x="14417" y="5811"/>
                  </a:lnTo>
                  <a:lnTo>
                    <a:pt x="14809" y="6218"/>
                  </a:lnTo>
                  <a:lnTo>
                    <a:pt x="15254" y="7047"/>
                  </a:lnTo>
                  <a:lnTo>
                    <a:pt x="15223" y="7442"/>
                  </a:lnTo>
                  <a:lnTo>
                    <a:pt x="14879" y="825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3111713" y="1333519"/>
              <a:ext cx="29781" cy="4738"/>
            </a:xfrm>
            <a:custGeom>
              <a:avLst/>
              <a:pathLst>
                <a:path w="29781" h="4738">
                  <a:moveTo>
                    <a:pt x="7495" y="0"/>
                  </a:moveTo>
                  <a:lnTo>
                    <a:pt x="9872" y="532"/>
                  </a:lnTo>
                  <a:lnTo>
                    <a:pt x="12457" y="249"/>
                  </a:lnTo>
                  <a:lnTo>
                    <a:pt x="15230" y="220"/>
                  </a:lnTo>
                  <a:lnTo>
                    <a:pt x="21399" y="447"/>
                  </a:lnTo>
                  <a:lnTo>
                    <a:pt x="25485" y="296"/>
                  </a:lnTo>
                  <a:lnTo>
                    <a:pt x="26542" y="386"/>
                  </a:lnTo>
                  <a:lnTo>
                    <a:pt x="28151" y="728"/>
                  </a:lnTo>
                  <a:lnTo>
                    <a:pt x="29005" y="1140"/>
                  </a:lnTo>
                  <a:lnTo>
                    <a:pt x="29781" y="1838"/>
                  </a:lnTo>
                  <a:lnTo>
                    <a:pt x="27790" y="2263"/>
                  </a:lnTo>
                  <a:lnTo>
                    <a:pt x="26083" y="4429"/>
                  </a:lnTo>
                  <a:lnTo>
                    <a:pt x="25853" y="4537"/>
                  </a:lnTo>
                  <a:lnTo>
                    <a:pt x="23996" y="4567"/>
                  </a:lnTo>
                  <a:lnTo>
                    <a:pt x="23088" y="4738"/>
                  </a:lnTo>
                  <a:lnTo>
                    <a:pt x="17669" y="4432"/>
                  </a:lnTo>
                  <a:lnTo>
                    <a:pt x="2739" y="4294"/>
                  </a:lnTo>
                  <a:lnTo>
                    <a:pt x="2086" y="4024"/>
                  </a:lnTo>
                  <a:lnTo>
                    <a:pt x="120" y="2754"/>
                  </a:lnTo>
                  <a:lnTo>
                    <a:pt x="0" y="2251"/>
                  </a:lnTo>
                  <a:lnTo>
                    <a:pt x="354" y="1665"/>
                  </a:lnTo>
                  <a:lnTo>
                    <a:pt x="776" y="1275"/>
                  </a:lnTo>
                  <a:lnTo>
                    <a:pt x="1264" y="1082"/>
                  </a:lnTo>
                  <a:lnTo>
                    <a:pt x="5607" y="13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3053071" y="1332018"/>
              <a:ext cx="13935" cy="2960"/>
            </a:xfrm>
            <a:custGeom>
              <a:avLst/>
              <a:pathLst>
                <a:path w="13935" h="2960">
                  <a:moveTo>
                    <a:pt x="7393" y="2831"/>
                  </a:moveTo>
                  <a:lnTo>
                    <a:pt x="6092" y="2960"/>
                  </a:lnTo>
                  <a:lnTo>
                    <a:pt x="3739" y="2893"/>
                  </a:lnTo>
                  <a:lnTo>
                    <a:pt x="919" y="2391"/>
                  </a:lnTo>
                  <a:lnTo>
                    <a:pt x="159" y="1805"/>
                  </a:lnTo>
                  <a:lnTo>
                    <a:pt x="0" y="877"/>
                  </a:lnTo>
                  <a:lnTo>
                    <a:pt x="33" y="364"/>
                  </a:lnTo>
                  <a:lnTo>
                    <a:pt x="258" y="264"/>
                  </a:lnTo>
                  <a:lnTo>
                    <a:pt x="2004" y="143"/>
                  </a:lnTo>
                  <a:lnTo>
                    <a:pt x="5271" y="0"/>
                  </a:lnTo>
                  <a:lnTo>
                    <a:pt x="7905" y="104"/>
                  </a:lnTo>
                  <a:lnTo>
                    <a:pt x="10908" y="634"/>
                  </a:lnTo>
                  <a:lnTo>
                    <a:pt x="12127" y="973"/>
                  </a:lnTo>
                  <a:lnTo>
                    <a:pt x="12748" y="1213"/>
                  </a:lnTo>
                  <a:lnTo>
                    <a:pt x="13517" y="1698"/>
                  </a:lnTo>
                  <a:lnTo>
                    <a:pt x="13769" y="1913"/>
                  </a:lnTo>
                  <a:lnTo>
                    <a:pt x="13935" y="2294"/>
                  </a:lnTo>
                  <a:lnTo>
                    <a:pt x="10193" y="2378"/>
                  </a:lnTo>
                  <a:lnTo>
                    <a:pt x="8424" y="252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934297" y="1329537"/>
              <a:ext cx="13353" cy="4977"/>
            </a:xfrm>
            <a:custGeom>
              <a:avLst/>
              <a:pathLst>
                <a:path w="13353" h="4977">
                  <a:moveTo>
                    <a:pt x="11323" y="4503"/>
                  </a:moveTo>
                  <a:lnTo>
                    <a:pt x="8736" y="4977"/>
                  </a:lnTo>
                  <a:lnTo>
                    <a:pt x="7021" y="4966"/>
                  </a:lnTo>
                  <a:lnTo>
                    <a:pt x="3983" y="4298"/>
                  </a:lnTo>
                  <a:lnTo>
                    <a:pt x="462" y="2261"/>
                  </a:lnTo>
                  <a:lnTo>
                    <a:pt x="0" y="1534"/>
                  </a:lnTo>
                  <a:lnTo>
                    <a:pt x="1314" y="1403"/>
                  </a:lnTo>
                  <a:lnTo>
                    <a:pt x="2269" y="1180"/>
                  </a:lnTo>
                  <a:lnTo>
                    <a:pt x="2865" y="864"/>
                  </a:lnTo>
                  <a:lnTo>
                    <a:pt x="3996" y="518"/>
                  </a:lnTo>
                  <a:lnTo>
                    <a:pt x="6612" y="0"/>
                  </a:lnTo>
                  <a:lnTo>
                    <a:pt x="6929" y="200"/>
                  </a:lnTo>
                  <a:lnTo>
                    <a:pt x="6872" y="625"/>
                  </a:lnTo>
                  <a:lnTo>
                    <a:pt x="7090" y="1021"/>
                  </a:lnTo>
                  <a:lnTo>
                    <a:pt x="8026" y="1106"/>
                  </a:lnTo>
                  <a:lnTo>
                    <a:pt x="8913" y="1389"/>
                  </a:lnTo>
                  <a:lnTo>
                    <a:pt x="10705" y="2259"/>
                  </a:lnTo>
                  <a:lnTo>
                    <a:pt x="11933" y="2426"/>
                  </a:lnTo>
                  <a:lnTo>
                    <a:pt x="12374" y="2617"/>
                  </a:lnTo>
                  <a:lnTo>
                    <a:pt x="12608" y="2909"/>
                  </a:lnTo>
                  <a:lnTo>
                    <a:pt x="13353" y="3418"/>
                  </a:lnTo>
                  <a:lnTo>
                    <a:pt x="13339" y="3683"/>
                  </a:lnTo>
                  <a:lnTo>
                    <a:pt x="12332" y="420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950815" y="1329178"/>
              <a:ext cx="34668" cy="10592"/>
            </a:xfrm>
            <a:custGeom>
              <a:avLst/>
              <a:pathLst>
                <a:path w="34668" h="10592">
                  <a:moveTo>
                    <a:pt x="26730" y="0"/>
                  </a:moveTo>
                  <a:lnTo>
                    <a:pt x="34310" y="334"/>
                  </a:lnTo>
                  <a:lnTo>
                    <a:pt x="34637" y="396"/>
                  </a:lnTo>
                  <a:lnTo>
                    <a:pt x="34668" y="646"/>
                  </a:lnTo>
                  <a:lnTo>
                    <a:pt x="34097" y="1449"/>
                  </a:lnTo>
                  <a:lnTo>
                    <a:pt x="33223" y="2033"/>
                  </a:lnTo>
                  <a:lnTo>
                    <a:pt x="29176" y="2766"/>
                  </a:lnTo>
                  <a:lnTo>
                    <a:pt x="23957" y="3431"/>
                  </a:lnTo>
                  <a:lnTo>
                    <a:pt x="22874" y="3753"/>
                  </a:lnTo>
                  <a:lnTo>
                    <a:pt x="22960" y="3945"/>
                  </a:lnTo>
                  <a:lnTo>
                    <a:pt x="23385" y="4184"/>
                  </a:lnTo>
                  <a:lnTo>
                    <a:pt x="24258" y="4488"/>
                  </a:lnTo>
                  <a:lnTo>
                    <a:pt x="28299" y="4419"/>
                  </a:lnTo>
                  <a:lnTo>
                    <a:pt x="29273" y="4550"/>
                  </a:lnTo>
                  <a:lnTo>
                    <a:pt x="29619" y="4746"/>
                  </a:lnTo>
                  <a:lnTo>
                    <a:pt x="29826" y="5032"/>
                  </a:lnTo>
                  <a:lnTo>
                    <a:pt x="29951" y="5406"/>
                  </a:lnTo>
                  <a:lnTo>
                    <a:pt x="29958" y="6674"/>
                  </a:lnTo>
                  <a:lnTo>
                    <a:pt x="29744" y="7407"/>
                  </a:lnTo>
                  <a:lnTo>
                    <a:pt x="29186" y="8071"/>
                  </a:lnTo>
                  <a:lnTo>
                    <a:pt x="27549" y="8544"/>
                  </a:lnTo>
                  <a:lnTo>
                    <a:pt x="24603" y="9168"/>
                  </a:lnTo>
                  <a:lnTo>
                    <a:pt x="22606" y="9446"/>
                  </a:lnTo>
                  <a:lnTo>
                    <a:pt x="21031" y="9346"/>
                  </a:lnTo>
                  <a:lnTo>
                    <a:pt x="19463" y="9410"/>
                  </a:lnTo>
                  <a:lnTo>
                    <a:pt x="12597" y="10586"/>
                  </a:lnTo>
                  <a:lnTo>
                    <a:pt x="10472" y="10592"/>
                  </a:lnTo>
                  <a:lnTo>
                    <a:pt x="8616" y="10308"/>
                  </a:lnTo>
                  <a:lnTo>
                    <a:pt x="6051" y="9198"/>
                  </a:lnTo>
                  <a:lnTo>
                    <a:pt x="3385" y="8762"/>
                  </a:lnTo>
                  <a:lnTo>
                    <a:pt x="2246" y="8263"/>
                  </a:lnTo>
                  <a:lnTo>
                    <a:pt x="1126" y="7991"/>
                  </a:lnTo>
                  <a:lnTo>
                    <a:pt x="816" y="7592"/>
                  </a:lnTo>
                  <a:lnTo>
                    <a:pt x="708" y="7295"/>
                  </a:lnTo>
                  <a:lnTo>
                    <a:pt x="897" y="7022"/>
                  </a:lnTo>
                  <a:lnTo>
                    <a:pt x="1381" y="6774"/>
                  </a:lnTo>
                  <a:lnTo>
                    <a:pt x="1540" y="6563"/>
                  </a:lnTo>
                  <a:lnTo>
                    <a:pt x="1094" y="5952"/>
                  </a:lnTo>
                  <a:lnTo>
                    <a:pt x="888" y="5368"/>
                  </a:lnTo>
                  <a:lnTo>
                    <a:pt x="114" y="4530"/>
                  </a:lnTo>
                  <a:lnTo>
                    <a:pt x="0" y="4047"/>
                  </a:lnTo>
                  <a:lnTo>
                    <a:pt x="4" y="3732"/>
                  </a:lnTo>
                  <a:lnTo>
                    <a:pt x="133" y="3391"/>
                  </a:lnTo>
                  <a:lnTo>
                    <a:pt x="645" y="2785"/>
                  </a:lnTo>
                  <a:lnTo>
                    <a:pt x="911" y="2662"/>
                  </a:lnTo>
                  <a:lnTo>
                    <a:pt x="2476" y="2567"/>
                  </a:lnTo>
                  <a:lnTo>
                    <a:pt x="4530" y="2254"/>
                  </a:lnTo>
                  <a:lnTo>
                    <a:pt x="9260" y="1345"/>
                  </a:lnTo>
                  <a:lnTo>
                    <a:pt x="19648" y="210"/>
                  </a:lnTo>
                  <a:lnTo>
                    <a:pt x="22802" y="315"/>
                  </a:lnTo>
                  <a:lnTo>
                    <a:pt x="24182" y="9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3045516" y="1326835"/>
              <a:ext cx="4591" cy="2020"/>
            </a:xfrm>
            <a:custGeom>
              <a:avLst/>
              <a:pathLst>
                <a:path w="4591" h="2020">
                  <a:moveTo>
                    <a:pt x="2556" y="1740"/>
                  </a:moveTo>
                  <a:lnTo>
                    <a:pt x="1469" y="2020"/>
                  </a:lnTo>
                  <a:lnTo>
                    <a:pt x="201" y="1856"/>
                  </a:lnTo>
                  <a:lnTo>
                    <a:pt x="24" y="1682"/>
                  </a:lnTo>
                  <a:lnTo>
                    <a:pt x="0" y="1471"/>
                  </a:lnTo>
                  <a:lnTo>
                    <a:pt x="128" y="1223"/>
                  </a:lnTo>
                  <a:lnTo>
                    <a:pt x="1543" y="354"/>
                  </a:lnTo>
                  <a:lnTo>
                    <a:pt x="2841" y="55"/>
                  </a:lnTo>
                  <a:lnTo>
                    <a:pt x="3612" y="0"/>
                  </a:lnTo>
                  <a:lnTo>
                    <a:pt x="4238" y="295"/>
                  </a:lnTo>
                  <a:lnTo>
                    <a:pt x="4591" y="74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950728" y="1320048"/>
              <a:ext cx="37432" cy="6738"/>
            </a:xfrm>
            <a:custGeom>
              <a:avLst/>
              <a:pathLst>
                <a:path w="37432" h="6738">
                  <a:moveTo>
                    <a:pt x="32891" y="1498"/>
                  </a:moveTo>
                  <a:lnTo>
                    <a:pt x="34547" y="2311"/>
                  </a:lnTo>
                  <a:lnTo>
                    <a:pt x="35115" y="2295"/>
                  </a:lnTo>
                  <a:lnTo>
                    <a:pt x="35841" y="2445"/>
                  </a:lnTo>
                  <a:lnTo>
                    <a:pt x="36190" y="2658"/>
                  </a:lnTo>
                  <a:lnTo>
                    <a:pt x="37184" y="3695"/>
                  </a:lnTo>
                  <a:lnTo>
                    <a:pt x="37374" y="4209"/>
                  </a:lnTo>
                  <a:lnTo>
                    <a:pt x="37432" y="4872"/>
                  </a:lnTo>
                  <a:lnTo>
                    <a:pt x="37280" y="5427"/>
                  </a:lnTo>
                  <a:lnTo>
                    <a:pt x="36916" y="5874"/>
                  </a:lnTo>
                  <a:lnTo>
                    <a:pt x="36027" y="6156"/>
                  </a:lnTo>
                  <a:lnTo>
                    <a:pt x="33905" y="6333"/>
                  </a:lnTo>
                  <a:lnTo>
                    <a:pt x="30943" y="6067"/>
                  </a:lnTo>
                  <a:lnTo>
                    <a:pt x="28374" y="6410"/>
                  </a:lnTo>
                  <a:lnTo>
                    <a:pt x="27192" y="6455"/>
                  </a:lnTo>
                  <a:lnTo>
                    <a:pt x="24006" y="6235"/>
                  </a:lnTo>
                  <a:lnTo>
                    <a:pt x="23203" y="6074"/>
                  </a:lnTo>
                  <a:lnTo>
                    <a:pt x="21436" y="5442"/>
                  </a:lnTo>
                  <a:lnTo>
                    <a:pt x="20088" y="5182"/>
                  </a:lnTo>
                  <a:lnTo>
                    <a:pt x="19523" y="5321"/>
                  </a:lnTo>
                  <a:lnTo>
                    <a:pt x="18846" y="5875"/>
                  </a:lnTo>
                  <a:lnTo>
                    <a:pt x="17573" y="6561"/>
                  </a:lnTo>
                  <a:lnTo>
                    <a:pt x="16793" y="6738"/>
                  </a:lnTo>
                  <a:lnTo>
                    <a:pt x="14502" y="6623"/>
                  </a:lnTo>
                  <a:lnTo>
                    <a:pt x="10987" y="5464"/>
                  </a:lnTo>
                  <a:lnTo>
                    <a:pt x="6951" y="5806"/>
                  </a:lnTo>
                  <a:lnTo>
                    <a:pt x="2768" y="6484"/>
                  </a:lnTo>
                  <a:lnTo>
                    <a:pt x="1135" y="6611"/>
                  </a:lnTo>
                  <a:lnTo>
                    <a:pt x="657" y="6414"/>
                  </a:lnTo>
                  <a:lnTo>
                    <a:pt x="0" y="5906"/>
                  </a:lnTo>
                  <a:lnTo>
                    <a:pt x="103" y="5649"/>
                  </a:lnTo>
                  <a:lnTo>
                    <a:pt x="1349" y="4873"/>
                  </a:lnTo>
                  <a:lnTo>
                    <a:pt x="4131" y="4058"/>
                  </a:lnTo>
                  <a:lnTo>
                    <a:pt x="6166" y="3598"/>
                  </a:lnTo>
                  <a:lnTo>
                    <a:pt x="10204" y="2929"/>
                  </a:lnTo>
                  <a:lnTo>
                    <a:pt x="14983" y="2553"/>
                  </a:lnTo>
                  <a:lnTo>
                    <a:pt x="16771" y="2156"/>
                  </a:lnTo>
                  <a:lnTo>
                    <a:pt x="17902" y="1586"/>
                  </a:lnTo>
                  <a:lnTo>
                    <a:pt x="21013" y="689"/>
                  </a:lnTo>
                  <a:lnTo>
                    <a:pt x="22847" y="317"/>
                  </a:lnTo>
                  <a:lnTo>
                    <a:pt x="25302" y="0"/>
                  </a:lnTo>
                  <a:lnTo>
                    <a:pt x="27292" y="16"/>
                  </a:lnTo>
                  <a:lnTo>
                    <a:pt x="29821" y="744"/>
                  </a:lnTo>
                  <a:lnTo>
                    <a:pt x="31709" y="110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3092184" y="1319387"/>
              <a:ext cx="32674" cy="13937"/>
            </a:xfrm>
            <a:custGeom>
              <a:avLst/>
              <a:pathLst>
                <a:path w="32674" h="13937">
                  <a:moveTo>
                    <a:pt x="20211" y="3820"/>
                  </a:moveTo>
                  <a:lnTo>
                    <a:pt x="22444" y="4185"/>
                  </a:lnTo>
                  <a:lnTo>
                    <a:pt x="26298" y="4025"/>
                  </a:lnTo>
                  <a:lnTo>
                    <a:pt x="27700" y="4291"/>
                  </a:lnTo>
                  <a:lnTo>
                    <a:pt x="31311" y="5229"/>
                  </a:lnTo>
                  <a:lnTo>
                    <a:pt x="32407" y="5784"/>
                  </a:lnTo>
                  <a:lnTo>
                    <a:pt x="32668" y="6203"/>
                  </a:lnTo>
                  <a:lnTo>
                    <a:pt x="32674" y="6416"/>
                  </a:lnTo>
                  <a:lnTo>
                    <a:pt x="31475" y="6871"/>
                  </a:lnTo>
                  <a:lnTo>
                    <a:pt x="29072" y="7567"/>
                  </a:lnTo>
                  <a:lnTo>
                    <a:pt x="28491" y="8092"/>
                  </a:lnTo>
                  <a:lnTo>
                    <a:pt x="30634" y="8747"/>
                  </a:lnTo>
                  <a:lnTo>
                    <a:pt x="31722" y="9330"/>
                  </a:lnTo>
                  <a:lnTo>
                    <a:pt x="32212" y="9747"/>
                  </a:lnTo>
                  <a:lnTo>
                    <a:pt x="32228" y="10176"/>
                  </a:lnTo>
                  <a:lnTo>
                    <a:pt x="30783" y="11334"/>
                  </a:lnTo>
                  <a:lnTo>
                    <a:pt x="29723" y="11675"/>
                  </a:lnTo>
                  <a:lnTo>
                    <a:pt x="28101" y="11638"/>
                  </a:lnTo>
                  <a:lnTo>
                    <a:pt x="27334" y="11744"/>
                  </a:lnTo>
                  <a:lnTo>
                    <a:pt x="25260" y="12284"/>
                  </a:lnTo>
                  <a:lnTo>
                    <a:pt x="22036" y="12801"/>
                  </a:lnTo>
                  <a:lnTo>
                    <a:pt x="17634" y="13014"/>
                  </a:lnTo>
                  <a:lnTo>
                    <a:pt x="16440" y="13333"/>
                  </a:lnTo>
                  <a:lnTo>
                    <a:pt x="14255" y="13854"/>
                  </a:lnTo>
                  <a:lnTo>
                    <a:pt x="12783" y="13937"/>
                  </a:lnTo>
                  <a:lnTo>
                    <a:pt x="12302" y="13638"/>
                  </a:lnTo>
                  <a:lnTo>
                    <a:pt x="12081" y="13196"/>
                  </a:lnTo>
                  <a:lnTo>
                    <a:pt x="12193" y="12891"/>
                  </a:lnTo>
                  <a:lnTo>
                    <a:pt x="12504" y="12512"/>
                  </a:lnTo>
                  <a:lnTo>
                    <a:pt x="11802" y="12158"/>
                  </a:lnTo>
                  <a:lnTo>
                    <a:pt x="8648" y="11478"/>
                  </a:lnTo>
                  <a:lnTo>
                    <a:pt x="6811" y="10530"/>
                  </a:lnTo>
                  <a:lnTo>
                    <a:pt x="6551" y="10232"/>
                  </a:lnTo>
                  <a:lnTo>
                    <a:pt x="6458" y="9967"/>
                  </a:lnTo>
                  <a:lnTo>
                    <a:pt x="10541" y="9791"/>
                  </a:lnTo>
                  <a:lnTo>
                    <a:pt x="12298" y="9600"/>
                  </a:lnTo>
                  <a:lnTo>
                    <a:pt x="13079" y="9292"/>
                  </a:lnTo>
                  <a:lnTo>
                    <a:pt x="13208" y="9113"/>
                  </a:lnTo>
                  <a:lnTo>
                    <a:pt x="12426" y="9035"/>
                  </a:lnTo>
                  <a:lnTo>
                    <a:pt x="9628" y="8396"/>
                  </a:lnTo>
                  <a:lnTo>
                    <a:pt x="4936" y="8014"/>
                  </a:lnTo>
                  <a:lnTo>
                    <a:pt x="4712" y="7571"/>
                  </a:lnTo>
                  <a:lnTo>
                    <a:pt x="2756" y="6685"/>
                  </a:lnTo>
                  <a:lnTo>
                    <a:pt x="2568" y="5842"/>
                  </a:lnTo>
                  <a:lnTo>
                    <a:pt x="2142" y="5609"/>
                  </a:lnTo>
                  <a:lnTo>
                    <a:pt x="812" y="5244"/>
                  </a:lnTo>
                  <a:lnTo>
                    <a:pt x="616" y="5123"/>
                  </a:lnTo>
                  <a:lnTo>
                    <a:pt x="222" y="4580"/>
                  </a:lnTo>
                  <a:lnTo>
                    <a:pt x="161" y="4283"/>
                  </a:lnTo>
                  <a:lnTo>
                    <a:pt x="238" y="4013"/>
                  </a:lnTo>
                  <a:lnTo>
                    <a:pt x="2653" y="3443"/>
                  </a:lnTo>
                  <a:lnTo>
                    <a:pt x="2316" y="3048"/>
                  </a:lnTo>
                  <a:lnTo>
                    <a:pt x="481" y="1573"/>
                  </a:lnTo>
                  <a:lnTo>
                    <a:pt x="0" y="753"/>
                  </a:lnTo>
                  <a:lnTo>
                    <a:pt x="77" y="442"/>
                  </a:lnTo>
                  <a:lnTo>
                    <a:pt x="1217" y="9"/>
                  </a:lnTo>
                  <a:lnTo>
                    <a:pt x="2818" y="0"/>
                  </a:lnTo>
                  <a:lnTo>
                    <a:pt x="7047" y="131"/>
                  </a:lnTo>
                  <a:lnTo>
                    <a:pt x="9068" y="311"/>
                  </a:lnTo>
                  <a:lnTo>
                    <a:pt x="11083" y="663"/>
                  </a:lnTo>
                  <a:lnTo>
                    <a:pt x="13292" y="1185"/>
                  </a:lnTo>
                  <a:lnTo>
                    <a:pt x="16591" y="1647"/>
                  </a:lnTo>
                  <a:lnTo>
                    <a:pt x="17648" y="1953"/>
                  </a:lnTo>
                  <a:lnTo>
                    <a:pt x="19636" y="2927"/>
                  </a:lnTo>
                  <a:lnTo>
                    <a:pt x="19850" y="3236"/>
                  </a:lnTo>
                  <a:lnTo>
                    <a:pt x="19719" y="354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3023694" y="1311760"/>
              <a:ext cx="62257" cy="21734"/>
            </a:xfrm>
            <a:custGeom>
              <a:avLst/>
              <a:pathLst>
                <a:path w="62257" h="21734">
                  <a:moveTo>
                    <a:pt x="20380" y="508"/>
                  </a:moveTo>
                  <a:lnTo>
                    <a:pt x="22597" y="791"/>
                  </a:lnTo>
                  <a:lnTo>
                    <a:pt x="25220" y="1686"/>
                  </a:lnTo>
                  <a:lnTo>
                    <a:pt x="27700" y="3585"/>
                  </a:lnTo>
                  <a:lnTo>
                    <a:pt x="27826" y="3828"/>
                  </a:lnTo>
                  <a:lnTo>
                    <a:pt x="27839" y="4143"/>
                  </a:lnTo>
                  <a:lnTo>
                    <a:pt x="27738" y="4531"/>
                  </a:lnTo>
                  <a:lnTo>
                    <a:pt x="27410" y="5035"/>
                  </a:lnTo>
                  <a:lnTo>
                    <a:pt x="26960" y="5338"/>
                  </a:lnTo>
                  <a:lnTo>
                    <a:pt x="28236" y="5705"/>
                  </a:lnTo>
                  <a:lnTo>
                    <a:pt x="28376" y="5885"/>
                  </a:lnTo>
                  <a:lnTo>
                    <a:pt x="28263" y="6292"/>
                  </a:lnTo>
                  <a:lnTo>
                    <a:pt x="28420" y="6592"/>
                  </a:lnTo>
                  <a:lnTo>
                    <a:pt x="29192" y="6295"/>
                  </a:lnTo>
                  <a:lnTo>
                    <a:pt x="29852" y="5842"/>
                  </a:lnTo>
                  <a:lnTo>
                    <a:pt x="30017" y="5550"/>
                  </a:lnTo>
                  <a:lnTo>
                    <a:pt x="30151" y="4766"/>
                  </a:lnTo>
                  <a:lnTo>
                    <a:pt x="32087" y="4374"/>
                  </a:lnTo>
                  <a:lnTo>
                    <a:pt x="34120" y="3805"/>
                  </a:lnTo>
                  <a:lnTo>
                    <a:pt x="35076" y="3677"/>
                  </a:lnTo>
                  <a:lnTo>
                    <a:pt x="36674" y="3809"/>
                  </a:lnTo>
                  <a:lnTo>
                    <a:pt x="40503" y="5158"/>
                  </a:lnTo>
                  <a:lnTo>
                    <a:pt x="41964" y="5288"/>
                  </a:lnTo>
                  <a:lnTo>
                    <a:pt x="42495" y="5447"/>
                  </a:lnTo>
                  <a:lnTo>
                    <a:pt x="42980" y="5760"/>
                  </a:lnTo>
                  <a:lnTo>
                    <a:pt x="43013" y="6100"/>
                  </a:lnTo>
                  <a:lnTo>
                    <a:pt x="42235" y="6886"/>
                  </a:lnTo>
                  <a:lnTo>
                    <a:pt x="41937" y="7365"/>
                  </a:lnTo>
                  <a:lnTo>
                    <a:pt x="42120" y="7676"/>
                  </a:lnTo>
                  <a:lnTo>
                    <a:pt x="44117" y="7938"/>
                  </a:lnTo>
                  <a:lnTo>
                    <a:pt x="48672" y="7416"/>
                  </a:lnTo>
                  <a:lnTo>
                    <a:pt x="52653" y="8695"/>
                  </a:lnTo>
                  <a:lnTo>
                    <a:pt x="54856" y="10215"/>
                  </a:lnTo>
                  <a:lnTo>
                    <a:pt x="56488" y="10725"/>
                  </a:lnTo>
                  <a:lnTo>
                    <a:pt x="56746" y="11001"/>
                  </a:lnTo>
                  <a:lnTo>
                    <a:pt x="56283" y="11261"/>
                  </a:lnTo>
                  <a:lnTo>
                    <a:pt x="55818" y="11974"/>
                  </a:lnTo>
                  <a:lnTo>
                    <a:pt x="54511" y="12506"/>
                  </a:lnTo>
                  <a:lnTo>
                    <a:pt x="54232" y="12745"/>
                  </a:lnTo>
                  <a:lnTo>
                    <a:pt x="54930" y="13377"/>
                  </a:lnTo>
                  <a:lnTo>
                    <a:pt x="54981" y="13773"/>
                  </a:lnTo>
                  <a:lnTo>
                    <a:pt x="54891" y="14323"/>
                  </a:lnTo>
                  <a:lnTo>
                    <a:pt x="55145" y="14632"/>
                  </a:lnTo>
                  <a:lnTo>
                    <a:pt x="56932" y="14962"/>
                  </a:lnTo>
                  <a:lnTo>
                    <a:pt x="61009" y="17218"/>
                  </a:lnTo>
                  <a:lnTo>
                    <a:pt x="61751" y="17848"/>
                  </a:lnTo>
                  <a:lnTo>
                    <a:pt x="62210" y="18635"/>
                  </a:lnTo>
                  <a:lnTo>
                    <a:pt x="62257" y="18901"/>
                  </a:lnTo>
                  <a:lnTo>
                    <a:pt x="61674" y="19337"/>
                  </a:lnTo>
                  <a:lnTo>
                    <a:pt x="61039" y="20571"/>
                  </a:lnTo>
                  <a:lnTo>
                    <a:pt x="60679" y="20853"/>
                  </a:lnTo>
                  <a:lnTo>
                    <a:pt x="59024" y="21094"/>
                  </a:lnTo>
                  <a:lnTo>
                    <a:pt x="56017" y="21312"/>
                  </a:lnTo>
                  <a:lnTo>
                    <a:pt x="53210" y="21734"/>
                  </a:lnTo>
                  <a:lnTo>
                    <a:pt x="50194" y="21191"/>
                  </a:lnTo>
                  <a:lnTo>
                    <a:pt x="47248" y="20367"/>
                  </a:lnTo>
                  <a:lnTo>
                    <a:pt x="46357" y="19825"/>
                  </a:lnTo>
                  <a:lnTo>
                    <a:pt x="45622" y="19169"/>
                  </a:lnTo>
                  <a:lnTo>
                    <a:pt x="45430" y="18913"/>
                  </a:lnTo>
                  <a:lnTo>
                    <a:pt x="45133" y="17859"/>
                  </a:lnTo>
                  <a:lnTo>
                    <a:pt x="44976" y="17634"/>
                  </a:lnTo>
                  <a:lnTo>
                    <a:pt x="43733" y="17041"/>
                  </a:lnTo>
                  <a:lnTo>
                    <a:pt x="42630" y="16154"/>
                  </a:lnTo>
                  <a:lnTo>
                    <a:pt x="40512" y="16077"/>
                  </a:lnTo>
                  <a:lnTo>
                    <a:pt x="35484" y="15174"/>
                  </a:lnTo>
                  <a:lnTo>
                    <a:pt x="33332" y="14959"/>
                  </a:lnTo>
                  <a:lnTo>
                    <a:pt x="31180" y="15022"/>
                  </a:lnTo>
                  <a:lnTo>
                    <a:pt x="28128" y="15386"/>
                  </a:lnTo>
                  <a:lnTo>
                    <a:pt x="27554" y="15288"/>
                  </a:lnTo>
                  <a:lnTo>
                    <a:pt x="27034" y="15019"/>
                  </a:lnTo>
                  <a:lnTo>
                    <a:pt x="26566" y="14577"/>
                  </a:lnTo>
                  <a:lnTo>
                    <a:pt x="26451" y="14252"/>
                  </a:lnTo>
                  <a:lnTo>
                    <a:pt x="26952" y="13682"/>
                  </a:lnTo>
                  <a:lnTo>
                    <a:pt x="18003" y="14400"/>
                  </a:lnTo>
                  <a:lnTo>
                    <a:pt x="15455" y="15231"/>
                  </a:lnTo>
                  <a:lnTo>
                    <a:pt x="11882" y="15099"/>
                  </a:lnTo>
                  <a:lnTo>
                    <a:pt x="10099" y="14748"/>
                  </a:lnTo>
                  <a:lnTo>
                    <a:pt x="7725" y="13953"/>
                  </a:lnTo>
                  <a:lnTo>
                    <a:pt x="6630" y="13261"/>
                  </a:lnTo>
                  <a:lnTo>
                    <a:pt x="5627" y="12330"/>
                  </a:lnTo>
                  <a:lnTo>
                    <a:pt x="5531" y="11626"/>
                  </a:lnTo>
                  <a:lnTo>
                    <a:pt x="6343" y="11150"/>
                  </a:lnTo>
                  <a:lnTo>
                    <a:pt x="7190" y="10867"/>
                  </a:lnTo>
                  <a:lnTo>
                    <a:pt x="8071" y="10776"/>
                  </a:lnTo>
                  <a:lnTo>
                    <a:pt x="12925" y="11329"/>
                  </a:lnTo>
                  <a:lnTo>
                    <a:pt x="17179" y="11611"/>
                  </a:lnTo>
                  <a:lnTo>
                    <a:pt x="19013" y="11328"/>
                  </a:lnTo>
                  <a:lnTo>
                    <a:pt x="19845" y="10573"/>
                  </a:lnTo>
                  <a:lnTo>
                    <a:pt x="18847" y="10168"/>
                  </a:lnTo>
                  <a:lnTo>
                    <a:pt x="14752" y="10002"/>
                  </a:lnTo>
                  <a:lnTo>
                    <a:pt x="15626" y="9605"/>
                  </a:lnTo>
                  <a:lnTo>
                    <a:pt x="19086" y="9196"/>
                  </a:lnTo>
                  <a:lnTo>
                    <a:pt x="20895" y="8588"/>
                  </a:lnTo>
                  <a:lnTo>
                    <a:pt x="20546" y="8374"/>
                  </a:lnTo>
                  <a:lnTo>
                    <a:pt x="19506" y="8130"/>
                  </a:lnTo>
                  <a:lnTo>
                    <a:pt x="14867" y="8201"/>
                  </a:lnTo>
                  <a:lnTo>
                    <a:pt x="13199" y="7960"/>
                  </a:lnTo>
                  <a:lnTo>
                    <a:pt x="13108" y="7761"/>
                  </a:lnTo>
                  <a:lnTo>
                    <a:pt x="13483" y="7505"/>
                  </a:lnTo>
                  <a:lnTo>
                    <a:pt x="16126" y="6267"/>
                  </a:lnTo>
                  <a:lnTo>
                    <a:pt x="16017" y="6042"/>
                  </a:lnTo>
                  <a:lnTo>
                    <a:pt x="14881" y="5637"/>
                  </a:lnTo>
                  <a:lnTo>
                    <a:pt x="13883" y="5111"/>
                  </a:lnTo>
                  <a:lnTo>
                    <a:pt x="13512" y="5051"/>
                  </a:lnTo>
                  <a:lnTo>
                    <a:pt x="11214" y="5521"/>
                  </a:lnTo>
                  <a:lnTo>
                    <a:pt x="7986" y="7338"/>
                  </a:lnTo>
                  <a:lnTo>
                    <a:pt x="7216" y="7601"/>
                  </a:lnTo>
                  <a:lnTo>
                    <a:pt x="6477" y="7586"/>
                  </a:lnTo>
                  <a:lnTo>
                    <a:pt x="5770" y="7293"/>
                  </a:lnTo>
                  <a:lnTo>
                    <a:pt x="5777" y="6912"/>
                  </a:lnTo>
                  <a:lnTo>
                    <a:pt x="6497" y="6441"/>
                  </a:lnTo>
                  <a:lnTo>
                    <a:pt x="7993" y="5034"/>
                  </a:lnTo>
                  <a:lnTo>
                    <a:pt x="7884" y="4532"/>
                  </a:lnTo>
                  <a:lnTo>
                    <a:pt x="6422" y="4197"/>
                  </a:lnTo>
                  <a:lnTo>
                    <a:pt x="2567" y="4447"/>
                  </a:lnTo>
                  <a:lnTo>
                    <a:pt x="421" y="4456"/>
                  </a:lnTo>
                  <a:lnTo>
                    <a:pt x="89" y="4059"/>
                  </a:lnTo>
                  <a:lnTo>
                    <a:pt x="0" y="3317"/>
                  </a:lnTo>
                  <a:lnTo>
                    <a:pt x="86" y="2620"/>
                  </a:lnTo>
                  <a:lnTo>
                    <a:pt x="620" y="1528"/>
                  </a:lnTo>
                  <a:lnTo>
                    <a:pt x="1366" y="694"/>
                  </a:lnTo>
                  <a:lnTo>
                    <a:pt x="1821" y="397"/>
                  </a:lnTo>
                  <a:lnTo>
                    <a:pt x="6932" y="572"/>
                  </a:lnTo>
                  <a:lnTo>
                    <a:pt x="15284" y="54"/>
                  </a:lnTo>
                  <a:lnTo>
                    <a:pt x="17727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3075294" y="1300712"/>
              <a:ext cx="12838" cy="5858"/>
            </a:xfrm>
            <a:custGeom>
              <a:avLst/>
              <a:pathLst>
                <a:path w="12838" h="5858">
                  <a:moveTo>
                    <a:pt x="12624" y="2273"/>
                  </a:moveTo>
                  <a:lnTo>
                    <a:pt x="12838" y="4089"/>
                  </a:lnTo>
                  <a:lnTo>
                    <a:pt x="12641" y="5003"/>
                  </a:lnTo>
                  <a:lnTo>
                    <a:pt x="12160" y="5677"/>
                  </a:lnTo>
                  <a:lnTo>
                    <a:pt x="11739" y="5835"/>
                  </a:lnTo>
                  <a:lnTo>
                    <a:pt x="11171" y="5858"/>
                  </a:lnTo>
                  <a:lnTo>
                    <a:pt x="8586" y="5331"/>
                  </a:lnTo>
                  <a:lnTo>
                    <a:pt x="7798" y="5021"/>
                  </a:lnTo>
                  <a:lnTo>
                    <a:pt x="7755" y="4759"/>
                  </a:lnTo>
                  <a:lnTo>
                    <a:pt x="7502" y="4247"/>
                  </a:lnTo>
                  <a:lnTo>
                    <a:pt x="5774" y="3583"/>
                  </a:lnTo>
                  <a:lnTo>
                    <a:pt x="2540" y="3690"/>
                  </a:lnTo>
                  <a:lnTo>
                    <a:pt x="1193" y="3627"/>
                  </a:lnTo>
                  <a:lnTo>
                    <a:pt x="654" y="3429"/>
                  </a:lnTo>
                  <a:lnTo>
                    <a:pt x="317" y="3144"/>
                  </a:lnTo>
                  <a:lnTo>
                    <a:pt x="0" y="1992"/>
                  </a:lnTo>
                  <a:lnTo>
                    <a:pt x="53" y="1585"/>
                  </a:lnTo>
                  <a:lnTo>
                    <a:pt x="449" y="878"/>
                  </a:lnTo>
                  <a:lnTo>
                    <a:pt x="688" y="707"/>
                  </a:lnTo>
                  <a:lnTo>
                    <a:pt x="3058" y="55"/>
                  </a:lnTo>
                  <a:lnTo>
                    <a:pt x="3735" y="0"/>
                  </a:lnTo>
                  <a:lnTo>
                    <a:pt x="6633" y="246"/>
                  </a:lnTo>
                  <a:lnTo>
                    <a:pt x="9203" y="277"/>
                  </a:lnTo>
                  <a:lnTo>
                    <a:pt x="10496" y="459"/>
                  </a:lnTo>
                  <a:lnTo>
                    <a:pt x="11649" y="869"/>
                  </a:lnTo>
                  <a:lnTo>
                    <a:pt x="12325" y="148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3107014" y="1283692"/>
              <a:ext cx="110985" cy="44836"/>
            </a:xfrm>
            <a:custGeom>
              <a:avLst/>
              <a:pathLst>
                <a:path w="110985" h="44836">
                  <a:moveTo>
                    <a:pt x="46241" y="3229"/>
                  </a:moveTo>
                  <a:lnTo>
                    <a:pt x="47476" y="4394"/>
                  </a:lnTo>
                  <a:lnTo>
                    <a:pt x="52041" y="7173"/>
                  </a:lnTo>
                  <a:lnTo>
                    <a:pt x="54109" y="8183"/>
                  </a:lnTo>
                  <a:lnTo>
                    <a:pt x="57619" y="9438"/>
                  </a:lnTo>
                  <a:lnTo>
                    <a:pt x="58056" y="9890"/>
                  </a:lnTo>
                  <a:lnTo>
                    <a:pt x="58096" y="10080"/>
                  </a:lnTo>
                  <a:lnTo>
                    <a:pt x="57996" y="10749"/>
                  </a:lnTo>
                  <a:lnTo>
                    <a:pt x="58997" y="10997"/>
                  </a:lnTo>
                  <a:lnTo>
                    <a:pt x="62021" y="11383"/>
                  </a:lnTo>
                  <a:lnTo>
                    <a:pt x="65387" y="12078"/>
                  </a:lnTo>
                  <a:lnTo>
                    <a:pt x="65992" y="12038"/>
                  </a:lnTo>
                  <a:lnTo>
                    <a:pt x="67166" y="11627"/>
                  </a:lnTo>
                  <a:lnTo>
                    <a:pt x="68576" y="11515"/>
                  </a:lnTo>
                  <a:lnTo>
                    <a:pt x="70427" y="11613"/>
                  </a:lnTo>
                  <a:lnTo>
                    <a:pt x="71312" y="11908"/>
                  </a:lnTo>
                  <a:lnTo>
                    <a:pt x="71962" y="12340"/>
                  </a:lnTo>
                  <a:lnTo>
                    <a:pt x="72232" y="12650"/>
                  </a:lnTo>
                  <a:lnTo>
                    <a:pt x="72271" y="12890"/>
                  </a:lnTo>
                  <a:lnTo>
                    <a:pt x="71607" y="13354"/>
                  </a:lnTo>
                  <a:lnTo>
                    <a:pt x="71681" y="13534"/>
                  </a:lnTo>
                  <a:lnTo>
                    <a:pt x="72077" y="13751"/>
                  </a:lnTo>
                  <a:lnTo>
                    <a:pt x="72147" y="14004"/>
                  </a:lnTo>
                  <a:lnTo>
                    <a:pt x="71481" y="14996"/>
                  </a:lnTo>
                  <a:lnTo>
                    <a:pt x="71664" y="15359"/>
                  </a:lnTo>
                  <a:lnTo>
                    <a:pt x="73359" y="16262"/>
                  </a:lnTo>
                  <a:lnTo>
                    <a:pt x="74890" y="16712"/>
                  </a:lnTo>
                  <a:lnTo>
                    <a:pt x="77916" y="17201"/>
                  </a:lnTo>
                  <a:lnTo>
                    <a:pt x="79886" y="17165"/>
                  </a:lnTo>
                  <a:lnTo>
                    <a:pt x="81110" y="17475"/>
                  </a:lnTo>
                  <a:lnTo>
                    <a:pt x="81139" y="17284"/>
                  </a:lnTo>
                  <a:lnTo>
                    <a:pt x="80585" y="16708"/>
                  </a:lnTo>
                  <a:lnTo>
                    <a:pt x="79399" y="15889"/>
                  </a:lnTo>
                  <a:lnTo>
                    <a:pt x="77207" y="15468"/>
                  </a:lnTo>
                  <a:lnTo>
                    <a:pt x="76887" y="14989"/>
                  </a:lnTo>
                  <a:lnTo>
                    <a:pt x="76725" y="14172"/>
                  </a:lnTo>
                  <a:lnTo>
                    <a:pt x="76912" y="13634"/>
                  </a:lnTo>
                  <a:lnTo>
                    <a:pt x="78036" y="13200"/>
                  </a:lnTo>
                  <a:lnTo>
                    <a:pt x="78987" y="13059"/>
                  </a:lnTo>
                  <a:lnTo>
                    <a:pt x="81816" y="13039"/>
                  </a:lnTo>
                  <a:lnTo>
                    <a:pt x="83380" y="13233"/>
                  </a:lnTo>
                  <a:lnTo>
                    <a:pt x="86076" y="13840"/>
                  </a:lnTo>
                  <a:lnTo>
                    <a:pt x="86355" y="14170"/>
                  </a:lnTo>
                  <a:lnTo>
                    <a:pt x="86499" y="14823"/>
                  </a:lnTo>
                  <a:lnTo>
                    <a:pt x="86612" y="16136"/>
                  </a:lnTo>
                  <a:lnTo>
                    <a:pt x="86545" y="16419"/>
                  </a:lnTo>
                  <a:lnTo>
                    <a:pt x="84239" y="17163"/>
                  </a:lnTo>
                  <a:lnTo>
                    <a:pt x="83736" y="17667"/>
                  </a:lnTo>
                  <a:lnTo>
                    <a:pt x="84319" y="17810"/>
                  </a:lnTo>
                  <a:lnTo>
                    <a:pt x="86300" y="17922"/>
                  </a:lnTo>
                  <a:lnTo>
                    <a:pt x="89354" y="18381"/>
                  </a:lnTo>
                  <a:lnTo>
                    <a:pt x="90551" y="18427"/>
                  </a:lnTo>
                  <a:lnTo>
                    <a:pt x="91742" y="19491"/>
                  </a:lnTo>
                  <a:lnTo>
                    <a:pt x="92678" y="20505"/>
                  </a:lnTo>
                  <a:lnTo>
                    <a:pt x="91994" y="21744"/>
                  </a:lnTo>
                  <a:lnTo>
                    <a:pt x="91098" y="23735"/>
                  </a:lnTo>
                  <a:lnTo>
                    <a:pt x="90378" y="24192"/>
                  </a:lnTo>
                  <a:lnTo>
                    <a:pt x="89670" y="24886"/>
                  </a:lnTo>
                  <a:lnTo>
                    <a:pt x="90164" y="25012"/>
                  </a:lnTo>
                  <a:lnTo>
                    <a:pt x="93170" y="24735"/>
                  </a:lnTo>
                  <a:lnTo>
                    <a:pt x="93777" y="24641"/>
                  </a:lnTo>
                  <a:lnTo>
                    <a:pt x="95785" y="23964"/>
                  </a:lnTo>
                  <a:lnTo>
                    <a:pt x="98735" y="24122"/>
                  </a:lnTo>
                  <a:lnTo>
                    <a:pt x="99726" y="24297"/>
                  </a:lnTo>
                  <a:lnTo>
                    <a:pt x="100216" y="24534"/>
                  </a:lnTo>
                  <a:lnTo>
                    <a:pt x="101114" y="25290"/>
                  </a:lnTo>
                  <a:lnTo>
                    <a:pt x="101856" y="26291"/>
                  </a:lnTo>
                  <a:lnTo>
                    <a:pt x="102406" y="26199"/>
                  </a:lnTo>
                  <a:lnTo>
                    <a:pt x="103779" y="24985"/>
                  </a:lnTo>
                  <a:lnTo>
                    <a:pt x="104279" y="24685"/>
                  </a:lnTo>
                  <a:lnTo>
                    <a:pt x="104964" y="24396"/>
                  </a:lnTo>
                  <a:lnTo>
                    <a:pt x="105255" y="24450"/>
                  </a:lnTo>
                  <a:lnTo>
                    <a:pt x="106640" y="25581"/>
                  </a:lnTo>
                  <a:lnTo>
                    <a:pt x="109723" y="27577"/>
                  </a:lnTo>
                  <a:lnTo>
                    <a:pt x="110781" y="28401"/>
                  </a:lnTo>
                  <a:lnTo>
                    <a:pt x="110985" y="29009"/>
                  </a:lnTo>
                  <a:lnTo>
                    <a:pt x="109668" y="29718"/>
                  </a:lnTo>
                  <a:lnTo>
                    <a:pt x="108642" y="30072"/>
                  </a:lnTo>
                  <a:lnTo>
                    <a:pt x="101056" y="31583"/>
                  </a:lnTo>
                  <a:lnTo>
                    <a:pt x="97661" y="32439"/>
                  </a:lnTo>
                  <a:lnTo>
                    <a:pt x="95968" y="33099"/>
                  </a:lnTo>
                  <a:lnTo>
                    <a:pt x="95104" y="33320"/>
                  </a:lnTo>
                  <a:lnTo>
                    <a:pt x="93281" y="33218"/>
                  </a:lnTo>
                  <a:lnTo>
                    <a:pt x="92867" y="33328"/>
                  </a:lnTo>
                  <a:lnTo>
                    <a:pt x="92307" y="34391"/>
                  </a:lnTo>
                  <a:lnTo>
                    <a:pt x="91702" y="34845"/>
                  </a:lnTo>
                  <a:lnTo>
                    <a:pt x="90131" y="35580"/>
                  </a:lnTo>
                  <a:lnTo>
                    <a:pt x="87933" y="36909"/>
                  </a:lnTo>
                  <a:lnTo>
                    <a:pt x="86621" y="37493"/>
                  </a:lnTo>
                  <a:lnTo>
                    <a:pt x="84312" y="37067"/>
                  </a:lnTo>
                  <a:lnTo>
                    <a:pt x="83736" y="36446"/>
                  </a:lnTo>
                  <a:lnTo>
                    <a:pt x="83415" y="35048"/>
                  </a:lnTo>
                  <a:lnTo>
                    <a:pt x="83373" y="34469"/>
                  </a:lnTo>
                  <a:lnTo>
                    <a:pt x="83444" y="34163"/>
                  </a:lnTo>
                  <a:lnTo>
                    <a:pt x="83734" y="33667"/>
                  </a:lnTo>
                  <a:lnTo>
                    <a:pt x="84615" y="32346"/>
                  </a:lnTo>
                  <a:lnTo>
                    <a:pt x="84152" y="32445"/>
                  </a:lnTo>
                  <a:lnTo>
                    <a:pt x="82621" y="33043"/>
                  </a:lnTo>
                  <a:lnTo>
                    <a:pt x="82017" y="33357"/>
                  </a:lnTo>
                  <a:lnTo>
                    <a:pt x="81452" y="33906"/>
                  </a:lnTo>
                  <a:lnTo>
                    <a:pt x="81202" y="34827"/>
                  </a:lnTo>
                  <a:lnTo>
                    <a:pt x="81425" y="36527"/>
                  </a:lnTo>
                  <a:lnTo>
                    <a:pt x="81207" y="37213"/>
                  </a:lnTo>
                  <a:lnTo>
                    <a:pt x="80601" y="37553"/>
                  </a:lnTo>
                  <a:lnTo>
                    <a:pt x="80845" y="37817"/>
                  </a:lnTo>
                  <a:lnTo>
                    <a:pt x="82651" y="38181"/>
                  </a:lnTo>
                  <a:lnTo>
                    <a:pt x="82972" y="38341"/>
                  </a:lnTo>
                  <a:lnTo>
                    <a:pt x="83172" y="38631"/>
                  </a:lnTo>
                  <a:lnTo>
                    <a:pt x="83251" y="39049"/>
                  </a:lnTo>
                  <a:lnTo>
                    <a:pt x="83164" y="39435"/>
                  </a:lnTo>
                  <a:lnTo>
                    <a:pt x="82621" y="40030"/>
                  </a:lnTo>
                  <a:lnTo>
                    <a:pt x="81605" y="40271"/>
                  </a:lnTo>
                  <a:lnTo>
                    <a:pt x="80309" y="40000"/>
                  </a:lnTo>
                  <a:lnTo>
                    <a:pt x="77508" y="38530"/>
                  </a:lnTo>
                  <a:lnTo>
                    <a:pt x="76291" y="38612"/>
                  </a:lnTo>
                  <a:lnTo>
                    <a:pt x="75985" y="38780"/>
                  </a:lnTo>
                  <a:lnTo>
                    <a:pt x="76247" y="39304"/>
                  </a:lnTo>
                  <a:lnTo>
                    <a:pt x="77107" y="40480"/>
                  </a:lnTo>
                  <a:lnTo>
                    <a:pt x="77264" y="41458"/>
                  </a:lnTo>
                  <a:lnTo>
                    <a:pt x="76867" y="42271"/>
                  </a:lnTo>
                  <a:lnTo>
                    <a:pt x="76067" y="43555"/>
                  </a:lnTo>
                  <a:lnTo>
                    <a:pt x="75518" y="44242"/>
                  </a:lnTo>
                  <a:lnTo>
                    <a:pt x="75221" y="44333"/>
                  </a:lnTo>
                  <a:lnTo>
                    <a:pt x="73828" y="44353"/>
                  </a:lnTo>
                  <a:lnTo>
                    <a:pt x="72635" y="44007"/>
                  </a:lnTo>
                  <a:lnTo>
                    <a:pt x="69094" y="41762"/>
                  </a:lnTo>
                  <a:lnTo>
                    <a:pt x="67341" y="40805"/>
                  </a:lnTo>
                  <a:lnTo>
                    <a:pt x="64778" y="38933"/>
                  </a:lnTo>
                  <a:lnTo>
                    <a:pt x="64124" y="38547"/>
                  </a:lnTo>
                  <a:lnTo>
                    <a:pt x="63729" y="38462"/>
                  </a:lnTo>
                  <a:lnTo>
                    <a:pt x="63358" y="39266"/>
                  </a:lnTo>
                  <a:lnTo>
                    <a:pt x="64070" y="40010"/>
                  </a:lnTo>
                  <a:lnTo>
                    <a:pt x="66376" y="41762"/>
                  </a:lnTo>
                  <a:lnTo>
                    <a:pt x="67754" y="43036"/>
                  </a:lnTo>
                  <a:lnTo>
                    <a:pt x="68746" y="44091"/>
                  </a:lnTo>
                  <a:lnTo>
                    <a:pt x="68906" y="44528"/>
                  </a:lnTo>
                  <a:lnTo>
                    <a:pt x="68567" y="44699"/>
                  </a:lnTo>
                  <a:lnTo>
                    <a:pt x="68058" y="44602"/>
                  </a:lnTo>
                  <a:lnTo>
                    <a:pt x="67380" y="44234"/>
                  </a:lnTo>
                  <a:lnTo>
                    <a:pt x="65281" y="43612"/>
                  </a:lnTo>
                  <a:lnTo>
                    <a:pt x="64409" y="43265"/>
                  </a:lnTo>
                  <a:lnTo>
                    <a:pt x="63839" y="42863"/>
                  </a:lnTo>
                  <a:lnTo>
                    <a:pt x="62792" y="42559"/>
                  </a:lnTo>
                  <a:lnTo>
                    <a:pt x="61268" y="42351"/>
                  </a:lnTo>
                  <a:lnTo>
                    <a:pt x="59737" y="42310"/>
                  </a:lnTo>
                  <a:lnTo>
                    <a:pt x="58199" y="42438"/>
                  </a:lnTo>
                  <a:lnTo>
                    <a:pt x="57908" y="42634"/>
                  </a:lnTo>
                  <a:lnTo>
                    <a:pt x="59641" y="43180"/>
                  </a:lnTo>
                  <a:lnTo>
                    <a:pt x="60244" y="43485"/>
                  </a:lnTo>
                  <a:lnTo>
                    <a:pt x="60693" y="43875"/>
                  </a:lnTo>
                  <a:lnTo>
                    <a:pt x="60988" y="44349"/>
                  </a:lnTo>
                  <a:lnTo>
                    <a:pt x="60419" y="44648"/>
                  </a:lnTo>
                  <a:lnTo>
                    <a:pt x="58267" y="44836"/>
                  </a:lnTo>
                  <a:lnTo>
                    <a:pt x="55394" y="44716"/>
                  </a:lnTo>
                  <a:lnTo>
                    <a:pt x="50744" y="44304"/>
                  </a:lnTo>
                  <a:lnTo>
                    <a:pt x="46112" y="43622"/>
                  </a:lnTo>
                  <a:lnTo>
                    <a:pt x="41835" y="42562"/>
                  </a:lnTo>
                  <a:lnTo>
                    <a:pt x="38741" y="41498"/>
                  </a:lnTo>
                  <a:lnTo>
                    <a:pt x="37517" y="40932"/>
                  </a:lnTo>
                  <a:lnTo>
                    <a:pt x="37133" y="40508"/>
                  </a:lnTo>
                  <a:lnTo>
                    <a:pt x="38294" y="40138"/>
                  </a:lnTo>
                  <a:lnTo>
                    <a:pt x="42351" y="39662"/>
                  </a:lnTo>
                  <a:lnTo>
                    <a:pt x="46418" y="39357"/>
                  </a:lnTo>
                  <a:lnTo>
                    <a:pt x="45774" y="39091"/>
                  </a:lnTo>
                  <a:lnTo>
                    <a:pt x="38389" y="38487"/>
                  </a:lnTo>
                  <a:lnTo>
                    <a:pt x="35957" y="38377"/>
                  </a:lnTo>
                  <a:lnTo>
                    <a:pt x="34663" y="38535"/>
                  </a:lnTo>
                  <a:lnTo>
                    <a:pt x="33175" y="38441"/>
                  </a:lnTo>
                  <a:lnTo>
                    <a:pt x="32013" y="37962"/>
                  </a:lnTo>
                  <a:lnTo>
                    <a:pt x="30475" y="37053"/>
                  </a:lnTo>
                  <a:lnTo>
                    <a:pt x="29695" y="36452"/>
                  </a:lnTo>
                  <a:lnTo>
                    <a:pt x="29800" y="36217"/>
                  </a:lnTo>
                  <a:lnTo>
                    <a:pt x="30386" y="36083"/>
                  </a:lnTo>
                  <a:lnTo>
                    <a:pt x="33726" y="36197"/>
                  </a:lnTo>
                  <a:lnTo>
                    <a:pt x="34185" y="36107"/>
                  </a:lnTo>
                  <a:lnTo>
                    <a:pt x="32514" y="35655"/>
                  </a:lnTo>
                  <a:lnTo>
                    <a:pt x="27161" y="34760"/>
                  </a:lnTo>
                  <a:lnTo>
                    <a:pt x="25152" y="33969"/>
                  </a:lnTo>
                  <a:lnTo>
                    <a:pt x="24783" y="33661"/>
                  </a:lnTo>
                  <a:lnTo>
                    <a:pt x="24631" y="33357"/>
                  </a:lnTo>
                  <a:lnTo>
                    <a:pt x="24696" y="33059"/>
                  </a:lnTo>
                  <a:lnTo>
                    <a:pt x="26708" y="32456"/>
                  </a:lnTo>
                  <a:lnTo>
                    <a:pt x="32917" y="31032"/>
                  </a:lnTo>
                  <a:lnTo>
                    <a:pt x="35050" y="30811"/>
                  </a:lnTo>
                  <a:lnTo>
                    <a:pt x="37196" y="30797"/>
                  </a:lnTo>
                  <a:lnTo>
                    <a:pt x="38690" y="30387"/>
                  </a:lnTo>
                  <a:lnTo>
                    <a:pt x="39981" y="29036"/>
                  </a:lnTo>
                  <a:lnTo>
                    <a:pt x="46411" y="28550"/>
                  </a:lnTo>
                  <a:lnTo>
                    <a:pt x="51368" y="27944"/>
                  </a:lnTo>
                  <a:lnTo>
                    <a:pt x="51782" y="27779"/>
                  </a:lnTo>
                  <a:lnTo>
                    <a:pt x="48066" y="27890"/>
                  </a:lnTo>
                  <a:lnTo>
                    <a:pt x="42812" y="27769"/>
                  </a:lnTo>
                  <a:lnTo>
                    <a:pt x="40574" y="26851"/>
                  </a:lnTo>
                  <a:lnTo>
                    <a:pt x="39059" y="26695"/>
                  </a:lnTo>
                  <a:lnTo>
                    <a:pt x="37382" y="26703"/>
                  </a:lnTo>
                  <a:lnTo>
                    <a:pt x="35431" y="26991"/>
                  </a:lnTo>
                  <a:lnTo>
                    <a:pt x="32094" y="27843"/>
                  </a:lnTo>
                  <a:lnTo>
                    <a:pt x="30490" y="28041"/>
                  </a:lnTo>
                  <a:lnTo>
                    <a:pt x="26869" y="28923"/>
                  </a:lnTo>
                  <a:lnTo>
                    <a:pt x="25860" y="28860"/>
                  </a:lnTo>
                  <a:lnTo>
                    <a:pt x="25353" y="28755"/>
                  </a:lnTo>
                  <a:lnTo>
                    <a:pt x="25202" y="28583"/>
                  </a:lnTo>
                  <a:lnTo>
                    <a:pt x="25855" y="27998"/>
                  </a:lnTo>
                  <a:lnTo>
                    <a:pt x="26807" y="27598"/>
                  </a:lnTo>
                  <a:lnTo>
                    <a:pt x="26613" y="27461"/>
                  </a:lnTo>
                  <a:lnTo>
                    <a:pt x="25193" y="27377"/>
                  </a:lnTo>
                  <a:lnTo>
                    <a:pt x="23549" y="27393"/>
                  </a:lnTo>
                  <a:lnTo>
                    <a:pt x="22406" y="27531"/>
                  </a:lnTo>
                  <a:lnTo>
                    <a:pt x="18232" y="28305"/>
                  </a:lnTo>
                  <a:lnTo>
                    <a:pt x="16362" y="28884"/>
                  </a:lnTo>
                  <a:lnTo>
                    <a:pt x="15800" y="28935"/>
                  </a:lnTo>
                  <a:lnTo>
                    <a:pt x="13780" y="28030"/>
                  </a:lnTo>
                  <a:lnTo>
                    <a:pt x="10560" y="27533"/>
                  </a:lnTo>
                  <a:lnTo>
                    <a:pt x="9841" y="27145"/>
                  </a:lnTo>
                  <a:lnTo>
                    <a:pt x="10504" y="25623"/>
                  </a:lnTo>
                  <a:lnTo>
                    <a:pt x="11445" y="25310"/>
                  </a:lnTo>
                  <a:lnTo>
                    <a:pt x="13915" y="25055"/>
                  </a:lnTo>
                  <a:lnTo>
                    <a:pt x="21320" y="23673"/>
                  </a:lnTo>
                  <a:lnTo>
                    <a:pt x="21738" y="23407"/>
                  </a:lnTo>
                  <a:lnTo>
                    <a:pt x="22435" y="22708"/>
                  </a:lnTo>
                  <a:lnTo>
                    <a:pt x="20741" y="22857"/>
                  </a:lnTo>
                  <a:lnTo>
                    <a:pt x="17031" y="23533"/>
                  </a:lnTo>
                  <a:lnTo>
                    <a:pt x="13966" y="23869"/>
                  </a:lnTo>
                  <a:lnTo>
                    <a:pt x="11549" y="23867"/>
                  </a:lnTo>
                  <a:lnTo>
                    <a:pt x="9781" y="23770"/>
                  </a:lnTo>
                  <a:lnTo>
                    <a:pt x="8663" y="23580"/>
                  </a:lnTo>
                  <a:lnTo>
                    <a:pt x="7318" y="23149"/>
                  </a:lnTo>
                  <a:lnTo>
                    <a:pt x="2937" y="21157"/>
                  </a:lnTo>
                  <a:lnTo>
                    <a:pt x="1742" y="20193"/>
                  </a:lnTo>
                  <a:lnTo>
                    <a:pt x="1575" y="19341"/>
                  </a:lnTo>
                  <a:lnTo>
                    <a:pt x="1268" y="18693"/>
                  </a:lnTo>
                  <a:lnTo>
                    <a:pt x="0" y="17136"/>
                  </a:lnTo>
                  <a:lnTo>
                    <a:pt x="9378" y="18104"/>
                  </a:lnTo>
                  <a:lnTo>
                    <a:pt x="13050" y="18287"/>
                  </a:lnTo>
                  <a:lnTo>
                    <a:pt x="20126" y="18350"/>
                  </a:lnTo>
                  <a:lnTo>
                    <a:pt x="20458" y="18256"/>
                  </a:lnTo>
                  <a:lnTo>
                    <a:pt x="20562" y="18003"/>
                  </a:lnTo>
                  <a:lnTo>
                    <a:pt x="20440" y="17594"/>
                  </a:lnTo>
                  <a:lnTo>
                    <a:pt x="20494" y="17278"/>
                  </a:lnTo>
                  <a:lnTo>
                    <a:pt x="20725" y="17058"/>
                  </a:lnTo>
                  <a:lnTo>
                    <a:pt x="23356" y="16497"/>
                  </a:lnTo>
                  <a:lnTo>
                    <a:pt x="23752" y="16312"/>
                  </a:lnTo>
                  <a:lnTo>
                    <a:pt x="20653" y="16219"/>
                  </a:lnTo>
                  <a:lnTo>
                    <a:pt x="14956" y="17156"/>
                  </a:lnTo>
                  <a:lnTo>
                    <a:pt x="12943" y="17147"/>
                  </a:lnTo>
                  <a:lnTo>
                    <a:pt x="10662" y="15809"/>
                  </a:lnTo>
                  <a:lnTo>
                    <a:pt x="8223" y="16044"/>
                  </a:lnTo>
                  <a:lnTo>
                    <a:pt x="7072" y="15937"/>
                  </a:lnTo>
                  <a:lnTo>
                    <a:pt x="5280" y="15600"/>
                  </a:lnTo>
                  <a:lnTo>
                    <a:pt x="4398" y="15306"/>
                  </a:lnTo>
                  <a:lnTo>
                    <a:pt x="3830" y="14942"/>
                  </a:lnTo>
                  <a:lnTo>
                    <a:pt x="3587" y="14636"/>
                  </a:lnTo>
                  <a:lnTo>
                    <a:pt x="3669" y="14387"/>
                  </a:lnTo>
                  <a:lnTo>
                    <a:pt x="4152" y="14109"/>
                  </a:lnTo>
                  <a:lnTo>
                    <a:pt x="6254" y="13724"/>
                  </a:lnTo>
                  <a:lnTo>
                    <a:pt x="7203" y="13687"/>
                  </a:lnTo>
                  <a:lnTo>
                    <a:pt x="9705" y="13935"/>
                  </a:lnTo>
                  <a:lnTo>
                    <a:pt x="11581" y="13917"/>
                  </a:lnTo>
                  <a:lnTo>
                    <a:pt x="10963" y="13503"/>
                  </a:lnTo>
                  <a:lnTo>
                    <a:pt x="8251" y="12463"/>
                  </a:lnTo>
                  <a:lnTo>
                    <a:pt x="5879" y="11310"/>
                  </a:lnTo>
                  <a:lnTo>
                    <a:pt x="6058" y="9386"/>
                  </a:lnTo>
                  <a:lnTo>
                    <a:pt x="8006" y="8978"/>
                  </a:lnTo>
                  <a:lnTo>
                    <a:pt x="10024" y="8912"/>
                  </a:lnTo>
                  <a:lnTo>
                    <a:pt x="11995" y="9398"/>
                  </a:lnTo>
                  <a:lnTo>
                    <a:pt x="14639" y="9465"/>
                  </a:lnTo>
                  <a:lnTo>
                    <a:pt x="16532" y="10014"/>
                  </a:lnTo>
                  <a:lnTo>
                    <a:pt x="17792" y="11067"/>
                  </a:lnTo>
                  <a:lnTo>
                    <a:pt x="19288" y="11047"/>
                  </a:lnTo>
                  <a:lnTo>
                    <a:pt x="21644" y="11246"/>
                  </a:lnTo>
                  <a:lnTo>
                    <a:pt x="26918" y="11231"/>
                  </a:lnTo>
                  <a:lnTo>
                    <a:pt x="25965" y="10854"/>
                  </a:lnTo>
                  <a:lnTo>
                    <a:pt x="24324" y="10526"/>
                  </a:lnTo>
                  <a:lnTo>
                    <a:pt x="20595" y="10095"/>
                  </a:lnTo>
                  <a:lnTo>
                    <a:pt x="18777" y="8551"/>
                  </a:lnTo>
                  <a:lnTo>
                    <a:pt x="14923" y="7756"/>
                  </a:lnTo>
                  <a:lnTo>
                    <a:pt x="11906" y="7340"/>
                  </a:lnTo>
                  <a:lnTo>
                    <a:pt x="11958" y="6990"/>
                  </a:lnTo>
                  <a:lnTo>
                    <a:pt x="14223" y="5071"/>
                  </a:lnTo>
                  <a:lnTo>
                    <a:pt x="16960" y="4389"/>
                  </a:lnTo>
                  <a:lnTo>
                    <a:pt x="21322" y="4647"/>
                  </a:lnTo>
                  <a:lnTo>
                    <a:pt x="24190" y="4285"/>
                  </a:lnTo>
                  <a:lnTo>
                    <a:pt x="27883" y="3608"/>
                  </a:lnTo>
                  <a:lnTo>
                    <a:pt x="31499" y="3921"/>
                  </a:lnTo>
                  <a:lnTo>
                    <a:pt x="32432" y="3892"/>
                  </a:lnTo>
                  <a:lnTo>
                    <a:pt x="32985" y="3683"/>
                  </a:lnTo>
                  <a:lnTo>
                    <a:pt x="33468" y="3285"/>
                  </a:lnTo>
                  <a:lnTo>
                    <a:pt x="33470" y="2918"/>
                  </a:lnTo>
                  <a:lnTo>
                    <a:pt x="32992" y="2582"/>
                  </a:lnTo>
                  <a:lnTo>
                    <a:pt x="31851" y="2166"/>
                  </a:lnTo>
                  <a:lnTo>
                    <a:pt x="27235" y="2107"/>
                  </a:lnTo>
                  <a:lnTo>
                    <a:pt x="25193" y="1944"/>
                  </a:lnTo>
                  <a:lnTo>
                    <a:pt x="24397" y="1722"/>
                  </a:lnTo>
                  <a:lnTo>
                    <a:pt x="24168" y="1387"/>
                  </a:lnTo>
                  <a:lnTo>
                    <a:pt x="24046" y="1042"/>
                  </a:lnTo>
                  <a:lnTo>
                    <a:pt x="24033" y="687"/>
                  </a:lnTo>
                  <a:lnTo>
                    <a:pt x="24154" y="469"/>
                  </a:lnTo>
                  <a:lnTo>
                    <a:pt x="24540" y="350"/>
                  </a:lnTo>
                  <a:lnTo>
                    <a:pt x="25672" y="210"/>
                  </a:lnTo>
                  <a:lnTo>
                    <a:pt x="29975" y="192"/>
                  </a:lnTo>
                  <a:lnTo>
                    <a:pt x="32549" y="0"/>
                  </a:lnTo>
                  <a:lnTo>
                    <a:pt x="35369" y="252"/>
                  </a:lnTo>
                  <a:lnTo>
                    <a:pt x="41255" y="1201"/>
                  </a:lnTo>
                  <a:lnTo>
                    <a:pt x="43155" y="1684"/>
                  </a:lnTo>
                  <a:lnTo>
                    <a:pt x="45178" y="249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3155162" y="1259259"/>
              <a:ext cx="288335" cy="96833"/>
            </a:xfrm>
            <a:custGeom>
              <a:avLst/>
              <a:pathLst>
                <a:path w="288335" h="96833">
                  <a:moveTo>
                    <a:pt x="209984" y="1385"/>
                  </a:moveTo>
                  <a:lnTo>
                    <a:pt x="217701" y="1636"/>
                  </a:lnTo>
                  <a:lnTo>
                    <a:pt x="220200" y="1545"/>
                  </a:lnTo>
                  <a:lnTo>
                    <a:pt x="223059" y="2160"/>
                  </a:lnTo>
                  <a:lnTo>
                    <a:pt x="224783" y="2233"/>
                  </a:lnTo>
                  <a:lnTo>
                    <a:pt x="227623" y="2116"/>
                  </a:lnTo>
                  <a:lnTo>
                    <a:pt x="229693" y="2262"/>
                  </a:lnTo>
                  <a:lnTo>
                    <a:pt x="237394" y="2400"/>
                  </a:lnTo>
                  <a:lnTo>
                    <a:pt x="238994" y="2639"/>
                  </a:lnTo>
                  <a:lnTo>
                    <a:pt x="238973" y="2928"/>
                  </a:lnTo>
                  <a:lnTo>
                    <a:pt x="237311" y="3555"/>
                  </a:lnTo>
                  <a:lnTo>
                    <a:pt x="235079" y="4159"/>
                  </a:lnTo>
                  <a:lnTo>
                    <a:pt x="220687" y="6127"/>
                  </a:lnTo>
                  <a:lnTo>
                    <a:pt x="219630" y="6454"/>
                  </a:lnTo>
                  <a:lnTo>
                    <a:pt x="222435" y="6557"/>
                  </a:lnTo>
                  <a:lnTo>
                    <a:pt x="226569" y="6467"/>
                  </a:lnTo>
                  <a:lnTo>
                    <a:pt x="229774" y="6248"/>
                  </a:lnTo>
                  <a:lnTo>
                    <a:pt x="233552" y="5579"/>
                  </a:lnTo>
                  <a:lnTo>
                    <a:pt x="234801" y="5540"/>
                  </a:lnTo>
                  <a:lnTo>
                    <a:pt x="237203" y="5216"/>
                  </a:lnTo>
                  <a:lnTo>
                    <a:pt x="241852" y="4309"/>
                  </a:lnTo>
                  <a:lnTo>
                    <a:pt x="245570" y="3817"/>
                  </a:lnTo>
                  <a:lnTo>
                    <a:pt x="247253" y="4033"/>
                  </a:lnTo>
                  <a:lnTo>
                    <a:pt x="248668" y="4375"/>
                  </a:lnTo>
                  <a:lnTo>
                    <a:pt x="249623" y="4414"/>
                  </a:lnTo>
                  <a:lnTo>
                    <a:pt x="250120" y="4150"/>
                  </a:lnTo>
                  <a:lnTo>
                    <a:pt x="250916" y="3431"/>
                  </a:lnTo>
                  <a:lnTo>
                    <a:pt x="251382" y="3168"/>
                  </a:lnTo>
                  <a:lnTo>
                    <a:pt x="252605" y="2982"/>
                  </a:lnTo>
                  <a:lnTo>
                    <a:pt x="253352" y="3002"/>
                  </a:lnTo>
                  <a:lnTo>
                    <a:pt x="254564" y="3342"/>
                  </a:lnTo>
                  <a:lnTo>
                    <a:pt x="255908" y="4149"/>
                  </a:lnTo>
                  <a:lnTo>
                    <a:pt x="257145" y="4710"/>
                  </a:lnTo>
                  <a:lnTo>
                    <a:pt x="257813" y="4719"/>
                  </a:lnTo>
                  <a:lnTo>
                    <a:pt x="260643" y="4085"/>
                  </a:lnTo>
                  <a:lnTo>
                    <a:pt x="262068" y="4003"/>
                  </a:lnTo>
                  <a:lnTo>
                    <a:pt x="265309" y="4233"/>
                  </a:lnTo>
                  <a:lnTo>
                    <a:pt x="266656" y="4512"/>
                  </a:lnTo>
                  <a:lnTo>
                    <a:pt x="266899" y="4810"/>
                  </a:lnTo>
                  <a:lnTo>
                    <a:pt x="266038" y="5124"/>
                  </a:lnTo>
                  <a:lnTo>
                    <a:pt x="265503" y="5395"/>
                  </a:lnTo>
                  <a:lnTo>
                    <a:pt x="265295" y="5622"/>
                  </a:lnTo>
                  <a:lnTo>
                    <a:pt x="265767" y="5886"/>
                  </a:lnTo>
                  <a:lnTo>
                    <a:pt x="267728" y="6452"/>
                  </a:lnTo>
                  <a:lnTo>
                    <a:pt x="270567" y="7683"/>
                  </a:lnTo>
                  <a:lnTo>
                    <a:pt x="270550" y="8135"/>
                  </a:lnTo>
                  <a:lnTo>
                    <a:pt x="269001" y="9055"/>
                  </a:lnTo>
                  <a:lnTo>
                    <a:pt x="269039" y="9288"/>
                  </a:lnTo>
                  <a:lnTo>
                    <a:pt x="276339" y="8320"/>
                  </a:lnTo>
                  <a:lnTo>
                    <a:pt x="283700" y="8752"/>
                  </a:lnTo>
                  <a:lnTo>
                    <a:pt x="285782" y="9047"/>
                  </a:lnTo>
                  <a:lnTo>
                    <a:pt x="286582" y="9403"/>
                  </a:lnTo>
                  <a:lnTo>
                    <a:pt x="287434" y="9991"/>
                  </a:lnTo>
                  <a:lnTo>
                    <a:pt x="288335" y="10810"/>
                  </a:lnTo>
                  <a:lnTo>
                    <a:pt x="287708" y="11664"/>
                  </a:lnTo>
                  <a:lnTo>
                    <a:pt x="284474" y="12995"/>
                  </a:lnTo>
                  <a:lnTo>
                    <a:pt x="281131" y="14029"/>
                  </a:lnTo>
                  <a:lnTo>
                    <a:pt x="279163" y="14962"/>
                  </a:lnTo>
                  <a:lnTo>
                    <a:pt x="276138" y="15472"/>
                  </a:lnTo>
                  <a:lnTo>
                    <a:pt x="265771" y="17722"/>
                  </a:lnTo>
                  <a:lnTo>
                    <a:pt x="260703" y="18445"/>
                  </a:lnTo>
                  <a:lnTo>
                    <a:pt x="257790" y="19157"/>
                  </a:lnTo>
                  <a:lnTo>
                    <a:pt x="256483" y="19281"/>
                  </a:lnTo>
                  <a:lnTo>
                    <a:pt x="250313" y="19144"/>
                  </a:lnTo>
                  <a:lnTo>
                    <a:pt x="248676" y="19537"/>
                  </a:lnTo>
                  <a:lnTo>
                    <a:pt x="247765" y="20197"/>
                  </a:lnTo>
                  <a:lnTo>
                    <a:pt x="245820" y="20511"/>
                  </a:lnTo>
                  <a:lnTo>
                    <a:pt x="242947" y="20735"/>
                  </a:lnTo>
                  <a:lnTo>
                    <a:pt x="237072" y="20917"/>
                  </a:lnTo>
                  <a:lnTo>
                    <a:pt x="235754" y="21662"/>
                  </a:lnTo>
                  <a:lnTo>
                    <a:pt x="235417" y="22167"/>
                  </a:lnTo>
                  <a:lnTo>
                    <a:pt x="234845" y="22559"/>
                  </a:lnTo>
                  <a:lnTo>
                    <a:pt x="234344" y="22749"/>
                  </a:lnTo>
                  <a:lnTo>
                    <a:pt x="217556" y="25424"/>
                  </a:lnTo>
                  <a:lnTo>
                    <a:pt x="217247" y="25871"/>
                  </a:lnTo>
                  <a:lnTo>
                    <a:pt x="218937" y="26056"/>
                  </a:lnTo>
                  <a:lnTo>
                    <a:pt x="221065" y="25871"/>
                  </a:lnTo>
                  <a:lnTo>
                    <a:pt x="245492" y="22621"/>
                  </a:lnTo>
                  <a:lnTo>
                    <a:pt x="250182" y="22406"/>
                  </a:lnTo>
                  <a:lnTo>
                    <a:pt x="254533" y="22640"/>
                  </a:lnTo>
                  <a:lnTo>
                    <a:pt x="254035" y="23397"/>
                  </a:lnTo>
                  <a:lnTo>
                    <a:pt x="247874" y="25543"/>
                  </a:lnTo>
                  <a:lnTo>
                    <a:pt x="240032" y="27476"/>
                  </a:lnTo>
                  <a:lnTo>
                    <a:pt x="236115" y="28944"/>
                  </a:lnTo>
                  <a:lnTo>
                    <a:pt x="226205" y="31475"/>
                  </a:lnTo>
                  <a:lnTo>
                    <a:pt x="218105" y="33996"/>
                  </a:lnTo>
                  <a:lnTo>
                    <a:pt x="214994" y="35277"/>
                  </a:lnTo>
                  <a:lnTo>
                    <a:pt x="210824" y="37565"/>
                  </a:lnTo>
                  <a:lnTo>
                    <a:pt x="209399" y="38117"/>
                  </a:lnTo>
                  <a:lnTo>
                    <a:pt x="207667" y="38345"/>
                  </a:lnTo>
                  <a:lnTo>
                    <a:pt x="205628" y="38249"/>
                  </a:lnTo>
                  <a:lnTo>
                    <a:pt x="203791" y="37916"/>
                  </a:lnTo>
                  <a:lnTo>
                    <a:pt x="201339" y="37061"/>
                  </a:lnTo>
                  <a:lnTo>
                    <a:pt x="199106" y="36105"/>
                  </a:lnTo>
                  <a:lnTo>
                    <a:pt x="198407" y="35936"/>
                  </a:lnTo>
                  <a:lnTo>
                    <a:pt x="198830" y="36411"/>
                  </a:lnTo>
                  <a:lnTo>
                    <a:pt x="203135" y="39589"/>
                  </a:lnTo>
                  <a:lnTo>
                    <a:pt x="202642" y="40204"/>
                  </a:lnTo>
                  <a:lnTo>
                    <a:pt x="194739" y="40853"/>
                  </a:lnTo>
                  <a:lnTo>
                    <a:pt x="191240" y="41428"/>
                  </a:lnTo>
                  <a:lnTo>
                    <a:pt x="189435" y="41567"/>
                  </a:lnTo>
                  <a:lnTo>
                    <a:pt x="188158" y="41463"/>
                  </a:lnTo>
                  <a:lnTo>
                    <a:pt x="186911" y="41522"/>
                  </a:lnTo>
                  <a:lnTo>
                    <a:pt x="185697" y="41744"/>
                  </a:lnTo>
                  <a:lnTo>
                    <a:pt x="185631" y="41990"/>
                  </a:lnTo>
                  <a:lnTo>
                    <a:pt x="186712" y="42261"/>
                  </a:lnTo>
                  <a:lnTo>
                    <a:pt x="189859" y="42472"/>
                  </a:lnTo>
                  <a:lnTo>
                    <a:pt x="196851" y="41757"/>
                  </a:lnTo>
                  <a:lnTo>
                    <a:pt x="197972" y="41808"/>
                  </a:lnTo>
                  <a:lnTo>
                    <a:pt x="199771" y="42156"/>
                  </a:lnTo>
                  <a:lnTo>
                    <a:pt x="199859" y="42472"/>
                  </a:lnTo>
                  <a:lnTo>
                    <a:pt x="197982" y="43487"/>
                  </a:lnTo>
                  <a:lnTo>
                    <a:pt x="192321" y="44700"/>
                  </a:lnTo>
                  <a:lnTo>
                    <a:pt x="193061" y="44769"/>
                  </a:lnTo>
                  <a:lnTo>
                    <a:pt x="194681" y="45199"/>
                  </a:lnTo>
                  <a:lnTo>
                    <a:pt x="194645" y="45585"/>
                  </a:lnTo>
                  <a:lnTo>
                    <a:pt x="192863" y="46495"/>
                  </a:lnTo>
                  <a:lnTo>
                    <a:pt x="192018" y="46786"/>
                  </a:lnTo>
                  <a:lnTo>
                    <a:pt x="186562" y="47632"/>
                  </a:lnTo>
                  <a:lnTo>
                    <a:pt x="184188" y="47831"/>
                  </a:lnTo>
                  <a:lnTo>
                    <a:pt x="182097" y="47725"/>
                  </a:lnTo>
                  <a:lnTo>
                    <a:pt x="172526" y="45874"/>
                  </a:lnTo>
                  <a:lnTo>
                    <a:pt x="169149" y="45607"/>
                  </a:lnTo>
                  <a:lnTo>
                    <a:pt x="165941" y="45139"/>
                  </a:lnTo>
                  <a:lnTo>
                    <a:pt x="163573" y="45219"/>
                  </a:lnTo>
                  <a:lnTo>
                    <a:pt x="161059" y="45762"/>
                  </a:lnTo>
                  <a:lnTo>
                    <a:pt x="162189" y="46035"/>
                  </a:lnTo>
                  <a:lnTo>
                    <a:pt x="166822" y="46556"/>
                  </a:lnTo>
                  <a:lnTo>
                    <a:pt x="170691" y="46657"/>
                  </a:lnTo>
                  <a:lnTo>
                    <a:pt x="172296" y="46860"/>
                  </a:lnTo>
                  <a:lnTo>
                    <a:pt x="172926" y="47198"/>
                  </a:lnTo>
                  <a:lnTo>
                    <a:pt x="174596" y="48428"/>
                  </a:lnTo>
                  <a:lnTo>
                    <a:pt x="174863" y="49089"/>
                  </a:lnTo>
                  <a:lnTo>
                    <a:pt x="174494" y="49704"/>
                  </a:lnTo>
                  <a:lnTo>
                    <a:pt x="173989" y="50136"/>
                  </a:lnTo>
                  <a:lnTo>
                    <a:pt x="173346" y="50381"/>
                  </a:lnTo>
                  <a:lnTo>
                    <a:pt x="172357" y="50504"/>
                  </a:lnTo>
                  <a:lnTo>
                    <a:pt x="168573" y="50417"/>
                  </a:lnTo>
                  <a:lnTo>
                    <a:pt x="167160" y="50569"/>
                  </a:lnTo>
                  <a:lnTo>
                    <a:pt x="165520" y="50928"/>
                  </a:lnTo>
                  <a:lnTo>
                    <a:pt x="163464" y="51084"/>
                  </a:lnTo>
                  <a:lnTo>
                    <a:pt x="159756" y="51013"/>
                  </a:lnTo>
                  <a:lnTo>
                    <a:pt x="155390" y="51538"/>
                  </a:lnTo>
                  <a:lnTo>
                    <a:pt x="153082" y="51634"/>
                  </a:lnTo>
                  <a:lnTo>
                    <a:pt x="150523" y="51397"/>
                  </a:lnTo>
                  <a:lnTo>
                    <a:pt x="147751" y="50811"/>
                  </a:lnTo>
                  <a:lnTo>
                    <a:pt x="144826" y="50514"/>
                  </a:lnTo>
                  <a:lnTo>
                    <a:pt x="139880" y="50265"/>
                  </a:lnTo>
                  <a:lnTo>
                    <a:pt x="140294" y="50601"/>
                  </a:lnTo>
                  <a:lnTo>
                    <a:pt x="142036" y="50742"/>
                  </a:lnTo>
                  <a:lnTo>
                    <a:pt x="145586" y="51641"/>
                  </a:lnTo>
                  <a:lnTo>
                    <a:pt x="147283" y="52862"/>
                  </a:lnTo>
                  <a:lnTo>
                    <a:pt x="148880" y="53068"/>
                  </a:lnTo>
                  <a:lnTo>
                    <a:pt x="152142" y="54069"/>
                  </a:lnTo>
                  <a:lnTo>
                    <a:pt x="154498" y="54226"/>
                  </a:lnTo>
                  <a:lnTo>
                    <a:pt x="156959" y="54567"/>
                  </a:lnTo>
                  <a:lnTo>
                    <a:pt x="160425" y="54128"/>
                  </a:lnTo>
                  <a:lnTo>
                    <a:pt x="162753" y="54210"/>
                  </a:lnTo>
                  <a:lnTo>
                    <a:pt x="162269" y="56675"/>
                  </a:lnTo>
                  <a:lnTo>
                    <a:pt x="161242" y="56915"/>
                  </a:lnTo>
                  <a:lnTo>
                    <a:pt x="155639" y="56915"/>
                  </a:lnTo>
                  <a:lnTo>
                    <a:pt x="152975" y="56557"/>
                  </a:lnTo>
                  <a:lnTo>
                    <a:pt x="151799" y="56187"/>
                  </a:lnTo>
                  <a:lnTo>
                    <a:pt x="149218" y="55768"/>
                  </a:lnTo>
                  <a:lnTo>
                    <a:pt x="146893" y="56010"/>
                  </a:lnTo>
                  <a:lnTo>
                    <a:pt x="144785" y="55958"/>
                  </a:lnTo>
                  <a:lnTo>
                    <a:pt x="143356" y="56204"/>
                  </a:lnTo>
                  <a:lnTo>
                    <a:pt x="141088" y="56195"/>
                  </a:lnTo>
                  <a:lnTo>
                    <a:pt x="135157" y="56612"/>
                  </a:lnTo>
                  <a:lnTo>
                    <a:pt x="132023" y="56616"/>
                  </a:lnTo>
                  <a:lnTo>
                    <a:pt x="129710" y="56347"/>
                  </a:lnTo>
                  <a:lnTo>
                    <a:pt x="127022" y="56264"/>
                  </a:lnTo>
                  <a:lnTo>
                    <a:pt x="123959" y="56364"/>
                  </a:lnTo>
                  <a:lnTo>
                    <a:pt x="124174" y="56649"/>
                  </a:lnTo>
                  <a:lnTo>
                    <a:pt x="125472" y="56736"/>
                  </a:lnTo>
                  <a:lnTo>
                    <a:pt x="127362" y="57199"/>
                  </a:lnTo>
                  <a:lnTo>
                    <a:pt x="129114" y="57914"/>
                  </a:lnTo>
                  <a:lnTo>
                    <a:pt x="130571" y="58214"/>
                  </a:lnTo>
                  <a:lnTo>
                    <a:pt x="132317" y="58045"/>
                  </a:lnTo>
                  <a:lnTo>
                    <a:pt x="134094" y="57711"/>
                  </a:lnTo>
                  <a:lnTo>
                    <a:pt x="140580" y="57161"/>
                  </a:lnTo>
                  <a:lnTo>
                    <a:pt x="143425" y="57073"/>
                  </a:lnTo>
                  <a:lnTo>
                    <a:pt x="145963" y="57315"/>
                  </a:lnTo>
                  <a:lnTo>
                    <a:pt x="147652" y="57618"/>
                  </a:lnTo>
                  <a:lnTo>
                    <a:pt x="148831" y="57982"/>
                  </a:lnTo>
                  <a:lnTo>
                    <a:pt x="150322" y="58948"/>
                  </a:lnTo>
                  <a:lnTo>
                    <a:pt x="154061" y="59066"/>
                  </a:lnTo>
                  <a:lnTo>
                    <a:pt x="156912" y="59387"/>
                  </a:lnTo>
                  <a:lnTo>
                    <a:pt x="161455" y="60790"/>
                  </a:lnTo>
                  <a:lnTo>
                    <a:pt x="162704" y="60896"/>
                  </a:lnTo>
                  <a:lnTo>
                    <a:pt x="163208" y="61258"/>
                  </a:lnTo>
                  <a:lnTo>
                    <a:pt x="162243" y="62163"/>
                  </a:lnTo>
                  <a:lnTo>
                    <a:pt x="162134" y="62706"/>
                  </a:lnTo>
                  <a:lnTo>
                    <a:pt x="158993" y="63759"/>
                  </a:lnTo>
                  <a:lnTo>
                    <a:pt x="154092" y="64066"/>
                  </a:lnTo>
                  <a:lnTo>
                    <a:pt x="148707" y="63968"/>
                  </a:lnTo>
                  <a:lnTo>
                    <a:pt x="144850" y="64090"/>
                  </a:lnTo>
                  <a:lnTo>
                    <a:pt x="144447" y="64224"/>
                  </a:lnTo>
                  <a:lnTo>
                    <a:pt x="147092" y="64500"/>
                  </a:lnTo>
                  <a:lnTo>
                    <a:pt x="153224" y="65730"/>
                  </a:lnTo>
                  <a:lnTo>
                    <a:pt x="155600" y="66397"/>
                  </a:lnTo>
                  <a:lnTo>
                    <a:pt x="156014" y="66787"/>
                  </a:lnTo>
                  <a:lnTo>
                    <a:pt x="152634" y="68275"/>
                  </a:lnTo>
                  <a:lnTo>
                    <a:pt x="149652" y="71221"/>
                  </a:lnTo>
                  <a:lnTo>
                    <a:pt x="148671" y="71454"/>
                  </a:lnTo>
                  <a:lnTo>
                    <a:pt x="147650" y="71535"/>
                  </a:lnTo>
                  <a:lnTo>
                    <a:pt x="145020" y="71484"/>
                  </a:lnTo>
                  <a:lnTo>
                    <a:pt x="141684" y="72225"/>
                  </a:lnTo>
                  <a:lnTo>
                    <a:pt x="139168" y="72373"/>
                  </a:lnTo>
                  <a:lnTo>
                    <a:pt x="134609" y="72095"/>
                  </a:lnTo>
                  <a:lnTo>
                    <a:pt x="129343" y="72111"/>
                  </a:lnTo>
                  <a:lnTo>
                    <a:pt x="128928" y="72590"/>
                  </a:lnTo>
                  <a:lnTo>
                    <a:pt x="128666" y="73505"/>
                  </a:lnTo>
                  <a:lnTo>
                    <a:pt x="128695" y="74882"/>
                  </a:lnTo>
                  <a:lnTo>
                    <a:pt x="129016" y="76722"/>
                  </a:lnTo>
                  <a:lnTo>
                    <a:pt x="128741" y="78067"/>
                  </a:lnTo>
                  <a:lnTo>
                    <a:pt x="127873" y="78917"/>
                  </a:lnTo>
                  <a:lnTo>
                    <a:pt x="126777" y="79545"/>
                  </a:lnTo>
                  <a:lnTo>
                    <a:pt x="124796" y="80154"/>
                  </a:lnTo>
                  <a:lnTo>
                    <a:pt x="122759" y="80534"/>
                  </a:lnTo>
                  <a:lnTo>
                    <a:pt x="121235" y="80668"/>
                  </a:lnTo>
                  <a:lnTo>
                    <a:pt x="118699" y="80689"/>
                  </a:lnTo>
                  <a:lnTo>
                    <a:pt x="111426" y="81128"/>
                  </a:lnTo>
                  <a:lnTo>
                    <a:pt x="107875" y="81101"/>
                  </a:lnTo>
                  <a:lnTo>
                    <a:pt x="105119" y="80916"/>
                  </a:lnTo>
                  <a:lnTo>
                    <a:pt x="102266" y="80305"/>
                  </a:lnTo>
                  <a:lnTo>
                    <a:pt x="97514" y="78582"/>
                  </a:lnTo>
                  <a:lnTo>
                    <a:pt x="96167" y="78199"/>
                  </a:lnTo>
                  <a:lnTo>
                    <a:pt x="94844" y="77977"/>
                  </a:lnTo>
                  <a:lnTo>
                    <a:pt x="94894" y="78349"/>
                  </a:lnTo>
                  <a:lnTo>
                    <a:pt x="96315" y="79312"/>
                  </a:lnTo>
                  <a:lnTo>
                    <a:pt x="97502" y="79934"/>
                  </a:lnTo>
                  <a:lnTo>
                    <a:pt x="98452" y="80213"/>
                  </a:lnTo>
                  <a:lnTo>
                    <a:pt x="98228" y="80508"/>
                  </a:lnTo>
                  <a:lnTo>
                    <a:pt x="96132" y="80971"/>
                  </a:lnTo>
                  <a:lnTo>
                    <a:pt x="93820" y="81178"/>
                  </a:lnTo>
                  <a:lnTo>
                    <a:pt x="91081" y="81170"/>
                  </a:lnTo>
                  <a:lnTo>
                    <a:pt x="90994" y="81350"/>
                  </a:lnTo>
                  <a:lnTo>
                    <a:pt x="91923" y="81849"/>
                  </a:lnTo>
                  <a:lnTo>
                    <a:pt x="93130" y="82320"/>
                  </a:lnTo>
                  <a:lnTo>
                    <a:pt x="93924" y="82461"/>
                  </a:lnTo>
                  <a:lnTo>
                    <a:pt x="96023" y="82315"/>
                  </a:lnTo>
                  <a:lnTo>
                    <a:pt x="98455" y="81721"/>
                  </a:lnTo>
                  <a:lnTo>
                    <a:pt x="99971" y="81546"/>
                  </a:lnTo>
                  <a:lnTo>
                    <a:pt x="102989" y="81687"/>
                  </a:lnTo>
                  <a:lnTo>
                    <a:pt x="104177" y="81899"/>
                  </a:lnTo>
                  <a:lnTo>
                    <a:pt x="107946" y="83201"/>
                  </a:lnTo>
                  <a:lnTo>
                    <a:pt x="108471" y="83262"/>
                  </a:lnTo>
                  <a:lnTo>
                    <a:pt x="111262" y="82606"/>
                  </a:lnTo>
                  <a:lnTo>
                    <a:pt x="115297" y="82571"/>
                  </a:lnTo>
                  <a:lnTo>
                    <a:pt x="116776" y="83097"/>
                  </a:lnTo>
                  <a:lnTo>
                    <a:pt x="117342" y="84119"/>
                  </a:lnTo>
                  <a:lnTo>
                    <a:pt x="117411" y="84947"/>
                  </a:lnTo>
                  <a:lnTo>
                    <a:pt x="116984" y="85580"/>
                  </a:lnTo>
                  <a:lnTo>
                    <a:pt x="117913" y="86198"/>
                  </a:lnTo>
                  <a:lnTo>
                    <a:pt x="120198" y="86801"/>
                  </a:lnTo>
                  <a:lnTo>
                    <a:pt x="121971" y="86930"/>
                  </a:lnTo>
                  <a:lnTo>
                    <a:pt x="123232" y="86589"/>
                  </a:lnTo>
                  <a:lnTo>
                    <a:pt x="125148" y="85763"/>
                  </a:lnTo>
                  <a:lnTo>
                    <a:pt x="125961" y="85568"/>
                  </a:lnTo>
                  <a:lnTo>
                    <a:pt x="126729" y="85613"/>
                  </a:lnTo>
                  <a:lnTo>
                    <a:pt x="127900" y="86214"/>
                  </a:lnTo>
                  <a:lnTo>
                    <a:pt x="129474" y="87371"/>
                  </a:lnTo>
                  <a:lnTo>
                    <a:pt x="129620" y="88724"/>
                  </a:lnTo>
                  <a:lnTo>
                    <a:pt x="128339" y="90271"/>
                  </a:lnTo>
                  <a:lnTo>
                    <a:pt x="126772" y="91287"/>
                  </a:lnTo>
                  <a:lnTo>
                    <a:pt x="120623" y="92961"/>
                  </a:lnTo>
                  <a:lnTo>
                    <a:pt x="118764" y="93620"/>
                  </a:lnTo>
                  <a:lnTo>
                    <a:pt x="117296" y="94306"/>
                  </a:lnTo>
                  <a:lnTo>
                    <a:pt x="115166" y="94923"/>
                  </a:lnTo>
                  <a:lnTo>
                    <a:pt x="110980" y="95750"/>
                  </a:lnTo>
                  <a:lnTo>
                    <a:pt x="108773" y="95904"/>
                  </a:lnTo>
                  <a:lnTo>
                    <a:pt x="104010" y="96793"/>
                  </a:lnTo>
                  <a:lnTo>
                    <a:pt x="102974" y="96833"/>
                  </a:lnTo>
                  <a:lnTo>
                    <a:pt x="101430" y="96689"/>
                  </a:lnTo>
                  <a:lnTo>
                    <a:pt x="101111" y="96255"/>
                  </a:lnTo>
                  <a:lnTo>
                    <a:pt x="101504" y="95486"/>
                  </a:lnTo>
                  <a:lnTo>
                    <a:pt x="102014" y="94769"/>
                  </a:lnTo>
                  <a:lnTo>
                    <a:pt x="102642" y="94105"/>
                  </a:lnTo>
                  <a:lnTo>
                    <a:pt x="102665" y="93554"/>
                  </a:lnTo>
                  <a:lnTo>
                    <a:pt x="101321" y="92698"/>
                  </a:lnTo>
                  <a:lnTo>
                    <a:pt x="100376" y="92301"/>
                  </a:lnTo>
                  <a:lnTo>
                    <a:pt x="99464" y="92103"/>
                  </a:lnTo>
                  <a:lnTo>
                    <a:pt x="97628" y="92218"/>
                  </a:lnTo>
                  <a:lnTo>
                    <a:pt x="96591" y="92453"/>
                  </a:lnTo>
                  <a:lnTo>
                    <a:pt x="95479" y="92498"/>
                  </a:lnTo>
                  <a:lnTo>
                    <a:pt x="94293" y="92350"/>
                  </a:lnTo>
                  <a:lnTo>
                    <a:pt x="93294" y="91989"/>
                  </a:lnTo>
                  <a:lnTo>
                    <a:pt x="91295" y="90475"/>
                  </a:lnTo>
                  <a:lnTo>
                    <a:pt x="90543" y="90283"/>
                  </a:lnTo>
                  <a:lnTo>
                    <a:pt x="89557" y="90330"/>
                  </a:lnTo>
                  <a:lnTo>
                    <a:pt x="88675" y="90113"/>
                  </a:lnTo>
                  <a:lnTo>
                    <a:pt x="87896" y="89632"/>
                  </a:lnTo>
                  <a:lnTo>
                    <a:pt x="86606" y="89166"/>
                  </a:lnTo>
                  <a:lnTo>
                    <a:pt x="86951" y="89521"/>
                  </a:lnTo>
                  <a:lnTo>
                    <a:pt x="88241" y="90383"/>
                  </a:lnTo>
                  <a:lnTo>
                    <a:pt x="89140" y="91238"/>
                  </a:lnTo>
                  <a:lnTo>
                    <a:pt x="89648" y="92088"/>
                  </a:lnTo>
                  <a:lnTo>
                    <a:pt x="89413" y="92757"/>
                  </a:lnTo>
                  <a:lnTo>
                    <a:pt x="78478" y="93127"/>
                  </a:lnTo>
                  <a:lnTo>
                    <a:pt x="73779" y="92934"/>
                  </a:lnTo>
                  <a:lnTo>
                    <a:pt x="72826" y="92350"/>
                  </a:lnTo>
                  <a:lnTo>
                    <a:pt x="70580" y="89835"/>
                  </a:lnTo>
                  <a:lnTo>
                    <a:pt x="70092" y="94281"/>
                  </a:lnTo>
                  <a:lnTo>
                    <a:pt x="61900" y="95006"/>
                  </a:lnTo>
                  <a:lnTo>
                    <a:pt x="59986" y="94883"/>
                  </a:lnTo>
                  <a:lnTo>
                    <a:pt x="56798" y="94386"/>
                  </a:lnTo>
                  <a:lnTo>
                    <a:pt x="52680" y="93188"/>
                  </a:lnTo>
                  <a:lnTo>
                    <a:pt x="50973" y="92394"/>
                  </a:lnTo>
                  <a:lnTo>
                    <a:pt x="50305" y="91602"/>
                  </a:lnTo>
                  <a:lnTo>
                    <a:pt x="49807" y="91169"/>
                  </a:lnTo>
                  <a:lnTo>
                    <a:pt x="49483" y="91097"/>
                  </a:lnTo>
                  <a:lnTo>
                    <a:pt x="48459" y="92050"/>
                  </a:lnTo>
                  <a:lnTo>
                    <a:pt x="47340" y="94001"/>
                  </a:lnTo>
                  <a:lnTo>
                    <a:pt x="44526" y="93497"/>
                  </a:lnTo>
                  <a:lnTo>
                    <a:pt x="40964" y="93005"/>
                  </a:lnTo>
                  <a:lnTo>
                    <a:pt x="39681" y="91083"/>
                  </a:lnTo>
                  <a:lnTo>
                    <a:pt x="39607" y="93866"/>
                  </a:lnTo>
                  <a:lnTo>
                    <a:pt x="33867" y="93497"/>
                  </a:lnTo>
                  <a:lnTo>
                    <a:pt x="31107" y="93601"/>
                  </a:lnTo>
                  <a:lnTo>
                    <a:pt x="30297" y="91163"/>
                  </a:lnTo>
                  <a:lnTo>
                    <a:pt x="30163" y="88475"/>
                  </a:lnTo>
                  <a:lnTo>
                    <a:pt x="29044" y="90176"/>
                  </a:lnTo>
                  <a:lnTo>
                    <a:pt x="29532" y="91622"/>
                  </a:lnTo>
                  <a:lnTo>
                    <a:pt x="29690" y="93384"/>
                  </a:lnTo>
                  <a:lnTo>
                    <a:pt x="27250" y="92882"/>
                  </a:lnTo>
                  <a:lnTo>
                    <a:pt x="21896" y="92636"/>
                  </a:lnTo>
                  <a:lnTo>
                    <a:pt x="20000" y="92393"/>
                  </a:lnTo>
                  <a:lnTo>
                    <a:pt x="20243" y="90053"/>
                  </a:lnTo>
                  <a:lnTo>
                    <a:pt x="20665" y="87722"/>
                  </a:lnTo>
                  <a:lnTo>
                    <a:pt x="27561" y="85399"/>
                  </a:lnTo>
                  <a:lnTo>
                    <a:pt x="29592" y="84299"/>
                  </a:lnTo>
                  <a:lnTo>
                    <a:pt x="31087" y="83856"/>
                  </a:lnTo>
                  <a:lnTo>
                    <a:pt x="33454" y="83576"/>
                  </a:lnTo>
                  <a:lnTo>
                    <a:pt x="36477" y="83403"/>
                  </a:lnTo>
                  <a:lnTo>
                    <a:pt x="38539" y="83537"/>
                  </a:lnTo>
                  <a:lnTo>
                    <a:pt x="40893" y="83406"/>
                  </a:lnTo>
                  <a:lnTo>
                    <a:pt x="43705" y="82993"/>
                  </a:lnTo>
                  <a:lnTo>
                    <a:pt x="45713" y="82874"/>
                  </a:lnTo>
                  <a:lnTo>
                    <a:pt x="46091" y="82727"/>
                  </a:lnTo>
                  <a:lnTo>
                    <a:pt x="45509" y="82513"/>
                  </a:lnTo>
                  <a:lnTo>
                    <a:pt x="43360" y="81014"/>
                  </a:lnTo>
                  <a:lnTo>
                    <a:pt x="42589" y="80674"/>
                  </a:lnTo>
                  <a:lnTo>
                    <a:pt x="41804" y="80522"/>
                  </a:lnTo>
                  <a:lnTo>
                    <a:pt x="40249" y="80455"/>
                  </a:lnTo>
                  <a:lnTo>
                    <a:pt x="38741" y="79799"/>
                  </a:lnTo>
                  <a:lnTo>
                    <a:pt x="37868" y="79220"/>
                  </a:lnTo>
                  <a:lnTo>
                    <a:pt x="36934" y="78432"/>
                  </a:lnTo>
                  <a:lnTo>
                    <a:pt x="35441" y="76940"/>
                  </a:lnTo>
                  <a:lnTo>
                    <a:pt x="33958" y="75275"/>
                  </a:lnTo>
                  <a:lnTo>
                    <a:pt x="34693" y="74361"/>
                  </a:lnTo>
                  <a:lnTo>
                    <a:pt x="37152" y="73643"/>
                  </a:lnTo>
                  <a:lnTo>
                    <a:pt x="39615" y="73145"/>
                  </a:lnTo>
                  <a:lnTo>
                    <a:pt x="42082" y="72868"/>
                  </a:lnTo>
                  <a:lnTo>
                    <a:pt x="44145" y="72862"/>
                  </a:lnTo>
                  <a:lnTo>
                    <a:pt x="46632" y="73259"/>
                  </a:lnTo>
                  <a:lnTo>
                    <a:pt x="50132" y="74028"/>
                  </a:lnTo>
                  <a:lnTo>
                    <a:pt x="52139" y="74899"/>
                  </a:lnTo>
                  <a:lnTo>
                    <a:pt x="54659" y="76743"/>
                  </a:lnTo>
                  <a:lnTo>
                    <a:pt x="56319" y="78212"/>
                  </a:lnTo>
                  <a:lnTo>
                    <a:pt x="57669" y="78874"/>
                  </a:lnTo>
                  <a:lnTo>
                    <a:pt x="63701" y="80076"/>
                  </a:lnTo>
                  <a:lnTo>
                    <a:pt x="65709" y="80271"/>
                  </a:lnTo>
                  <a:lnTo>
                    <a:pt x="68090" y="80174"/>
                  </a:lnTo>
                  <a:lnTo>
                    <a:pt x="72947" y="79859"/>
                  </a:lnTo>
                  <a:lnTo>
                    <a:pt x="75334" y="79529"/>
                  </a:lnTo>
                  <a:lnTo>
                    <a:pt x="76405" y="79138"/>
                  </a:lnTo>
                  <a:lnTo>
                    <a:pt x="76956" y="78576"/>
                  </a:lnTo>
                  <a:lnTo>
                    <a:pt x="77642" y="78142"/>
                  </a:lnTo>
                  <a:lnTo>
                    <a:pt x="79790" y="77149"/>
                  </a:lnTo>
                  <a:lnTo>
                    <a:pt x="83078" y="75086"/>
                  </a:lnTo>
                  <a:lnTo>
                    <a:pt x="84898" y="73457"/>
                  </a:lnTo>
                  <a:lnTo>
                    <a:pt x="85330" y="72909"/>
                  </a:lnTo>
                  <a:lnTo>
                    <a:pt x="85693" y="72246"/>
                  </a:lnTo>
                  <a:lnTo>
                    <a:pt x="85987" y="71468"/>
                  </a:lnTo>
                  <a:lnTo>
                    <a:pt x="84962" y="71883"/>
                  </a:lnTo>
                  <a:lnTo>
                    <a:pt x="79284" y="75909"/>
                  </a:lnTo>
                  <a:lnTo>
                    <a:pt x="78107" y="76641"/>
                  </a:lnTo>
                  <a:lnTo>
                    <a:pt x="74784" y="77877"/>
                  </a:lnTo>
                  <a:lnTo>
                    <a:pt x="73377" y="78077"/>
                  </a:lnTo>
                  <a:lnTo>
                    <a:pt x="71109" y="78016"/>
                  </a:lnTo>
                  <a:lnTo>
                    <a:pt x="68101" y="77468"/>
                  </a:lnTo>
                  <a:lnTo>
                    <a:pt x="64556" y="78339"/>
                  </a:lnTo>
                  <a:lnTo>
                    <a:pt x="62405" y="78118"/>
                  </a:lnTo>
                  <a:lnTo>
                    <a:pt x="60499" y="77509"/>
                  </a:lnTo>
                  <a:lnTo>
                    <a:pt x="60473" y="74652"/>
                  </a:lnTo>
                  <a:lnTo>
                    <a:pt x="58056" y="72367"/>
                  </a:lnTo>
                  <a:lnTo>
                    <a:pt x="60726" y="71211"/>
                  </a:lnTo>
                  <a:lnTo>
                    <a:pt x="62938" y="70493"/>
                  </a:lnTo>
                  <a:lnTo>
                    <a:pt x="66875" y="68629"/>
                  </a:lnTo>
                  <a:lnTo>
                    <a:pt x="67738" y="68610"/>
                  </a:lnTo>
                  <a:lnTo>
                    <a:pt x="70590" y="68903"/>
                  </a:lnTo>
                  <a:lnTo>
                    <a:pt x="69025" y="68480"/>
                  </a:lnTo>
                  <a:lnTo>
                    <a:pt x="67494" y="67852"/>
                  </a:lnTo>
                  <a:lnTo>
                    <a:pt x="64084" y="68015"/>
                  </a:lnTo>
                  <a:lnTo>
                    <a:pt x="65287" y="64000"/>
                  </a:lnTo>
                  <a:lnTo>
                    <a:pt x="63006" y="67001"/>
                  </a:lnTo>
                  <a:lnTo>
                    <a:pt x="60680" y="68576"/>
                  </a:lnTo>
                  <a:lnTo>
                    <a:pt x="59272" y="69372"/>
                  </a:lnTo>
                  <a:lnTo>
                    <a:pt x="57693" y="69830"/>
                  </a:lnTo>
                  <a:lnTo>
                    <a:pt x="51715" y="70226"/>
                  </a:lnTo>
                  <a:lnTo>
                    <a:pt x="53183" y="68751"/>
                  </a:lnTo>
                  <a:lnTo>
                    <a:pt x="54532" y="66576"/>
                  </a:lnTo>
                  <a:lnTo>
                    <a:pt x="53104" y="67389"/>
                  </a:lnTo>
                  <a:lnTo>
                    <a:pt x="49735" y="68610"/>
                  </a:lnTo>
                  <a:lnTo>
                    <a:pt x="47213" y="69252"/>
                  </a:lnTo>
                  <a:lnTo>
                    <a:pt x="45136" y="69590"/>
                  </a:lnTo>
                  <a:lnTo>
                    <a:pt x="41104" y="69508"/>
                  </a:lnTo>
                  <a:lnTo>
                    <a:pt x="39095" y="68895"/>
                  </a:lnTo>
                  <a:lnTo>
                    <a:pt x="39668" y="67391"/>
                  </a:lnTo>
                  <a:lnTo>
                    <a:pt x="39666" y="65539"/>
                  </a:lnTo>
                  <a:lnTo>
                    <a:pt x="40897" y="64681"/>
                  </a:lnTo>
                  <a:lnTo>
                    <a:pt x="42760" y="63581"/>
                  </a:lnTo>
                  <a:lnTo>
                    <a:pt x="44760" y="62098"/>
                  </a:lnTo>
                  <a:lnTo>
                    <a:pt x="46132" y="60558"/>
                  </a:lnTo>
                  <a:lnTo>
                    <a:pt x="51487" y="59870"/>
                  </a:lnTo>
                  <a:lnTo>
                    <a:pt x="56699" y="59591"/>
                  </a:lnTo>
                  <a:lnTo>
                    <a:pt x="61063" y="58777"/>
                  </a:lnTo>
                  <a:lnTo>
                    <a:pt x="63201" y="58634"/>
                  </a:lnTo>
                  <a:lnTo>
                    <a:pt x="65249" y="59020"/>
                  </a:lnTo>
                  <a:lnTo>
                    <a:pt x="73568" y="59654"/>
                  </a:lnTo>
                  <a:lnTo>
                    <a:pt x="76983" y="60137"/>
                  </a:lnTo>
                  <a:lnTo>
                    <a:pt x="78480" y="60488"/>
                  </a:lnTo>
                  <a:lnTo>
                    <a:pt x="79590" y="60614"/>
                  </a:lnTo>
                  <a:lnTo>
                    <a:pt x="80763" y="60090"/>
                  </a:lnTo>
                  <a:lnTo>
                    <a:pt x="82254" y="59584"/>
                  </a:lnTo>
                  <a:lnTo>
                    <a:pt x="87439" y="59636"/>
                  </a:lnTo>
                  <a:lnTo>
                    <a:pt x="88869" y="59544"/>
                  </a:lnTo>
                  <a:lnTo>
                    <a:pt x="90189" y="59306"/>
                  </a:lnTo>
                  <a:lnTo>
                    <a:pt x="91798" y="58826"/>
                  </a:lnTo>
                  <a:lnTo>
                    <a:pt x="93692" y="58103"/>
                  </a:lnTo>
                  <a:lnTo>
                    <a:pt x="93983" y="57748"/>
                  </a:lnTo>
                  <a:lnTo>
                    <a:pt x="92668" y="57761"/>
                  </a:lnTo>
                  <a:lnTo>
                    <a:pt x="91351" y="57942"/>
                  </a:lnTo>
                  <a:lnTo>
                    <a:pt x="89373" y="58470"/>
                  </a:lnTo>
                  <a:lnTo>
                    <a:pt x="87468" y="58754"/>
                  </a:lnTo>
                  <a:lnTo>
                    <a:pt x="85525" y="58700"/>
                  </a:lnTo>
                  <a:lnTo>
                    <a:pt x="81604" y="58254"/>
                  </a:lnTo>
                  <a:lnTo>
                    <a:pt x="74792" y="58174"/>
                  </a:lnTo>
                  <a:lnTo>
                    <a:pt x="71318" y="57971"/>
                  </a:lnTo>
                  <a:lnTo>
                    <a:pt x="69706" y="57755"/>
                  </a:lnTo>
                  <a:lnTo>
                    <a:pt x="68799" y="57458"/>
                  </a:lnTo>
                  <a:lnTo>
                    <a:pt x="68006" y="57012"/>
                  </a:lnTo>
                  <a:lnTo>
                    <a:pt x="67326" y="56416"/>
                  </a:lnTo>
                  <a:lnTo>
                    <a:pt x="67680" y="55998"/>
                  </a:lnTo>
                  <a:lnTo>
                    <a:pt x="69068" y="55757"/>
                  </a:lnTo>
                  <a:lnTo>
                    <a:pt x="70269" y="55707"/>
                  </a:lnTo>
                  <a:lnTo>
                    <a:pt x="72195" y="56034"/>
                  </a:lnTo>
                  <a:lnTo>
                    <a:pt x="74356" y="56590"/>
                  </a:lnTo>
                  <a:lnTo>
                    <a:pt x="76710" y="56662"/>
                  </a:lnTo>
                  <a:lnTo>
                    <a:pt x="75895" y="56155"/>
                  </a:lnTo>
                  <a:lnTo>
                    <a:pt x="72904" y="55135"/>
                  </a:lnTo>
                  <a:lnTo>
                    <a:pt x="70830" y="54271"/>
                  </a:lnTo>
                  <a:lnTo>
                    <a:pt x="69092" y="53208"/>
                  </a:lnTo>
                  <a:lnTo>
                    <a:pt x="67755" y="52158"/>
                  </a:lnTo>
                  <a:lnTo>
                    <a:pt x="64784" y="50510"/>
                  </a:lnTo>
                  <a:lnTo>
                    <a:pt x="62387" y="48872"/>
                  </a:lnTo>
                  <a:lnTo>
                    <a:pt x="60696" y="48148"/>
                  </a:lnTo>
                  <a:lnTo>
                    <a:pt x="58913" y="47789"/>
                  </a:lnTo>
                  <a:lnTo>
                    <a:pt x="53478" y="47341"/>
                  </a:lnTo>
                  <a:lnTo>
                    <a:pt x="52388" y="47050"/>
                  </a:lnTo>
                  <a:lnTo>
                    <a:pt x="49795" y="45622"/>
                  </a:lnTo>
                  <a:lnTo>
                    <a:pt x="49099" y="43209"/>
                  </a:lnTo>
                  <a:lnTo>
                    <a:pt x="47962" y="41740"/>
                  </a:lnTo>
                  <a:lnTo>
                    <a:pt x="49059" y="39861"/>
                  </a:lnTo>
                  <a:lnTo>
                    <a:pt x="50869" y="39009"/>
                  </a:lnTo>
                  <a:lnTo>
                    <a:pt x="61726" y="39672"/>
                  </a:lnTo>
                  <a:lnTo>
                    <a:pt x="66307" y="39572"/>
                  </a:lnTo>
                  <a:lnTo>
                    <a:pt x="72162" y="39809"/>
                  </a:lnTo>
                  <a:lnTo>
                    <a:pt x="75312" y="40269"/>
                  </a:lnTo>
                  <a:lnTo>
                    <a:pt x="78906" y="41413"/>
                  </a:lnTo>
                  <a:lnTo>
                    <a:pt x="82117" y="42701"/>
                  </a:lnTo>
                  <a:lnTo>
                    <a:pt x="85209" y="43563"/>
                  </a:lnTo>
                  <a:lnTo>
                    <a:pt x="88052" y="44742"/>
                  </a:lnTo>
                  <a:lnTo>
                    <a:pt x="91157" y="46493"/>
                  </a:lnTo>
                  <a:lnTo>
                    <a:pt x="92984" y="47332"/>
                  </a:lnTo>
                  <a:lnTo>
                    <a:pt x="94567" y="47845"/>
                  </a:lnTo>
                  <a:lnTo>
                    <a:pt x="96699" y="48286"/>
                  </a:lnTo>
                  <a:lnTo>
                    <a:pt x="100719" y="48844"/>
                  </a:lnTo>
                  <a:lnTo>
                    <a:pt x="104222" y="49027"/>
                  </a:lnTo>
                  <a:lnTo>
                    <a:pt x="106038" y="48955"/>
                  </a:lnTo>
                  <a:lnTo>
                    <a:pt x="107980" y="48551"/>
                  </a:lnTo>
                  <a:lnTo>
                    <a:pt x="109363" y="48073"/>
                  </a:lnTo>
                  <a:lnTo>
                    <a:pt x="107821" y="47941"/>
                  </a:lnTo>
                  <a:lnTo>
                    <a:pt x="103785" y="47996"/>
                  </a:lnTo>
                  <a:lnTo>
                    <a:pt x="100983" y="47743"/>
                  </a:lnTo>
                  <a:lnTo>
                    <a:pt x="99386" y="47180"/>
                  </a:lnTo>
                  <a:lnTo>
                    <a:pt x="97686" y="46423"/>
                  </a:lnTo>
                  <a:lnTo>
                    <a:pt x="94985" y="44994"/>
                  </a:lnTo>
                  <a:lnTo>
                    <a:pt x="92941" y="44060"/>
                  </a:lnTo>
                  <a:lnTo>
                    <a:pt x="88474" y="42537"/>
                  </a:lnTo>
                  <a:lnTo>
                    <a:pt x="85173" y="41023"/>
                  </a:lnTo>
                  <a:lnTo>
                    <a:pt x="82526" y="39587"/>
                  </a:lnTo>
                  <a:lnTo>
                    <a:pt x="82281" y="38963"/>
                  </a:lnTo>
                  <a:lnTo>
                    <a:pt x="84194" y="38528"/>
                  </a:lnTo>
                  <a:lnTo>
                    <a:pt x="86546" y="38225"/>
                  </a:lnTo>
                  <a:lnTo>
                    <a:pt x="101272" y="37252"/>
                  </a:lnTo>
                  <a:lnTo>
                    <a:pt x="110057" y="36090"/>
                  </a:lnTo>
                  <a:lnTo>
                    <a:pt x="113621" y="34742"/>
                  </a:lnTo>
                  <a:lnTo>
                    <a:pt x="114047" y="34427"/>
                  </a:lnTo>
                  <a:lnTo>
                    <a:pt x="125808" y="32522"/>
                  </a:lnTo>
                  <a:lnTo>
                    <a:pt x="134125" y="31819"/>
                  </a:lnTo>
                  <a:lnTo>
                    <a:pt x="137323" y="31706"/>
                  </a:lnTo>
                  <a:lnTo>
                    <a:pt x="140219" y="31401"/>
                  </a:lnTo>
                  <a:lnTo>
                    <a:pt x="140339" y="31214"/>
                  </a:lnTo>
                  <a:lnTo>
                    <a:pt x="137801" y="30959"/>
                  </a:lnTo>
                  <a:lnTo>
                    <a:pt x="135238" y="30834"/>
                  </a:lnTo>
                  <a:lnTo>
                    <a:pt x="129426" y="30842"/>
                  </a:lnTo>
                  <a:lnTo>
                    <a:pt x="124249" y="30611"/>
                  </a:lnTo>
                  <a:lnTo>
                    <a:pt x="122686" y="30189"/>
                  </a:lnTo>
                  <a:lnTo>
                    <a:pt x="123010" y="29500"/>
                  </a:lnTo>
                  <a:lnTo>
                    <a:pt x="123508" y="28909"/>
                  </a:lnTo>
                  <a:lnTo>
                    <a:pt x="125072" y="27920"/>
                  </a:lnTo>
                  <a:lnTo>
                    <a:pt x="126748" y="27177"/>
                  </a:lnTo>
                  <a:lnTo>
                    <a:pt x="133851" y="25036"/>
                  </a:lnTo>
                  <a:lnTo>
                    <a:pt x="138632" y="24135"/>
                  </a:lnTo>
                  <a:lnTo>
                    <a:pt x="140010" y="23513"/>
                  </a:lnTo>
                  <a:lnTo>
                    <a:pt x="129723" y="24901"/>
                  </a:lnTo>
                  <a:lnTo>
                    <a:pt x="126130" y="25903"/>
                  </a:lnTo>
                  <a:lnTo>
                    <a:pt x="122519" y="27408"/>
                  </a:lnTo>
                  <a:lnTo>
                    <a:pt x="120649" y="27852"/>
                  </a:lnTo>
                  <a:lnTo>
                    <a:pt x="119316" y="27735"/>
                  </a:lnTo>
                  <a:lnTo>
                    <a:pt x="118125" y="27875"/>
                  </a:lnTo>
                  <a:lnTo>
                    <a:pt x="117076" y="28272"/>
                  </a:lnTo>
                  <a:lnTo>
                    <a:pt x="116196" y="29001"/>
                  </a:lnTo>
                  <a:lnTo>
                    <a:pt x="115486" y="30059"/>
                  </a:lnTo>
                  <a:lnTo>
                    <a:pt x="114841" y="30779"/>
                  </a:lnTo>
                  <a:lnTo>
                    <a:pt x="114262" y="31164"/>
                  </a:lnTo>
                  <a:lnTo>
                    <a:pt x="112798" y="31719"/>
                  </a:lnTo>
                  <a:lnTo>
                    <a:pt x="109277" y="32808"/>
                  </a:lnTo>
                  <a:lnTo>
                    <a:pt x="101013" y="34328"/>
                  </a:lnTo>
                  <a:lnTo>
                    <a:pt x="98232" y="34715"/>
                  </a:lnTo>
                  <a:lnTo>
                    <a:pt x="95851" y="34776"/>
                  </a:lnTo>
                  <a:lnTo>
                    <a:pt x="88135" y="35633"/>
                  </a:lnTo>
                  <a:lnTo>
                    <a:pt x="85819" y="35667"/>
                  </a:lnTo>
                  <a:lnTo>
                    <a:pt x="83252" y="35407"/>
                  </a:lnTo>
                  <a:lnTo>
                    <a:pt x="84350" y="34666"/>
                  </a:lnTo>
                  <a:lnTo>
                    <a:pt x="88433" y="33299"/>
                  </a:lnTo>
                  <a:lnTo>
                    <a:pt x="89515" y="32690"/>
                  </a:lnTo>
                  <a:lnTo>
                    <a:pt x="86903" y="32823"/>
                  </a:lnTo>
                  <a:lnTo>
                    <a:pt x="84239" y="33197"/>
                  </a:lnTo>
                  <a:lnTo>
                    <a:pt x="78360" y="33504"/>
                  </a:lnTo>
                  <a:lnTo>
                    <a:pt x="76036" y="34061"/>
                  </a:lnTo>
                  <a:lnTo>
                    <a:pt x="73782" y="35069"/>
                  </a:lnTo>
                  <a:lnTo>
                    <a:pt x="71976" y="35704"/>
                  </a:lnTo>
                  <a:lnTo>
                    <a:pt x="70618" y="35962"/>
                  </a:lnTo>
                  <a:lnTo>
                    <a:pt x="68744" y="36116"/>
                  </a:lnTo>
                  <a:lnTo>
                    <a:pt x="61856" y="36194"/>
                  </a:lnTo>
                  <a:lnTo>
                    <a:pt x="60328" y="36126"/>
                  </a:lnTo>
                  <a:lnTo>
                    <a:pt x="56366" y="35357"/>
                  </a:lnTo>
                  <a:lnTo>
                    <a:pt x="52856" y="35622"/>
                  </a:lnTo>
                  <a:lnTo>
                    <a:pt x="51407" y="35571"/>
                  </a:lnTo>
                  <a:lnTo>
                    <a:pt x="48746" y="35028"/>
                  </a:lnTo>
                  <a:lnTo>
                    <a:pt x="47953" y="34675"/>
                  </a:lnTo>
                  <a:lnTo>
                    <a:pt x="48070" y="34201"/>
                  </a:lnTo>
                  <a:lnTo>
                    <a:pt x="49608" y="33308"/>
                  </a:lnTo>
                  <a:lnTo>
                    <a:pt x="51390" y="32450"/>
                  </a:lnTo>
                  <a:lnTo>
                    <a:pt x="57188" y="30566"/>
                  </a:lnTo>
                  <a:lnTo>
                    <a:pt x="60906" y="29684"/>
                  </a:lnTo>
                  <a:lnTo>
                    <a:pt x="66264" y="28924"/>
                  </a:lnTo>
                  <a:lnTo>
                    <a:pt x="78854" y="28074"/>
                  </a:lnTo>
                  <a:lnTo>
                    <a:pt x="79425" y="27451"/>
                  </a:lnTo>
                  <a:lnTo>
                    <a:pt x="66685" y="28147"/>
                  </a:lnTo>
                  <a:lnTo>
                    <a:pt x="55849" y="29026"/>
                  </a:lnTo>
                  <a:lnTo>
                    <a:pt x="54090" y="29349"/>
                  </a:lnTo>
                  <a:lnTo>
                    <a:pt x="51567" y="30211"/>
                  </a:lnTo>
                  <a:lnTo>
                    <a:pt x="43555" y="33333"/>
                  </a:lnTo>
                  <a:lnTo>
                    <a:pt x="41194" y="34121"/>
                  </a:lnTo>
                  <a:lnTo>
                    <a:pt x="37582" y="34309"/>
                  </a:lnTo>
                  <a:lnTo>
                    <a:pt x="34819" y="34042"/>
                  </a:lnTo>
                  <a:lnTo>
                    <a:pt x="32659" y="33646"/>
                  </a:lnTo>
                  <a:lnTo>
                    <a:pt x="28940" y="32722"/>
                  </a:lnTo>
                  <a:lnTo>
                    <a:pt x="26136" y="32226"/>
                  </a:lnTo>
                  <a:lnTo>
                    <a:pt x="24810" y="31892"/>
                  </a:lnTo>
                  <a:lnTo>
                    <a:pt x="24025" y="31556"/>
                  </a:lnTo>
                  <a:lnTo>
                    <a:pt x="23390" y="31162"/>
                  </a:lnTo>
                  <a:lnTo>
                    <a:pt x="22902" y="30710"/>
                  </a:lnTo>
                  <a:lnTo>
                    <a:pt x="23814" y="30333"/>
                  </a:lnTo>
                  <a:lnTo>
                    <a:pt x="30946" y="29518"/>
                  </a:lnTo>
                  <a:lnTo>
                    <a:pt x="40638" y="29677"/>
                  </a:lnTo>
                  <a:lnTo>
                    <a:pt x="44986" y="29509"/>
                  </a:lnTo>
                  <a:lnTo>
                    <a:pt x="49265" y="29016"/>
                  </a:lnTo>
                  <a:lnTo>
                    <a:pt x="55577" y="27791"/>
                  </a:lnTo>
                  <a:lnTo>
                    <a:pt x="62448" y="26071"/>
                  </a:lnTo>
                  <a:lnTo>
                    <a:pt x="63793" y="25522"/>
                  </a:lnTo>
                  <a:lnTo>
                    <a:pt x="61285" y="25402"/>
                  </a:lnTo>
                  <a:lnTo>
                    <a:pt x="59428" y="25535"/>
                  </a:lnTo>
                  <a:lnTo>
                    <a:pt x="54958" y="26150"/>
                  </a:lnTo>
                  <a:lnTo>
                    <a:pt x="47884" y="27804"/>
                  </a:lnTo>
                  <a:lnTo>
                    <a:pt x="41712" y="28388"/>
                  </a:lnTo>
                  <a:lnTo>
                    <a:pt x="26464" y="28699"/>
                  </a:lnTo>
                  <a:lnTo>
                    <a:pt x="21624" y="29161"/>
                  </a:lnTo>
                  <a:lnTo>
                    <a:pt x="19499" y="29062"/>
                  </a:lnTo>
                  <a:lnTo>
                    <a:pt x="17897" y="28610"/>
                  </a:lnTo>
                  <a:lnTo>
                    <a:pt x="16112" y="27775"/>
                  </a:lnTo>
                  <a:lnTo>
                    <a:pt x="16431" y="27107"/>
                  </a:lnTo>
                  <a:lnTo>
                    <a:pt x="20063" y="26356"/>
                  </a:lnTo>
                  <a:lnTo>
                    <a:pt x="22909" y="26180"/>
                  </a:lnTo>
                  <a:lnTo>
                    <a:pt x="23419" y="26026"/>
                  </a:lnTo>
                  <a:lnTo>
                    <a:pt x="19379" y="25302"/>
                  </a:lnTo>
                  <a:lnTo>
                    <a:pt x="19019" y="24931"/>
                  </a:lnTo>
                  <a:lnTo>
                    <a:pt x="21353" y="24111"/>
                  </a:lnTo>
                  <a:lnTo>
                    <a:pt x="26412" y="22902"/>
                  </a:lnTo>
                  <a:lnTo>
                    <a:pt x="28970" y="22521"/>
                  </a:lnTo>
                  <a:lnTo>
                    <a:pt x="33657" y="22279"/>
                  </a:lnTo>
                  <a:lnTo>
                    <a:pt x="38480" y="22411"/>
                  </a:lnTo>
                  <a:lnTo>
                    <a:pt x="38666" y="22181"/>
                  </a:lnTo>
                  <a:lnTo>
                    <a:pt x="33895" y="21723"/>
                  </a:lnTo>
                  <a:lnTo>
                    <a:pt x="30322" y="21639"/>
                  </a:lnTo>
                  <a:lnTo>
                    <a:pt x="25598" y="21962"/>
                  </a:lnTo>
                  <a:lnTo>
                    <a:pt x="13061" y="23920"/>
                  </a:lnTo>
                  <a:lnTo>
                    <a:pt x="11994" y="23861"/>
                  </a:lnTo>
                  <a:lnTo>
                    <a:pt x="10170" y="23524"/>
                  </a:lnTo>
                  <a:lnTo>
                    <a:pt x="10693" y="23040"/>
                  </a:lnTo>
                  <a:lnTo>
                    <a:pt x="17397" y="20983"/>
                  </a:lnTo>
                  <a:lnTo>
                    <a:pt x="17619" y="20660"/>
                  </a:lnTo>
                  <a:lnTo>
                    <a:pt x="12802" y="20706"/>
                  </a:lnTo>
                  <a:lnTo>
                    <a:pt x="11388" y="20609"/>
                  </a:lnTo>
                  <a:lnTo>
                    <a:pt x="10007" y="20365"/>
                  </a:lnTo>
                  <a:lnTo>
                    <a:pt x="8044" y="20581"/>
                  </a:lnTo>
                  <a:lnTo>
                    <a:pt x="5499" y="21258"/>
                  </a:lnTo>
                  <a:lnTo>
                    <a:pt x="3705" y="21547"/>
                  </a:lnTo>
                  <a:lnTo>
                    <a:pt x="2661" y="21450"/>
                  </a:lnTo>
                  <a:lnTo>
                    <a:pt x="0" y="20648"/>
                  </a:lnTo>
                  <a:lnTo>
                    <a:pt x="345" y="19977"/>
                  </a:lnTo>
                  <a:lnTo>
                    <a:pt x="2462" y="19134"/>
                  </a:lnTo>
                  <a:lnTo>
                    <a:pt x="4395" y="18527"/>
                  </a:lnTo>
                  <a:lnTo>
                    <a:pt x="7021" y="17974"/>
                  </a:lnTo>
                  <a:lnTo>
                    <a:pt x="11295" y="17279"/>
                  </a:lnTo>
                  <a:lnTo>
                    <a:pt x="14390" y="17045"/>
                  </a:lnTo>
                  <a:lnTo>
                    <a:pt x="19401" y="17038"/>
                  </a:lnTo>
                  <a:lnTo>
                    <a:pt x="21788" y="16728"/>
                  </a:lnTo>
                  <a:lnTo>
                    <a:pt x="23914" y="16189"/>
                  </a:lnTo>
                  <a:lnTo>
                    <a:pt x="26573" y="15316"/>
                  </a:lnTo>
                  <a:lnTo>
                    <a:pt x="29491" y="14715"/>
                  </a:lnTo>
                  <a:lnTo>
                    <a:pt x="34256" y="14221"/>
                  </a:lnTo>
                  <a:lnTo>
                    <a:pt x="38270" y="14380"/>
                  </a:lnTo>
                  <a:lnTo>
                    <a:pt x="40489" y="14811"/>
                  </a:lnTo>
                  <a:lnTo>
                    <a:pt x="42251" y="15566"/>
                  </a:lnTo>
                  <a:lnTo>
                    <a:pt x="44142" y="16142"/>
                  </a:lnTo>
                  <a:lnTo>
                    <a:pt x="44322" y="15676"/>
                  </a:lnTo>
                  <a:lnTo>
                    <a:pt x="45885" y="15102"/>
                  </a:lnTo>
                  <a:lnTo>
                    <a:pt x="47845" y="14855"/>
                  </a:lnTo>
                  <a:lnTo>
                    <a:pt x="50204" y="14938"/>
                  </a:lnTo>
                  <a:lnTo>
                    <a:pt x="52277" y="15211"/>
                  </a:lnTo>
                  <a:lnTo>
                    <a:pt x="54960" y="15906"/>
                  </a:lnTo>
                  <a:lnTo>
                    <a:pt x="57128" y="16219"/>
                  </a:lnTo>
                  <a:lnTo>
                    <a:pt x="58147" y="16200"/>
                  </a:lnTo>
                  <a:lnTo>
                    <a:pt x="59422" y="15815"/>
                  </a:lnTo>
                  <a:lnTo>
                    <a:pt x="62812" y="15807"/>
                  </a:lnTo>
                  <a:lnTo>
                    <a:pt x="62742" y="15643"/>
                  </a:lnTo>
                  <a:lnTo>
                    <a:pt x="61635" y="15241"/>
                  </a:lnTo>
                  <a:lnTo>
                    <a:pt x="60298" y="14953"/>
                  </a:lnTo>
                  <a:lnTo>
                    <a:pt x="48282" y="12956"/>
                  </a:lnTo>
                  <a:lnTo>
                    <a:pt x="47951" y="12519"/>
                  </a:lnTo>
                  <a:lnTo>
                    <a:pt x="52001" y="12109"/>
                  </a:lnTo>
                  <a:lnTo>
                    <a:pt x="54532" y="11619"/>
                  </a:lnTo>
                  <a:lnTo>
                    <a:pt x="55720" y="11500"/>
                  </a:lnTo>
                  <a:lnTo>
                    <a:pt x="58687" y="10458"/>
                  </a:lnTo>
                  <a:lnTo>
                    <a:pt x="60625" y="9915"/>
                  </a:lnTo>
                  <a:lnTo>
                    <a:pt x="64212" y="9299"/>
                  </a:lnTo>
                  <a:lnTo>
                    <a:pt x="65651" y="9467"/>
                  </a:lnTo>
                  <a:lnTo>
                    <a:pt x="67462" y="10011"/>
                  </a:lnTo>
                  <a:lnTo>
                    <a:pt x="69214" y="10351"/>
                  </a:lnTo>
                  <a:lnTo>
                    <a:pt x="74366" y="10676"/>
                  </a:lnTo>
                  <a:lnTo>
                    <a:pt x="76570" y="11013"/>
                  </a:lnTo>
                  <a:lnTo>
                    <a:pt x="80496" y="12956"/>
                  </a:lnTo>
                  <a:lnTo>
                    <a:pt x="82062" y="13590"/>
                  </a:lnTo>
                  <a:lnTo>
                    <a:pt x="84294" y="14243"/>
                  </a:lnTo>
                  <a:lnTo>
                    <a:pt x="85623" y="14489"/>
                  </a:lnTo>
                  <a:lnTo>
                    <a:pt x="88251" y="14646"/>
                  </a:lnTo>
                  <a:lnTo>
                    <a:pt x="88521" y="14277"/>
                  </a:lnTo>
                  <a:lnTo>
                    <a:pt x="85402" y="13359"/>
                  </a:lnTo>
                  <a:lnTo>
                    <a:pt x="84547" y="12827"/>
                  </a:lnTo>
                  <a:lnTo>
                    <a:pt x="84915" y="12377"/>
                  </a:lnTo>
                  <a:lnTo>
                    <a:pt x="85579" y="12139"/>
                  </a:lnTo>
                  <a:lnTo>
                    <a:pt x="86539" y="12118"/>
                  </a:lnTo>
                  <a:lnTo>
                    <a:pt x="89002" y="12520"/>
                  </a:lnTo>
                  <a:lnTo>
                    <a:pt x="95550" y="13885"/>
                  </a:lnTo>
                  <a:lnTo>
                    <a:pt x="105338" y="15503"/>
                  </a:lnTo>
                  <a:lnTo>
                    <a:pt x="109089" y="15879"/>
                  </a:lnTo>
                  <a:lnTo>
                    <a:pt x="111405" y="16456"/>
                  </a:lnTo>
                  <a:lnTo>
                    <a:pt x="113515" y="17159"/>
                  </a:lnTo>
                  <a:lnTo>
                    <a:pt x="115596" y="17643"/>
                  </a:lnTo>
                  <a:lnTo>
                    <a:pt x="115982" y="17597"/>
                  </a:lnTo>
                  <a:lnTo>
                    <a:pt x="114046" y="16511"/>
                  </a:lnTo>
                  <a:lnTo>
                    <a:pt x="109312" y="15171"/>
                  </a:lnTo>
                  <a:lnTo>
                    <a:pt x="96649" y="12884"/>
                  </a:lnTo>
                  <a:lnTo>
                    <a:pt x="91641" y="11686"/>
                  </a:lnTo>
                  <a:lnTo>
                    <a:pt x="89219" y="10876"/>
                  </a:lnTo>
                  <a:lnTo>
                    <a:pt x="87384" y="10057"/>
                  </a:lnTo>
                  <a:lnTo>
                    <a:pt x="87348" y="9610"/>
                  </a:lnTo>
                  <a:lnTo>
                    <a:pt x="89075" y="9086"/>
                  </a:lnTo>
                  <a:lnTo>
                    <a:pt x="91399" y="8671"/>
                  </a:lnTo>
                  <a:lnTo>
                    <a:pt x="94289" y="8506"/>
                  </a:lnTo>
                  <a:lnTo>
                    <a:pt x="94635" y="8333"/>
                  </a:lnTo>
                  <a:lnTo>
                    <a:pt x="92010" y="7711"/>
                  </a:lnTo>
                  <a:lnTo>
                    <a:pt x="90460" y="7174"/>
                  </a:lnTo>
                  <a:lnTo>
                    <a:pt x="90513" y="6798"/>
                  </a:lnTo>
                  <a:lnTo>
                    <a:pt x="93649" y="6512"/>
                  </a:lnTo>
                  <a:lnTo>
                    <a:pt x="95595" y="6598"/>
                  </a:lnTo>
                  <a:lnTo>
                    <a:pt x="99293" y="7275"/>
                  </a:lnTo>
                  <a:lnTo>
                    <a:pt x="102380" y="7595"/>
                  </a:lnTo>
                  <a:lnTo>
                    <a:pt x="102880" y="7388"/>
                  </a:lnTo>
                  <a:lnTo>
                    <a:pt x="99692" y="5586"/>
                  </a:lnTo>
                  <a:lnTo>
                    <a:pt x="99395" y="5180"/>
                  </a:lnTo>
                  <a:lnTo>
                    <a:pt x="99867" y="4943"/>
                  </a:lnTo>
                  <a:lnTo>
                    <a:pt x="100983" y="4701"/>
                  </a:lnTo>
                  <a:lnTo>
                    <a:pt x="104323" y="4840"/>
                  </a:lnTo>
                  <a:lnTo>
                    <a:pt x="109823" y="5717"/>
                  </a:lnTo>
                  <a:lnTo>
                    <a:pt x="119669" y="6157"/>
                  </a:lnTo>
                  <a:lnTo>
                    <a:pt x="122378" y="6091"/>
                  </a:lnTo>
                  <a:lnTo>
                    <a:pt x="121971" y="5888"/>
                  </a:lnTo>
                  <a:lnTo>
                    <a:pt x="118041" y="5346"/>
                  </a:lnTo>
                  <a:lnTo>
                    <a:pt x="113927" y="4618"/>
                  </a:lnTo>
                  <a:lnTo>
                    <a:pt x="112113" y="4178"/>
                  </a:lnTo>
                  <a:lnTo>
                    <a:pt x="110783" y="3586"/>
                  </a:lnTo>
                  <a:lnTo>
                    <a:pt x="109205" y="3094"/>
                  </a:lnTo>
                  <a:lnTo>
                    <a:pt x="109075" y="2859"/>
                  </a:lnTo>
                  <a:lnTo>
                    <a:pt x="111616" y="2476"/>
                  </a:lnTo>
                  <a:lnTo>
                    <a:pt x="118293" y="2551"/>
                  </a:lnTo>
                  <a:lnTo>
                    <a:pt x="124495" y="3138"/>
                  </a:lnTo>
                  <a:lnTo>
                    <a:pt x="129759" y="2925"/>
                  </a:lnTo>
                  <a:lnTo>
                    <a:pt x="133075" y="3072"/>
                  </a:lnTo>
                  <a:lnTo>
                    <a:pt x="134385" y="3249"/>
                  </a:lnTo>
                  <a:lnTo>
                    <a:pt x="136786" y="3890"/>
                  </a:lnTo>
                  <a:lnTo>
                    <a:pt x="144401" y="6209"/>
                  </a:lnTo>
                  <a:lnTo>
                    <a:pt x="145209" y="6578"/>
                  </a:lnTo>
                  <a:lnTo>
                    <a:pt x="146075" y="7141"/>
                  </a:lnTo>
                  <a:lnTo>
                    <a:pt x="146998" y="7898"/>
                  </a:lnTo>
                  <a:lnTo>
                    <a:pt x="148295" y="8103"/>
                  </a:lnTo>
                  <a:lnTo>
                    <a:pt x="150802" y="7583"/>
                  </a:lnTo>
                  <a:lnTo>
                    <a:pt x="152493" y="7079"/>
                  </a:lnTo>
                  <a:lnTo>
                    <a:pt x="151762" y="6591"/>
                  </a:lnTo>
                  <a:lnTo>
                    <a:pt x="147561" y="5474"/>
                  </a:lnTo>
                  <a:lnTo>
                    <a:pt x="146607" y="4996"/>
                  </a:lnTo>
                  <a:lnTo>
                    <a:pt x="144505" y="4188"/>
                  </a:lnTo>
                  <a:lnTo>
                    <a:pt x="139789" y="2743"/>
                  </a:lnTo>
                  <a:lnTo>
                    <a:pt x="138533" y="2072"/>
                  </a:lnTo>
                  <a:lnTo>
                    <a:pt x="137741" y="1500"/>
                  </a:lnTo>
                  <a:lnTo>
                    <a:pt x="150797" y="961"/>
                  </a:lnTo>
                  <a:lnTo>
                    <a:pt x="163387" y="1436"/>
                  </a:lnTo>
                  <a:lnTo>
                    <a:pt x="165434" y="1772"/>
                  </a:lnTo>
                  <a:lnTo>
                    <a:pt x="166777" y="2241"/>
                  </a:lnTo>
                  <a:lnTo>
                    <a:pt x="168095" y="2955"/>
                  </a:lnTo>
                  <a:lnTo>
                    <a:pt x="170114" y="3685"/>
                  </a:lnTo>
                  <a:lnTo>
                    <a:pt x="174192" y="4805"/>
                  </a:lnTo>
                  <a:lnTo>
                    <a:pt x="179995" y="5502"/>
                  </a:lnTo>
                  <a:lnTo>
                    <a:pt x="178886" y="5027"/>
                  </a:lnTo>
                  <a:lnTo>
                    <a:pt x="174546" y="3792"/>
                  </a:lnTo>
                  <a:lnTo>
                    <a:pt x="172585" y="2946"/>
                  </a:lnTo>
                  <a:lnTo>
                    <a:pt x="172596" y="2374"/>
                  </a:lnTo>
                  <a:lnTo>
                    <a:pt x="172946" y="1938"/>
                  </a:lnTo>
                  <a:lnTo>
                    <a:pt x="173633" y="1636"/>
                  </a:lnTo>
                  <a:lnTo>
                    <a:pt x="178548" y="486"/>
                  </a:lnTo>
                  <a:lnTo>
                    <a:pt x="185572" y="140"/>
                  </a:lnTo>
                  <a:lnTo>
                    <a:pt x="186386" y="204"/>
                  </a:lnTo>
                  <a:lnTo>
                    <a:pt x="191847" y="1970"/>
                  </a:lnTo>
                  <a:lnTo>
                    <a:pt x="194438" y="2692"/>
                  </a:lnTo>
                  <a:lnTo>
                    <a:pt x="196321" y="2856"/>
                  </a:lnTo>
                  <a:lnTo>
                    <a:pt x="193811" y="2043"/>
                  </a:lnTo>
                  <a:lnTo>
                    <a:pt x="191881" y="1601"/>
                  </a:lnTo>
                  <a:lnTo>
                    <a:pt x="191681" y="1324"/>
                  </a:lnTo>
                  <a:lnTo>
                    <a:pt x="194885" y="466"/>
                  </a:lnTo>
                  <a:lnTo>
                    <a:pt x="196912" y="250"/>
                  </a:lnTo>
                  <a:lnTo>
                    <a:pt x="205433" y="0"/>
                  </a:lnTo>
                  <a:lnTo>
                    <a:pt x="206400" y="90"/>
                  </a:lnTo>
                  <a:lnTo>
                    <a:pt x="207210" y="328"/>
                  </a:lnTo>
                  <a:lnTo>
                    <a:pt x="209222" y="127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4079048" y="1752184"/>
              <a:ext cx="42427" cy="27137"/>
            </a:xfrm>
            <a:custGeom>
              <a:avLst/>
              <a:pathLst>
                <a:path w="42427" h="27137">
                  <a:moveTo>
                    <a:pt x="33623" y="3506"/>
                  </a:moveTo>
                  <a:lnTo>
                    <a:pt x="33911" y="3689"/>
                  </a:lnTo>
                  <a:lnTo>
                    <a:pt x="34587" y="4304"/>
                  </a:lnTo>
                  <a:lnTo>
                    <a:pt x="34428" y="5353"/>
                  </a:lnTo>
                  <a:lnTo>
                    <a:pt x="33657" y="7042"/>
                  </a:lnTo>
                  <a:lnTo>
                    <a:pt x="33247" y="8410"/>
                  </a:lnTo>
                  <a:lnTo>
                    <a:pt x="33202" y="9458"/>
                  </a:lnTo>
                  <a:lnTo>
                    <a:pt x="33280" y="9950"/>
                  </a:lnTo>
                  <a:lnTo>
                    <a:pt x="33418" y="9943"/>
                  </a:lnTo>
                  <a:lnTo>
                    <a:pt x="34155" y="10018"/>
                  </a:lnTo>
                  <a:lnTo>
                    <a:pt x="34531" y="10016"/>
                  </a:lnTo>
                  <a:lnTo>
                    <a:pt x="35714" y="10300"/>
                  </a:lnTo>
                  <a:lnTo>
                    <a:pt x="36663" y="10715"/>
                  </a:lnTo>
                  <a:lnTo>
                    <a:pt x="36846" y="11153"/>
                  </a:lnTo>
                  <a:lnTo>
                    <a:pt x="36970" y="11687"/>
                  </a:lnTo>
                  <a:lnTo>
                    <a:pt x="38097" y="12417"/>
                  </a:lnTo>
                  <a:lnTo>
                    <a:pt x="39389" y="12889"/>
                  </a:lnTo>
                  <a:lnTo>
                    <a:pt x="39827" y="12738"/>
                  </a:lnTo>
                  <a:lnTo>
                    <a:pt x="41432" y="11030"/>
                  </a:lnTo>
                  <a:lnTo>
                    <a:pt x="42052" y="11314"/>
                  </a:lnTo>
                  <a:lnTo>
                    <a:pt x="42427" y="12221"/>
                  </a:lnTo>
                  <a:lnTo>
                    <a:pt x="42411" y="12702"/>
                  </a:lnTo>
                  <a:lnTo>
                    <a:pt x="41968" y="14516"/>
                  </a:lnTo>
                  <a:lnTo>
                    <a:pt x="41891" y="15490"/>
                  </a:lnTo>
                  <a:lnTo>
                    <a:pt x="42273" y="16134"/>
                  </a:lnTo>
                  <a:lnTo>
                    <a:pt x="42313" y="16636"/>
                  </a:lnTo>
                  <a:lnTo>
                    <a:pt x="42201" y="17094"/>
                  </a:lnTo>
                  <a:lnTo>
                    <a:pt x="41561" y="17135"/>
                  </a:lnTo>
                  <a:lnTo>
                    <a:pt x="40702" y="16887"/>
                  </a:lnTo>
                  <a:lnTo>
                    <a:pt x="39976" y="16103"/>
                  </a:lnTo>
                  <a:lnTo>
                    <a:pt x="39427" y="16197"/>
                  </a:lnTo>
                  <a:lnTo>
                    <a:pt x="38950" y="16398"/>
                  </a:lnTo>
                  <a:lnTo>
                    <a:pt x="38706" y="17139"/>
                  </a:lnTo>
                  <a:lnTo>
                    <a:pt x="38489" y="18026"/>
                  </a:lnTo>
                  <a:lnTo>
                    <a:pt x="38558" y="18519"/>
                  </a:lnTo>
                  <a:lnTo>
                    <a:pt x="38902" y="18897"/>
                  </a:lnTo>
                  <a:lnTo>
                    <a:pt x="39164" y="19705"/>
                  </a:lnTo>
                  <a:lnTo>
                    <a:pt x="39355" y="20749"/>
                  </a:lnTo>
                  <a:lnTo>
                    <a:pt x="39500" y="21230"/>
                  </a:lnTo>
                  <a:lnTo>
                    <a:pt x="39340" y="21443"/>
                  </a:lnTo>
                  <a:lnTo>
                    <a:pt x="38889" y="21586"/>
                  </a:lnTo>
                  <a:lnTo>
                    <a:pt x="38514" y="21445"/>
                  </a:lnTo>
                  <a:lnTo>
                    <a:pt x="37858" y="20195"/>
                  </a:lnTo>
                  <a:lnTo>
                    <a:pt x="37552" y="19719"/>
                  </a:lnTo>
                  <a:lnTo>
                    <a:pt x="37033" y="19636"/>
                  </a:lnTo>
                  <a:lnTo>
                    <a:pt x="36119" y="19939"/>
                  </a:lnTo>
                  <a:lnTo>
                    <a:pt x="34715" y="20639"/>
                  </a:lnTo>
                  <a:lnTo>
                    <a:pt x="34149" y="20636"/>
                  </a:lnTo>
                  <a:lnTo>
                    <a:pt x="33668" y="20495"/>
                  </a:lnTo>
                  <a:lnTo>
                    <a:pt x="33217" y="19901"/>
                  </a:lnTo>
                  <a:lnTo>
                    <a:pt x="32834" y="18757"/>
                  </a:lnTo>
                  <a:lnTo>
                    <a:pt x="32711" y="18038"/>
                  </a:lnTo>
                  <a:lnTo>
                    <a:pt x="32443" y="18062"/>
                  </a:lnTo>
                  <a:lnTo>
                    <a:pt x="31545" y="17854"/>
                  </a:lnTo>
                  <a:lnTo>
                    <a:pt x="31127" y="18138"/>
                  </a:lnTo>
                  <a:lnTo>
                    <a:pt x="31123" y="19309"/>
                  </a:lnTo>
                  <a:lnTo>
                    <a:pt x="31041" y="20766"/>
                  </a:lnTo>
                  <a:lnTo>
                    <a:pt x="30590" y="21708"/>
                  </a:lnTo>
                  <a:lnTo>
                    <a:pt x="29337" y="23337"/>
                  </a:lnTo>
                  <a:lnTo>
                    <a:pt x="28877" y="24048"/>
                  </a:lnTo>
                  <a:lnTo>
                    <a:pt x="28694" y="24558"/>
                  </a:lnTo>
                  <a:lnTo>
                    <a:pt x="28655" y="25001"/>
                  </a:lnTo>
                  <a:lnTo>
                    <a:pt x="28847" y="25768"/>
                  </a:lnTo>
                  <a:lnTo>
                    <a:pt x="29107" y="26501"/>
                  </a:lnTo>
                  <a:lnTo>
                    <a:pt x="28890" y="26918"/>
                  </a:lnTo>
                  <a:lnTo>
                    <a:pt x="28228" y="27137"/>
                  </a:lnTo>
                  <a:lnTo>
                    <a:pt x="27760" y="26691"/>
                  </a:lnTo>
                  <a:lnTo>
                    <a:pt x="27579" y="25900"/>
                  </a:lnTo>
                  <a:lnTo>
                    <a:pt x="26566" y="24819"/>
                  </a:lnTo>
                  <a:lnTo>
                    <a:pt x="27027" y="23915"/>
                  </a:lnTo>
                  <a:lnTo>
                    <a:pt x="26949" y="23690"/>
                  </a:lnTo>
                  <a:lnTo>
                    <a:pt x="25276" y="23221"/>
                  </a:lnTo>
                  <a:lnTo>
                    <a:pt x="24554" y="22537"/>
                  </a:lnTo>
                  <a:lnTo>
                    <a:pt x="23542" y="21336"/>
                  </a:lnTo>
                  <a:lnTo>
                    <a:pt x="23353" y="20821"/>
                  </a:lnTo>
                  <a:lnTo>
                    <a:pt x="23396" y="19148"/>
                  </a:lnTo>
                  <a:lnTo>
                    <a:pt x="23337" y="18742"/>
                  </a:lnTo>
                  <a:lnTo>
                    <a:pt x="23202" y="18544"/>
                  </a:lnTo>
                  <a:lnTo>
                    <a:pt x="22712" y="18557"/>
                  </a:lnTo>
                  <a:lnTo>
                    <a:pt x="22029" y="19139"/>
                  </a:lnTo>
                  <a:lnTo>
                    <a:pt x="21399" y="20007"/>
                  </a:lnTo>
                  <a:lnTo>
                    <a:pt x="20110" y="20985"/>
                  </a:lnTo>
                  <a:lnTo>
                    <a:pt x="19976" y="21195"/>
                  </a:lnTo>
                  <a:lnTo>
                    <a:pt x="20409" y="22149"/>
                  </a:lnTo>
                  <a:lnTo>
                    <a:pt x="20389" y="22521"/>
                  </a:lnTo>
                  <a:lnTo>
                    <a:pt x="19340" y="24042"/>
                  </a:lnTo>
                  <a:lnTo>
                    <a:pt x="19140" y="24544"/>
                  </a:lnTo>
                  <a:lnTo>
                    <a:pt x="17808" y="25499"/>
                  </a:lnTo>
                  <a:lnTo>
                    <a:pt x="17198" y="25856"/>
                  </a:lnTo>
                  <a:lnTo>
                    <a:pt x="15350" y="25153"/>
                  </a:lnTo>
                  <a:lnTo>
                    <a:pt x="14839" y="25070"/>
                  </a:lnTo>
                  <a:lnTo>
                    <a:pt x="14016" y="25541"/>
                  </a:lnTo>
                  <a:lnTo>
                    <a:pt x="12846" y="25988"/>
                  </a:lnTo>
                  <a:lnTo>
                    <a:pt x="10964" y="26434"/>
                  </a:lnTo>
                  <a:lnTo>
                    <a:pt x="10271" y="26108"/>
                  </a:lnTo>
                  <a:lnTo>
                    <a:pt x="9944" y="25801"/>
                  </a:lnTo>
                  <a:lnTo>
                    <a:pt x="9781" y="25340"/>
                  </a:lnTo>
                  <a:lnTo>
                    <a:pt x="9306" y="24527"/>
                  </a:lnTo>
                  <a:lnTo>
                    <a:pt x="8772" y="24044"/>
                  </a:lnTo>
                  <a:lnTo>
                    <a:pt x="8401" y="23519"/>
                  </a:lnTo>
                  <a:lnTo>
                    <a:pt x="7905" y="22943"/>
                  </a:lnTo>
                  <a:lnTo>
                    <a:pt x="7588" y="22463"/>
                  </a:lnTo>
                  <a:lnTo>
                    <a:pt x="8011" y="20927"/>
                  </a:lnTo>
                  <a:lnTo>
                    <a:pt x="7702" y="20387"/>
                  </a:lnTo>
                  <a:lnTo>
                    <a:pt x="7543" y="19616"/>
                  </a:lnTo>
                  <a:lnTo>
                    <a:pt x="7625" y="19094"/>
                  </a:lnTo>
                  <a:lnTo>
                    <a:pt x="7455" y="18967"/>
                  </a:lnTo>
                  <a:lnTo>
                    <a:pt x="5754" y="18666"/>
                  </a:lnTo>
                  <a:lnTo>
                    <a:pt x="4341" y="18761"/>
                  </a:lnTo>
                  <a:lnTo>
                    <a:pt x="3328" y="19275"/>
                  </a:lnTo>
                  <a:lnTo>
                    <a:pt x="2503" y="20127"/>
                  </a:lnTo>
                  <a:lnTo>
                    <a:pt x="2404" y="20310"/>
                  </a:lnTo>
                  <a:lnTo>
                    <a:pt x="2455" y="20464"/>
                  </a:lnTo>
                  <a:lnTo>
                    <a:pt x="2865" y="21248"/>
                  </a:lnTo>
                  <a:lnTo>
                    <a:pt x="2170" y="22073"/>
                  </a:lnTo>
                  <a:lnTo>
                    <a:pt x="1103" y="22715"/>
                  </a:lnTo>
                  <a:lnTo>
                    <a:pt x="346" y="22781"/>
                  </a:lnTo>
                  <a:lnTo>
                    <a:pt x="13" y="22657"/>
                  </a:lnTo>
                  <a:lnTo>
                    <a:pt x="0" y="21771"/>
                  </a:lnTo>
                  <a:lnTo>
                    <a:pt x="625" y="21445"/>
                  </a:lnTo>
                  <a:lnTo>
                    <a:pt x="1190" y="20869"/>
                  </a:lnTo>
                  <a:lnTo>
                    <a:pt x="1380" y="20056"/>
                  </a:lnTo>
                  <a:lnTo>
                    <a:pt x="1449" y="19485"/>
                  </a:lnTo>
                  <a:lnTo>
                    <a:pt x="853" y="18794"/>
                  </a:lnTo>
                  <a:lnTo>
                    <a:pt x="926" y="18370"/>
                  </a:lnTo>
                  <a:lnTo>
                    <a:pt x="1296" y="17568"/>
                  </a:lnTo>
                  <a:lnTo>
                    <a:pt x="1510" y="16857"/>
                  </a:lnTo>
                  <a:lnTo>
                    <a:pt x="1804" y="16243"/>
                  </a:lnTo>
                  <a:lnTo>
                    <a:pt x="2981" y="15239"/>
                  </a:lnTo>
                  <a:lnTo>
                    <a:pt x="4164" y="14229"/>
                  </a:lnTo>
                  <a:lnTo>
                    <a:pt x="4342" y="13157"/>
                  </a:lnTo>
                  <a:lnTo>
                    <a:pt x="4432" y="11852"/>
                  </a:lnTo>
                  <a:lnTo>
                    <a:pt x="4600" y="11538"/>
                  </a:lnTo>
                  <a:lnTo>
                    <a:pt x="6194" y="10757"/>
                  </a:lnTo>
                  <a:lnTo>
                    <a:pt x="6593" y="10448"/>
                  </a:lnTo>
                  <a:lnTo>
                    <a:pt x="6793" y="10005"/>
                  </a:lnTo>
                  <a:lnTo>
                    <a:pt x="8048" y="8542"/>
                  </a:lnTo>
                  <a:lnTo>
                    <a:pt x="9290" y="7091"/>
                  </a:lnTo>
                  <a:lnTo>
                    <a:pt x="9541" y="6605"/>
                  </a:lnTo>
                  <a:lnTo>
                    <a:pt x="9749" y="6320"/>
                  </a:lnTo>
                  <a:lnTo>
                    <a:pt x="9749" y="6083"/>
                  </a:lnTo>
                  <a:lnTo>
                    <a:pt x="9593" y="5901"/>
                  </a:lnTo>
                  <a:lnTo>
                    <a:pt x="9001" y="5780"/>
                  </a:lnTo>
                  <a:lnTo>
                    <a:pt x="8802" y="5319"/>
                  </a:lnTo>
                  <a:lnTo>
                    <a:pt x="9445" y="4496"/>
                  </a:lnTo>
                  <a:lnTo>
                    <a:pt x="10249" y="3992"/>
                  </a:lnTo>
                  <a:lnTo>
                    <a:pt x="11031" y="3986"/>
                  </a:lnTo>
                  <a:lnTo>
                    <a:pt x="11345" y="4217"/>
                  </a:lnTo>
                  <a:lnTo>
                    <a:pt x="11328" y="4490"/>
                  </a:lnTo>
                  <a:lnTo>
                    <a:pt x="11666" y="4782"/>
                  </a:lnTo>
                  <a:lnTo>
                    <a:pt x="12258" y="4879"/>
                  </a:lnTo>
                  <a:lnTo>
                    <a:pt x="12991" y="4777"/>
                  </a:lnTo>
                  <a:lnTo>
                    <a:pt x="13718" y="4469"/>
                  </a:lnTo>
                  <a:lnTo>
                    <a:pt x="14166" y="3737"/>
                  </a:lnTo>
                  <a:lnTo>
                    <a:pt x="14426" y="3183"/>
                  </a:lnTo>
                  <a:lnTo>
                    <a:pt x="15568" y="2551"/>
                  </a:lnTo>
                  <a:lnTo>
                    <a:pt x="16348" y="2869"/>
                  </a:lnTo>
                  <a:lnTo>
                    <a:pt x="18515" y="2953"/>
                  </a:lnTo>
                  <a:lnTo>
                    <a:pt x="20092" y="2782"/>
                  </a:lnTo>
                  <a:lnTo>
                    <a:pt x="21080" y="2353"/>
                  </a:lnTo>
                  <a:lnTo>
                    <a:pt x="22306" y="2353"/>
                  </a:lnTo>
                  <a:lnTo>
                    <a:pt x="23129" y="2594"/>
                  </a:lnTo>
                  <a:lnTo>
                    <a:pt x="23274" y="2559"/>
                  </a:lnTo>
                  <a:lnTo>
                    <a:pt x="23500" y="2502"/>
                  </a:lnTo>
                  <a:lnTo>
                    <a:pt x="23724" y="2272"/>
                  </a:lnTo>
                  <a:lnTo>
                    <a:pt x="24498" y="2114"/>
                  </a:lnTo>
                  <a:lnTo>
                    <a:pt x="24602" y="1922"/>
                  </a:lnTo>
                  <a:lnTo>
                    <a:pt x="24570" y="1725"/>
                  </a:lnTo>
                  <a:lnTo>
                    <a:pt x="24430" y="1624"/>
                  </a:lnTo>
                  <a:lnTo>
                    <a:pt x="23479" y="1727"/>
                  </a:lnTo>
                  <a:lnTo>
                    <a:pt x="23115" y="1575"/>
                  </a:lnTo>
                  <a:lnTo>
                    <a:pt x="23021" y="1225"/>
                  </a:lnTo>
                  <a:lnTo>
                    <a:pt x="23327" y="617"/>
                  </a:lnTo>
                  <a:lnTo>
                    <a:pt x="24028" y="121"/>
                  </a:lnTo>
                  <a:lnTo>
                    <a:pt x="24623" y="0"/>
                  </a:lnTo>
                  <a:lnTo>
                    <a:pt x="25050" y="132"/>
                  </a:lnTo>
                  <a:lnTo>
                    <a:pt x="26095" y="1054"/>
                  </a:lnTo>
                  <a:lnTo>
                    <a:pt x="26346" y="1082"/>
                  </a:lnTo>
                  <a:lnTo>
                    <a:pt x="26491" y="916"/>
                  </a:lnTo>
                  <a:lnTo>
                    <a:pt x="26708" y="824"/>
                  </a:lnTo>
                  <a:lnTo>
                    <a:pt x="27068" y="1004"/>
                  </a:lnTo>
                  <a:lnTo>
                    <a:pt x="27541" y="1663"/>
                  </a:lnTo>
                  <a:lnTo>
                    <a:pt x="29872" y="1463"/>
                  </a:lnTo>
                  <a:lnTo>
                    <a:pt x="30395" y="1463"/>
                  </a:lnTo>
                  <a:lnTo>
                    <a:pt x="31977" y="246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3380654" y="3197069"/>
              <a:ext cx="3215" cy="1054"/>
            </a:xfrm>
            <a:custGeom>
              <a:avLst/>
              <a:pathLst>
                <a:path w="3215" h="1054">
                  <a:moveTo>
                    <a:pt x="2597" y="1025"/>
                  </a:moveTo>
                  <a:lnTo>
                    <a:pt x="2254" y="1054"/>
                  </a:lnTo>
                  <a:lnTo>
                    <a:pt x="1421" y="795"/>
                  </a:lnTo>
                  <a:lnTo>
                    <a:pt x="171" y="679"/>
                  </a:lnTo>
                  <a:lnTo>
                    <a:pt x="30" y="573"/>
                  </a:lnTo>
                  <a:lnTo>
                    <a:pt x="0" y="369"/>
                  </a:lnTo>
                  <a:lnTo>
                    <a:pt x="147" y="159"/>
                  </a:lnTo>
                  <a:lnTo>
                    <a:pt x="829" y="0"/>
                  </a:lnTo>
                  <a:lnTo>
                    <a:pt x="2884" y="137"/>
                  </a:lnTo>
                  <a:lnTo>
                    <a:pt x="3144" y="232"/>
                  </a:lnTo>
                  <a:lnTo>
                    <a:pt x="3215" y="393"/>
                  </a:lnTo>
                  <a:lnTo>
                    <a:pt x="2880" y="85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3383362" y="3193848"/>
              <a:ext cx="2847" cy="2784"/>
            </a:xfrm>
            <a:custGeom>
              <a:avLst/>
              <a:pathLst>
                <a:path w="2847" h="2784">
                  <a:moveTo>
                    <a:pt x="2598" y="2673"/>
                  </a:moveTo>
                  <a:lnTo>
                    <a:pt x="2253" y="2784"/>
                  </a:lnTo>
                  <a:lnTo>
                    <a:pt x="1998" y="2522"/>
                  </a:lnTo>
                  <a:lnTo>
                    <a:pt x="1609" y="2337"/>
                  </a:lnTo>
                  <a:lnTo>
                    <a:pt x="33" y="1947"/>
                  </a:lnTo>
                  <a:lnTo>
                    <a:pt x="0" y="1710"/>
                  </a:lnTo>
                  <a:lnTo>
                    <a:pt x="163" y="1374"/>
                  </a:lnTo>
                  <a:lnTo>
                    <a:pt x="479" y="1071"/>
                  </a:lnTo>
                  <a:lnTo>
                    <a:pt x="1084" y="773"/>
                  </a:lnTo>
                  <a:lnTo>
                    <a:pt x="1571" y="0"/>
                  </a:lnTo>
                  <a:lnTo>
                    <a:pt x="1791" y="58"/>
                  </a:lnTo>
                  <a:lnTo>
                    <a:pt x="2014" y="375"/>
                  </a:lnTo>
                  <a:lnTo>
                    <a:pt x="2393" y="1443"/>
                  </a:lnTo>
                  <a:lnTo>
                    <a:pt x="2847" y="2212"/>
                  </a:lnTo>
                  <a:lnTo>
                    <a:pt x="2802" y="247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3392131" y="3187995"/>
              <a:ext cx="1899" cy="1496"/>
            </a:xfrm>
            <a:custGeom>
              <a:avLst/>
              <a:pathLst>
                <a:path w="1899" h="1496">
                  <a:moveTo>
                    <a:pt x="1556" y="886"/>
                  </a:moveTo>
                  <a:lnTo>
                    <a:pt x="803" y="1496"/>
                  </a:lnTo>
                  <a:lnTo>
                    <a:pt x="241" y="1456"/>
                  </a:lnTo>
                  <a:lnTo>
                    <a:pt x="60" y="1235"/>
                  </a:lnTo>
                  <a:lnTo>
                    <a:pt x="0" y="960"/>
                  </a:lnTo>
                  <a:lnTo>
                    <a:pt x="112" y="663"/>
                  </a:lnTo>
                  <a:lnTo>
                    <a:pt x="349" y="392"/>
                  </a:lnTo>
                  <a:lnTo>
                    <a:pt x="899" y="54"/>
                  </a:lnTo>
                  <a:lnTo>
                    <a:pt x="1073" y="0"/>
                  </a:lnTo>
                  <a:lnTo>
                    <a:pt x="1899" y="33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3376381" y="3184701"/>
              <a:ext cx="11555" cy="5065"/>
            </a:xfrm>
            <a:custGeom>
              <a:avLst/>
              <a:pathLst>
                <a:path w="11555" h="5065">
                  <a:moveTo>
                    <a:pt x="11555" y="3130"/>
                  </a:moveTo>
                  <a:lnTo>
                    <a:pt x="11276" y="3664"/>
                  </a:lnTo>
                  <a:lnTo>
                    <a:pt x="10679" y="4368"/>
                  </a:lnTo>
                  <a:lnTo>
                    <a:pt x="9876" y="4915"/>
                  </a:lnTo>
                  <a:lnTo>
                    <a:pt x="9098" y="5065"/>
                  </a:lnTo>
                  <a:lnTo>
                    <a:pt x="8534" y="4782"/>
                  </a:lnTo>
                  <a:lnTo>
                    <a:pt x="8249" y="4283"/>
                  </a:lnTo>
                  <a:lnTo>
                    <a:pt x="8118" y="3790"/>
                  </a:lnTo>
                  <a:lnTo>
                    <a:pt x="7927" y="3519"/>
                  </a:lnTo>
                  <a:lnTo>
                    <a:pt x="7631" y="3459"/>
                  </a:lnTo>
                  <a:lnTo>
                    <a:pt x="7248" y="3474"/>
                  </a:lnTo>
                  <a:lnTo>
                    <a:pt x="6775" y="3662"/>
                  </a:lnTo>
                  <a:lnTo>
                    <a:pt x="5770" y="4373"/>
                  </a:lnTo>
                  <a:lnTo>
                    <a:pt x="5339" y="4561"/>
                  </a:lnTo>
                  <a:lnTo>
                    <a:pt x="5048" y="4605"/>
                  </a:lnTo>
                  <a:lnTo>
                    <a:pt x="2188" y="4068"/>
                  </a:lnTo>
                  <a:lnTo>
                    <a:pt x="1909" y="3869"/>
                  </a:lnTo>
                  <a:lnTo>
                    <a:pt x="1572" y="3393"/>
                  </a:lnTo>
                  <a:lnTo>
                    <a:pt x="1202" y="1979"/>
                  </a:lnTo>
                  <a:lnTo>
                    <a:pt x="0" y="715"/>
                  </a:lnTo>
                  <a:lnTo>
                    <a:pt x="1839" y="0"/>
                  </a:lnTo>
                  <a:lnTo>
                    <a:pt x="4042" y="4"/>
                  </a:lnTo>
                  <a:lnTo>
                    <a:pt x="8295" y="551"/>
                  </a:lnTo>
                  <a:lnTo>
                    <a:pt x="9991" y="672"/>
                  </a:lnTo>
                  <a:lnTo>
                    <a:pt x="11296" y="1871"/>
                  </a:lnTo>
                  <a:lnTo>
                    <a:pt x="11503" y="259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3360424" y="3184041"/>
              <a:ext cx="18376" cy="10719"/>
            </a:xfrm>
            <a:custGeom>
              <a:avLst/>
              <a:pathLst>
                <a:path w="18376" h="10719">
                  <a:moveTo>
                    <a:pt x="2696" y="516"/>
                  </a:moveTo>
                  <a:lnTo>
                    <a:pt x="10285" y="1893"/>
                  </a:lnTo>
                  <a:lnTo>
                    <a:pt x="12625" y="1058"/>
                  </a:lnTo>
                  <a:lnTo>
                    <a:pt x="14474" y="1082"/>
                  </a:lnTo>
                  <a:lnTo>
                    <a:pt x="15025" y="2231"/>
                  </a:lnTo>
                  <a:lnTo>
                    <a:pt x="13149" y="3435"/>
                  </a:lnTo>
                  <a:lnTo>
                    <a:pt x="13005" y="3815"/>
                  </a:lnTo>
                  <a:lnTo>
                    <a:pt x="13268" y="4124"/>
                  </a:lnTo>
                  <a:lnTo>
                    <a:pt x="15196" y="4317"/>
                  </a:lnTo>
                  <a:lnTo>
                    <a:pt x="15685" y="4706"/>
                  </a:lnTo>
                  <a:lnTo>
                    <a:pt x="16133" y="5204"/>
                  </a:lnTo>
                  <a:lnTo>
                    <a:pt x="15754" y="5944"/>
                  </a:lnTo>
                  <a:lnTo>
                    <a:pt x="15718" y="6286"/>
                  </a:lnTo>
                  <a:lnTo>
                    <a:pt x="15918" y="6619"/>
                  </a:lnTo>
                  <a:lnTo>
                    <a:pt x="17364" y="7739"/>
                  </a:lnTo>
                  <a:lnTo>
                    <a:pt x="17957" y="8316"/>
                  </a:lnTo>
                  <a:lnTo>
                    <a:pt x="18256" y="8870"/>
                  </a:lnTo>
                  <a:lnTo>
                    <a:pt x="18376" y="9839"/>
                  </a:lnTo>
                  <a:lnTo>
                    <a:pt x="18350" y="10616"/>
                  </a:lnTo>
                  <a:lnTo>
                    <a:pt x="18025" y="10719"/>
                  </a:lnTo>
                  <a:lnTo>
                    <a:pt x="17321" y="10484"/>
                  </a:lnTo>
                  <a:lnTo>
                    <a:pt x="16635" y="10035"/>
                  </a:lnTo>
                  <a:lnTo>
                    <a:pt x="16032" y="8917"/>
                  </a:lnTo>
                  <a:lnTo>
                    <a:pt x="15609" y="8692"/>
                  </a:lnTo>
                  <a:lnTo>
                    <a:pt x="14392" y="8466"/>
                  </a:lnTo>
                  <a:lnTo>
                    <a:pt x="13186" y="7921"/>
                  </a:lnTo>
                  <a:lnTo>
                    <a:pt x="12246" y="7953"/>
                  </a:lnTo>
                  <a:lnTo>
                    <a:pt x="11381" y="7721"/>
                  </a:lnTo>
                  <a:lnTo>
                    <a:pt x="10605" y="7924"/>
                  </a:lnTo>
                  <a:lnTo>
                    <a:pt x="10329" y="7556"/>
                  </a:lnTo>
                  <a:lnTo>
                    <a:pt x="9997" y="6814"/>
                  </a:lnTo>
                  <a:lnTo>
                    <a:pt x="9989" y="6490"/>
                  </a:lnTo>
                  <a:lnTo>
                    <a:pt x="10397" y="5317"/>
                  </a:lnTo>
                  <a:lnTo>
                    <a:pt x="10387" y="5009"/>
                  </a:lnTo>
                  <a:lnTo>
                    <a:pt x="10173" y="4973"/>
                  </a:lnTo>
                  <a:lnTo>
                    <a:pt x="9269" y="5212"/>
                  </a:lnTo>
                  <a:lnTo>
                    <a:pt x="8904" y="5053"/>
                  </a:lnTo>
                  <a:lnTo>
                    <a:pt x="7920" y="4203"/>
                  </a:lnTo>
                  <a:lnTo>
                    <a:pt x="7524" y="4042"/>
                  </a:lnTo>
                  <a:lnTo>
                    <a:pt x="6536" y="3958"/>
                  </a:lnTo>
                  <a:lnTo>
                    <a:pt x="5977" y="5466"/>
                  </a:lnTo>
                  <a:lnTo>
                    <a:pt x="5948" y="5839"/>
                  </a:lnTo>
                  <a:lnTo>
                    <a:pt x="6518" y="6796"/>
                  </a:lnTo>
                  <a:lnTo>
                    <a:pt x="7636" y="8267"/>
                  </a:lnTo>
                  <a:lnTo>
                    <a:pt x="7068" y="8295"/>
                  </a:lnTo>
                  <a:lnTo>
                    <a:pt x="5450" y="7841"/>
                  </a:lnTo>
                  <a:lnTo>
                    <a:pt x="5035" y="7559"/>
                  </a:lnTo>
                  <a:lnTo>
                    <a:pt x="4534" y="6818"/>
                  </a:lnTo>
                  <a:lnTo>
                    <a:pt x="3573" y="6386"/>
                  </a:lnTo>
                  <a:lnTo>
                    <a:pt x="3236" y="6121"/>
                  </a:lnTo>
                  <a:lnTo>
                    <a:pt x="3138" y="5808"/>
                  </a:lnTo>
                  <a:lnTo>
                    <a:pt x="3127" y="4839"/>
                  </a:lnTo>
                  <a:lnTo>
                    <a:pt x="2915" y="4699"/>
                  </a:lnTo>
                  <a:lnTo>
                    <a:pt x="1551" y="4944"/>
                  </a:lnTo>
                  <a:lnTo>
                    <a:pt x="1270" y="4711"/>
                  </a:lnTo>
                  <a:lnTo>
                    <a:pt x="1156" y="4304"/>
                  </a:lnTo>
                  <a:lnTo>
                    <a:pt x="957" y="4074"/>
                  </a:lnTo>
                  <a:lnTo>
                    <a:pt x="77" y="3702"/>
                  </a:lnTo>
                  <a:lnTo>
                    <a:pt x="0" y="3469"/>
                  </a:lnTo>
                  <a:lnTo>
                    <a:pt x="392" y="3194"/>
                  </a:lnTo>
                  <a:lnTo>
                    <a:pt x="635" y="2498"/>
                  </a:lnTo>
                  <a:lnTo>
                    <a:pt x="979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3346714" y="3183379"/>
              <a:ext cx="10919" cy="4776"/>
            </a:xfrm>
            <a:custGeom>
              <a:avLst/>
              <a:pathLst>
                <a:path w="10919" h="4776">
                  <a:moveTo>
                    <a:pt x="4215" y="465"/>
                  </a:moveTo>
                  <a:lnTo>
                    <a:pt x="4655" y="1349"/>
                  </a:lnTo>
                  <a:lnTo>
                    <a:pt x="4818" y="1511"/>
                  </a:lnTo>
                  <a:lnTo>
                    <a:pt x="5982" y="1856"/>
                  </a:lnTo>
                  <a:lnTo>
                    <a:pt x="6507" y="1648"/>
                  </a:lnTo>
                  <a:lnTo>
                    <a:pt x="7776" y="1548"/>
                  </a:lnTo>
                  <a:lnTo>
                    <a:pt x="8537" y="1209"/>
                  </a:lnTo>
                  <a:lnTo>
                    <a:pt x="9647" y="1036"/>
                  </a:lnTo>
                  <a:lnTo>
                    <a:pt x="10919" y="3226"/>
                  </a:lnTo>
                  <a:lnTo>
                    <a:pt x="10779" y="3894"/>
                  </a:lnTo>
                  <a:lnTo>
                    <a:pt x="9773" y="4617"/>
                  </a:lnTo>
                  <a:lnTo>
                    <a:pt x="9097" y="4776"/>
                  </a:lnTo>
                  <a:lnTo>
                    <a:pt x="8455" y="4557"/>
                  </a:lnTo>
                  <a:lnTo>
                    <a:pt x="8500" y="4189"/>
                  </a:lnTo>
                  <a:lnTo>
                    <a:pt x="8383" y="3868"/>
                  </a:lnTo>
                  <a:lnTo>
                    <a:pt x="7944" y="3451"/>
                  </a:lnTo>
                  <a:lnTo>
                    <a:pt x="7533" y="3491"/>
                  </a:lnTo>
                  <a:lnTo>
                    <a:pt x="6870" y="3798"/>
                  </a:lnTo>
                  <a:lnTo>
                    <a:pt x="6554" y="3760"/>
                  </a:lnTo>
                  <a:lnTo>
                    <a:pt x="5882" y="3421"/>
                  </a:lnTo>
                  <a:lnTo>
                    <a:pt x="4705" y="3170"/>
                  </a:lnTo>
                  <a:lnTo>
                    <a:pt x="4472" y="2860"/>
                  </a:lnTo>
                  <a:lnTo>
                    <a:pt x="4445" y="2402"/>
                  </a:lnTo>
                  <a:lnTo>
                    <a:pt x="4224" y="2173"/>
                  </a:lnTo>
                  <a:lnTo>
                    <a:pt x="2997" y="1439"/>
                  </a:lnTo>
                  <a:lnTo>
                    <a:pt x="2212" y="814"/>
                  </a:lnTo>
                  <a:lnTo>
                    <a:pt x="1547" y="730"/>
                  </a:lnTo>
                  <a:lnTo>
                    <a:pt x="1304" y="804"/>
                  </a:lnTo>
                  <a:lnTo>
                    <a:pt x="1058" y="1104"/>
                  </a:lnTo>
                  <a:lnTo>
                    <a:pt x="460" y="1390"/>
                  </a:lnTo>
                  <a:lnTo>
                    <a:pt x="289" y="1343"/>
                  </a:lnTo>
                  <a:lnTo>
                    <a:pt x="97" y="1104"/>
                  </a:lnTo>
                  <a:lnTo>
                    <a:pt x="0" y="762"/>
                  </a:lnTo>
                  <a:lnTo>
                    <a:pt x="252" y="66"/>
                  </a:lnTo>
                  <a:lnTo>
                    <a:pt x="595" y="0"/>
                  </a:lnTo>
                  <a:lnTo>
                    <a:pt x="2271" y="137"/>
                  </a:lnTo>
                  <a:lnTo>
                    <a:pt x="3297" y="45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3339398" y="3170132"/>
              <a:ext cx="11405" cy="6822"/>
            </a:xfrm>
            <a:custGeom>
              <a:avLst/>
              <a:pathLst>
                <a:path w="11405" h="6822">
                  <a:moveTo>
                    <a:pt x="7757" y="2063"/>
                  </a:moveTo>
                  <a:lnTo>
                    <a:pt x="9855" y="3176"/>
                  </a:lnTo>
                  <a:lnTo>
                    <a:pt x="11244" y="3165"/>
                  </a:lnTo>
                  <a:lnTo>
                    <a:pt x="11235" y="3861"/>
                  </a:lnTo>
                  <a:lnTo>
                    <a:pt x="11405" y="5046"/>
                  </a:lnTo>
                  <a:lnTo>
                    <a:pt x="11186" y="5527"/>
                  </a:lnTo>
                  <a:lnTo>
                    <a:pt x="10666" y="6017"/>
                  </a:lnTo>
                  <a:lnTo>
                    <a:pt x="10339" y="6715"/>
                  </a:lnTo>
                  <a:lnTo>
                    <a:pt x="10096" y="6822"/>
                  </a:lnTo>
                  <a:lnTo>
                    <a:pt x="8569" y="5979"/>
                  </a:lnTo>
                  <a:lnTo>
                    <a:pt x="6974" y="4830"/>
                  </a:lnTo>
                  <a:lnTo>
                    <a:pt x="6171" y="5031"/>
                  </a:lnTo>
                  <a:lnTo>
                    <a:pt x="5107" y="4749"/>
                  </a:lnTo>
                  <a:lnTo>
                    <a:pt x="4249" y="4810"/>
                  </a:lnTo>
                  <a:lnTo>
                    <a:pt x="3716" y="5462"/>
                  </a:lnTo>
                  <a:lnTo>
                    <a:pt x="2477" y="5802"/>
                  </a:lnTo>
                  <a:lnTo>
                    <a:pt x="2252" y="4496"/>
                  </a:lnTo>
                  <a:lnTo>
                    <a:pt x="1124" y="3262"/>
                  </a:lnTo>
                  <a:lnTo>
                    <a:pt x="0" y="2272"/>
                  </a:lnTo>
                  <a:lnTo>
                    <a:pt x="609" y="753"/>
                  </a:lnTo>
                  <a:lnTo>
                    <a:pt x="1338" y="508"/>
                  </a:lnTo>
                  <a:lnTo>
                    <a:pt x="2024" y="0"/>
                  </a:lnTo>
                  <a:lnTo>
                    <a:pt x="4780" y="536"/>
                  </a:lnTo>
                  <a:lnTo>
                    <a:pt x="6209" y="99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323930" y="3163292"/>
              <a:ext cx="15516" cy="10211"/>
            </a:xfrm>
            <a:custGeom>
              <a:avLst/>
              <a:pathLst>
                <a:path w="15516" h="10211">
                  <a:moveTo>
                    <a:pt x="8724" y="1216"/>
                  </a:moveTo>
                  <a:lnTo>
                    <a:pt x="8979" y="2348"/>
                  </a:lnTo>
                  <a:lnTo>
                    <a:pt x="9112" y="2564"/>
                  </a:lnTo>
                  <a:lnTo>
                    <a:pt x="9802" y="2383"/>
                  </a:lnTo>
                  <a:lnTo>
                    <a:pt x="10974" y="2280"/>
                  </a:lnTo>
                  <a:lnTo>
                    <a:pt x="12896" y="2701"/>
                  </a:lnTo>
                  <a:lnTo>
                    <a:pt x="13114" y="2850"/>
                  </a:lnTo>
                  <a:lnTo>
                    <a:pt x="13931" y="4087"/>
                  </a:lnTo>
                  <a:lnTo>
                    <a:pt x="14557" y="4616"/>
                  </a:lnTo>
                  <a:lnTo>
                    <a:pt x="15516" y="5760"/>
                  </a:lnTo>
                  <a:lnTo>
                    <a:pt x="14562" y="6523"/>
                  </a:lnTo>
                  <a:lnTo>
                    <a:pt x="13997" y="7620"/>
                  </a:lnTo>
                  <a:lnTo>
                    <a:pt x="13967" y="8178"/>
                  </a:lnTo>
                  <a:lnTo>
                    <a:pt x="13594" y="8499"/>
                  </a:lnTo>
                  <a:lnTo>
                    <a:pt x="13008" y="8833"/>
                  </a:lnTo>
                  <a:lnTo>
                    <a:pt x="12134" y="9474"/>
                  </a:lnTo>
                  <a:lnTo>
                    <a:pt x="11058" y="9546"/>
                  </a:lnTo>
                  <a:lnTo>
                    <a:pt x="9998" y="9884"/>
                  </a:lnTo>
                  <a:lnTo>
                    <a:pt x="9508" y="10191"/>
                  </a:lnTo>
                  <a:lnTo>
                    <a:pt x="9219" y="10211"/>
                  </a:lnTo>
                  <a:lnTo>
                    <a:pt x="8875" y="10045"/>
                  </a:lnTo>
                  <a:lnTo>
                    <a:pt x="8508" y="9730"/>
                  </a:lnTo>
                  <a:lnTo>
                    <a:pt x="8390" y="9365"/>
                  </a:lnTo>
                  <a:lnTo>
                    <a:pt x="9117" y="9026"/>
                  </a:lnTo>
                  <a:lnTo>
                    <a:pt x="10064" y="7815"/>
                  </a:lnTo>
                  <a:lnTo>
                    <a:pt x="10233" y="6561"/>
                  </a:lnTo>
                  <a:lnTo>
                    <a:pt x="9212" y="6333"/>
                  </a:lnTo>
                  <a:lnTo>
                    <a:pt x="8602" y="6505"/>
                  </a:lnTo>
                  <a:lnTo>
                    <a:pt x="8147" y="6501"/>
                  </a:lnTo>
                  <a:lnTo>
                    <a:pt x="7625" y="6114"/>
                  </a:lnTo>
                  <a:lnTo>
                    <a:pt x="7307" y="6707"/>
                  </a:lnTo>
                  <a:lnTo>
                    <a:pt x="7189" y="7273"/>
                  </a:lnTo>
                  <a:lnTo>
                    <a:pt x="7328" y="8139"/>
                  </a:lnTo>
                  <a:lnTo>
                    <a:pt x="7234" y="8419"/>
                  </a:lnTo>
                  <a:lnTo>
                    <a:pt x="6863" y="8577"/>
                  </a:lnTo>
                  <a:lnTo>
                    <a:pt x="6005" y="8248"/>
                  </a:lnTo>
                  <a:lnTo>
                    <a:pt x="5115" y="7664"/>
                  </a:lnTo>
                  <a:lnTo>
                    <a:pt x="5045" y="7325"/>
                  </a:lnTo>
                  <a:lnTo>
                    <a:pt x="5227" y="6156"/>
                  </a:lnTo>
                  <a:lnTo>
                    <a:pt x="5208" y="5546"/>
                  </a:lnTo>
                  <a:lnTo>
                    <a:pt x="4925" y="4578"/>
                  </a:lnTo>
                  <a:lnTo>
                    <a:pt x="4591" y="4597"/>
                  </a:lnTo>
                  <a:lnTo>
                    <a:pt x="3543" y="4766"/>
                  </a:lnTo>
                  <a:lnTo>
                    <a:pt x="2495" y="3640"/>
                  </a:lnTo>
                  <a:lnTo>
                    <a:pt x="1929" y="2453"/>
                  </a:lnTo>
                  <a:lnTo>
                    <a:pt x="0" y="2111"/>
                  </a:lnTo>
                  <a:lnTo>
                    <a:pt x="1503" y="452"/>
                  </a:lnTo>
                  <a:lnTo>
                    <a:pt x="3769" y="217"/>
                  </a:lnTo>
                  <a:lnTo>
                    <a:pt x="4537" y="1057"/>
                  </a:lnTo>
                  <a:lnTo>
                    <a:pt x="7058" y="1638"/>
                  </a:lnTo>
                  <a:lnTo>
                    <a:pt x="6907" y="747"/>
                  </a:lnTo>
                  <a:lnTo>
                    <a:pt x="6949" y="429"/>
                  </a:lnTo>
                  <a:lnTo>
                    <a:pt x="7295" y="32"/>
                  </a:lnTo>
                  <a:lnTo>
                    <a:pt x="7491" y="0"/>
                  </a:lnTo>
                  <a:lnTo>
                    <a:pt x="7789" y="280"/>
                  </a:lnTo>
                  <a:lnTo>
                    <a:pt x="8273" y="399"/>
                  </a:lnTo>
                  <a:lnTo>
                    <a:pt x="8497" y="67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315731" y="3154078"/>
              <a:ext cx="14917" cy="8710"/>
            </a:xfrm>
            <a:custGeom>
              <a:avLst/>
              <a:pathLst>
                <a:path w="14917" h="8710">
                  <a:moveTo>
                    <a:pt x="3086" y="2628"/>
                  </a:moveTo>
                  <a:lnTo>
                    <a:pt x="3242" y="2755"/>
                  </a:lnTo>
                  <a:lnTo>
                    <a:pt x="3614" y="2725"/>
                  </a:lnTo>
                  <a:lnTo>
                    <a:pt x="4138" y="2951"/>
                  </a:lnTo>
                  <a:lnTo>
                    <a:pt x="6112" y="3228"/>
                  </a:lnTo>
                  <a:lnTo>
                    <a:pt x="7879" y="3881"/>
                  </a:lnTo>
                  <a:lnTo>
                    <a:pt x="8800" y="4493"/>
                  </a:lnTo>
                  <a:lnTo>
                    <a:pt x="10009" y="4685"/>
                  </a:lnTo>
                  <a:lnTo>
                    <a:pt x="11000" y="5464"/>
                  </a:lnTo>
                  <a:lnTo>
                    <a:pt x="11423" y="5664"/>
                  </a:lnTo>
                  <a:lnTo>
                    <a:pt x="11934" y="5724"/>
                  </a:lnTo>
                  <a:lnTo>
                    <a:pt x="13260" y="7166"/>
                  </a:lnTo>
                  <a:lnTo>
                    <a:pt x="13335" y="7330"/>
                  </a:lnTo>
                  <a:lnTo>
                    <a:pt x="14840" y="8466"/>
                  </a:lnTo>
                  <a:lnTo>
                    <a:pt x="14917" y="8647"/>
                  </a:lnTo>
                  <a:lnTo>
                    <a:pt x="14061" y="8710"/>
                  </a:lnTo>
                  <a:lnTo>
                    <a:pt x="12323" y="8182"/>
                  </a:lnTo>
                  <a:lnTo>
                    <a:pt x="11456" y="8153"/>
                  </a:lnTo>
                  <a:lnTo>
                    <a:pt x="10830" y="7991"/>
                  </a:lnTo>
                  <a:lnTo>
                    <a:pt x="10683" y="7898"/>
                  </a:lnTo>
                  <a:lnTo>
                    <a:pt x="10558" y="7239"/>
                  </a:lnTo>
                  <a:lnTo>
                    <a:pt x="10358" y="6915"/>
                  </a:lnTo>
                  <a:lnTo>
                    <a:pt x="8689" y="5395"/>
                  </a:lnTo>
                  <a:lnTo>
                    <a:pt x="7995" y="5062"/>
                  </a:lnTo>
                  <a:lnTo>
                    <a:pt x="6793" y="4768"/>
                  </a:lnTo>
                  <a:lnTo>
                    <a:pt x="5425" y="4974"/>
                  </a:lnTo>
                  <a:lnTo>
                    <a:pt x="4499" y="4778"/>
                  </a:lnTo>
                  <a:lnTo>
                    <a:pt x="4179" y="4849"/>
                  </a:lnTo>
                  <a:lnTo>
                    <a:pt x="2815" y="3640"/>
                  </a:lnTo>
                  <a:lnTo>
                    <a:pt x="1454" y="2622"/>
                  </a:lnTo>
                  <a:lnTo>
                    <a:pt x="871" y="1407"/>
                  </a:lnTo>
                  <a:lnTo>
                    <a:pt x="4" y="478"/>
                  </a:lnTo>
                  <a:lnTo>
                    <a:pt x="0" y="207"/>
                  </a:lnTo>
                  <a:lnTo>
                    <a:pt x="397" y="0"/>
                  </a:lnTo>
                  <a:lnTo>
                    <a:pt x="1329" y="521"/>
                  </a:lnTo>
                  <a:lnTo>
                    <a:pt x="2246" y="1419"/>
                  </a:lnTo>
                  <a:lnTo>
                    <a:pt x="2741" y="175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342073" y="3150624"/>
              <a:ext cx="31199" cy="33804"/>
            </a:xfrm>
            <a:custGeom>
              <a:avLst/>
              <a:pathLst>
                <a:path w="31199" h="33804">
                  <a:moveTo>
                    <a:pt x="31199" y="2321"/>
                  </a:moveTo>
                  <a:lnTo>
                    <a:pt x="31183" y="6461"/>
                  </a:lnTo>
                  <a:lnTo>
                    <a:pt x="31166" y="10539"/>
                  </a:lnTo>
                  <a:lnTo>
                    <a:pt x="31151" y="14355"/>
                  </a:lnTo>
                  <a:lnTo>
                    <a:pt x="31136" y="18169"/>
                  </a:lnTo>
                  <a:lnTo>
                    <a:pt x="31121" y="21852"/>
                  </a:lnTo>
                  <a:lnTo>
                    <a:pt x="31106" y="25633"/>
                  </a:lnTo>
                  <a:lnTo>
                    <a:pt x="31033" y="29870"/>
                  </a:lnTo>
                  <a:lnTo>
                    <a:pt x="30979" y="33020"/>
                  </a:lnTo>
                  <a:lnTo>
                    <a:pt x="29554" y="33020"/>
                  </a:lnTo>
                  <a:lnTo>
                    <a:pt x="29178" y="33342"/>
                  </a:lnTo>
                  <a:lnTo>
                    <a:pt x="26926" y="33804"/>
                  </a:lnTo>
                  <a:lnTo>
                    <a:pt x="23098" y="33093"/>
                  </a:lnTo>
                  <a:lnTo>
                    <a:pt x="22139" y="32450"/>
                  </a:lnTo>
                  <a:lnTo>
                    <a:pt x="20854" y="31046"/>
                  </a:lnTo>
                  <a:lnTo>
                    <a:pt x="20396" y="31423"/>
                  </a:lnTo>
                  <a:lnTo>
                    <a:pt x="19189" y="32018"/>
                  </a:lnTo>
                  <a:lnTo>
                    <a:pt x="17949" y="32488"/>
                  </a:lnTo>
                  <a:lnTo>
                    <a:pt x="16931" y="32540"/>
                  </a:lnTo>
                  <a:lnTo>
                    <a:pt x="15988" y="31958"/>
                  </a:lnTo>
                  <a:lnTo>
                    <a:pt x="15786" y="31663"/>
                  </a:lnTo>
                  <a:lnTo>
                    <a:pt x="15572" y="31599"/>
                  </a:lnTo>
                  <a:lnTo>
                    <a:pt x="13534" y="32405"/>
                  </a:lnTo>
                  <a:lnTo>
                    <a:pt x="11282" y="31582"/>
                  </a:lnTo>
                  <a:lnTo>
                    <a:pt x="9489" y="31077"/>
                  </a:lnTo>
                  <a:lnTo>
                    <a:pt x="6608" y="30795"/>
                  </a:lnTo>
                  <a:lnTo>
                    <a:pt x="4605" y="29756"/>
                  </a:lnTo>
                  <a:lnTo>
                    <a:pt x="910" y="29847"/>
                  </a:lnTo>
                  <a:lnTo>
                    <a:pt x="247" y="29504"/>
                  </a:lnTo>
                  <a:lnTo>
                    <a:pt x="0" y="28488"/>
                  </a:lnTo>
                  <a:lnTo>
                    <a:pt x="196" y="28015"/>
                  </a:lnTo>
                  <a:lnTo>
                    <a:pt x="986" y="27730"/>
                  </a:lnTo>
                  <a:lnTo>
                    <a:pt x="1207" y="27167"/>
                  </a:lnTo>
                  <a:lnTo>
                    <a:pt x="2004" y="27301"/>
                  </a:lnTo>
                  <a:lnTo>
                    <a:pt x="3041" y="28048"/>
                  </a:lnTo>
                  <a:lnTo>
                    <a:pt x="3358" y="28022"/>
                  </a:lnTo>
                  <a:lnTo>
                    <a:pt x="4043" y="27319"/>
                  </a:lnTo>
                  <a:lnTo>
                    <a:pt x="5055" y="26695"/>
                  </a:lnTo>
                  <a:lnTo>
                    <a:pt x="5416" y="26629"/>
                  </a:lnTo>
                  <a:lnTo>
                    <a:pt x="7274" y="27398"/>
                  </a:lnTo>
                  <a:lnTo>
                    <a:pt x="8020" y="27310"/>
                  </a:lnTo>
                  <a:lnTo>
                    <a:pt x="9094" y="26965"/>
                  </a:lnTo>
                  <a:lnTo>
                    <a:pt x="9286" y="26665"/>
                  </a:lnTo>
                  <a:lnTo>
                    <a:pt x="9456" y="26135"/>
                  </a:lnTo>
                  <a:lnTo>
                    <a:pt x="9739" y="25826"/>
                  </a:lnTo>
                  <a:lnTo>
                    <a:pt x="10695" y="25678"/>
                  </a:lnTo>
                  <a:lnTo>
                    <a:pt x="11626" y="25979"/>
                  </a:lnTo>
                  <a:lnTo>
                    <a:pt x="11733" y="26898"/>
                  </a:lnTo>
                  <a:lnTo>
                    <a:pt x="11604" y="27884"/>
                  </a:lnTo>
                  <a:lnTo>
                    <a:pt x="12816" y="28149"/>
                  </a:lnTo>
                  <a:lnTo>
                    <a:pt x="14284" y="28119"/>
                  </a:lnTo>
                  <a:lnTo>
                    <a:pt x="15295" y="28485"/>
                  </a:lnTo>
                  <a:lnTo>
                    <a:pt x="15421" y="27886"/>
                  </a:lnTo>
                  <a:lnTo>
                    <a:pt x="13807" y="26319"/>
                  </a:lnTo>
                  <a:lnTo>
                    <a:pt x="13129" y="25345"/>
                  </a:lnTo>
                  <a:lnTo>
                    <a:pt x="12219" y="24772"/>
                  </a:lnTo>
                  <a:lnTo>
                    <a:pt x="11048" y="24479"/>
                  </a:lnTo>
                  <a:lnTo>
                    <a:pt x="10072" y="22654"/>
                  </a:lnTo>
                  <a:lnTo>
                    <a:pt x="10132" y="21055"/>
                  </a:lnTo>
                  <a:lnTo>
                    <a:pt x="10028" y="19498"/>
                  </a:lnTo>
                  <a:lnTo>
                    <a:pt x="12140" y="18643"/>
                  </a:lnTo>
                  <a:lnTo>
                    <a:pt x="11656" y="17312"/>
                  </a:lnTo>
                  <a:lnTo>
                    <a:pt x="12384" y="16302"/>
                  </a:lnTo>
                  <a:lnTo>
                    <a:pt x="13211" y="15916"/>
                  </a:lnTo>
                  <a:lnTo>
                    <a:pt x="14045" y="19627"/>
                  </a:lnTo>
                  <a:lnTo>
                    <a:pt x="14645" y="20928"/>
                  </a:lnTo>
                  <a:lnTo>
                    <a:pt x="13880" y="21192"/>
                  </a:lnTo>
                  <a:lnTo>
                    <a:pt x="12279" y="21191"/>
                  </a:lnTo>
                  <a:lnTo>
                    <a:pt x="13173" y="23012"/>
                  </a:lnTo>
                  <a:lnTo>
                    <a:pt x="14642" y="23633"/>
                  </a:lnTo>
                  <a:lnTo>
                    <a:pt x="15909" y="24983"/>
                  </a:lnTo>
                  <a:lnTo>
                    <a:pt x="15935" y="25962"/>
                  </a:lnTo>
                  <a:lnTo>
                    <a:pt x="16639" y="26404"/>
                  </a:lnTo>
                  <a:lnTo>
                    <a:pt x="18331" y="26432"/>
                  </a:lnTo>
                  <a:lnTo>
                    <a:pt x="19496" y="26239"/>
                  </a:lnTo>
                  <a:lnTo>
                    <a:pt x="20044" y="25588"/>
                  </a:lnTo>
                  <a:lnTo>
                    <a:pt x="20680" y="25380"/>
                  </a:lnTo>
                  <a:lnTo>
                    <a:pt x="21817" y="26191"/>
                  </a:lnTo>
                  <a:lnTo>
                    <a:pt x="23731" y="26792"/>
                  </a:lnTo>
                  <a:lnTo>
                    <a:pt x="24247" y="27217"/>
                  </a:lnTo>
                  <a:lnTo>
                    <a:pt x="24623" y="27922"/>
                  </a:lnTo>
                  <a:lnTo>
                    <a:pt x="24648" y="28683"/>
                  </a:lnTo>
                  <a:lnTo>
                    <a:pt x="24746" y="29084"/>
                  </a:lnTo>
                  <a:lnTo>
                    <a:pt x="25303" y="28888"/>
                  </a:lnTo>
                  <a:lnTo>
                    <a:pt x="26098" y="27854"/>
                  </a:lnTo>
                  <a:lnTo>
                    <a:pt x="26488" y="27496"/>
                  </a:lnTo>
                  <a:lnTo>
                    <a:pt x="26967" y="27320"/>
                  </a:lnTo>
                  <a:lnTo>
                    <a:pt x="27270" y="27089"/>
                  </a:lnTo>
                  <a:lnTo>
                    <a:pt x="27279" y="26787"/>
                  </a:lnTo>
                  <a:lnTo>
                    <a:pt x="25847" y="26056"/>
                  </a:lnTo>
                  <a:lnTo>
                    <a:pt x="18350" y="22635"/>
                  </a:lnTo>
                  <a:lnTo>
                    <a:pt x="17428" y="21269"/>
                  </a:lnTo>
                  <a:lnTo>
                    <a:pt x="16808" y="19552"/>
                  </a:lnTo>
                  <a:lnTo>
                    <a:pt x="16829" y="17782"/>
                  </a:lnTo>
                  <a:lnTo>
                    <a:pt x="17375" y="17233"/>
                  </a:lnTo>
                  <a:lnTo>
                    <a:pt x="18713" y="16533"/>
                  </a:lnTo>
                  <a:lnTo>
                    <a:pt x="21173" y="15547"/>
                  </a:lnTo>
                  <a:lnTo>
                    <a:pt x="24009" y="14131"/>
                  </a:lnTo>
                  <a:lnTo>
                    <a:pt x="24364" y="13860"/>
                  </a:lnTo>
                  <a:lnTo>
                    <a:pt x="24331" y="12972"/>
                  </a:lnTo>
                  <a:lnTo>
                    <a:pt x="23975" y="12374"/>
                  </a:lnTo>
                  <a:lnTo>
                    <a:pt x="22849" y="11936"/>
                  </a:lnTo>
                  <a:lnTo>
                    <a:pt x="21672" y="11825"/>
                  </a:lnTo>
                  <a:lnTo>
                    <a:pt x="20549" y="11869"/>
                  </a:lnTo>
                  <a:lnTo>
                    <a:pt x="19428" y="12054"/>
                  </a:lnTo>
                  <a:lnTo>
                    <a:pt x="17382" y="12998"/>
                  </a:lnTo>
                  <a:lnTo>
                    <a:pt x="16224" y="12939"/>
                  </a:lnTo>
                  <a:lnTo>
                    <a:pt x="15122" y="12433"/>
                  </a:lnTo>
                  <a:lnTo>
                    <a:pt x="14305" y="11417"/>
                  </a:lnTo>
                  <a:lnTo>
                    <a:pt x="13883" y="10042"/>
                  </a:lnTo>
                  <a:lnTo>
                    <a:pt x="13886" y="9165"/>
                  </a:lnTo>
                  <a:lnTo>
                    <a:pt x="14043" y="8359"/>
                  </a:lnTo>
                  <a:lnTo>
                    <a:pt x="14541" y="7535"/>
                  </a:lnTo>
                  <a:lnTo>
                    <a:pt x="15210" y="7175"/>
                  </a:lnTo>
                  <a:lnTo>
                    <a:pt x="15812" y="7223"/>
                  </a:lnTo>
                  <a:lnTo>
                    <a:pt x="16378" y="7029"/>
                  </a:lnTo>
                  <a:lnTo>
                    <a:pt x="16715" y="6746"/>
                  </a:lnTo>
                  <a:lnTo>
                    <a:pt x="17002" y="6367"/>
                  </a:lnTo>
                  <a:lnTo>
                    <a:pt x="16917" y="6040"/>
                  </a:lnTo>
                  <a:lnTo>
                    <a:pt x="16698" y="5757"/>
                  </a:lnTo>
                  <a:lnTo>
                    <a:pt x="15785" y="5174"/>
                  </a:lnTo>
                  <a:lnTo>
                    <a:pt x="15424" y="4613"/>
                  </a:lnTo>
                  <a:lnTo>
                    <a:pt x="14641" y="3706"/>
                  </a:lnTo>
                  <a:lnTo>
                    <a:pt x="15069" y="3452"/>
                  </a:lnTo>
                  <a:lnTo>
                    <a:pt x="16443" y="3311"/>
                  </a:lnTo>
                  <a:lnTo>
                    <a:pt x="17403" y="3937"/>
                  </a:lnTo>
                  <a:lnTo>
                    <a:pt x="18298" y="4673"/>
                  </a:lnTo>
                  <a:lnTo>
                    <a:pt x="18848" y="4670"/>
                  </a:lnTo>
                  <a:lnTo>
                    <a:pt x="19342" y="4362"/>
                  </a:lnTo>
                  <a:lnTo>
                    <a:pt x="20474" y="3418"/>
                  </a:lnTo>
                  <a:lnTo>
                    <a:pt x="21423" y="2232"/>
                  </a:lnTo>
                  <a:lnTo>
                    <a:pt x="22288" y="879"/>
                  </a:lnTo>
                  <a:lnTo>
                    <a:pt x="22983" y="72"/>
                  </a:lnTo>
                  <a:lnTo>
                    <a:pt x="23781" y="0"/>
                  </a:lnTo>
                  <a:lnTo>
                    <a:pt x="26118" y="2529"/>
                  </a:lnTo>
                  <a:lnTo>
                    <a:pt x="26942" y="2623"/>
                  </a:lnTo>
                  <a:lnTo>
                    <a:pt x="29687" y="1262"/>
                  </a:lnTo>
                  <a:lnTo>
                    <a:pt x="29992" y="1336"/>
                  </a:lnTo>
                  <a:lnTo>
                    <a:pt x="30922" y="202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317970" y="3140005"/>
              <a:ext cx="3405" cy="3029"/>
            </a:xfrm>
            <a:custGeom>
              <a:avLst/>
              <a:pathLst>
                <a:path w="3405" h="3029">
                  <a:moveTo>
                    <a:pt x="3152" y="2875"/>
                  </a:moveTo>
                  <a:lnTo>
                    <a:pt x="2869" y="3029"/>
                  </a:lnTo>
                  <a:lnTo>
                    <a:pt x="1819" y="2703"/>
                  </a:lnTo>
                  <a:lnTo>
                    <a:pt x="1293" y="2413"/>
                  </a:lnTo>
                  <a:lnTo>
                    <a:pt x="489" y="1676"/>
                  </a:lnTo>
                  <a:lnTo>
                    <a:pt x="362" y="916"/>
                  </a:lnTo>
                  <a:lnTo>
                    <a:pt x="0" y="10"/>
                  </a:lnTo>
                  <a:lnTo>
                    <a:pt x="232" y="0"/>
                  </a:lnTo>
                  <a:lnTo>
                    <a:pt x="1071" y="359"/>
                  </a:lnTo>
                  <a:lnTo>
                    <a:pt x="1416" y="631"/>
                  </a:lnTo>
                  <a:lnTo>
                    <a:pt x="1876" y="1209"/>
                  </a:lnTo>
                  <a:lnTo>
                    <a:pt x="3235" y="2036"/>
                  </a:lnTo>
                  <a:lnTo>
                    <a:pt x="3405" y="2281"/>
                  </a:lnTo>
                  <a:lnTo>
                    <a:pt x="3372" y="259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312010" y="3138684"/>
              <a:ext cx="5426" cy="9052"/>
            </a:xfrm>
            <a:custGeom>
              <a:avLst/>
              <a:pathLst>
                <a:path w="5426" h="9052">
                  <a:moveTo>
                    <a:pt x="2671" y="0"/>
                  </a:moveTo>
                  <a:lnTo>
                    <a:pt x="3077" y="2713"/>
                  </a:lnTo>
                  <a:lnTo>
                    <a:pt x="3366" y="3091"/>
                  </a:lnTo>
                  <a:lnTo>
                    <a:pt x="4332" y="3292"/>
                  </a:lnTo>
                  <a:lnTo>
                    <a:pt x="5378" y="4671"/>
                  </a:lnTo>
                  <a:lnTo>
                    <a:pt x="5426" y="5046"/>
                  </a:lnTo>
                  <a:lnTo>
                    <a:pt x="4157" y="7390"/>
                  </a:lnTo>
                  <a:lnTo>
                    <a:pt x="3887" y="9052"/>
                  </a:lnTo>
                  <a:lnTo>
                    <a:pt x="2398" y="8933"/>
                  </a:lnTo>
                  <a:lnTo>
                    <a:pt x="1775" y="7281"/>
                  </a:lnTo>
                  <a:lnTo>
                    <a:pt x="834" y="5686"/>
                  </a:lnTo>
                  <a:lnTo>
                    <a:pt x="517" y="3817"/>
                  </a:lnTo>
                  <a:lnTo>
                    <a:pt x="0" y="2213"/>
                  </a:lnTo>
                  <a:lnTo>
                    <a:pt x="920" y="1304"/>
                  </a:lnTo>
                  <a:lnTo>
                    <a:pt x="1799" y="1507"/>
                  </a:lnTo>
                  <a:lnTo>
                    <a:pt x="1851" y="27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310168" y="3132783"/>
              <a:ext cx="7014" cy="5833"/>
            </a:xfrm>
            <a:custGeom>
              <a:avLst/>
              <a:pathLst>
                <a:path w="7014" h="5833">
                  <a:moveTo>
                    <a:pt x="7014" y="975"/>
                  </a:moveTo>
                  <a:lnTo>
                    <a:pt x="6993" y="2143"/>
                  </a:lnTo>
                  <a:lnTo>
                    <a:pt x="6693" y="2515"/>
                  </a:lnTo>
                  <a:lnTo>
                    <a:pt x="6430" y="2630"/>
                  </a:lnTo>
                  <a:lnTo>
                    <a:pt x="5764" y="2274"/>
                  </a:lnTo>
                  <a:lnTo>
                    <a:pt x="5384" y="2235"/>
                  </a:lnTo>
                  <a:lnTo>
                    <a:pt x="4755" y="2853"/>
                  </a:lnTo>
                  <a:lnTo>
                    <a:pt x="4226" y="3166"/>
                  </a:lnTo>
                  <a:lnTo>
                    <a:pt x="3437" y="3085"/>
                  </a:lnTo>
                  <a:lnTo>
                    <a:pt x="2390" y="2666"/>
                  </a:lnTo>
                  <a:lnTo>
                    <a:pt x="1454" y="4424"/>
                  </a:lnTo>
                  <a:lnTo>
                    <a:pt x="1018" y="5015"/>
                  </a:lnTo>
                  <a:lnTo>
                    <a:pt x="103" y="5833"/>
                  </a:lnTo>
                  <a:lnTo>
                    <a:pt x="0" y="4872"/>
                  </a:lnTo>
                  <a:lnTo>
                    <a:pt x="582" y="3436"/>
                  </a:lnTo>
                  <a:lnTo>
                    <a:pt x="851" y="2457"/>
                  </a:lnTo>
                  <a:lnTo>
                    <a:pt x="1384" y="999"/>
                  </a:lnTo>
                  <a:lnTo>
                    <a:pt x="2457" y="1548"/>
                  </a:lnTo>
                  <a:lnTo>
                    <a:pt x="3960" y="1009"/>
                  </a:lnTo>
                  <a:lnTo>
                    <a:pt x="5330" y="6"/>
                  </a:lnTo>
                  <a:lnTo>
                    <a:pt x="6513" y="0"/>
                  </a:lnTo>
                  <a:lnTo>
                    <a:pt x="6902" y="53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308490" y="3122649"/>
              <a:ext cx="3425" cy="4070"/>
            </a:xfrm>
            <a:custGeom>
              <a:avLst/>
              <a:pathLst>
                <a:path w="3425" h="4070">
                  <a:moveTo>
                    <a:pt x="1659" y="2781"/>
                  </a:moveTo>
                  <a:lnTo>
                    <a:pt x="1390" y="4070"/>
                  </a:lnTo>
                  <a:lnTo>
                    <a:pt x="624" y="3958"/>
                  </a:lnTo>
                  <a:lnTo>
                    <a:pt x="367" y="3634"/>
                  </a:lnTo>
                  <a:lnTo>
                    <a:pt x="234" y="2816"/>
                  </a:lnTo>
                  <a:lnTo>
                    <a:pt x="0" y="2421"/>
                  </a:lnTo>
                  <a:lnTo>
                    <a:pt x="328" y="1603"/>
                  </a:lnTo>
                  <a:lnTo>
                    <a:pt x="545" y="694"/>
                  </a:lnTo>
                  <a:lnTo>
                    <a:pt x="470" y="0"/>
                  </a:lnTo>
                  <a:lnTo>
                    <a:pt x="1643" y="47"/>
                  </a:lnTo>
                  <a:lnTo>
                    <a:pt x="3039" y="226"/>
                  </a:lnTo>
                  <a:lnTo>
                    <a:pt x="3425" y="416"/>
                  </a:lnTo>
                  <a:lnTo>
                    <a:pt x="2998" y="1029"/>
                  </a:lnTo>
                  <a:lnTo>
                    <a:pt x="2592" y="1396"/>
                  </a:lnTo>
                  <a:lnTo>
                    <a:pt x="1750" y="162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308758" y="3116111"/>
              <a:ext cx="5776" cy="5083"/>
            </a:xfrm>
            <a:custGeom>
              <a:avLst/>
              <a:pathLst>
                <a:path w="5776" h="5083">
                  <a:moveTo>
                    <a:pt x="3730" y="3965"/>
                  </a:moveTo>
                  <a:lnTo>
                    <a:pt x="1880" y="5083"/>
                  </a:lnTo>
                  <a:lnTo>
                    <a:pt x="1336" y="4620"/>
                  </a:lnTo>
                  <a:lnTo>
                    <a:pt x="0" y="4624"/>
                  </a:lnTo>
                  <a:lnTo>
                    <a:pt x="350" y="3414"/>
                  </a:lnTo>
                  <a:lnTo>
                    <a:pt x="485" y="2522"/>
                  </a:lnTo>
                  <a:lnTo>
                    <a:pt x="685" y="2177"/>
                  </a:lnTo>
                  <a:lnTo>
                    <a:pt x="759" y="1407"/>
                  </a:lnTo>
                  <a:lnTo>
                    <a:pt x="1158" y="0"/>
                  </a:lnTo>
                  <a:lnTo>
                    <a:pt x="2265" y="468"/>
                  </a:lnTo>
                  <a:lnTo>
                    <a:pt x="3089" y="606"/>
                  </a:lnTo>
                  <a:lnTo>
                    <a:pt x="4208" y="1071"/>
                  </a:lnTo>
                  <a:lnTo>
                    <a:pt x="5422" y="1368"/>
                  </a:lnTo>
                  <a:lnTo>
                    <a:pt x="5776" y="2586"/>
                  </a:lnTo>
                  <a:lnTo>
                    <a:pt x="4595" y="314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306941" y="3098832"/>
              <a:ext cx="5056" cy="6384"/>
            </a:xfrm>
            <a:custGeom>
              <a:avLst/>
              <a:pathLst>
                <a:path w="5056" h="6384">
                  <a:moveTo>
                    <a:pt x="5056" y="886"/>
                  </a:moveTo>
                  <a:lnTo>
                    <a:pt x="4977" y="1995"/>
                  </a:lnTo>
                  <a:lnTo>
                    <a:pt x="3580" y="4128"/>
                  </a:lnTo>
                  <a:lnTo>
                    <a:pt x="2376" y="5387"/>
                  </a:lnTo>
                  <a:lnTo>
                    <a:pt x="1277" y="6384"/>
                  </a:lnTo>
                  <a:lnTo>
                    <a:pt x="575" y="6374"/>
                  </a:lnTo>
                  <a:lnTo>
                    <a:pt x="0" y="5892"/>
                  </a:lnTo>
                  <a:lnTo>
                    <a:pt x="646" y="5103"/>
                  </a:lnTo>
                  <a:lnTo>
                    <a:pt x="1452" y="4316"/>
                  </a:lnTo>
                  <a:lnTo>
                    <a:pt x="1197" y="3300"/>
                  </a:lnTo>
                  <a:lnTo>
                    <a:pt x="955" y="3006"/>
                  </a:lnTo>
                  <a:lnTo>
                    <a:pt x="614" y="2898"/>
                  </a:lnTo>
                  <a:lnTo>
                    <a:pt x="31" y="2365"/>
                  </a:lnTo>
                  <a:lnTo>
                    <a:pt x="208" y="1575"/>
                  </a:lnTo>
                  <a:lnTo>
                    <a:pt x="549" y="1198"/>
                  </a:lnTo>
                  <a:lnTo>
                    <a:pt x="1001" y="909"/>
                  </a:lnTo>
                  <a:lnTo>
                    <a:pt x="1425" y="1081"/>
                  </a:lnTo>
                  <a:lnTo>
                    <a:pt x="3253" y="525"/>
                  </a:lnTo>
                  <a:lnTo>
                    <a:pt x="3831" y="79"/>
                  </a:lnTo>
                  <a:lnTo>
                    <a:pt x="4943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307613" y="3097885"/>
              <a:ext cx="10513" cy="18329"/>
            </a:xfrm>
            <a:custGeom>
              <a:avLst/>
              <a:pathLst>
                <a:path w="10513" h="18329">
                  <a:moveTo>
                    <a:pt x="10349" y="6175"/>
                  </a:moveTo>
                  <a:lnTo>
                    <a:pt x="10438" y="8221"/>
                  </a:lnTo>
                  <a:lnTo>
                    <a:pt x="10279" y="10277"/>
                  </a:lnTo>
                  <a:lnTo>
                    <a:pt x="9915" y="12802"/>
                  </a:lnTo>
                  <a:lnTo>
                    <a:pt x="9974" y="13313"/>
                  </a:lnTo>
                  <a:lnTo>
                    <a:pt x="10399" y="13438"/>
                  </a:lnTo>
                  <a:lnTo>
                    <a:pt x="10513" y="13753"/>
                  </a:lnTo>
                  <a:lnTo>
                    <a:pt x="10389" y="15079"/>
                  </a:lnTo>
                  <a:lnTo>
                    <a:pt x="10161" y="16101"/>
                  </a:lnTo>
                  <a:lnTo>
                    <a:pt x="9721" y="16933"/>
                  </a:lnTo>
                  <a:lnTo>
                    <a:pt x="9463" y="17932"/>
                  </a:lnTo>
                  <a:lnTo>
                    <a:pt x="9227" y="18153"/>
                  </a:lnTo>
                  <a:lnTo>
                    <a:pt x="8200" y="18329"/>
                  </a:lnTo>
                  <a:lnTo>
                    <a:pt x="7636" y="18220"/>
                  </a:lnTo>
                  <a:lnTo>
                    <a:pt x="7183" y="17080"/>
                  </a:lnTo>
                  <a:lnTo>
                    <a:pt x="7052" y="16380"/>
                  </a:lnTo>
                  <a:lnTo>
                    <a:pt x="7078" y="15465"/>
                  </a:lnTo>
                  <a:lnTo>
                    <a:pt x="6525" y="14237"/>
                  </a:lnTo>
                  <a:lnTo>
                    <a:pt x="6507" y="13768"/>
                  </a:lnTo>
                  <a:lnTo>
                    <a:pt x="6724" y="12958"/>
                  </a:lnTo>
                  <a:lnTo>
                    <a:pt x="7172" y="12555"/>
                  </a:lnTo>
                  <a:lnTo>
                    <a:pt x="7240" y="11310"/>
                  </a:lnTo>
                  <a:lnTo>
                    <a:pt x="7465" y="10937"/>
                  </a:lnTo>
                  <a:lnTo>
                    <a:pt x="7976" y="10422"/>
                  </a:lnTo>
                  <a:lnTo>
                    <a:pt x="8053" y="10208"/>
                  </a:lnTo>
                  <a:lnTo>
                    <a:pt x="8006" y="10025"/>
                  </a:lnTo>
                  <a:lnTo>
                    <a:pt x="7817" y="10005"/>
                  </a:lnTo>
                  <a:lnTo>
                    <a:pt x="5771" y="11547"/>
                  </a:lnTo>
                  <a:lnTo>
                    <a:pt x="5570" y="11982"/>
                  </a:lnTo>
                  <a:lnTo>
                    <a:pt x="5480" y="12561"/>
                  </a:lnTo>
                  <a:lnTo>
                    <a:pt x="5455" y="14598"/>
                  </a:lnTo>
                  <a:lnTo>
                    <a:pt x="5095" y="15777"/>
                  </a:lnTo>
                  <a:lnTo>
                    <a:pt x="4769" y="16001"/>
                  </a:lnTo>
                  <a:lnTo>
                    <a:pt x="3814" y="16052"/>
                  </a:lnTo>
                  <a:lnTo>
                    <a:pt x="2554" y="15933"/>
                  </a:lnTo>
                  <a:lnTo>
                    <a:pt x="1125" y="14852"/>
                  </a:lnTo>
                  <a:lnTo>
                    <a:pt x="192" y="15150"/>
                  </a:lnTo>
                  <a:lnTo>
                    <a:pt x="0" y="13836"/>
                  </a:lnTo>
                  <a:lnTo>
                    <a:pt x="467" y="12784"/>
                  </a:lnTo>
                  <a:lnTo>
                    <a:pt x="2204" y="12875"/>
                  </a:lnTo>
                  <a:lnTo>
                    <a:pt x="2500" y="11004"/>
                  </a:lnTo>
                  <a:lnTo>
                    <a:pt x="1947" y="10564"/>
                  </a:lnTo>
                  <a:lnTo>
                    <a:pt x="1336" y="9809"/>
                  </a:lnTo>
                  <a:lnTo>
                    <a:pt x="971" y="9119"/>
                  </a:lnTo>
                  <a:lnTo>
                    <a:pt x="1295" y="8605"/>
                  </a:lnTo>
                  <a:lnTo>
                    <a:pt x="2303" y="7860"/>
                  </a:lnTo>
                  <a:lnTo>
                    <a:pt x="2842" y="7780"/>
                  </a:lnTo>
                  <a:lnTo>
                    <a:pt x="3342" y="8197"/>
                  </a:lnTo>
                  <a:lnTo>
                    <a:pt x="4579" y="7882"/>
                  </a:lnTo>
                  <a:lnTo>
                    <a:pt x="4507" y="6698"/>
                  </a:lnTo>
                  <a:lnTo>
                    <a:pt x="3405" y="6178"/>
                  </a:lnTo>
                  <a:lnTo>
                    <a:pt x="3650" y="5279"/>
                  </a:lnTo>
                  <a:lnTo>
                    <a:pt x="5042" y="4421"/>
                  </a:lnTo>
                  <a:lnTo>
                    <a:pt x="5874" y="3557"/>
                  </a:lnTo>
                  <a:lnTo>
                    <a:pt x="5912" y="2571"/>
                  </a:lnTo>
                  <a:lnTo>
                    <a:pt x="5575" y="1586"/>
                  </a:lnTo>
                  <a:lnTo>
                    <a:pt x="5682" y="1202"/>
                  </a:lnTo>
                  <a:lnTo>
                    <a:pt x="6375" y="392"/>
                  </a:lnTo>
                  <a:lnTo>
                    <a:pt x="7347" y="0"/>
                  </a:lnTo>
                  <a:lnTo>
                    <a:pt x="7790" y="53"/>
                  </a:lnTo>
                  <a:lnTo>
                    <a:pt x="8690" y="625"/>
                  </a:lnTo>
                  <a:lnTo>
                    <a:pt x="9494" y="693"/>
                  </a:lnTo>
                  <a:lnTo>
                    <a:pt x="9688" y="862"/>
                  </a:lnTo>
                  <a:lnTo>
                    <a:pt x="9834" y="149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306848" y="3088326"/>
              <a:ext cx="4687" cy="10390"/>
            </a:xfrm>
            <a:custGeom>
              <a:avLst/>
              <a:pathLst>
                <a:path w="4687" h="10390">
                  <a:moveTo>
                    <a:pt x="1330" y="10373"/>
                  </a:moveTo>
                  <a:lnTo>
                    <a:pt x="265" y="10390"/>
                  </a:lnTo>
                  <a:lnTo>
                    <a:pt x="0" y="7902"/>
                  </a:lnTo>
                  <a:lnTo>
                    <a:pt x="1253" y="4311"/>
                  </a:lnTo>
                  <a:lnTo>
                    <a:pt x="1342" y="2942"/>
                  </a:lnTo>
                  <a:lnTo>
                    <a:pt x="921" y="1911"/>
                  </a:lnTo>
                  <a:lnTo>
                    <a:pt x="751" y="1062"/>
                  </a:lnTo>
                  <a:lnTo>
                    <a:pt x="853" y="713"/>
                  </a:lnTo>
                  <a:lnTo>
                    <a:pt x="2455" y="0"/>
                  </a:lnTo>
                  <a:lnTo>
                    <a:pt x="2957" y="757"/>
                  </a:lnTo>
                  <a:lnTo>
                    <a:pt x="3551" y="2771"/>
                  </a:lnTo>
                  <a:lnTo>
                    <a:pt x="4687" y="5655"/>
                  </a:lnTo>
                  <a:lnTo>
                    <a:pt x="4658" y="8409"/>
                  </a:lnTo>
                  <a:lnTo>
                    <a:pt x="4028" y="9089"/>
                  </a:lnTo>
                  <a:lnTo>
                    <a:pt x="2052" y="978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310667" y="3085810"/>
              <a:ext cx="6433" cy="10978"/>
            </a:xfrm>
            <a:custGeom>
              <a:avLst/>
              <a:pathLst>
                <a:path w="6433" h="10978">
                  <a:moveTo>
                    <a:pt x="6433" y="10497"/>
                  </a:moveTo>
                  <a:lnTo>
                    <a:pt x="6253" y="10828"/>
                  </a:lnTo>
                  <a:lnTo>
                    <a:pt x="5087" y="10625"/>
                  </a:lnTo>
                  <a:lnTo>
                    <a:pt x="3067" y="10978"/>
                  </a:lnTo>
                  <a:lnTo>
                    <a:pt x="2217" y="9713"/>
                  </a:lnTo>
                  <a:lnTo>
                    <a:pt x="1846" y="7699"/>
                  </a:lnTo>
                  <a:lnTo>
                    <a:pt x="1592" y="7283"/>
                  </a:lnTo>
                  <a:lnTo>
                    <a:pt x="1091" y="6136"/>
                  </a:lnTo>
                  <a:lnTo>
                    <a:pt x="839" y="5382"/>
                  </a:lnTo>
                  <a:lnTo>
                    <a:pt x="325" y="4217"/>
                  </a:lnTo>
                  <a:lnTo>
                    <a:pt x="126" y="2985"/>
                  </a:lnTo>
                  <a:lnTo>
                    <a:pt x="0" y="2613"/>
                  </a:lnTo>
                  <a:lnTo>
                    <a:pt x="463" y="1886"/>
                  </a:lnTo>
                  <a:lnTo>
                    <a:pt x="2574" y="1164"/>
                  </a:lnTo>
                  <a:lnTo>
                    <a:pt x="3326" y="0"/>
                  </a:lnTo>
                  <a:lnTo>
                    <a:pt x="3971" y="153"/>
                  </a:lnTo>
                  <a:lnTo>
                    <a:pt x="3794" y="2530"/>
                  </a:lnTo>
                  <a:lnTo>
                    <a:pt x="4182" y="3331"/>
                  </a:lnTo>
                  <a:lnTo>
                    <a:pt x="4900" y="3996"/>
                  </a:lnTo>
                  <a:lnTo>
                    <a:pt x="5033" y="4270"/>
                  </a:lnTo>
                  <a:lnTo>
                    <a:pt x="5154" y="5111"/>
                  </a:lnTo>
                  <a:lnTo>
                    <a:pt x="5514" y="6415"/>
                  </a:lnTo>
                  <a:lnTo>
                    <a:pt x="5980" y="7025"/>
                  </a:lnTo>
                  <a:lnTo>
                    <a:pt x="6100" y="7405"/>
                  </a:lnTo>
                  <a:lnTo>
                    <a:pt x="6122" y="7723"/>
                  </a:lnTo>
                  <a:lnTo>
                    <a:pt x="5951" y="817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310537" y="3083736"/>
              <a:ext cx="3264" cy="2232"/>
            </a:xfrm>
            <a:custGeom>
              <a:avLst/>
              <a:pathLst>
                <a:path w="3264" h="2232">
                  <a:moveTo>
                    <a:pt x="1408" y="2051"/>
                  </a:moveTo>
                  <a:lnTo>
                    <a:pt x="711" y="2232"/>
                  </a:lnTo>
                  <a:lnTo>
                    <a:pt x="630" y="1777"/>
                  </a:lnTo>
                  <a:lnTo>
                    <a:pt x="0" y="1021"/>
                  </a:lnTo>
                  <a:lnTo>
                    <a:pt x="547" y="521"/>
                  </a:lnTo>
                  <a:lnTo>
                    <a:pt x="1619" y="0"/>
                  </a:lnTo>
                  <a:lnTo>
                    <a:pt x="2432" y="57"/>
                  </a:lnTo>
                  <a:lnTo>
                    <a:pt x="3165" y="453"/>
                  </a:lnTo>
                  <a:lnTo>
                    <a:pt x="3264" y="920"/>
                  </a:lnTo>
                  <a:lnTo>
                    <a:pt x="1984" y="1532"/>
                  </a:lnTo>
                  <a:lnTo>
                    <a:pt x="1670" y="186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315941" y="3048615"/>
              <a:ext cx="4358" cy="8153"/>
            </a:xfrm>
            <a:custGeom>
              <a:avLst/>
              <a:pathLst>
                <a:path w="4358" h="8153">
                  <a:moveTo>
                    <a:pt x="3566" y="7236"/>
                  </a:moveTo>
                  <a:lnTo>
                    <a:pt x="3040" y="7855"/>
                  </a:lnTo>
                  <a:lnTo>
                    <a:pt x="2122" y="8153"/>
                  </a:lnTo>
                  <a:lnTo>
                    <a:pt x="1213" y="7668"/>
                  </a:lnTo>
                  <a:lnTo>
                    <a:pt x="114" y="7893"/>
                  </a:lnTo>
                  <a:lnTo>
                    <a:pt x="0" y="6833"/>
                  </a:lnTo>
                  <a:lnTo>
                    <a:pt x="410" y="5960"/>
                  </a:lnTo>
                  <a:lnTo>
                    <a:pt x="1243" y="4922"/>
                  </a:lnTo>
                  <a:lnTo>
                    <a:pt x="1846" y="3531"/>
                  </a:lnTo>
                  <a:lnTo>
                    <a:pt x="1773" y="1569"/>
                  </a:lnTo>
                  <a:lnTo>
                    <a:pt x="2269" y="1119"/>
                  </a:lnTo>
                  <a:lnTo>
                    <a:pt x="2535" y="426"/>
                  </a:lnTo>
                  <a:lnTo>
                    <a:pt x="3588" y="0"/>
                  </a:lnTo>
                  <a:lnTo>
                    <a:pt x="3826" y="1458"/>
                  </a:lnTo>
                  <a:lnTo>
                    <a:pt x="3542" y="4064"/>
                  </a:lnTo>
                  <a:lnTo>
                    <a:pt x="4255" y="5605"/>
                  </a:lnTo>
                  <a:lnTo>
                    <a:pt x="4358" y="6118"/>
                  </a:lnTo>
                  <a:lnTo>
                    <a:pt x="4219" y="670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311662" y="3043349"/>
              <a:ext cx="1039" cy="1554"/>
            </a:xfrm>
            <a:custGeom>
              <a:avLst/>
              <a:pathLst>
                <a:path w="1039" h="1554">
                  <a:moveTo>
                    <a:pt x="942" y="1325"/>
                  </a:moveTo>
                  <a:lnTo>
                    <a:pt x="706" y="1554"/>
                  </a:lnTo>
                  <a:lnTo>
                    <a:pt x="410" y="1487"/>
                  </a:lnTo>
                  <a:lnTo>
                    <a:pt x="169" y="1043"/>
                  </a:lnTo>
                  <a:lnTo>
                    <a:pt x="0" y="286"/>
                  </a:lnTo>
                  <a:lnTo>
                    <a:pt x="328" y="0"/>
                  </a:lnTo>
                  <a:lnTo>
                    <a:pt x="592" y="0"/>
                  </a:lnTo>
                  <a:lnTo>
                    <a:pt x="886" y="401"/>
                  </a:lnTo>
                  <a:lnTo>
                    <a:pt x="1039" y="105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324185" y="3039850"/>
              <a:ext cx="1909" cy="4026"/>
            </a:xfrm>
            <a:custGeom>
              <a:avLst/>
              <a:pathLst>
                <a:path w="1909" h="4026">
                  <a:moveTo>
                    <a:pt x="1762" y="3866"/>
                  </a:moveTo>
                  <a:lnTo>
                    <a:pt x="1453" y="4026"/>
                  </a:lnTo>
                  <a:lnTo>
                    <a:pt x="1171" y="4001"/>
                  </a:lnTo>
                  <a:lnTo>
                    <a:pt x="886" y="3523"/>
                  </a:lnTo>
                  <a:lnTo>
                    <a:pt x="790" y="2893"/>
                  </a:lnTo>
                  <a:lnTo>
                    <a:pt x="173" y="1950"/>
                  </a:lnTo>
                  <a:lnTo>
                    <a:pt x="0" y="1505"/>
                  </a:lnTo>
                  <a:lnTo>
                    <a:pt x="13" y="972"/>
                  </a:lnTo>
                  <a:lnTo>
                    <a:pt x="368" y="208"/>
                  </a:lnTo>
                  <a:lnTo>
                    <a:pt x="894" y="0"/>
                  </a:lnTo>
                  <a:lnTo>
                    <a:pt x="1248" y="28"/>
                  </a:lnTo>
                  <a:lnTo>
                    <a:pt x="1676" y="928"/>
                  </a:lnTo>
                  <a:lnTo>
                    <a:pt x="1799" y="1904"/>
                  </a:lnTo>
                  <a:lnTo>
                    <a:pt x="1909" y="291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327718" y="3036931"/>
              <a:ext cx="6442" cy="7322"/>
            </a:xfrm>
            <a:custGeom>
              <a:avLst/>
              <a:pathLst>
                <a:path w="6442" h="7322">
                  <a:moveTo>
                    <a:pt x="4341" y="6208"/>
                  </a:moveTo>
                  <a:lnTo>
                    <a:pt x="2049" y="7322"/>
                  </a:lnTo>
                  <a:lnTo>
                    <a:pt x="899" y="6949"/>
                  </a:lnTo>
                  <a:lnTo>
                    <a:pt x="454" y="6128"/>
                  </a:lnTo>
                  <a:lnTo>
                    <a:pt x="236" y="5437"/>
                  </a:lnTo>
                  <a:lnTo>
                    <a:pt x="0" y="4268"/>
                  </a:lnTo>
                  <a:lnTo>
                    <a:pt x="391" y="3642"/>
                  </a:lnTo>
                  <a:lnTo>
                    <a:pt x="1231" y="2739"/>
                  </a:lnTo>
                  <a:lnTo>
                    <a:pt x="1542" y="2156"/>
                  </a:lnTo>
                  <a:lnTo>
                    <a:pt x="1693" y="1468"/>
                  </a:lnTo>
                  <a:lnTo>
                    <a:pt x="1641" y="825"/>
                  </a:lnTo>
                  <a:lnTo>
                    <a:pt x="1750" y="213"/>
                  </a:lnTo>
                  <a:lnTo>
                    <a:pt x="2245" y="0"/>
                  </a:lnTo>
                  <a:lnTo>
                    <a:pt x="3941" y="685"/>
                  </a:lnTo>
                  <a:lnTo>
                    <a:pt x="5701" y="1712"/>
                  </a:lnTo>
                  <a:lnTo>
                    <a:pt x="6326" y="2421"/>
                  </a:lnTo>
                  <a:lnTo>
                    <a:pt x="6442" y="2985"/>
                  </a:lnTo>
                  <a:lnTo>
                    <a:pt x="5674" y="4233"/>
                  </a:lnTo>
                  <a:lnTo>
                    <a:pt x="5183" y="525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316623" y="3034140"/>
              <a:ext cx="8652" cy="16877"/>
            </a:xfrm>
            <a:custGeom>
              <a:avLst/>
              <a:pathLst>
                <a:path w="8652" h="16877">
                  <a:moveTo>
                    <a:pt x="8348" y="3621"/>
                  </a:moveTo>
                  <a:lnTo>
                    <a:pt x="7882" y="4221"/>
                  </a:lnTo>
                  <a:lnTo>
                    <a:pt x="7147" y="4327"/>
                  </a:lnTo>
                  <a:lnTo>
                    <a:pt x="6002" y="5020"/>
                  </a:lnTo>
                  <a:lnTo>
                    <a:pt x="5882" y="5622"/>
                  </a:lnTo>
                  <a:lnTo>
                    <a:pt x="5825" y="6360"/>
                  </a:lnTo>
                  <a:lnTo>
                    <a:pt x="6615" y="7250"/>
                  </a:lnTo>
                  <a:lnTo>
                    <a:pt x="7004" y="8284"/>
                  </a:lnTo>
                  <a:lnTo>
                    <a:pt x="7473" y="9833"/>
                  </a:lnTo>
                  <a:lnTo>
                    <a:pt x="7811" y="11310"/>
                  </a:lnTo>
                  <a:lnTo>
                    <a:pt x="7780" y="11768"/>
                  </a:lnTo>
                  <a:lnTo>
                    <a:pt x="7864" y="12535"/>
                  </a:lnTo>
                  <a:lnTo>
                    <a:pt x="8426" y="13727"/>
                  </a:lnTo>
                  <a:lnTo>
                    <a:pt x="8477" y="14265"/>
                  </a:lnTo>
                  <a:lnTo>
                    <a:pt x="8416" y="14799"/>
                  </a:lnTo>
                  <a:lnTo>
                    <a:pt x="8189" y="15788"/>
                  </a:lnTo>
                  <a:lnTo>
                    <a:pt x="8011" y="15924"/>
                  </a:lnTo>
                  <a:lnTo>
                    <a:pt x="7454" y="16021"/>
                  </a:lnTo>
                  <a:lnTo>
                    <a:pt x="7410" y="16621"/>
                  </a:lnTo>
                  <a:lnTo>
                    <a:pt x="7273" y="16817"/>
                  </a:lnTo>
                  <a:lnTo>
                    <a:pt x="5690" y="16877"/>
                  </a:lnTo>
                  <a:lnTo>
                    <a:pt x="4907" y="16605"/>
                  </a:lnTo>
                  <a:lnTo>
                    <a:pt x="5000" y="14796"/>
                  </a:lnTo>
                  <a:lnTo>
                    <a:pt x="3997" y="14086"/>
                  </a:lnTo>
                  <a:lnTo>
                    <a:pt x="3309" y="12889"/>
                  </a:lnTo>
                  <a:lnTo>
                    <a:pt x="2534" y="10823"/>
                  </a:lnTo>
                  <a:lnTo>
                    <a:pt x="1882" y="10187"/>
                  </a:lnTo>
                  <a:lnTo>
                    <a:pt x="1125" y="8554"/>
                  </a:lnTo>
                  <a:lnTo>
                    <a:pt x="0" y="7156"/>
                  </a:lnTo>
                  <a:lnTo>
                    <a:pt x="1298" y="6272"/>
                  </a:lnTo>
                  <a:lnTo>
                    <a:pt x="1097" y="4723"/>
                  </a:lnTo>
                  <a:lnTo>
                    <a:pt x="1855" y="4192"/>
                  </a:lnTo>
                  <a:lnTo>
                    <a:pt x="2994" y="3638"/>
                  </a:lnTo>
                  <a:lnTo>
                    <a:pt x="3834" y="4074"/>
                  </a:lnTo>
                  <a:lnTo>
                    <a:pt x="4588" y="3920"/>
                  </a:lnTo>
                  <a:lnTo>
                    <a:pt x="4924" y="3549"/>
                  </a:lnTo>
                  <a:lnTo>
                    <a:pt x="4821" y="1966"/>
                  </a:lnTo>
                  <a:lnTo>
                    <a:pt x="5061" y="719"/>
                  </a:lnTo>
                  <a:lnTo>
                    <a:pt x="5892" y="74"/>
                  </a:lnTo>
                  <a:lnTo>
                    <a:pt x="6788" y="0"/>
                  </a:lnTo>
                  <a:lnTo>
                    <a:pt x="7126" y="704"/>
                  </a:lnTo>
                  <a:lnTo>
                    <a:pt x="7568" y="1396"/>
                  </a:lnTo>
                  <a:lnTo>
                    <a:pt x="8652" y="1942"/>
                  </a:lnTo>
                  <a:lnTo>
                    <a:pt x="8647" y="265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321115" y="3029244"/>
              <a:ext cx="3342" cy="1927"/>
            </a:xfrm>
            <a:custGeom>
              <a:avLst/>
              <a:pathLst>
                <a:path w="3342" h="1927">
                  <a:moveTo>
                    <a:pt x="3144" y="606"/>
                  </a:moveTo>
                  <a:lnTo>
                    <a:pt x="3342" y="1292"/>
                  </a:lnTo>
                  <a:lnTo>
                    <a:pt x="2926" y="1386"/>
                  </a:lnTo>
                  <a:lnTo>
                    <a:pt x="2259" y="1277"/>
                  </a:lnTo>
                  <a:lnTo>
                    <a:pt x="1936" y="1819"/>
                  </a:lnTo>
                  <a:lnTo>
                    <a:pt x="1772" y="1927"/>
                  </a:lnTo>
                  <a:lnTo>
                    <a:pt x="238" y="1446"/>
                  </a:lnTo>
                  <a:lnTo>
                    <a:pt x="0" y="1232"/>
                  </a:lnTo>
                  <a:lnTo>
                    <a:pt x="28" y="518"/>
                  </a:lnTo>
                  <a:lnTo>
                    <a:pt x="1663" y="456"/>
                  </a:lnTo>
                  <a:lnTo>
                    <a:pt x="2706" y="0"/>
                  </a:lnTo>
                  <a:lnTo>
                    <a:pt x="2852" y="7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314495" y="3025787"/>
              <a:ext cx="1645" cy="1247"/>
            </a:xfrm>
            <a:custGeom>
              <a:avLst/>
              <a:pathLst>
                <a:path w="1645" h="1247">
                  <a:moveTo>
                    <a:pt x="1645" y="1002"/>
                  </a:moveTo>
                  <a:lnTo>
                    <a:pt x="304" y="1247"/>
                  </a:lnTo>
                  <a:lnTo>
                    <a:pt x="0" y="830"/>
                  </a:lnTo>
                  <a:lnTo>
                    <a:pt x="6" y="479"/>
                  </a:lnTo>
                  <a:lnTo>
                    <a:pt x="236" y="187"/>
                  </a:lnTo>
                  <a:lnTo>
                    <a:pt x="923" y="0"/>
                  </a:lnTo>
                  <a:lnTo>
                    <a:pt x="1373" y="238"/>
                  </a:lnTo>
                  <a:lnTo>
                    <a:pt x="1608" y="57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318803" y="3001511"/>
              <a:ext cx="9124" cy="21988"/>
            </a:xfrm>
            <a:custGeom>
              <a:avLst/>
              <a:pathLst>
                <a:path w="9124" h="21988">
                  <a:moveTo>
                    <a:pt x="5808" y="21624"/>
                  </a:moveTo>
                  <a:lnTo>
                    <a:pt x="5097" y="21916"/>
                  </a:lnTo>
                  <a:lnTo>
                    <a:pt x="4433" y="21988"/>
                  </a:lnTo>
                  <a:lnTo>
                    <a:pt x="3759" y="21774"/>
                  </a:lnTo>
                  <a:lnTo>
                    <a:pt x="2582" y="21792"/>
                  </a:lnTo>
                  <a:lnTo>
                    <a:pt x="1407" y="21247"/>
                  </a:lnTo>
                  <a:lnTo>
                    <a:pt x="306" y="20476"/>
                  </a:lnTo>
                  <a:lnTo>
                    <a:pt x="0" y="20030"/>
                  </a:lnTo>
                  <a:lnTo>
                    <a:pt x="134" y="19390"/>
                  </a:lnTo>
                  <a:lnTo>
                    <a:pt x="927" y="17908"/>
                  </a:lnTo>
                  <a:lnTo>
                    <a:pt x="1682" y="15108"/>
                  </a:lnTo>
                  <a:lnTo>
                    <a:pt x="2185" y="11088"/>
                  </a:lnTo>
                  <a:lnTo>
                    <a:pt x="1783" y="9566"/>
                  </a:lnTo>
                  <a:lnTo>
                    <a:pt x="1833" y="8933"/>
                  </a:lnTo>
                  <a:lnTo>
                    <a:pt x="2017" y="8173"/>
                  </a:lnTo>
                  <a:lnTo>
                    <a:pt x="2109" y="7392"/>
                  </a:lnTo>
                  <a:lnTo>
                    <a:pt x="2053" y="6603"/>
                  </a:lnTo>
                  <a:lnTo>
                    <a:pt x="2148" y="5870"/>
                  </a:lnTo>
                  <a:lnTo>
                    <a:pt x="2980" y="4328"/>
                  </a:lnTo>
                  <a:lnTo>
                    <a:pt x="3102" y="3636"/>
                  </a:lnTo>
                  <a:lnTo>
                    <a:pt x="3126" y="2884"/>
                  </a:lnTo>
                  <a:lnTo>
                    <a:pt x="3486" y="1330"/>
                  </a:lnTo>
                  <a:lnTo>
                    <a:pt x="3375" y="815"/>
                  </a:lnTo>
                  <a:lnTo>
                    <a:pt x="3068" y="380"/>
                  </a:lnTo>
                  <a:lnTo>
                    <a:pt x="3317" y="0"/>
                  </a:lnTo>
                  <a:lnTo>
                    <a:pt x="6210" y="1140"/>
                  </a:lnTo>
                  <a:lnTo>
                    <a:pt x="8131" y="1405"/>
                  </a:lnTo>
                  <a:lnTo>
                    <a:pt x="8234" y="2585"/>
                  </a:lnTo>
                  <a:lnTo>
                    <a:pt x="8605" y="3510"/>
                  </a:lnTo>
                  <a:lnTo>
                    <a:pt x="8825" y="5166"/>
                  </a:lnTo>
                  <a:lnTo>
                    <a:pt x="9124" y="5542"/>
                  </a:lnTo>
                  <a:lnTo>
                    <a:pt x="8969" y="6727"/>
                  </a:lnTo>
                  <a:lnTo>
                    <a:pt x="8084" y="7238"/>
                  </a:lnTo>
                  <a:lnTo>
                    <a:pt x="8162" y="8327"/>
                  </a:lnTo>
                  <a:lnTo>
                    <a:pt x="8671" y="9356"/>
                  </a:lnTo>
                  <a:lnTo>
                    <a:pt x="7928" y="9722"/>
                  </a:lnTo>
                  <a:lnTo>
                    <a:pt x="7128" y="9940"/>
                  </a:lnTo>
                  <a:lnTo>
                    <a:pt x="6943" y="10226"/>
                  </a:lnTo>
                  <a:lnTo>
                    <a:pt x="6363" y="10450"/>
                  </a:lnTo>
                  <a:lnTo>
                    <a:pt x="5658" y="11022"/>
                  </a:lnTo>
                  <a:lnTo>
                    <a:pt x="5870" y="11526"/>
                  </a:lnTo>
                  <a:lnTo>
                    <a:pt x="6757" y="12677"/>
                  </a:lnTo>
                  <a:lnTo>
                    <a:pt x="7749" y="13475"/>
                  </a:lnTo>
                  <a:lnTo>
                    <a:pt x="8293" y="14668"/>
                  </a:lnTo>
                  <a:lnTo>
                    <a:pt x="8997" y="15914"/>
                  </a:lnTo>
                  <a:lnTo>
                    <a:pt x="8653" y="16706"/>
                  </a:lnTo>
                  <a:lnTo>
                    <a:pt x="8008" y="17828"/>
                  </a:lnTo>
                  <a:lnTo>
                    <a:pt x="6979" y="18573"/>
                  </a:lnTo>
                  <a:lnTo>
                    <a:pt x="6033" y="19018"/>
                  </a:lnTo>
                  <a:lnTo>
                    <a:pt x="6144" y="2086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275263" y="2886855"/>
              <a:ext cx="2086" cy="1206"/>
            </a:xfrm>
            <a:custGeom>
              <a:avLst/>
              <a:pathLst>
                <a:path w="2086" h="1206">
                  <a:moveTo>
                    <a:pt x="1753" y="994"/>
                  </a:moveTo>
                  <a:lnTo>
                    <a:pt x="0" y="1206"/>
                  </a:lnTo>
                  <a:lnTo>
                    <a:pt x="96" y="961"/>
                  </a:lnTo>
                  <a:lnTo>
                    <a:pt x="485" y="535"/>
                  </a:lnTo>
                  <a:lnTo>
                    <a:pt x="1059" y="0"/>
                  </a:lnTo>
                  <a:lnTo>
                    <a:pt x="1233" y="40"/>
                  </a:lnTo>
                  <a:lnTo>
                    <a:pt x="1431" y="137"/>
                  </a:lnTo>
                  <a:lnTo>
                    <a:pt x="1937" y="487"/>
                  </a:lnTo>
                  <a:lnTo>
                    <a:pt x="2086" y="727"/>
                  </a:lnTo>
                  <a:lnTo>
                    <a:pt x="2031" y="92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987232" y="2796099"/>
              <a:ext cx="1998" cy="1435"/>
            </a:xfrm>
            <a:custGeom>
              <a:avLst/>
              <a:pathLst>
                <a:path w="1998" h="1435">
                  <a:moveTo>
                    <a:pt x="1458" y="1005"/>
                  </a:moveTo>
                  <a:lnTo>
                    <a:pt x="0" y="1435"/>
                  </a:lnTo>
                  <a:lnTo>
                    <a:pt x="47" y="667"/>
                  </a:lnTo>
                  <a:lnTo>
                    <a:pt x="412" y="0"/>
                  </a:lnTo>
                  <a:lnTo>
                    <a:pt x="1491" y="384"/>
                  </a:lnTo>
                  <a:lnTo>
                    <a:pt x="1998" y="45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306307" y="2662725"/>
              <a:ext cx="82302" cy="507386"/>
            </a:xfrm>
            <a:custGeom>
              <a:avLst/>
              <a:pathLst>
                <a:path w="82302" h="507386">
                  <a:moveTo>
                    <a:pt x="80542" y="74141"/>
                  </a:moveTo>
                  <a:lnTo>
                    <a:pt x="82302" y="76647"/>
                  </a:lnTo>
                  <a:lnTo>
                    <a:pt x="81536" y="80047"/>
                  </a:lnTo>
                  <a:lnTo>
                    <a:pt x="80312" y="85471"/>
                  </a:lnTo>
                  <a:lnTo>
                    <a:pt x="79366" y="89665"/>
                  </a:lnTo>
                  <a:lnTo>
                    <a:pt x="79210" y="90225"/>
                  </a:lnTo>
                  <a:lnTo>
                    <a:pt x="79015" y="91048"/>
                  </a:lnTo>
                  <a:lnTo>
                    <a:pt x="76976" y="92235"/>
                  </a:lnTo>
                  <a:lnTo>
                    <a:pt x="74001" y="93971"/>
                  </a:lnTo>
                  <a:lnTo>
                    <a:pt x="72476" y="94876"/>
                  </a:lnTo>
                  <a:lnTo>
                    <a:pt x="70556" y="96044"/>
                  </a:lnTo>
                  <a:lnTo>
                    <a:pt x="70091" y="96997"/>
                  </a:lnTo>
                  <a:lnTo>
                    <a:pt x="69536" y="97512"/>
                  </a:lnTo>
                  <a:lnTo>
                    <a:pt x="68927" y="98179"/>
                  </a:lnTo>
                  <a:lnTo>
                    <a:pt x="68694" y="98903"/>
                  </a:lnTo>
                  <a:lnTo>
                    <a:pt x="68125" y="99360"/>
                  </a:lnTo>
                  <a:lnTo>
                    <a:pt x="67607" y="101000"/>
                  </a:lnTo>
                  <a:lnTo>
                    <a:pt x="67607" y="102260"/>
                  </a:lnTo>
                  <a:lnTo>
                    <a:pt x="67938" y="103118"/>
                  </a:lnTo>
                  <a:lnTo>
                    <a:pt x="68513" y="103481"/>
                  </a:lnTo>
                  <a:lnTo>
                    <a:pt x="68694" y="104509"/>
                  </a:lnTo>
                  <a:lnTo>
                    <a:pt x="68875" y="105235"/>
                  </a:lnTo>
                  <a:lnTo>
                    <a:pt x="69289" y="105806"/>
                  </a:lnTo>
                  <a:lnTo>
                    <a:pt x="69185" y="106264"/>
                  </a:lnTo>
                  <a:lnTo>
                    <a:pt x="68849" y="106607"/>
                  </a:lnTo>
                  <a:lnTo>
                    <a:pt x="68229" y="106797"/>
                  </a:lnTo>
                  <a:lnTo>
                    <a:pt x="67808" y="107826"/>
                  </a:lnTo>
                  <a:lnTo>
                    <a:pt x="67323" y="110383"/>
                  </a:lnTo>
                  <a:lnTo>
                    <a:pt x="67245" y="111298"/>
                  </a:lnTo>
                  <a:lnTo>
                    <a:pt x="67798" y="113612"/>
                  </a:lnTo>
                  <a:lnTo>
                    <a:pt x="68091" y="114860"/>
                  </a:lnTo>
                  <a:lnTo>
                    <a:pt x="68887" y="119385"/>
                  </a:lnTo>
                  <a:lnTo>
                    <a:pt x="69003" y="120616"/>
                  </a:lnTo>
                  <a:lnTo>
                    <a:pt x="67912" y="122335"/>
                  </a:lnTo>
                  <a:lnTo>
                    <a:pt x="67477" y="123381"/>
                  </a:lnTo>
                  <a:lnTo>
                    <a:pt x="67322" y="124303"/>
                  </a:lnTo>
                  <a:lnTo>
                    <a:pt x="67327" y="125033"/>
                  </a:lnTo>
                  <a:lnTo>
                    <a:pt x="67426" y="125702"/>
                  </a:lnTo>
                  <a:lnTo>
                    <a:pt x="68335" y="127821"/>
                  </a:lnTo>
                  <a:lnTo>
                    <a:pt x="69392" y="129720"/>
                  </a:lnTo>
                  <a:lnTo>
                    <a:pt x="69910" y="130712"/>
                  </a:lnTo>
                  <a:lnTo>
                    <a:pt x="69910" y="132047"/>
                  </a:lnTo>
                  <a:lnTo>
                    <a:pt x="69651" y="132809"/>
                  </a:lnTo>
                  <a:lnTo>
                    <a:pt x="69089" y="133091"/>
                  </a:lnTo>
                  <a:lnTo>
                    <a:pt x="67841" y="133610"/>
                  </a:lnTo>
                  <a:lnTo>
                    <a:pt x="67323" y="134373"/>
                  </a:lnTo>
                  <a:lnTo>
                    <a:pt x="66754" y="134489"/>
                  </a:lnTo>
                  <a:lnTo>
                    <a:pt x="66211" y="133877"/>
                  </a:lnTo>
                  <a:lnTo>
                    <a:pt x="65642" y="134030"/>
                  </a:lnTo>
                  <a:lnTo>
                    <a:pt x="64917" y="134564"/>
                  </a:lnTo>
                  <a:lnTo>
                    <a:pt x="64645" y="135861"/>
                  </a:lnTo>
                  <a:lnTo>
                    <a:pt x="64012" y="138071"/>
                  </a:lnTo>
                  <a:lnTo>
                    <a:pt x="63469" y="138683"/>
                  </a:lnTo>
                  <a:lnTo>
                    <a:pt x="63064" y="140370"/>
                  </a:lnTo>
                  <a:lnTo>
                    <a:pt x="62342" y="142791"/>
                  </a:lnTo>
                  <a:lnTo>
                    <a:pt x="61995" y="144250"/>
                  </a:lnTo>
                  <a:lnTo>
                    <a:pt x="61813" y="145318"/>
                  </a:lnTo>
                  <a:lnTo>
                    <a:pt x="61087" y="146000"/>
                  </a:lnTo>
                  <a:lnTo>
                    <a:pt x="60240" y="147355"/>
                  </a:lnTo>
                  <a:lnTo>
                    <a:pt x="59589" y="148674"/>
                  </a:lnTo>
                  <a:lnTo>
                    <a:pt x="59330" y="149055"/>
                  </a:lnTo>
                  <a:lnTo>
                    <a:pt x="58838" y="149170"/>
                  </a:lnTo>
                  <a:lnTo>
                    <a:pt x="58476" y="150352"/>
                  </a:lnTo>
                  <a:lnTo>
                    <a:pt x="57248" y="152136"/>
                  </a:lnTo>
                  <a:lnTo>
                    <a:pt x="56956" y="154207"/>
                  </a:lnTo>
                  <a:lnTo>
                    <a:pt x="56511" y="155310"/>
                  </a:lnTo>
                  <a:lnTo>
                    <a:pt x="56433" y="157301"/>
                  </a:lnTo>
                  <a:lnTo>
                    <a:pt x="55754" y="160950"/>
                  </a:lnTo>
                  <a:lnTo>
                    <a:pt x="55631" y="161755"/>
                  </a:lnTo>
                  <a:lnTo>
                    <a:pt x="54946" y="162392"/>
                  </a:lnTo>
                  <a:lnTo>
                    <a:pt x="54044" y="163803"/>
                  </a:lnTo>
                  <a:lnTo>
                    <a:pt x="53749" y="164835"/>
                  </a:lnTo>
                  <a:lnTo>
                    <a:pt x="54167" y="167923"/>
                  </a:lnTo>
                  <a:lnTo>
                    <a:pt x="54687" y="171044"/>
                  </a:lnTo>
                  <a:lnTo>
                    <a:pt x="54721" y="172506"/>
                  </a:lnTo>
                  <a:lnTo>
                    <a:pt x="54519" y="174492"/>
                  </a:lnTo>
                  <a:lnTo>
                    <a:pt x="54382" y="175356"/>
                  </a:lnTo>
                  <a:lnTo>
                    <a:pt x="54726" y="175713"/>
                  </a:lnTo>
                  <a:lnTo>
                    <a:pt x="55295" y="175942"/>
                  </a:lnTo>
                  <a:lnTo>
                    <a:pt x="55476" y="176704"/>
                  </a:lnTo>
                  <a:lnTo>
                    <a:pt x="55062" y="177238"/>
                  </a:lnTo>
                  <a:lnTo>
                    <a:pt x="54881" y="178192"/>
                  </a:lnTo>
                  <a:lnTo>
                    <a:pt x="54416" y="179260"/>
                  </a:lnTo>
                  <a:lnTo>
                    <a:pt x="53038" y="179679"/>
                  </a:lnTo>
                  <a:lnTo>
                    <a:pt x="52553" y="179298"/>
                  </a:lnTo>
                  <a:lnTo>
                    <a:pt x="52398" y="179641"/>
                  </a:lnTo>
                  <a:lnTo>
                    <a:pt x="52476" y="180404"/>
                  </a:lnTo>
                  <a:lnTo>
                    <a:pt x="52168" y="181303"/>
                  </a:lnTo>
                  <a:lnTo>
                    <a:pt x="51454" y="183710"/>
                  </a:lnTo>
                  <a:lnTo>
                    <a:pt x="50983" y="185896"/>
                  </a:lnTo>
                  <a:lnTo>
                    <a:pt x="50709" y="186849"/>
                  </a:lnTo>
                  <a:lnTo>
                    <a:pt x="50820" y="187650"/>
                  </a:lnTo>
                  <a:lnTo>
                    <a:pt x="51053" y="188108"/>
                  </a:lnTo>
                  <a:lnTo>
                    <a:pt x="51079" y="188527"/>
                  </a:lnTo>
                  <a:lnTo>
                    <a:pt x="50686" y="189055"/>
                  </a:lnTo>
                  <a:lnTo>
                    <a:pt x="50328" y="189900"/>
                  </a:lnTo>
                  <a:lnTo>
                    <a:pt x="49940" y="190015"/>
                  </a:lnTo>
                  <a:lnTo>
                    <a:pt x="49527" y="189785"/>
                  </a:lnTo>
                  <a:lnTo>
                    <a:pt x="49087" y="190282"/>
                  </a:lnTo>
                  <a:lnTo>
                    <a:pt x="48998" y="191320"/>
                  </a:lnTo>
                  <a:lnTo>
                    <a:pt x="48755" y="192638"/>
                  </a:lnTo>
                  <a:lnTo>
                    <a:pt x="48644" y="194180"/>
                  </a:lnTo>
                  <a:lnTo>
                    <a:pt x="48466" y="196154"/>
                  </a:lnTo>
                  <a:lnTo>
                    <a:pt x="49030" y="197506"/>
                  </a:lnTo>
                  <a:lnTo>
                    <a:pt x="49744" y="199954"/>
                  </a:lnTo>
                  <a:lnTo>
                    <a:pt x="50277" y="200538"/>
                  </a:lnTo>
                  <a:lnTo>
                    <a:pt x="50872" y="200500"/>
                  </a:lnTo>
                  <a:lnTo>
                    <a:pt x="51337" y="200996"/>
                  </a:lnTo>
                  <a:lnTo>
                    <a:pt x="51596" y="201569"/>
                  </a:lnTo>
                  <a:lnTo>
                    <a:pt x="51250" y="202592"/>
                  </a:lnTo>
                  <a:lnTo>
                    <a:pt x="50639" y="202750"/>
                  </a:lnTo>
                  <a:lnTo>
                    <a:pt x="50561" y="203324"/>
                  </a:lnTo>
                  <a:lnTo>
                    <a:pt x="50742" y="204621"/>
                  </a:lnTo>
                  <a:lnTo>
                    <a:pt x="50975" y="205879"/>
                  </a:lnTo>
                  <a:lnTo>
                    <a:pt x="51564" y="206483"/>
                  </a:lnTo>
                  <a:lnTo>
                    <a:pt x="51829" y="208166"/>
                  </a:lnTo>
                  <a:lnTo>
                    <a:pt x="52398" y="208738"/>
                  </a:lnTo>
                  <a:lnTo>
                    <a:pt x="52329" y="210892"/>
                  </a:lnTo>
                  <a:lnTo>
                    <a:pt x="52904" y="213421"/>
                  </a:lnTo>
                  <a:lnTo>
                    <a:pt x="53510" y="214154"/>
                  </a:lnTo>
                  <a:lnTo>
                    <a:pt x="53795" y="214497"/>
                  </a:lnTo>
                  <a:lnTo>
                    <a:pt x="53604" y="215600"/>
                  </a:lnTo>
                  <a:lnTo>
                    <a:pt x="53122" y="216480"/>
                  </a:lnTo>
                  <a:lnTo>
                    <a:pt x="53019" y="217892"/>
                  </a:lnTo>
                  <a:lnTo>
                    <a:pt x="53200" y="218921"/>
                  </a:lnTo>
                  <a:lnTo>
                    <a:pt x="53815" y="219894"/>
                  </a:lnTo>
                  <a:lnTo>
                    <a:pt x="54296" y="220004"/>
                  </a:lnTo>
                  <a:lnTo>
                    <a:pt x="54985" y="219608"/>
                  </a:lnTo>
                  <a:lnTo>
                    <a:pt x="55709" y="220065"/>
                  </a:lnTo>
                  <a:lnTo>
                    <a:pt x="55813" y="220904"/>
                  </a:lnTo>
                  <a:lnTo>
                    <a:pt x="55916" y="221667"/>
                  </a:lnTo>
                  <a:lnTo>
                    <a:pt x="55528" y="222659"/>
                  </a:lnTo>
                  <a:lnTo>
                    <a:pt x="55114" y="224489"/>
                  </a:lnTo>
                  <a:lnTo>
                    <a:pt x="55002" y="226308"/>
                  </a:lnTo>
                  <a:lnTo>
                    <a:pt x="55124" y="229076"/>
                  </a:lnTo>
                  <a:lnTo>
                    <a:pt x="55313" y="231221"/>
                  </a:lnTo>
                  <a:lnTo>
                    <a:pt x="55352" y="232572"/>
                  </a:lnTo>
                  <a:lnTo>
                    <a:pt x="55399" y="233184"/>
                  </a:lnTo>
                  <a:lnTo>
                    <a:pt x="55140" y="233603"/>
                  </a:lnTo>
                  <a:lnTo>
                    <a:pt x="54511" y="233820"/>
                  </a:lnTo>
                  <a:lnTo>
                    <a:pt x="53976" y="233908"/>
                  </a:lnTo>
                  <a:lnTo>
                    <a:pt x="53510" y="234250"/>
                  </a:lnTo>
                  <a:lnTo>
                    <a:pt x="53407" y="234937"/>
                  </a:lnTo>
                  <a:lnTo>
                    <a:pt x="53043" y="236081"/>
                  </a:lnTo>
                  <a:lnTo>
                    <a:pt x="52666" y="236930"/>
                  </a:lnTo>
                  <a:lnTo>
                    <a:pt x="52009" y="238162"/>
                  </a:lnTo>
                  <a:lnTo>
                    <a:pt x="51593" y="239437"/>
                  </a:lnTo>
                  <a:lnTo>
                    <a:pt x="51260" y="240276"/>
                  </a:lnTo>
                  <a:lnTo>
                    <a:pt x="51290" y="240858"/>
                  </a:lnTo>
                  <a:lnTo>
                    <a:pt x="51050" y="241980"/>
                  </a:lnTo>
                  <a:lnTo>
                    <a:pt x="50804" y="242912"/>
                  </a:lnTo>
                  <a:lnTo>
                    <a:pt x="50283" y="246052"/>
                  </a:lnTo>
                  <a:lnTo>
                    <a:pt x="49588" y="246704"/>
                  </a:lnTo>
                  <a:lnTo>
                    <a:pt x="49035" y="247027"/>
                  </a:lnTo>
                  <a:lnTo>
                    <a:pt x="48750" y="247446"/>
                  </a:lnTo>
                  <a:lnTo>
                    <a:pt x="48967" y="248298"/>
                  </a:lnTo>
                  <a:lnTo>
                    <a:pt x="49552" y="248552"/>
                  </a:lnTo>
                  <a:lnTo>
                    <a:pt x="49759" y="249239"/>
                  </a:lnTo>
                  <a:lnTo>
                    <a:pt x="49682" y="250307"/>
                  </a:lnTo>
                  <a:lnTo>
                    <a:pt x="50070" y="251298"/>
                  </a:lnTo>
                  <a:lnTo>
                    <a:pt x="50032" y="252500"/>
                  </a:lnTo>
                  <a:lnTo>
                    <a:pt x="50406" y="254769"/>
                  </a:lnTo>
                  <a:lnTo>
                    <a:pt x="50070" y="256256"/>
                  </a:lnTo>
                  <a:lnTo>
                    <a:pt x="50184" y="257539"/>
                  </a:lnTo>
                  <a:lnTo>
                    <a:pt x="50173" y="258812"/>
                  </a:lnTo>
                  <a:lnTo>
                    <a:pt x="49682" y="259802"/>
                  </a:lnTo>
                  <a:lnTo>
                    <a:pt x="48673" y="259993"/>
                  </a:lnTo>
                  <a:lnTo>
                    <a:pt x="48119" y="260907"/>
                  </a:lnTo>
                  <a:lnTo>
                    <a:pt x="47173" y="261901"/>
                  </a:lnTo>
                  <a:lnTo>
                    <a:pt x="47069" y="262702"/>
                  </a:lnTo>
                  <a:lnTo>
                    <a:pt x="46914" y="263426"/>
                  </a:lnTo>
                  <a:lnTo>
                    <a:pt x="46526" y="263693"/>
                  </a:lnTo>
                  <a:lnTo>
                    <a:pt x="45931" y="263693"/>
                  </a:lnTo>
                  <a:lnTo>
                    <a:pt x="45440" y="263808"/>
                  </a:lnTo>
                  <a:lnTo>
                    <a:pt x="44751" y="264748"/>
                  </a:lnTo>
                  <a:lnTo>
                    <a:pt x="44017" y="265256"/>
                  </a:lnTo>
                  <a:lnTo>
                    <a:pt x="43849" y="266013"/>
                  </a:lnTo>
                  <a:lnTo>
                    <a:pt x="43914" y="266934"/>
                  </a:lnTo>
                  <a:lnTo>
                    <a:pt x="43526" y="267506"/>
                  </a:lnTo>
                  <a:lnTo>
                    <a:pt x="43034" y="268574"/>
                  </a:lnTo>
                  <a:lnTo>
                    <a:pt x="42724" y="269718"/>
                  </a:lnTo>
                  <a:lnTo>
                    <a:pt x="43034" y="270786"/>
                  </a:lnTo>
                  <a:lnTo>
                    <a:pt x="43370" y="272693"/>
                  </a:lnTo>
                  <a:lnTo>
                    <a:pt x="43422" y="273494"/>
                  </a:lnTo>
                  <a:lnTo>
                    <a:pt x="42995" y="275071"/>
                  </a:lnTo>
                  <a:lnTo>
                    <a:pt x="42646" y="276087"/>
                  </a:lnTo>
                  <a:lnTo>
                    <a:pt x="42982" y="277384"/>
                  </a:lnTo>
                  <a:lnTo>
                    <a:pt x="43267" y="278107"/>
                  </a:lnTo>
                  <a:lnTo>
                    <a:pt x="43001" y="279698"/>
                  </a:lnTo>
                  <a:lnTo>
                    <a:pt x="42776" y="280701"/>
                  </a:lnTo>
                  <a:lnTo>
                    <a:pt x="42957" y="282531"/>
                  </a:lnTo>
                  <a:lnTo>
                    <a:pt x="43632" y="284591"/>
                  </a:lnTo>
                  <a:lnTo>
                    <a:pt x="44275" y="286421"/>
                  </a:lnTo>
                  <a:lnTo>
                    <a:pt x="44370" y="288552"/>
                  </a:lnTo>
                  <a:lnTo>
                    <a:pt x="44537" y="290238"/>
                  </a:lnTo>
                  <a:lnTo>
                    <a:pt x="44845" y="292066"/>
                  </a:lnTo>
                  <a:lnTo>
                    <a:pt x="45491" y="292791"/>
                  </a:lnTo>
                  <a:lnTo>
                    <a:pt x="45983" y="293401"/>
                  </a:lnTo>
                  <a:lnTo>
                    <a:pt x="45879" y="294278"/>
                  </a:lnTo>
                  <a:lnTo>
                    <a:pt x="45517" y="295346"/>
                  </a:lnTo>
                  <a:lnTo>
                    <a:pt x="45000" y="296147"/>
                  </a:lnTo>
                  <a:lnTo>
                    <a:pt x="43718" y="296412"/>
                  </a:lnTo>
                  <a:lnTo>
                    <a:pt x="42676" y="297136"/>
                  </a:lnTo>
                  <a:lnTo>
                    <a:pt x="41839" y="297638"/>
                  </a:lnTo>
                  <a:lnTo>
                    <a:pt x="41201" y="298244"/>
                  </a:lnTo>
                  <a:lnTo>
                    <a:pt x="40743" y="298889"/>
                  </a:lnTo>
                  <a:lnTo>
                    <a:pt x="40516" y="299594"/>
                  </a:lnTo>
                  <a:lnTo>
                    <a:pt x="40669" y="302667"/>
                  </a:lnTo>
                  <a:lnTo>
                    <a:pt x="40568" y="303800"/>
                  </a:lnTo>
                  <a:lnTo>
                    <a:pt x="40139" y="305406"/>
                  </a:lnTo>
                  <a:lnTo>
                    <a:pt x="39738" y="306702"/>
                  </a:lnTo>
                  <a:lnTo>
                    <a:pt x="39568" y="307091"/>
                  </a:lnTo>
                  <a:lnTo>
                    <a:pt x="39516" y="307663"/>
                  </a:lnTo>
                  <a:lnTo>
                    <a:pt x="39438" y="308197"/>
                  </a:lnTo>
                  <a:lnTo>
                    <a:pt x="38988" y="308318"/>
                  </a:lnTo>
                  <a:lnTo>
                    <a:pt x="38352" y="308083"/>
                  </a:lnTo>
                  <a:lnTo>
                    <a:pt x="37990" y="308235"/>
                  </a:lnTo>
                  <a:lnTo>
                    <a:pt x="37731" y="308655"/>
                  </a:lnTo>
                  <a:lnTo>
                    <a:pt x="37949" y="309656"/>
                  </a:lnTo>
                  <a:lnTo>
                    <a:pt x="38184" y="311417"/>
                  </a:lnTo>
                  <a:lnTo>
                    <a:pt x="38507" y="312164"/>
                  </a:lnTo>
                  <a:lnTo>
                    <a:pt x="38420" y="312755"/>
                  </a:lnTo>
                  <a:lnTo>
                    <a:pt x="38300" y="314032"/>
                  </a:lnTo>
                  <a:lnTo>
                    <a:pt x="37878" y="315066"/>
                  </a:lnTo>
                  <a:lnTo>
                    <a:pt x="37317" y="315062"/>
                  </a:lnTo>
                  <a:lnTo>
                    <a:pt x="36955" y="315482"/>
                  </a:lnTo>
                  <a:lnTo>
                    <a:pt x="36800" y="316206"/>
                  </a:lnTo>
                  <a:lnTo>
                    <a:pt x="36968" y="317150"/>
                  </a:lnTo>
                  <a:lnTo>
                    <a:pt x="37705" y="317923"/>
                  </a:lnTo>
                  <a:lnTo>
                    <a:pt x="37964" y="318418"/>
                  </a:lnTo>
                  <a:lnTo>
                    <a:pt x="37834" y="319067"/>
                  </a:lnTo>
                  <a:lnTo>
                    <a:pt x="37265" y="319334"/>
                  </a:lnTo>
                  <a:lnTo>
                    <a:pt x="36929" y="319868"/>
                  </a:lnTo>
                  <a:lnTo>
                    <a:pt x="36609" y="321057"/>
                  </a:lnTo>
                  <a:lnTo>
                    <a:pt x="36181" y="322398"/>
                  </a:lnTo>
                  <a:lnTo>
                    <a:pt x="35723" y="323390"/>
                  </a:lnTo>
                  <a:lnTo>
                    <a:pt x="35636" y="324749"/>
                  </a:lnTo>
                  <a:lnTo>
                    <a:pt x="36282" y="326197"/>
                  </a:lnTo>
                  <a:lnTo>
                    <a:pt x="36210" y="327615"/>
                  </a:lnTo>
                  <a:lnTo>
                    <a:pt x="36164" y="331768"/>
                  </a:lnTo>
                  <a:lnTo>
                    <a:pt x="36101" y="333177"/>
                  </a:lnTo>
                  <a:lnTo>
                    <a:pt x="36300" y="335509"/>
                  </a:lnTo>
                  <a:lnTo>
                    <a:pt x="36050" y="336152"/>
                  </a:lnTo>
                  <a:lnTo>
                    <a:pt x="35921" y="336762"/>
                  </a:lnTo>
                  <a:lnTo>
                    <a:pt x="36552" y="338458"/>
                  </a:lnTo>
                  <a:lnTo>
                    <a:pt x="37257" y="341199"/>
                  </a:lnTo>
                  <a:lnTo>
                    <a:pt x="37446" y="342290"/>
                  </a:lnTo>
                  <a:lnTo>
                    <a:pt x="37343" y="343053"/>
                  </a:lnTo>
                  <a:lnTo>
                    <a:pt x="36398" y="343700"/>
                  </a:lnTo>
                  <a:lnTo>
                    <a:pt x="35610" y="343969"/>
                  </a:lnTo>
                  <a:lnTo>
                    <a:pt x="35144" y="343511"/>
                  </a:lnTo>
                  <a:lnTo>
                    <a:pt x="34834" y="343702"/>
                  </a:lnTo>
                  <a:lnTo>
                    <a:pt x="34472" y="344503"/>
                  </a:lnTo>
                  <a:lnTo>
                    <a:pt x="34057" y="345151"/>
                  </a:lnTo>
                  <a:lnTo>
                    <a:pt x="33902" y="345799"/>
                  </a:lnTo>
                  <a:lnTo>
                    <a:pt x="34342" y="346638"/>
                  </a:lnTo>
                  <a:lnTo>
                    <a:pt x="34575" y="348239"/>
                  </a:lnTo>
                  <a:lnTo>
                    <a:pt x="34084" y="348925"/>
                  </a:lnTo>
                  <a:lnTo>
                    <a:pt x="33722" y="349688"/>
                  </a:lnTo>
                  <a:lnTo>
                    <a:pt x="33851" y="350680"/>
                  </a:lnTo>
                  <a:lnTo>
                    <a:pt x="34006" y="352472"/>
                  </a:lnTo>
                  <a:lnTo>
                    <a:pt x="33696" y="355447"/>
                  </a:lnTo>
                  <a:lnTo>
                    <a:pt x="34112" y="356501"/>
                  </a:lnTo>
                  <a:lnTo>
                    <a:pt x="34564" y="357008"/>
                  </a:lnTo>
                  <a:lnTo>
                    <a:pt x="36041" y="357613"/>
                  </a:lnTo>
                  <a:lnTo>
                    <a:pt x="37148" y="357912"/>
                  </a:lnTo>
                  <a:lnTo>
                    <a:pt x="37440" y="358896"/>
                  </a:lnTo>
                  <a:lnTo>
                    <a:pt x="37315" y="359695"/>
                  </a:lnTo>
                  <a:lnTo>
                    <a:pt x="36782" y="360090"/>
                  </a:lnTo>
                  <a:lnTo>
                    <a:pt x="35980" y="360434"/>
                  </a:lnTo>
                  <a:lnTo>
                    <a:pt x="35980" y="361725"/>
                  </a:lnTo>
                  <a:lnTo>
                    <a:pt x="36667" y="362939"/>
                  </a:lnTo>
                  <a:lnTo>
                    <a:pt x="37440" y="363817"/>
                  </a:lnTo>
                  <a:lnTo>
                    <a:pt x="37609" y="364607"/>
                  </a:lnTo>
                  <a:lnTo>
                    <a:pt x="37566" y="365415"/>
                  </a:lnTo>
                  <a:lnTo>
                    <a:pt x="37023" y="366092"/>
                  </a:lnTo>
                  <a:lnTo>
                    <a:pt x="37768" y="367559"/>
                  </a:lnTo>
                  <a:lnTo>
                    <a:pt x="38108" y="368552"/>
                  </a:lnTo>
                  <a:lnTo>
                    <a:pt x="37766" y="369317"/>
                  </a:lnTo>
                  <a:lnTo>
                    <a:pt x="37284" y="370464"/>
                  </a:lnTo>
                  <a:lnTo>
                    <a:pt x="36856" y="371013"/>
                  </a:lnTo>
                  <a:lnTo>
                    <a:pt x="36859" y="371637"/>
                  </a:lnTo>
                  <a:lnTo>
                    <a:pt x="36682" y="372901"/>
                  </a:lnTo>
                  <a:lnTo>
                    <a:pt x="36642" y="374139"/>
                  </a:lnTo>
                  <a:lnTo>
                    <a:pt x="36784" y="374877"/>
                  </a:lnTo>
                  <a:lnTo>
                    <a:pt x="41460" y="375460"/>
                  </a:lnTo>
                  <a:lnTo>
                    <a:pt x="42531" y="375688"/>
                  </a:lnTo>
                  <a:lnTo>
                    <a:pt x="43115" y="376425"/>
                  </a:lnTo>
                  <a:lnTo>
                    <a:pt x="43031" y="377348"/>
                  </a:lnTo>
                  <a:lnTo>
                    <a:pt x="42447" y="378332"/>
                  </a:lnTo>
                  <a:lnTo>
                    <a:pt x="42071" y="380177"/>
                  </a:lnTo>
                  <a:lnTo>
                    <a:pt x="41154" y="380485"/>
                  </a:lnTo>
                  <a:lnTo>
                    <a:pt x="40236" y="379992"/>
                  </a:lnTo>
                  <a:lnTo>
                    <a:pt x="39240" y="380162"/>
                  </a:lnTo>
                  <a:lnTo>
                    <a:pt x="38377" y="380279"/>
                  </a:lnTo>
                  <a:lnTo>
                    <a:pt x="37136" y="380335"/>
                  </a:lnTo>
                  <a:lnTo>
                    <a:pt x="35488" y="380574"/>
                  </a:lnTo>
                  <a:lnTo>
                    <a:pt x="34478" y="380300"/>
                  </a:lnTo>
                  <a:lnTo>
                    <a:pt x="34395" y="380977"/>
                  </a:lnTo>
                  <a:lnTo>
                    <a:pt x="34687" y="382145"/>
                  </a:lnTo>
                  <a:lnTo>
                    <a:pt x="36856" y="382515"/>
                  </a:lnTo>
                  <a:lnTo>
                    <a:pt x="38901" y="383192"/>
                  </a:lnTo>
                  <a:lnTo>
                    <a:pt x="39515" y="384428"/>
                  </a:lnTo>
                  <a:lnTo>
                    <a:pt x="40347" y="385829"/>
                  </a:lnTo>
                  <a:lnTo>
                    <a:pt x="41195" y="386696"/>
                  </a:lnTo>
                  <a:lnTo>
                    <a:pt x="41237" y="388112"/>
                  </a:lnTo>
                  <a:lnTo>
                    <a:pt x="39902" y="389587"/>
                  </a:lnTo>
                  <a:lnTo>
                    <a:pt x="39735" y="390633"/>
                  </a:lnTo>
                  <a:lnTo>
                    <a:pt x="37983" y="390941"/>
                  </a:lnTo>
                  <a:lnTo>
                    <a:pt x="37482" y="391556"/>
                  </a:lnTo>
                  <a:lnTo>
                    <a:pt x="37232" y="393586"/>
                  </a:lnTo>
                  <a:lnTo>
                    <a:pt x="37440" y="395185"/>
                  </a:lnTo>
                  <a:lnTo>
                    <a:pt x="38108" y="395738"/>
                  </a:lnTo>
                  <a:lnTo>
                    <a:pt x="38567" y="396784"/>
                  </a:lnTo>
                  <a:lnTo>
                    <a:pt x="38066" y="398014"/>
                  </a:lnTo>
                  <a:lnTo>
                    <a:pt x="36886" y="398862"/>
                  </a:lnTo>
                  <a:lnTo>
                    <a:pt x="36257" y="399669"/>
                  </a:lnTo>
                  <a:lnTo>
                    <a:pt x="36650" y="400313"/>
                  </a:lnTo>
                  <a:lnTo>
                    <a:pt x="37185" y="401335"/>
                  </a:lnTo>
                  <a:lnTo>
                    <a:pt x="37332" y="401890"/>
                  </a:lnTo>
                  <a:lnTo>
                    <a:pt x="37623" y="403397"/>
                  </a:lnTo>
                  <a:lnTo>
                    <a:pt x="37965" y="405497"/>
                  </a:lnTo>
                  <a:lnTo>
                    <a:pt x="37923" y="406515"/>
                  </a:lnTo>
                  <a:lnTo>
                    <a:pt x="37610" y="407275"/>
                  </a:lnTo>
                  <a:lnTo>
                    <a:pt x="36439" y="408471"/>
                  </a:lnTo>
                  <a:lnTo>
                    <a:pt x="35647" y="409024"/>
                  </a:lnTo>
                  <a:lnTo>
                    <a:pt x="35491" y="410496"/>
                  </a:lnTo>
                  <a:lnTo>
                    <a:pt x="35431" y="411601"/>
                  </a:lnTo>
                  <a:lnTo>
                    <a:pt x="35514" y="412598"/>
                  </a:lnTo>
                  <a:lnTo>
                    <a:pt x="36022" y="413391"/>
                  </a:lnTo>
                  <a:lnTo>
                    <a:pt x="35980" y="414190"/>
                  </a:lnTo>
                  <a:lnTo>
                    <a:pt x="35284" y="414360"/>
                  </a:lnTo>
                  <a:lnTo>
                    <a:pt x="34687" y="414745"/>
                  </a:lnTo>
                  <a:lnTo>
                    <a:pt x="34103" y="416158"/>
                  </a:lnTo>
                  <a:lnTo>
                    <a:pt x="32405" y="417602"/>
                  </a:lnTo>
                  <a:lnTo>
                    <a:pt x="31808" y="418249"/>
                  </a:lnTo>
                  <a:lnTo>
                    <a:pt x="31850" y="419357"/>
                  </a:lnTo>
                  <a:lnTo>
                    <a:pt x="31178" y="420939"/>
                  </a:lnTo>
                  <a:lnTo>
                    <a:pt x="30614" y="422315"/>
                  </a:lnTo>
                  <a:lnTo>
                    <a:pt x="30181" y="423601"/>
                  </a:lnTo>
                  <a:lnTo>
                    <a:pt x="30265" y="424953"/>
                  </a:lnTo>
                  <a:lnTo>
                    <a:pt x="31222" y="425547"/>
                  </a:lnTo>
                  <a:lnTo>
                    <a:pt x="31975" y="426860"/>
                  </a:lnTo>
                  <a:lnTo>
                    <a:pt x="32309" y="428521"/>
                  </a:lnTo>
                  <a:lnTo>
                    <a:pt x="31725" y="430428"/>
                  </a:lnTo>
                  <a:lnTo>
                    <a:pt x="30368" y="431147"/>
                  </a:lnTo>
                  <a:lnTo>
                    <a:pt x="29567" y="431956"/>
                  </a:lnTo>
                  <a:lnTo>
                    <a:pt x="29325" y="432569"/>
                  </a:lnTo>
                  <a:lnTo>
                    <a:pt x="29538" y="434566"/>
                  </a:lnTo>
                  <a:lnTo>
                    <a:pt x="29483" y="435503"/>
                  </a:lnTo>
                  <a:lnTo>
                    <a:pt x="29268" y="436384"/>
                  </a:lnTo>
                  <a:lnTo>
                    <a:pt x="28920" y="437064"/>
                  </a:lnTo>
                  <a:lnTo>
                    <a:pt x="28189" y="437827"/>
                  </a:lnTo>
                  <a:lnTo>
                    <a:pt x="26894" y="438491"/>
                  </a:lnTo>
                  <a:lnTo>
                    <a:pt x="25793" y="438949"/>
                  </a:lnTo>
                  <a:lnTo>
                    <a:pt x="25302" y="439473"/>
                  </a:lnTo>
                  <a:lnTo>
                    <a:pt x="24726" y="440624"/>
                  </a:lnTo>
                  <a:lnTo>
                    <a:pt x="24212" y="441895"/>
                  </a:lnTo>
                  <a:lnTo>
                    <a:pt x="24341" y="443467"/>
                  </a:lnTo>
                  <a:lnTo>
                    <a:pt x="21254" y="443651"/>
                  </a:lnTo>
                  <a:lnTo>
                    <a:pt x="21045" y="444820"/>
                  </a:lnTo>
                  <a:lnTo>
                    <a:pt x="20377" y="445743"/>
                  </a:lnTo>
                  <a:lnTo>
                    <a:pt x="20168" y="447404"/>
                  </a:lnTo>
                  <a:lnTo>
                    <a:pt x="20847" y="449009"/>
                  </a:lnTo>
                  <a:lnTo>
                    <a:pt x="21170" y="450355"/>
                  </a:lnTo>
                  <a:lnTo>
                    <a:pt x="20616" y="451979"/>
                  </a:lnTo>
                  <a:lnTo>
                    <a:pt x="20817" y="453643"/>
                  </a:lnTo>
                  <a:lnTo>
                    <a:pt x="20878" y="454969"/>
                  </a:lnTo>
                  <a:lnTo>
                    <a:pt x="21963" y="456445"/>
                  </a:lnTo>
                  <a:lnTo>
                    <a:pt x="22671" y="458269"/>
                  </a:lnTo>
                  <a:lnTo>
                    <a:pt x="23027" y="459812"/>
                  </a:lnTo>
                  <a:lnTo>
                    <a:pt x="23240" y="461011"/>
                  </a:lnTo>
                  <a:lnTo>
                    <a:pt x="23524" y="461740"/>
                  </a:lnTo>
                  <a:lnTo>
                    <a:pt x="23969" y="462566"/>
                  </a:lnTo>
                  <a:lnTo>
                    <a:pt x="24174" y="463519"/>
                  </a:lnTo>
                  <a:lnTo>
                    <a:pt x="24841" y="463826"/>
                  </a:lnTo>
                  <a:lnTo>
                    <a:pt x="26041" y="462936"/>
                  </a:lnTo>
                  <a:lnTo>
                    <a:pt x="26889" y="462331"/>
                  </a:lnTo>
                  <a:lnTo>
                    <a:pt x="27478" y="462116"/>
                  </a:lnTo>
                  <a:lnTo>
                    <a:pt x="29212" y="462255"/>
                  </a:lnTo>
                  <a:lnTo>
                    <a:pt x="30258" y="461695"/>
                  </a:lnTo>
                  <a:lnTo>
                    <a:pt x="30728" y="461753"/>
                  </a:lnTo>
                  <a:lnTo>
                    <a:pt x="31367" y="462068"/>
                  </a:lnTo>
                  <a:lnTo>
                    <a:pt x="31862" y="462731"/>
                  </a:lnTo>
                  <a:lnTo>
                    <a:pt x="32237" y="464234"/>
                  </a:lnTo>
                  <a:lnTo>
                    <a:pt x="32467" y="465917"/>
                  </a:lnTo>
                  <a:lnTo>
                    <a:pt x="32173" y="467635"/>
                  </a:lnTo>
                  <a:lnTo>
                    <a:pt x="31683" y="468008"/>
                  </a:lnTo>
                  <a:lnTo>
                    <a:pt x="31516" y="468500"/>
                  </a:lnTo>
                  <a:lnTo>
                    <a:pt x="31683" y="469546"/>
                  </a:lnTo>
                  <a:lnTo>
                    <a:pt x="32225" y="470284"/>
                  </a:lnTo>
                  <a:lnTo>
                    <a:pt x="32212" y="471338"/>
                  </a:lnTo>
                  <a:lnTo>
                    <a:pt x="31615" y="473729"/>
                  </a:lnTo>
                  <a:lnTo>
                    <a:pt x="31224" y="474712"/>
                  </a:lnTo>
                  <a:lnTo>
                    <a:pt x="31916" y="475821"/>
                  </a:lnTo>
                  <a:lnTo>
                    <a:pt x="32536" y="476809"/>
                  </a:lnTo>
                  <a:lnTo>
                    <a:pt x="33785" y="477547"/>
                  </a:lnTo>
                  <a:lnTo>
                    <a:pt x="34812" y="478587"/>
                  </a:lnTo>
                  <a:lnTo>
                    <a:pt x="35521" y="479448"/>
                  </a:lnTo>
                  <a:lnTo>
                    <a:pt x="35355" y="480617"/>
                  </a:lnTo>
                  <a:lnTo>
                    <a:pt x="35851" y="480971"/>
                  </a:lnTo>
                  <a:lnTo>
                    <a:pt x="37762" y="480996"/>
                  </a:lnTo>
                  <a:lnTo>
                    <a:pt x="40618" y="481032"/>
                  </a:lnTo>
                  <a:lnTo>
                    <a:pt x="45080" y="481091"/>
                  </a:lnTo>
                  <a:lnTo>
                    <a:pt x="49435" y="481148"/>
                  </a:lnTo>
                  <a:lnTo>
                    <a:pt x="54379" y="481231"/>
                  </a:lnTo>
                  <a:lnTo>
                    <a:pt x="56722" y="482168"/>
                  </a:lnTo>
                  <a:lnTo>
                    <a:pt x="58843" y="483016"/>
                  </a:lnTo>
                  <a:lnTo>
                    <a:pt x="61513" y="483016"/>
                  </a:lnTo>
                  <a:lnTo>
                    <a:pt x="64177" y="484019"/>
                  </a:lnTo>
                  <a:lnTo>
                    <a:pt x="66158" y="484680"/>
                  </a:lnTo>
                  <a:lnTo>
                    <a:pt x="67344" y="484929"/>
                  </a:lnTo>
                  <a:lnTo>
                    <a:pt x="68563" y="485168"/>
                  </a:lnTo>
                  <a:lnTo>
                    <a:pt x="68730" y="486091"/>
                  </a:lnTo>
                  <a:lnTo>
                    <a:pt x="63395" y="484781"/>
                  </a:lnTo>
                  <a:lnTo>
                    <a:pt x="62198" y="484066"/>
                  </a:lnTo>
                  <a:lnTo>
                    <a:pt x="61183" y="483983"/>
                  </a:lnTo>
                  <a:lnTo>
                    <a:pt x="59236" y="484875"/>
                  </a:lnTo>
                  <a:lnTo>
                    <a:pt x="58160" y="486997"/>
                  </a:lnTo>
                  <a:lnTo>
                    <a:pt x="57595" y="487599"/>
                  </a:lnTo>
                  <a:lnTo>
                    <a:pt x="56242" y="488168"/>
                  </a:lnTo>
                  <a:lnTo>
                    <a:pt x="54880" y="488280"/>
                  </a:lnTo>
                  <a:lnTo>
                    <a:pt x="50304" y="490334"/>
                  </a:lnTo>
                  <a:lnTo>
                    <a:pt x="48677" y="490510"/>
                  </a:lnTo>
                  <a:lnTo>
                    <a:pt x="47566" y="491055"/>
                  </a:lnTo>
                  <a:lnTo>
                    <a:pt x="46480" y="491839"/>
                  </a:lnTo>
                  <a:lnTo>
                    <a:pt x="46065" y="493524"/>
                  </a:lnTo>
                  <a:lnTo>
                    <a:pt x="46234" y="494550"/>
                  </a:lnTo>
                  <a:lnTo>
                    <a:pt x="44996" y="498230"/>
                  </a:lnTo>
                  <a:lnTo>
                    <a:pt x="44690" y="500276"/>
                  </a:lnTo>
                  <a:lnTo>
                    <a:pt x="44683" y="501318"/>
                  </a:lnTo>
                  <a:lnTo>
                    <a:pt x="45036" y="503021"/>
                  </a:lnTo>
                  <a:lnTo>
                    <a:pt x="44581" y="505934"/>
                  </a:lnTo>
                  <a:lnTo>
                    <a:pt x="43759" y="506572"/>
                  </a:lnTo>
                  <a:lnTo>
                    <a:pt x="41725" y="507386"/>
                  </a:lnTo>
                  <a:lnTo>
                    <a:pt x="40342" y="506794"/>
                  </a:lnTo>
                  <a:lnTo>
                    <a:pt x="37978" y="506267"/>
                  </a:lnTo>
                  <a:lnTo>
                    <a:pt x="36293" y="505144"/>
                  </a:lnTo>
                  <a:lnTo>
                    <a:pt x="34126" y="504352"/>
                  </a:lnTo>
                  <a:lnTo>
                    <a:pt x="33431" y="503884"/>
                  </a:lnTo>
                  <a:lnTo>
                    <a:pt x="31516" y="501637"/>
                  </a:lnTo>
                  <a:lnTo>
                    <a:pt x="31313" y="500892"/>
                  </a:lnTo>
                  <a:lnTo>
                    <a:pt x="31175" y="499949"/>
                  </a:lnTo>
                  <a:lnTo>
                    <a:pt x="32186" y="498603"/>
                  </a:lnTo>
                  <a:lnTo>
                    <a:pt x="32729" y="498505"/>
                  </a:lnTo>
                  <a:lnTo>
                    <a:pt x="34313" y="498546"/>
                  </a:lnTo>
                  <a:lnTo>
                    <a:pt x="35633" y="498330"/>
                  </a:lnTo>
                  <a:lnTo>
                    <a:pt x="36474" y="499050"/>
                  </a:lnTo>
                  <a:lnTo>
                    <a:pt x="36706" y="500621"/>
                  </a:lnTo>
                  <a:lnTo>
                    <a:pt x="36336" y="501458"/>
                  </a:lnTo>
                  <a:lnTo>
                    <a:pt x="36001" y="501976"/>
                  </a:lnTo>
                  <a:lnTo>
                    <a:pt x="36106" y="502367"/>
                  </a:lnTo>
                  <a:lnTo>
                    <a:pt x="37054" y="501823"/>
                  </a:lnTo>
                  <a:lnTo>
                    <a:pt x="37536" y="498309"/>
                  </a:lnTo>
                  <a:lnTo>
                    <a:pt x="40754" y="496558"/>
                  </a:lnTo>
                  <a:lnTo>
                    <a:pt x="41808" y="495535"/>
                  </a:lnTo>
                  <a:lnTo>
                    <a:pt x="42837" y="493956"/>
                  </a:lnTo>
                  <a:lnTo>
                    <a:pt x="42997" y="493504"/>
                  </a:lnTo>
                  <a:lnTo>
                    <a:pt x="43075" y="492911"/>
                  </a:lnTo>
                  <a:lnTo>
                    <a:pt x="42393" y="492424"/>
                  </a:lnTo>
                  <a:lnTo>
                    <a:pt x="40874" y="491777"/>
                  </a:lnTo>
                  <a:lnTo>
                    <a:pt x="36046" y="495089"/>
                  </a:lnTo>
                  <a:lnTo>
                    <a:pt x="33860" y="495962"/>
                  </a:lnTo>
                  <a:lnTo>
                    <a:pt x="32451" y="496910"/>
                  </a:lnTo>
                  <a:lnTo>
                    <a:pt x="30745" y="498614"/>
                  </a:lnTo>
                  <a:lnTo>
                    <a:pt x="30421" y="499118"/>
                  </a:lnTo>
                  <a:lnTo>
                    <a:pt x="30059" y="500249"/>
                  </a:lnTo>
                  <a:lnTo>
                    <a:pt x="29888" y="501491"/>
                  </a:lnTo>
                  <a:lnTo>
                    <a:pt x="28205" y="500923"/>
                  </a:lnTo>
                  <a:lnTo>
                    <a:pt x="25636" y="499120"/>
                  </a:lnTo>
                  <a:lnTo>
                    <a:pt x="25121" y="498460"/>
                  </a:lnTo>
                  <a:lnTo>
                    <a:pt x="25637" y="497537"/>
                  </a:lnTo>
                  <a:lnTo>
                    <a:pt x="26420" y="496766"/>
                  </a:lnTo>
                  <a:lnTo>
                    <a:pt x="26473" y="494179"/>
                  </a:lnTo>
                  <a:lnTo>
                    <a:pt x="26669" y="493274"/>
                  </a:lnTo>
                  <a:lnTo>
                    <a:pt x="27211" y="492548"/>
                  </a:lnTo>
                  <a:lnTo>
                    <a:pt x="28197" y="491749"/>
                  </a:lnTo>
                  <a:lnTo>
                    <a:pt x="28686" y="491564"/>
                  </a:lnTo>
                  <a:lnTo>
                    <a:pt x="29101" y="491910"/>
                  </a:lnTo>
                  <a:lnTo>
                    <a:pt x="29153" y="492520"/>
                  </a:lnTo>
                  <a:lnTo>
                    <a:pt x="30791" y="492477"/>
                  </a:lnTo>
                  <a:lnTo>
                    <a:pt x="33969" y="490183"/>
                  </a:lnTo>
                  <a:lnTo>
                    <a:pt x="35277" y="490129"/>
                  </a:lnTo>
                  <a:lnTo>
                    <a:pt x="37001" y="490641"/>
                  </a:lnTo>
                  <a:lnTo>
                    <a:pt x="38949" y="490333"/>
                  </a:lnTo>
                  <a:lnTo>
                    <a:pt x="39299" y="490099"/>
                  </a:lnTo>
                  <a:lnTo>
                    <a:pt x="39705" y="489561"/>
                  </a:lnTo>
                  <a:lnTo>
                    <a:pt x="38253" y="488928"/>
                  </a:lnTo>
                  <a:lnTo>
                    <a:pt x="36861" y="488607"/>
                  </a:lnTo>
                  <a:lnTo>
                    <a:pt x="32946" y="488384"/>
                  </a:lnTo>
                  <a:lnTo>
                    <a:pt x="32097" y="488629"/>
                  </a:lnTo>
                  <a:lnTo>
                    <a:pt x="30940" y="489845"/>
                  </a:lnTo>
                  <a:lnTo>
                    <a:pt x="30556" y="489541"/>
                  </a:lnTo>
                  <a:lnTo>
                    <a:pt x="30309" y="488928"/>
                  </a:lnTo>
                  <a:lnTo>
                    <a:pt x="28981" y="488497"/>
                  </a:lnTo>
                  <a:lnTo>
                    <a:pt x="28344" y="488587"/>
                  </a:lnTo>
                  <a:lnTo>
                    <a:pt x="27734" y="489171"/>
                  </a:lnTo>
                  <a:lnTo>
                    <a:pt x="27834" y="490079"/>
                  </a:lnTo>
                  <a:lnTo>
                    <a:pt x="27494" y="491053"/>
                  </a:lnTo>
                  <a:lnTo>
                    <a:pt x="26265" y="492019"/>
                  </a:lnTo>
                  <a:lnTo>
                    <a:pt x="25429" y="493556"/>
                  </a:lnTo>
                  <a:lnTo>
                    <a:pt x="25468" y="494750"/>
                  </a:lnTo>
                  <a:lnTo>
                    <a:pt x="25403" y="495373"/>
                  </a:lnTo>
                  <a:lnTo>
                    <a:pt x="25096" y="495701"/>
                  </a:lnTo>
                  <a:lnTo>
                    <a:pt x="24462" y="496096"/>
                  </a:lnTo>
                  <a:lnTo>
                    <a:pt x="22421" y="495828"/>
                  </a:lnTo>
                  <a:lnTo>
                    <a:pt x="21270" y="494574"/>
                  </a:lnTo>
                  <a:lnTo>
                    <a:pt x="20819" y="493719"/>
                  </a:lnTo>
                  <a:lnTo>
                    <a:pt x="19516" y="492791"/>
                  </a:lnTo>
                  <a:lnTo>
                    <a:pt x="22347" y="491638"/>
                  </a:lnTo>
                  <a:lnTo>
                    <a:pt x="23342" y="490980"/>
                  </a:lnTo>
                  <a:lnTo>
                    <a:pt x="24250" y="489513"/>
                  </a:lnTo>
                  <a:lnTo>
                    <a:pt x="24928" y="488580"/>
                  </a:lnTo>
                  <a:lnTo>
                    <a:pt x="24448" y="487923"/>
                  </a:lnTo>
                  <a:lnTo>
                    <a:pt x="23882" y="487922"/>
                  </a:lnTo>
                  <a:lnTo>
                    <a:pt x="23935" y="488965"/>
                  </a:lnTo>
                  <a:lnTo>
                    <a:pt x="23311" y="489821"/>
                  </a:lnTo>
                  <a:lnTo>
                    <a:pt x="22005" y="489417"/>
                  </a:lnTo>
                  <a:lnTo>
                    <a:pt x="20079" y="490682"/>
                  </a:lnTo>
                  <a:lnTo>
                    <a:pt x="18895" y="490344"/>
                  </a:lnTo>
                  <a:lnTo>
                    <a:pt x="16967" y="490716"/>
                  </a:lnTo>
                  <a:lnTo>
                    <a:pt x="16023" y="490034"/>
                  </a:lnTo>
                  <a:lnTo>
                    <a:pt x="15820" y="489168"/>
                  </a:lnTo>
                  <a:lnTo>
                    <a:pt x="16161" y="488266"/>
                  </a:lnTo>
                  <a:lnTo>
                    <a:pt x="15806" y="486737"/>
                  </a:lnTo>
                  <a:lnTo>
                    <a:pt x="15275" y="486365"/>
                  </a:lnTo>
                  <a:lnTo>
                    <a:pt x="14733" y="486452"/>
                  </a:lnTo>
                  <a:lnTo>
                    <a:pt x="14489" y="485541"/>
                  </a:lnTo>
                  <a:lnTo>
                    <a:pt x="13903" y="483939"/>
                  </a:lnTo>
                  <a:lnTo>
                    <a:pt x="13643" y="483506"/>
                  </a:lnTo>
                  <a:lnTo>
                    <a:pt x="13362" y="482761"/>
                  </a:lnTo>
                  <a:lnTo>
                    <a:pt x="13653" y="482580"/>
                  </a:lnTo>
                  <a:lnTo>
                    <a:pt x="14315" y="482794"/>
                  </a:lnTo>
                  <a:lnTo>
                    <a:pt x="14896" y="483276"/>
                  </a:lnTo>
                  <a:lnTo>
                    <a:pt x="15779" y="483337"/>
                  </a:lnTo>
                  <a:lnTo>
                    <a:pt x="17726" y="484380"/>
                  </a:lnTo>
                  <a:lnTo>
                    <a:pt x="18533" y="484130"/>
                  </a:lnTo>
                  <a:lnTo>
                    <a:pt x="18971" y="483890"/>
                  </a:lnTo>
                  <a:lnTo>
                    <a:pt x="19136" y="483024"/>
                  </a:lnTo>
                  <a:lnTo>
                    <a:pt x="19146" y="482201"/>
                  </a:lnTo>
                  <a:lnTo>
                    <a:pt x="19480" y="482201"/>
                  </a:lnTo>
                  <a:lnTo>
                    <a:pt x="20585" y="483253"/>
                  </a:lnTo>
                  <a:lnTo>
                    <a:pt x="21288" y="483153"/>
                  </a:lnTo>
                  <a:lnTo>
                    <a:pt x="22529" y="483431"/>
                  </a:lnTo>
                  <a:lnTo>
                    <a:pt x="23156" y="483318"/>
                  </a:lnTo>
                  <a:lnTo>
                    <a:pt x="24321" y="482926"/>
                  </a:lnTo>
                  <a:lnTo>
                    <a:pt x="26153" y="481771"/>
                  </a:lnTo>
                  <a:lnTo>
                    <a:pt x="27104" y="480575"/>
                  </a:lnTo>
                  <a:lnTo>
                    <a:pt x="27560" y="480413"/>
                  </a:lnTo>
                  <a:lnTo>
                    <a:pt x="28124" y="480567"/>
                  </a:lnTo>
                  <a:lnTo>
                    <a:pt x="28502" y="480910"/>
                  </a:lnTo>
                  <a:lnTo>
                    <a:pt x="28508" y="481741"/>
                  </a:lnTo>
                  <a:lnTo>
                    <a:pt x="28936" y="482510"/>
                  </a:lnTo>
                  <a:lnTo>
                    <a:pt x="29518" y="483141"/>
                  </a:lnTo>
                  <a:lnTo>
                    <a:pt x="29681" y="483908"/>
                  </a:lnTo>
                  <a:lnTo>
                    <a:pt x="29561" y="484662"/>
                  </a:lnTo>
                  <a:lnTo>
                    <a:pt x="28519" y="485723"/>
                  </a:lnTo>
                  <a:lnTo>
                    <a:pt x="28326" y="486093"/>
                  </a:lnTo>
                  <a:lnTo>
                    <a:pt x="28676" y="486482"/>
                  </a:lnTo>
                  <a:lnTo>
                    <a:pt x="29107" y="486300"/>
                  </a:lnTo>
                  <a:lnTo>
                    <a:pt x="29701" y="485775"/>
                  </a:lnTo>
                  <a:lnTo>
                    <a:pt x="30039" y="485055"/>
                  </a:lnTo>
                  <a:lnTo>
                    <a:pt x="30130" y="484680"/>
                  </a:lnTo>
                  <a:lnTo>
                    <a:pt x="30168" y="484145"/>
                  </a:lnTo>
                  <a:lnTo>
                    <a:pt x="30123" y="483492"/>
                  </a:lnTo>
                  <a:lnTo>
                    <a:pt x="29276" y="481633"/>
                  </a:lnTo>
                  <a:lnTo>
                    <a:pt x="29170" y="481214"/>
                  </a:lnTo>
                  <a:lnTo>
                    <a:pt x="29172" y="480370"/>
                  </a:lnTo>
                  <a:lnTo>
                    <a:pt x="30135" y="479595"/>
                  </a:lnTo>
                  <a:lnTo>
                    <a:pt x="30406" y="478991"/>
                  </a:lnTo>
                  <a:lnTo>
                    <a:pt x="30449" y="477821"/>
                  </a:lnTo>
                  <a:lnTo>
                    <a:pt x="29948" y="477018"/>
                  </a:lnTo>
                  <a:lnTo>
                    <a:pt x="27879" y="475164"/>
                  </a:lnTo>
                  <a:lnTo>
                    <a:pt x="24421" y="473305"/>
                  </a:lnTo>
                  <a:lnTo>
                    <a:pt x="24024" y="473500"/>
                  </a:lnTo>
                  <a:lnTo>
                    <a:pt x="23756" y="473836"/>
                  </a:lnTo>
                  <a:lnTo>
                    <a:pt x="24075" y="474082"/>
                  </a:lnTo>
                  <a:lnTo>
                    <a:pt x="24532" y="474206"/>
                  </a:lnTo>
                  <a:lnTo>
                    <a:pt x="27613" y="475737"/>
                  </a:lnTo>
                  <a:lnTo>
                    <a:pt x="28415" y="476625"/>
                  </a:lnTo>
                  <a:lnTo>
                    <a:pt x="28940" y="476863"/>
                  </a:lnTo>
                  <a:lnTo>
                    <a:pt x="29563" y="477453"/>
                  </a:lnTo>
                  <a:lnTo>
                    <a:pt x="29404" y="478315"/>
                  </a:lnTo>
                  <a:lnTo>
                    <a:pt x="26298" y="479162"/>
                  </a:lnTo>
                  <a:lnTo>
                    <a:pt x="23835" y="480986"/>
                  </a:lnTo>
                  <a:lnTo>
                    <a:pt x="21994" y="482093"/>
                  </a:lnTo>
                  <a:lnTo>
                    <a:pt x="20718" y="481689"/>
                  </a:lnTo>
                  <a:lnTo>
                    <a:pt x="20111" y="480564"/>
                  </a:lnTo>
                  <a:lnTo>
                    <a:pt x="19468" y="479112"/>
                  </a:lnTo>
                  <a:lnTo>
                    <a:pt x="18500" y="478265"/>
                  </a:lnTo>
                  <a:lnTo>
                    <a:pt x="17951" y="478344"/>
                  </a:lnTo>
                  <a:lnTo>
                    <a:pt x="17507" y="478187"/>
                  </a:lnTo>
                  <a:lnTo>
                    <a:pt x="17158" y="477739"/>
                  </a:lnTo>
                  <a:lnTo>
                    <a:pt x="16413" y="478111"/>
                  </a:lnTo>
                  <a:lnTo>
                    <a:pt x="14774" y="477101"/>
                  </a:lnTo>
                  <a:lnTo>
                    <a:pt x="14299" y="476661"/>
                  </a:lnTo>
                  <a:lnTo>
                    <a:pt x="15501" y="475241"/>
                  </a:lnTo>
                  <a:lnTo>
                    <a:pt x="16824" y="475787"/>
                  </a:lnTo>
                  <a:lnTo>
                    <a:pt x="17144" y="471792"/>
                  </a:lnTo>
                  <a:lnTo>
                    <a:pt x="16732" y="470883"/>
                  </a:lnTo>
                  <a:lnTo>
                    <a:pt x="15013" y="469894"/>
                  </a:lnTo>
                  <a:lnTo>
                    <a:pt x="14168" y="470023"/>
                  </a:lnTo>
                  <a:lnTo>
                    <a:pt x="13015" y="469889"/>
                  </a:lnTo>
                  <a:lnTo>
                    <a:pt x="12239" y="469435"/>
                  </a:lnTo>
                  <a:lnTo>
                    <a:pt x="11355" y="469256"/>
                  </a:lnTo>
                  <a:lnTo>
                    <a:pt x="10607" y="468991"/>
                  </a:lnTo>
                  <a:lnTo>
                    <a:pt x="9631" y="468376"/>
                  </a:lnTo>
                  <a:lnTo>
                    <a:pt x="8451" y="468046"/>
                  </a:lnTo>
                  <a:lnTo>
                    <a:pt x="6859" y="465510"/>
                  </a:lnTo>
                  <a:lnTo>
                    <a:pt x="6175" y="464178"/>
                  </a:lnTo>
                  <a:lnTo>
                    <a:pt x="5803" y="462723"/>
                  </a:lnTo>
                  <a:lnTo>
                    <a:pt x="8244" y="462690"/>
                  </a:lnTo>
                  <a:lnTo>
                    <a:pt x="9672" y="462455"/>
                  </a:lnTo>
                  <a:lnTo>
                    <a:pt x="10020" y="461847"/>
                  </a:lnTo>
                  <a:lnTo>
                    <a:pt x="9518" y="460688"/>
                  </a:lnTo>
                  <a:lnTo>
                    <a:pt x="8819" y="459775"/>
                  </a:lnTo>
                  <a:lnTo>
                    <a:pt x="9332" y="458919"/>
                  </a:lnTo>
                  <a:lnTo>
                    <a:pt x="10062" y="458255"/>
                  </a:lnTo>
                  <a:lnTo>
                    <a:pt x="10823" y="458550"/>
                  </a:lnTo>
                  <a:lnTo>
                    <a:pt x="12701" y="460026"/>
                  </a:lnTo>
                  <a:lnTo>
                    <a:pt x="13024" y="461026"/>
                  </a:lnTo>
                  <a:lnTo>
                    <a:pt x="14360" y="464073"/>
                  </a:lnTo>
                  <a:lnTo>
                    <a:pt x="14683" y="464344"/>
                  </a:lnTo>
                  <a:lnTo>
                    <a:pt x="14841" y="464627"/>
                  </a:lnTo>
                  <a:lnTo>
                    <a:pt x="17603" y="466333"/>
                  </a:lnTo>
                  <a:lnTo>
                    <a:pt x="17990" y="466310"/>
                  </a:lnTo>
                  <a:lnTo>
                    <a:pt x="17819" y="464879"/>
                  </a:lnTo>
                  <a:lnTo>
                    <a:pt x="18614" y="462938"/>
                  </a:lnTo>
                  <a:lnTo>
                    <a:pt x="19385" y="462297"/>
                  </a:lnTo>
                  <a:lnTo>
                    <a:pt x="19772" y="462304"/>
                  </a:lnTo>
                  <a:lnTo>
                    <a:pt x="19812" y="461979"/>
                  </a:lnTo>
                  <a:lnTo>
                    <a:pt x="19062" y="461172"/>
                  </a:lnTo>
                  <a:lnTo>
                    <a:pt x="19429" y="460093"/>
                  </a:lnTo>
                  <a:lnTo>
                    <a:pt x="19188" y="460059"/>
                  </a:lnTo>
                  <a:lnTo>
                    <a:pt x="18523" y="460751"/>
                  </a:lnTo>
                  <a:lnTo>
                    <a:pt x="17186" y="464138"/>
                  </a:lnTo>
                  <a:lnTo>
                    <a:pt x="16367" y="464757"/>
                  </a:lnTo>
                  <a:lnTo>
                    <a:pt x="15244" y="463223"/>
                  </a:lnTo>
                  <a:lnTo>
                    <a:pt x="14607" y="462118"/>
                  </a:lnTo>
                  <a:lnTo>
                    <a:pt x="14294" y="461726"/>
                  </a:lnTo>
                  <a:lnTo>
                    <a:pt x="14404" y="459991"/>
                  </a:lnTo>
                  <a:lnTo>
                    <a:pt x="16629" y="460342"/>
                  </a:lnTo>
                  <a:lnTo>
                    <a:pt x="15866" y="459774"/>
                  </a:lnTo>
                  <a:lnTo>
                    <a:pt x="13269" y="458773"/>
                  </a:lnTo>
                  <a:lnTo>
                    <a:pt x="12620" y="458284"/>
                  </a:lnTo>
                  <a:lnTo>
                    <a:pt x="12138" y="458106"/>
                  </a:lnTo>
                  <a:lnTo>
                    <a:pt x="11274" y="456926"/>
                  </a:lnTo>
                  <a:lnTo>
                    <a:pt x="10203" y="455928"/>
                  </a:lnTo>
                  <a:lnTo>
                    <a:pt x="12050" y="454131"/>
                  </a:lnTo>
                  <a:lnTo>
                    <a:pt x="13002" y="452867"/>
                  </a:lnTo>
                  <a:lnTo>
                    <a:pt x="15976" y="453538"/>
                  </a:lnTo>
                  <a:lnTo>
                    <a:pt x="16551" y="453148"/>
                  </a:lnTo>
                  <a:lnTo>
                    <a:pt x="16053" y="452224"/>
                  </a:lnTo>
                  <a:lnTo>
                    <a:pt x="15466" y="452503"/>
                  </a:lnTo>
                  <a:lnTo>
                    <a:pt x="14539" y="451928"/>
                  </a:lnTo>
                  <a:lnTo>
                    <a:pt x="13095" y="450200"/>
                  </a:lnTo>
                  <a:lnTo>
                    <a:pt x="13144" y="449317"/>
                  </a:lnTo>
                  <a:lnTo>
                    <a:pt x="13408" y="447699"/>
                  </a:lnTo>
                  <a:lnTo>
                    <a:pt x="13980" y="447353"/>
                  </a:lnTo>
                  <a:lnTo>
                    <a:pt x="15195" y="447019"/>
                  </a:lnTo>
                  <a:lnTo>
                    <a:pt x="16580" y="447545"/>
                  </a:lnTo>
                  <a:lnTo>
                    <a:pt x="17186" y="447973"/>
                  </a:lnTo>
                  <a:lnTo>
                    <a:pt x="17708" y="447773"/>
                  </a:lnTo>
                  <a:lnTo>
                    <a:pt x="17177" y="446574"/>
                  </a:lnTo>
                  <a:lnTo>
                    <a:pt x="16273" y="446120"/>
                  </a:lnTo>
                  <a:lnTo>
                    <a:pt x="15266" y="445266"/>
                  </a:lnTo>
                  <a:lnTo>
                    <a:pt x="15370" y="444320"/>
                  </a:lnTo>
                  <a:lnTo>
                    <a:pt x="15694" y="443537"/>
                  </a:lnTo>
                  <a:lnTo>
                    <a:pt x="15938" y="442678"/>
                  </a:lnTo>
                  <a:lnTo>
                    <a:pt x="16106" y="441477"/>
                  </a:lnTo>
                  <a:lnTo>
                    <a:pt x="16014" y="440541"/>
                  </a:lnTo>
                  <a:lnTo>
                    <a:pt x="16304" y="440110"/>
                  </a:lnTo>
                  <a:lnTo>
                    <a:pt x="16747" y="439916"/>
                  </a:lnTo>
                  <a:lnTo>
                    <a:pt x="16775" y="439565"/>
                  </a:lnTo>
                  <a:lnTo>
                    <a:pt x="15897" y="439638"/>
                  </a:lnTo>
                  <a:lnTo>
                    <a:pt x="15579" y="440822"/>
                  </a:lnTo>
                  <a:lnTo>
                    <a:pt x="15461" y="441901"/>
                  </a:lnTo>
                  <a:lnTo>
                    <a:pt x="14837" y="442767"/>
                  </a:lnTo>
                  <a:lnTo>
                    <a:pt x="14571" y="443744"/>
                  </a:lnTo>
                  <a:lnTo>
                    <a:pt x="14413" y="444914"/>
                  </a:lnTo>
                  <a:lnTo>
                    <a:pt x="14066" y="446255"/>
                  </a:lnTo>
                  <a:lnTo>
                    <a:pt x="13307" y="445745"/>
                  </a:lnTo>
                  <a:lnTo>
                    <a:pt x="12862" y="445219"/>
                  </a:lnTo>
                  <a:lnTo>
                    <a:pt x="12692" y="444859"/>
                  </a:lnTo>
                  <a:lnTo>
                    <a:pt x="12771" y="444174"/>
                  </a:lnTo>
                  <a:lnTo>
                    <a:pt x="12565" y="439941"/>
                  </a:lnTo>
                  <a:lnTo>
                    <a:pt x="12544" y="436395"/>
                  </a:lnTo>
                  <a:lnTo>
                    <a:pt x="12933" y="433634"/>
                  </a:lnTo>
                  <a:lnTo>
                    <a:pt x="14005" y="432536"/>
                  </a:lnTo>
                  <a:lnTo>
                    <a:pt x="14492" y="432218"/>
                  </a:lnTo>
                  <a:lnTo>
                    <a:pt x="14936" y="432358"/>
                  </a:lnTo>
                  <a:lnTo>
                    <a:pt x="15621" y="432350"/>
                  </a:lnTo>
                  <a:lnTo>
                    <a:pt x="16074" y="431951"/>
                  </a:lnTo>
                  <a:lnTo>
                    <a:pt x="14537" y="431287"/>
                  </a:lnTo>
                  <a:lnTo>
                    <a:pt x="13604" y="431666"/>
                  </a:lnTo>
                  <a:lnTo>
                    <a:pt x="12915" y="432196"/>
                  </a:lnTo>
                  <a:lnTo>
                    <a:pt x="11671" y="431797"/>
                  </a:lnTo>
                  <a:lnTo>
                    <a:pt x="11435" y="430379"/>
                  </a:lnTo>
                  <a:lnTo>
                    <a:pt x="10699" y="429153"/>
                  </a:lnTo>
                  <a:lnTo>
                    <a:pt x="10571" y="427584"/>
                  </a:lnTo>
                  <a:lnTo>
                    <a:pt x="10628" y="425312"/>
                  </a:lnTo>
                  <a:lnTo>
                    <a:pt x="12371" y="425508"/>
                  </a:lnTo>
                  <a:lnTo>
                    <a:pt x="13790" y="425952"/>
                  </a:lnTo>
                  <a:lnTo>
                    <a:pt x="17543" y="425914"/>
                  </a:lnTo>
                  <a:lnTo>
                    <a:pt x="20623" y="428090"/>
                  </a:lnTo>
                  <a:lnTo>
                    <a:pt x="21983" y="427799"/>
                  </a:lnTo>
                  <a:lnTo>
                    <a:pt x="21921" y="427360"/>
                  </a:lnTo>
                  <a:lnTo>
                    <a:pt x="20881" y="426813"/>
                  </a:lnTo>
                  <a:lnTo>
                    <a:pt x="20232" y="425595"/>
                  </a:lnTo>
                  <a:lnTo>
                    <a:pt x="19850" y="425241"/>
                  </a:lnTo>
                  <a:lnTo>
                    <a:pt x="19670" y="424509"/>
                  </a:lnTo>
                  <a:lnTo>
                    <a:pt x="19612" y="423657"/>
                  </a:lnTo>
                  <a:lnTo>
                    <a:pt x="18848" y="420520"/>
                  </a:lnTo>
                  <a:lnTo>
                    <a:pt x="18541" y="420602"/>
                  </a:lnTo>
                  <a:lnTo>
                    <a:pt x="18248" y="421678"/>
                  </a:lnTo>
                  <a:lnTo>
                    <a:pt x="17610" y="423470"/>
                  </a:lnTo>
                  <a:lnTo>
                    <a:pt x="16719" y="424341"/>
                  </a:lnTo>
                  <a:lnTo>
                    <a:pt x="15358" y="424693"/>
                  </a:lnTo>
                  <a:lnTo>
                    <a:pt x="14011" y="424892"/>
                  </a:lnTo>
                  <a:lnTo>
                    <a:pt x="12843" y="424549"/>
                  </a:lnTo>
                  <a:lnTo>
                    <a:pt x="12571" y="423808"/>
                  </a:lnTo>
                  <a:lnTo>
                    <a:pt x="12600" y="422950"/>
                  </a:lnTo>
                  <a:lnTo>
                    <a:pt x="12094" y="422530"/>
                  </a:lnTo>
                  <a:lnTo>
                    <a:pt x="10774" y="422158"/>
                  </a:lnTo>
                  <a:lnTo>
                    <a:pt x="10399" y="421950"/>
                  </a:lnTo>
                  <a:lnTo>
                    <a:pt x="9963" y="421172"/>
                  </a:lnTo>
                  <a:lnTo>
                    <a:pt x="10593" y="419997"/>
                  </a:lnTo>
                  <a:lnTo>
                    <a:pt x="11109" y="419295"/>
                  </a:lnTo>
                  <a:lnTo>
                    <a:pt x="11742" y="419434"/>
                  </a:lnTo>
                  <a:lnTo>
                    <a:pt x="12342" y="419752"/>
                  </a:lnTo>
                  <a:lnTo>
                    <a:pt x="13108" y="420676"/>
                  </a:lnTo>
                  <a:lnTo>
                    <a:pt x="13861" y="420852"/>
                  </a:lnTo>
                  <a:lnTo>
                    <a:pt x="14722" y="420118"/>
                  </a:lnTo>
                  <a:lnTo>
                    <a:pt x="14891" y="419618"/>
                  </a:lnTo>
                  <a:lnTo>
                    <a:pt x="14352" y="419305"/>
                  </a:lnTo>
                  <a:lnTo>
                    <a:pt x="13861" y="419184"/>
                  </a:lnTo>
                  <a:lnTo>
                    <a:pt x="13097" y="418790"/>
                  </a:lnTo>
                  <a:lnTo>
                    <a:pt x="11593" y="417382"/>
                  </a:lnTo>
                  <a:lnTo>
                    <a:pt x="12344" y="415946"/>
                  </a:lnTo>
                  <a:lnTo>
                    <a:pt x="14119" y="414301"/>
                  </a:lnTo>
                  <a:lnTo>
                    <a:pt x="14661" y="413923"/>
                  </a:lnTo>
                  <a:lnTo>
                    <a:pt x="14191" y="412537"/>
                  </a:lnTo>
                  <a:lnTo>
                    <a:pt x="14722" y="411021"/>
                  </a:lnTo>
                  <a:lnTo>
                    <a:pt x="14178" y="409770"/>
                  </a:lnTo>
                  <a:lnTo>
                    <a:pt x="13193" y="408423"/>
                  </a:lnTo>
                  <a:lnTo>
                    <a:pt x="11862" y="408125"/>
                  </a:lnTo>
                  <a:lnTo>
                    <a:pt x="11577" y="408518"/>
                  </a:lnTo>
                  <a:lnTo>
                    <a:pt x="11530" y="409070"/>
                  </a:lnTo>
                  <a:lnTo>
                    <a:pt x="11741" y="409486"/>
                  </a:lnTo>
                  <a:lnTo>
                    <a:pt x="11617" y="409785"/>
                  </a:lnTo>
                  <a:lnTo>
                    <a:pt x="11313" y="409776"/>
                  </a:lnTo>
                  <a:lnTo>
                    <a:pt x="9624" y="409480"/>
                  </a:lnTo>
                  <a:lnTo>
                    <a:pt x="8490" y="408584"/>
                  </a:lnTo>
                  <a:lnTo>
                    <a:pt x="6642" y="407767"/>
                  </a:lnTo>
                  <a:lnTo>
                    <a:pt x="6401" y="407128"/>
                  </a:lnTo>
                  <a:lnTo>
                    <a:pt x="6202" y="406189"/>
                  </a:lnTo>
                  <a:lnTo>
                    <a:pt x="6848" y="404572"/>
                  </a:lnTo>
                  <a:lnTo>
                    <a:pt x="6521" y="404551"/>
                  </a:lnTo>
                  <a:lnTo>
                    <a:pt x="5320" y="405800"/>
                  </a:lnTo>
                  <a:lnTo>
                    <a:pt x="3507" y="406455"/>
                  </a:lnTo>
                  <a:lnTo>
                    <a:pt x="2173" y="406669"/>
                  </a:lnTo>
                  <a:lnTo>
                    <a:pt x="1587" y="407175"/>
                  </a:lnTo>
                  <a:lnTo>
                    <a:pt x="1353" y="407594"/>
                  </a:lnTo>
                  <a:lnTo>
                    <a:pt x="1707" y="407840"/>
                  </a:lnTo>
                  <a:lnTo>
                    <a:pt x="2479" y="407901"/>
                  </a:lnTo>
                  <a:lnTo>
                    <a:pt x="3043" y="409462"/>
                  </a:lnTo>
                  <a:lnTo>
                    <a:pt x="2903" y="410062"/>
                  </a:lnTo>
                  <a:lnTo>
                    <a:pt x="2627" y="410465"/>
                  </a:lnTo>
                  <a:lnTo>
                    <a:pt x="2000" y="410542"/>
                  </a:lnTo>
                  <a:lnTo>
                    <a:pt x="689" y="409464"/>
                  </a:lnTo>
                  <a:lnTo>
                    <a:pt x="0" y="408239"/>
                  </a:lnTo>
                  <a:lnTo>
                    <a:pt x="16" y="407267"/>
                  </a:lnTo>
                  <a:lnTo>
                    <a:pt x="485" y="405943"/>
                  </a:lnTo>
                  <a:lnTo>
                    <a:pt x="2565" y="404166"/>
                  </a:lnTo>
                  <a:lnTo>
                    <a:pt x="3141" y="403415"/>
                  </a:lnTo>
                  <a:lnTo>
                    <a:pt x="4362" y="402581"/>
                  </a:lnTo>
                  <a:lnTo>
                    <a:pt x="5991" y="400701"/>
                  </a:lnTo>
                  <a:lnTo>
                    <a:pt x="7413" y="399657"/>
                  </a:lnTo>
                  <a:lnTo>
                    <a:pt x="6721" y="398792"/>
                  </a:lnTo>
                  <a:lnTo>
                    <a:pt x="5994" y="397492"/>
                  </a:lnTo>
                  <a:lnTo>
                    <a:pt x="6068" y="395685"/>
                  </a:lnTo>
                  <a:lnTo>
                    <a:pt x="8940" y="394970"/>
                  </a:lnTo>
                  <a:lnTo>
                    <a:pt x="10193" y="395264"/>
                  </a:lnTo>
                  <a:lnTo>
                    <a:pt x="11781" y="395208"/>
                  </a:lnTo>
                  <a:lnTo>
                    <a:pt x="12667" y="394775"/>
                  </a:lnTo>
                  <a:lnTo>
                    <a:pt x="13310" y="394682"/>
                  </a:lnTo>
                  <a:lnTo>
                    <a:pt x="14666" y="394182"/>
                  </a:lnTo>
                  <a:lnTo>
                    <a:pt x="15250" y="393479"/>
                  </a:lnTo>
                  <a:lnTo>
                    <a:pt x="15385" y="392943"/>
                  </a:lnTo>
                  <a:lnTo>
                    <a:pt x="15379" y="392474"/>
                  </a:lnTo>
                  <a:lnTo>
                    <a:pt x="15220" y="391898"/>
                  </a:lnTo>
                  <a:lnTo>
                    <a:pt x="14999" y="390402"/>
                  </a:lnTo>
                  <a:lnTo>
                    <a:pt x="15224" y="389903"/>
                  </a:lnTo>
                  <a:lnTo>
                    <a:pt x="15804" y="389307"/>
                  </a:lnTo>
                  <a:lnTo>
                    <a:pt x="16565" y="389122"/>
                  </a:lnTo>
                  <a:lnTo>
                    <a:pt x="16913" y="389168"/>
                  </a:lnTo>
                  <a:lnTo>
                    <a:pt x="17815" y="389715"/>
                  </a:lnTo>
                  <a:lnTo>
                    <a:pt x="17634" y="390490"/>
                  </a:lnTo>
                  <a:lnTo>
                    <a:pt x="17273" y="391423"/>
                  </a:lnTo>
                  <a:lnTo>
                    <a:pt x="16536" y="395132"/>
                  </a:lnTo>
                  <a:lnTo>
                    <a:pt x="16164" y="395969"/>
                  </a:lnTo>
                  <a:lnTo>
                    <a:pt x="15582" y="396695"/>
                  </a:lnTo>
                  <a:lnTo>
                    <a:pt x="15971" y="398209"/>
                  </a:lnTo>
                  <a:lnTo>
                    <a:pt x="15388" y="399268"/>
                  </a:lnTo>
                  <a:lnTo>
                    <a:pt x="12784" y="400396"/>
                  </a:lnTo>
                  <a:lnTo>
                    <a:pt x="12442" y="400462"/>
                  </a:lnTo>
                  <a:lnTo>
                    <a:pt x="12636" y="400865"/>
                  </a:lnTo>
                  <a:lnTo>
                    <a:pt x="14143" y="400769"/>
                  </a:lnTo>
                  <a:lnTo>
                    <a:pt x="15311" y="400531"/>
                  </a:lnTo>
                  <a:lnTo>
                    <a:pt x="16466" y="399579"/>
                  </a:lnTo>
                  <a:lnTo>
                    <a:pt x="16829" y="398126"/>
                  </a:lnTo>
                  <a:lnTo>
                    <a:pt x="17307" y="395294"/>
                  </a:lnTo>
                  <a:lnTo>
                    <a:pt x="17933" y="394893"/>
                  </a:lnTo>
                  <a:lnTo>
                    <a:pt x="18664" y="394803"/>
                  </a:lnTo>
                  <a:lnTo>
                    <a:pt x="19046" y="395471"/>
                  </a:lnTo>
                  <a:lnTo>
                    <a:pt x="18923" y="396965"/>
                  </a:lnTo>
                  <a:lnTo>
                    <a:pt x="18921" y="398410"/>
                  </a:lnTo>
                  <a:lnTo>
                    <a:pt x="17951" y="402693"/>
                  </a:lnTo>
                  <a:lnTo>
                    <a:pt x="16776" y="404413"/>
                  </a:lnTo>
                  <a:lnTo>
                    <a:pt x="16646" y="404865"/>
                  </a:lnTo>
                  <a:lnTo>
                    <a:pt x="16692" y="405402"/>
                  </a:lnTo>
                  <a:lnTo>
                    <a:pt x="17623" y="405324"/>
                  </a:lnTo>
                  <a:lnTo>
                    <a:pt x="18333" y="404401"/>
                  </a:lnTo>
                  <a:lnTo>
                    <a:pt x="18844" y="403221"/>
                  </a:lnTo>
                  <a:lnTo>
                    <a:pt x="19357" y="401579"/>
                  </a:lnTo>
                  <a:lnTo>
                    <a:pt x="19299" y="400388"/>
                  </a:lnTo>
                  <a:lnTo>
                    <a:pt x="19455" y="399651"/>
                  </a:lnTo>
                  <a:lnTo>
                    <a:pt x="19665" y="397242"/>
                  </a:lnTo>
                  <a:lnTo>
                    <a:pt x="20021" y="396023"/>
                  </a:lnTo>
                  <a:lnTo>
                    <a:pt x="19997" y="394317"/>
                  </a:lnTo>
                  <a:lnTo>
                    <a:pt x="19358" y="393674"/>
                  </a:lnTo>
                  <a:lnTo>
                    <a:pt x="18462" y="393285"/>
                  </a:lnTo>
                  <a:lnTo>
                    <a:pt x="18237" y="392240"/>
                  </a:lnTo>
                  <a:lnTo>
                    <a:pt x="18707" y="390176"/>
                  </a:lnTo>
                  <a:lnTo>
                    <a:pt x="20418" y="390230"/>
                  </a:lnTo>
                  <a:lnTo>
                    <a:pt x="22039" y="388821"/>
                  </a:lnTo>
                  <a:lnTo>
                    <a:pt x="23102" y="388310"/>
                  </a:lnTo>
                  <a:lnTo>
                    <a:pt x="23706" y="388417"/>
                  </a:lnTo>
                  <a:lnTo>
                    <a:pt x="25827" y="389775"/>
                  </a:lnTo>
                  <a:lnTo>
                    <a:pt x="26246" y="389791"/>
                  </a:lnTo>
                  <a:lnTo>
                    <a:pt x="26180" y="389302"/>
                  </a:lnTo>
                  <a:lnTo>
                    <a:pt x="25852" y="388957"/>
                  </a:lnTo>
                  <a:lnTo>
                    <a:pt x="25016" y="388500"/>
                  </a:lnTo>
                  <a:lnTo>
                    <a:pt x="23479" y="387041"/>
                  </a:lnTo>
                  <a:lnTo>
                    <a:pt x="21411" y="386804"/>
                  </a:lnTo>
                  <a:lnTo>
                    <a:pt x="21790" y="384909"/>
                  </a:lnTo>
                  <a:lnTo>
                    <a:pt x="22191" y="383178"/>
                  </a:lnTo>
                  <a:lnTo>
                    <a:pt x="23194" y="382938"/>
                  </a:lnTo>
                  <a:lnTo>
                    <a:pt x="24878" y="382369"/>
                  </a:lnTo>
                  <a:lnTo>
                    <a:pt x="28090" y="379774"/>
                  </a:lnTo>
                  <a:lnTo>
                    <a:pt x="28647" y="377818"/>
                  </a:lnTo>
                  <a:lnTo>
                    <a:pt x="28800" y="375621"/>
                  </a:lnTo>
                  <a:lnTo>
                    <a:pt x="27252" y="375049"/>
                  </a:lnTo>
                  <a:lnTo>
                    <a:pt x="25611" y="373612"/>
                  </a:lnTo>
                  <a:lnTo>
                    <a:pt x="24287" y="372846"/>
                  </a:lnTo>
                  <a:lnTo>
                    <a:pt x="23112" y="371886"/>
                  </a:lnTo>
                  <a:lnTo>
                    <a:pt x="23343" y="370451"/>
                  </a:lnTo>
                  <a:lnTo>
                    <a:pt x="23497" y="368110"/>
                  </a:lnTo>
                  <a:lnTo>
                    <a:pt x="24970" y="367609"/>
                  </a:lnTo>
                  <a:lnTo>
                    <a:pt x="25653" y="364395"/>
                  </a:lnTo>
                  <a:lnTo>
                    <a:pt x="24665" y="361935"/>
                  </a:lnTo>
                  <a:lnTo>
                    <a:pt x="24902" y="360100"/>
                  </a:lnTo>
                  <a:lnTo>
                    <a:pt x="26188" y="358533"/>
                  </a:lnTo>
                  <a:lnTo>
                    <a:pt x="26420" y="357449"/>
                  </a:lnTo>
                  <a:lnTo>
                    <a:pt x="26774" y="356257"/>
                  </a:lnTo>
                  <a:lnTo>
                    <a:pt x="27910" y="356136"/>
                  </a:lnTo>
                  <a:lnTo>
                    <a:pt x="27935" y="355488"/>
                  </a:lnTo>
                  <a:lnTo>
                    <a:pt x="27834" y="354306"/>
                  </a:lnTo>
                  <a:lnTo>
                    <a:pt x="27087" y="352908"/>
                  </a:lnTo>
                  <a:lnTo>
                    <a:pt x="27058" y="350971"/>
                  </a:lnTo>
                  <a:lnTo>
                    <a:pt x="27759" y="348684"/>
                  </a:lnTo>
                  <a:lnTo>
                    <a:pt x="28886" y="348844"/>
                  </a:lnTo>
                  <a:lnTo>
                    <a:pt x="29104" y="348747"/>
                  </a:lnTo>
                  <a:lnTo>
                    <a:pt x="28304" y="347363"/>
                  </a:lnTo>
                  <a:lnTo>
                    <a:pt x="27653" y="345840"/>
                  </a:lnTo>
                  <a:lnTo>
                    <a:pt x="27766" y="345233"/>
                  </a:lnTo>
                  <a:lnTo>
                    <a:pt x="28389" y="344714"/>
                  </a:lnTo>
                  <a:lnTo>
                    <a:pt x="29111" y="344425"/>
                  </a:lnTo>
                  <a:lnTo>
                    <a:pt x="29893" y="345205"/>
                  </a:lnTo>
                  <a:lnTo>
                    <a:pt x="31010" y="347690"/>
                  </a:lnTo>
                  <a:lnTo>
                    <a:pt x="31180" y="347052"/>
                  </a:lnTo>
                  <a:lnTo>
                    <a:pt x="30728" y="344520"/>
                  </a:lnTo>
                  <a:lnTo>
                    <a:pt x="30356" y="341371"/>
                  </a:lnTo>
                  <a:lnTo>
                    <a:pt x="29178" y="341785"/>
                  </a:lnTo>
                  <a:lnTo>
                    <a:pt x="28097" y="341563"/>
                  </a:lnTo>
                  <a:lnTo>
                    <a:pt x="27690" y="341074"/>
                  </a:lnTo>
                  <a:lnTo>
                    <a:pt x="27285" y="340366"/>
                  </a:lnTo>
                  <a:lnTo>
                    <a:pt x="27665" y="339501"/>
                  </a:lnTo>
                  <a:lnTo>
                    <a:pt x="28045" y="338857"/>
                  </a:lnTo>
                  <a:lnTo>
                    <a:pt x="28838" y="338046"/>
                  </a:lnTo>
                  <a:lnTo>
                    <a:pt x="30483" y="337762"/>
                  </a:lnTo>
                  <a:lnTo>
                    <a:pt x="31672" y="336744"/>
                  </a:lnTo>
                  <a:lnTo>
                    <a:pt x="32070" y="334651"/>
                  </a:lnTo>
                  <a:lnTo>
                    <a:pt x="31680" y="334858"/>
                  </a:lnTo>
                  <a:lnTo>
                    <a:pt x="31034" y="336699"/>
                  </a:lnTo>
                  <a:lnTo>
                    <a:pt x="29950" y="337323"/>
                  </a:lnTo>
                  <a:lnTo>
                    <a:pt x="29397" y="337232"/>
                  </a:lnTo>
                  <a:lnTo>
                    <a:pt x="28745" y="336887"/>
                  </a:lnTo>
                  <a:lnTo>
                    <a:pt x="27464" y="335282"/>
                  </a:lnTo>
                  <a:lnTo>
                    <a:pt x="26756" y="334909"/>
                  </a:lnTo>
                  <a:lnTo>
                    <a:pt x="26067" y="334870"/>
                  </a:lnTo>
                  <a:lnTo>
                    <a:pt x="25479" y="335276"/>
                  </a:lnTo>
                  <a:lnTo>
                    <a:pt x="23974" y="338103"/>
                  </a:lnTo>
                  <a:lnTo>
                    <a:pt x="23333" y="338581"/>
                  </a:lnTo>
                  <a:lnTo>
                    <a:pt x="20689" y="338808"/>
                  </a:lnTo>
                  <a:lnTo>
                    <a:pt x="19717" y="338481"/>
                  </a:lnTo>
                  <a:lnTo>
                    <a:pt x="18665" y="338046"/>
                  </a:lnTo>
                  <a:lnTo>
                    <a:pt x="18791" y="337349"/>
                  </a:lnTo>
                  <a:lnTo>
                    <a:pt x="19111" y="336606"/>
                  </a:lnTo>
                  <a:lnTo>
                    <a:pt x="19707" y="336225"/>
                  </a:lnTo>
                  <a:lnTo>
                    <a:pt x="19718" y="335799"/>
                  </a:lnTo>
                  <a:lnTo>
                    <a:pt x="18897" y="335691"/>
                  </a:lnTo>
                  <a:lnTo>
                    <a:pt x="17950" y="334908"/>
                  </a:lnTo>
                  <a:lnTo>
                    <a:pt x="17531" y="333916"/>
                  </a:lnTo>
                  <a:lnTo>
                    <a:pt x="17331" y="332144"/>
                  </a:lnTo>
                  <a:lnTo>
                    <a:pt x="16483" y="329340"/>
                  </a:lnTo>
                  <a:lnTo>
                    <a:pt x="16315" y="327332"/>
                  </a:lnTo>
                  <a:lnTo>
                    <a:pt x="16913" y="325899"/>
                  </a:lnTo>
                  <a:lnTo>
                    <a:pt x="18203" y="320276"/>
                  </a:lnTo>
                  <a:lnTo>
                    <a:pt x="18596" y="317410"/>
                  </a:lnTo>
                  <a:lnTo>
                    <a:pt x="19287" y="314891"/>
                  </a:lnTo>
                  <a:lnTo>
                    <a:pt x="19272" y="313229"/>
                  </a:lnTo>
                  <a:lnTo>
                    <a:pt x="21058" y="311710"/>
                  </a:lnTo>
                  <a:lnTo>
                    <a:pt x="21738" y="310802"/>
                  </a:lnTo>
                  <a:lnTo>
                    <a:pt x="23256" y="305685"/>
                  </a:lnTo>
                  <a:lnTo>
                    <a:pt x="23478" y="302925"/>
                  </a:lnTo>
                  <a:lnTo>
                    <a:pt x="21072" y="294550"/>
                  </a:lnTo>
                  <a:lnTo>
                    <a:pt x="20699" y="292951"/>
                  </a:lnTo>
                  <a:lnTo>
                    <a:pt x="20582" y="290963"/>
                  </a:lnTo>
                  <a:lnTo>
                    <a:pt x="21156" y="287661"/>
                  </a:lnTo>
                  <a:lnTo>
                    <a:pt x="21223" y="286409"/>
                  </a:lnTo>
                  <a:lnTo>
                    <a:pt x="20732" y="284599"/>
                  </a:lnTo>
                  <a:lnTo>
                    <a:pt x="19359" y="281642"/>
                  </a:lnTo>
                  <a:lnTo>
                    <a:pt x="19333" y="280134"/>
                  </a:lnTo>
                  <a:lnTo>
                    <a:pt x="19912" y="278581"/>
                  </a:lnTo>
                  <a:lnTo>
                    <a:pt x="19354" y="276655"/>
                  </a:lnTo>
                  <a:lnTo>
                    <a:pt x="19626" y="275462"/>
                  </a:lnTo>
                  <a:lnTo>
                    <a:pt x="19928" y="274528"/>
                  </a:lnTo>
                  <a:lnTo>
                    <a:pt x="22077" y="275027"/>
                  </a:lnTo>
                  <a:lnTo>
                    <a:pt x="23056" y="274792"/>
                  </a:lnTo>
                  <a:lnTo>
                    <a:pt x="23577" y="274226"/>
                  </a:lnTo>
                  <a:lnTo>
                    <a:pt x="23985" y="272645"/>
                  </a:lnTo>
                  <a:lnTo>
                    <a:pt x="24189" y="270172"/>
                  </a:lnTo>
                  <a:lnTo>
                    <a:pt x="24317" y="269108"/>
                  </a:lnTo>
                  <a:lnTo>
                    <a:pt x="24503" y="267552"/>
                  </a:lnTo>
                  <a:lnTo>
                    <a:pt x="25558" y="266926"/>
                  </a:lnTo>
                  <a:lnTo>
                    <a:pt x="25925" y="265452"/>
                  </a:lnTo>
                  <a:lnTo>
                    <a:pt x="26807" y="263396"/>
                  </a:lnTo>
                  <a:lnTo>
                    <a:pt x="27717" y="257651"/>
                  </a:lnTo>
                  <a:lnTo>
                    <a:pt x="28616" y="256235"/>
                  </a:lnTo>
                  <a:lnTo>
                    <a:pt x="29524" y="254599"/>
                  </a:lnTo>
                  <a:lnTo>
                    <a:pt x="29178" y="252173"/>
                  </a:lnTo>
                  <a:lnTo>
                    <a:pt x="29764" y="251052"/>
                  </a:lnTo>
                  <a:lnTo>
                    <a:pt x="30302" y="250237"/>
                  </a:lnTo>
                  <a:lnTo>
                    <a:pt x="30777" y="248757"/>
                  </a:lnTo>
                  <a:lnTo>
                    <a:pt x="31423" y="247356"/>
                  </a:lnTo>
                  <a:lnTo>
                    <a:pt x="32964" y="245345"/>
                  </a:lnTo>
                  <a:lnTo>
                    <a:pt x="33355" y="242890"/>
                  </a:lnTo>
                  <a:lnTo>
                    <a:pt x="34552" y="238644"/>
                  </a:lnTo>
                  <a:lnTo>
                    <a:pt x="34790" y="235920"/>
                  </a:lnTo>
                  <a:lnTo>
                    <a:pt x="35162" y="234079"/>
                  </a:lnTo>
                  <a:lnTo>
                    <a:pt x="35054" y="232361"/>
                  </a:lnTo>
                  <a:lnTo>
                    <a:pt x="35773" y="230273"/>
                  </a:lnTo>
                  <a:lnTo>
                    <a:pt x="36463" y="228514"/>
                  </a:lnTo>
                  <a:lnTo>
                    <a:pt x="36680" y="227538"/>
                  </a:lnTo>
                  <a:lnTo>
                    <a:pt x="38257" y="225210"/>
                  </a:lnTo>
                  <a:lnTo>
                    <a:pt x="38522" y="223349"/>
                  </a:lnTo>
                  <a:lnTo>
                    <a:pt x="37962" y="222091"/>
                  </a:lnTo>
                  <a:lnTo>
                    <a:pt x="37952" y="220139"/>
                  </a:lnTo>
                  <a:lnTo>
                    <a:pt x="37513" y="217434"/>
                  </a:lnTo>
                  <a:lnTo>
                    <a:pt x="38529" y="216422"/>
                  </a:lnTo>
                  <a:lnTo>
                    <a:pt x="38941" y="215682"/>
                  </a:lnTo>
                  <a:lnTo>
                    <a:pt x="40263" y="211359"/>
                  </a:lnTo>
                  <a:lnTo>
                    <a:pt x="40177" y="209662"/>
                  </a:lnTo>
                  <a:lnTo>
                    <a:pt x="40556" y="207555"/>
                  </a:lnTo>
                  <a:lnTo>
                    <a:pt x="39688" y="205059"/>
                  </a:lnTo>
                  <a:lnTo>
                    <a:pt x="39567" y="199451"/>
                  </a:lnTo>
                  <a:lnTo>
                    <a:pt x="39080" y="195135"/>
                  </a:lnTo>
                  <a:lnTo>
                    <a:pt x="38279" y="190576"/>
                  </a:lnTo>
                  <a:lnTo>
                    <a:pt x="38355" y="188025"/>
                  </a:lnTo>
                  <a:lnTo>
                    <a:pt x="37866" y="184854"/>
                  </a:lnTo>
                  <a:lnTo>
                    <a:pt x="37835" y="183023"/>
                  </a:lnTo>
                  <a:lnTo>
                    <a:pt x="38208" y="178871"/>
                  </a:lnTo>
                  <a:lnTo>
                    <a:pt x="40754" y="176258"/>
                  </a:lnTo>
                  <a:lnTo>
                    <a:pt x="41249" y="173332"/>
                  </a:lnTo>
                  <a:lnTo>
                    <a:pt x="41555" y="169378"/>
                  </a:lnTo>
                  <a:lnTo>
                    <a:pt x="41451" y="166497"/>
                  </a:lnTo>
                  <a:lnTo>
                    <a:pt x="41200" y="165203"/>
                  </a:lnTo>
                  <a:lnTo>
                    <a:pt x="39946" y="163081"/>
                  </a:lnTo>
                  <a:lnTo>
                    <a:pt x="39630" y="159290"/>
                  </a:lnTo>
                  <a:lnTo>
                    <a:pt x="39872" y="158297"/>
                  </a:lnTo>
                  <a:lnTo>
                    <a:pt x="40908" y="157229"/>
                  </a:lnTo>
                  <a:lnTo>
                    <a:pt x="41640" y="155747"/>
                  </a:lnTo>
                  <a:lnTo>
                    <a:pt x="42017" y="153447"/>
                  </a:lnTo>
                  <a:lnTo>
                    <a:pt x="42778" y="151638"/>
                  </a:lnTo>
                  <a:lnTo>
                    <a:pt x="43080" y="147261"/>
                  </a:lnTo>
                  <a:lnTo>
                    <a:pt x="43723" y="143780"/>
                  </a:lnTo>
                  <a:lnTo>
                    <a:pt x="44044" y="142565"/>
                  </a:lnTo>
                  <a:lnTo>
                    <a:pt x="45055" y="141038"/>
                  </a:lnTo>
                  <a:lnTo>
                    <a:pt x="45244" y="140631"/>
                  </a:lnTo>
                  <a:lnTo>
                    <a:pt x="45400" y="139466"/>
                  </a:lnTo>
                  <a:lnTo>
                    <a:pt x="45353" y="136715"/>
                  </a:lnTo>
                  <a:lnTo>
                    <a:pt x="45508" y="135035"/>
                  </a:lnTo>
                  <a:lnTo>
                    <a:pt x="46314" y="131731"/>
                  </a:lnTo>
                  <a:lnTo>
                    <a:pt x="46406" y="130201"/>
                  </a:lnTo>
                  <a:lnTo>
                    <a:pt x="47301" y="126798"/>
                  </a:lnTo>
                  <a:lnTo>
                    <a:pt x="47504" y="124355"/>
                  </a:lnTo>
                  <a:lnTo>
                    <a:pt x="47886" y="123066"/>
                  </a:lnTo>
                  <a:lnTo>
                    <a:pt x="47737" y="121616"/>
                  </a:lnTo>
                  <a:lnTo>
                    <a:pt x="47991" y="118370"/>
                  </a:lnTo>
                  <a:lnTo>
                    <a:pt x="47384" y="116535"/>
                  </a:lnTo>
                  <a:lnTo>
                    <a:pt x="47250" y="115462"/>
                  </a:lnTo>
                  <a:lnTo>
                    <a:pt x="48014" y="112134"/>
                  </a:lnTo>
                  <a:lnTo>
                    <a:pt x="48533" y="111324"/>
                  </a:lnTo>
                  <a:lnTo>
                    <a:pt x="49372" y="109775"/>
                  </a:lnTo>
                  <a:lnTo>
                    <a:pt x="49725" y="108037"/>
                  </a:lnTo>
                  <a:lnTo>
                    <a:pt x="49789" y="106932"/>
                  </a:lnTo>
                  <a:lnTo>
                    <a:pt x="48718" y="101435"/>
                  </a:lnTo>
                  <a:lnTo>
                    <a:pt x="48571" y="99563"/>
                  </a:lnTo>
                  <a:lnTo>
                    <a:pt x="48833" y="95202"/>
                  </a:lnTo>
                  <a:lnTo>
                    <a:pt x="49202" y="92385"/>
                  </a:lnTo>
                  <a:lnTo>
                    <a:pt x="49082" y="90138"/>
                  </a:lnTo>
                  <a:lnTo>
                    <a:pt x="49202" y="88983"/>
                  </a:lnTo>
                  <a:lnTo>
                    <a:pt x="49388" y="87532"/>
                  </a:lnTo>
                  <a:lnTo>
                    <a:pt x="50124" y="85772"/>
                  </a:lnTo>
                  <a:lnTo>
                    <a:pt x="50291" y="84522"/>
                  </a:lnTo>
                  <a:lnTo>
                    <a:pt x="50033" y="84000"/>
                  </a:lnTo>
                  <a:lnTo>
                    <a:pt x="49159" y="83363"/>
                  </a:lnTo>
                  <a:lnTo>
                    <a:pt x="48439" y="81766"/>
                  </a:lnTo>
                  <a:lnTo>
                    <a:pt x="48389" y="80192"/>
                  </a:lnTo>
                  <a:lnTo>
                    <a:pt x="48621" y="79046"/>
                  </a:lnTo>
                  <a:lnTo>
                    <a:pt x="48675" y="77424"/>
                  </a:lnTo>
                  <a:lnTo>
                    <a:pt x="49749" y="77105"/>
                  </a:lnTo>
                  <a:lnTo>
                    <a:pt x="50321" y="76205"/>
                  </a:lnTo>
                  <a:lnTo>
                    <a:pt x="50865" y="74517"/>
                  </a:lnTo>
                  <a:lnTo>
                    <a:pt x="51548" y="70436"/>
                  </a:lnTo>
                  <a:lnTo>
                    <a:pt x="51841" y="65375"/>
                  </a:lnTo>
                  <a:lnTo>
                    <a:pt x="52248" y="62326"/>
                  </a:lnTo>
                  <a:lnTo>
                    <a:pt x="52536" y="60820"/>
                  </a:lnTo>
                  <a:lnTo>
                    <a:pt x="52777" y="57671"/>
                  </a:lnTo>
                  <a:lnTo>
                    <a:pt x="53175" y="55610"/>
                  </a:lnTo>
                  <a:lnTo>
                    <a:pt x="53246" y="53710"/>
                  </a:lnTo>
                  <a:lnTo>
                    <a:pt x="53167" y="52265"/>
                  </a:lnTo>
                  <a:lnTo>
                    <a:pt x="52139" y="44902"/>
                  </a:lnTo>
                  <a:lnTo>
                    <a:pt x="52171" y="42197"/>
                  </a:lnTo>
                  <a:lnTo>
                    <a:pt x="52608" y="37990"/>
                  </a:lnTo>
                  <a:lnTo>
                    <a:pt x="52601" y="32066"/>
                  </a:lnTo>
                  <a:lnTo>
                    <a:pt x="52513" y="30682"/>
                  </a:lnTo>
                  <a:lnTo>
                    <a:pt x="52126" y="29387"/>
                  </a:lnTo>
                  <a:lnTo>
                    <a:pt x="52012" y="27628"/>
                  </a:lnTo>
                  <a:lnTo>
                    <a:pt x="51394" y="24569"/>
                  </a:lnTo>
                  <a:lnTo>
                    <a:pt x="50835" y="18431"/>
                  </a:lnTo>
                  <a:lnTo>
                    <a:pt x="50823" y="15191"/>
                  </a:lnTo>
                  <a:lnTo>
                    <a:pt x="50582" y="12441"/>
                  </a:lnTo>
                  <a:lnTo>
                    <a:pt x="50046" y="11709"/>
                  </a:lnTo>
                  <a:lnTo>
                    <a:pt x="50431" y="11542"/>
                  </a:lnTo>
                  <a:lnTo>
                    <a:pt x="51332" y="11427"/>
                  </a:lnTo>
                  <a:lnTo>
                    <a:pt x="52264" y="11425"/>
                  </a:lnTo>
                  <a:lnTo>
                    <a:pt x="53444" y="10843"/>
                  </a:lnTo>
                  <a:lnTo>
                    <a:pt x="54699" y="9763"/>
                  </a:lnTo>
                  <a:lnTo>
                    <a:pt x="55519" y="8193"/>
                  </a:lnTo>
                  <a:lnTo>
                    <a:pt x="55870" y="6753"/>
                  </a:lnTo>
                  <a:lnTo>
                    <a:pt x="55872" y="5494"/>
                  </a:lnTo>
                  <a:lnTo>
                    <a:pt x="55502" y="3892"/>
                  </a:lnTo>
                  <a:lnTo>
                    <a:pt x="55402" y="2758"/>
                  </a:lnTo>
                  <a:lnTo>
                    <a:pt x="55837" y="2216"/>
                  </a:lnTo>
                  <a:lnTo>
                    <a:pt x="56985" y="2004"/>
                  </a:lnTo>
                  <a:lnTo>
                    <a:pt x="57916" y="937"/>
                  </a:lnTo>
                  <a:lnTo>
                    <a:pt x="58630" y="0"/>
                  </a:lnTo>
                  <a:lnTo>
                    <a:pt x="58780" y="1582"/>
                  </a:lnTo>
                  <a:lnTo>
                    <a:pt x="60077" y="3704"/>
                  </a:lnTo>
                  <a:lnTo>
                    <a:pt x="60499" y="6096"/>
                  </a:lnTo>
                  <a:lnTo>
                    <a:pt x="60793" y="6399"/>
                  </a:lnTo>
                  <a:lnTo>
                    <a:pt x="62575" y="7593"/>
                  </a:lnTo>
                  <a:lnTo>
                    <a:pt x="62608" y="7875"/>
                  </a:lnTo>
                  <a:lnTo>
                    <a:pt x="62347" y="8322"/>
                  </a:lnTo>
                  <a:lnTo>
                    <a:pt x="62087" y="8898"/>
                  </a:lnTo>
                  <a:lnTo>
                    <a:pt x="62268" y="9713"/>
                  </a:lnTo>
                  <a:lnTo>
                    <a:pt x="62590" y="10828"/>
                  </a:lnTo>
                  <a:lnTo>
                    <a:pt x="62698" y="11863"/>
                  </a:lnTo>
                  <a:lnTo>
                    <a:pt x="62894" y="12928"/>
                  </a:lnTo>
                  <a:lnTo>
                    <a:pt x="63091" y="14562"/>
                  </a:lnTo>
                  <a:lnTo>
                    <a:pt x="63210" y="16042"/>
                  </a:lnTo>
                  <a:lnTo>
                    <a:pt x="63664" y="18228"/>
                  </a:lnTo>
                  <a:lnTo>
                    <a:pt x="63756" y="19577"/>
                  </a:lnTo>
                  <a:lnTo>
                    <a:pt x="63763" y="20390"/>
                  </a:lnTo>
                  <a:lnTo>
                    <a:pt x="64116" y="21188"/>
                  </a:lnTo>
                  <a:lnTo>
                    <a:pt x="64807" y="22139"/>
                  </a:lnTo>
                  <a:lnTo>
                    <a:pt x="65743" y="23099"/>
                  </a:lnTo>
                  <a:lnTo>
                    <a:pt x="66485" y="24218"/>
                  </a:lnTo>
                  <a:lnTo>
                    <a:pt x="67053" y="24975"/>
                  </a:lnTo>
                  <a:lnTo>
                    <a:pt x="67741" y="25595"/>
                  </a:lnTo>
                  <a:lnTo>
                    <a:pt x="68270" y="26164"/>
                  </a:lnTo>
                  <a:lnTo>
                    <a:pt x="68476" y="26555"/>
                  </a:lnTo>
                  <a:lnTo>
                    <a:pt x="68545" y="26874"/>
                  </a:lnTo>
                  <a:lnTo>
                    <a:pt x="68317" y="27175"/>
                  </a:lnTo>
                  <a:lnTo>
                    <a:pt x="67482" y="28650"/>
                  </a:lnTo>
                  <a:lnTo>
                    <a:pt x="66318" y="30895"/>
                  </a:lnTo>
                  <a:lnTo>
                    <a:pt x="66338" y="31168"/>
                  </a:lnTo>
                  <a:lnTo>
                    <a:pt x="67453" y="32784"/>
                  </a:lnTo>
                  <a:lnTo>
                    <a:pt x="67632" y="33423"/>
                  </a:lnTo>
                  <a:lnTo>
                    <a:pt x="67620" y="34326"/>
                  </a:lnTo>
                  <a:lnTo>
                    <a:pt x="67246" y="35411"/>
                  </a:lnTo>
                  <a:lnTo>
                    <a:pt x="66042" y="35756"/>
                  </a:lnTo>
                  <a:lnTo>
                    <a:pt x="65774" y="36051"/>
                  </a:lnTo>
                  <a:lnTo>
                    <a:pt x="65741" y="36396"/>
                  </a:lnTo>
                  <a:lnTo>
                    <a:pt x="66018" y="36855"/>
                  </a:lnTo>
                  <a:lnTo>
                    <a:pt x="65975" y="37926"/>
                  </a:lnTo>
                  <a:lnTo>
                    <a:pt x="66410" y="39109"/>
                  </a:lnTo>
                  <a:lnTo>
                    <a:pt x="66185" y="39513"/>
                  </a:lnTo>
                  <a:lnTo>
                    <a:pt x="65742" y="40057"/>
                  </a:lnTo>
                  <a:lnTo>
                    <a:pt x="65729" y="40590"/>
                  </a:lnTo>
                  <a:lnTo>
                    <a:pt x="65875" y="41181"/>
                  </a:lnTo>
                  <a:lnTo>
                    <a:pt x="66342" y="41661"/>
                  </a:lnTo>
                  <a:lnTo>
                    <a:pt x="68195" y="43321"/>
                  </a:lnTo>
                  <a:lnTo>
                    <a:pt x="68342" y="43550"/>
                  </a:lnTo>
                  <a:lnTo>
                    <a:pt x="68313" y="43721"/>
                  </a:lnTo>
                  <a:lnTo>
                    <a:pt x="67596" y="44829"/>
                  </a:lnTo>
                  <a:lnTo>
                    <a:pt x="67522" y="45513"/>
                  </a:lnTo>
                  <a:lnTo>
                    <a:pt x="67542" y="46638"/>
                  </a:lnTo>
                  <a:lnTo>
                    <a:pt x="67643" y="47365"/>
                  </a:lnTo>
                  <a:lnTo>
                    <a:pt x="67874" y="47667"/>
                  </a:lnTo>
                  <a:lnTo>
                    <a:pt x="68804" y="48011"/>
                  </a:lnTo>
                  <a:lnTo>
                    <a:pt x="69955" y="50541"/>
                  </a:lnTo>
                  <a:lnTo>
                    <a:pt x="71060" y="52921"/>
                  </a:lnTo>
                  <a:lnTo>
                    <a:pt x="71046" y="54971"/>
                  </a:lnTo>
                  <a:lnTo>
                    <a:pt x="71161" y="57360"/>
                  </a:lnTo>
                  <a:lnTo>
                    <a:pt x="71863" y="59236"/>
                  </a:lnTo>
                  <a:lnTo>
                    <a:pt x="71961" y="60737"/>
                  </a:lnTo>
                  <a:lnTo>
                    <a:pt x="72198" y="62441"/>
                  </a:lnTo>
                  <a:lnTo>
                    <a:pt x="73034" y="63477"/>
                  </a:lnTo>
                  <a:lnTo>
                    <a:pt x="73360" y="65526"/>
                  </a:lnTo>
                  <a:lnTo>
                    <a:pt x="73446" y="66617"/>
                  </a:lnTo>
                  <a:lnTo>
                    <a:pt x="73394" y="67335"/>
                  </a:lnTo>
                  <a:lnTo>
                    <a:pt x="74043" y="69562"/>
                  </a:lnTo>
                  <a:lnTo>
                    <a:pt x="74119" y="71476"/>
                  </a:lnTo>
                  <a:lnTo>
                    <a:pt x="73965" y="72851"/>
                  </a:lnTo>
                  <a:lnTo>
                    <a:pt x="73973" y="73618"/>
                  </a:lnTo>
                  <a:lnTo>
                    <a:pt x="74065" y="74159"/>
                  </a:lnTo>
                  <a:lnTo>
                    <a:pt x="74623" y="74644"/>
                  </a:lnTo>
                  <a:lnTo>
                    <a:pt x="74869" y="74948"/>
                  </a:lnTo>
                  <a:lnTo>
                    <a:pt x="75693" y="75082"/>
                  </a:lnTo>
                  <a:lnTo>
                    <a:pt x="76899" y="75118"/>
                  </a:lnTo>
                  <a:lnTo>
                    <a:pt x="78958" y="7460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5050348" y="2137674"/>
              <a:ext cx="22497" cy="26772"/>
            </a:xfrm>
            <a:custGeom>
              <a:avLst/>
              <a:pathLst>
                <a:path w="22497" h="26772">
                  <a:moveTo>
                    <a:pt x="21316" y="2033"/>
                  </a:moveTo>
                  <a:lnTo>
                    <a:pt x="21784" y="2652"/>
                  </a:lnTo>
                  <a:lnTo>
                    <a:pt x="22091" y="3548"/>
                  </a:lnTo>
                  <a:lnTo>
                    <a:pt x="22346" y="5203"/>
                  </a:lnTo>
                  <a:lnTo>
                    <a:pt x="22497" y="6726"/>
                  </a:lnTo>
                  <a:lnTo>
                    <a:pt x="21542" y="7694"/>
                  </a:lnTo>
                  <a:lnTo>
                    <a:pt x="20687" y="8087"/>
                  </a:lnTo>
                  <a:lnTo>
                    <a:pt x="18971" y="11807"/>
                  </a:lnTo>
                  <a:lnTo>
                    <a:pt x="18613" y="12981"/>
                  </a:lnTo>
                  <a:lnTo>
                    <a:pt x="18321" y="13471"/>
                  </a:lnTo>
                  <a:lnTo>
                    <a:pt x="18229" y="13983"/>
                  </a:lnTo>
                  <a:lnTo>
                    <a:pt x="18262" y="14494"/>
                  </a:lnTo>
                  <a:lnTo>
                    <a:pt x="17821" y="16284"/>
                  </a:lnTo>
                  <a:lnTo>
                    <a:pt x="17426" y="18482"/>
                  </a:lnTo>
                  <a:lnTo>
                    <a:pt x="17177" y="19384"/>
                  </a:lnTo>
                  <a:lnTo>
                    <a:pt x="16687" y="20076"/>
                  </a:lnTo>
                  <a:lnTo>
                    <a:pt x="16064" y="20425"/>
                  </a:lnTo>
                  <a:lnTo>
                    <a:pt x="15659" y="20478"/>
                  </a:lnTo>
                  <a:lnTo>
                    <a:pt x="15289" y="20670"/>
                  </a:lnTo>
                  <a:lnTo>
                    <a:pt x="14386" y="21869"/>
                  </a:lnTo>
                  <a:lnTo>
                    <a:pt x="13366" y="22770"/>
                  </a:lnTo>
                  <a:lnTo>
                    <a:pt x="13536" y="23182"/>
                  </a:lnTo>
                  <a:lnTo>
                    <a:pt x="13545" y="23574"/>
                  </a:lnTo>
                  <a:lnTo>
                    <a:pt x="13099" y="24011"/>
                  </a:lnTo>
                  <a:lnTo>
                    <a:pt x="12602" y="23930"/>
                  </a:lnTo>
                  <a:lnTo>
                    <a:pt x="11163" y="24284"/>
                  </a:lnTo>
                  <a:lnTo>
                    <a:pt x="10635" y="24959"/>
                  </a:lnTo>
                  <a:lnTo>
                    <a:pt x="10095" y="26202"/>
                  </a:lnTo>
                  <a:lnTo>
                    <a:pt x="9890" y="26370"/>
                  </a:lnTo>
                  <a:lnTo>
                    <a:pt x="9024" y="26660"/>
                  </a:lnTo>
                  <a:lnTo>
                    <a:pt x="8360" y="26772"/>
                  </a:lnTo>
                  <a:lnTo>
                    <a:pt x="7232" y="25896"/>
                  </a:lnTo>
                  <a:lnTo>
                    <a:pt x="6672" y="25638"/>
                  </a:lnTo>
                  <a:lnTo>
                    <a:pt x="5180" y="25281"/>
                  </a:lnTo>
                  <a:lnTo>
                    <a:pt x="3729" y="24687"/>
                  </a:lnTo>
                  <a:lnTo>
                    <a:pt x="2711" y="24013"/>
                  </a:lnTo>
                  <a:lnTo>
                    <a:pt x="623" y="22351"/>
                  </a:lnTo>
                  <a:lnTo>
                    <a:pt x="382" y="19352"/>
                  </a:lnTo>
                  <a:lnTo>
                    <a:pt x="23" y="17733"/>
                  </a:lnTo>
                  <a:lnTo>
                    <a:pt x="0" y="17156"/>
                  </a:lnTo>
                  <a:lnTo>
                    <a:pt x="135" y="12172"/>
                  </a:lnTo>
                  <a:lnTo>
                    <a:pt x="282" y="11627"/>
                  </a:lnTo>
                  <a:lnTo>
                    <a:pt x="547" y="11150"/>
                  </a:lnTo>
                  <a:lnTo>
                    <a:pt x="1469" y="10036"/>
                  </a:lnTo>
                  <a:lnTo>
                    <a:pt x="2527" y="9155"/>
                  </a:lnTo>
                  <a:lnTo>
                    <a:pt x="4042" y="7311"/>
                  </a:lnTo>
                  <a:lnTo>
                    <a:pt x="5141" y="6466"/>
                  </a:lnTo>
                  <a:lnTo>
                    <a:pt x="6064" y="5252"/>
                  </a:lnTo>
                  <a:lnTo>
                    <a:pt x="5524" y="5303"/>
                  </a:lnTo>
                  <a:lnTo>
                    <a:pt x="5125" y="5150"/>
                  </a:lnTo>
                  <a:lnTo>
                    <a:pt x="5518" y="4113"/>
                  </a:lnTo>
                  <a:lnTo>
                    <a:pt x="5939" y="3557"/>
                  </a:lnTo>
                  <a:lnTo>
                    <a:pt x="6425" y="3254"/>
                  </a:lnTo>
                  <a:lnTo>
                    <a:pt x="7403" y="3471"/>
                  </a:lnTo>
                  <a:lnTo>
                    <a:pt x="8306" y="3256"/>
                  </a:lnTo>
                  <a:lnTo>
                    <a:pt x="8974" y="2335"/>
                  </a:lnTo>
                  <a:lnTo>
                    <a:pt x="9609" y="2139"/>
                  </a:lnTo>
                  <a:lnTo>
                    <a:pt x="12020" y="2440"/>
                  </a:lnTo>
                  <a:lnTo>
                    <a:pt x="13693" y="2019"/>
                  </a:lnTo>
                  <a:lnTo>
                    <a:pt x="14531" y="1172"/>
                  </a:lnTo>
                  <a:lnTo>
                    <a:pt x="14926" y="1139"/>
                  </a:lnTo>
                  <a:lnTo>
                    <a:pt x="16161" y="1379"/>
                  </a:lnTo>
                  <a:lnTo>
                    <a:pt x="16619" y="2261"/>
                  </a:lnTo>
                  <a:lnTo>
                    <a:pt x="16578" y="1669"/>
                  </a:lnTo>
                  <a:lnTo>
                    <a:pt x="16631" y="1095"/>
                  </a:lnTo>
                  <a:lnTo>
                    <a:pt x="16858" y="1157"/>
                  </a:lnTo>
                  <a:lnTo>
                    <a:pt x="18472" y="2250"/>
                  </a:lnTo>
                  <a:lnTo>
                    <a:pt x="18478" y="910"/>
                  </a:lnTo>
                  <a:lnTo>
                    <a:pt x="18568" y="559"/>
                  </a:lnTo>
                  <a:lnTo>
                    <a:pt x="19073" y="0"/>
                  </a:lnTo>
                  <a:lnTo>
                    <a:pt x="19327" y="9"/>
                  </a:lnTo>
                  <a:lnTo>
                    <a:pt x="19951" y="1091"/>
                  </a:lnTo>
                  <a:lnTo>
                    <a:pt x="20562" y="172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5065759" y="2124348"/>
              <a:ext cx="2600" cy="1749"/>
            </a:xfrm>
            <a:custGeom>
              <a:avLst/>
              <a:pathLst>
                <a:path w="2600" h="1749">
                  <a:moveTo>
                    <a:pt x="1140" y="0"/>
                  </a:moveTo>
                  <a:lnTo>
                    <a:pt x="1492" y="482"/>
                  </a:lnTo>
                  <a:lnTo>
                    <a:pt x="2430" y="140"/>
                  </a:lnTo>
                  <a:lnTo>
                    <a:pt x="2600" y="755"/>
                  </a:lnTo>
                  <a:lnTo>
                    <a:pt x="2594" y="1042"/>
                  </a:lnTo>
                  <a:lnTo>
                    <a:pt x="2263" y="1749"/>
                  </a:lnTo>
                  <a:lnTo>
                    <a:pt x="1487" y="1203"/>
                  </a:lnTo>
                  <a:lnTo>
                    <a:pt x="712" y="1330"/>
                  </a:lnTo>
                  <a:lnTo>
                    <a:pt x="154" y="1283"/>
                  </a:lnTo>
                  <a:lnTo>
                    <a:pt x="0" y="948"/>
                  </a:lnTo>
                  <a:lnTo>
                    <a:pt x="427" y="25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5087144" y="2115741"/>
              <a:ext cx="1160" cy="1279"/>
            </a:xfrm>
            <a:custGeom>
              <a:avLst/>
              <a:pathLst>
                <a:path w="1160" h="1279">
                  <a:moveTo>
                    <a:pt x="1123" y="984"/>
                  </a:moveTo>
                  <a:lnTo>
                    <a:pt x="194" y="1279"/>
                  </a:lnTo>
                  <a:lnTo>
                    <a:pt x="0" y="1216"/>
                  </a:lnTo>
                  <a:lnTo>
                    <a:pt x="321" y="495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5088920" y="2114876"/>
              <a:ext cx="1418" cy="2656"/>
            </a:xfrm>
            <a:custGeom>
              <a:avLst/>
              <a:pathLst>
                <a:path w="1418" h="2656">
                  <a:moveTo>
                    <a:pt x="733" y="2376"/>
                  </a:moveTo>
                  <a:lnTo>
                    <a:pt x="552" y="2656"/>
                  </a:lnTo>
                  <a:lnTo>
                    <a:pt x="277" y="2150"/>
                  </a:lnTo>
                  <a:lnTo>
                    <a:pt x="196" y="1427"/>
                  </a:lnTo>
                  <a:lnTo>
                    <a:pt x="0" y="1036"/>
                  </a:lnTo>
                  <a:lnTo>
                    <a:pt x="452" y="544"/>
                  </a:lnTo>
                  <a:lnTo>
                    <a:pt x="655" y="0"/>
                  </a:lnTo>
                  <a:lnTo>
                    <a:pt x="1195" y="108"/>
                  </a:lnTo>
                  <a:lnTo>
                    <a:pt x="1418" y="273"/>
                  </a:lnTo>
                  <a:lnTo>
                    <a:pt x="945" y="838"/>
                  </a:lnTo>
                  <a:lnTo>
                    <a:pt x="832" y="107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5095464" y="2099083"/>
              <a:ext cx="1506" cy="2045"/>
            </a:xfrm>
            <a:custGeom>
              <a:avLst/>
              <a:pathLst>
                <a:path w="1506" h="2045">
                  <a:moveTo>
                    <a:pt x="1427" y="1399"/>
                  </a:moveTo>
                  <a:lnTo>
                    <a:pt x="1506" y="2045"/>
                  </a:lnTo>
                  <a:lnTo>
                    <a:pt x="768" y="1063"/>
                  </a:lnTo>
                  <a:lnTo>
                    <a:pt x="558" y="1006"/>
                  </a:lnTo>
                  <a:lnTo>
                    <a:pt x="205" y="640"/>
                  </a:lnTo>
                  <a:lnTo>
                    <a:pt x="0" y="23"/>
                  </a:lnTo>
                  <a:lnTo>
                    <a:pt x="572" y="0"/>
                  </a:lnTo>
                  <a:lnTo>
                    <a:pt x="1098" y="73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5139668" y="2076099"/>
              <a:ext cx="1005" cy="1620"/>
            </a:xfrm>
            <a:custGeom>
              <a:avLst/>
              <a:pathLst>
                <a:path w="1005" h="1620">
                  <a:moveTo>
                    <a:pt x="1005" y="781"/>
                  </a:moveTo>
                  <a:lnTo>
                    <a:pt x="688" y="1620"/>
                  </a:lnTo>
                  <a:lnTo>
                    <a:pt x="130" y="1481"/>
                  </a:lnTo>
                  <a:lnTo>
                    <a:pt x="113" y="885"/>
                  </a:lnTo>
                  <a:lnTo>
                    <a:pt x="0" y="710"/>
                  </a:lnTo>
                  <a:lnTo>
                    <a:pt x="153" y="155"/>
                  </a:lnTo>
                  <a:lnTo>
                    <a:pt x="255" y="0"/>
                  </a:lnTo>
                  <a:lnTo>
                    <a:pt x="888" y="47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5154988" y="2060745"/>
              <a:ext cx="1349" cy="3382"/>
            </a:xfrm>
            <a:custGeom>
              <a:avLst/>
              <a:pathLst>
                <a:path w="1349" h="3382">
                  <a:moveTo>
                    <a:pt x="1181" y="2736"/>
                  </a:moveTo>
                  <a:lnTo>
                    <a:pt x="479" y="3382"/>
                  </a:lnTo>
                  <a:lnTo>
                    <a:pt x="40" y="3074"/>
                  </a:lnTo>
                  <a:lnTo>
                    <a:pt x="32" y="2210"/>
                  </a:lnTo>
                  <a:lnTo>
                    <a:pt x="256" y="1430"/>
                  </a:lnTo>
                  <a:lnTo>
                    <a:pt x="0" y="869"/>
                  </a:lnTo>
                  <a:lnTo>
                    <a:pt x="251" y="200"/>
                  </a:lnTo>
                  <a:lnTo>
                    <a:pt x="775" y="0"/>
                  </a:lnTo>
                  <a:lnTo>
                    <a:pt x="959" y="417"/>
                  </a:lnTo>
                  <a:lnTo>
                    <a:pt x="1255" y="638"/>
                  </a:lnTo>
                  <a:lnTo>
                    <a:pt x="1347" y="866"/>
                  </a:lnTo>
                  <a:lnTo>
                    <a:pt x="1349" y="1304"/>
                  </a:lnTo>
                  <a:lnTo>
                    <a:pt x="1069" y="2027"/>
                  </a:lnTo>
                  <a:lnTo>
                    <a:pt x="1290" y="242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5168569" y="2025161"/>
              <a:ext cx="1133" cy="1979"/>
            </a:xfrm>
            <a:custGeom>
              <a:avLst/>
              <a:pathLst>
                <a:path w="1133" h="1979">
                  <a:moveTo>
                    <a:pt x="1133" y="1645"/>
                  </a:moveTo>
                  <a:lnTo>
                    <a:pt x="309" y="1979"/>
                  </a:lnTo>
                  <a:lnTo>
                    <a:pt x="0" y="1977"/>
                  </a:lnTo>
                  <a:lnTo>
                    <a:pt x="23" y="964"/>
                  </a:lnTo>
                  <a:lnTo>
                    <a:pt x="699" y="0"/>
                  </a:lnTo>
                  <a:lnTo>
                    <a:pt x="972" y="322"/>
                  </a:lnTo>
                  <a:lnTo>
                    <a:pt x="1129" y="82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5177189" y="2003154"/>
              <a:ext cx="1228" cy="1701"/>
            </a:xfrm>
            <a:custGeom>
              <a:avLst/>
              <a:pathLst>
                <a:path w="1228" h="1701">
                  <a:moveTo>
                    <a:pt x="1228" y="1439"/>
                  </a:moveTo>
                  <a:lnTo>
                    <a:pt x="1195" y="1701"/>
                  </a:lnTo>
                  <a:lnTo>
                    <a:pt x="388" y="793"/>
                  </a:lnTo>
                  <a:lnTo>
                    <a:pt x="0" y="645"/>
                  </a:lnTo>
                  <a:lnTo>
                    <a:pt x="185" y="132"/>
                  </a:lnTo>
                  <a:lnTo>
                    <a:pt x="728" y="0"/>
                  </a:lnTo>
                  <a:lnTo>
                    <a:pt x="1157" y="113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5179925" y="2000741"/>
              <a:ext cx="681" cy="1522"/>
            </a:xfrm>
            <a:custGeom>
              <a:avLst/>
              <a:pathLst>
                <a:path w="681" h="1522">
                  <a:moveTo>
                    <a:pt x="681" y="876"/>
                  </a:moveTo>
                  <a:lnTo>
                    <a:pt x="588" y="1522"/>
                  </a:lnTo>
                  <a:lnTo>
                    <a:pt x="338" y="1430"/>
                  </a:lnTo>
                  <a:lnTo>
                    <a:pt x="0" y="282"/>
                  </a:lnTo>
                  <a:lnTo>
                    <a:pt x="181" y="0"/>
                  </a:lnTo>
                  <a:lnTo>
                    <a:pt x="659" y="6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5176496" y="1998120"/>
              <a:ext cx="3338" cy="2779"/>
            </a:xfrm>
            <a:custGeom>
              <a:avLst/>
              <a:pathLst>
                <a:path w="3338" h="2779">
                  <a:moveTo>
                    <a:pt x="3088" y="2506"/>
                  </a:moveTo>
                  <a:lnTo>
                    <a:pt x="2952" y="2779"/>
                  </a:lnTo>
                  <a:lnTo>
                    <a:pt x="1782" y="1978"/>
                  </a:lnTo>
                  <a:lnTo>
                    <a:pt x="516" y="1810"/>
                  </a:lnTo>
                  <a:lnTo>
                    <a:pt x="79" y="1106"/>
                  </a:lnTo>
                  <a:lnTo>
                    <a:pt x="0" y="0"/>
                  </a:lnTo>
                  <a:lnTo>
                    <a:pt x="1334" y="46"/>
                  </a:lnTo>
                  <a:lnTo>
                    <a:pt x="2980" y="1047"/>
                  </a:lnTo>
                  <a:lnTo>
                    <a:pt x="3338" y="155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5169322" y="1974935"/>
              <a:ext cx="6164" cy="4764"/>
            </a:xfrm>
            <a:custGeom>
              <a:avLst/>
              <a:pathLst>
                <a:path w="6164" h="4764">
                  <a:moveTo>
                    <a:pt x="6164" y="4366"/>
                  </a:moveTo>
                  <a:lnTo>
                    <a:pt x="5386" y="4764"/>
                  </a:lnTo>
                  <a:lnTo>
                    <a:pt x="2921" y="3567"/>
                  </a:lnTo>
                  <a:lnTo>
                    <a:pt x="1185" y="2254"/>
                  </a:lnTo>
                  <a:lnTo>
                    <a:pt x="148" y="659"/>
                  </a:lnTo>
                  <a:lnTo>
                    <a:pt x="0" y="0"/>
                  </a:lnTo>
                  <a:lnTo>
                    <a:pt x="1209" y="111"/>
                  </a:lnTo>
                  <a:lnTo>
                    <a:pt x="2393" y="682"/>
                  </a:lnTo>
                  <a:lnTo>
                    <a:pt x="2655" y="1558"/>
                  </a:lnTo>
                  <a:lnTo>
                    <a:pt x="3132" y="1833"/>
                  </a:lnTo>
                  <a:lnTo>
                    <a:pt x="3457" y="2344"/>
                  </a:lnTo>
                  <a:lnTo>
                    <a:pt x="5649" y="3531"/>
                  </a:lnTo>
                  <a:lnTo>
                    <a:pt x="5984" y="389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4718952" y="1671565"/>
              <a:ext cx="578481" cy="464351"/>
            </a:xfrm>
            <a:custGeom>
              <a:avLst/>
              <a:pathLst>
                <a:path w="578481" h="464351">
                  <a:moveTo>
                    <a:pt x="538505" y="153708"/>
                  </a:moveTo>
                  <a:lnTo>
                    <a:pt x="538233" y="153218"/>
                  </a:lnTo>
                  <a:lnTo>
                    <a:pt x="537780" y="153062"/>
                  </a:lnTo>
                  <a:lnTo>
                    <a:pt x="536933" y="152377"/>
                  </a:lnTo>
                  <a:lnTo>
                    <a:pt x="536316" y="151622"/>
                  </a:lnTo>
                  <a:lnTo>
                    <a:pt x="535853" y="150787"/>
                  </a:lnTo>
                  <a:lnTo>
                    <a:pt x="535874" y="149005"/>
                  </a:lnTo>
                  <a:lnTo>
                    <a:pt x="535793" y="148737"/>
                  </a:lnTo>
                  <a:lnTo>
                    <a:pt x="534951" y="148372"/>
                  </a:lnTo>
                  <a:lnTo>
                    <a:pt x="534700" y="147842"/>
                  </a:lnTo>
                  <a:lnTo>
                    <a:pt x="534301" y="147588"/>
                  </a:lnTo>
                  <a:lnTo>
                    <a:pt x="533730" y="147750"/>
                  </a:lnTo>
                  <a:lnTo>
                    <a:pt x="533302" y="147579"/>
                  </a:lnTo>
                  <a:lnTo>
                    <a:pt x="532963" y="147289"/>
                  </a:lnTo>
                  <a:lnTo>
                    <a:pt x="532557" y="147254"/>
                  </a:lnTo>
                  <a:lnTo>
                    <a:pt x="532205" y="147715"/>
                  </a:lnTo>
                  <a:lnTo>
                    <a:pt x="532020" y="148703"/>
                  </a:lnTo>
                  <a:lnTo>
                    <a:pt x="531431" y="150344"/>
                  </a:lnTo>
                  <a:lnTo>
                    <a:pt x="531376" y="151336"/>
                  </a:lnTo>
                  <a:lnTo>
                    <a:pt x="531121" y="152754"/>
                  </a:lnTo>
                  <a:lnTo>
                    <a:pt x="530868" y="154551"/>
                  </a:lnTo>
                  <a:lnTo>
                    <a:pt x="530661" y="154925"/>
                  </a:lnTo>
                  <a:lnTo>
                    <a:pt x="530000" y="154979"/>
                  </a:lnTo>
                  <a:lnTo>
                    <a:pt x="529772" y="155096"/>
                  </a:lnTo>
                  <a:lnTo>
                    <a:pt x="529429" y="155707"/>
                  </a:lnTo>
                  <a:lnTo>
                    <a:pt x="529014" y="155811"/>
                  </a:lnTo>
                  <a:lnTo>
                    <a:pt x="528646" y="155453"/>
                  </a:lnTo>
                  <a:lnTo>
                    <a:pt x="528067" y="155096"/>
                  </a:lnTo>
                  <a:lnTo>
                    <a:pt x="527520" y="155050"/>
                  </a:lnTo>
                  <a:lnTo>
                    <a:pt x="527026" y="155407"/>
                  </a:lnTo>
                  <a:lnTo>
                    <a:pt x="526448" y="156184"/>
                  </a:lnTo>
                  <a:lnTo>
                    <a:pt x="526119" y="156814"/>
                  </a:lnTo>
                  <a:lnTo>
                    <a:pt x="526002" y="157402"/>
                  </a:lnTo>
                  <a:lnTo>
                    <a:pt x="525909" y="158129"/>
                  </a:lnTo>
                  <a:lnTo>
                    <a:pt x="525324" y="158825"/>
                  </a:lnTo>
                  <a:lnTo>
                    <a:pt x="524790" y="159190"/>
                  </a:lnTo>
                  <a:lnTo>
                    <a:pt x="523686" y="160216"/>
                  </a:lnTo>
                  <a:lnTo>
                    <a:pt x="523335" y="160643"/>
                  </a:lnTo>
                  <a:lnTo>
                    <a:pt x="522544" y="160648"/>
                  </a:lnTo>
                  <a:lnTo>
                    <a:pt x="521684" y="160608"/>
                  </a:lnTo>
                  <a:lnTo>
                    <a:pt x="520528" y="160885"/>
                  </a:lnTo>
                  <a:lnTo>
                    <a:pt x="518640" y="161026"/>
                  </a:lnTo>
                  <a:lnTo>
                    <a:pt x="517510" y="160818"/>
                  </a:lnTo>
                  <a:lnTo>
                    <a:pt x="516113" y="161014"/>
                  </a:lnTo>
                  <a:lnTo>
                    <a:pt x="515026" y="161350"/>
                  </a:lnTo>
                  <a:lnTo>
                    <a:pt x="514870" y="161851"/>
                  </a:lnTo>
                  <a:lnTo>
                    <a:pt x="514909" y="162592"/>
                  </a:lnTo>
                  <a:lnTo>
                    <a:pt x="515128" y="163076"/>
                  </a:lnTo>
                  <a:lnTo>
                    <a:pt x="515394" y="163399"/>
                  </a:lnTo>
                  <a:lnTo>
                    <a:pt x="515846" y="164396"/>
                  </a:lnTo>
                  <a:lnTo>
                    <a:pt x="516317" y="165359"/>
                  </a:lnTo>
                  <a:lnTo>
                    <a:pt x="517037" y="165983"/>
                  </a:lnTo>
                  <a:lnTo>
                    <a:pt x="517335" y="166651"/>
                  </a:lnTo>
                  <a:lnTo>
                    <a:pt x="517350" y="167274"/>
                  </a:lnTo>
                  <a:lnTo>
                    <a:pt x="517009" y="168058"/>
                  </a:lnTo>
                  <a:lnTo>
                    <a:pt x="516493" y="169084"/>
                  </a:lnTo>
                  <a:lnTo>
                    <a:pt x="516012" y="169715"/>
                  </a:lnTo>
                  <a:lnTo>
                    <a:pt x="515650" y="169694"/>
                  </a:lnTo>
                  <a:lnTo>
                    <a:pt x="515097" y="169327"/>
                  </a:lnTo>
                  <a:lnTo>
                    <a:pt x="514722" y="168866"/>
                  </a:lnTo>
                  <a:lnTo>
                    <a:pt x="513828" y="168692"/>
                  </a:lnTo>
                  <a:lnTo>
                    <a:pt x="511643" y="168987"/>
                  </a:lnTo>
                  <a:lnTo>
                    <a:pt x="510550" y="168781"/>
                  </a:lnTo>
                  <a:lnTo>
                    <a:pt x="510028" y="168405"/>
                  </a:lnTo>
                  <a:lnTo>
                    <a:pt x="509114" y="168376"/>
                  </a:lnTo>
                  <a:lnTo>
                    <a:pt x="507699" y="167873"/>
                  </a:lnTo>
                  <a:lnTo>
                    <a:pt x="506837" y="167712"/>
                  </a:lnTo>
                  <a:lnTo>
                    <a:pt x="506431" y="167389"/>
                  </a:lnTo>
                  <a:lnTo>
                    <a:pt x="506352" y="166651"/>
                  </a:lnTo>
                  <a:lnTo>
                    <a:pt x="505945" y="166144"/>
                  </a:lnTo>
                  <a:lnTo>
                    <a:pt x="505717" y="165537"/>
                  </a:lnTo>
                  <a:lnTo>
                    <a:pt x="505203" y="164774"/>
                  </a:lnTo>
                  <a:lnTo>
                    <a:pt x="504709" y="164391"/>
                  </a:lnTo>
                  <a:lnTo>
                    <a:pt x="504224" y="164230"/>
                  </a:lnTo>
                  <a:lnTo>
                    <a:pt x="503692" y="164691"/>
                  </a:lnTo>
                  <a:lnTo>
                    <a:pt x="503129" y="165106"/>
                  </a:lnTo>
                  <a:lnTo>
                    <a:pt x="502706" y="165014"/>
                  </a:lnTo>
                  <a:lnTo>
                    <a:pt x="502503" y="165129"/>
                  </a:lnTo>
                  <a:lnTo>
                    <a:pt x="502270" y="165473"/>
                  </a:lnTo>
                  <a:lnTo>
                    <a:pt x="501365" y="166184"/>
                  </a:lnTo>
                  <a:lnTo>
                    <a:pt x="501148" y="166834"/>
                  </a:lnTo>
                  <a:lnTo>
                    <a:pt x="500787" y="168212"/>
                  </a:lnTo>
                  <a:lnTo>
                    <a:pt x="500535" y="169628"/>
                  </a:lnTo>
                  <a:lnTo>
                    <a:pt x="500316" y="170130"/>
                  </a:lnTo>
                  <a:lnTo>
                    <a:pt x="499948" y="170216"/>
                  </a:lnTo>
                  <a:lnTo>
                    <a:pt x="499573" y="170642"/>
                  </a:lnTo>
                  <a:lnTo>
                    <a:pt x="498786" y="171976"/>
                  </a:lnTo>
                  <a:lnTo>
                    <a:pt x="498076" y="173202"/>
                  </a:lnTo>
                  <a:lnTo>
                    <a:pt x="497044" y="174032"/>
                  </a:lnTo>
                  <a:lnTo>
                    <a:pt x="496558" y="174793"/>
                  </a:lnTo>
                  <a:lnTo>
                    <a:pt x="496308" y="175485"/>
                  </a:lnTo>
                  <a:lnTo>
                    <a:pt x="495573" y="176454"/>
                  </a:lnTo>
                  <a:lnTo>
                    <a:pt x="494493" y="176627"/>
                  </a:lnTo>
                  <a:lnTo>
                    <a:pt x="493633" y="176909"/>
                  </a:lnTo>
                  <a:lnTo>
                    <a:pt x="493106" y="176983"/>
                  </a:lnTo>
                  <a:lnTo>
                    <a:pt x="492727" y="177374"/>
                  </a:lnTo>
                  <a:lnTo>
                    <a:pt x="492452" y="177970"/>
                  </a:lnTo>
                  <a:lnTo>
                    <a:pt x="492319" y="178207"/>
                  </a:lnTo>
                  <a:lnTo>
                    <a:pt x="491834" y="178207"/>
                  </a:lnTo>
                  <a:lnTo>
                    <a:pt x="491349" y="178714"/>
                  </a:lnTo>
                  <a:lnTo>
                    <a:pt x="490160" y="179867"/>
                  </a:lnTo>
                  <a:lnTo>
                    <a:pt x="489191" y="180080"/>
                  </a:lnTo>
                  <a:lnTo>
                    <a:pt x="487975" y="180851"/>
                  </a:lnTo>
                  <a:lnTo>
                    <a:pt x="486906" y="181436"/>
                  </a:lnTo>
                  <a:lnTo>
                    <a:pt x="486461" y="181765"/>
                  </a:lnTo>
                  <a:lnTo>
                    <a:pt x="486342" y="182128"/>
                  </a:lnTo>
                  <a:lnTo>
                    <a:pt x="486186" y="182589"/>
                  </a:lnTo>
                  <a:lnTo>
                    <a:pt x="485670" y="182681"/>
                  </a:lnTo>
                  <a:lnTo>
                    <a:pt x="485169" y="182658"/>
                  </a:lnTo>
                  <a:lnTo>
                    <a:pt x="484058" y="183719"/>
                  </a:lnTo>
                  <a:lnTo>
                    <a:pt x="483495" y="184619"/>
                  </a:lnTo>
                  <a:lnTo>
                    <a:pt x="481306" y="186538"/>
                  </a:lnTo>
                  <a:lnTo>
                    <a:pt x="480413" y="187618"/>
                  </a:lnTo>
                  <a:lnTo>
                    <a:pt x="480066" y="188910"/>
                  </a:lnTo>
                  <a:lnTo>
                    <a:pt x="479285" y="190129"/>
                  </a:lnTo>
                  <a:lnTo>
                    <a:pt x="477755" y="191289"/>
                  </a:lnTo>
                  <a:lnTo>
                    <a:pt x="474486" y="191549"/>
                  </a:lnTo>
                  <a:lnTo>
                    <a:pt x="473452" y="190723"/>
                  </a:lnTo>
                  <a:lnTo>
                    <a:pt x="473077" y="191292"/>
                  </a:lnTo>
                  <a:lnTo>
                    <a:pt x="472787" y="192055"/>
                  </a:lnTo>
                  <a:lnTo>
                    <a:pt x="471930" y="192309"/>
                  </a:lnTo>
                  <a:lnTo>
                    <a:pt x="470588" y="192378"/>
                  </a:lnTo>
                  <a:lnTo>
                    <a:pt x="469838" y="192881"/>
                  </a:lnTo>
                  <a:lnTo>
                    <a:pt x="469437" y="193443"/>
                  </a:lnTo>
                  <a:lnTo>
                    <a:pt x="467599" y="193625"/>
                  </a:lnTo>
                  <a:lnTo>
                    <a:pt x="466924" y="194373"/>
                  </a:lnTo>
                  <a:lnTo>
                    <a:pt x="465781" y="194639"/>
                  </a:lnTo>
                  <a:lnTo>
                    <a:pt x="461001" y="197913"/>
                  </a:lnTo>
                  <a:lnTo>
                    <a:pt x="459962" y="199291"/>
                  </a:lnTo>
                  <a:lnTo>
                    <a:pt x="458977" y="200901"/>
                  </a:lnTo>
                  <a:lnTo>
                    <a:pt x="458284" y="201711"/>
                  </a:lnTo>
                  <a:lnTo>
                    <a:pt x="457666" y="202278"/>
                  </a:lnTo>
                  <a:lnTo>
                    <a:pt x="457101" y="202510"/>
                  </a:lnTo>
                  <a:lnTo>
                    <a:pt x="456550" y="203069"/>
                  </a:lnTo>
                  <a:lnTo>
                    <a:pt x="455990" y="203139"/>
                  </a:lnTo>
                  <a:lnTo>
                    <a:pt x="455419" y="202885"/>
                  </a:lnTo>
                  <a:lnTo>
                    <a:pt x="454780" y="202972"/>
                  </a:lnTo>
                  <a:lnTo>
                    <a:pt x="454359" y="203649"/>
                  </a:lnTo>
                  <a:lnTo>
                    <a:pt x="454715" y="204529"/>
                  </a:lnTo>
                  <a:lnTo>
                    <a:pt x="454521" y="204901"/>
                  </a:lnTo>
                  <a:lnTo>
                    <a:pt x="453265" y="205380"/>
                  </a:lnTo>
                  <a:lnTo>
                    <a:pt x="451401" y="205695"/>
                  </a:lnTo>
                  <a:lnTo>
                    <a:pt x="450608" y="206270"/>
                  </a:lnTo>
                  <a:lnTo>
                    <a:pt x="450335" y="206597"/>
                  </a:lnTo>
                  <a:lnTo>
                    <a:pt x="449920" y="206763"/>
                  </a:lnTo>
                  <a:lnTo>
                    <a:pt x="449524" y="205624"/>
                  </a:lnTo>
                  <a:lnTo>
                    <a:pt x="449382" y="204124"/>
                  </a:lnTo>
                  <a:lnTo>
                    <a:pt x="450154" y="203763"/>
                  </a:lnTo>
                  <a:lnTo>
                    <a:pt x="450863" y="203574"/>
                  </a:lnTo>
                  <a:lnTo>
                    <a:pt x="454805" y="201503"/>
                  </a:lnTo>
                  <a:lnTo>
                    <a:pt x="454310" y="199949"/>
                  </a:lnTo>
                  <a:lnTo>
                    <a:pt x="454660" y="199271"/>
                  </a:lnTo>
                  <a:lnTo>
                    <a:pt x="455542" y="198172"/>
                  </a:lnTo>
                  <a:lnTo>
                    <a:pt x="456116" y="197628"/>
                  </a:lnTo>
                  <a:lnTo>
                    <a:pt x="455803" y="197429"/>
                  </a:lnTo>
                  <a:lnTo>
                    <a:pt x="453221" y="197791"/>
                  </a:lnTo>
                  <a:lnTo>
                    <a:pt x="451737" y="197764"/>
                  </a:lnTo>
                  <a:lnTo>
                    <a:pt x="450979" y="197653"/>
                  </a:lnTo>
                  <a:lnTo>
                    <a:pt x="451209" y="196712"/>
                  </a:lnTo>
                  <a:lnTo>
                    <a:pt x="451081" y="195774"/>
                  </a:lnTo>
                  <a:lnTo>
                    <a:pt x="450903" y="195422"/>
                  </a:lnTo>
                  <a:lnTo>
                    <a:pt x="452218" y="194354"/>
                  </a:lnTo>
                  <a:lnTo>
                    <a:pt x="452815" y="194091"/>
                  </a:lnTo>
                  <a:lnTo>
                    <a:pt x="453269" y="194107"/>
                  </a:lnTo>
                  <a:lnTo>
                    <a:pt x="453238" y="193462"/>
                  </a:lnTo>
                  <a:lnTo>
                    <a:pt x="452859" y="192490"/>
                  </a:lnTo>
                  <a:lnTo>
                    <a:pt x="453267" y="191236"/>
                  </a:lnTo>
                  <a:lnTo>
                    <a:pt x="455950" y="189761"/>
                  </a:lnTo>
                  <a:lnTo>
                    <a:pt x="456593" y="188425"/>
                  </a:lnTo>
                  <a:lnTo>
                    <a:pt x="457671" y="187177"/>
                  </a:lnTo>
                  <a:lnTo>
                    <a:pt x="459639" y="184075"/>
                  </a:lnTo>
                  <a:lnTo>
                    <a:pt x="459757" y="183548"/>
                  </a:lnTo>
                  <a:lnTo>
                    <a:pt x="460330" y="182095"/>
                  </a:lnTo>
                  <a:lnTo>
                    <a:pt x="460435" y="181514"/>
                  </a:lnTo>
                  <a:lnTo>
                    <a:pt x="459524" y="180665"/>
                  </a:lnTo>
                  <a:lnTo>
                    <a:pt x="459162" y="179473"/>
                  </a:lnTo>
                  <a:lnTo>
                    <a:pt x="456497" y="177326"/>
                  </a:lnTo>
                  <a:lnTo>
                    <a:pt x="456271" y="175483"/>
                  </a:lnTo>
                  <a:lnTo>
                    <a:pt x="456022" y="175563"/>
                  </a:lnTo>
                  <a:lnTo>
                    <a:pt x="455616" y="176855"/>
                  </a:lnTo>
                  <a:lnTo>
                    <a:pt x="455272" y="177270"/>
                  </a:lnTo>
                  <a:lnTo>
                    <a:pt x="454039" y="177308"/>
                  </a:lnTo>
                  <a:lnTo>
                    <a:pt x="453454" y="176819"/>
                  </a:lnTo>
                  <a:lnTo>
                    <a:pt x="450023" y="176501"/>
                  </a:lnTo>
                  <a:lnTo>
                    <a:pt x="449185" y="177333"/>
                  </a:lnTo>
                  <a:lnTo>
                    <a:pt x="448400" y="178623"/>
                  </a:lnTo>
                  <a:lnTo>
                    <a:pt x="447637" y="179544"/>
                  </a:lnTo>
                  <a:lnTo>
                    <a:pt x="446871" y="180016"/>
                  </a:lnTo>
                  <a:lnTo>
                    <a:pt x="446203" y="180855"/>
                  </a:lnTo>
                  <a:lnTo>
                    <a:pt x="443444" y="185850"/>
                  </a:lnTo>
                  <a:lnTo>
                    <a:pt x="442402" y="186228"/>
                  </a:lnTo>
                  <a:lnTo>
                    <a:pt x="437496" y="189247"/>
                  </a:lnTo>
                  <a:lnTo>
                    <a:pt x="435043" y="190430"/>
                  </a:lnTo>
                  <a:lnTo>
                    <a:pt x="433151" y="192524"/>
                  </a:lnTo>
                  <a:lnTo>
                    <a:pt x="432501" y="193791"/>
                  </a:lnTo>
                  <a:lnTo>
                    <a:pt x="431923" y="195196"/>
                  </a:lnTo>
                  <a:lnTo>
                    <a:pt x="431576" y="197328"/>
                  </a:lnTo>
                  <a:lnTo>
                    <a:pt x="429831" y="199918"/>
                  </a:lnTo>
                  <a:lnTo>
                    <a:pt x="429233" y="200473"/>
                  </a:lnTo>
                  <a:lnTo>
                    <a:pt x="428621" y="200698"/>
                  </a:lnTo>
                  <a:lnTo>
                    <a:pt x="427809" y="200619"/>
                  </a:lnTo>
                  <a:lnTo>
                    <a:pt x="427109" y="200781"/>
                  </a:lnTo>
                  <a:lnTo>
                    <a:pt x="425916" y="200553"/>
                  </a:lnTo>
                  <a:lnTo>
                    <a:pt x="424455" y="201373"/>
                  </a:lnTo>
                  <a:lnTo>
                    <a:pt x="422808" y="202084"/>
                  </a:lnTo>
                  <a:lnTo>
                    <a:pt x="421389" y="200299"/>
                  </a:lnTo>
                  <a:lnTo>
                    <a:pt x="420377" y="199857"/>
                  </a:lnTo>
                  <a:lnTo>
                    <a:pt x="418720" y="200352"/>
                  </a:lnTo>
                  <a:lnTo>
                    <a:pt x="417953" y="201144"/>
                  </a:lnTo>
                  <a:lnTo>
                    <a:pt x="416364" y="205071"/>
                  </a:lnTo>
                  <a:lnTo>
                    <a:pt x="415769" y="207323"/>
                  </a:lnTo>
                  <a:lnTo>
                    <a:pt x="415807" y="208248"/>
                  </a:lnTo>
                  <a:lnTo>
                    <a:pt x="416736" y="211050"/>
                  </a:lnTo>
                  <a:lnTo>
                    <a:pt x="417783" y="212620"/>
                  </a:lnTo>
                  <a:lnTo>
                    <a:pt x="420131" y="214409"/>
                  </a:lnTo>
                  <a:lnTo>
                    <a:pt x="425130" y="215643"/>
                  </a:lnTo>
                  <a:lnTo>
                    <a:pt x="426301" y="215205"/>
                  </a:lnTo>
                  <a:lnTo>
                    <a:pt x="427559" y="215201"/>
                  </a:lnTo>
                  <a:lnTo>
                    <a:pt x="428883" y="216371"/>
                  </a:lnTo>
                  <a:lnTo>
                    <a:pt x="429711" y="218306"/>
                  </a:lnTo>
                  <a:lnTo>
                    <a:pt x="429788" y="219629"/>
                  </a:lnTo>
                  <a:lnTo>
                    <a:pt x="429815" y="220085"/>
                  </a:lnTo>
                  <a:lnTo>
                    <a:pt x="430116" y="220474"/>
                  </a:lnTo>
                  <a:lnTo>
                    <a:pt x="430294" y="221141"/>
                  </a:lnTo>
                  <a:lnTo>
                    <a:pt x="429768" y="221695"/>
                  </a:lnTo>
                  <a:lnTo>
                    <a:pt x="429364" y="221970"/>
                  </a:lnTo>
                  <a:lnTo>
                    <a:pt x="429024" y="224024"/>
                  </a:lnTo>
                  <a:lnTo>
                    <a:pt x="429003" y="226296"/>
                  </a:lnTo>
                  <a:lnTo>
                    <a:pt x="429433" y="227050"/>
                  </a:lnTo>
                  <a:lnTo>
                    <a:pt x="430509" y="228109"/>
                  </a:lnTo>
                  <a:lnTo>
                    <a:pt x="432170" y="228986"/>
                  </a:lnTo>
                  <a:lnTo>
                    <a:pt x="433707" y="229175"/>
                  </a:lnTo>
                  <a:lnTo>
                    <a:pt x="436646" y="228752"/>
                  </a:lnTo>
                  <a:lnTo>
                    <a:pt x="437847" y="227381"/>
                  </a:lnTo>
                  <a:lnTo>
                    <a:pt x="437776" y="226789"/>
                  </a:lnTo>
                  <a:lnTo>
                    <a:pt x="437804" y="226022"/>
                  </a:lnTo>
                  <a:lnTo>
                    <a:pt x="440386" y="224011"/>
                  </a:lnTo>
                  <a:lnTo>
                    <a:pt x="441859" y="222230"/>
                  </a:lnTo>
                  <a:lnTo>
                    <a:pt x="441628" y="221759"/>
                  </a:lnTo>
                  <a:lnTo>
                    <a:pt x="441345" y="221445"/>
                  </a:lnTo>
                  <a:lnTo>
                    <a:pt x="441605" y="221262"/>
                  </a:lnTo>
                  <a:lnTo>
                    <a:pt x="442413" y="221137"/>
                  </a:lnTo>
                  <a:lnTo>
                    <a:pt x="446007" y="219284"/>
                  </a:lnTo>
                  <a:lnTo>
                    <a:pt x="448836" y="220800"/>
                  </a:lnTo>
                  <a:lnTo>
                    <a:pt x="450449" y="222544"/>
                  </a:lnTo>
                  <a:lnTo>
                    <a:pt x="452044" y="222840"/>
                  </a:lnTo>
                  <a:lnTo>
                    <a:pt x="453153" y="223732"/>
                  </a:lnTo>
                  <a:lnTo>
                    <a:pt x="454430" y="224494"/>
                  </a:lnTo>
                  <a:lnTo>
                    <a:pt x="456096" y="224546"/>
                  </a:lnTo>
                  <a:lnTo>
                    <a:pt x="457501" y="224704"/>
                  </a:lnTo>
                  <a:lnTo>
                    <a:pt x="457929" y="224001"/>
                  </a:lnTo>
                  <a:lnTo>
                    <a:pt x="458369" y="223538"/>
                  </a:lnTo>
                  <a:lnTo>
                    <a:pt x="458870" y="223630"/>
                  </a:lnTo>
                  <a:lnTo>
                    <a:pt x="459433" y="224553"/>
                  </a:lnTo>
                  <a:lnTo>
                    <a:pt x="461028" y="225262"/>
                  </a:lnTo>
                  <a:lnTo>
                    <a:pt x="462500" y="225225"/>
                  </a:lnTo>
                  <a:lnTo>
                    <a:pt x="463532" y="224968"/>
                  </a:lnTo>
                  <a:lnTo>
                    <a:pt x="464143" y="225297"/>
                  </a:lnTo>
                  <a:lnTo>
                    <a:pt x="463258" y="226481"/>
                  </a:lnTo>
                  <a:lnTo>
                    <a:pt x="463390" y="228389"/>
                  </a:lnTo>
                  <a:lnTo>
                    <a:pt x="462710" y="228993"/>
                  </a:lnTo>
                  <a:lnTo>
                    <a:pt x="462059" y="229965"/>
                  </a:lnTo>
                  <a:lnTo>
                    <a:pt x="462444" y="230605"/>
                  </a:lnTo>
                  <a:lnTo>
                    <a:pt x="462785" y="230878"/>
                  </a:lnTo>
                  <a:lnTo>
                    <a:pt x="462750" y="231657"/>
                  </a:lnTo>
                  <a:lnTo>
                    <a:pt x="462157" y="232099"/>
                  </a:lnTo>
                  <a:lnTo>
                    <a:pt x="461058" y="233255"/>
                  </a:lnTo>
                  <a:lnTo>
                    <a:pt x="460428" y="233233"/>
                  </a:lnTo>
                  <a:lnTo>
                    <a:pt x="460125" y="233009"/>
                  </a:lnTo>
                  <a:lnTo>
                    <a:pt x="459912" y="232595"/>
                  </a:lnTo>
                  <a:lnTo>
                    <a:pt x="459756" y="231931"/>
                  </a:lnTo>
                  <a:lnTo>
                    <a:pt x="459370" y="231492"/>
                  </a:lnTo>
                  <a:lnTo>
                    <a:pt x="458302" y="231323"/>
                  </a:lnTo>
                  <a:lnTo>
                    <a:pt x="457197" y="231480"/>
                  </a:lnTo>
                  <a:lnTo>
                    <a:pt x="454708" y="233197"/>
                  </a:lnTo>
                  <a:lnTo>
                    <a:pt x="452280" y="234564"/>
                  </a:lnTo>
                  <a:lnTo>
                    <a:pt x="449735" y="235651"/>
                  </a:lnTo>
                  <a:lnTo>
                    <a:pt x="448881" y="236336"/>
                  </a:lnTo>
                  <a:lnTo>
                    <a:pt x="448277" y="236523"/>
                  </a:lnTo>
                  <a:lnTo>
                    <a:pt x="447223" y="236004"/>
                  </a:lnTo>
                  <a:lnTo>
                    <a:pt x="446583" y="236037"/>
                  </a:lnTo>
                  <a:lnTo>
                    <a:pt x="446449" y="236394"/>
                  </a:lnTo>
                  <a:lnTo>
                    <a:pt x="447262" y="237346"/>
                  </a:lnTo>
                  <a:lnTo>
                    <a:pt x="447473" y="238094"/>
                  </a:lnTo>
                  <a:lnTo>
                    <a:pt x="447387" y="238668"/>
                  </a:lnTo>
                  <a:lnTo>
                    <a:pt x="446926" y="238920"/>
                  </a:lnTo>
                  <a:lnTo>
                    <a:pt x="446255" y="238499"/>
                  </a:lnTo>
                  <a:lnTo>
                    <a:pt x="445643" y="239099"/>
                  </a:lnTo>
                  <a:lnTo>
                    <a:pt x="445366" y="240111"/>
                  </a:lnTo>
                  <a:lnTo>
                    <a:pt x="445354" y="242515"/>
                  </a:lnTo>
                  <a:lnTo>
                    <a:pt x="444946" y="243051"/>
                  </a:lnTo>
                  <a:lnTo>
                    <a:pt x="443825" y="243347"/>
                  </a:lnTo>
                  <a:lnTo>
                    <a:pt x="442630" y="244112"/>
                  </a:lnTo>
                  <a:lnTo>
                    <a:pt x="442206" y="243758"/>
                  </a:lnTo>
                  <a:lnTo>
                    <a:pt x="442036" y="243327"/>
                  </a:lnTo>
                  <a:lnTo>
                    <a:pt x="442161" y="242221"/>
                  </a:lnTo>
                  <a:lnTo>
                    <a:pt x="442012" y="241681"/>
                  </a:lnTo>
                  <a:lnTo>
                    <a:pt x="441467" y="241708"/>
                  </a:lnTo>
                  <a:lnTo>
                    <a:pt x="440646" y="242039"/>
                  </a:lnTo>
                  <a:lnTo>
                    <a:pt x="440018" y="242767"/>
                  </a:lnTo>
                  <a:lnTo>
                    <a:pt x="439802" y="243205"/>
                  </a:lnTo>
                  <a:lnTo>
                    <a:pt x="440628" y="244619"/>
                  </a:lnTo>
                  <a:lnTo>
                    <a:pt x="441416" y="244762"/>
                  </a:lnTo>
                  <a:lnTo>
                    <a:pt x="441606" y="245080"/>
                  </a:lnTo>
                  <a:lnTo>
                    <a:pt x="440984" y="245771"/>
                  </a:lnTo>
                  <a:lnTo>
                    <a:pt x="439429" y="246800"/>
                  </a:lnTo>
                  <a:lnTo>
                    <a:pt x="439171" y="247662"/>
                  </a:lnTo>
                  <a:lnTo>
                    <a:pt x="438710" y="248486"/>
                  </a:lnTo>
                  <a:lnTo>
                    <a:pt x="438076" y="249142"/>
                  </a:lnTo>
                  <a:lnTo>
                    <a:pt x="437646" y="249833"/>
                  </a:lnTo>
                  <a:lnTo>
                    <a:pt x="437119" y="250195"/>
                  </a:lnTo>
                  <a:lnTo>
                    <a:pt x="436260" y="250600"/>
                  </a:lnTo>
                  <a:lnTo>
                    <a:pt x="435207" y="252257"/>
                  </a:lnTo>
                  <a:lnTo>
                    <a:pt x="434432" y="253809"/>
                  </a:lnTo>
                  <a:lnTo>
                    <a:pt x="433516" y="254607"/>
                  </a:lnTo>
                  <a:lnTo>
                    <a:pt x="432789" y="257223"/>
                  </a:lnTo>
                  <a:lnTo>
                    <a:pt x="431493" y="258647"/>
                  </a:lnTo>
                  <a:lnTo>
                    <a:pt x="431015" y="260919"/>
                  </a:lnTo>
                  <a:lnTo>
                    <a:pt x="431352" y="262320"/>
                  </a:lnTo>
                  <a:lnTo>
                    <a:pt x="432775" y="262306"/>
                  </a:lnTo>
                  <a:lnTo>
                    <a:pt x="433488" y="262798"/>
                  </a:lnTo>
                  <a:lnTo>
                    <a:pt x="434966" y="264638"/>
                  </a:lnTo>
                  <a:lnTo>
                    <a:pt x="436733" y="265838"/>
                  </a:lnTo>
                  <a:lnTo>
                    <a:pt x="438568" y="266513"/>
                  </a:lnTo>
                  <a:lnTo>
                    <a:pt x="440818" y="268216"/>
                  </a:lnTo>
                  <a:lnTo>
                    <a:pt x="441435" y="268937"/>
                  </a:lnTo>
                  <a:lnTo>
                    <a:pt x="441964" y="270402"/>
                  </a:lnTo>
                  <a:lnTo>
                    <a:pt x="442939" y="274624"/>
                  </a:lnTo>
                  <a:lnTo>
                    <a:pt x="443640" y="276714"/>
                  </a:lnTo>
                  <a:lnTo>
                    <a:pt x="443687" y="277805"/>
                  </a:lnTo>
                  <a:lnTo>
                    <a:pt x="444736" y="279865"/>
                  </a:lnTo>
                  <a:lnTo>
                    <a:pt x="445860" y="283406"/>
                  </a:lnTo>
                  <a:lnTo>
                    <a:pt x="447153" y="286477"/>
                  </a:lnTo>
                  <a:lnTo>
                    <a:pt x="447401" y="288894"/>
                  </a:lnTo>
                  <a:lnTo>
                    <a:pt x="446982" y="289997"/>
                  </a:lnTo>
                  <a:lnTo>
                    <a:pt x="446984" y="291430"/>
                  </a:lnTo>
                  <a:lnTo>
                    <a:pt x="448277" y="292746"/>
                  </a:lnTo>
                  <a:lnTo>
                    <a:pt x="451148" y="294276"/>
                  </a:lnTo>
                  <a:lnTo>
                    <a:pt x="451605" y="294726"/>
                  </a:lnTo>
                  <a:lnTo>
                    <a:pt x="452166" y="295467"/>
                  </a:lnTo>
                  <a:lnTo>
                    <a:pt x="452194" y="297778"/>
                  </a:lnTo>
                  <a:lnTo>
                    <a:pt x="452637" y="298516"/>
                  </a:lnTo>
                  <a:lnTo>
                    <a:pt x="453013" y="298966"/>
                  </a:lnTo>
                  <a:lnTo>
                    <a:pt x="454751" y="299943"/>
                  </a:lnTo>
                  <a:lnTo>
                    <a:pt x="455478" y="300754"/>
                  </a:lnTo>
                  <a:lnTo>
                    <a:pt x="456248" y="302053"/>
                  </a:lnTo>
                  <a:lnTo>
                    <a:pt x="456474" y="303215"/>
                  </a:lnTo>
                  <a:lnTo>
                    <a:pt x="456568" y="304789"/>
                  </a:lnTo>
                  <a:lnTo>
                    <a:pt x="455596" y="304846"/>
                  </a:lnTo>
                  <a:lnTo>
                    <a:pt x="454814" y="304669"/>
                  </a:lnTo>
                  <a:lnTo>
                    <a:pt x="451702" y="302624"/>
                  </a:lnTo>
                  <a:lnTo>
                    <a:pt x="450893" y="302570"/>
                  </a:lnTo>
                  <a:lnTo>
                    <a:pt x="449752" y="302854"/>
                  </a:lnTo>
                  <a:lnTo>
                    <a:pt x="448122" y="302476"/>
                  </a:lnTo>
                  <a:lnTo>
                    <a:pt x="446402" y="300212"/>
                  </a:lnTo>
                  <a:lnTo>
                    <a:pt x="445161" y="299524"/>
                  </a:lnTo>
                  <a:lnTo>
                    <a:pt x="443832" y="299178"/>
                  </a:lnTo>
                  <a:lnTo>
                    <a:pt x="440653" y="301127"/>
                  </a:lnTo>
                  <a:lnTo>
                    <a:pt x="439846" y="300990"/>
                  </a:lnTo>
                  <a:lnTo>
                    <a:pt x="439611" y="301209"/>
                  </a:lnTo>
                  <a:lnTo>
                    <a:pt x="439252" y="301543"/>
                  </a:lnTo>
                  <a:lnTo>
                    <a:pt x="440724" y="301961"/>
                  </a:lnTo>
                  <a:lnTo>
                    <a:pt x="442199" y="301323"/>
                  </a:lnTo>
                  <a:lnTo>
                    <a:pt x="443615" y="300378"/>
                  </a:lnTo>
                  <a:lnTo>
                    <a:pt x="445681" y="300881"/>
                  </a:lnTo>
                  <a:lnTo>
                    <a:pt x="446028" y="301731"/>
                  </a:lnTo>
                  <a:lnTo>
                    <a:pt x="446365" y="303168"/>
                  </a:lnTo>
                  <a:lnTo>
                    <a:pt x="447781" y="304139"/>
                  </a:lnTo>
                  <a:lnTo>
                    <a:pt x="448896" y="304568"/>
                  </a:lnTo>
                  <a:lnTo>
                    <a:pt x="450311" y="305842"/>
                  </a:lnTo>
                  <a:lnTo>
                    <a:pt x="451693" y="307833"/>
                  </a:lnTo>
                  <a:lnTo>
                    <a:pt x="454623" y="310143"/>
                  </a:lnTo>
                  <a:lnTo>
                    <a:pt x="455808" y="312330"/>
                  </a:lnTo>
                  <a:lnTo>
                    <a:pt x="456267" y="313743"/>
                  </a:lnTo>
                  <a:lnTo>
                    <a:pt x="456678" y="315760"/>
                  </a:lnTo>
                  <a:lnTo>
                    <a:pt x="455652" y="316411"/>
                  </a:lnTo>
                  <a:lnTo>
                    <a:pt x="454760" y="316503"/>
                  </a:lnTo>
                  <a:lnTo>
                    <a:pt x="453363" y="316821"/>
                  </a:lnTo>
                  <a:lnTo>
                    <a:pt x="452336" y="317534"/>
                  </a:lnTo>
                  <a:lnTo>
                    <a:pt x="451305" y="318791"/>
                  </a:lnTo>
                  <a:lnTo>
                    <a:pt x="448350" y="320764"/>
                  </a:lnTo>
                  <a:lnTo>
                    <a:pt x="447788" y="321999"/>
                  </a:lnTo>
                  <a:lnTo>
                    <a:pt x="447402" y="323074"/>
                  </a:lnTo>
                  <a:lnTo>
                    <a:pt x="446683" y="323604"/>
                  </a:lnTo>
                  <a:lnTo>
                    <a:pt x="444872" y="323099"/>
                  </a:lnTo>
                  <a:lnTo>
                    <a:pt x="443167" y="323141"/>
                  </a:lnTo>
                  <a:lnTo>
                    <a:pt x="441234" y="324595"/>
                  </a:lnTo>
                  <a:lnTo>
                    <a:pt x="440753" y="325185"/>
                  </a:lnTo>
                  <a:lnTo>
                    <a:pt x="441074" y="325069"/>
                  </a:lnTo>
                  <a:lnTo>
                    <a:pt x="441377" y="324882"/>
                  </a:lnTo>
                  <a:lnTo>
                    <a:pt x="442247" y="325099"/>
                  </a:lnTo>
                  <a:lnTo>
                    <a:pt x="443590" y="324323"/>
                  </a:lnTo>
                  <a:lnTo>
                    <a:pt x="444904" y="326693"/>
                  </a:lnTo>
                  <a:lnTo>
                    <a:pt x="447469" y="326310"/>
                  </a:lnTo>
                  <a:lnTo>
                    <a:pt x="449880" y="324341"/>
                  </a:lnTo>
                  <a:lnTo>
                    <a:pt x="450813" y="324309"/>
                  </a:lnTo>
                  <a:lnTo>
                    <a:pt x="451595" y="324612"/>
                  </a:lnTo>
                  <a:lnTo>
                    <a:pt x="452466" y="325389"/>
                  </a:lnTo>
                  <a:lnTo>
                    <a:pt x="454786" y="328842"/>
                  </a:lnTo>
                  <a:lnTo>
                    <a:pt x="456057" y="329218"/>
                  </a:lnTo>
                  <a:lnTo>
                    <a:pt x="457307" y="330028"/>
                  </a:lnTo>
                  <a:lnTo>
                    <a:pt x="457997" y="330117"/>
                  </a:lnTo>
                  <a:lnTo>
                    <a:pt x="458618" y="330359"/>
                  </a:lnTo>
                  <a:lnTo>
                    <a:pt x="456942" y="331623"/>
                  </a:lnTo>
                  <a:lnTo>
                    <a:pt x="454773" y="334356"/>
                  </a:lnTo>
                  <a:lnTo>
                    <a:pt x="453809" y="335008"/>
                  </a:lnTo>
                  <a:lnTo>
                    <a:pt x="453162" y="335739"/>
                  </a:lnTo>
                  <a:lnTo>
                    <a:pt x="454904" y="335371"/>
                  </a:lnTo>
                  <a:lnTo>
                    <a:pt x="456148" y="334065"/>
                  </a:lnTo>
                  <a:lnTo>
                    <a:pt x="456773" y="333742"/>
                  </a:lnTo>
                  <a:lnTo>
                    <a:pt x="457277" y="334047"/>
                  </a:lnTo>
                  <a:lnTo>
                    <a:pt x="457534" y="335655"/>
                  </a:lnTo>
                  <a:lnTo>
                    <a:pt x="457055" y="340615"/>
                  </a:lnTo>
                  <a:lnTo>
                    <a:pt x="456447" y="340700"/>
                  </a:lnTo>
                  <a:lnTo>
                    <a:pt x="455854" y="339350"/>
                  </a:lnTo>
                  <a:lnTo>
                    <a:pt x="455160" y="338923"/>
                  </a:lnTo>
                  <a:lnTo>
                    <a:pt x="454578" y="339205"/>
                  </a:lnTo>
                  <a:lnTo>
                    <a:pt x="453422" y="339197"/>
                  </a:lnTo>
                  <a:lnTo>
                    <a:pt x="452981" y="339804"/>
                  </a:lnTo>
                  <a:lnTo>
                    <a:pt x="452608" y="340666"/>
                  </a:lnTo>
                  <a:lnTo>
                    <a:pt x="453300" y="340846"/>
                  </a:lnTo>
                  <a:lnTo>
                    <a:pt x="454663" y="342350"/>
                  </a:lnTo>
                  <a:lnTo>
                    <a:pt x="454803" y="343152"/>
                  </a:lnTo>
                  <a:lnTo>
                    <a:pt x="454437" y="343671"/>
                  </a:lnTo>
                  <a:lnTo>
                    <a:pt x="453482" y="343448"/>
                  </a:lnTo>
                  <a:lnTo>
                    <a:pt x="454640" y="344571"/>
                  </a:lnTo>
                  <a:lnTo>
                    <a:pt x="454333" y="345735"/>
                  </a:lnTo>
                  <a:lnTo>
                    <a:pt x="453957" y="346197"/>
                  </a:lnTo>
                  <a:lnTo>
                    <a:pt x="453284" y="346492"/>
                  </a:lnTo>
                  <a:lnTo>
                    <a:pt x="452868" y="347500"/>
                  </a:lnTo>
                  <a:lnTo>
                    <a:pt x="453463" y="349178"/>
                  </a:lnTo>
                  <a:lnTo>
                    <a:pt x="454068" y="351333"/>
                  </a:lnTo>
                  <a:lnTo>
                    <a:pt x="454143" y="352371"/>
                  </a:lnTo>
                  <a:lnTo>
                    <a:pt x="453197" y="351923"/>
                  </a:lnTo>
                  <a:lnTo>
                    <a:pt x="451727" y="353240"/>
                  </a:lnTo>
                  <a:lnTo>
                    <a:pt x="450948" y="353348"/>
                  </a:lnTo>
                  <a:lnTo>
                    <a:pt x="450424" y="351617"/>
                  </a:lnTo>
                  <a:lnTo>
                    <a:pt x="449751" y="351890"/>
                  </a:lnTo>
                  <a:lnTo>
                    <a:pt x="449304" y="352394"/>
                  </a:lnTo>
                  <a:lnTo>
                    <a:pt x="448708" y="354252"/>
                  </a:lnTo>
                  <a:lnTo>
                    <a:pt x="447981" y="355930"/>
                  </a:lnTo>
                  <a:lnTo>
                    <a:pt x="447355" y="356392"/>
                  </a:lnTo>
                  <a:lnTo>
                    <a:pt x="446603" y="356260"/>
                  </a:lnTo>
                  <a:lnTo>
                    <a:pt x="445985" y="356307"/>
                  </a:lnTo>
                  <a:lnTo>
                    <a:pt x="446135" y="356761"/>
                  </a:lnTo>
                  <a:lnTo>
                    <a:pt x="446793" y="357314"/>
                  </a:lnTo>
                  <a:lnTo>
                    <a:pt x="446793" y="357960"/>
                  </a:lnTo>
                  <a:lnTo>
                    <a:pt x="445394" y="360009"/>
                  </a:lnTo>
                  <a:lnTo>
                    <a:pt x="445168" y="360799"/>
                  </a:lnTo>
                  <a:lnTo>
                    <a:pt x="445201" y="361475"/>
                  </a:lnTo>
                  <a:lnTo>
                    <a:pt x="444470" y="362294"/>
                  </a:lnTo>
                  <a:lnTo>
                    <a:pt x="444863" y="363669"/>
                  </a:lnTo>
                  <a:lnTo>
                    <a:pt x="444659" y="364642"/>
                  </a:lnTo>
                  <a:lnTo>
                    <a:pt x="444019" y="365954"/>
                  </a:lnTo>
                  <a:lnTo>
                    <a:pt x="443345" y="366820"/>
                  </a:lnTo>
                  <a:lnTo>
                    <a:pt x="442550" y="368225"/>
                  </a:lnTo>
                  <a:lnTo>
                    <a:pt x="441548" y="369040"/>
                  </a:lnTo>
                  <a:lnTo>
                    <a:pt x="440223" y="371982"/>
                  </a:lnTo>
                  <a:lnTo>
                    <a:pt x="439834" y="373453"/>
                  </a:lnTo>
                  <a:lnTo>
                    <a:pt x="439732" y="374975"/>
                  </a:lnTo>
                  <a:lnTo>
                    <a:pt x="439318" y="375501"/>
                  </a:lnTo>
                  <a:lnTo>
                    <a:pt x="438607" y="376163"/>
                  </a:lnTo>
                  <a:lnTo>
                    <a:pt x="437797" y="375827"/>
                  </a:lnTo>
                  <a:lnTo>
                    <a:pt x="437771" y="374815"/>
                  </a:lnTo>
                  <a:lnTo>
                    <a:pt x="437420" y="374727"/>
                  </a:lnTo>
                  <a:lnTo>
                    <a:pt x="437221" y="374063"/>
                  </a:lnTo>
                  <a:lnTo>
                    <a:pt x="437163" y="373217"/>
                  </a:lnTo>
                  <a:lnTo>
                    <a:pt x="437249" y="372537"/>
                  </a:lnTo>
                  <a:lnTo>
                    <a:pt x="436912" y="372744"/>
                  </a:lnTo>
                  <a:lnTo>
                    <a:pt x="436704" y="373536"/>
                  </a:lnTo>
                  <a:lnTo>
                    <a:pt x="436172" y="374179"/>
                  </a:lnTo>
                  <a:lnTo>
                    <a:pt x="435615" y="373919"/>
                  </a:lnTo>
                  <a:lnTo>
                    <a:pt x="435015" y="373393"/>
                  </a:lnTo>
                  <a:lnTo>
                    <a:pt x="435032" y="374153"/>
                  </a:lnTo>
                  <a:lnTo>
                    <a:pt x="435351" y="374915"/>
                  </a:lnTo>
                  <a:lnTo>
                    <a:pt x="435488" y="375678"/>
                  </a:lnTo>
                  <a:lnTo>
                    <a:pt x="436319" y="375842"/>
                  </a:lnTo>
                  <a:lnTo>
                    <a:pt x="436875" y="376718"/>
                  </a:lnTo>
                  <a:lnTo>
                    <a:pt x="437314" y="378063"/>
                  </a:lnTo>
                  <a:lnTo>
                    <a:pt x="437401" y="378565"/>
                  </a:lnTo>
                  <a:lnTo>
                    <a:pt x="437743" y="379168"/>
                  </a:lnTo>
                  <a:lnTo>
                    <a:pt x="437786" y="379681"/>
                  </a:lnTo>
                  <a:lnTo>
                    <a:pt x="436994" y="380155"/>
                  </a:lnTo>
                  <a:lnTo>
                    <a:pt x="436004" y="381044"/>
                  </a:lnTo>
                  <a:lnTo>
                    <a:pt x="434816" y="382566"/>
                  </a:lnTo>
                  <a:lnTo>
                    <a:pt x="433832" y="383579"/>
                  </a:lnTo>
                  <a:lnTo>
                    <a:pt x="432949" y="383588"/>
                  </a:lnTo>
                  <a:lnTo>
                    <a:pt x="432413" y="383469"/>
                  </a:lnTo>
                  <a:lnTo>
                    <a:pt x="431647" y="382886"/>
                  </a:lnTo>
                  <a:lnTo>
                    <a:pt x="430770" y="382643"/>
                  </a:lnTo>
                  <a:lnTo>
                    <a:pt x="431946" y="384693"/>
                  </a:lnTo>
                  <a:lnTo>
                    <a:pt x="432592" y="385057"/>
                  </a:lnTo>
                  <a:lnTo>
                    <a:pt x="433403" y="384979"/>
                  </a:lnTo>
                  <a:lnTo>
                    <a:pt x="434189" y="384214"/>
                  </a:lnTo>
                  <a:lnTo>
                    <a:pt x="435305" y="384292"/>
                  </a:lnTo>
                  <a:lnTo>
                    <a:pt x="435584" y="385476"/>
                  </a:lnTo>
                  <a:lnTo>
                    <a:pt x="435287" y="386812"/>
                  </a:lnTo>
                  <a:lnTo>
                    <a:pt x="434681" y="388545"/>
                  </a:lnTo>
                  <a:lnTo>
                    <a:pt x="434554" y="390043"/>
                  </a:lnTo>
                  <a:lnTo>
                    <a:pt x="435308" y="392188"/>
                  </a:lnTo>
                  <a:lnTo>
                    <a:pt x="435340" y="392834"/>
                  </a:lnTo>
                  <a:lnTo>
                    <a:pt x="435059" y="393157"/>
                  </a:lnTo>
                  <a:lnTo>
                    <a:pt x="434174" y="392590"/>
                  </a:lnTo>
                  <a:lnTo>
                    <a:pt x="433441" y="391879"/>
                  </a:lnTo>
                  <a:lnTo>
                    <a:pt x="432703" y="392065"/>
                  </a:lnTo>
                  <a:lnTo>
                    <a:pt x="431940" y="391762"/>
                  </a:lnTo>
                  <a:lnTo>
                    <a:pt x="431154" y="392016"/>
                  </a:lnTo>
                  <a:lnTo>
                    <a:pt x="430835" y="392511"/>
                  </a:lnTo>
                  <a:lnTo>
                    <a:pt x="431053" y="393328"/>
                  </a:lnTo>
                  <a:lnTo>
                    <a:pt x="431755" y="394007"/>
                  </a:lnTo>
                  <a:lnTo>
                    <a:pt x="432152" y="395051"/>
                  </a:lnTo>
                  <a:lnTo>
                    <a:pt x="431679" y="395417"/>
                  </a:lnTo>
                  <a:lnTo>
                    <a:pt x="429684" y="395173"/>
                  </a:lnTo>
                  <a:lnTo>
                    <a:pt x="429238" y="395371"/>
                  </a:lnTo>
                  <a:lnTo>
                    <a:pt x="428641" y="396521"/>
                  </a:lnTo>
                  <a:lnTo>
                    <a:pt x="429031" y="398223"/>
                  </a:lnTo>
                  <a:lnTo>
                    <a:pt x="428591" y="399281"/>
                  </a:lnTo>
                  <a:lnTo>
                    <a:pt x="427767" y="399529"/>
                  </a:lnTo>
                  <a:lnTo>
                    <a:pt x="426684" y="400385"/>
                  </a:lnTo>
                  <a:lnTo>
                    <a:pt x="426016" y="400584"/>
                  </a:lnTo>
                  <a:lnTo>
                    <a:pt x="426047" y="400953"/>
                  </a:lnTo>
                  <a:lnTo>
                    <a:pt x="426535" y="401326"/>
                  </a:lnTo>
                  <a:lnTo>
                    <a:pt x="426794" y="401831"/>
                  </a:lnTo>
                  <a:lnTo>
                    <a:pt x="426206" y="403570"/>
                  </a:lnTo>
                  <a:lnTo>
                    <a:pt x="425291" y="404143"/>
                  </a:lnTo>
                  <a:lnTo>
                    <a:pt x="423888" y="403859"/>
                  </a:lnTo>
                  <a:lnTo>
                    <a:pt x="422784" y="404249"/>
                  </a:lnTo>
                  <a:lnTo>
                    <a:pt x="421830" y="403509"/>
                  </a:lnTo>
                  <a:lnTo>
                    <a:pt x="420814" y="403492"/>
                  </a:lnTo>
                  <a:lnTo>
                    <a:pt x="420121" y="404428"/>
                  </a:lnTo>
                  <a:lnTo>
                    <a:pt x="420046" y="405515"/>
                  </a:lnTo>
                  <a:lnTo>
                    <a:pt x="419376" y="405623"/>
                  </a:lnTo>
                  <a:lnTo>
                    <a:pt x="419014" y="405545"/>
                  </a:lnTo>
                  <a:lnTo>
                    <a:pt x="418502" y="405622"/>
                  </a:lnTo>
                  <a:lnTo>
                    <a:pt x="418554" y="406206"/>
                  </a:lnTo>
                  <a:lnTo>
                    <a:pt x="418845" y="406716"/>
                  </a:lnTo>
                  <a:lnTo>
                    <a:pt x="420219" y="406942"/>
                  </a:lnTo>
                  <a:lnTo>
                    <a:pt x="420469" y="407675"/>
                  </a:lnTo>
                  <a:lnTo>
                    <a:pt x="420520" y="408805"/>
                  </a:lnTo>
                  <a:lnTo>
                    <a:pt x="419083" y="410753"/>
                  </a:lnTo>
                  <a:lnTo>
                    <a:pt x="418471" y="412066"/>
                  </a:lnTo>
                  <a:lnTo>
                    <a:pt x="417546" y="412031"/>
                  </a:lnTo>
                  <a:lnTo>
                    <a:pt x="416848" y="413085"/>
                  </a:lnTo>
                  <a:lnTo>
                    <a:pt x="416473" y="414515"/>
                  </a:lnTo>
                  <a:lnTo>
                    <a:pt x="416009" y="414232"/>
                  </a:lnTo>
                  <a:lnTo>
                    <a:pt x="414942" y="414461"/>
                  </a:lnTo>
                  <a:lnTo>
                    <a:pt x="414627" y="415143"/>
                  </a:lnTo>
                  <a:lnTo>
                    <a:pt x="414877" y="415425"/>
                  </a:lnTo>
                  <a:lnTo>
                    <a:pt x="414902" y="415917"/>
                  </a:lnTo>
                  <a:lnTo>
                    <a:pt x="414474" y="417524"/>
                  </a:lnTo>
                  <a:lnTo>
                    <a:pt x="414008" y="417975"/>
                  </a:lnTo>
                  <a:lnTo>
                    <a:pt x="413809" y="417318"/>
                  </a:lnTo>
                  <a:lnTo>
                    <a:pt x="413658" y="416299"/>
                  </a:lnTo>
                  <a:lnTo>
                    <a:pt x="413281" y="416222"/>
                  </a:lnTo>
                  <a:lnTo>
                    <a:pt x="412658" y="417161"/>
                  </a:lnTo>
                  <a:lnTo>
                    <a:pt x="411931" y="417834"/>
                  </a:lnTo>
                  <a:lnTo>
                    <a:pt x="411310" y="418113"/>
                  </a:lnTo>
                  <a:lnTo>
                    <a:pt x="410840" y="417490"/>
                  </a:lnTo>
                  <a:lnTo>
                    <a:pt x="409684" y="417166"/>
                  </a:lnTo>
                  <a:lnTo>
                    <a:pt x="409214" y="419866"/>
                  </a:lnTo>
                  <a:lnTo>
                    <a:pt x="408254" y="420850"/>
                  </a:lnTo>
                  <a:lnTo>
                    <a:pt x="407806" y="421157"/>
                  </a:lnTo>
                  <a:lnTo>
                    <a:pt x="407023" y="421250"/>
                  </a:lnTo>
                  <a:lnTo>
                    <a:pt x="407524" y="421619"/>
                  </a:lnTo>
                  <a:lnTo>
                    <a:pt x="407680" y="422311"/>
                  </a:lnTo>
                  <a:lnTo>
                    <a:pt x="407399" y="423003"/>
                  </a:lnTo>
                  <a:lnTo>
                    <a:pt x="406616" y="423141"/>
                  </a:lnTo>
                  <a:lnTo>
                    <a:pt x="406161" y="423679"/>
                  </a:lnTo>
                  <a:lnTo>
                    <a:pt x="405986" y="426094"/>
                  </a:lnTo>
                  <a:lnTo>
                    <a:pt x="405522" y="426940"/>
                  </a:lnTo>
                  <a:lnTo>
                    <a:pt x="404337" y="427008"/>
                  </a:lnTo>
                  <a:lnTo>
                    <a:pt x="403451" y="426446"/>
                  </a:lnTo>
                  <a:lnTo>
                    <a:pt x="403169" y="426889"/>
                  </a:lnTo>
                  <a:lnTo>
                    <a:pt x="403021" y="427320"/>
                  </a:lnTo>
                  <a:lnTo>
                    <a:pt x="402558" y="427755"/>
                  </a:lnTo>
                  <a:lnTo>
                    <a:pt x="401661" y="427872"/>
                  </a:lnTo>
                  <a:lnTo>
                    <a:pt x="399670" y="428953"/>
                  </a:lnTo>
                  <a:lnTo>
                    <a:pt x="398759" y="428641"/>
                  </a:lnTo>
                  <a:lnTo>
                    <a:pt x="397666" y="428230"/>
                  </a:lnTo>
                  <a:lnTo>
                    <a:pt x="396916" y="428630"/>
                  </a:lnTo>
                  <a:lnTo>
                    <a:pt x="396666" y="429461"/>
                  </a:lnTo>
                  <a:lnTo>
                    <a:pt x="396322" y="430107"/>
                  </a:lnTo>
                  <a:lnTo>
                    <a:pt x="395227" y="430107"/>
                  </a:lnTo>
                  <a:lnTo>
                    <a:pt x="394351" y="429310"/>
                  </a:lnTo>
                  <a:lnTo>
                    <a:pt x="393460" y="428734"/>
                  </a:lnTo>
                  <a:lnTo>
                    <a:pt x="392473" y="429230"/>
                  </a:lnTo>
                  <a:lnTo>
                    <a:pt x="391722" y="430245"/>
                  </a:lnTo>
                  <a:lnTo>
                    <a:pt x="390798" y="430584"/>
                  </a:lnTo>
                  <a:lnTo>
                    <a:pt x="390627" y="431214"/>
                  </a:lnTo>
                  <a:lnTo>
                    <a:pt x="390224" y="431530"/>
                  </a:lnTo>
                  <a:lnTo>
                    <a:pt x="389246" y="431398"/>
                  </a:lnTo>
                  <a:lnTo>
                    <a:pt x="388875" y="429830"/>
                  </a:lnTo>
                  <a:lnTo>
                    <a:pt x="388312" y="429599"/>
                  </a:lnTo>
                  <a:lnTo>
                    <a:pt x="387755" y="430392"/>
                  </a:lnTo>
                  <a:lnTo>
                    <a:pt x="387558" y="431011"/>
                  </a:lnTo>
                  <a:lnTo>
                    <a:pt x="387298" y="431477"/>
                  </a:lnTo>
                  <a:lnTo>
                    <a:pt x="387390" y="432756"/>
                  </a:lnTo>
                  <a:lnTo>
                    <a:pt x="386841" y="432782"/>
                  </a:lnTo>
                  <a:lnTo>
                    <a:pt x="386121" y="431998"/>
                  </a:lnTo>
                  <a:lnTo>
                    <a:pt x="385369" y="431859"/>
                  </a:lnTo>
                  <a:lnTo>
                    <a:pt x="384664" y="432588"/>
                  </a:lnTo>
                  <a:lnTo>
                    <a:pt x="384306" y="432407"/>
                  </a:lnTo>
                  <a:lnTo>
                    <a:pt x="383927" y="432253"/>
                  </a:lnTo>
                  <a:lnTo>
                    <a:pt x="383309" y="432253"/>
                  </a:lnTo>
                  <a:lnTo>
                    <a:pt x="383073" y="432444"/>
                  </a:lnTo>
                  <a:lnTo>
                    <a:pt x="382623" y="432560"/>
                  </a:lnTo>
                  <a:lnTo>
                    <a:pt x="382293" y="432993"/>
                  </a:lnTo>
                  <a:lnTo>
                    <a:pt x="381495" y="432726"/>
                  </a:lnTo>
                  <a:lnTo>
                    <a:pt x="380522" y="431664"/>
                  </a:lnTo>
                  <a:lnTo>
                    <a:pt x="379824" y="429901"/>
                  </a:lnTo>
                  <a:lnTo>
                    <a:pt x="378941" y="428952"/>
                  </a:lnTo>
                  <a:lnTo>
                    <a:pt x="378548" y="428118"/>
                  </a:lnTo>
                  <a:lnTo>
                    <a:pt x="378395" y="426619"/>
                  </a:lnTo>
                  <a:lnTo>
                    <a:pt x="378233" y="425906"/>
                  </a:lnTo>
                  <a:lnTo>
                    <a:pt x="378288" y="425112"/>
                  </a:lnTo>
                  <a:lnTo>
                    <a:pt x="378556" y="424407"/>
                  </a:lnTo>
                  <a:lnTo>
                    <a:pt x="377603" y="424761"/>
                  </a:lnTo>
                  <a:lnTo>
                    <a:pt x="376899" y="425417"/>
                  </a:lnTo>
                  <a:lnTo>
                    <a:pt x="377041" y="426245"/>
                  </a:lnTo>
                  <a:lnTo>
                    <a:pt x="376867" y="427014"/>
                  </a:lnTo>
                  <a:lnTo>
                    <a:pt x="375818" y="427413"/>
                  </a:lnTo>
                  <a:lnTo>
                    <a:pt x="375882" y="427736"/>
                  </a:lnTo>
                  <a:lnTo>
                    <a:pt x="375948" y="428074"/>
                  </a:lnTo>
                  <a:lnTo>
                    <a:pt x="376773" y="429123"/>
                  </a:lnTo>
                  <a:lnTo>
                    <a:pt x="376941" y="430006"/>
                  </a:lnTo>
                  <a:lnTo>
                    <a:pt x="377272" y="430476"/>
                  </a:lnTo>
                  <a:lnTo>
                    <a:pt x="377918" y="431848"/>
                  </a:lnTo>
                  <a:lnTo>
                    <a:pt x="377903" y="434496"/>
                  </a:lnTo>
                  <a:lnTo>
                    <a:pt x="378257" y="435245"/>
                  </a:lnTo>
                  <a:lnTo>
                    <a:pt x="378140" y="435987"/>
                  </a:lnTo>
                  <a:lnTo>
                    <a:pt x="377859" y="437007"/>
                  </a:lnTo>
                  <a:lnTo>
                    <a:pt x="377672" y="436703"/>
                  </a:lnTo>
                  <a:lnTo>
                    <a:pt x="377361" y="436764"/>
                  </a:lnTo>
                  <a:lnTo>
                    <a:pt x="377237" y="437100"/>
                  </a:lnTo>
                  <a:lnTo>
                    <a:pt x="377165" y="437421"/>
                  </a:lnTo>
                  <a:lnTo>
                    <a:pt x="376619" y="437646"/>
                  </a:lnTo>
                  <a:lnTo>
                    <a:pt x="376162" y="437834"/>
                  </a:lnTo>
                  <a:lnTo>
                    <a:pt x="375787" y="438105"/>
                  </a:lnTo>
                  <a:lnTo>
                    <a:pt x="375206" y="438895"/>
                  </a:lnTo>
                  <a:lnTo>
                    <a:pt x="374096" y="439087"/>
                  </a:lnTo>
                  <a:lnTo>
                    <a:pt x="373526" y="437233"/>
                  </a:lnTo>
                  <a:lnTo>
                    <a:pt x="372764" y="438469"/>
                  </a:lnTo>
                  <a:lnTo>
                    <a:pt x="372533" y="440995"/>
                  </a:lnTo>
                  <a:lnTo>
                    <a:pt x="372250" y="441426"/>
                  </a:lnTo>
                  <a:lnTo>
                    <a:pt x="371776" y="441787"/>
                  </a:lnTo>
                  <a:lnTo>
                    <a:pt x="370875" y="440906"/>
                  </a:lnTo>
                  <a:lnTo>
                    <a:pt x="370088" y="441495"/>
                  </a:lnTo>
                  <a:lnTo>
                    <a:pt x="369476" y="442093"/>
                  </a:lnTo>
                  <a:lnTo>
                    <a:pt x="369224" y="442646"/>
                  </a:lnTo>
                  <a:lnTo>
                    <a:pt x="368772" y="443246"/>
                  </a:lnTo>
                  <a:lnTo>
                    <a:pt x="367906" y="442668"/>
                  </a:lnTo>
                  <a:lnTo>
                    <a:pt x="367211" y="441799"/>
                  </a:lnTo>
                  <a:lnTo>
                    <a:pt x="367383" y="441147"/>
                  </a:lnTo>
                  <a:lnTo>
                    <a:pt x="367287" y="440718"/>
                  </a:lnTo>
                  <a:lnTo>
                    <a:pt x="366972" y="440394"/>
                  </a:lnTo>
                  <a:lnTo>
                    <a:pt x="366628" y="440440"/>
                  </a:lnTo>
                  <a:lnTo>
                    <a:pt x="366796" y="441284"/>
                  </a:lnTo>
                  <a:lnTo>
                    <a:pt x="366912" y="442906"/>
                  </a:lnTo>
                  <a:lnTo>
                    <a:pt x="366597" y="443375"/>
                  </a:lnTo>
                  <a:lnTo>
                    <a:pt x="366111" y="443736"/>
                  </a:lnTo>
                  <a:lnTo>
                    <a:pt x="365054" y="443437"/>
                  </a:lnTo>
                  <a:lnTo>
                    <a:pt x="364334" y="442832"/>
                  </a:lnTo>
                  <a:lnTo>
                    <a:pt x="363464" y="442323"/>
                  </a:lnTo>
                  <a:lnTo>
                    <a:pt x="362695" y="442230"/>
                  </a:lnTo>
                  <a:lnTo>
                    <a:pt x="362529" y="443254"/>
                  </a:lnTo>
                  <a:lnTo>
                    <a:pt x="362028" y="444079"/>
                  </a:lnTo>
                  <a:lnTo>
                    <a:pt x="361566" y="444182"/>
                  </a:lnTo>
                  <a:lnTo>
                    <a:pt x="361106" y="444049"/>
                  </a:lnTo>
                  <a:lnTo>
                    <a:pt x="360500" y="444942"/>
                  </a:lnTo>
                  <a:lnTo>
                    <a:pt x="360213" y="445594"/>
                  </a:lnTo>
                  <a:lnTo>
                    <a:pt x="359467" y="446283"/>
                  </a:lnTo>
                  <a:lnTo>
                    <a:pt x="357477" y="446618"/>
                  </a:lnTo>
                  <a:lnTo>
                    <a:pt x="356784" y="447301"/>
                  </a:lnTo>
                  <a:lnTo>
                    <a:pt x="355851" y="447192"/>
                  </a:lnTo>
                  <a:lnTo>
                    <a:pt x="355129" y="447355"/>
                  </a:lnTo>
                  <a:lnTo>
                    <a:pt x="354716" y="447320"/>
                  </a:lnTo>
                  <a:lnTo>
                    <a:pt x="354343" y="446954"/>
                  </a:lnTo>
                  <a:lnTo>
                    <a:pt x="353924" y="446944"/>
                  </a:lnTo>
                  <a:lnTo>
                    <a:pt x="353734" y="448080"/>
                  </a:lnTo>
                  <a:lnTo>
                    <a:pt x="352610" y="448559"/>
                  </a:lnTo>
                  <a:lnTo>
                    <a:pt x="351599" y="448690"/>
                  </a:lnTo>
                  <a:lnTo>
                    <a:pt x="350473" y="450188"/>
                  </a:lnTo>
                  <a:lnTo>
                    <a:pt x="349670" y="451096"/>
                  </a:lnTo>
                  <a:lnTo>
                    <a:pt x="349075" y="451188"/>
                  </a:lnTo>
                  <a:lnTo>
                    <a:pt x="348637" y="450865"/>
                  </a:lnTo>
                  <a:lnTo>
                    <a:pt x="348415" y="449522"/>
                  </a:lnTo>
                  <a:lnTo>
                    <a:pt x="348191" y="449365"/>
                  </a:lnTo>
                  <a:lnTo>
                    <a:pt x="348064" y="450626"/>
                  </a:lnTo>
                  <a:lnTo>
                    <a:pt x="347848" y="451677"/>
                  </a:lnTo>
                  <a:lnTo>
                    <a:pt x="347437" y="452249"/>
                  </a:lnTo>
                  <a:lnTo>
                    <a:pt x="346135" y="453556"/>
                  </a:lnTo>
                  <a:lnTo>
                    <a:pt x="345761" y="454854"/>
                  </a:lnTo>
                  <a:lnTo>
                    <a:pt x="346010" y="456054"/>
                  </a:lnTo>
                  <a:lnTo>
                    <a:pt x="347761" y="456346"/>
                  </a:lnTo>
                  <a:lnTo>
                    <a:pt x="347979" y="457003"/>
                  </a:lnTo>
                  <a:lnTo>
                    <a:pt x="347809" y="457540"/>
                  </a:lnTo>
                  <a:lnTo>
                    <a:pt x="347389" y="457988"/>
                  </a:lnTo>
                  <a:lnTo>
                    <a:pt x="347266" y="458661"/>
                  </a:lnTo>
                  <a:lnTo>
                    <a:pt x="349143" y="460800"/>
                  </a:lnTo>
                  <a:lnTo>
                    <a:pt x="349200" y="461613"/>
                  </a:lnTo>
                  <a:lnTo>
                    <a:pt x="348910" y="462075"/>
                  </a:lnTo>
                  <a:lnTo>
                    <a:pt x="348556" y="463072"/>
                  </a:lnTo>
                  <a:lnTo>
                    <a:pt x="347565" y="463917"/>
                  </a:lnTo>
                  <a:lnTo>
                    <a:pt x="345469" y="464351"/>
                  </a:lnTo>
                  <a:lnTo>
                    <a:pt x="343721" y="463913"/>
                  </a:lnTo>
                  <a:lnTo>
                    <a:pt x="343192" y="462951"/>
                  </a:lnTo>
                  <a:lnTo>
                    <a:pt x="343223" y="462267"/>
                  </a:lnTo>
                  <a:lnTo>
                    <a:pt x="343657" y="462466"/>
                  </a:lnTo>
                  <a:lnTo>
                    <a:pt x="344151" y="462404"/>
                  </a:lnTo>
                  <a:lnTo>
                    <a:pt x="344004" y="461778"/>
                  </a:lnTo>
                  <a:lnTo>
                    <a:pt x="343796" y="461413"/>
                  </a:lnTo>
                  <a:lnTo>
                    <a:pt x="342989" y="460856"/>
                  </a:lnTo>
                  <a:lnTo>
                    <a:pt x="342336" y="459355"/>
                  </a:lnTo>
                  <a:lnTo>
                    <a:pt x="342461" y="458106"/>
                  </a:lnTo>
                  <a:lnTo>
                    <a:pt x="342103" y="457140"/>
                  </a:lnTo>
                  <a:lnTo>
                    <a:pt x="341714" y="456330"/>
                  </a:lnTo>
                  <a:lnTo>
                    <a:pt x="341321" y="455844"/>
                  </a:lnTo>
                  <a:lnTo>
                    <a:pt x="341111" y="455240"/>
                  </a:lnTo>
                  <a:lnTo>
                    <a:pt x="341508" y="453346"/>
                  </a:lnTo>
                  <a:lnTo>
                    <a:pt x="341288" y="452245"/>
                  </a:lnTo>
                  <a:lnTo>
                    <a:pt x="342034" y="450896"/>
                  </a:lnTo>
                  <a:lnTo>
                    <a:pt x="342218" y="449375"/>
                  </a:lnTo>
                  <a:lnTo>
                    <a:pt x="343557" y="448830"/>
                  </a:lnTo>
                  <a:lnTo>
                    <a:pt x="343648" y="447378"/>
                  </a:lnTo>
                  <a:lnTo>
                    <a:pt x="342691" y="447336"/>
                  </a:lnTo>
                  <a:lnTo>
                    <a:pt x="342027" y="446270"/>
                  </a:lnTo>
                  <a:lnTo>
                    <a:pt x="341876" y="446717"/>
                  </a:lnTo>
                  <a:lnTo>
                    <a:pt x="341341" y="446764"/>
                  </a:lnTo>
                  <a:lnTo>
                    <a:pt x="340466" y="444709"/>
                  </a:lnTo>
                  <a:lnTo>
                    <a:pt x="340201" y="444449"/>
                  </a:lnTo>
                  <a:lnTo>
                    <a:pt x="339776" y="444410"/>
                  </a:lnTo>
                  <a:lnTo>
                    <a:pt x="339990" y="446578"/>
                  </a:lnTo>
                  <a:lnTo>
                    <a:pt x="338963" y="447393"/>
                  </a:lnTo>
                  <a:lnTo>
                    <a:pt x="338123" y="447750"/>
                  </a:lnTo>
                  <a:lnTo>
                    <a:pt x="336928" y="447897"/>
                  </a:lnTo>
                  <a:lnTo>
                    <a:pt x="336249" y="448146"/>
                  </a:lnTo>
                  <a:lnTo>
                    <a:pt x="335614" y="447940"/>
                  </a:lnTo>
                  <a:lnTo>
                    <a:pt x="335771" y="447284"/>
                  </a:lnTo>
                  <a:lnTo>
                    <a:pt x="336106" y="446499"/>
                  </a:lnTo>
                  <a:lnTo>
                    <a:pt x="335805" y="445845"/>
                  </a:lnTo>
                  <a:lnTo>
                    <a:pt x="335132" y="445343"/>
                  </a:lnTo>
                  <a:lnTo>
                    <a:pt x="334103" y="445372"/>
                  </a:lnTo>
                  <a:lnTo>
                    <a:pt x="333389" y="445232"/>
                  </a:lnTo>
                  <a:lnTo>
                    <a:pt x="332683" y="445288"/>
                  </a:lnTo>
                  <a:lnTo>
                    <a:pt x="332420" y="444997"/>
                  </a:lnTo>
                  <a:lnTo>
                    <a:pt x="331763" y="443974"/>
                  </a:lnTo>
                  <a:lnTo>
                    <a:pt x="331208" y="443335"/>
                  </a:lnTo>
                  <a:lnTo>
                    <a:pt x="330958" y="442700"/>
                  </a:lnTo>
                  <a:lnTo>
                    <a:pt x="331208" y="441962"/>
                  </a:lnTo>
                  <a:lnTo>
                    <a:pt x="330999" y="441514"/>
                  </a:lnTo>
                  <a:lnTo>
                    <a:pt x="329922" y="441463"/>
                  </a:lnTo>
                  <a:lnTo>
                    <a:pt x="329931" y="442521"/>
                  </a:lnTo>
                  <a:lnTo>
                    <a:pt x="330042" y="443768"/>
                  </a:lnTo>
                  <a:lnTo>
                    <a:pt x="330355" y="444717"/>
                  </a:lnTo>
                  <a:lnTo>
                    <a:pt x="330133" y="445246"/>
                  </a:lnTo>
                  <a:lnTo>
                    <a:pt x="329586" y="445610"/>
                  </a:lnTo>
                  <a:lnTo>
                    <a:pt x="329004" y="444608"/>
                  </a:lnTo>
                  <a:lnTo>
                    <a:pt x="328737" y="444361"/>
                  </a:lnTo>
                  <a:lnTo>
                    <a:pt x="328455" y="444408"/>
                  </a:lnTo>
                  <a:lnTo>
                    <a:pt x="328240" y="445407"/>
                  </a:lnTo>
                  <a:lnTo>
                    <a:pt x="327712" y="446293"/>
                  </a:lnTo>
                  <a:lnTo>
                    <a:pt x="326759" y="446198"/>
                  </a:lnTo>
                  <a:lnTo>
                    <a:pt x="326019" y="446745"/>
                  </a:lnTo>
                  <a:lnTo>
                    <a:pt x="325123" y="446996"/>
                  </a:lnTo>
                  <a:lnTo>
                    <a:pt x="324515" y="446265"/>
                  </a:lnTo>
                  <a:lnTo>
                    <a:pt x="323509" y="445083"/>
                  </a:lnTo>
                  <a:lnTo>
                    <a:pt x="323104" y="444945"/>
                  </a:lnTo>
                  <a:lnTo>
                    <a:pt x="321986" y="445518"/>
                  </a:lnTo>
                  <a:lnTo>
                    <a:pt x="320381" y="445736"/>
                  </a:lnTo>
                  <a:lnTo>
                    <a:pt x="320022" y="445123"/>
                  </a:lnTo>
                  <a:lnTo>
                    <a:pt x="319243" y="445589"/>
                  </a:lnTo>
                  <a:lnTo>
                    <a:pt x="318495" y="444169"/>
                  </a:lnTo>
                  <a:lnTo>
                    <a:pt x="317610" y="444079"/>
                  </a:lnTo>
                  <a:lnTo>
                    <a:pt x="316504" y="443004"/>
                  </a:lnTo>
                  <a:lnTo>
                    <a:pt x="316109" y="442437"/>
                  </a:lnTo>
                  <a:lnTo>
                    <a:pt x="315982" y="441620"/>
                  </a:lnTo>
                  <a:lnTo>
                    <a:pt x="315647" y="441194"/>
                  </a:lnTo>
                  <a:lnTo>
                    <a:pt x="315213" y="441248"/>
                  </a:lnTo>
                  <a:lnTo>
                    <a:pt x="314734" y="440813"/>
                  </a:lnTo>
                  <a:lnTo>
                    <a:pt x="313974" y="440385"/>
                  </a:lnTo>
                  <a:lnTo>
                    <a:pt x="313362" y="440129"/>
                  </a:lnTo>
                  <a:lnTo>
                    <a:pt x="313061" y="440326"/>
                  </a:lnTo>
                  <a:lnTo>
                    <a:pt x="312738" y="440428"/>
                  </a:lnTo>
                  <a:lnTo>
                    <a:pt x="312683" y="439879"/>
                  </a:lnTo>
                  <a:lnTo>
                    <a:pt x="312705" y="438230"/>
                  </a:lnTo>
                  <a:lnTo>
                    <a:pt x="312650" y="436766"/>
                  </a:lnTo>
                  <a:lnTo>
                    <a:pt x="312482" y="436108"/>
                  </a:lnTo>
                  <a:lnTo>
                    <a:pt x="312072" y="435607"/>
                  </a:lnTo>
                  <a:lnTo>
                    <a:pt x="311698" y="435367"/>
                  </a:lnTo>
                  <a:lnTo>
                    <a:pt x="311534" y="434618"/>
                  </a:lnTo>
                  <a:lnTo>
                    <a:pt x="311667" y="433140"/>
                  </a:lnTo>
                  <a:lnTo>
                    <a:pt x="311971" y="432138"/>
                  </a:lnTo>
                  <a:lnTo>
                    <a:pt x="312450" y="431959"/>
                  </a:lnTo>
                  <a:lnTo>
                    <a:pt x="313098" y="431238"/>
                  </a:lnTo>
                  <a:lnTo>
                    <a:pt x="313427" y="430217"/>
                  </a:lnTo>
                  <a:lnTo>
                    <a:pt x="313842" y="429269"/>
                  </a:lnTo>
                  <a:lnTo>
                    <a:pt x="312364" y="427939"/>
                  </a:lnTo>
                  <a:lnTo>
                    <a:pt x="311586" y="427464"/>
                  </a:lnTo>
                  <a:lnTo>
                    <a:pt x="310726" y="427665"/>
                  </a:lnTo>
                  <a:lnTo>
                    <a:pt x="309659" y="428090"/>
                  </a:lnTo>
                  <a:lnTo>
                    <a:pt x="309100" y="428173"/>
                  </a:lnTo>
                  <a:lnTo>
                    <a:pt x="308820" y="428007"/>
                  </a:lnTo>
                  <a:lnTo>
                    <a:pt x="308201" y="426811"/>
                  </a:lnTo>
                  <a:lnTo>
                    <a:pt x="307865" y="426603"/>
                  </a:lnTo>
                  <a:lnTo>
                    <a:pt x="307108" y="426527"/>
                  </a:lnTo>
                  <a:lnTo>
                    <a:pt x="306470" y="426538"/>
                  </a:lnTo>
                  <a:lnTo>
                    <a:pt x="306104" y="427058"/>
                  </a:lnTo>
                  <a:lnTo>
                    <a:pt x="305539" y="427232"/>
                  </a:lnTo>
                  <a:lnTo>
                    <a:pt x="304975" y="427262"/>
                  </a:lnTo>
                  <a:lnTo>
                    <a:pt x="304401" y="426613"/>
                  </a:lnTo>
                  <a:lnTo>
                    <a:pt x="303539" y="425768"/>
                  </a:lnTo>
                  <a:lnTo>
                    <a:pt x="302185" y="425172"/>
                  </a:lnTo>
                  <a:lnTo>
                    <a:pt x="302022" y="424484"/>
                  </a:lnTo>
                  <a:lnTo>
                    <a:pt x="301678" y="423663"/>
                  </a:lnTo>
                  <a:lnTo>
                    <a:pt x="301164" y="422903"/>
                  </a:lnTo>
                  <a:lnTo>
                    <a:pt x="300315" y="421894"/>
                  </a:lnTo>
                  <a:lnTo>
                    <a:pt x="299605" y="421370"/>
                  </a:lnTo>
                  <a:lnTo>
                    <a:pt x="299258" y="421693"/>
                  </a:lnTo>
                  <a:lnTo>
                    <a:pt x="298788" y="422265"/>
                  </a:lnTo>
                  <a:lnTo>
                    <a:pt x="296959" y="423475"/>
                  </a:lnTo>
                  <a:lnTo>
                    <a:pt x="296150" y="423946"/>
                  </a:lnTo>
                  <a:lnTo>
                    <a:pt x="295720" y="424283"/>
                  </a:lnTo>
                  <a:lnTo>
                    <a:pt x="295359" y="424788"/>
                  </a:lnTo>
                  <a:lnTo>
                    <a:pt x="295247" y="426035"/>
                  </a:lnTo>
                  <a:lnTo>
                    <a:pt x="295067" y="427425"/>
                  </a:lnTo>
                  <a:lnTo>
                    <a:pt x="294540" y="428131"/>
                  </a:lnTo>
                  <a:lnTo>
                    <a:pt x="294041" y="428665"/>
                  </a:lnTo>
                  <a:lnTo>
                    <a:pt x="293515" y="428721"/>
                  </a:lnTo>
                  <a:lnTo>
                    <a:pt x="293003" y="428696"/>
                  </a:lnTo>
                  <a:lnTo>
                    <a:pt x="292523" y="428918"/>
                  </a:lnTo>
                  <a:lnTo>
                    <a:pt x="291056" y="430313"/>
                  </a:lnTo>
                  <a:lnTo>
                    <a:pt x="290361" y="430202"/>
                  </a:lnTo>
                  <a:lnTo>
                    <a:pt x="289793" y="429414"/>
                  </a:lnTo>
                  <a:lnTo>
                    <a:pt x="289549" y="428844"/>
                  </a:lnTo>
                  <a:lnTo>
                    <a:pt x="288892" y="428973"/>
                  </a:lnTo>
                  <a:lnTo>
                    <a:pt x="288049" y="429640"/>
                  </a:lnTo>
                  <a:lnTo>
                    <a:pt x="287659" y="430839"/>
                  </a:lnTo>
                  <a:lnTo>
                    <a:pt x="287452" y="431958"/>
                  </a:lnTo>
                  <a:lnTo>
                    <a:pt x="287268" y="432455"/>
                  </a:lnTo>
                  <a:lnTo>
                    <a:pt x="286985" y="432600"/>
                  </a:lnTo>
                  <a:lnTo>
                    <a:pt x="286735" y="432626"/>
                  </a:lnTo>
                  <a:lnTo>
                    <a:pt x="284107" y="429393"/>
                  </a:lnTo>
                  <a:lnTo>
                    <a:pt x="283946" y="429226"/>
                  </a:lnTo>
                  <a:lnTo>
                    <a:pt x="283477" y="429890"/>
                  </a:lnTo>
                  <a:lnTo>
                    <a:pt x="283049" y="431603"/>
                  </a:lnTo>
                  <a:lnTo>
                    <a:pt x="282742" y="431932"/>
                  </a:lnTo>
                  <a:lnTo>
                    <a:pt x="282534" y="431801"/>
                  </a:lnTo>
                  <a:lnTo>
                    <a:pt x="281446" y="429607"/>
                  </a:lnTo>
                  <a:lnTo>
                    <a:pt x="281168" y="429397"/>
                  </a:lnTo>
                  <a:lnTo>
                    <a:pt x="280922" y="429472"/>
                  </a:lnTo>
                  <a:lnTo>
                    <a:pt x="280597" y="430181"/>
                  </a:lnTo>
                  <a:lnTo>
                    <a:pt x="279907" y="431227"/>
                  </a:lnTo>
                  <a:lnTo>
                    <a:pt x="279380" y="431863"/>
                  </a:lnTo>
                  <a:lnTo>
                    <a:pt x="279368" y="432570"/>
                  </a:lnTo>
                  <a:lnTo>
                    <a:pt x="278796" y="433194"/>
                  </a:lnTo>
                  <a:lnTo>
                    <a:pt x="278129" y="433815"/>
                  </a:lnTo>
                  <a:lnTo>
                    <a:pt x="277907" y="433881"/>
                  </a:lnTo>
                  <a:lnTo>
                    <a:pt x="277464" y="433631"/>
                  </a:lnTo>
                  <a:lnTo>
                    <a:pt x="276888" y="432805"/>
                  </a:lnTo>
                  <a:lnTo>
                    <a:pt x="276470" y="431944"/>
                  </a:lnTo>
                  <a:lnTo>
                    <a:pt x="275438" y="431088"/>
                  </a:lnTo>
                  <a:lnTo>
                    <a:pt x="274280" y="430364"/>
                  </a:lnTo>
                  <a:lnTo>
                    <a:pt x="273510" y="429798"/>
                  </a:lnTo>
                  <a:lnTo>
                    <a:pt x="273072" y="429660"/>
                  </a:lnTo>
                  <a:lnTo>
                    <a:pt x="272666" y="429912"/>
                  </a:lnTo>
                  <a:lnTo>
                    <a:pt x="272462" y="430258"/>
                  </a:lnTo>
                  <a:lnTo>
                    <a:pt x="272172" y="431114"/>
                  </a:lnTo>
                  <a:lnTo>
                    <a:pt x="271477" y="432518"/>
                  </a:lnTo>
                  <a:lnTo>
                    <a:pt x="270859" y="433633"/>
                  </a:lnTo>
                  <a:lnTo>
                    <a:pt x="270282" y="434350"/>
                  </a:lnTo>
                  <a:lnTo>
                    <a:pt x="269823" y="434844"/>
                  </a:lnTo>
                  <a:lnTo>
                    <a:pt x="269483" y="434383"/>
                  </a:lnTo>
                  <a:lnTo>
                    <a:pt x="268848" y="434007"/>
                  </a:lnTo>
                  <a:lnTo>
                    <a:pt x="268101" y="434005"/>
                  </a:lnTo>
                  <a:lnTo>
                    <a:pt x="267120" y="434715"/>
                  </a:lnTo>
                  <a:lnTo>
                    <a:pt x="266346" y="433294"/>
                  </a:lnTo>
                  <a:lnTo>
                    <a:pt x="266146" y="433226"/>
                  </a:lnTo>
                  <a:lnTo>
                    <a:pt x="265850" y="433347"/>
                  </a:lnTo>
                  <a:lnTo>
                    <a:pt x="265509" y="433685"/>
                  </a:lnTo>
                  <a:lnTo>
                    <a:pt x="265270" y="434479"/>
                  </a:lnTo>
                  <a:lnTo>
                    <a:pt x="265021" y="435566"/>
                  </a:lnTo>
                  <a:lnTo>
                    <a:pt x="264529" y="436279"/>
                  </a:lnTo>
                  <a:lnTo>
                    <a:pt x="264119" y="436595"/>
                  </a:lnTo>
                  <a:lnTo>
                    <a:pt x="264240" y="437206"/>
                  </a:lnTo>
                  <a:lnTo>
                    <a:pt x="264472" y="437868"/>
                  </a:lnTo>
                  <a:lnTo>
                    <a:pt x="264457" y="438447"/>
                  </a:lnTo>
                  <a:lnTo>
                    <a:pt x="264604" y="439362"/>
                  </a:lnTo>
                  <a:lnTo>
                    <a:pt x="264860" y="440277"/>
                  </a:lnTo>
                  <a:lnTo>
                    <a:pt x="265775" y="441773"/>
                  </a:lnTo>
                  <a:lnTo>
                    <a:pt x="266124" y="442553"/>
                  </a:lnTo>
                  <a:lnTo>
                    <a:pt x="266195" y="443230"/>
                  </a:lnTo>
                  <a:lnTo>
                    <a:pt x="266226" y="445632"/>
                  </a:lnTo>
                  <a:lnTo>
                    <a:pt x="266190" y="446635"/>
                  </a:lnTo>
                  <a:lnTo>
                    <a:pt x="266008" y="448572"/>
                  </a:lnTo>
                  <a:lnTo>
                    <a:pt x="265996" y="449688"/>
                  </a:lnTo>
                  <a:lnTo>
                    <a:pt x="266376" y="450191"/>
                  </a:lnTo>
                  <a:lnTo>
                    <a:pt x="266744" y="450790"/>
                  </a:lnTo>
                  <a:lnTo>
                    <a:pt x="266731" y="451116"/>
                  </a:lnTo>
                  <a:lnTo>
                    <a:pt x="266569" y="451234"/>
                  </a:lnTo>
                  <a:lnTo>
                    <a:pt x="266045" y="451900"/>
                  </a:lnTo>
                  <a:lnTo>
                    <a:pt x="265824" y="451987"/>
                  </a:lnTo>
                  <a:lnTo>
                    <a:pt x="265481" y="451715"/>
                  </a:lnTo>
                  <a:lnTo>
                    <a:pt x="265038" y="451509"/>
                  </a:lnTo>
                  <a:lnTo>
                    <a:pt x="264680" y="451242"/>
                  </a:lnTo>
                  <a:lnTo>
                    <a:pt x="264288" y="450814"/>
                  </a:lnTo>
                  <a:lnTo>
                    <a:pt x="263353" y="450862"/>
                  </a:lnTo>
                  <a:lnTo>
                    <a:pt x="261819" y="451513"/>
                  </a:lnTo>
                  <a:lnTo>
                    <a:pt x="261501" y="451329"/>
                  </a:lnTo>
                  <a:lnTo>
                    <a:pt x="261279" y="450961"/>
                  </a:lnTo>
                  <a:lnTo>
                    <a:pt x="261160" y="450201"/>
                  </a:lnTo>
                  <a:lnTo>
                    <a:pt x="261237" y="449305"/>
                  </a:lnTo>
                  <a:lnTo>
                    <a:pt x="261101" y="448735"/>
                  </a:lnTo>
                  <a:lnTo>
                    <a:pt x="260816" y="448397"/>
                  </a:lnTo>
                  <a:lnTo>
                    <a:pt x="261017" y="446799"/>
                  </a:lnTo>
                  <a:lnTo>
                    <a:pt x="260470" y="446166"/>
                  </a:lnTo>
                  <a:lnTo>
                    <a:pt x="260550" y="445969"/>
                  </a:lnTo>
                  <a:lnTo>
                    <a:pt x="260368" y="444246"/>
                  </a:lnTo>
                  <a:lnTo>
                    <a:pt x="260394" y="443822"/>
                  </a:lnTo>
                  <a:lnTo>
                    <a:pt x="260298" y="443675"/>
                  </a:lnTo>
                  <a:lnTo>
                    <a:pt x="259911" y="443539"/>
                  </a:lnTo>
                  <a:lnTo>
                    <a:pt x="259339" y="443810"/>
                  </a:lnTo>
                  <a:lnTo>
                    <a:pt x="257597" y="444943"/>
                  </a:lnTo>
                  <a:lnTo>
                    <a:pt x="256102" y="447039"/>
                  </a:lnTo>
                  <a:lnTo>
                    <a:pt x="255415" y="447501"/>
                  </a:lnTo>
                  <a:lnTo>
                    <a:pt x="254722" y="447692"/>
                  </a:lnTo>
                  <a:lnTo>
                    <a:pt x="253912" y="447329"/>
                  </a:lnTo>
                  <a:lnTo>
                    <a:pt x="253012" y="447093"/>
                  </a:lnTo>
                  <a:lnTo>
                    <a:pt x="251727" y="447624"/>
                  </a:lnTo>
                  <a:lnTo>
                    <a:pt x="251092" y="447379"/>
                  </a:lnTo>
                  <a:lnTo>
                    <a:pt x="250800" y="446951"/>
                  </a:lnTo>
                  <a:lnTo>
                    <a:pt x="250540" y="446300"/>
                  </a:lnTo>
                  <a:lnTo>
                    <a:pt x="250696" y="445475"/>
                  </a:lnTo>
                  <a:lnTo>
                    <a:pt x="250599" y="444867"/>
                  </a:lnTo>
                  <a:lnTo>
                    <a:pt x="250085" y="444558"/>
                  </a:lnTo>
                  <a:lnTo>
                    <a:pt x="249489" y="444295"/>
                  </a:lnTo>
                  <a:lnTo>
                    <a:pt x="249135" y="443498"/>
                  </a:lnTo>
                  <a:lnTo>
                    <a:pt x="248991" y="442633"/>
                  </a:lnTo>
                  <a:lnTo>
                    <a:pt x="249132" y="441506"/>
                  </a:lnTo>
                  <a:lnTo>
                    <a:pt x="249202" y="440296"/>
                  </a:lnTo>
                  <a:lnTo>
                    <a:pt x="248917" y="439742"/>
                  </a:lnTo>
                  <a:lnTo>
                    <a:pt x="248044" y="439440"/>
                  </a:lnTo>
                  <a:lnTo>
                    <a:pt x="245842" y="438890"/>
                  </a:lnTo>
                  <a:lnTo>
                    <a:pt x="243912" y="438588"/>
                  </a:lnTo>
                  <a:lnTo>
                    <a:pt x="243102" y="438730"/>
                  </a:lnTo>
                  <a:lnTo>
                    <a:pt x="242443" y="438597"/>
                  </a:lnTo>
                  <a:lnTo>
                    <a:pt x="242060" y="438376"/>
                  </a:lnTo>
                  <a:lnTo>
                    <a:pt x="241876" y="437995"/>
                  </a:lnTo>
                  <a:lnTo>
                    <a:pt x="241865" y="437449"/>
                  </a:lnTo>
                  <a:lnTo>
                    <a:pt x="242178" y="436192"/>
                  </a:lnTo>
                  <a:lnTo>
                    <a:pt x="242534" y="434968"/>
                  </a:lnTo>
                  <a:lnTo>
                    <a:pt x="243430" y="433187"/>
                  </a:lnTo>
                  <a:lnTo>
                    <a:pt x="243481" y="431953"/>
                  </a:lnTo>
                  <a:lnTo>
                    <a:pt x="243435" y="430528"/>
                  </a:lnTo>
                  <a:lnTo>
                    <a:pt x="243879" y="428625"/>
                  </a:lnTo>
                  <a:lnTo>
                    <a:pt x="244651" y="427200"/>
                  </a:lnTo>
                  <a:lnTo>
                    <a:pt x="245032" y="426756"/>
                  </a:lnTo>
                  <a:lnTo>
                    <a:pt x="244939" y="426121"/>
                  </a:lnTo>
                  <a:lnTo>
                    <a:pt x="244630" y="425541"/>
                  </a:lnTo>
                  <a:lnTo>
                    <a:pt x="244190" y="425220"/>
                  </a:lnTo>
                  <a:lnTo>
                    <a:pt x="243459" y="424848"/>
                  </a:lnTo>
                  <a:lnTo>
                    <a:pt x="242319" y="424744"/>
                  </a:lnTo>
                  <a:lnTo>
                    <a:pt x="240756" y="424364"/>
                  </a:lnTo>
                  <a:lnTo>
                    <a:pt x="238946" y="423518"/>
                  </a:lnTo>
                  <a:lnTo>
                    <a:pt x="239152" y="421897"/>
                  </a:lnTo>
                  <a:lnTo>
                    <a:pt x="239124" y="420881"/>
                  </a:lnTo>
                  <a:lnTo>
                    <a:pt x="238900" y="420047"/>
                  </a:lnTo>
                  <a:lnTo>
                    <a:pt x="238529" y="419455"/>
                  </a:lnTo>
                  <a:lnTo>
                    <a:pt x="238322" y="418927"/>
                  </a:lnTo>
                  <a:lnTo>
                    <a:pt x="238647" y="417477"/>
                  </a:lnTo>
                  <a:lnTo>
                    <a:pt x="238226" y="415894"/>
                  </a:lnTo>
                  <a:lnTo>
                    <a:pt x="237728" y="415263"/>
                  </a:lnTo>
                  <a:lnTo>
                    <a:pt x="237215" y="414444"/>
                  </a:lnTo>
                  <a:lnTo>
                    <a:pt x="237177" y="413562"/>
                  </a:lnTo>
                  <a:lnTo>
                    <a:pt x="237411" y="412739"/>
                  </a:lnTo>
                  <a:lnTo>
                    <a:pt x="238664" y="410974"/>
                  </a:lnTo>
                  <a:lnTo>
                    <a:pt x="238674" y="410547"/>
                  </a:lnTo>
                  <a:lnTo>
                    <a:pt x="238365" y="410582"/>
                  </a:lnTo>
                  <a:lnTo>
                    <a:pt x="238005" y="410619"/>
                  </a:lnTo>
                  <a:lnTo>
                    <a:pt x="236293" y="411264"/>
                  </a:lnTo>
                  <a:lnTo>
                    <a:pt x="236111" y="410859"/>
                  </a:lnTo>
                  <a:lnTo>
                    <a:pt x="235499" y="410624"/>
                  </a:lnTo>
                  <a:lnTo>
                    <a:pt x="234249" y="410577"/>
                  </a:lnTo>
                  <a:lnTo>
                    <a:pt x="232784" y="410694"/>
                  </a:lnTo>
                  <a:lnTo>
                    <a:pt x="230934" y="411325"/>
                  </a:lnTo>
                  <a:lnTo>
                    <a:pt x="229238" y="412429"/>
                  </a:lnTo>
                  <a:lnTo>
                    <a:pt x="228462" y="413188"/>
                  </a:lnTo>
                  <a:lnTo>
                    <a:pt x="227804" y="413659"/>
                  </a:lnTo>
                  <a:lnTo>
                    <a:pt x="227270" y="413812"/>
                  </a:lnTo>
                  <a:lnTo>
                    <a:pt x="226654" y="413478"/>
                  </a:lnTo>
                  <a:lnTo>
                    <a:pt x="226689" y="412398"/>
                  </a:lnTo>
                  <a:lnTo>
                    <a:pt x="227847" y="410413"/>
                  </a:lnTo>
                  <a:lnTo>
                    <a:pt x="228013" y="409047"/>
                  </a:lnTo>
                  <a:lnTo>
                    <a:pt x="227658" y="407876"/>
                  </a:lnTo>
                  <a:lnTo>
                    <a:pt x="227620" y="406938"/>
                  </a:lnTo>
                  <a:lnTo>
                    <a:pt x="227213" y="406338"/>
                  </a:lnTo>
                  <a:lnTo>
                    <a:pt x="226642" y="406047"/>
                  </a:lnTo>
                  <a:lnTo>
                    <a:pt x="226341" y="405379"/>
                  </a:lnTo>
                  <a:lnTo>
                    <a:pt x="226321" y="403434"/>
                  </a:lnTo>
                  <a:lnTo>
                    <a:pt x="226832" y="401431"/>
                  </a:lnTo>
                  <a:lnTo>
                    <a:pt x="227658" y="400799"/>
                  </a:lnTo>
                  <a:lnTo>
                    <a:pt x="228161" y="400494"/>
                  </a:lnTo>
                  <a:lnTo>
                    <a:pt x="228294" y="400105"/>
                  </a:lnTo>
                  <a:lnTo>
                    <a:pt x="228037" y="398703"/>
                  </a:lnTo>
                  <a:lnTo>
                    <a:pt x="228077" y="397811"/>
                  </a:lnTo>
                  <a:lnTo>
                    <a:pt x="228573" y="396085"/>
                  </a:lnTo>
                  <a:lnTo>
                    <a:pt x="229067" y="394777"/>
                  </a:lnTo>
                  <a:lnTo>
                    <a:pt x="229998" y="394996"/>
                  </a:lnTo>
                  <a:lnTo>
                    <a:pt x="230414" y="394673"/>
                  </a:lnTo>
                  <a:lnTo>
                    <a:pt x="230875" y="394210"/>
                  </a:lnTo>
                  <a:lnTo>
                    <a:pt x="231380" y="393422"/>
                  </a:lnTo>
                  <a:lnTo>
                    <a:pt x="231716" y="392491"/>
                  </a:lnTo>
                  <a:lnTo>
                    <a:pt x="232126" y="390324"/>
                  </a:lnTo>
                  <a:lnTo>
                    <a:pt x="232406" y="389997"/>
                  </a:lnTo>
                  <a:lnTo>
                    <a:pt x="233580" y="390356"/>
                  </a:lnTo>
                  <a:lnTo>
                    <a:pt x="233932" y="390106"/>
                  </a:lnTo>
                  <a:lnTo>
                    <a:pt x="234574" y="388833"/>
                  </a:lnTo>
                  <a:lnTo>
                    <a:pt x="235178" y="387287"/>
                  </a:lnTo>
                  <a:lnTo>
                    <a:pt x="236057" y="386807"/>
                  </a:lnTo>
                  <a:lnTo>
                    <a:pt x="236691" y="386759"/>
                  </a:lnTo>
                  <a:lnTo>
                    <a:pt x="236983" y="386245"/>
                  </a:lnTo>
                  <a:lnTo>
                    <a:pt x="236968" y="385489"/>
                  </a:lnTo>
                  <a:lnTo>
                    <a:pt x="236365" y="384290"/>
                  </a:lnTo>
                  <a:lnTo>
                    <a:pt x="236110" y="383332"/>
                  </a:lnTo>
                  <a:lnTo>
                    <a:pt x="236185" y="382751"/>
                  </a:lnTo>
                  <a:lnTo>
                    <a:pt x="237048" y="382397"/>
                  </a:lnTo>
                  <a:lnTo>
                    <a:pt x="237260" y="381701"/>
                  </a:lnTo>
                  <a:lnTo>
                    <a:pt x="237130" y="380178"/>
                  </a:lnTo>
                  <a:lnTo>
                    <a:pt x="237486" y="378349"/>
                  </a:lnTo>
                  <a:lnTo>
                    <a:pt x="237698" y="376205"/>
                  </a:lnTo>
                  <a:lnTo>
                    <a:pt x="237769" y="374604"/>
                  </a:lnTo>
                  <a:lnTo>
                    <a:pt x="237760" y="373382"/>
                  </a:lnTo>
                  <a:lnTo>
                    <a:pt x="237675" y="372104"/>
                  </a:lnTo>
                  <a:lnTo>
                    <a:pt x="237553" y="369767"/>
                  </a:lnTo>
                  <a:lnTo>
                    <a:pt x="237158" y="367735"/>
                  </a:lnTo>
                  <a:lnTo>
                    <a:pt x="237230" y="366972"/>
                  </a:lnTo>
                  <a:lnTo>
                    <a:pt x="237177" y="364509"/>
                  </a:lnTo>
                  <a:lnTo>
                    <a:pt x="236935" y="362409"/>
                  </a:lnTo>
                  <a:lnTo>
                    <a:pt x="236449" y="362042"/>
                  </a:lnTo>
                  <a:lnTo>
                    <a:pt x="235547" y="361361"/>
                  </a:lnTo>
                  <a:lnTo>
                    <a:pt x="235055" y="361227"/>
                  </a:lnTo>
                  <a:lnTo>
                    <a:pt x="234642" y="361475"/>
                  </a:lnTo>
                  <a:lnTo>
                    <a:pt x="234486" y="362206"/>
                  </a:lnTo>
                  <a:lnTo>
                    <a:pt x="234090" y="362889"/>
                  </a:lnTo>
                  <a:lnTo>
                    <a:pt x="233601" y="362721"/>
                  </a:lnTo>
                  <a:lnTo>
                    <a:pt x="233368" y="362038"/>
                  </a:lnTo>
                  <a:lnTo>
                    <a:pt x="233054" y="361144"/>
                  </a:lnTo>
                  <a:lnTo>
                    <a:pt x="232008" y="356898"/>
                  </a:lnTo>
                  <a:lnTo>
                    <a:pt x="231894" y="355676"/>
                  </a:lnTo>
                  <a:lnTo>
                    <a:pt x="231710" y="354462"/>
                  </a:lnTo>
                  <a:lnTo>
                    <a:pt x="231357" y="353853"/>
                  </a:lnTo>
                  <a:lnTo>
                    <a:pt x="230984" y="353496"/>
                  </a:lnTo>
                  <a:lnTo>
                    <a:pt x="230150" y="352069"/>
                  </a:lnTo>
                  <a:lnTo>
                    <a:pt x="229711" y="351474"/>
                  </a:lnTo>
                  <a:lnTo>
                    <a:pt x="229496" y="351375"/>
                  </a:lnTo>
                  <a:lnTo>
                    <a:pt x="229038" y="351476"/>
                  </a:lnTo>
                  <a:lnTo>
                    <a:pt x="228589" y="351479"/>
                  </a:lnTo>
                  <a:lnTo>
                    <a:pt x="228220" y="350768"/>
                  </a:lnTo>
                  <a:lnTo>
                    <a:pt x="227885" y="349900"/>
                  </a:lnTo>
                  <a:lnTo>
                    <a:pt x="227547" y="349472"/>
                  </a:lnTo>
                  <a:lnTo>
                    <a:pt x="226982" y="349234"/>
                  </a:lnTo>
                  <a:lnTo>
                    <a:pt x="226402" y="349330"/>
                  </a:lnTo>
                  <a:lnTo>
                    <a:pt x="226064" y="350081"/>
                  </a:lnTo>
                  <a:lnTo>
                    <a:pt x="225833" y="350509"/>
                  </a:lnTo>
                  <a:lnTo>
                    <a:pt x="225395" y="351510"/>
                  </a:lnTo>
                  <a:lnTo>
                    <a:pt x="224685" y="352896"/>
                  </a:lnTo>
                  <a:lnTo>
                    <a:pt x="224364" y="353406"/>
                  </a:lnTo>
                  <a:lnTo>
                    <a:pt x="224052" y="353143"/>
                  </a:lnTo>
                  <a:lnTo>
                    <a:pt x="222686" y="351699"/>
                  </a:lnTo>
                  <a:lnTo>
                    <a:pt x="222026" y="351300"/>
                  </a:lnTo>
                  <a:lnTo>
                    <a:pt x="221132" y="351736"/>
                  </a:lnTo>
                  <a:lnTo>
                    <a:pt x="219733" y="351391"/>
                  </a:lnTo>
                  <a:lnTo>
                    <a:pt x="219192" y="351327"/>
                  </a:lnTo>
                  <a:lnTo>
                    <a:pt x="218029" y="350173"/>
                  </a:lnTo>
                  <a:lnTo>
                    <a:pt x="217554" y="350031"/>
                  </a:lnTo>
                  <a:lnTo>
                    <a:pt x="215899" y="350783"/>
                  </a:lnTo>
                  <a:lnTo>
                    <a:pt x="215533" y="351314"/>
                  </a:lnTo>
                  <a:lnTo>
                    <a:pt x="215319" y="351323"/>
                  </a:lnTo>
                  <a:lnTo>
                    <a:pt x="214878" y="351055"/>
                  </a:lnTo>
                  <a:lnTo>
                    <a:pt x="214515" y="350699"/>
                  </a:lnTo>
                  <a:lnTo>
                    <a:pt x="214491" y="350474"/>
                  </a:lnTo>
                  <a:lnTo>
                    <a:pt x="214938" y="349911"/>
                  </a:lnTo>
                  <a:lnTo>
                    <a:pt x="214973" y="349516"/>
                  </a:lnTo>
                  <a:lnTo>
                    <a:pt x="214949" y="349118"/>
                  </a:lnTo>
                  <a:lnTo>
                    <a:pt x="215595" y="347986"/>
                  </a:lnTo>
                  <a:lnTo>
                    <a:pt x="217348" y="345795"/>
                  </a:lnTo>
                  <a:lnTo>
                    <a:pt x="217056" y="344875"/>
                  </a:lnTo>
                  <a:lnTo>
                    <a:pt x="216366" y="343066"/>
                  </a:lnTo>
                  <a:lnTo>
                    <a:pt x="216271" y="342188"/>
                  </a:lnTo>
                  <a:lnTo>
                    <a:pt x="215975" y="341791"/>
                  </a:lnTo>
                  <a:lnTo>
                    <a:pt x="215134" y="342116"/>
                  </a:lnTo>
                  <a:lnTo>
                    <a:pt x="213387" y="343757"/>
                  </a:lnTo>
                  <a:lnTo>
                    <a:pt x="213149" y="343578"/>
                  </a:lnTo>
                  <a:lnTo>
                    <a:pt x="213190" y="343008"/>
                  </a:lnTo>
                  <a:lnTo>
                    <a:pt x="213010" y="341353"/>
                  </a:lnTo>
                  <a:lnTo>
                    <a:pt x="213563" y="340857"/>
                  </a:lnTo>
                  <a:lnTo>
                    <a:pt x="214411" y="340249"/>
                  </a:lnTo>
                  <a:lnTo>
                    <a:pt x="215067" y="339572"/>
                  </a:lnTo>
                  <a:lnTo>
                    <a:pt x="215219" y="339024"/>
                  </a:lnTo>
                  <a:lnTo>
                    <a:pt x="215043" y="338858"/>
                  </a:lnTo>
                  <a:lnTo>
                    <a:pt x="214075" y="339070"/>
                  </a:lnTo>
                  <a:lnTo>
                    <a:pt x="213695" y="338698"/>
                  </a:lnTo>
                  <a:lnTo>
                    <a:pt x="213068" y="337179"/>
                  </a:lnTo>
                  <a:lnTo>
                    <a:pt x="212605" y="336583"/>
                  </a:lnTo>
                  <a:lnTo>
                    <a:pt x="212187" y="336261"/>
                  </a:lnTo>
                  <a:lnTo>
                    <a:pt x="210765" y="337046"/>
                  </a:lnTo>
                  <a:lnTo>
                    <a:pt x="209112" y="338121"/>
                  </a:lnTo>
                  <a:lnTo>
                    <a:pt x="207271" y="339620"/>
                  </a:lnTo>
                  <a:lnTo>
                    <a:pt x="207283" y="340390"/>
                  </a:lnTo>
                  <a:lnTo>
                    <a:pt x="207063" y="340587"/>
                  </a:lnTo>
                  <a:lnTo>
                    <a:pt x="206711" y="341071"/>
                  </a:lnTo>
                  <a:lnTo>
                    <a:pt x="206367" y="341741"/>
                  </a:lnTo>
                  <a:lnTo>
                    <a:pt x="206074" y="341977"/>
                  </a:lnTo>
                  <a:lnTo>
                    <a:pt x="205732" y="341998"/>
                  </a:lnTo>
                  <a:lnTo>
                    <a:pt x="205032" y="341807"/>
                  </a:lnTo>
                  <a:lnTo>
                    <a:pt x="203761" y="341047"/>
                  </a:lnTo>
                  <a:lnTo>
                    <a:pt x="202380" y="340418"/>
                  </a:lnTo>
                  <a:lnTo>
                    <a:pt x="202084" y="340489"/>
                  </a:lnTo>
                  <a:lnTo>
                    <a:pt x="200210" y="340045"/>
                  </a:lnTo>
                  <a:lnTo>
                    <a:pt x="200150" y="339691"/>
                  </a:lnTo>
                  <a:lnTo>
                    <a:pt x="199869" y="338989"/>
                  </a:lnTo>
                  <a:lnTo>
                    <a:pt x="199336" y="338355"/>
                  </a:lnTo>
                  <a:lnTo>
                    <a:pt x="198825" y="338141"/>
                  </a:lnTo>
                  <a:lnTo>
                    <a:pt x="197359" y="339483"/>
                  </a:lnTo>
                  <a:lnTo>
                    <a:pt x="195705" y="340481"/>
                  </a:lnTo>
                  <a:lnTo>
                    <a:pt x="194761" y="341663"/>
                  </a:lnTo>
                  <a:lnTo>
                    <a:pt x="193986" y="342835"/>
                  </a:lnTo>
                  <a:lnTo>
                    <a:pt x="193098" y="343063"/>
                  </a:lnTo>
                  <a:lnTo>
                    <a:pt x="193056" y="343788"/>
                  </a:lnTo>
                  <a:lnTo>
                    <a:pt x="192681" y="344440"/>
                  </a:lnTo>
                  <a:lnTo>
                    <a:pt x="192006" y="345243"/>
                  </a:lnTo>
                  <a:lnTo>
                    <a:pt x="190667" y="346267"/>
                  </a:lnTo>
                  <a:lnTo>
                    <a:pt x="189761" y="346819"/>
                  </a:lnTo>
                  <a:lnTo>
                    <a:pt x="186881" y="347323"/>
                  </a:lnTo>
                  <a:lnTo>
                    <a:pt x="185854" y="347666"/>
                  </a:lnTo>
                  <a:lnTo>
                    <a:pt x="185424" y="348205"/>
                  </a:lnTo>
                  <a:lnTo>
                    <a:pt x="184963" y="349574"/>
                  </a:lnTo>
                  <a:lnTo>
                    <a:pt x="184598" y="350835"/>
                  </a:lnTo>
                  <a:lnTo>
                    <a:pt x="183801" y="351876"/>
                  </a:lnTo>
                  <a:lnTo>
                    <a:pt x="182352" y="353264"/>
                  </a:lnTo>
                  <a:lnTo>
                    <a:pt x="180649" y="354394"/>
                  </a:lnTo>
                  <a:lnTo>
                    <a:pt x="180183" y="355144"/>
                  </a:lnTo>
                  <a:lnTo>
                    <a:pt x="180097" y="355588"/>
                  </a:lnTo>
                  <a:lnTo>
                    <a:pt x="180306" y="355751"/>
                  </a:lnTo>
                  <a:lnTo>
                    <a:pt x="180513" y="356087"/>
                  </a:lnTo>
                  <a:lnTo>
                    <a:pt x="180516" y="356600"/>
                  </a:lnTo>
                  <a:lnTo>
                    <a:pt x="180294" y="357158"/>
                  </a:lnTo>
                  <a:lnTo>
                    <a:pt x="179181" y="358131"/>
                  </a:lnTo>
                  <a:lnTo>
                    <a:pt x="178557" y="358595"/>
                  </a:lnTo>
                  <a:lnTo>
                    <a:pt x="177934" y="358892"/>
                  </a:lnTo>
                  <a:lnTo>
                    <a:pt x="177235" y="358946"/>
                  </a:lnTo>
                  <a:lnTo>
                    <a:pt x="176565" y="358814"/>
                  </a:lnTo>
                  <a:lnTo>
                    <a:pt x="176379" y="358657"/>
                  </a:lnTo>
                  <a:lnTo>
                    <a:pt x="176112" y="358860"/>
                  </a:lnTo>
                  <a:lnTo>
                    <a:pt x="175500" y="359065"/>
                  </a:lnTo>
                  <a:lnTo>
                    <a:pt x="174967" y="359129"/>
                  </a:lnTo>
                  <a:lnTo>
                    <a:pt x="173797" y="360207"/>
                  </a:lnTo>
                  <a:lnTo>
                    <a:pt x="173152" y="360216"/>
                  </a:lnTo>
                  <a:lnTo>
                    <a:pt x="172351" y="359983"/>
                  </a:lnTo>
                  <a:lnTo>
                    <a:pt x="171290" y="359796"/>
                  </a:lnTo>
                  <a:lnTo>
                    <a:pt x="170527" y="359794"/>
                  </a:lnTo>
                  <a:lnTo>
                    <a:pt x="170503" y="359223"/>
                  </a:lnTo>
                  <a:lnTo>
                    <a:pt x="170621" y="357517"/>
                  </a:lnTo>
                  <a:lnTo>
                    <a:pt x="170277" y="357120"/>
                  </a:lnTo>
                  <a:lnTo>
                    <a:pt x="169216" y="356700"/>
                  </a:lnTo>
                  <a:lnTo>
                    <a:pt x="168026" y="356144"/>
                  </a:lnTo>
                  <a:lnTo>
                    <a:pt x="167451" y="355553"/>
                  </a:lnTo>
                  <a:lnTo>
                    <a:pt x="167131" y="355353"/>
                  </a:lnTo>
                  <a:lnTo>
                    <a:pt x="166685" y="355452"/>
                  </a:lnTo>
                  <a:lnTo>
                    <a:pt x="165966" y="356073"/>
                  </a:lnTo>
                  <a:lnTo>
                    <a:pt x="165284" y="356802"/>
                  </a:lnTo>
                  <a:lnTo>
                    <a:pt x="164745" y="356864"/>
                  </a:lnTo>
                  <a:lnTo>
                    <a:pt x="164193" y="356522"/>
                  </a:lnTo>
                  <a:lnTo>
                    <a:pt x="163665" y="356076"/>
                  </a:lnTo>
                  <a:lnTo>
                    <a:pt x="161859" y="355446"/>
                  </a:lnTo>
                  <a:lnTo>
                    <a:pt x="161048" y="355350"/>
                  </a:lnTo>
                  <a:lnTo>
                    <a:pt x="159603" y="355458"/>
                  </a:lnTo>
                  <a:lnTo>
                    <a:pt x="158425" y="355327"/>
                  </a:lnTo>
                  <a:lnTo>
                    <a:pt x="158239" y="355135"/>
                  </a:lnTo>
                  <a:lnTo>
                    <a:pt x="158245" y="354784"/>
                  </a:lnTo>
                  <a:lnTo>
                    <a:pt x="158419" y="354101"/>
                  </a:lnTo>
                  <a:lnTo>
                    <a:pt x="158522" y="353426"/>
                  </a:lnTo>
                  <a:lnTo>
                    <a:pt x="158382" y="353044"/>
                  </a:lnTo>
                  <a:lnTo>
                    <a:pt x="157176" y="352572"/>
                  </a:lnTo>
                  <a:lnTo>
                    <a:pt x="156076" y="352233"/>
                  </a:lnTo>
                  <a:lnTo>
                    <a:pt x="154908" y="352106"/>
                  </a:lnTo>
                  <a:lnTo>
                    <a:pt x="154121" y="352343"/>
                  </a:lnTo>
                  <a:lnTo>
                    <a:pt x="153355" y="352871"/>
                  </a:lnTo>
                  <a:lnTo>
                    <a:pt x="152720" y="353821"/>
                  </a:lnTo>
                  <a:lnTo>
                    <a:pt x="151802" y="354238"/>
                  </a:lnTo>
                  <a:lnTo>
                    <a:pt x="150706" y="354948"/>
                  </a:lnTo>
                  <a:lnTo>
                    <a:pt x="150174" y="355610"/>
                  </a:lnTo>
                  <a:lnTo>
                    <a:pt x="149372" y="357030"/>
                  </a:lnTo>
                  <a:lnTo>
                    <a:pt x="148206" y="358773"/>
                  </a:lnTo>
                  <a:lnTo>
                    <a:pt x="147145" y="360473"/>
                  </a:lnTo>
                  <a:lnTo>
                    <a:pt x="146595" y="362129"/>
                  </a:lnTo>
                  <a:lnTo>
                    <a:pt x="145868" y="363171"/>
                  </a:lnTo>
                  <a:lnTo>
                    <a:pt x="145130" y="363922"/>
                  </a:lnTo>
                  <a:lnTo>
                    <a:pt x="144599" y="365986"/>
                  </a:lnTo>
                  <a:lnTo>
                    <a:pt x="144042" y="365333"/>
                  </a:lnTo>
                  <a:lnTo>
                    <a:pt x="143402" y="364398"/>
                  </a:lnTo>
                  <a:lnTo>
                    <a:pt x="143252" y="363115"/>
                  </a:lnTo>
                  <a:lnTo>
                    <a:pt x="144017" y="359691"/>
                  </a:lnTo>
                  <a:lnTo>
                    <a:pt x="144196" y="358278"/>
                  </a:lnTo>
                  <a:lnTo>
                    <a:pt x="144005" y="357739"/>
                  </a:lnTo>
                  <a:lnTo>
                    <a:pt x="143770" y="356349"/>
                  </a:lnTo>
                  <a:lnTo>
                    <a:pt x="143321" y="355892"/>
                  </a:lnTo>
                  <a:lnTo>
                    <a:pt x="142042" y="355165"/>
                  </a:lnTo>
                  <a:lnTo>
                    <a:pt x="141633" y="355144"/>
                  </a:lnTo>
                  <a:lnTo>
                    <a:pt x="141196" y="355646"/>
                  </a:lnTo>
                  <a:lnTo>
                    <a:pt x="140765" y="355965"/>
                  </a:lnTo>
                  <a:lnTo>
                    <a:pt x="140196" y="356283"/>
                  </a:lnTo>
                  <a:lnTo>
                    <a:pt x="138769" y="356881"/>
                  </a:lnTo>
                  <a:lnTo>
                    <a:pt x="137501" y="357158"/>
                  </a:lnTo>
                  <a:lnTo>
                    <a:pt x="137197" y="357381"/>
                  </a:lnTo>
                  <a:lnTo>
                    <a:pt x="137102" y="357778"/>
                  </a:lnTo>
                  <a:lnTo>
                    <a:pt x="137204" y="358251"/>
                  </a:lnTo>
                  <a:lnTo>
                    <a:pt x="136387" y="358072"/>
                  </a:lnTo>
                  <a:lnTo>
                    <a:pt x="135536" y="357969"/>
                  </a:lnTo>
                  <a:lnTo>
                    <a:pt x="134848" y="358035"/>
                  </a:lnTo>
                  <a:lnTo>
                    <a:pt x="133164" y="358937"/>
                  </a:lnTo>
                  <a:lnTo>
                    <a:pt x="132595" y="359024"/>
                  </a:lnTo>
                  <a:lnTo>
                    <a:pt x="131958" y="358931"/>
                  </a:lnTo>
                  <a:lnTo>
                    <a:pt x="131096" y="358903"/>
                  </a:lnTo>
                  <a:lnTo>
                    <a:pt x="129456" y="358930"/>
                  </a:lnTo>
                  <a:lnTo>
                    <a:pt x="128043" y="358701"/>
                  </a:lnTo>
                  <a:lnTo>
                    <a:pt x="126895" y="357441"/>
                  </a:lnTo>
                  <a:lnTo>
                    <a:pt x="126079" y="356886"/>
                  </a:lnTo>
                  <a:lnTo>
                    <a:pt x="125214" y="356458"/>
                  </a:lnTo>
                  <a:lnTo>
                    <a:pt x="124343" y="356138"/>
                  </a:lnTo>
                  <a:lnTo>
                    <a:pt x="124052" y="355461"/>
                  </a:lnTo>
                  <a:lnTo>
                    <a:pt x="123777" y="355122"/>
                  </a:lnTo>
                  <a:lnTo>
                    <a:pt x="123057" y="355009"/>
                  </a:lnTo>
                  <a:lnTo>
                    <a:pt x="122490" y="355258"/>
                  </a:lnTo>
                  <a:lnTo>
                    <a:pt x="122134" y="356955"/>
                  </a:lnTo>
                  <a:lnTo>
                    <a:pt x="121832" y="357289"/>
                  </a:lnTo>
                  <a:lnTo>
                    <a:pt x="121111" y="357441"/>
                  </a:lnTo>
                  <a:lnTo>
                    <a:pt x="120353" y="357011"/>
                  </a:lnTo>
                  <a:lnTo>
                    <a:pt x="119306" y="356138"/>
                  </a:lnTo>
                  <a:lnTo>
                    <a:pt x="118893" y="355167"/>
                  </a:lnTo>
                  <a:lnTo>
                    <a:pt x="118540" y="354851"/>
                  </a:lnTo>
                  <a:lnTo>
                    <a:pt x="117989" y="355280"/>
                  </a:lnTo>
                  <a:lnTo>
                    <a:pt x="117958" y="356522"/>
                  </a:lnTo>
                  <a:lnTo>
                    <a:pt x="117851" y="357357"/>
                  </a:lnTo>
                  <a:lnTo>
                    <a:pt x="117193" y="357696"/>
                  </a:lnTo>
                  <a:lnTo>
                    <a:pt x="116810" y="357447"/>
                  </a:lnTo>
                  <a:lnTo>
                    <a:pt x="116503" y="356590"/>
                  </a:lnTo>
                  <a:lnTo>
                    <a:pt x="115733" y="354558"/>
                  </a:lnTo>
                  <a:lnTo>
                    <a:pt x="114969" y="353368"/>
                  </a:lnTo>
                  <a:lnTo>
                    <a:pt x="114201" y="352576"/>
                  </a:lnTo>
                  <a:lnTo>
                    <a:pt x="111668" y="352596"/>
                  </a:lnTo>
                  <a:lnTo>
                    <a:pt x="109790" y="352365"/>
                  </a:lnTo>
                  <a:lnTo>
                    <a:pt x="108942" y="352039"/>
                  </a:lnTo>
                  <a:lnTo>
                    <a:pt x="108621" y="351254"/>
                  </a:lnTo>
                  <a:lnTo>
                    <a:pt x="108933" y="349691"/>
                  </a:lnTo>
                  <a:lnTo>
                    <a:pt x="109299" y="348470"/>
                  </a:lnTo>
                  <a:lnTo>
                    <a:pt x="109288" y="348186"/>
                  </a:lnTo>
                  <a:lnTo>
                    <a:pt x="108979" y="348041"/>
                  </a:lnTo>
                  <a:lnTo>
                    <a:pt x="108437" y="347943"/>
                  </a:lnTo>
                  <a:lnTo>
                    <a:pt x="106412" y="348724"/>
                  </a:lnTo>
                  <a:lnTo>
                    <a:pt x="105862" y="348632"/>
                  </a:lnTo>
                  <a:lnTo>
                    <a:pt x="105507" y="348367"/>
                  </a:lnTo>
                  <a:lnTo>
                    <a:pt x="105080" y="348139"/>
                  </a:lnTo>
                  <a:lnTo>
                    <a:pt x="104725" y="347777"/>
                  </a:lnTo>
                  <a:lnTo>
                    <a:pt x="104478" y="347247"/>
                  </a:lnTo>
                  <a:lnTo>
                    <a:pt x="102726" y="345944"/>
                  </a:lnTo>
                  <a:lnTo>
                    <a:pt x="102209" y="345233"/>
                  </a:lnTo>
                  <a:lnTo>
                    <a:pt x="101275" y="344338"/>
                  </a:lnTo>
                  <a:lnTo>
                    <a:pt x="100486" y="343729"/>
                  </a:lnTo>
                  <a:lnTo>
                    <a:pt x="99984" y="341991"/>
                  </a:lnTo>
                  <a:lnTo>
                    <a:pt x="99532" y="340318"/>
                  </a:lnTo>
                  <a:lnTo>
                    <a:pt x="99282" y="339430"/>
                  </a:lnTo>
                  <a:lnTo>
                    <a:pt x="98530" y="338957"/>
                  </a:lnTo>
                  <a:lnTo>
                    <a:pt x="97716" y="338600"/>
                  </a:lnTo>
                  <a:lnTo>
                    <a:pt x="96340" y="339326"/>
                  </a:lnTo>
                  <a:lnTo>
                    <a:pt x="95211" y="339882"/>
                  </a:lnTo>
                  <a:lnTo>
                    <a:pt x="94382" y="339937"/>
                  </a:lnTo>
                  <a:lnTo>
                    <a:pt x="93182" y="338225"/>
                  </a:lnTo>
                  <a:lnTo>
                    <a:pt x="92222" y="336373"/>
                  </a:lnTo>
                  <a:lnTo>
                    <a:pt x="91087" y="334763"/>
                  </a:lnTo>
                  <a:lnTo>
                    <a:pt x="90333" y="333953"/>
                  </a:lnTo>
                  <a:lnTo>
                    <a:pt x="88994" y="333878"/>
                  </a:lnTo>
                  <a:lnTo>
                    <a:pt x="87483" y="332966"/>
                  </a:lnTo>
                  <a:lnTo>
                    <a:pt x="85464" y="330905"/>
                  </a:lnTo>
                  <a:lnTo>
                    <a:pt x="84004" y="329366"/>
                  </a:lnTo>
                  <a:lnTo>
                    <a:pt x="81489" y="327660"/>
                  </a:lnTo>
                  <a:lnTo>
                    <a:pt x="80905" y="326944"/>
                  </a:lnTo>
                  <a:lnTo>
                    <a:pt x="80682" y="326333"/>
                  </a:lnTo>
                  <a:lnTo>
                    <a:pt x="80337" y="325132"/>
                  </a:lnTo>
                  <a:lnTo>
                    <a:pt x="79811" y="323993"/>
                  </a:lnTo>
                  <a:lnTo>
                    <a:pt x="78028" y="323496"/>
                  </a:lnTo>
                  <a:lnTo>
                    <a:pt x="76013" y="323146"/>
                  </a:lnTo>
                  <a:lnTo>
                    <a:pt x="73887" y="323842"/>
                  </a:lnTo>
                  <a:lnTo>
                    <a:pt x="72353" y="327249"/>
                  </a:lnTo>
                  <a:lnTo>
                    <a:pt x="71616" y="327994"/>
                  </a:lnTo>
                  <a:lnTo>
                    <a:pt x="70984" y="328037"/>
                  </a:lnTo>
                  <a:lnTo>
                    <a:pt x="70466" y="327170"/>
                  </a:lnTo>
                  <a:lnTo>
                    <a:pt x="70037" y="326256"/>
                  </a:lnTo>
                  <a:lnTo>
                    <a:pt x="69803" y="325243"/>
                  </a:lnTo>
                  <a:lnTo>
                    <a:pt x="68744" y="324497"/>
                  </a:lnTo>
                  <a:lnTo>
                    <a:pt x="67544" y="323524"/>
                  </a:lnTo>
                  <a:lnTo>
                    <a:pt x="66933" y="322764"/>
                  </a:lnTo>
                  <a:lnTo>
                    <a:pt x="66240" y="322289"/>
                  </a:lnTo>
                  <a:lnTo>
                    <a:pt x="65598" y="322085"/>
                  </a:lnTo>
                  <a:lnTo>
                    <a:pt x="64354" y="321444"/>
                  </a:lnTo>
                  <a:lnTo>
                    <a:pt x="62948" y="320721"/>
                  </a:lnTo>
                  <a:lnTo>
                    <a:pt x="62288" y="320622"/>
                  </a:lnTo>
                  <a:lnTo>
                    <a:pt x="62241" y="320107"/>
                  </a:lnTo>
                  <a:lnTo>
                    <a:pt x="62439" y="319014"/>
                  </a:lnTo>
                  <a:lnTo>
                    <a:pt x="62318" y="317961"/>
                  </a:lnTo>
                  <a:lnTo>
                    <a:pt x="61893" y="317534"/>
                  </a:lnTo>
                  <a:lnTo>
                    <a:pt x="61250" y="317644"/>
                  </a:lnTo>
                  <a:lnTo>
                    <a:pt x="59690" y="316078"/>
                  </a:lnTo>
                  <a:lnTo>
                    <a:pt x="59267" y="315654"/>
                  </a:lnTo>
                  <a:lnTo>
                    <a:pt x="58536" y="315045"/>
                  </a:lnTo>
                  <a:lnTo>
                    <a:pt x="57303" y="315087"/>
                  </a:lnTo>
                  <a:lnTo>
                    <a:pt x="56368" y="315313"/>
                  </a:lnTo>
                  <a:lnTo>
                    <a:pt x="55684" y="314690"/>
                  </a:lnTo>
                  <a:lnTo>
                    <a:pt x="54694" y="313707"/>
                  </a:lnTo>
                  <a:lnTo>
                    <a:pt x="54516" y="313488"/>
                  </a:lnTo>
                  <a:lnTo>
                    <a:pt x="54224" y="313128"/>
                  </a:lnTo>
                  <a:lnTo>
                    <a:pt x="53219" y="311231"/>
                  </a:lnTo>
                  <a:lnTo>
                    <a:pt x="52032" y="308987"/>
                  </a:lnTo>
                  <a:lnTo>
                    <a:pt x="51432" y="308658"/>
                  </a:lnTo>
                  <a:lnTo>
                    <a:pt x="51124" y="308827"/>
                  </a:lnTo>
                  <a:lnTo>
                    <a:pt x="50772" y="310019"/>
                  </a:lnTo>
                  <a:lnTo>
                    <a:pt x="50508" y="309899"/>
                  </a:lnTo>
                  <a:lnTo>
                    <a:pt x="50068" y="309981"/>
                  </a:lnTo>
                  <a:lnTo>
                    <a:pt x="49548" y="310397"/>
                  </a:lnTo>
                  <a:lnTo>
                    <a:pt x="49047" y="310507"/>
                  </a:lnTo>
                  <a:lnTo>
                    <a:pt x="48727" y="310383"/>
                  </a:lnTo>
                  <a:lnTo>
                    <a:pt x="48592" y="310086"/>
                  </a:lnTo>
                  <a:lnTo>
                    <a:pt x="48735" y="308513"/>
                  </a:lnTo>
                  <a:lnTo>
                    <a:pt x="48433" y="308022"/>
                  </a:lnTo>
                  <a:lnTo>
                    <a:pt x="48701" y="306927"/>
                  </a:lnTo>
                  <a:lnTo>
                    <a:pt x="49154" y="305982"/>
                  </a:lnTo>
                  <a:lnTo>
                    <a:pt x="48690" y="305280"/>
                  </a:lnTo>
                  <a:lnTo>
                    <a:pt x="48118" y="304276"/>
                  </a:lnTo>
                  <a:lnTo>
                    <a:pt x="48057" y="303367"/>
                  </a:lnTo>
                  <a:lnTo>
                    <a:pt x="48367" y="302222"/>
                  </a:lnTo>
                  <a:lnTo>
                    <a:pt x="48516" y="301241"/>
                  </a:lnTo>
                  <a:lnTo>
                    <a:pt x="48422" y="300881"/>
                  </a:lnTo>
                  <a:lnTo>
                    <a:pt x="47970" y="300333"/>
                  </a:lnTo>
                  <a:lnTo>
                    <a:pt x="46249" y="297645"/>
                  </a:lnTo>
                  <a:lnTo>
                    <a:pt x="46157" y="297360"/>
                  </a:lnTo>
                  <a:lnTo>
                    <a:pt x="45865" y="296466"/>
                  </a:lnTo>
                  <a:lnTo>
                    <a:pt x="45733" y="295112"/>
                  </a:lnTo>
                  <a:lnTo>
                    <a:pt x="45507" y="294145"/>
                  </a:lnTo>
                  <a:lnTo>
                    <a:pt x="45244" y="293403"/>
                  </a:lnTo>
                  <a:lnTo>
                    <a:pt x="45264" y="293057"/>
                  </a:lnTo>
                  <a:lnTo>
                    <a:pt x="45460" y="292876"/>
                  </a:lnTo>
                  <a:lnTo>
                    <a:pt x="46538" y="292693"/>
                  </a:lnTo>
                  <a:lnTo>
                    <a:pt x="47533" y="292579"/>
                  </a:lnTo>
                  <a:lnTo>
                    <a:pt x="48189" y="292327"/>
                  </a:lnTo>
                  <a:lnTo>
                    <a:pt x="48528" y="292866"/>
                  </a:lnTo>
                  <a:lnTo>
                    <a:pt x="48687" y="293691"/>
                  </a:lnTo>
                  <a:lnTo>
                    <a:pt x="48855" y="294126"/>
                  </a:lnTo>
                  <a:lnTo>
                    <a:pt x="49485" y="294909"/>
                  </a:lnTo>
                  <a:lnTo>
                    <a:pt x="50252" y="295658"/>
                  </a:lnTo>
                  <a:lnTo>
                    <a:pt x="50996" y="295562"/>
                  </a:lnTo>
                  <a:lnTo>
                    <a:pt x="51652" y="295240"/>
                  </a:lnTo>
                  <a:lnTo>
                    <a:pt x="52223" y="294018"/>
                  </a:lnTo>
                  <a:lnTo>
                    <a:pt x="52626" y="293719"/>
                  </a:lnTo>
                  <a:lnTo>
                    <a:pt x="53091" y="293575"/>
                  </a:lnTo>
                  <a:lnTo>
                    <a:pt x="53067" y="292788"/>
                  </a:lnTo>
                  <a:lnTo>
                    <a:pt x="53231" y="290848"/>
                  </a:lnTo>
                  <a:lnTo>
                    <a:pt x="53175" y="290071"/>
                  </a:lnTo>
                  <a:lnTo>
                    <a:pt x="52963" y="289370"/>
                  </a:lnTo>
                  <a:lnTo>
                    <a:pt x="53001" y="288592"/>
                  </a:lnTo>
                  <a:lnTo>
                    <a:pt x="52932" y="287459"/>
                  </a:lnTo>
                  <a:lnTo>
                    <a:pt x="52395" y="286686"/>
                  </a:lnTo>
                  <a:lnTo>
                    <a:pt x="52046" y="286391"/>
                  </a:lnTo>
                  <a:lnTo>
                    <a:pt x="51991" y="285974"/>
                  </a:lnTo>
                  <a:lnTo>
                    <a:pt x="52170" y="285199"/>
                  </a:lnTo>
                  <a:lnTo>
                    <a:pt x="52297" y="284309"/>
                  </a:lnTo>
                  <a:lnTo>
                    <a:pt x="52083" y="283551"/>
                  </a:lnTo>
                  <a:lnTo>
                    <a:pt x="51648" y="283214"/>
                  </a:lnTo>
                  <a:lnTo>
                    <a:pt x="51138" y="282642"/>
                  </a:lnTo>
                  <a:lnTo>
                    <a:pt x="50531" y="281873"/>
                  </a:lnTo>
                  <a:lnTo>
                    <a:pt x="50231" y="281312"/>
                  </a:lnTo>
                  <a:lnTo>
                    <a:pt x="49742" y="280694"/>
                  </a:lnTo>
                  <a:lnTo>
                    <a:pt x="49144" y="279737"/>
                  </a:lnTo>
                  <a:lnTo>
                    <a:pt x="49031" y="277636"/>
                  </a:lnTo>
                  <a:lnTo>
                    <a:pt x="48973" y="275426"/>
                  </a:lnTo>
                  <a:lnTo>
                    <a:pt x="48764" y="274327"/>
                  </a:lnTo>
                  <a:lnTo>
                    <a:pt x="48433" y="272572"/>
                  </a:lnTo>
                  <a:lnTo>
                    <a:pt x="48481" y="271984"/>
                  </a:lnTo>
                  <a:lnTo>
                    <a:pt x="48682" y="271536"/>
                  </a:lnTo>
                  <a:lnTo>
                    <a:pt x="50373" y="270123"/>
                  </a:lnTo>
                  <a:lnTo>
                    <a:pt x="50740" y="269576"/>
                  </a:lnTo>
                  <a:lnTo>
                    <a:pt x="50801" y="269159"/>
                  </a:lnTo>
                  <a:lnTo>
                    <a:pt x="50736" y="268538"/>
                  </a:lnTo>
                  <a:lnTo>
                    <a:pt x="50417" y="267850"/>
                  </a:lnTo>
                  <a:lnTo>
                    <a:pt x="49740" y="267315"/>
                  </a:lnTo>
                  <a:lnTo>
                    <a:pt x="48777" y="266441"/>
                  </a:lnTo>
                  <a:lnTo>
                    <a:pt x="47904" y="265532"/>
                  </a:lnTo>
                  <a:lnTo>
                    <a:pt x="46437" y="264976"/>
                  </a:lnTo>
                  <a:lnTo>
                    <a:pt x="44651" y="264301"/>
                  </a:lnTo>
                  <a:lnTo>
                    <a:pt x="44226" y="263638"/>
                  </a:lnTo>
                  <a:lnTo>
                    <a:pt x="43792" y="262021"/>
                  </a:lnTo>
                  <a:lnTo>
                    <a:pt x="43057" y="259557"/>
                  </a:lnTo>
                  <a:lnTo>
                    <a:pt x="42275" y="256929"/>
                  </a:lnTo>
                  <a:lnTo>
                    <a:pt x="41673" y="255310"/>
                  </a:lnTo>
                  <a:lnTo>
                    <a:pt x="41645" y="254530"/>
                  </a:lnTo>
                  <a:lnTo>
                    <a:pt x="42007" y="252543"/>
                  </a:lnTo>
                  <a:lnTo>
                    <a:pt x="41962" y="252119"/>
                  </a:lnTo>
                  <a:lnTo>
                    <a:pt x="41647" y="251973"/>
                  </a:lnTo>
                  <a:lnTo>
                    <a:pt x="41046" y="252233"/>
                  </a:lnTo>
                  <a:lnTo>
                    <a:pt x="40564" y="252548"/>
                  </a:lnTo>
                  <a:lnTo>
                    <a:pt x="40153" y="252384"/>
                  </a:lnTo>
                  <a:lnTo>
                    <a:pt x="39660" y="251894"/>
                  </a:lnTo>
                  <a:lnTo>
                    <a:pt x="38947" y="252108"/>
                  </a:lnTo>
                  <a:lnTo>
                    <a:pt x="37514" y="252230"/>
                  </a:lnTo>
                  <a:lnTo>
                    <a:pt x="37017" y="252208"/>
                  </a:lnTo>
                  <a:lnTo>
                    <a:pt x="36321" y="252178"/>
                  </a:lnTo>
                  <a:lnTo>
                    <a:pt x="34886" y="251723"/>
                  </a:lnTo>
                  <a:lnTo>
                    <a:pt x="32949" y="251111"/>
                  </a:lnTo>
                  <a:lnTo>
                    <a:pt x="30951" y="250257"/>
                  </a:lnTo>
                  <a:lnTo>
                    <a:pt x="29892" y="249581"/>
                  </a:lnTo>
                  <a:lnTo>
                    <a:pt x="29519" y="249345"/>
                  </a:lnTo>
                  <a:lnTo>
                    <a:pt x="28614" y="248637"/>
                  </a:lnTo>
                  <a:lnTo>
                    <a:pt x="27967" y="248029"/>
                  </a:lnTo>
                  <a:lnTo>
                    <a:pt x="27852" y="246438"/>
                  </a:lnTo>
                  <a:lnTo>
                    <a:pt x="27386" y="246562"/>
                  </a:lnTo>
                  <a:lnTo>
                    <a:pt x="26286" y="247134"/>
                  </a:lnTo>
                  <a:lnTo>
                    <a:pt x="25017" y="247500"/>
                  </a:lnTo>
                  <a:lnTo>
                    <a:pt x="24319" y="247506"/>
                  </a:lnTo>
                  <a:lnTo>
                    <a:pt x="24035" y="247248"/>
                  </a:lnTo>
                  <a:lnTo>
                    <a:pt x="23614" y="245571"/>
                  </a:lnTo>
                  <a:lnTo>
                    <a:pt x="23307" y="245100"/>
                  </a:lnTo>
                  <a:lnTo>
                    <a:pt x="22735" y="244914"/>
                  </a:lnTo>
                  <a:lnTo>
                    <a:pt x="22117" y="244618"/>
                  </a:lnTo>
                  <a:lnTo>
                    <a:pt x="21807" y="244180"/>
                  </a:lnTo>
                  <a:lnTo>
                    <a:pt x="21736" y="243629"/>
                  </a:lnTo>
                  <a:lnTo>
                    <a:pt x="22013" y="242995"/>
                  </a:lnTo>
                  <a:lnTo>
                    <a:pt x="22340" y="242508"/>
                  </a:lnTo>
                  <a:lnTo>
                    <a:pt x="22394" y="239529"/>
                  </a:lnTo>
                  <a:lnTo>
                    <a:pt x="22181" y="238473"/>
                  </a:lnTo>
                  <a:lnTo>
                    <a:pt x="22002" y="237588"/>
                  </a:lnTo>
                  <a:lnTo>
                    <a:pt x="21548" y="236484"/>
                  </a:lnTo>
                  <a:lnTo>
                    <a:pt x="21125" y="235801"/>
                  </a:lnTo>
                  <a:lnTo>
                    <a:pt x="20481" y="235170"/>
                  </a:lnTo>
                  <a:lnTo>
                    <a:pt x="19487" y="234514"/>
                  </a:lnTo>
                  <a:lnTo>
                    <a:pt x="18603" y="234272"/>
                  </a:lnTo>
                  <a:lnTo>
                    <a:pt x="17530" y="234750"/>
                  </a:lnTo>
                  <a:lnTo>
                    <a:pt x="17189" y="234566"/>
                  </a:lnTo>
                  <a:lnTo>
                    <a:pt x="16741" y="232537"/>
                  </a:lnTo>
                  <a:lnTo>
                    <a:pt x="16455" y="232122"/>
                  </a:lnTo>
                  <a:lnTo>
                    <a:pt x="14549" y="231288"/>
                  </a:lnTo>
                  <a:lnTo>
                    <a:pt x="13685" y="231094"/>
                  </a:lnTo>
                  <a:lnTo>
                    <a:pt x="12694" y="231357"/>
                  </a:lnTo>
                  <a:lnTo>
                    <a:pt x="12128" y="231579"/>
                  </a:lnTo>
                  <a:lnTo>
                    <a:pt x="11673" y="231207"/>
                  </a:lnTo>
                  <a:lnTo>
                    <a:pt x="10962" y="230737"/>
                  </a:lnTo>
                  <a:lnTo>
                    <a:pt x="10263" y="230417"/>
                  </a:lnTo>
                  <a:lnTo>
                    <a:pt x="9397" y="230404"/>
                  </a:lnTo>
                  <a:lnTo>
                    <a:pt x="8837" y="230606"/>
                  </a:lnTo>
                  <a:lnTo>
                    <a:pt x="8695" y="230488"/>
                  </a:lnTo>
                  <a:lnTo>
                    <a:pt x="8426" y="230117"/>
                  </a:lnTo>
                  <a:lnTo>
                    <a:pt x="7273" y="228999"/>
                  </a:lnTo>
                  <a:lnTo>
                    <a:pt x="7236" y="228715"/>
                  </a:lnTo>
                  <a:lnTo>
                    <a:pt x="9003" y="227615"/>
                  </a:lnTo>
                  <a:lnTo>
                    <a:pt x="10043" y="227195"/>
                  </a:lnTo>
                  <a:lnTo>
                    <a:pt x="10706" y="226931"/>
                  </a:lnTo>
                  <a:lnTo>
                    <a:pt x="10975" y="227440"/>
                  </a:lnTo>
                  <a:lnTo>
                    <a:pt x="11664" y="227776"/>
                  </a:lnTo>
                  <a:lnTo>
                    <a:pt x="12147" y="227684"/>
                  </a:lnTo>
                  <a:lnTo>
                    <a:pt x="12401" y="227428"/>
                  </a:lnTo>
                  <a:lnTo>
                    <a:pt x="13255" y="226821"/>
                  </a:lnTo>
                  <a:lnTo>
                    <a:pt x="13923" y="226117"/>
                  </a:lnTo>
                  <a:lnTo>
                    <a:pt x="14299" y="225536"/>
                  </a:lnTo>
                  <a:lnTo>
                    <a:pt x="14097" y="224621"/>
                  </a:lnTo>
                  <a:lnTo>
                    <a:pt x="13047" y="223518"/>
                  </a:lnTo>
                  <a:lnTo>
                    <a:pt x="12379" y="222926"/>
                  </a:lnTo>
                  <a:lnTo>
                    <a:pt x="12175" y="222527"/>
                  </a:lnTo>
                  <a:lnTo>
                    <a:pt x="12346" y="221329"/>
                  </a:lnTo>
                  <a:lnTo>
                    <a:pt x="12591" y="220140"/>
                  </a:lnTo>
                  <a:lnTo>
                    <a:pt x="12431" y="219687"/>
                  </a:lnTo>
                  <a:lnTo>
                    <a:pt x="12232" y="219301"/>
                  </a:lnTo>
                  <a:lnTo>
                    <a:pt x="12142" y="218003"/>
                  </a:lnTo>
                  <a:lnTo>
                    <a:pt x="11685" y="216436"/>
                  </a:lnTo>
                  <a:lnTo>
                    <a:pt x="11185" y="215522"/>
                  </a:lnTo>
                  <a:lnTo>
                    <a:pt x="11048" y="214291"/>
                  </a:lnTo>
                  <a:lnTo>
                    <a:pt x="11019" y="213135"/>
                  </a:lnTo>
                  <a:lnTo>
                    <a:pt x="11623" y="211328"/>
                  </a:lnTo>
                  <a:lnTo>
                    <a:pt x="11400" y="210547"/>
                  </a:lnTo>
                  <a:lnTo>
                    <a:pt x="10763" y="209854"/>
                  </a:lnTo>
                  <a:lnTo>
                    <a:pt x="8578" y="208599"/>
                  </a:lnTo>
                  <a:lnTo>
                    <a:pt x="6339" y="207765"/>
                  </a:lnTo>
                  <a:lnTo>
                    <a:pt x="5487" y="207796"/>
                  </a:lnTo>
                  <a:lnTo>
                    <a:pt x="4957" y="207745"/>
                  </a:lnTo>
                  <a:lnTo>
                    <a:pt x="4333" y="208480"/>
                  </a:lnTo>
                  <a:lnTo>
                    <a:pt x="3957" y="209438"/>
                  </a:lnTo>
                  <a:lnTo>
                    <a:pt x="3431" y="209523"/>
                  </a:lnTo>
                  <a:lnTo>
                    <a:pt x="2477" y="209116"/>
                  </a:lnTo>
                  <a:lnTo>
                    <a:pt x="1838" y="208503"/>
                  </a:lnTo>
                  <a:lnTo>
                    <a:pt x="1388" y="207219"/>
                  </a:lnTo>
                  <a:lnTo>
                    <a:pt x="1035" y="205569"/>
                  </a:lnTo>
                  <a:lnTo>
                    <a:pt x="839" y="205052"/>
                  </a:lnTo>
                  <a:lnTo>
                    <a:pt x="941" y="204606"/>
                  </a:lnTo>
                  <a:lnTo>
                    <a:pt x="1160" y="204209"/>
                  </a:lnTo>
                  <a:lnTo>
                    <a:pt x="1771" y="203838"/>
                  </a:lnTo>
                  <a:lnTo>
                    <a:pt x="1872" y="203457"/>
                  </a:lnTo>
                  <a:lnTo>
                    <a:pt x="1781" y="202989"/>
                  </a:lnTo>
                  <a:lnTo>
                    <a:pt x="1290" y="202398"/>
                  </a:lnTo>
                  <a:lnTo>
                    <a:pt x="786" y="201561"/>
                  </a:lnTo>
                  <a:lnTo>
                    <a:pt x="0" y="199823"/>
                  </a:lnTo>
                  <a:lnTo>
                    <a:pt x="149" y="198865"/>
                  </a:lnTo>
                  <a:lnTo>
                    <a:pt x="274" y="197487"/>
                  </a:lnTo>
                  <a:lnTo>
                    <a:pt x="230" y="196759"/>
                  </a:lnTo>
                  <a:lnTo>
                    <a:pt x="1025" y="196572"/>
                  </a:lnTo>
                  <a:lnTo>
                    <a:pt x="2040" y="196199"/>
                  </a:lnTo>
                  <a:lnTo>
                    <a:pt x="2511" y="195581"/>
                  </a:lnTo>
                  <a:lnTo>
                    <a:pt x="2836" y="194950"/>
                  </a:lnTo>
                  <a:lnTo>
                    <a:pt x="2907" y="194560"/>
                  </a:lnTo>
                  <a:lnTo>
                    <a:pt x="2603" y="193053"/>
                  </a:lnTo>
                  <a:lnTo>
                    <a:pt x="2198" y="192379"/>
                  </a:lnTo>
                  <a:lnTo>
                    <a:pt x="2157" y="191859"/>
                  </a:lnTo>
                  <a:lnTo>
                    <a:pt x="2355" y="191461"/>
                  </a:lnTo>
                  <a:lnTo>
                    <a:pt x="2622" y="190774"/>
                  </a:lnTo>
                  <a:lnTo>
                    <a:pt x="3135" y="189367"/>
                  </a:lnTo>
                  <a:lnTo>
                    <a:pt x="3635" y="188470"/>
                  </a:lnTo>
                  <a:lnTo>
                    <a:pt x="3909" y="188243"/>
                  </a:lnTo>
                  <a:lnTo>
                    <a:pt x="4520" y="188035"/>
                  </a:lnTo>
                  <a:lnTo>
                    <a:pt x="6010" y="187788"/>
                  </a:lnTo>
                  <a:lnTo>
                    <a:pt x="7612" y="187158"/>
                  </a:lnTo>
                  <a:lnTo>
                    <a:pt x="9515" y="185275"/>
                  </a:lnTo>
                  <a:lnTo>
                    <a:pt x="10147" y="184739"/>
                  </a:lnTo>
                  <a:lnTo>
                    <a:pt x="10978" y="184470"/>
                  </a:lnTo>
                  <a:lnTo>
                    <a:pt x="11571" y="184489"/>
                  </a:lnTo>
                  <a:lnTo>
                    <a:pt x="11679" y="184260"/>
                  </a:lnTo>
                  <a:lnTo>
                    <a:pt x="11295" y="183095"/>
                  </a:lnTo>
                  <a:lnTo>
                    <a:pt x="11388" y="182672"/>
                  </a:lnTo>
                  <a:lnTo>
                    <a:pt x="11616" y="182340"/>
                  </a:lnTo>
                  <a:lnTo>
                    <a:pt x="11904" y="182188"/>
                  </a:lnTo>
                  <a:lnTo>
                    <a:pt x="13218" y="182802"/>
                  </a:lnTo>
                  <a:lnTo>
                    <a:pt x="14229" y="182738"/>
                  </a:lnTo>
                  <a:lnTo>
                    <a:pt x="15456" y="182373"/>
                  </a:lnTo>
                  <a:lnTo>
                    <a:pt x="18103" y="180319"/>
                  </a:lnTo>
                  <a:lnTo>
                    <a:pt x="18431" y="180351"/>
                  </a:lnTo>
                  <a:lnTo>
                    <a:pt x="18696" y="180629"/>
                  </a:lnTo>
                  <a:lnTo>
                    <a:pt x="19016" y="181866"/>
                  </a:lnTo>
                  <a:lnTo>
                    <a:pt x="19381" y="184479"/>
                  </a:lnTo>
                  <a:lnTo>
                    <a:pt x="19582" y="184806"/>
                  </a:lnTo>
                  <a:lnTo>
                    <a:pt x="21425" y="184842"/>
                  </a:lnTo>
                  <a:lnTo>
                    <a:pt x="22677" y="183891"/>
                  </a:lnTo>
                  <a:lnTo>
                    <a:pt x="23226" y="183666"/>
                  </a:lnTo>
                  <a:lnTo>
                    <a:pt x="24118" y="183821"/>
                  </a:lnTo>
                  <a:lnTo>
                    <a:pt x="24586" y="183375"/>
                  </a:lnTo>
                  <a:lnTo>
                    <a:pt x="25080" y="183063"/>
                  </a:lnTo>
                  <a:lnTo>
                    <a:pt x="25650" y="184158"/>
                  </a:lnTo>
                  <a:lnTo>
                    <a:pt x="26386" y="183635"/>
                  </a:lnTo>
                  <a:lnTo>
                    <a:pt x="27179" y="182802"/>
                  </a:lnTo>
                  <a:lnTo>
                    <a:pt x="27564" y="181941"/>
                  </a:lnTo>
                  <a:lnTo>
                    <a:pt x="28104" y="181011"/>
                  </a:lnTo>
                  <a:lnTo>
                    <a:pt x="28522" y="179833"/>
                  </a:lnTo>
                  <a:lnTo>
                    <a:pt x="28690" y="178719"/>
                  </a:lnTo>
                  <a:lnTo>
                    <a:pt x="28891" y="178197"/>
                  </a:lnTo>
                  <a:lnTo>
                    <a:pt x="29338" y="177661"/>
                  </a:lnTo>
                  <a:lnTo>
                    <a:pt x="30432" y="175370"/>
                  </a:lnTo>
                  <a:lnTo>
                    <a:pt x="31224" y="174787"/>
                  </a:lnTo>
                  <a:lnTo>
                    <a:pt x="31970" y="174577"/>
                  </a:lnTo>
                  <a:lnTo>
                    <a:pt x="33819" y="174974"/>
                  </a:lnTo>
                  <a:lnTo>
                    <a:pt x="34784" y="174923"/>
                  </a:lnTo>
                  <a:lnTo>
                    <a:pt x="37601" y="175224"/>
                  </a:lnTo>
                  <a:lnTo>
                    <a:pt x="38902" y="174785"/>
                  </a:lnTo>
                  <a:lnTo>
                    <a:pt x="39810" y="174348"/>
                  </a:lnTo>
                  <a:lnTo>
                    <a:pt x="41146" y="174417"/>
                  </a:lnTo>
                  <a:lnTo>
                    <a:pt x="42726" y="174069"/>
                  </a:lnTo>
                  <a:lnTo>
                    <a:pt x="44834" y="171198"/>
                  </a:lnTo>
                  <a:lnTo>
                    <a:pt x="44858" y="170588"/>
                  </a:lnTo>
                  <a:lnTo>
                    <a:pt x="44986" y="169940"/>
                  </a:lnTo>
                  <a:lnTo>
                    <a:pt x="45748" y="169300"/>
                  </a:lnTo>
                  <a:lnTo>
                    <a:pt x="46697" y="168714"/>
                  </a:lnTo>
                  <a:lnTo>
                    <a:pt x="48583" y="167312"/>
                  </a:lnTo>
                  <a:lnTo>
                    <a:pt x="52423" y="165093"/>
                  </a:lnTo>
                  <a:lnTo>
                    <a:pt x="53796" y="164205"/>
                  </a:lnTo>
                  <a:lnTo>
                    <a:pt x="54371" y="164230"/>
                  </a:lnTo>
                  <a:lnTo>
                    <a:pt x="55786" y="163673"/>
                  </a:lnTo>
                  <a:lnTo>
                    <a:pt x="58267" y="162586"/>
                  </a:lnTo>
                  <a:lnTo>
                    <a:pt x="58970" y="161235"/>
                  </a:lnTo>
                  <a:lnTo>
                    <a:pt x="59625" y="160967"/>
                  </a:lnTo>
                  <a:lnTo>
                    <a:pt x="62525" y="160724"/>
                  </a:lnTo>
                  <a:lnTo>
                    <a:pt x="62704" y="160570"/>
                  </a:lnTo>
                  <a:lnTo>
                    <a:pt x="62809" y="160342"/>
                  </a:lnTo>
                  <a:lnTo>
                    <a:pt x="62648" y="159365"/>
                  </a:lnTo>
                  <a:lnTo>
                    <a:pt x="62460" y="158525"/>
                  </a:lnTo>
                  <a:lnTo>
                    <a:pt x="62684" y="158277"/>
                  </a:lnTo>
                  <a:lnTo>
                    <a:pt x="62930" y="157892"/>
                  </a:lnTo>
                  <a:lnTo>
                    <a:pt x="62893" y="157352"/>
                  </a:lnTo>
                  <a:lnTo>
                    <a:pt x="62426" y="155605"/>
                  </a:lnTo>
                  <a:lnTo>
                    <a:pt x="62176" y="153946"/>
                  </a:lnTo>
                  <a:lnTo>
                    <a:pt x="62011" y="152451"/>
                  </a:lnTo>
                  <a:lnTo>
                    <a:pt x="62041" y="151893"/>
                  </a:lnTo>
                  <a:lnTo>
                    <a:pt x="62393" y="150932"/>
                  </a:lnTo>
                  <a:lnTo>
                    <a:pt x="62847" y="150056"/>
                  </a:lnTo>
                  <a:lnTo>
                    <a:pt x="64491" y="149240"/>
                  </a:lnTo>
                  <a:lnTo>
                    <a:pt x="65578" y="148993"/>
                  </a:lnTo>
                  <a:lnTo>
                    <a:pt x="65624" y="148459"/>
                  </a:lnTo>
                  <a:lnTo>
                    <a:pt x="64743" y="148127"/>
                  </a:lnTo>
                  <a:lnTo>
                    <a:pt x="64107" y="147594"/>
                  </a:lnTo>
                  <a:lnTo>
                    <a:pt x="63992" y="147289"/>
                  </a:lnTo>
                  <a:lnTo>
                    <a:pt x="64023" y="146943"/>
                  </a:lnTo>
                  <a:lnTo>
                    <a:pt x="64171" y="146627"/>
                  </a:lnTo>
                  <a:lnTo>
                    <a:pt x="65276" y="146031"/>
                  </a:lnTo>
                  <a:lnTo>
                    <a:pt x="66317" y="145439"/>
                  </a:lnTo>
                  <a:lnTo>
                    <a:pt x="67586" y="145798"/>
                  </a:lnTo>
                  <a:lnTo>
                    <a:pt x="67837" y="145569"/>
                  </a:lnTo>
                  <a:lnTo>
                    <a:pt x="67913" y="144974"/>
                  </a:lnTo>
                  <a:lnTo>
                    <a:pt x="67641" y="144378"/>
                  </a:lnTo>
                  <a:lnTo>
                    <a:pt x="67384" y="143402"/>
                  </a:lnTo>
                  <a:lnTo>
                    <a:pt x="66797" y="142903"/>
                  </a:lnTo>
                  <a:lnTo>
                    <a:pt x="66775" y="142305"/>
                  </a:lnTo>
                  <a:lnTo>
                    <a:pt x="67138" y="141271"/>
                  </a:lnTo>
                  <a:lnTo>
                    <a:pt x="66636" y="139359"/>
                  </a:lnTo>
                  <a:lnTo>
                    <a:pt x="66094" y="137672"/>
                  </a:lnTo>
                  <a:lnTo>
                    <a:pt x="65172" y="134785"/>
                  </a:lnTo>
                  <a:lnTo>
                    <a:pt x="64562" y="133953"/>
                  </a:lnTo>
                  <a:lnTo>
                    <a:pt x="64224" y="132622"/>
                  </a:lnTo>
                  <a:lnTo>
                    <a:pt x="63841" y="131923"/>
                  </a:lnTo>
                  <a:lnTo>
                    <a:pt x="63876" y="130891"/>
                  </a:lnTo>
                  <a:lnTo>
                    <a:pt x="63936" y="130166"/>
                  </a:lnTo>
                  <a:lnTo>
                    <a:pt x="63837" y="128726"/>
                  </a:lnTo>
                  <a:lnTo>
                    <a:pt x="63661" y="127166"/>
                  </a:lnTo>
                  <a:lnTo>
                    <a:pt x="63839" y="125581"/>
                  </a:lnTo>
                  <a:lnTo>
                    <a:pt x="64179" y="124537"/>
                  </a:lnTo>
                  <a:lnTo>
                    <a:pt x="64088" y="124138"/>
                  </a:lnTo>
                  <a:lnTo>
                    <a:pt x="64269" y="123839"/>
                  </a:lnTo>
                  <a:lnTo>
                    <a:pt x="64788" y="123739"/>
                  </a:lnTo>
                  <a:lnTo>
                    <a:pt x="65035" y="123312"/>
                  </a:lnTo>
                  <a:lnTo>
                    <a:pt x="64788" y="122874"/>
                  </a:lnTo>
                  <a:lnTo>
                    <a:pt x="63893" y="122536"/>
                  </a:lnTo>
                  <a:lnTo>
                    <a:pt x="62893" y="122009"/>
                  </a:lnTo>
                  <a:lnTo>
                    <a:pt x="61689" y="122069"/>
                  </a:lnTo>
                  <a:lnTo>
                    <a:pt x="60453" y="122161"/>
                  </a:lnTo>
                  <a:lnTo>
                    <a:pt x="59837" y="121770"/>
                  </a:lnTo>
                  <a:lnTo>
                    <a:pt x="59300" y="121273"/>
                  </a:lnTo>
                  <a:lnTo>
                    <a:pt x="59267" y="120953"/>
                  </a:lnTo>
                  <a:lnTo>
                    <a:pt x="60008" y="120112"/>
                  </a:lnTo>
                  <a:lnTo>
                    <a:pt x="61039" y="119242"/>
                  </a:lnTo>
                  <a:lnTo>
                    <a:pt x="62638" y="118858"/>
                  </a:lnTo>
                  <a:lnTo>
                    <a:pt x="64405" y="118285"/>
                  </a:lnTo>
                  <a:lnTo>
                    <a:pt x="65297" y="117868"/>
                  </a:lnTo>
                  <a:lnTo>
                    <a:pt x="66485" y="117568"/>
                  </a:lnTo>
                  <a:lnTo>
                    <a:pt x="67860" y="117442"/>
                  </a:lnTo>
                  <a:lnTo>
                    <a:pt x="68552" y="117529"/>
                  </a:lnTo>
                  <a:lnTo>
                    <a:pt x="70322" y="116973"/>
                  </a:lnTo>
                  <a:lnTo>
                    <a:pt x="73107" y="115898"/>
                  </a:lnTo>
                  <a:lnTo>
                    <a:pt x="75636" y="114997"/>
                  </a:lnTo>
                  <a:lnTo>
                    <a:pt x="76487" y="114459"/>
                  </a:lnTo>
                  <a:lnTo>
                    <a:pt x="77120" y="114997"/>
                  </a:lnTo>
                  <a:lnTo>
                    <a:pt x="77411" y="116180"/>
                  </a:lnTo>
                  <a:lnTo>
                    <a:pt x="78147" y="116793"/>
                  </a:lnTo>
                  <a:lnTo>
                    <a:pt x="78880" y="117089"/>
                  </a:lnTo>
                  <a:lnTo>
                    <a:pt x="79299" y="117074"/>
                  </a:lnTo>
                  <a:lnTo>
                    <a:pt x="80562" y="116614"/>
                  </a:lnTo>
                  <a:lnTo>
                    <a:pt x="81923" y="116276"/>
                  </a:lnTo>
                  <a:lnTo>
                    <a:pt x="82461" y="116461"/>
                  </a:lnTo>
                  <a:lnTo>
                    <a:pt x="83154" y="117066"/>
                  </a:lnTo>
                  <a:lnTo>
                    <a:pt x="83930" y="117608"/>
                  </a:lnTo>
                  <a:lnTo>
                    <a:pt x="84335" y="117582"/>
                  </a:lnTo>
                  <a:lnTo>
                    <a:pt x="84689" y="117164"/>
                  </a:lnTo>
                  <a:lnTo>
                    <a:pt x="85049" y="116320"/>
                  </a:lnTo>
                  <a:lnTo>
                    <a:pt x="85277" y="115244"/>
                  </a:lnTo>
                  <a:lnTo>
                    <a:pt x="85321" y="114110"/>
                  </a:lnTo>
                  <a:lnTo>
                    <a:pt x="85187" y="113415"/>
                  </a:lnTo>
                  <a:lnTo>
                    <a:pt x="84912" y="113159"/>
                  </a:lnTo>
                  <a:lnTo>
                    <a:pt x="83674" y="112749"/>
                  </a:lnTo>
                  <a:lnTo>
                    <a:pt x="82491" y="112080"/>
                  </a:lnTo>
                  <a:lnTo>
                    <a:pt x="82355" y="111469"/>
                  </a:lnTo>
                  <a:lnTo>
                    <a:pt x="82383" y="111034"/>
                  </a:lnTo>
                  <a:lnTo>
                    <a:pt x="82695" y="109966"/>
                  </a:lnTo>
                  <a:lnTo>
                    <a:pt x="83466" y="108008"/>
                  </a:lnTo>
                  <a:lnTo>
                    <a:pt x="84242" y="105303"/>
                  </a:lnTo>
                  <a:lnTo>
                    <a:pt x="84652" y="103171"/>
                  </a:lnTo>
                  <a:lnTo>
                    <a:pt x="85950" y="99991"/>
                  </a:lnTo>
                  <a:lnTo>
                    <a:pt x="86970" y="96674"/>
                  </a:lnTo>
                  <a:lnTo>
                    <a:pt x="88624" y="91910"/>
                  </a:lnTo>
                  <a:lnTo>
                    <a:pt x="88901" y="90969"/>
                  </a:lnTo>
                  <a:lnTo>
                    <a:pt x="89052" y="89463"/>
                  </a:lnTo>
                  <a:lnTo>
                    <a:pt x="89141" y="88843"/>
                  </a:lnTo>
                  <a:lnTo>
                    <a:pt x="89716" y="88516"/>
                  </a:lnTo>
                  <a:lnTo>
                    <a:pt x="90688" y="88834"/>
                  </a:lnTo>
                  <a:lnTo>
                    <a:pt x="93058" y="89921"/>
                  </a:lnTo>
                  <a:lnTo>
                    <a:pt x="94861" y="90834"/>
                  </a:lnTo>
                  <a:lnTo>
                    <a:pt x="95616" y="91143"/>
                  </a:lnTo>
                  <a:lnTo>
                    <a:pt x="96739" y="91466"/>
                  </a:lnTo>
                  <a:lnTo>
                    <a:pt x="98474" y="91848"/>
                  </a:lnTo>
                  <a:lnTo>
                    <a:pt x="99477" y="91735"/>
                  </a:lnTo>
                  <a:lnTo>
                    <a:pt x="100358" y="91510"/>
                  </a:lnTo>
                  <a:lnTo>
                    <a:pt x="101529" y="91490"/>
                  </a:lnTo>
                  <a:lnTo>
                    <a:pt x="103360" y="91774"/>
                  </a:lnTo>
                  <a:lnTo>
                    <a:pt x="103926" y="91786"/>
                  </a:lnTo>
                  <a:lnTo>
                    <a:pt x="104629" y="91822"/>
                  </a:lnTo>
                  <a:lnTo>
                    <a:pt x="105130" y="92282"/>
                  </a:lnTo>
                  <a:lnTo>
                    <a:pt x="105380" y="93328"/>
                  </a:lnTo>
                  <a:lnTo>
                    <a:pt x="105760" y="93798"/>
                  </a:lnTo>
                  <a:lnTo>
                    <a:pt x="106442" y="93624"/>
                  </a:lnTo>
                  <a:lnTo>
                    <a:pt x="107899" y="92702"/>
                  </a:lnTo>
                  <a:lnTo>
                    <a:pt x="108829" y="91977"/>
                  </a:lnTo>
                  <a:lnTo>
                    <a:pt x="109992" y="90929"/>
                  </a:lnTo>
                  <a:lnTo>
                    <a:pt x="111145" y="90785"/>
                  </a:lnTo>
                  <a:lnTo>
                    <a:pt x="112370" y="90550"/>
                  </a:lnTo>
                  <a:lnTo>
                    <a:pt x="112795" y="90031"/>
                  </a:lnTo>
                  <a:lnTo>
                    <a:pt x="113245" y="88808"/>
                  </a:lnTo>
                  <a:lnTo>
                    <a:pt x="113996" y="87885"/>
                  </a:lnTo>
                  <a:lnTo>
                    <a:pt x="114120" y="86717"/>
                  </a:lnTo>
                  <a:lnTo>
                    <a:pt x="113855" y="85893"/>
                  </a:lnTo>
                  <a:lnTo>
                    <a:pt x="113333" y="84551"/>
                  </a:lnTo>
                  <a:lnTo>
                    <a:pt x="113349" y="83647"/>
                  </a:lnTo>
                  <a:lnTo>
                    <a:pt x="113097" y="81025"/>
                  </a:lnTo>
                  <a:lnTo>
                    <a:pt x="112760" y="78665"/>
                  </a:lnTo>
                  <a:lnTo>
                    <a:pt x="113103" y="76765"/>
                  </a:lnTo>
                  <a:lnTo>
                    <a:pt x="113709" y="74643"/>
                  </a:lnTo>
                  <a:lnTo>
                    <a:pt x="113948" y="73994"/>
                  </a:lnTo>
                  <a:lnTo>
                    <a:pt x="114332" y="73139"/>
                  </a:lnTo>
                  <a:lnTo>
                    <a:pt x="114873" y="72118"/>
                  </a:lnTo>
                  <a:lnTo>
                    <a:pt x="115635" y="71797"/>
                  </a:lnTo>
                  <a:lnTo>
                    <a:pt x="117775" y="71578"/>
                  </a:lnTo>
                  <a:lnTo>
                    <a:pt x="119757" y="71149"/>
                  </a:lnTo>
                  <a:lnTo>
                    <a:pt x="120769" y="70707"/>
                  </a:lnTo>
                  <a:lnTo>
                    <a:pt x="121817" y="70440"/>
                  </a:lnTo>
                  <a:lnTo>
                    <a:pt x="122442" y="70115"/>
                  </a:lnTo>
                  <a:lnTo>
                    <a:pt x="123524" y="68624"/>
                  </a:lnTo>
                  <a:lnTo>
                    <a:pt x="124037" y="67764"/>
                  </a:lnTo>
                  <a:lnTo>
                    <a:pt x="124414" y="65483"/>
                  </a:lnTo>
                  <a:lnTo>
                    <a:pt x="124137" y="64386"/>
                  </a:lnTo>
                  <a:lnTo>
                    <a:pt x="124369" y="63417"/>
                  </a:lnTo>
                  <a:lnTo>
                    <a:pt x="124891" y="62847"/>
                  </a:lnTo>
                  <a:lnTo>
                    <a:pt x="125626" y="62277"/>
                  </a:lnTo>
                  <a:lnTo>
                    <a:pt x="126118" y="62180"/>
                  </a:lnTo>
                  <a:lnTo>
                    <a:pt x="127164" y="62008"/>
                  </a:lnTo>
                  <a:lnTo>
                    <a:pt x="128881" y="62064"/>
                  </a:lnTo>
                  <a:lnTo>
                    <a:pt x="129759" y="62344"/>
                  </a:lnTo>
                  <a:lnTo>
                    <a:pt x="130647" y="62472"/>
                  </a:lnTo>
                  <a:lnTo>
                    <a:pt x="131210" y="62265"/>
                  </a:lnTo>
                  <a:lnTo>
                    <a:pt x="131585" y="61833"/>
                  </a:lnTo>
                  <a:lnTo>
                    <a:pt x="132160" y="61694"/>
                  </a:lnTo>
                  <a:lnTo>
                    <a:pt x="133028" y="61487"/>
                  </a:lnTo>
                  <a:lnTo>
                    <a:pt x="133919" y="61228"/>
                  </a:lnTo>
                  <a:lnTo>
                    <a:pt x="134409" y="61277"/>
                  </a:lnTo>
                  <a:lnTo>
                    <a:pt x="134512" y="61918"/>
                  </a:lnTo>
                  <a:lnTo>
                    <a:pt x="134428" y="62421"/>
                  </a:lnTo>
                  <a:lnTo>
                    <a:pt x="134602" y="63095"/>
                  </a:lnTo>
                  <a:lnTo>
                    <a:pt x="134956" y="63539"/>
                  </a:lnTo>
                  <a:lnTo>
                    <a:pt x="134840" y="64021"/>
                  </a:lnTo>
                  <a:lnTo>
                    <a:pt x="134338" y="64301"/>
                  </a:lnTo>
                  <a:lnTo>
                    <a:pt x="133845" y="64677"/>
                  </a:lnTo>
                  <a:lnTo>
                    <a:pt x="133736" y="65192"/>
                  </a:lnTo>
                  <a:lnTo>
                    <a:pt x="134361" y="65832"/>
                  </a:lnTo>
                  <a:lnTo>
                    <a:pt x="134575" y="66447"/>
                  </a:lnTo>
                  <a:lnTo>
                    <a:pt x="135619" y="66814"/>
                  </a:lnTo>
                  <a:lnTo>
                    <a:pt x="136430" y="67229"/>
                  </a:lnTo>
                  <a:lnTo>
                    <a:pt x="136734" y="67625"/>
                  </a:lnTo>
                  <a:lnTo>
                    <a:pt x="136641" y="68073"/>
                  </a:lnTo>
                  <a:lnTo>
                    <a:pt x="136267" y="68556"/>
                  </a:lnTo>
                  <a:lnTo>
                    <a:pt x="135903" y="69073"/>
                  </a:lnTo>
                  <a:lnTo>
                    <a:pt x="135857" y="69384"/>
                  </a:lnTo>
                  <a:lnTo>
                    <a:pt x="135974" y="69746"/>
                  </a:lnTo>
                  <a:lnTo>
                    <a:pt x="136758" y="69987"/>
                  </a:lnTo>
                  <a:lnTo>
                    <a:pt x="137663" y="70388"/>
                  </a:lnTo>
                  <a:lnTo>
                    <a:pt x="139098" y="70904"/>
                  </a:lnTo>
                  <a:lnTo>
                    <a:pt x="140082" y="71862"/>
                  </a:lnTo>
                  <a:lnTo>
                    <a:pt x="141058" y="72126"/>
                  </a:lnTo>
                  <a:lnTo>
                    <a:pt x="141528" y="73061"/>
                  </a:lnTo>
                  <a:lnTo>
                    <a:pt x="141615" y="74418"/>
                  </a:lnTo>
                  <a:lnTo>
                    <a:pt x="142617" y="75110"/>
                  </a:lnTo>
                  <a:lnTo>
                    <a:pt x="144097" y="76070"/>
                  </a:lnTo>
                  <a:lnTo>
                    <a:pt x="144849" y="76247"/>
                  </a:lnTo>
                  <a:lnTo>
                    <a:pt x="145353" y="76792"/>
                  </a:lnTo>
                  <a:lnTo>
                    <a:pt x="146077" y="77453"/>
                  </a:lnTo>
                  <a:lnTo>
                    <a:pt x="146721" y="77660"/>
                  </a:lnTo>
                  <a:lnTo>
                    <a:pt x="147484" y="77755"/>
                  </a:lnTo>
                  <a:lnTo>
                    <a:pt x="148748" y="77142"/>
                  </a:lnTo>
                  <a:lnTo>
                    <a:pt x="150160" y="77083"/>
                  </a:lnTo>
                  <a:lnTo>
                    <a:pt x="150934" y="77433"/>
                  </a:lnTo>
                  <a:lnTo>
                    <a:pt x="151667" y="78757"/>
                  </a:lnTo>
                  <a:lnTo>
                    <a:pt x="152184" y="79174"/>
                  </a:lnTo>
                  <a:lnTo>
                    <a:pt x="152491" y="79546"/>
                  </a:lnTo>
                  <a:lnTo>
                    <a:pt x="152988" y="79901"/>
                  </a:lnTo>
                  <a:lnTo>
                    <a:pt x="153492" y="79953"/>
                  </a:lnTo>
                  <a:lnTo>
                    <a:pt x="154240" y="79660"/>
                  </a:lnTo>
                  <a:lnTo>
                    <a:pt x="154697" y="79074"/>
                  </a:lnTo>
                  <a:lnTo>
                    <a:pt x="155352" y="79195"/>
                  </a:lnTo>
                  <a:lnTo>
                    <a:pt x="155597" y="79574"/>
                  </a:lnTo>
                  <a:lnTo>
                    <a:pt x="155718" y="80228"/>
                  </a:lnTo>
                  <a:lnTo>
                    <a:pt x="156064" y="81040"/>
                  </a:lnTo>
                  <a:lnTo>
                    <a:pt x="156895" y="81644"/>
                  </a:lnTo>
                  <a:lnTo>
                    <a:pt x="158051" y="82005"/>
                  </a:lnTo>
                  <a:lnTo>
                    <a:pt x="158216" y="82298"/>
                  </a:lnTo>
                  <a:lnTo>
                    <a:pt x="158375" y="83110"/>
                  </a:lnTo>
                  <a:lnTo>
                    <a:pt x="158689" y="83672"/>
                  </a:lnTo>
                  <a:lnTo>
                    <a:pt x="159110" y="84405"/>
                  </a:lnTo>
                  <a:lnTo>
                    <a:pt x="159510" y="85744"/>
                  </a:lnTo>
                  <a:lnTo>
                    <a:pt x="159595" y="86850"/>
                  </a:lnTo>
                  <a:lnTo>
                    <a:pt x="159782" y="87459"/>
                  </a:lnTo>
                  <a:lnTo>
                    <a:pt x="160319" y="88451"/>
                  </a:lnTo>
                  <a:lnTo>
                    <a:pt x="161174" y="90038"/>
                  </a:lnTo>
                  <a:lnTo>
                    <a:pt x="161857" y="91383"/>
                  </a:lnTo>
                  <a:lnTo>
                    <a:pt x="162647" y="91643"/>
                  </a:lnTo>
                  <a:lnTo>
                    <a:pt x="163318" y="92071"/>
                  </a:lnTo>
                  <a:lnTo>
                    <a:pt x="163702" y="93065"/>
                  </a:lnTo>
                  <a:lnTo>
                    <a:pt x="164413" y="94937"/>
                  </a:lnTo>
                  <a:lnTo>
                    <a:pt x="164528" y="96164"/>
                  </a:lnTo>
                  <a:lnTo>
                    <a:pt x="164589" y="97075"/>
                  </a:lnTo>
                  <a:lnTo>
                    <a:pt x="164822" y="97489"/>
                  </a:lnTo>
                  <a:lnTo>
                    <a:pt x="164869" y="98006"/>
                  </a:lnTo>
                  <a:lnTo>
                    <a:pt x="164278" y="99973"/>
                  </a:lnTo>
                  <a:lnTo>
                    <a:pt x="163775" y="100861"/>
                  </a:lnTo>
                  <a:lnTo>
                    <a:pt x="163711" y="101609"/>
                  </a:lnTo>
                  <a:lnTo>
                    <a:pt x="164052" y="102911"/>
                  </a:lnTo>
                  <a:lnTo>
                    <a:pt x="164518" y="103920"/>
                  </a:lnTo>
                  <a:lnTo>
                    <a:pt x="164565" y="104885"/>
                  </a:lnTo>
                  <a:lnTo>
                    <a:pt x="164168" y="105593"/>
                  </a:lnTo>
                  <a:lnTo>
                    <a:pt x="163480" y="106477"/>
                  </a:lnTo>
                  <a:lnTo>
                    <a:pt x="163152" y="106983"/>
                  </a:lnTo>
                  <a:lnTo>
                    <a:pt x="162617" y="107427"/>
                  </a:lnTo>
                  <a:lnTo>
                    <a:pt x="161801" y="109139"/>
                  </a:lnTo>
                  <a:lnTo>
                    <a:pt x="161433" y="111031"/>
                  </a:lnTo>
                  <a:lnTo>
                    <a:pt x="161349" y="112006"/>
                  </a:lnTo>
                  <a:lnTo>
                    <a:pt x="161657" y="112712"/>
                  </a:lnTo>
                  <a:lnTo>
                    <a:pt x="162179" y="113489"/>
                  </a:lnTo>
                  <a:lnTo>
                    <a:pt x="162308" y="114162"/>
                  </a:lnTo>
                  <a:lnTo>
                    <a:pt x="163160" y="115665"/>
                  </a:lnTo>
                  <a:lnTo>
                    <a:pt x="163387" y="116597"/>
                  </a:lnTo>
                  <a:lnTo>
                    <a:pt x="163734" y="116627"/>
                  </a:lnTo>
                  <a:lnTo>
                    <a:pt x="164109" y="116321"/>
                  </a:lnTo>
                  <a:lnTo>
                    <a:pt x="165021" y="116299"/>
                  </a:lnTo>
                  <a:lnTo>
                    <a:pt x="165851" y="116627"/>
                  </a:lnTo>
                  <a:lnTo>
                    <a:pt x="166646" y="117316"/>
                  </a:lnTo>
                  <a:lnTo>
                    <a:pt x="167501" y="117685"/>
                  </a:lnTo>
                  <a:lnTo>
                    <a:pt x="168721" y="117592"/>
                  </a:lnTo>
                  <a:lnTo>
                    <a:pt x="169374" y="117962"/>
                  </a:lnTo>
                  <a:lnTo>
                    <a:pt x="170077" y="118265"/>
                  </a:lnTo>
                  <a:lnTo>
                    <a:pt x="171528" y="118371"/>
                  </a:lnTo>
                  <a:lnTo>
                    <a:pt x="172617" y="118365"/>
                  </a:lnTo>
                  <a:lnTo>
                    <a:pt x="174291" y="118377"/>
                  </a:lnTo>
                  <a:lnTo>
                    <a:pt x="175643" y="118840"/>
                  </a:lnTo>
                  <a:lnTo>
                    <a:pt x="178019" y="119208"/>
                  </a:lnTo>
                  <a:lnTo>
                    <a:pt x="179486" y="119179"/>
                  </a:lnTo>
                  <a:lnTo>
                    <a:pt x="181463" y="118834"/>
                  </a:lnTo>
                  <a:lnTo>
                    <a:pt x="182675" y="119051"/>
                  </a:lnTo>
                  <a:lnTo>
                    <a:pt x="186255" y="119567"/>
                  </a:lnTo>
                  <a:lnTo>
                    <a:pt x="188354" y="120107"/>
                  </a:lnTo>
                  <a:lnTo>
                    <a:pt x="189680" y="120713"/>
                  </a:lnTo>
                  <a:lnTo>
                    <a:pt x="190615" y="121676"/>
                  </a:lnTo>
                  <a:lnTo>
                    <a:pt x="191683" y="123179"/>
                  </a:lnTo>
                  <a:lnTo>
                    <a:pt x="192532" y="123866"/>
                  </a:lnTo>
                  <a:lnTo>
                    <a:pt x="194816" y="124281"/>
                  </a:lnTo>
                  <a:lnTo>
                    <a:pt x="196381" y="126034"/>
                  </a:lnTo>
                  <a:lnTo>
                    <a:pt x="197607" y="126690"/>
                  </a:lnTo>
                  <a:lnTo>
                    <a:pt x="199667" y="128387"/>
                  </a:lnTo>
                  <a:lnTo>
                    <a:pt x="201124" y="129049"/>
                  </a:lnTo>
                  <a:lnTo>
                    <a:pt x="202863" y="129662"/>
                  </a:lnTo>
                  <a:lnTo>
                    <a:pt x="205706" y="129401"/>
                  </a:lnTo>
                  <a:lnTo>
                    <a:pt x="205862" y="129632"/>
                  </a:lnTo>
                  <a:lnTo>
                    <a:pt x="205643" y="130555"/>
                  </a:lnTo>
                  <a:lnTo>
                    <a:pt x="205472" y="131817"/>
                  </a:lnTo>
                  <a:lnTo>
                    <a:pt x="205472" y="132731"/>
                  </a:lnTo>
                  <a:lnTo>
                    <a:pt x="205764" y="133197"/>
                  </a:lnTo>
                  <a:lnTo>
                    <a:pt x="206850" y="133473"/>
                  </a:lnTo>
                  <a:lnTo>
                    <a:pt x="207364" y="133922"/>
                  </a:lnTo>
                  <a:lnTo>
                    <a:pt x="207757" y="134783"/>
                  </a:lnTo>
                  <a:lnTo>
                    <a:pt x="207985" y="135322"/>
                  </a:lnTo>
                  <a:lnTo>
                    <a:pt x="208894" y="137966"/>
                  </a:lnTo>
                  <a:lnTo>
                    <a:pt x="210357" y="141876"/>
                  </a:lnTo>
                  <a:lnTo>
                    <a:pt x="210524" y="143379"/>
                  </a:lnTo>
                  <a:lnTo>
                    <a:pt x="211024" y="144348"/>
                  </a:lnTo>
                  <a:lnTo>
                    <a:pt x="212612" y="145887"/>
                  </a:lnTo>
                  <a:lnTo>
                    <a:pt x="213446" y="147026"/>
                  </a:lnTo>
                  <a:lnTo>
                    <a:pt x="214686" y="148222"/>
                  </a:lnTo>
                  <a:lnTo>
                    <a:pt x="215092" y="149330"/>
                  </a:lnTo>
                  <a:lnTo>
                    <a:pt x="215186" y="150760"/>
                  </a:lnTo>
                  <a:lnTo>
                    <a:pt x="215499" y="151128"/>
                  </a:lnTo>
                  <a:lnTo>
                    <a:pt x="217768" y="150801"/>
                  </a:lnTo>
                  <a:lnTo>
                    <a:pt x="219733" y="150572"/>
                  </a:lnTo>
                  <a:lnTo>
                    <a:pt x="223259" y="150160"/>
                  </a:lnTo>
                  <a:lnTo>
                    <a:pt x="228115" y="150906"/>
                  </a:lnTo>
                  <a:lnTo>
                    <a:pt x="233122" y="151628"/>
                  </a:lnTo>
                  <a:lnTo>
                    <a:pt x="237551" y="152267"/>
                  </a:lnTo>
                  <a:lnTo>
                    <a:pt x="239732" y="152581"/>
                  </a:lnTo>
                  <a:lnTo>
                    <a:pt x="244661" y="153250"/>
                  </a:lnTo>
                  <a:lnTo>
                    <a:pt x="247400" y="152396"/>
                  </a:lnTo>
                  <a:lnTo>
                    <a:pt x="249542" y="151728"/>
                  </a:lnTo>
                  <a:lnTo>
                    <a:pt x="250512" y="151820"/>
                  </a:lnTo>
                  <a:lnTo>
                    <a:pt x="254606" y="152573"/>
                  </a:lnTo>
                  <a:lnTo>
                    <a:pt x="257005" y="152977"/>
                  </a:lnTo>
                  <a:lnTo>
                    <a:pt x="260027" y="153486"/>
                  </a:lnTo>
                  <a:lnTo>
                    <a:pt x="262125" y="153673"/>
                  </a:lnTo>
                  <a:lnTo>
                    <a:pt x="263842" y="153661"/>
                  </a:lnTo>
                  <a:lnTo>
                    <a:pt x="264635" y="153874"/>
                  </a:lnTo>
                  <a:lnTo>
                    <a:pt x="265400" y="154201"/>
                  </a:lnTo>
                  <a:lnTo>
                    <a:pt x="265910" y="154679"/>
                  </a:lnTo>
                  <a:lnTo>
                    <a:pt x="267481" y="157098"/>
                  </a:lnTo>
                  <a:lnTo>
                    <a:pt x="268361" y="158165"/>
                  </a:lnTo>
                  <a:lnTo>
                    <a:pt x="270099" y="158971"/>
                  </a:lnTo>
                  <a:lnTo>
                    <a:pt x="274059" y="159891"/>
                  </a:lnTo>
                  <a:lnTo>
                    <a:pt x="276250" y="160450"/>
                  </a:lnTo>
                  <a:lnTo>
                    <a:pt x="278767" y="161093"/>
                  </a:lnTo>
                  <a:lnTo>
                    <a:pt x="280423" y="162060"/>
                  </a:lnTo>
                  <a:lnTo>
                    <a:pt x="282332" y="163186"/>
                  </a:lnTo>
                  <a:lnTo>
                    <a:pt x="284806" y="164644"/>
                  </a:lnTo>
                  <a:lnTo>
                    <a:pt x="287513" y="164008"/>
                  </a:lnTo>
                  <a:lnTo>
                    <a:pt x="290426" y="163322"/>
                  </a:lnTo>
                  <a:lnTo>
                    <a:pt x="292252" y="162891"/>
                  </a:lnTo>
                  <a:lnTo>
                    <a:pt x="292252" y="165936"/>
                  </a:lnTo>
                  <a:lnTo>
                    <a:pt x="294858" y="166181"/>
                  </a:lnTo>
                  <a:lnTo>
                    <a:pt x="295678" y="166145"/>
                  </a:lnTo>
                  <a:lnTo>
                    <a:pt x="296830" y="166818"/>
                  </a:lnTo>
                  <a:lnTo>
                    <a:pt x="297478" y="166533"/>
                  </a:lnTo>
                  <a:lnTo>
                    <a:pt x="298092" y="165872"/>
                  </a:lnTo>
                  <a:lnTo>
                    <a:pt x="298864" y="164830"/>
                  </a:lnTo>
                  <a:lnTo>
                    <a:pt x="299974" y="164371"/>
                  </a:lnTo>
                  <a:lnTo>
                    <a:pt x="301892" y="163202"/>
                  </a:lnTo>
                  <a:lnTo>
                    <a:pt x="302358" y="162918"/>
                  </a:lnTo>
                  <a:lnTo>
                    <a:pt x="305207" y="161260"/>
                  </a:lnTo>
                  <a:lnTo>
                    <a:pt x="309461" y="159215"/>
                  </a:lnTo>
                  <a:lnTo>
                    <a:pt x="311368" y="158225"/>
                  </a:lnTo>
                  <a:lnTo>
                    <a:pt x="311939" y="158005"/>
                  </a:lnTo>
                  <a:lnTo>
                    <a:pt x="313018" y="157499"/>
                  </a:lnTo>
                  <a:lnTo>
                    <a:pt x="313745" y="157149"/>
                  </a:lnTo>
                  <a:lnTo>
                    <a:pt x="315032" y="156867"/>
                  </a:lnTo>
                  <a:lnTo>
                    <a:pt x="316779" y="156691"/>
                  </a:lnTo>
                  <a:lnTo>
                    <a:pt x="318687" y="156304"/>
                  </a:lnTo>
                  <a:lnTo>
                    <a:pt x="323005" y="155583"/>
                  </a:lnTo>
                  <a:lnTo>
                    <a:pt x="323546" y="155515"/>
                  </a:lnTo>
                  <a:lnTo>
                    <a:pt x="325971" y="155217"/>
                  </a:lnTo>
                  <a:lnTo>
                    <a:pt x="327002" y="154937"/>
                  </a:lnTo>
                  <a:lnTo>
                    <a:pt x="328542" y="155084"/>
                  </a:lnTo>
                  <a:lnTo>
                    <a:pt x="330552" y="155188"/>
                  </a:lnTo>
                  <a:lnTo>
                    <a:pt x="331884" y="155372"/>
                  </a:lnTo>
                  <a:lnTo>
                    <a:pt x="333655" y="155228"/>
                  </a:lnTo>
                  <a:lnTo>
                    <a:pt x="336088" y="155031"/>
                  </a:lnTo>
                  <a:lnTo>
                    <a:pt x="338058" y="155061"/>
                  </a:lnTo>
                  <a:lnTo>
                    <a:pt x="339035" y="154816"/>
                  </a:lnTo>
                  <a:lnTo>
                    <a:pt x="340477" y="154055"/>
                  </a:lnTo>
                  <a:lnTo>
                    <a:pt x="341447" y="153451"/>
                  </a:lnTo>
                  <a:lnTo>
                    <a:pt x="342968" y="152720"/>
                  </a:lnTo>
                  <a:lnTo>
                    <a:pt x="344852" y="151962"/>
                  </a:lnTo>
                  <a:lnTo>
                    <a:pt x="346166" y="151273"/>
                  </a:lnTo>
                  <a:lnTo>
                    <a:pt x="347036" y="150816"/>
                  </a:lnTo>
                  <a:lnTo>
                    <a:pt x="348092" y="150385"/>
                  </a:lnTo>
                  <a:lnTo>
                    <a:pt x="348368" y="149828"/>
                  </a:lnTo>
                  <a:lnTo>
                    <a:pt x="348672" y="149402"/>
                  </a:lnTo>
                  <a:lnTo>
                    <a:pt x="349232" y="148689"/>
                  </a:lnTo>
                  <a:lnTo>
                    <a:pt x="350240" y="147360"/>
                  </a:lnTo>
                  <a:lnTo>
                    <a:pt x="351007" y="146197"/>
                  </a:lnTo>
                  <a:lnTo>
                    <a:pt x="351385" y="145683"/>
                  </a:lnTo>
                  <a:lnTo>
                    <a:pt x="352246" y="144521"/>
                  </a:lnTo>
                  <a:lnTo>
                    <a:pt x="352944" y="143645"/>
                  </a:lnTo>
                  <a:lnTo>
                    <a:pt x="353833" y="142466"/>
                  </a:lnTo>
                  <a:lnTo>
                    <a:pt x="354583" y="142085"/>
                  </a:lnTo>
                  <a:lnTo>
                    <a:pt x="355532" y="141760"/>
                  </a:lnTo>
                  <a:lnTo>
                    <a:pt x="358032" y="140604"/>
                  </a:lnTo>
                  <a:lnTo>
                    <a:pt x="358528" y="140355"/>
                  </a:lnTo>
                  <a:lnTo>
                    <a:pt x="358943" y="140306"/>
                  </a:lnTo>
                  <a:lnTo>
                    <a:pt x="359827" y="139373"/>
                  </a:lnTo>
                  <a:lnTo>
                    <a:pt x="360574" y="138564"/>
                  </a:lnTo>
                  <a:lnTo>
                    <a:pt x="361060" y="137958"/>
                  </a:lnTo>
                  <a:lnTo>
                    <a:pt x="362072" y="137741"/>
                  </a:lnTo>
                  <a:lnTo>
                    <a:pt x="362593" y="137305"/>
                  </a:lnTo>
                  <a:lnTo>
                    <a:pt x="362685" y="136733"/>
                  </a:lnTo>
                  <a:lnTo>
                    <a:pt x="362579" y="135861"/>
                  </a:lnTo>
                  <a:lnTo>
                    <a:pt x="362092" y="134969"/>
                  </a:lnTo>
                  <a:lnTo>
                    <a:pt x="361682" y="134191"/>
                  </a:lnTo>
                  <a:lnTo>
                    <a:pt x="360234" y="132707"/>
                  </a:lnTo>
                  <a:lnTo>
                    <a:pt x="359466" y="131786"/>
                  </a:lnTo>
                  <a:lnTo>
                    <a:pt x="358681" y="130604"/>
                  </a:lnTo>
                  <a:lnTo>
                    <a:pt x="358364" y="129491"/>
                  </a:lnTo>
                  <a:lnTo>
                    <a:pt x="357829" y="128784"/>
                  </a:lnTo>
                  <a:lnTo>
                    <a:pt x="357570" y="128157"/>
                  </a:lnTo>
                  <a:lnTo>
                    <a:pt x="357652" y="127433"/>
                  </a:lnTo>
                  <a:lnTo>
                    <a:pt x="358395" y="126145"/>
                  </a:lnTo>
                  <a:lnTo>
                    <a:pt x="358634" y="125332"/>
                  </a:lnTo>
                  <a:lnTo>
                    <a:pt x="358944" y="123895"/>
                  </a:lnTo>
                  <a:lnTo>
                    <a:pt x="359642" y="121743"/>
                  </a:lnTo>
                  <a:lnTo>
                    <a:pt x="360211" y="120739"/>
                  </a:lnTo>
                  <a:lnTo>
                    <a:pt x="360870" y="119757"/>
                  </a:lnTo>
                  <a:lnTo>
                    <a:pt x="362261" y="118439"/>
                  </a:lnTo>
                  <a:lnTo>
                    <a:pt x="363534" y="118193"/>
                  </a:lnTo>
                  <a:lnTo>
                    <a:pt x="364293" y="118454"/>
                  </a:lnTo>
                  <a:lnTo>
                    <a:pt x="365988" y="118453"/>
                  </a:lnTo>
                  <a:lnTo>
                    <a:pt x="367117" y="118520"/>
                  </a:lnTo>
                  <a:lnTo>
                    <a:pt x="367949" y="119180"/>
                  </a:lnTo>
                  <a:lnTo>
                    <a:pt x="368871" y="120480"/>
                  </a:lnTo>
                  <a:lnTo>
                    <a:pt x="369911" y="120958"/>
                  </a:lnTo>
                  <a:lnTo>
                    <a:pt x="373153" y="121977"/>
                  </a:lnTo>
                  <a:lnTo>
                    <a:pt x="374541" y="122194"/>
                  </a:lnTo>
                  <a:lnTo>
                    <a:pt x="375533" y="122238"/>
                  </a:lnTo>
                  <a:lnTo>
                    <a:pt x="376997" y="122576"/>
                  </a:lnTo>
                  <a:lnTo>
                    <a:pt x="377491" y="122647"/>
                  </a:lnTo>
                  <a:lnTo>
                    <a:pt x="378239" y="122879"/>
                  </a:lnTo>
                  <a:lnTo>
                    <a:pt x="378860" y="122631"/>
                  </a:lnTo>
                  <a:lnTo>
                    <a:pt x="379802" y="121760"/>
                  </a:lnTo>
                  <a:lnTo>
                    <a:pt x="380984" y="120780"/>
                  </a:lnTo>
                  <a:lnTo>
                    <a:pt x="381493" y="120555"/>
                  </a:lnTo>
                  <a:lnTo>
                    <a:pt x="382433" y="120133"/>
                  </a:lnTo>
                  <a:lnTo>
                    <a:pt x="382906" y="119735"/>
                  </a:lnTo>
                  <a:lnTo>
                    <a:pt x="383730" y="118637"/>
                  </a:lnTo>
                  <a:lnTo>
                    <a:pt x="384806" y="117786"/>
                  </a:lnTo>
                  <a:lnTo>
                    <a:pt x="386112" y="116507"/>
                  </a:lnTo>
                  <a:lnTo>
                    <a:pt x="386757" y="115542"/>
                  </a:lnTo>
                  <a:lnTo>
                    <a:pt x="386898" y="114920"/>
                  </a:lnTo>
                  <a:lnTo>
                    <a:pt x="387040" y="114247"/>
                  </a:lnTo>
                  <a:lnTo>
                    <a:pt x="387446" y="113893"/>
                  </a:lnTo>
                  <a:lnTo>
                    <a:pt x="388243" y="113568"/>
                  </a:lnTo>
                  <a:lnTo>
                    <a:pt x="389136" y="113479"/>
                  </a:lnTo>
                  <a:lnTo>
                    <a:pt x="390844" y="114056"/>
                  </a:lnTo>
                  <a:lnTo>
                    <a:pt x="393146" y="113889"/>
                  </a:lnTo>
                  <a:lnTo>
                    <a:pt x="393665" y="113806"/>
                  </a:lnTo>
                  <a:lnTo>
                    <a:pt x="395765" y="113475"/>
                  </a:lnTo>
                  <a:lnTo>
                    <a:pt x="396711" y="113202"/>
                  </a:lnTo>
                  <a:lnTo>
                    <a:pt x="398051" y="112941"/>
                  </a:lnTo>
                  <a:lnTo>
                    <a:pt x="399074" y="111873"/>
                  </a:lnTo>
                  <a:lnTo>
                    <a:pt x="400446" y="110598"/>
                  </a:lnTo>
                  <a:lnTo>
                    <a:pt x="401442" y="109890"/>
                  </a:lnTo>
                  <a:lnTo>
                    <a:pt x="402108" y="109754"/>
                  </a:lnTo>
                  <a:lnTo>
                    <a:pt x="402938" y="109020"/>
                  </a:lnTo>
                  <a:lnTo>
                    <a:pt x="403345" y="108230"/>
                  </a:lnTo>
                  <a:lnTo>
                    <a:pt x="403236" y="107536"/>
                  </a:lnTo>
                  <a:lnTo>
                    <a:pt x="403083" y="106962"/>
                  </a:lnTo>
                  <a:lnTo>
                    <a:pt x="403571" y="105900"/>
                  </a:lnTo>
                  <a:lnTo>
                    <a:pt x="404452" y="104037"/>
                  </a:lnTo>
                  <a:lnTo>
                    <a:pt x="405277" y="103170"/>
                  </a:lnTo>
                  <a:lnTo>
                    <a:pt x="405957" y="102468"/>
                  </a:lnTo>
                  <a:lnTo>
                    <a:pt x="406391" y="101342"/>
                  </a:lnTo>
                  <a:lnTo>
                    <a:pt x="406928" y="101017"/>
                  </a:lnTo>
                  <a:lnTo>
                    <a:pt x="407586" y="100893"/>
                  </a:lnTo>
                  <a:lnTo>
                    <a:pt x="408514" y="100131"/>
                  </a:lnTo>
                  <a:lnTo>
                    <a:pt x="409196" y="99973"/>
                  </a:lnTo>
                  <a:lnTo>
                    <a:pt x="410329" y="100338"/>
                  </a:lnTo>
                  <a:lnTo>
                    <a:pt x="412005" y="100432"/>
                  </a:lnTo>
                  <a:lnTo>
                    <a:pt x="413075" y="100471"/>
                  </a:lnTo>
                  <a:lnTo>
                    <a:pt x="413683" y="100335"/>
                  </a:lnTo>
                  <a:lnTo>
                    <a:pt x="413906" y="99926"/>
                  </a:lnTo>
                  <a:lnTo>
                    <a:pt x="413901" y="99294"/>
                  </a:lnTo>
                  <a:lnTo>
                    <a:pt x="414240" y="97886"/>
                  </a:lnTo>
                  <a:lnTo>
                    <a:pt x="414366" y="97422"/>
                  </a:lnTo>
                  <a:lnTo>
                    <a:pt x="414674" y="97208"/>
                  </a:lnTo>
                  <a:lnTo>
                    <a:pt x="415703" y="97179"/>
                  </a:lnTo>
                  <a:lnTo>
                    <a:pt x="416400" y="97685"/>
                  </a:lnTo>
                  <a:lnTo>
                    <a:pt x="416878" y="98102"/>
                  </a:lnTo>
                  <a:lnTo>
                    <a:pt x="417542" y="98157"/>
                  </a:lnTo>
                  <a:lnTo>
                    <a:pt x="418225" y="97885"/>
                  </a:lnTo>
                  <a:lnTo>
                    <a:pt x="419143" y="96746"/>
                  </a:lnTo>
                  <a:lnTo>
                    <a:pt x="420664" y="96087"/>
                  </a:lnTo>
                  <a:lnTo>
                    <a:pt x="421474" y="95920"/>
                  </a:lnTo>
                  <a:lnTo>
                    <a:pt x="422911" y="95383"/>
                  </a:lnTo>
                  <a:lnTo>
                    <a:pt x="423816" y="95577"/>
                  </a:lnTo>
                  <a:lnTo>
                    <a:pt x="425482" y="95734"/>
                  </a:lnTo>
                  <a:lnTo>
                    <a:pt x="426128" y="95598"/>
                  </a:lnTo>
                  <a:lnTo>
                    <a:pt x="426830" y="95734"/>
                  </a:lnTo>
                  <a:lnTo>
                    <a:pt x="427467" y="94964"/>
                  </a:lnTo>
                  <a:lnTo>
                    <a:pt x="427974" y="94781"/>
                  </a:lnTo>
                  <a:lnTo>
                    <a:pt x="429045" y="95135"/>
                  </a:lnTo>
                  <a:lnTo>
                    <a:pt x="429721" y="95730"/>
                  </a:lnTo>
                  <a:lnTo>
                    <a:pt x="430984" y="96476"/>
                  </a:lnTo>
                  <a:lnTo>
                    <a:pt x="432590" y="96823"/>
                  </a:lnTo>
                  <a:lnTo>
                    <a:pt x="433935" y="96644"/>
                  </a:lnTo>
                  <a:lnTo>
                    <a:pt x="435319" y="96960"/>
                  </a:lnTo>
                  <a:lnTo>
                    <a:pt x="436136" y="96932"/>
                  </a:lnTo>
                  <a:lnTo>
                    <a:pt x="436522" y="96636"/>
                  </a:lnTo>
                  <a:lnTo>
                    <a:pt x="437655" y="96009"/>
                  </a:lnTo>
                  <a:lnTo>
                    <a:pt x="437927" y="95162"/>
                  </a:lnTo>
                  <a:lnTo>
                    <a:pt x="437816" y="94345"/>
                  </a:lnTo>
                  <a:lnTo>
                    <a:pt x="437945" y="93420"/>
                  </a:lnTo>
                  <a:lnTo>
                    <a:pt x="437612" y="92739"/>
                  </a:lnTo>
                  <a:lnTo>
                    <a:pt x="436910" y="91732"/>
                  </a:lnTo>
                  <a:lnTo>
                    <a:pt x="436640" y="91060"/>
                  </a:lnTo>
                  <a:lnTo>
                    <a:pt x="436615" y="90181"/>
                  </a:lnTo>
                  <a:lnTo>
                    <a:pt x="436179" y="89344"/>
                  </a:lnTo>
                  <a:lnTo>
                    <a:pt x="435129" y="88334"/>
                  </a:lnTo>
                  <a:lnTo>
                    <a:pt x="434436" y="87867"/>
                  </a:lnTo>
                  <a:lnTo>
                    <a:pt x="433014" y="86124"/>
                  </a:lnTo>
                  <a:lnTo>
                    <a:pt x="432535" y="85716"/>
                  </a:lnTo>
                  <a:lnTo>
                    <a:pt x="432370" y="85429"/>
                  </a:lnTo>
                  <a:lnTo>
                    <a:pt x="432202" y="84844"/>
                  </a:lnTo>
                  <a:lnTo>
                    <a:pt x="431676" y="84566"/>
                  </a:lnTo>
                  <a:lnTo>
                    <a:pt x="430987" y="84111"/>
                  </a:lnTo>
                  <a:lnTo>
                    <a:pt x="430614" y="83647"/>
                  </a:lnTo>
                  <a:lnTo>
                    <a:pt x="430371" y="82841"/>
                  </a:lnTo>
                  <a:lnTo>
                    <a:pt x="430226" y="82312"/>
                  </a:lnTo>
                  <a:lnTo>
                    <a:pt x="429617" y="81877"/>
                  </a:lnTo>
                  <a:lnTo>
                    <a:pt x="429007" y="81632"/>
                  </a:lnTo>
                  <a:lnTo>
                    <a:pt x="428318" y="81323"/>
                  </a:lnTo>
                  <a:lnTo>
                    <a:pt x="427180" y="80869"/>
                  </a:lnTo>
                  <a:lnTo>
                    <a:pt x="426523" y="79968"/>
                  </a:lnTo>
                  <a:lnTo>
                    <a:pt x="425361" y="78280"/>
                  </a:lnTo>
                  <a:lnTo>
                    <a:pt x="424706" y="77712"/>
                  </a:lnTo>
                  <a:lnTo>
                    <a:pt x="422257" y="77495"/>
                  </a:lnTo>
                  <a:lnTo>
                    <a:pt x="421381" y="77085"/>
                  </a:lnTo>
                  <a:lnTo>
                    <a:pt x="420386" y="77224"/>
                  </a:lnTo>
                  <a:lnTo>
                    <a:pt x="419793" y="77494"/>
                  </a:lnTo>
                  <a:lnTo>
                    <a:pt x="418480" y="77491"/>
                  </a:lnTo>
                  <a:lnTo>
                    <a:pt x="417798" y="77657"/>
                  </a:lnTo>
                  <a:lnTo>
                    <a:pt x="416931" y="78768"/>
                  </a:lnTo>
                  <a:lnTo>
                    <a:pt x="415783" y="80213"/>
                  </a:lnTo>
                  <a:lnTo>
                    <a:pt x="414835" y="81096"/>
                  </a:lnTo>
                  <a:lnTo>
                    <a:pt x="414162" y="82011"/>
                  </a:lnTo>
                  <a:lnTo>
                    <a:pt x="413848" y="82340"/>
                  </a:lnTo>
                  <a:lnTo>
                    <a:pt x="413234" y="82142"/>
                  </a:lnTo>
                  <a:lnTo>
                    <a:pt x="412394" y="81111"/>
                  </a:lnTo>
                  <a:lnTo>
                    <a:pt x="411189" y="80189"/>
                  </a:lnTo>
                  <a:lnTo>
                    <a:pt x="410072" y="79768"/>
                  </a:lnTo>
                  <a:lnTo>
                    <a:pt x="409594" y="79538"/>
                  </a:lnTo>
                  <a:lnTo>
                    <a:pt x="408264" y="79305"/>
                  </a:lnTo>
                  <a:lnTo>
                    <a:pt x="407236" y="79378"/>
                  </a:lnTo>
                  <a:lnTo>
                    <a:pt x="405926" y="79726"/>
                  </a:lnTo>
                  <a:lnTo>
                    <a:pt x="404647" y="79664"/>
                  </a:lnTo>
                  <a:lnTo>
                    <a:pt x="404069" y="79443"/>
                  </a:lnTo>
                  <a:lnTo>
                    <a:pt x="403255" y="79466"/>
                  </a:lnTo>
                  <a:lnTo>
                    <a:pt x="401776" y="80424"/>
                  </a:lnTo>
                  <a:lnTo>
                    <a:pt x="401010" y="81515"/>
                  </a:lnTo>
                  <a:lnTo>
                    <a:pt x="400106" y="81855"/>
                  </a:lnTo>
                  <a:lnTo>
                    <a:pt x="399287" y="81140"/>
                  </a:lnTo>
                  <a:lnTo>
                    <a:pt x="398341" y="80293"/>
                  </a:lnTo>
                  <a:lnTo>
                    <a:pt x="397439" y="79235"/>
                  </a:lnTo>
                  <a:lnTo>
                    <a:pt x="396883" y="78255"/>
                  </a:lnTo>
                  <a:lnTo>
                    <a:pt x="396575" y="75663"/>
                  </a:lnTo>
                  <a:lnTo>
                    <a:pt x="397657" y="74891"/>
                  </a:lnTo>
                  <a:lnTo>
                    <a:pt x="399039" y="74026"/>
                  </a:lnTo>
                  <a:lnTo>
                    <a:pt x="399144" y="72658"/>
                  </a:lnTo>
                  <a:lnTo>
                    <a:pt x="399098" y="71132"/>
                  </a:lnTo>
                  <a:lnTo>
                    <a:pt x="399370" y="69437"/>
                  </a:lnTo>
                  <a:lnTo>
                    <a:pt x="400631" y="67874"/>
                  </a:lnTo>
                  <a:lnTo>
                    <a:pt x="401310" y="66577"/>
                  </a:lnTo>
                  <a:lnTo>
                    <a:pt x="401394" y="65772"/>
                  </a:lnTo>
                  <a:lnTo>
                    <a:pt x="401998" y="64431"/>
                  </a:lnTo>
                  <a:lnTo>
                    <a:pt x="402579" y="63018"/>
                  </a:lnTo>
                  <a:lnTo>
                    <a:pt x="403371" y="61164"/>
                  </a:lnTo>
                  <a:lnTo>
                    <a:pt x="404873" y="57875"/>
                  </a:lnTo>
                  <a:lnTo>
                    <a:pt x="406648" y="53989"/>
                  </a:lnTo>
                  <a:lnTo>
                    <a:pt x="407533" y="52051"/>
                  </a:lnTo>
                  <a:lnTo>
                    <a:pt x="409479" y="53250"/>
                  </a:lnTo>
                  <a:lnTo>
                    <a:pt x="410734" y="53875"/>
                  </a:lnTo>
                  <a:lnTo>
                    <a:pt x="412853" y="54825"/>
                  </a:lnTo>
                  <a:lnTo>
                    <a:pt x="415043" y="55040"/>
                  </a:lnTo>
                  <a:lnTo>
                    <a:pt x="417137" y="56067"/>
                  </a:lnTo>
                  <a:lnTo>
                    <a:pt x="418217" y="56378"/>
                  </a:lnTo>
                  <a:lnTo>
                    <a:pt x="418793" y="56379"/>
                  </a:lnTo>
                  <a:lnTo>
                    <a:pt x="421755" y="53878"/>
                  </a:lnTo>
                  <a:lnTo>
                    <a:pt x="424262" y="51762"/>
                  </a:lnTo>
                  <a:lnTo>
                    <a:pt x="427142" y="50111"/>
                  </a:lnTo>
                  <a:lnTo>
                    <a:pt x="429257" y="49888"/>
                  </a:lnTo>
                  <a:lnTo>
                    <a:pt x="430846" y="49406"/>
                  </a:lnTo>
                  <a:lnTo>
                    <a:pt x="431909" y="48667"/>
                  </a:lnTo>
                  <a:lnTo>
                    <a:pt x="432536" y="47432"/>
                  </a:lnTo>
                  <a:lnTo>
                    <a:pt x="432727" y="45702"/>
                  </a:lnTo>
                  <a:lnTo>
                    <a:pt x="432304" y="44657"/>
                  </a:lnTo>
                  <a:lnTo>
                    <a:pt x="431266" y="44295"/>
                  </a:lnTo>
                  <a:lnTo>
                    <a:pt x="430999" y="43930"/>
                  </a:lnTo>
                  <a:lnTo>
                    <a:pt x="431501" y="43560"/>
                  </a:lnTo>
                  <a:lnTo>
                    <a:pt x="431871" y="42839"/>
                  </a:lnTo>
                  <a:lnTo>
                    <a:pt x="432106" y="41768"/>
                  </a:lnTo>
                  <a:lnTo>
                    <a:pt x="432706" y="40751"/>
                  </a:lnTo>
                  <a:lnTo>
                    <a:pt x="433668" y="39790"/>
                  </a:lnTo>
                  <a:lnTo>
                    <a:pt x="434198" y="38724"/>
                  </a:lnTo>
                  <a:lnTo>
                    <a:pt x="434298" y="37554"/>
                  </a:lnTo>
                  <a:lnTo>
                    <a:pt x="434876" y="36387"/>
                  </a:lnTo>
                  <a:lnTo>
                    <a:pt x="435931" y="35225"/>
                  </a:lnTo>
                  <a:lnTo>
                    <a:pt x="436509" y="34143"/>
                  </a:lnTo>
                  <a:lnTo>
                    <a:pt x="436609" y="33141"/>
                  </a:lnTo>
                  <a:lnTo>
                    <a:pt x="437144" y="31920"/>
                  </a:lnTo>
                  <a:lnTo>
                    <a:pt x="438599" y="29757"/>
                  </a:lnTo>
                  <a:lnTo>
                    <a:pt x="439544" y="27267"/>
                  </a:lnTo>
                  <a:lnTo>
                    <a:pt x="441154" y="25561"/>
                  </a:lnTo>
                  <a:lnTo>
                    <a:pt x="443742" y="23810"/>
                  </a:lnTo>
                  <a:lnTo>
                    <a:pt x="445359" y="22073"/>
                  </a:lnTo>
                  <a:lnTo>
                    <a:pt x="446005" y="20351"/>
                  </a:lnTo>
                  <a:lnTo>
                    <a:pt x="445955" y="18831"/>
                  </a:lnTo>
                  <a:lnTo>
                    <a:pt x="445207" y="17514"/>
                  </a:lnTo>
                  <a:lnTo>
                    <a:pt x="445065" y="16175"/>
                  </a:lnTo>
                  <a:lnTo>
                    <a:pt x="445527" y="14812"/>
                  </a:lnTo>
                  <a:lnTo>
                    <a:pt x="445119" y="13793"/>
                  </a:lnTo>
                  <a:lnTo>
                    <a:pt x="443842" y="13119"/>
                  </a:lnTo>
                  <a:lnTo>
                    <a:pt x="442318" y="12952"/>
                  </a:lnTo>
                  <a:lnTo>
                    <a:pt x="440546" y="13294"/>
                  </a:lnTo>
                  <a:lnTo>
                    <a:pt x="439551" y="12869"/>
                  </a:lnTo>
                  <a:lnTo>
                    <a:pt x="439331" y="11679"/>
                  </a:lnTo>
                  <a:lnTo>
                    <a:pt x="439806" y="10717"/>
                  </a:lnTo>
                  <a:lnTo>
                    <a:pt x="440976" y="9982"/>
                  </a:lnTo>
                  <a:lnTo>
                    <a:pt x="442897" y="8195"/>
                  </a:lnTo>
                  <a:lnTo>
                    <a:pt x="445573" y="5352"/>
                  </a:lnTo>
                  <a:lnTo>
                    <a:pt x="448235" y="3780"/>
                  </a:lnTo>
                  <a:lnTo>
                    <a:pt x="452208" y="3327"/>
                  </a:lnTo>
                  <a:lnTo>
                    <a:pt x="455411" y="2399"/>
                  </a:lnTo>
                  <a:lnTo>
                    <a:pt x="458674" y="1452"/>
                  </a:lnTo>
                  <a:lnTo>
                    <a:pt x="461029" y="984"/>
                  </a:lnTo>
                  <a:lnTo>
                    <a:pt x="461430" y="1298"/>
                  </a:lnTo>
                  <a:lnTo>
                    <a:pt x="462713" y="1375"/>
                  </a:lnTo>
                  <a:lnTo>
                    <a:pt x="464879" y="1214"/>
                  </a:lnTo>
                  <a:lnTo>
                    <a:pt x="466893" y="807"/>
                  </a:lnTo>
                  <a:lnTo>
                    <a:pt x="468752" y="153"/>
                  </a:lnTo>
                  <a:lnTo>
                    <a:pt x="470223" y="0"/>
                  </a:lnTo>
                  <a:lnTo>
                    <a:pt x="471306" y="346"/>
                  </a:lnTo>
                  <a:lnTo>
                    <a:pt x="471925" y="365"/>
                  </a:lnTo>
                  <a:lnTo>
                    <a:pt x="472353" y="406"/>
                  </a:lnTo>
                  <a:lnTo>
                    <a:pt x="472590" y="403"/>
                  </a:lnTo>
                  <a:lnTo>
                    <a:pt x="473044" y="126"/>
                  </a:lnTo>
                  <a:lnTo>
                    <a:pt x="474304" y="622"/>
                  </a:lnTo>
                  <a:lnTo>
                    <a:pt x="476705" y="2092"/>
                  </a:lnTo>
                  <a:lnTo>
                    <a:pt x="478215" y="2746"/>
                  </a:lnTo>
                  <a:lnTo>
                    <a:pt x="478835" y="2587"/>
                  </a:lnTo>
                  <a:lnTo>
                    <a:pt x="479512" y="2995"/>
                  </a:lnTo>
                  <a:lnTo>
                    <a:pt x="480247" y="3970"/>
                  </a:lnTo>
                  <a:lnTo>
                    <a:pt x="481163" y="4546"/>
                  </a:lnTo>
                  <a:lnTo>
                    <a:pt x="482808" y="4811"/>
                  </a:lnTo>
                  <a:lnTo>
                    <a:pt x="484440" y="5882"/>
                  </a:lnTo>
                  <a:lnTo>
                    <a:pt x="485100" y="5940"/>
                  </a:lnTo>
                  <a:lnTo>
                    <a:pt x="485332" y="5341"/>
                  </a:lnTo>
                  <a:lnTo>
                    <a:pt x="485940" y="4997"/>
                  </a:lnTo>
                  <a:lnTo>
                    <a:pt x="486925" y="4908"/>
                  </a:lnTo>
                  <a:lnTo>
                    <a:pt x="488350" y="5436"/>
                  </a:lnTo>
                  <a:lnTo>
                    <a:pt x="490212" y="6581"/>
                  </a:lnTo>
                  <a:lnTo>
                    <a:pt x="491381" y="7085"/>
                  </a:lnTo>
                  <a:lnTo>
                    <a:pt x="491854" y="6948"/>
                  </a:lnTo>
                  <a:lnTo>
                    <a:pt x="492356" y="7159"/>
                  </a:lnTo>
                  <a:lnTo>
                    <a:pt x="492760" y="7697"/>
                  </a:lnTo>
                  <a:lnTo>
                    <a:pt x="492794" y="8359"/>
                  </a:lnTo>
                  <a:lnTo>
                    <a:pt x="492656" y="8714"/>
                  </a:lnTo>
                  <a:lnTo>
                    <a:pt x="493104" y="9273"/>
                  </a:lnTo>
                  <a:lnTo>
                    <a:pt x="493622" y="9273"/>
                  </a:lnTo>
                  <a:lnTo>
                    <a:pt x="494464" y="9541"/>
                  </a:lnTo>
                  <a:lnTo>
                    <a:pt x="495124" y="10529"/>
                  </a:lnTo>
                  <a:lnTo>
                    <a:pt x="495717" y="10987"/>
                  </a:lnTo>
                  <a:lnTo>
                    <a:pt x="496132" y="11383"/>
                  </a:lnTo>
                  <a:lnTo>
                    <a:pt x="496207" y="11712"/>
                  </a:lnTo>
                  <a:lnTo>
                    <a:pt x="496246" y="12045"/>
                  </a:lnTo>
                  <a:lnTo>
                    <a:pt x="496122" y="12303"/>
                  </a:lnTo>
                  <a:lnTo>
                    <a:pt x="495896" y="12728"/>
                  </a:lnTo>
                  <a:lnTo>
                    <a:pt x="495828" y="13186"/>
                  </a:lnTo>
                  <a:lnTo>
                    <a:pt x="496111" y="13700"/>
                  </a:lnTo>
                  <a:lnTo>
                    <a:pt x="497158" y="14073"/>
                  </a:lnTo>
                  <a:lnTo>
                    <a:pt x="497516" y="14456"/>
                  </a:lnTo>
                  <a:lnTo>
                    <a:pt x="497596" y="14948"/>
                  </a:lnTo>
                  <a:lnTo>
                    <a:pt x="497924" y="15493"/>
                  </a:lnTo>
                  <a:lnTo>
                    <a:pt x="498637" y="16121"/>
                  </a:lnTo>
                  <a:lnTo>
                    <a:pt x="498909" y="16648"/>
                  </a:lnTo>
                  <a:lnTo>
                    <a:pt x="498744" y="17071"/>
                  </a:lnTo>
                  <a:lnTo>
                    <a:pt x="498953" y="17425"/>
                  </a:lnTo>
                  <a:lnTo>
                    <a:pt x="499305" y="17701"/>
                  </a:lnTo>
                  <a:lnTo>
                    <a:pt x="499380" y="18705"/>
                  </a:lnTo>
                  <a:lnTo>
                    <a:pt x="499412" y="19284"/>
                  </a:lnTo>
                  <a:lnTo>
                    <a:pt x="499986" y="19933"/>
                  </a:lnTo>
                  <a:lnTo>
                    <a:pt x="500105" y="21260"/>
                  </a:lnTo>
                  <a:lnTo>
                    <a:pt x="500507" y="22732"/>
                  </a:lnTo>
                  <a:lnTo>
                    <a:pt x="501861" y="24747"/>
                  </a:lnTo>
                  <a:lnTo>
                    <a:pt x="502306" y="25839"/>
                  </a:lnTo>
                  <a:lnTo>
                    <a:pt x="502192" y="27138"/>
                  </a:lnTo>
                  <a:lnTo>
                    <a:pt x="502386" y="27746"/>
                  </a:lnTo>
                  <a:lnTo>
                    <a:pt x="503004" y="28042"/>
                  </a:lnTo>
                  <a:lnTo>
                    <a:pt x="503297" y="28592"/>
                  </a:lnTo>
                  <a:lnTo>
                    <a:pt x="503262" y="29396"/>
                  </a:lnTo>
                  <a:lnTo>
                    <a:pt x="503504" y="29895"/>
                  </a:lnTo>
                  <a:lnTo>
                    <a:pt x="503697" y="30426"/>
                  </a:lnTo>
                  <a:lnTo>
                    <a:pt x="503565" y="31253"/>
                  </a:lnTo>
                  <a:lnTo>
                    <a:pt x="503760" y="31999"/>
                  </a:lnTo>
                  <a:lnTo>
                    <a:pt x="504075" y="32435"/>
                  </a:lnTo>
                  <a:lnTo>
                    <a:pt x="504300" y="33241"/>
                  </a:lnTo>
                  <a:lnTo>
                    <a:pt x="504426" y="34248"/>
                  </a:lnTo>
                  <a:lnTo>
                    <a:pt x="505330" y="35842"/>
                  </a:lnTo>
                  <a:lnTo>
                    <a:pt x="507013" y="38024"/>
                  </a:lnTo>
                  <a:lnTo>
                    <a:pt x="508042" y="39718"/>
                  </a:lnTo>
                  <a:lnTo>
                    <a:pt x="508419" y="40926"/>
                  </a:lnTo>
                  <a:lnTo>
                    <a:pt x="508422" y="41920"/>
                  </a:lnTo>
                  <a:lnTo>
                    <a:pt x="508053" y="42700"/>
                  </a:lnTo>
                  <a:lnTo>
                    <a:pt x="508033" y="43267"/>
                  </a:lnTo>
                  <a:lnTo>
                    <a:pt x="508362" y="43622"/>
                  </a:lnTo>
                  <a:lnTo>
                    <a:pt x="508460" y="44103"/>
                  </a:lnTo>
                  <a:lnTo>
                    <a:pt x="508327" y="44709"/>
                  </a:lnTo>
                  <a:lnTo>
                    <a:pt x="508877" y="45428"/>
                  </a:lnTo>
                  <a:lnTo>
                    <a:pt x="510721" y="46678"/>
                  </a:lnTo>
                  <a:lnTo>
                    <a:pt x="509984" y="48593"/>
                  </a:lnTo>
                  <a:lnTo>
                    <a:pt x="509790" y="49941"/>
                  </a:lnTo>
                  <a:lnTo>
                    <a:pt x="509891" y="51358"/>
                  </a:lnTo>
                  <a:lnTo>
                    <a:pt x="510348" y="52357"/>
                  </a:lnTo>
                  <a:lnTo>
                    <a:pt x="511161" y="52937"/>
                  </a:lnTo>
                  <a:lnTo>
                    <a:pt x="511666" y="53544"/>
                  </a:lnTo>
                  <a:lnTo>
                    <a:pt x="511865" y="54174"/>
                  </a:lnTo>
                  <a:lnTo>
                    <a:pt x="512841" y="54863"/>
                  </a:lnTo>
                  <a:lnTo>
                    <a:pt x="514594" y="55610"/>
                  </a:lnTo>
                  <a:lnTo>
                    <a:pt x="516841" y="55740"/>
                  </a:lnTo>
                  <a:lnTo>
                    <a:pt x="519582" y="55252"/>
                  </a:lnTo>
                  <a:lnTo>
                    <a:pt x="521258" y="55170"/>
                  </a:lnTo>
                  <a:lnTo>
                    <a:pt x="521874" y="55493"/>
                  </a:lnTo>
                  <a:lnTo>
                    <a:pt x="522082" y="55983"/>
                  </a:lnTo>
                  <a:lnTo>
                    <a:pt x="521886" y="56640"/>
                  </a:lnTo>
                  <a:lnTo>
                    <a:pt x="522350" y="57072"/>
                  </a:lnTo>
                  <a:lnTo>
                    <a:pt x="523475" y="57279"/>
                  </a:lnTo>
                  <a:lnTo>
                    <a:pt x="524251" y="57693"/>
                  </a:lnTo>
                  <a:lnTo>
                    <a:pt x="524675" y="58315"/>
                  </a:lnTo>
                  <a:lnTo>
                    <a:pt x="525195" y="58491"/>
                  </a:lnTo>
                  <a:lnTo>
                    <a:pt x="525811" y="58221"/>
                  </a:lnTo>
                  <a:lnTo>
                    <a:pt x="526409" y="58259"/>
                  </a:lnTo>
                  <a:lnTo>
                    <a:pt x="526990" y="58605"/>
                  </a:lnTo>
                  <a:lnTo>
                    <a:pt x="527371" y="58487"/>
                  </a:lnTo>
                  <a:lnTo>
                    <a:pt x="527698" y="58109"/>
                  </a:lnTo>
                  <a:lnTo>
                    <a:pt x="528228" y="58109"/>
                  </a:lnTo>
                  <a:lnTo>
                    <a:pt x="528772" y="58117"/>
                  </a:lnTo>
                  <a:lnTo>
                    <a:pt x="529108" y="59029"/>
                  </a:lnTo>
                  <a:lnTo>
                    <a:pt x="529654" y="59542"/>
                  </a:lnTo>
                  <a:lnTo>
                    <a:pt x="530408" y="59656"/>
                  </a:lnTo>
                  <a:lnTo>
                    <a:pt x="531557" y="60767"/>
                  </a:lnTo>
                  <a:lnTo>
                    <a:pt x="533871" y="63928"/>
                  </a:lnTo>
                  <a:lnTo>
                    <a:pt x="535374" y="65052"/>
                  </a:lnTo>
                  <a:lnTo>
                    <a:pt x="536881" y="65405"/>
                  </a:lnTo>
                  <a:lnTo>
                    <a:pt x="538753" y="65477"/>
                  </a:lnTo>
                  <a:lnTo>
                    <a:pt x="539359" y="66704"/>
                  </a:lnTo>
                  <a:lnTo>
                    <a:pt x="538871" y="68002"/>
                  </a:lnTo>
                  <a:lnTo>
                    <a:pt x="538743" y="69085"/>
                  </a:lnTo>
                  <a:lnTo>
                    <a:pt x="539170" y="69473"/>
                  </a:lnTo>
                  <a:lnTo>
                    <a:pt x="539756" y="70746"/>
                  </a:lnTo>
                  <a:lnTo>
                    <a:pt x="540586" y="71486"/>
                  </a:lnTo>
                  <a:lnTo>
                    <a:pt x="540743" y="72071"/>
                  </a:lnTo>
                  <a:lnTo>
                    <a:pt x="541129" y="72725"/>
                  </a:lnTo>
                  <a:lnTo>
                    <a:pt x="540967" y="73938"/>
                  </a:lnTo>
                  <a:lnTo>
                    <a:pt x="540257" y="75708"/>
                  </a:lnTo>
                  <a:lnTo>
                    <a:pt x="540451" y="77220"/>
                  </a:lnTo>
                  <a:lnTo>
                    <a:pt x="541548" y="78473"/>
                  </a:lnTo>
                  <a:lnTo>
                    <a:pt x="542180" y="79679"/>
                  </a:lnTo>
                  <a:lnTo>
                    <a:pt x="542345" y="80839"/>
                  </a:lnTo>
                  <a:lnTo>
                    <a:pt x="542620" y="81543"/>
                  </a:lnTo>
                  <a:lnTo>
                    <a:pt x="543006" y="81792"/>
                  </a:lnTo>
                  <a:lnTo>
                    <a:pt x="544133" y="81706"/>
                  </a:lnTo>
                  <a:lnTo>
                    <a:pt x="546002" y="81285"/>
                  </a:lnTo>
                  <a:lnTo>
                    <a:pt x="547373" y="81358"/>
                  </a:lnTo>
                  <a:lnTo>
                    <a:pt x="548248" y="81923"/>
                  </a:lnTo>
                  <a:lnTo>
                    <a:pt x="550409" y="81945"/>
                  </a:lnTo>
                  <a:lnTo>
                    <a:pt x="553859" y="81422"/>
                  </a:lnTo>
                  <a:lnTo>
                    <a:pt x="556038" y="81262"/>
                  </a:lnTo>
                  <a:lnTo>
                    <a:pt x="556947" y="81464"/>
                  </a:lnTo>
                  <a:lnTo>
                    <a:pt x="557757" y="80717"/>
                  </a:lnTo>
                  <a:lnTo>
                    <a:pt x="558467" y="79022"/>
                  </a:lnTo>
                  <a:lnTo>
                    <a:pt x="559132" y="78224"/>
                  </a:lnTo>
                  <a:lnTo>
                    <a:pt x="559753" y="78324"/>
                  </a:lnTo>
                  <a:lnTo>
                    <a:pt x="560740" y="77780"/>
                  </a:lnTo>
                  <a:lnTo>
                    <a:pt x="562092" y="76590"/>
                  </a:lnTo>
                  <a:lnTo>
                    <a:pt x="563265" y="76015"/>
                  </a:lnTo>
                  <a:lnTo>
                    <a:pt x="564751" y="76073"/>
                  </a:lnTo>
                  <a:lnTo>
                    <a:pt x="566333" y="76133"/>
                  </a:lnTo>
                  <a:lnTo>
                    <a:pt x="567325" y="75633"/>
                  </a:lnTo>
                  <a:lnTo>
                    <a:pt x="568257" y="74591"/>
                  </a:lnTo>
                  <a:lnTo>
                    <a:pt x="569870" y="73671"/>
                  </a:lnTo>
                  <a:lnTo>
                    <a:pt x="573310" y="72469"/>
                  </a:lnTo>
                  <a:lnTo>
                    <a:pt x="574138" y="72280"/>
                  </a:lnTo>
                  <a:lnTo>
                    <a:pt x="574532" y="72344"/>
                  </a:lnTo>
                  <a:lnTo>
                    <a:pt x="575678" y="72533"/>
                  </a:lnTo>
                  <a:lnTo>
                    <a:pt x="576695" y="73001"/>
                  </a:lnTo>
                  <a:lnTo>
                    <a:pt x="577657" y="73947"/>
                  </a:lnTo>
                  <a:lnTo>
                    <a:pt x="577804" y="74553"/>
                  </a:lnTo>
                  <a:lnTo>
                    <a:pt x="577695" y="75350"/>
                  </a:lnTo>
                  <a:lnTo>
                    <a:pt x="577486" y="75813"/>
                  </a:lnTo>
                  <a:lnTo>
                    <a:pt x="577090" y="76332"/>
                  </a:lnTo>
                  <a:lnTo>
                    <a:pt x="576718" y="77175"/>
                  </a:lnTo>
                  <a:lnTo>
                    <a:pt x="576957" y="77835"/>
                  </a:lnTo>
                  <a:lnTo>
                    <a:pt x="577515" y="79242"/>
                  </a:lnTo>
                  <a:lnTo>
                    <a:pt x="577973" y="80258"/>
                  </a:lnTo>
                  <a:lnTo>
                    <a:pt x="578481" y="81458"/>
                  </a:lnTo>
                  <a:lnTo>
                    <a:pt x="578252" y="81889"/>
                  </a:lnTo>
                  <a:lnTo>
                    <a:pt x="577946" y="82721"/>
                  </a:lnTo>
                  <a:lnTo>
                    <a:pt x="577003" y="84129"/>
                  </a:lnTo>
                  <a:lnTo>
                    <a:pt x="576490" y="84670"/>
                  </a:lnTo>
                  <a:lnTo>
                    <a:pt x="575937" y="85197"/>
                  </a:lnTo>
                  <a:lnTo>
                    <a:pt x="574982" y="85324"/>
                  </a:lnTo>
                  <a:lnTo>
                    <a:pt x="574574" y="85446"/>
                  </a:lnTo>
                  <a:lnTo>
                    <a:pt x="574114" y="85668"/>
                  </a:lnTo>
                  <a:lnTo>
                    <a:pt x="573823" y="86168"/>
                  </a:lnTo>
                  <a:lnTo>
                    <a:pt x="573493" y="86518"/>
                  </a:lnTo>
                  <a:lnTo>
                    <a:pt x="572949" y="87221"/>
                  </a:lnTo>
                  <a:lnTo>
                    <a:pt x="572905" y="87827"/>
                  </a:lnTo>
                  <a:lnTo>
                    <a:pt x="573153" y="88727"/>
                  </a:lnTo>
                  <a:lnTo>
                    <a:pt x="573275" y="89650"/>
                  </a:lnTo>
                  <a:lnTo>
                    <a:pt x="572658" y="90474"/>
                  </a:lnTo>
                  <a:lnTo>
                    <a:pt x="572180" y="91742"/>
                  </a:lnTo>
                  <a:lnTo>
                    <a:pt x="572038" y="92123"/>
                  </a:lnTo>
                  <a:lnTo>
                    <a:pt x="571798" y="93083"/>
                  </a:lnTo>
                  <a:lnTo>
                    <a:pt x="571728" y="93415"/>
                  </a:lnTo>
                  <a:lnTo>
                    <a:pt x="571577" y="95437"/>
                  </a:lnTo>
                  <a:lnTo>
                    <a:pt x="570961" y="96817"/>
                  </a:lnTo>
                  <a:lnTo>
                    <a:pt x="570101" y="98423"/>
                  </a:lnTo>
                  <a:lnTo>
                    <a:pt x="570291" y="99379"/>
                  </a:lnTo>
                  <a:lnTo>
                    <a:pt x="570443" y="100266"/>
                  </a:lnTo>
                  <a:lnTo>
                    <a:pt x="570230" y="100697"/>
                  </a:lnTo>
                  <a:lnTo>
                    <a:pt x="570178" y="101073"/>
                  </a:lnTo>
                  <a:lnTo>
                    <a:pt x="570051" y="101929"/>
                  </a:lnTo>
                  <a:lnTo>
                    <a:pt x="569781" y="102256"/>
                  </a:lnTo>
                  <a:lnTo>
                    <a:pt x="569000" y="102791"/>
                  </a:lnTo>
                  <a:lnTo>
                    <a:pt x="568531" y="103435"/>
                  </a:lnTo>
                  <a:lnTo>
                    <a:pt x="568630" y="104413"/>
                  </a:lnTo>
                  <a:lnTo>
                    <a:pt x="568390" y="105260"/>
                  </a:lnTo>
                  <a:lnTo>
                    <a:pt x="568031" y="106009"/>
                  </a:lnTo>
                  <a:lnTo>
                    <a:pt x="567654" y="106496"/>
                  </a:lnTo>
                  <a:lnTo>
                    <a:pt x="567116" y="106810"/>
                  </a:lnTo>
                  <a:lnTo>
                    <a:pt x="566756" y="107075"/>
                  </a:lnTo>
                  <a:lnTo>
                    <a:pt x="566487" y="108028"/>
                  </a:lnTo>
                  <a:lnTo>
                    <a:pt x="566403" y="108764"/>
                  </a:lnTo>
                  <a:lnTo>
                    <a:pt x="566151" y="109498"/>
                  </a:lnTo>
                  <a:lnTo>
                    <a:pt x="566307" y="110249"/>
                  </a:lnTo>
                  <a:lnTo>
                    <a:pt x="566031" y="110898"/>
                  </a:lnTo>
                  <a:lnTo>
                    <a:pt x="565265" y="111351"/>
                  </a:lnTo>
                  <a:lnTo>
                    <a:pt x="564831" y="111618"/>
                  </a:lnTo>
                  <a:lnTo>
                    <a:pt x="564428" y="111727"/>
                  </a:lnTo>
                  <a:lnTo>
                    <a:pt x="563662" y="112430"/>
                  </a:lnTo>
                  <a:lnTo>
                    <a:pt x="562975" y="114849"/>
                  </a:lnTo>
                  <a:lnTo>
                    <a:pt x="562819" y="116257"/>
                  </a:lnTo>
                  <a:lnTo>
                    <a:pt x="562976" y="117509"/>
                  </a:lnTo>
                  <a:lnTo>
                    <a:pt x="562013" y="118292"/>
                  </a:lnTo>
                  <a:lnTo>
                    <a:pt x="561297" y="118915"/>
                  </a:lnTo>
                  <a:lnTo>
                    <a:pt x="560850" y="118690"/>
                  </a:lnTo>
                  <a:lnTo>
                    <a:pt x="560376" y="118480"/>
                  </a:lnTo>
                  <a:lnTo>
                    <a:pt x="559283" y="118208"/>
                  </a:lnTo>
                  <a:lnTo>
                    <a:pt x="558739" y="118025"/>
                  </a:lnTo>
                  <a:lnTo>
                    <a:pt x="557635" y="117619"/>
                  </a:lnTo>
                  <a:lnTo>
                    <a:pt x="555875" y="117101"/>
                  </a:lnTo>
                  <a:lnTo>
                    <a:pt x="554157" y="116497"/>
                  </a:lnTo>
                  <a:lnTo>
                    <a:pt x="553079" y="116180"/>
                  </a:lnTo>
                  <a:lnTo>
                    <a:pt x="552229" y="115929"/>
                  </a:lnTo>
                  <a:lnTo>
                    <a:pt x="551583" y="115514"/>
                  </a:lnTo>
                  <a:lnTo>
                    <a:pt x="551040" y="114773"/>
                  </a:lnTo>
                  <a:lnTo>
                    <a:pt x="550501" y="115074"/>
                  </a:lnTo>
                  <a:lnTo>
                    <a:pt x="550001" y="115948"/>
                  </a:lnTo>
                  <a:lnTo>
                    <a:pt x="549168" y="116468"/>
                  </a:lnTo>
                  <a:lnTo>
                    <a:pt x="548789" y="117427"/>
                  </a:lnTo>
                  <a:lnTo>
                    <a:pt x="548456" y="118166"/>
                  </a:lnTo>
                  <a:lnTo>
                    <a:pt x="547592" y="119149"/>
                  </a:lnTo>
                  <a:lnTo>
                    <a:pt x="547208" y="119555"/>
                  </a:lnTo>
                  <a:lnTo>
                    <a:pt x="545518" y="120223"/>
                  </a:lnTo>
                  <a:lnTo>
                    <a:pt x="545137" y="120446"/>
                  </a:lnTo>
                  <a:lnTo>
                    <a:pt x="543759" y="120587"/>
                  </a:lnTo>
                  <a:lnTo>
                    <a:pt x="543293" y="120882"/>
                  </a:lnTo>
                  <a:lnTo>
                    <a:pt x="542807" y="121503"/>
                  </a:lnTo>
                  <a:lnTo>
                    <a:pt x="542676" y="122122"/>
                  </a:lnTo>
                  <a:lnTo>
                    <a:pt x="543017" y="122774"/>
                  </a:lnTo>
                  <a:lnTo>
                    <a:pt x="543554" y="124079"/>
                  </a:lnTo>
                  <a:lnTo>
                    <a:pt x="543803" y="124972"/>
                  </a:lnTo>
                  <a:lnTo>
                    <a:pt x="544170" y="126736"/>
                  </a:lnTo>
                  <a:lnTo>
                    <a:pt x="545395" y="132282"/>
                  </a:lnTo>
                  <a:lnTo>
                    <a:pt x="544998" y="133239"/>
                  </a:lnTo>
                  <a:lnTo>
                    <a:pt x="544629" y="137398"/>
                  </a:lnTo>
                  <a:lnTo>
                    <a:pt x="544717" y="138150"/>
                  </a:lnTo>
                  <a:lnTo>
                    <a:pt x="544684" y="139318"/>
                  </a:lnTo>
                  <a:lnTo>
                    <a:pt x="544706" y="140176"/>
                  </a:lnTo>
                  <a:lnTo>
                    <a:pt x="544959" y="140387"/>
                  </a:lnTo>
                  <a:lnTo>
                    <a:pt x="545288" y="140686"/>
                  </a:lnTo>
                  <a:lnTo>
                    <a:pt x="545457" y="141188"/>
                  </a:lnTo>
                  <a:lnTo>
                    <a:pt x="545415" y="141955"/>
                  </a:lnTo>
                  <a:lnTo>
                    <a:pt x="545245" y="142518"/>
                  </a:lnTo>
                  <a:lnTo>
                    <a:pt x="544985" y="143633"/>
                  </a:lnTo>
                  <a:lnTo>
                    <a:pt x="544642" y="145245"/>
                  </a:lnTo>
                  <a:lnTo>
                    <a:pt x="544263" y="145866"/>
                  </a:lnTo>
                  <a:lnTo>
                    <a:pt x="544011" y="146357"/>
                  </a:lnTo>
                  <a:lnTo>
                    <a:pt x="543795" y="146697"/>
                  </a:lnTo>
                  <a:lnTo>
                    <a:pt x="543770" y="147837"/>
                  </a:lnTo>
                  <a:lnTo>
                    <a:pt x="543629" y="148591"/>
                  </a:lnTo>
                  <a:lnTo>
                    <a:pt x="543033" y="148858"/>
                  </a:lnTo>
                  <a:lnTo>
                    <a:pt x="542440" y="149296"/>
                  </a:lnTo>
                  <a:lnTo>
                    <a:pt x="541737" y="149134"/>
                  </a:lnTo>
                  <a:lnTo>
                    <a:pt x="541120" y="149225"/>
                  </a:lnTo>
                  <a:lnTo>
                    <a:pt x="540355" y="149518"/>
                  </a:lnTo>
                  <a:lnTo>
                    <a:pt x="538981" y="149855"/>
                  </a:lnTo>
                  <a:lnTo>
                    <a:pt x="538183" y="150309"/>
                  </a:lnTo>
                  <a:lnTo>
                    <a:pt x="537803" y="150639"/>
                  </a:lnTo>
                  <a:lnTo>
                    <a:pt x="537539" y="151035"/>
                  </a:lnTo>
                  <a:lnTo>
                    <a:pt x="537492" y="151414"/>
                  </a:lnTo>
                  <a:lnTo>
                    <a:pt x="537675" y="151614"/>
                  </a:lnTo>
                  <a:lnTo>
                    <a:pt x="538445" y="151771"/>
                  </a:lnTo>
                  <a:lnTo>
                    <a:pt x="538974" y="152483"/>
                  </a:lnTo>
                  <a:lnTo>
                    <a:pt x="539049" y="15326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991854" y="2346760"/>
              <a:ext cx="1510" cy="816"/>
            </a:xfrm>
            <a:custGeom>
              <a:avLst/>
              <a:pathLst>
                <a:path w="1510" h="816">
                  <a:moveTo>
                    <a:pt x="1510" y="263"/>
                  </a:moveTo>
                  <a:lnTo>
                    <a:pt x="1252" y="816"/>
                  </a:lnTo>
                  <a:lnTo>
                    <a:pt x="0" y="462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941170" y="2269060"/>
              <a:ext cx="57689" cy="88800"/>
            </a:xfrm>
            <a:custGeom>
              <a:avLst/>
              <a:pathLst>
                <a:path w="57689" h="88800">
                  <a:moveTo>
                    <a:pt x="29139" y="4071"/>
                  </a:moveTo>
                  <a:lnTo>
                    <a:pt x="29728" y="4998"/>
                  </a:lnTo>
                  <a:lnTo>
                    <a:pt x="30475" y="5633"/>
                  </a:lnTo>
                  <a:lnTo>
                    <a:pt x="31611" y="5554"/>
                  </a:lnTo>
                  <a:lnTo>
                    <a:pt x="32434" y="5931"/>
                  </a:lnTo>
                  <a:lnTo>
                    <a:pt x="33147" y="6643"/>
                  </a:lnTo>
                  <a:lnTo>
                    <a:pt x="33626" y="8223"/>
                  </a:lnTo>
                  <a:lnTo>
                    <a:pt x="34148" y="9365"/>
                  </a:lnTo>
                  <a:lnTo>
                    <a:pt x="34377" y="10988"/>
                  </a:lnTo>
                  <a:lnTo>
                    <a:pt x="35202" y="11841"/>
                  </a:lnTo>
                  <a:lnTo>
                    <a:pt x="35848" y="12228"/>
                  </a:lnTo>
                  <a:lnTo>
                    <a:pt x="36724" y="13409"/>
                  </a:lnTo>
                  <a:lnTo>
                    <a:pt x="37632" y="14008"/>
                  </a:lnTo>
                  <a:lnTo>
                    <a:pt x="38571" y="13870"/>
                  </a:lnTo>
                  <a:lnTo>
                    <a:pt x="39009" y="14487"/>
                  </a:lnTo>
                  <a:lnTo>
                    <a:pt x="39710" y="14923"/>
                  </a:lnTo>
                  <a:lnTo>
                    <a:pt x="40410" y="14955"/>
                  </a:lnTo>
                  <a:lnTo>
                    <a:pt x="41025" y="13594"/>
                  </a:lnTo>
                  <a:lnTo>
                    <a:pt x="41839" y="13057"/>
                  </a:lnTo>
                  <a:lnTo>
                    <a:pt x="43898" y="11971"/>
                  </a:lnTo>
                  <a:lnTo>
                    <a:pt x="44711" y="11479"/>
                  </a:lnTo>
                  <a:lnTo>
                    <a:pt x="45534" y="11168"/>
                  </a:lnTo>
                  <a:lnTo>
                    <a:pt x="47516" y="11069"/>
                  </a:lnTo>
                  <a:lnTo>
                    <a:pt x="49359" y="11404"/>
                  </a:lnTo>
                  <a:lnTo>
                    <a:pt x="50273" y="11656"/>
                  </a:lnTo>
                  <a:lnTo>
                    <a:pt x="50899" y="11471"/>
                  </a:lnTo>
                  <a:lnTo>
                    <a:pt x="51493" y="12117"/>
                  </a:lnTo>
                  <a:lnTo>
                    <a:pt x="52107" y="13471"/>
                  </a:lnTo>
                  <a:lnTo>
                    <a:pt x="52610" y="13906"/>
                  </a:lnTo>
                  <a:lnTo>
                    <a:pt x="53125" y="14374"/>
                  </a:lnTo>
                  <a:lnTo>
                    <a:pt x="53504" y="15442"/>
                  </a:lnTo>
                  <a:lnTo>
                    <a:pt x="53952" y="16504"/>
                  </a:lnTo>
                  <a:lnTo>
                    <a:pt x="54195" y="16974"/>
                  </a:lnTo>
                  <a:lnTo>
                    <a:pt x="54747" y="18021"/>
                  </a:lnTo>
                  <a:lnTo>
                    <a:pt x="55222" y="18037"/>
                  </a:lnTo>
                  <a:lnTo>
                    <a:pt x="55689" y="17585"/>
                  </a:lnTo>
                  <a:lnTo>
                    <a:pt x="55891" y="17247"/>
                  </a:lnTo>
                  <a:lnTo>
                    <a:pt x="55983" y="17939"/>
                  </a:lnTo>
                  <a:lnTo>
                    <a:pt x="55797" y="19060"/>
                  </a:lnTo>
                  <a:lnTo>
                    <a:pt x="55835" y="19753"/>
                  </a:lnTo>
                  <a:lnTo>
                    <a:pt x="56096" y="20019"/>
                  </a:lnTo>
                  <a:lnTo>
                    <a:pt x="55954" y="20912"/>
                  </a:lnTo>
                  <a:lnTo>
                    <a:pt x="55410" y="22432"/>
                  </a:lnTo>
                  <a:lnTo>
                    <a:pt x="55408" y="23332"/>
                  </a:lnTo>
                  <a:lnTo>
                    <a:pt x="55948" y="23611"/>
                  </a:lnTo>
                  <a:lnTo>
                    <a:pt x="56332" y="24566"/>
                  </a:lnTo>
                  <a:lnTo>
                    <a:pt x="56562" y="26198"/>
                  </a:lnTo>
                  <a:lnTo>
                    <a:pt x="56794" y="26744"/>
                  </a:lnTo>
                  <a:lnTo>
                    <a:pt x="56817" y="27080"/>
                  </a:lnTo>
                  <a:lnTo>
                    <a:pt x="57206" y="31032"/>
                  </a:lnTo>
                  <a:lnTo>
                    <a:pt x="57689" y="34997"/>
                  </a:lnTo>
                  <a:lnTo>
                    <a:pt x="57382" y="35515"/>
                  </a:lnTo>
                  <a:lnTo>
                    <a:pt x="56961" y="35666"/>
                  </a:lnTo>
                  <a:lnTo>
                    <a:pt x="56687" y="35851"/>
                  </a:lnTo>
                  <a:lnTo>
                    <a:pt x="56609" y="36220"/>
                  </a:lnTo>
                  <a:lnTo>
                    <a:pt x="56789" y="36762"/>
                  </a:lnTo>
                  <a:lnTo>
                    <a:pt x="56671" y="37258"/>
                  </a:lnTo>
                  <a:lnTo>
                    <a:pt x="56147" y="37599"/>
                  </a:lnTo>
                  <a:lnTo>
                    <a:pt x="55003" y="38858"/>
                  </a:lnTo>
                  <a:lnTo>
                    <a:pt x="54923" y="39359"/>
                  </a:lnTo>
                  <a:lnTo>
                    <a:pt x="54621" y="40433"/>
                  </a:lnTo>
                  <a:lnTo>
                    <a:pt x="54368" y="41088"/>
                  </a:lnTo>
                  <a:lnTo>
                    <a:pt x="53994" y="42302"/>
                  </a:lnTo>
                  <a:lnTo>
                    <a:pt x="53401" y="45517"/>
                  </a:lnTo>
                  <a:lnTo>
                    <a:pt x="53181" y="48180"/>
                  </a:lnTo>
                  <a:lnTo>
                    <a:pt x="53148" y="48999"/>
                  </a:lnTo>
                  <a:lnTo>
                    <a:pt x="52918" y="49572"/>
                  </a:lnTo>
                  <a:lnTo>
                    <a:pt x="52657" y="50398"/>
                  </a:lnTo>
                  <a:lnTo>
                    <a:pt x="51416" y="52680"/>
                  </a:lnTo>
                  <a:lnTo>
                    <a:pt x="50783" y="54545"/>
                  </a:lnTo>
                  <a:lnTo>
                    <a:pt x="50865" y="55356"/>
                  </a:lnTo>
                  <a:lnTo>
                    <a:pt x="50893" y="56170"/>
                  </a:lnTo>
                  <a:lnTo>
                    <a:pt x="50706" y="56757"/>
                  </a:lnTo>
                  <a:lnTo>
                    <a:pt x="50740" y="58333"/>
                  </a:lnTo>
                  <a:lnTo>
                    <a:pt x="50894" y="59653"/>
                  </a:lnTo>
                  <a:lnTo>
                    <a:pt x="51116" y="60947"/>
                  </a:lnTo>
                  <a:lnTo>
                    <a:pt x="52015" y="64610"/>
                  </a:lnTo>
                  <a:lnTo>
                    <a:pt x="52482" y="66833"/>
                  </a:lnTo>
                  <a:lnTo>
                    <a:pt x="52774" y="68625"/>
                  </a:lnTo>
                  <a:lnTo>
                    <a:pt x="53030" y="69831"/>
                  </a:lnTo>
                  <a:lnTo>
                    <a:pt x="53271" y="70320"/>
                  </a:lnTo>
                  <a:lnTo>
                    <a:pt x="53371" y="70784"/>
                  </a:lnTo>
                  <a:lnTo>
                    <a:pt x="54705" y="71116"/>
                  </a:lnTo>
                  <a:lnTo>
                    <a:pt x="54966" y="71382"/>
                  </a:lnTo>
                  <a:lnTo>
                    <a:pt x="55332" y="73720"/>
                  </a:lnTo>
                  <a:lnTo>
                    <a:pt x="55266" y="74774"/>
                  </a:lnTo>
                  <a:lnTo>
                    <a:pt x="55004" y="75174"/>
                  </a:lnTo>
                  <a:lnTo>
                    <a:pt x="55013" y="76069"/>
                  </a:lnTo>
                  <a:lnTo>
                    <a:pt x="54951" y="77179"/>
                  </a:lnTo>
                  <a:lnTo>
                    <a:pt x="54758" y="77618"/>
                  </a:lnTo>
                  <a:lnTo>
                    <a:pt x="54010" y="77674"/>
                  </a:lnTo>
                  <a:lnTo>
                    <a:pt x="53502" y="78095"/>
                  </a:lnTo>
                  <a:lnTo>
                    <a:pt x="52833" y="77928"/>
                  </a:lnTo>
                  <a:lnTo>
                    <a:pt x="52769" y="77653"/>
                  </a:lnTo>
                  <a:lnTo>
                    <a:pt x="52409" y="77553"/>
                  </a:lnTo>
                  <a:lnTo>
                    <a:pt x="51418" y="76921"/>
                  </a:lnTo>
                  <a:lnTo>
                    <a:pt x="51581" y="74894"/>
                  </a:lnTo>
                  <a:lnTo>
                    <a:pt x="51122" y="74808"/>
                  </a:lnTo>
                  <a:lnTo>
                    <a:pt x="50766" y="75074"/>
                  </a:lnTo>
                  <a:lnTo>
                    <a:pt x="50062" y="77510"/>
                  </a:lnTo>
                  <a:lnTo>
                    <a:pt x="49726" y="77930"/>
                  </a:lnTo>
                  <a:lnTo>
                    <a:pt x="44777" y="76674"/>
                  </a:lnTo>
                  <a:lnTo>
                    <a:pt x="43703" y="75663"/>
                  </a:lnTo>
                  <a:lnTo>
                    <a:pt x="42416" y="75432"/>
                  </a:lnTo>
                  <a:lnTo>
                    <a:pt x="40173" y="75548"/>
                  </a:lnTo>
                  <a:lnTo>
                    <a:pt x="38323" y="75849"/>
                  </a:lnTo>
                  <a:lnTo>
                    <a:pt x="37792" y="76462"/>
                  </a:lnTo>
                  <a:lnTo>
                    <a:pt x="42463" y="76103"/>
                  </a:lnTo>
                  <a:lnTo>
                    <a:pt x="42966" y="76173"/>
                  </a:lnTo>
                  <a:lnTo>
                    <a:pt x="43201" y="76543"/>
                  </a:lnTo>
                  <a:lnTo>
                    <a:pt x="37294" y="77346"/>
                  </a:lnTo>
                  <a:lnTo>
                    <a:pt x="35041" y="77823"/>
                  </a:lnTo>
                  <a:lnTo>
                    <a:pt x="34375" y="77692"/>
                  </a:lnTo>
                  <a:lnTo>
                    <a:pt x="33868" y="76912"/>
                  </a:lnTo>
                  <a:lnTo>
                    <a:pt x="31421" y="76820"/>
                  </a:lnTo>
                  <a:lnTo>
                    <a:pt x="30919" y="77074"/>
                  </a:lnTo>
                  <a:lnTo>
                    <a:pt x="30615" y="77649"/>
                  </a:lnTo>
                  <a:lnTo>
                    <a:pt x="31578" y="77525"/>
                  </a:lnTo>
                  <a:lnTo>
                    <a:pt x="33100" y="77491"/>
                  </a:lnTo>
                  <a:lnTo>
                    <a:pt x="33507" y="77930"/>
                  </a:lnTo>
                  <a:lnTo>
                    <a:pt x="28749" y="78505"/>
                  </a:lnTo>
                  <a:lnTo>
                    <a:pt x="25447" y="79600"/>
                  </a:lnTo>
                  <a:lnTo>
                    <a:pt x="24047" y="80410"/>
                  </a:lnTo>
                  <a:lnTo>
                    <a:pt x="19443" y="83075"/>
                  </a:lnTo>
                  <a:lnTo>
                    <a:pt x="16635" y="84334"/>
                  </a:lnTo>
                  <a:lnTo>
                    <a:pt x="15900" y="84797"/>
                  </a:lnTo>
                  <a:lnTo>
                    <a:pt x="14622" y="86102"/>
                  </a:lnTo>
                  <a:lnTo>
                    <a:pt x="12981" y="86922"/>
                  </a:lnTo>
                  <a:lnTo>
                    <a:pt x="11140" y="88455"/>
                  </a:lnTo>
                  <a:lnTo>
                    <a:pt x="10015" y="88800"/>
                  </a:lnTo>
                  <a:lnTo>
                    <a:pt x="9763" y="88310"/>
                  </a:lnTo>
                  <a:lnTo>
                    <a:pt x="9734" y="85718"/>
                  </a:lnTo>
                  <a:lnTo>
                    <a:pt x="9577" y="82242"/>
                  </a:lnTo>
                  <a:lnTo>
                    <a:pt x="9635" y="80914"/>
                  </a:lnTo>
                  <a:lnTo>
                    <a:pt x="9784" y="79662"/>
                  </a:lnTo>
                  <a:lnTo>
                    <a:pt x="9788" y="78627"/>
                  </a:lnTo>
                  <a:lnTo>
                    <a:pt x="10348" y="78239"/>
                  </a:lnTo>
                  <a:lnTo>
                    <a:pt x="10496" y="77803"/>
                  </a:lnTo>
                  <a:lnTo>
                    <a:pt x="10580" y="76455"/>
                  </a:lnTo>
                  <a:lnTo>
                    <a:pt x="11104" y="75226"/>
                  </a:lnTo>
                  <a:lnTo>
                    <a:pt x="11113" y="73087"/>
                  </a:lnTo>
                  <a:lnTo>
                    <a:pt x="11268" y="72640"/>
                  </a:lnTo>
                  <a:lnTo>
                    <a:pt x="11387" y="72073"/>
                  </a:lnTo>
                  <a:lnTo>
                    <a:pt x="11162" y="70668"/>
                  </a:lnTo>
                  <a:lnTo>
                    <a:pt x="10872" y="68018"/>
                  </a:lnTo>
                  <a:lnTo>
                    <a:pt x="10603" y="67959"/>
                  </a:lnTo>
                  <a:lnTo>
                    <a:pt x="10308" y="68008"/>
                  </a:lnTo>
                  <a:lnTo>
                    <a:pt x="9152" y="67092"/>
                  </a:lnTo>
                  <a:lnTo>
                    <a:pt x="8261" y="66934"/>
                  </a:lnTo>
                  <a:lnTo>
                    <a:pt x="7635" y="66152"/>
                  </a:lnTo>
                  <a:lnTo>
                    <a:pt x="7593" y="65262"/>
                  </a:lnTo>
                  <a:lnTo>
                    <a:pt x="7287" y="64739"/>
                  </a:lnTo>
                  <a:lnTo>
                    <a:pt x="7077" y="63710"/>
                  </a:lnTo>
                  <a:lnTo>
                    <a:pt x="6763" y="62529"/>
                  </a:lnTo>
                  <a:lnTo>
                    <a:pt x="5884" y="61814"/>
                  </a:lnTo>
                  <a:lnTo>
                    <a:pt x="5057" y="61643"/>
                  </a:lnTo>
                  <a:lnTo>
                    <a:pt x="4470" y="61794"/>
                  </a:lnTo>
                  <a:lnTo>
                    <a:pt x="3781" y="61750"/>
                  </a:lnTo>
                  <a:lnTo>
                    <a:pt x="2993" y="61354"/>
                  </a:lnTo>
                  <a:lnTo>
                    <a:pt x="2447" y="60905"/>
                  </a:lnTo>
                  <a:lnTo>
                    <a:pt x="1932" y="60041"/>
                  </a:lnTo>
                  <a:lnTo>
                    <a:pt x="1453" y="59354"/>
                  </a:lnTo>
                  <a:lnTo>
                    <a:pt x="1071" y="59439"/>
                  </a:lnTo>
                  <a:lnTo>
                    <a:pt x="605" y="59276"/>
                  </a:lnTo>
                  <a:lnTo>
                    <a:pt x="148" y="58963"/>
                  </a:lnTo>
                  <a:lnTo>
                    <a:pt x="0" y="58722"/>
                  </a:lnTo>
                  <a:lnTo>
                    <a:pt x="1914" y="55969"/>
                  </a:lnTo>
                  <a:lnTo>
                    <a:pt x="2563" y="54624"/>
                  </a:lnTo>
                  <a:lnTo>
                    <a:pt x="2634" y="53804"/>
                  </a:lnTo>
                  <a:lnTo>
                    <a:pt x="2640" y="52972"/>
                  </a:lnTo>
                  <a:lnTo>
                    <a:pt x="2849" y="52122"/>
                  </a:lnTo>
                  <a:lnTo>
                    <a:pt x="2903" y="50824"/>
                  </a:lnTo>
                  <a:lnTo>
                    <a:pt x="1843" y="46113"/>
                  </a:lnTo>
                  <a:lnTo>
                    <a:pt x="1574" y="44654"/>
                  </a:lnTo>
                  <a:lnTo>
                    <a:pt x="1289" y="44227"/>
                  </a:lnTo>
                  <a:lnTo>
                    <a:pt x="1108" y="44067"/>
                  </a:lnTo>
                  <a:lnTo>
                    <a:pt x="1642" y="43462"/>
                  </a:lnTo>
                  <a:lnTo>
                    <a:pt x="2382" y="43619"/>
                  </a:lnTo>
                  <a:lnTo>
                    <a:pt x="3516" y="44091"/>
                  </a:lnTo>
                  <a:lnTo>
                    <a:pt x="3761" y="43624"/>
                  </a:lnTo>
                  <a:lnTo>
                    <a:pt x="4618" y="41246"/>
                  </a:lnTo>
                  <a:lnTo>
                    <a:pt x="4595" y="40363"/>
                  </a:lnTo>
                  <a:lnTo>
                    <a:pt x="4510" y="39754"/>
                  </a:lnTo>
                  <a:lnTo>
                    <a:pt x="5011" y="38126"/>
                  </a:lnTo>
                  <a:lnTo>
                    <a:pt x="5409" y="37494"/>
                  </a:lnTo>
                  <a:lnTo>
                    <a:pt x="5616" y="36814"/>
                  </a:lnTo>
                  <a:lnTo>
                    <a:pt x="5551" y="35887"/>
                  </a:lnTo>
                  <a:lnTo>
                    <a:pt x="5250" y="35541"/>
                  </a:lnTo>
                  <a:lnTo>
                    <a:pt x="4853" y="35605"/>
                  </a:lnTo>
                  <a:lnTo>
                    <a:pt x="4379" y="35378"/>
                  </a:lnTo>
                  <a:lnTo>
                    <a:pt x="3655" y="34845"/>
                  </a:lnTo>
                  <a:lnTo>
                    <a:pt x="3287" y="34370"/>
                  </a:lnTo>
                  <a:lnTo>
                    <a:pt x="3400" y="32219"/>
                  </a:lnTo>
                  <a:lnTo>
                    <a:pt x="3468" y="31553"/>
                  </a:lnTo>
                  <a:lnTo>
                    <a:pt x="3723" y="31168"/>
                  </a:lnTo>
                  <a:lnTo>
                    <a:pt x="4122" y="31065"/>
                  </a:lnTo>
                  <a:lnTo>
                    <a:pt x="5245" y="31000"/>
                  </a:lnTo>
                  <a:lnTo>
                    <a:pt x="6153" y="31245"/>
                  </a:lnTo>
                  <a:lnTo>
                    <a:pt x="6951" y="31388"/>
                  </a:lnTo>
                  <a:lnTo>
                    <a:pt x="7379" y="31386"/>
                  </a:lnTo>
                  <a:lnTo>
                    <a:pt x="7721" y="32023"/>
                  </a:lnTo>
                  <a:lnTo>
                    <a:pt x="8179" y="32675"/>
                  </a:lnTo>
                  <a:lnTo>
                    <a:pt x="8585" y="32670"/>
                  </a:lnTo>
                  <a:lnTo>
                    <a:pt x="8726" y="32185"/>
                  </a:lnTo>
                  <a:lnTo>
                    <a:pt x="8633" y="30063"/>
                  </a:lnTo>
                  <a:lnTo>
                    <a:pt x="8363" y="28940"/>
                  </a:lnTo>
                  <a:lnTo>
                    <a:pt x="7753" y="27858"/>
                  </a:lnTo>
                  <a:lnTo>
                    <a:pt x="6174" y="26934"/>
                  </a:lnTo>
                  <a:lnTo>
                    <a:pt x="6136" y="25642"/>
                  </a:lnTo>
                  <a:lnTo>
                    <a:pt x="6295" y="24243"/>
                  </a:lnTo>
                  <a:lnTo>
                    <a:pt x="6636" y="23722"/>
                  </a:lnTo>
                  <a:lnTo>
                    <a:pt x="7810" y="22833"/>
                  </a:lnTo>
                  <a:lnTo>
                    <a:pt x="7604" y="22356"/>
                  </a:lnTo>
                  <a:lnTo>
                    <a:pt x="7229" y="21846"/>
                  </a:lnTo>
                  <a:lnTo>
                    <a:pt x="6485" y="21331"/>
                  </a:lnTo>
                  <a:lnTo>
                    <a:pt x="6656" y="19655"/>
                  </a:lnTo>
                  <a:lnTo>
                    <a:pt x="6692" y="18160"/>
                  </a:lnTo>
                  <a:lnTo>
                    <a:pt x="6063" y="18328"/>
                  </a:lnTo>
                  <a:lnTo>
                    <a:pt x="5416" y="18414"/>
                  </a:lnTo>
                  <a:lnTo>
                    <a:pt x="4871" y="17954"/>
                  </a:lnTo>
                  <a:lnTo>
                    <a:pt x="4414" y="17047"/>
                  </a:lnTo>
                  <a:lnTo>
                    <a:pt x="4328" y="14549"/>
                  </a:lnTo>
                  <a:lnTo>
                    <a:pt x="4330" y="11662"/>
                  </a:lnTo>
                  <a:lnTo>
                    <a:pt x="4242" y="10387"/>
                  </a:lnTo>
                  <a:lnTo>
                    <a:pt x="4417" y="9705"/>
                  </a:lnTo>
                  <a:lnTo>
                    <a:pt x="4973" y="9077"/>
                  </a:lnTo>
                  <a:lnTo>
                    <a:pt x="5582" y="8265"/>
                  </a:lnTo>
                  <a:lnTo>
                    <a:pt x="5798" y="7746"/>
                  </a:lnTo>
                  <a:lnTo>
                    <a:pt x="6079" y="7733"/>
                  </a:lnTo>
                  <a:lnTo>
                    <a:pt x="6806" y="7422"/>
                  </a:lnTo>
                  <a:lnTo>
                    <a:pt x="7467" y="6713"/>
                  </a:lnTo>
                  <a:lnTo>
                    <a:pt x="8084" y="5239"/>
                  </a:lnTo>
                  <a:lnTo>
                    <a:pt x="8916" y="4051"/>
                  </a:lnTo>
                  <a:lnTo>
                    <a:pt x="9853" y="4138"/>
                  </a:lnTo>
                  <a:lnTo>
                    <a:pt x="10130" y="3920"/>
                  </a:lnTo>
                  <a:lnTo>
                    <a:pt x="10460" y="3879"/>
                  </a:lnTo>
                  <a:lnTo>
                    <a:pt x="10851" y="4658"/>
                  </a:lnTo>
                  <a:lnTo>
                    <a:pt x="11246" y="5252"/>
                  </a:lnTo>
                  <a:lnTo>
                    <a:pt x="11528" y="5269"/>
                  </a:lnTo>
                  <a:lnTo>
                    <a:pt x="11735" y="6395"/>
                  </a:lnTo>
                  <a:lnTo>
                    <a:pt x="13446" y="6865"/>
                  </a:lnTo>
                  <a:lnTo>
                    <a:pt x="14178" y="7174"/>
                  </a:lnTo>
                  <a:lnTo>
                    <a:pt x="14794" y="7994"/>
                  </a:lnTo>
                  <a:lnTo>
                    <a:pt x="15009" y="8015"/>
                  </a:lnTo>
                  <a:lnTo>
                    <a:pt x="15270" y="7842"/>
                  </a:lnTo>
                  <a:lnTo>
                    <a:pt x="15472" y="7555"/>
                  </a:lnTo>
                  <a:lnTo>
                    <a:pt x="15513" y="7241"/>
                  </a:lnTo>
                  <a:lnTo>
                    <a:pt x="15249" y="6500"/>
                  </a:lnTo>
                  <a:lnTo>
                    <a:pt x="15365" y="5835"/>
                  </a:lnTo>
                  <a:lnTo>
                    <a:pt x="15640" y="5238"/>
                  </a:lnTo>
                  <a:lnTo>
                    <a:pt x="16081" y="5200"/>
                  </a:lnTo>
                  <a:lnTo>
                    <a:pt x="16744" y="5034"/>
                  </a:lnTo>
                  <a:lnTo>
                    <a:pt x="17505" y="5032"/>
                  </a:lnTo>
                  <a:lnTo>
                    <a:pt x="18073" y="5139"/>
                  </a:lnTo>
                  <a:lnTo>
                    <a:pt x="18299" y="4543"/>
                  </a:lnTo>
                  <a:lnTo>
                    <a:pt x="18085" y="2871"/>
                  </a:lnTo>
                  <a:lnTo>
                    <a:pt x="18140" y="1951"/>
                  </a:lnTo>
                  <a:lnTo>
                    <a:pt x="18232" y="1173"/>
                  </a:lnTo>
                  <a:lnTo>
                    <a:pt x="18443" y="857"/>
                  </a:lnTo>
                  <a:lnTo>
                    <a:pt x="19290" y="1834"/>
                  </a:lnTo>
                  <a:lnTo>
                    <a:pt x="20065" y="2185"/>
                  </a:lnTo>
                  <a:lnTo>
                    <a:pt x="20621" y="2214"/>
                  </a:lnTo>
                  <a:lnTo>
                    <a:pt x="20776" y="2030"/>
                  </a:lnTo>
                  <a:lnTo>
                    <a:pt x="20538" y="965"/>
                  </a:lnTo>
                  <a:lnTo>
                    <a:pt x="20602" y="643"/>
                  </a:lnTo>
                  <a:lnTo>
                    <a:pt x="20808" y="457"/>
                  </a:lnTo>
                  <a:lnTo>
                    <a:pt x="21172" y="350"/>
                  </a:lnTo>
                  <a:lnTo>
                    <a:pt x="22264" y="0"/>
                  </a:lnTo>
                  <a:lnTo>
                    <a:pt x="22449" y="1679"/>
                  </a:lnTo>
                  <a:lnTo>
                    <a:pt x="22363" y="2229"/>
                  </a:lnTo>
                  <a:lnTo>
                    <a:pt x="22571" y="3370"/>
                  </a:lnTo>
                  <a:lnTo>
                    <a:pt x="22827" y="4430"/>
                  </a:lnTo>
                  <a:lnTo>
                    <a:pt x="22809" y="4860"/>
                  </a:lnTo>
                  <a:lnTo>
                    <a:pt x="22597" y="5517"/>
                  </a:lnTo>
                  <a:lnTo>
                    <a:pt x="22348" y="6119"/>
                  </a:lnTo>
                  <a:lnTo>
                    <a:pt x="22376" y="6364"/>
                  </a:lnTo>
                  <a:lnTo>
                    <a:pt x="22769" y="6775"/>
                  </a:lnTo>
                  <a:lnTo>
                    <a:pt x="23523" y="7197"/>
                  </a:lnTo>
                  <a:lnTo>
                    <a:pt x="24304" y="7296"/>
                  </a:lnTo>
                  <a:lnTo>
                    <a:pt x="24738" y="6678"/>
                  </a:lnTo>
                  <a:lnTo>
                    <a:pt x="25193" y="6176"/>
                  </a:lnTo>
                  <a:lnTo>
                    <a:pt x="25506" y="5728"/>
                  </a:lnTo>
                  <a:lnTo>
                    <a:pt x="25613" y="5065"/>
                  </a:lnTo>
                  <a:lnTo>
                    <a:pt x="26109" y="4580"/>
                  </a:lnTo>
                  <a:lnTo>
                    <a:pt x="27524" y="3971"/>
                  </a:lnTo>
                  <a:lnTo>
                    <a:pt x="28826" y="387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4103294" y="2236135"/>
              <a:ext cx="72373" cy="159037"/>
            </a:xfrm>
            <a:custGeom>
              <a:avLst/>
              <a:pathLst>
                <a:path w="72373" h="159037">
                  <a:moveTo>
                    <a:pt x="65726" y="77476"/>
                  </a:moveTo>
                  <a:lnTo>
                    <a:pt x="64771" y="79786"/>
                  </a:lnTo>
                  <a:lnTo>
                    <a:pt x="63511" y="81106"/>
                  </a:lnTo>
                  <a:lnTo>
                    <a:pt x="63140" y="81907"/>
                  </a:lnTo>
                  <a:lnTo>
                    <a:pt x="62942" y="82900"/>
                  </a:lnTo>
                  <a:lnTo>
                    <a:pt x="62671" y="83895"/>
                  </a:lnTo>
                  <a:lnTo>
                    <a:pt x="62001" y="86038"/>
                  </a:lnTo>
                  <a:lnTo>
                    <a:pt x="61511" y="87789"/>
                  </a:lnTo>
                  <a:lnTo>
                    <a:pt x="61021" y="88334"/>
                  </a:lnTo>
                  <a:lnTo>
                    <a:pt x="59878" y="90979"/>
                  </a:lnTo>
                  <a:lnTo>
                    <a:pt x="59106" y="93629"/>
                  </a:lnTo>
                  <a:lnTo>
                    <a:pt x="58952" y="94317"/>
                  </a:lnTo>
                  <a:lnTo>
                    <a:pt x="58717" y="94827"/>
                  </a:lnTo>
                  <a:lnTo>
                    <a:pt x="58341" y="95239"/>
                  </a:lnTo>
                  <a:lnTo>
                    <a:pt x="57016" y="96063"/>
                  </a:lnTo>
                  <a:lnTo>
                    <a:pt x="56568" y="96471"/>
                  </a:lnTo>
                  <a:lnTo>
                    <a:pt x="56217" y="96961"/>
                  </a:lnTo>
                  <a:lnTo>
                    <a:pt x="55893" y="97520"/>
                  </a:lnTo>
                  <a:lnTo>
                    <a:pt x="55803" y="98190"/>
                  </a:lnTo>
                  <a:lnTo>
                    <a:pt x="56112" y="99138"/>
                  </a:lnTo>
                  <a:lnTo>
                    <a:pt x="56483" y="99889"/>
                  </a:lnTo>
                  <a:lnTo>
                    <a:pt x="56856" y="99935"/>
                  </a:lnTo>
                  <a:lnTo>
                    <a:pt x="57185" y="99901"/>
                  </a:lnTo>
                  <a:lnTo>
                    <a:pt x="57389" y="100348"/>
                  </a:lnTo>
                  <a:lnTo>
                    <a:pt x="57560" y="100611"/>
                  </a:lnTo>
                  <a:lnTo>
                    <a:pt x="57560" y="105766"/>
                  </a:lnTo>
                  <a:lnTo>
                    <a:pt x="57245" y="106545"/>
                  </a:lnTo>
                  <a:lnTo>
                    <a:pt x="57252" y="106893"/>
                  </a:lnTo>
                  <a:lnTo>
                    <a:pt x="57098" y="107781"/>
                  </a:lnTo>
                  <a:lnTo>
                    <a:pt x="57050" y="108773"/>
                  </a:lnTo>
                  <a:lnTo>
                    <a:pt x="57150" y="109167"/>
                  </a:lnTo>
                  <a:lnTo>
                    <a:pt x="57417" y="109486"/>
                  </a:lnTo>
                  <a:lnTo>
                    <a:pt x="57784" y="110180"/>
                  </a:lnTo>
                  <a:lnTo>
                    <a:pt x="57984" y="111764"/>
                  </a:lnTo>
                  <a:lnTo>
                    <a:pt x="58431" y="117342"/>
                  </a:lnTo>
                  <a:lnTo>
                    <a:pt x="58642" y="118223"/>
                  </a:lnTo>
                  <a:lnTo>
                    <a:pt x="59012" y="118841"/>
                  </a:lnTo>
                  <a:lnTo>
                    <a:pt x="60177" y="120044"/>
                  </a:lnTo>
                  <a:lnTo>
                    <a:pt x="61400" y="121625"/>
                  </a:lnTo>
                  <a:lnTo>
                    <a:pt x="61786" y="122652"/>
                  </a:lnTo>
                  <a:lnTo>
                    <a:pt x="62012" y="124339"/>
                  </a:lnTo>
                  <a:lnTo>
                    <a:pt x="62480" y="125661"/>
                  </a:lnTo>
                  <a:lnTo>
                    <a:pt x="62469" y="126111"/>
                  </a:lnTo>
                  <a:lnTo>
                    <a:pt x="62276" y="126284"/>
                  </a:lnTo>
                  <a:lnTo>
                    <a:pt x="61822" y="126305"/>
                  </a:lnTo>
                  <a:lnTo>
                    <a:pt x="61514" y="126397"/>
                  </a:lnTo>
                  <a:lnTo>
                    <a:pt x="61772" y="127362"/>
                  </a:lnTo>
                  <a:lnTo>
                    <a:pt x="62402" y="129040"/>
                  </a:lnTo>
                  <a:lnTo>
                    <a:pt x="63453" y="130780"/>
                  </a:lnTo>
                  <a:lnTo>
                    <a:pt x="64592" y="132663"/>
                  </a:lnTo>
                  <a:lnTo>
                    <a:pt x="65521" y="134202"/>
                  </a:lnTo>
                  <a:lnTo>
                    <a:pt x="66680" y="135980"/>
                  </a:lnTo>
                  <a:lnTo>
                    <a:pt x="67585" y="137370"/>
                  </a:lnTo>
                  <a:lnTo>
                    <a:pt x="68516" y="138799"/>
                  </a:lnTo>
                  <a:lnTo>
                    <a:pt x="69220" y="139136"/>
                  </a:lnTo>
                  <a:lnTo>
                    <a:pt x="69745" y="139237"/>
                  </a:lnTo>
                  <a:lnTo>
                    <a:pt x="69971" y="139516"/>
                  </a:lnTo>
                  <a:lnTo>
                    <a:pt x="70248" y="140173"/>
                  </a:lnTo>
                  <a:lnTo>
                    <a:pt x="70723" y="140899"/>
                  </a:lnTo>
                  <a:lnTo>
                    <a:pt x="71246" y="141848"/>
                  </a:lnTo>
                  <a:lnTo>
                    <a:pt x="71425" y="142817"/>
                  </a:lnTo>
                  <a:lnTo>
                    <a:pt x="71206" y="143740"/>
                  </a:lnTo>
                  <a:lnTo>
                    <a:pt x="71435" y="145176"/>
                  </a:lnTo>
                  <a:lnTo>
                    <a:pt x="71609" y="145697"/>
                  </a:lnTo>
                  <a:lnTo>
                    <a:pt x="71549" y="146163"/>
                  </a:lnTo>
                  <a:lnTo>
                    <a:pt x="71655" y="147917"/>
                  </a:lnTo>
                  <a:lnTo>
                    <a:pt x="71933" y="149447"/>
                  </a:lnTo>
                  <a:lnTo>
                    <a:pt x="72373" y="150861"/>
                  </a:lnTo>
                  <a:lnTo>
                    <a:pt x="72316" y="151665"/>
                  </a:lnTo>
                  <a:lnTo>
                    <a:pt x="71740" y="152181"/>
                  </a:lnTo>
                  <a:lnTo>
                    <a:pt x="71403" y="153032"/>
                  </a:lnTo>
                  <a:lnTo>
                    <a:pt x="71304" y="154219"/>
                  </a:lnTo>
                  <a:lnTo>
                    <a:pt x="71477" y="155664"/>
                  </a:lnTo>
                  <a:lnTo>
                    <a:pt x="71922" y="157367"/>
                  </a:lnTo>
                  <a:lnTo>
                    <a:pt x="71933" y="158368"/>
                  </a:lnTo>
                  <a:lnTo>
                    <a:pt x="71776" y="158509"/>
                  </a:lnTo>
                  <a:lnTo>
                    <a:pt x="71500" y="158828"/>
                  </a:lnTo>
                  <a:lnTo>
                    <a:pt x="71207" y="159037"/>
                  </a:lnTo>
                  <a:lnTo>
                    <a:pt x="70410" y="157869"/>
                  </a:lnTo>
                  <a:lnTo>
                    <a:pt x="69525" y="157079"/>
                  </a:lnTo>
                  <a:lnTo>
                    <a:pt x="68200" y="155707"/>
                  </a:lnTo>
                  <a:lnTo>
                    <a:pt x="66864" y="155213"/>
                  </a:lnTo>
                  <a:lnTo>
                    <a:pt x="65134" y="155125"/>
                  </a:lnTo>
                  <a:lnTo>
                    <a:pt x="64389" y="155292"/>
                  </a:lnTo>
                  <a:lnTo>
                    <a:pt x="63856" y="154776"/>
                  </a:lnTo>
                  <a:lnTo>
                    <a:pt x="63110" y="154180"/>
                  </a:lnTo>
                  <a:lnTo>
                    <a:pt x="62699" y="154025"/>
                  </a:lnTo>
                  <a:lnTo>
                    <a:pt x="62127" y="154489"/>
                  </a:lnTo>
                  <a:lnTo>
                    <a:pt x="61731" y="154509"/>
                  </a:lnTo>
                  <a:lnTo>
                    <a:pt x="61245" y="154329"/>
                  </a:lnTo>
                  <a:lnTo>
                    <a:pt x="60261" y="154350"/>
                  </a:lnTo>
                  <a:lnTo>
                    <a:pt x="60170" y="153554"/>
                  </a:lnTo>
                  <a:lnTo>
                    <a:pt x="60002" y="153399"/>
                  </a:lnTo>
                  <a:lnTo>
                    <a:pt x="58941" y="153472"/>
                  </a:lnTo>
                  <a:lnTo>
                    <a:pt x="58614" y="152814"/>
                  </a:lnTo>
                  <a:lnTo>
                    <a:pt x="58472" y="152887"/>
                  </a:lnTo>
                  <a:lnTo>
                    <a:pt x="58054" y="152679"/>
                  </a:lnTo>
                  <a:lnTo>
                    <a:pt x="57200" y="151744"/>
                  </a:lnTo>
                  <a:lnTo>
                    <a:pt x="56303" y="152363"/>
                  </a:lnTo>
                  <a:lnTo>
                    <a:pt x="54439" y="152285"/>
                  </a:lnTo>
                  <a:lnTo>
                    <a:pt x="52049" y="152305"/>
                  </a:lnTo>
                  <a:lnTo>
                    <a:pt x="49574" y="152326"/>
                  </a:lnTo>
                  <a:lnTo>
                    <a:pt x="47310" y="152296"/>
                  </a:lnTo>
                  <a:lnTo>
                    <a:pt x="45040" y="152268"/>
                  </a:lnTo>
                  <a:lnTo>
                    <a:pt x="44816" y="151394"/>
                  </a:lnTo>
                  <a:lnTo>
                    <a:pt x="44347" y="150944"/>
                  </a:lnTo>
                  <a:lnTo>
                    <a:pt x="43501" y="150903"/>
                  </a:lnTo>
                  <a:lnTo>
                    <a:pt x="41009" y="151079"/>
                  </a:lnTo>
                  <a:lnTo>
                    <a:pt x="39100" y="150940"/>
                  </a:lnTo>
                  <a:lnTo>
                    <a:pt x="38491" y="150825"/>
                  </a:lnTo>
                  <a:lnTo>
                    <a:pt x="37814" y="150597"/>
                  </a:lnTo>
                  <a:lnTo>
                    <a:pt x="36220" y="150393"/>
                  </a:lnTo>
                  <a:lnTo>
                    <a:pt x="34253" y="150555"/>
                  </a:lnTo>
                  <a:lnTo>
                    <a:pt x="33806" y="150511"/>
                  </a:lnTo>
                  <a:lnTo>
                    <a:pt x="32232" y="150544"/>
                  </a:lnTo>
                  <a:lnTo>
                    <a:pt x="28630" y="150306"/>
                  </a:lnTo>
                  <a:lnTo>
                    <a:pt x="26638" y="150341"/>
                  </a:lnTo>
                  <a:lnTo>
                    <a:pt x="26684" y="150875"/>
                  </a:lnTo>
                  <a:lnTo>
                    <a:pt x="26557" y="151260"/>
                  </a:lnTo>
                  <a:lnTo>
                    <a:pt x="26451" y="152186"/>
                  </a:lnTo>
                  <a:lnTo>
                    <a:pt x="24255" y="152185"/>
                  </a:lnTo>
                  <a:lnTo>
                    <a:pt x="21363" y="152184"/>
                  </a:lnTo>
                  <a:lnTo>
                    <a:pt x="18632" y="152183"/>
                  </a:lnTo>
                  <a:lnTo>
                    <a:pt x="16785" y="152182"/>
                  </a:lnTo>
                  <a:lnTo>
                    <a:pt x="13690" y="152181"/>
                  </a:lnTo>
                  <a:lnTo>
                    <a:pt x="12651" y="151546"/>
                  </a:lnTo>
                  <a:lnTo>
                    <a:pt x="12337" y="151141"/>
                  </a:lnTo>
                  <a:lnTo>
                    <a:pt x="12275" y="150679"/>
                  </a:lnTo>
                  <a:lnTo>
                    <a:pt x="12236" y="150368"/>
                  </a:lnTo>
                  <a:lnTo>
                    <a:pt x="11995" y="150275"/>
                  </a:lnTo>
                  <a:lnTo>
                    <a:pt x="12194" y="147000"/>
                  </a:lnTo>
                  <a:lnTo>
                    <a:pt x="12627" y="144270"/>
                  </a:lnTo>
                  <a:lnTo>
                    <a:pt x="12797" y="141737"/>
                  </a:lnTo>
                  <a:lnTo>
                    <a:pt x="13392" y="139471"/>
                  </a:lnTo>
                  <a:lnTo>
                    <a:pt x="13076" y="137231"/>
                  </a:lnTo>
                  <a:lnTo>
                    <a:pt x="12709" y="136253"/>
                  </a:lnTo>
                  <a:lnTo>
                    <a:pt x="10778" y="133075"/>
                  </a:lnTo>
                  <a:lnTo>
                    <a:pt x="11664" y="131872"/>
                  </a:lnTo>
                  <a:lnTo>
                    <a:pt x="10497" y="132041"/>
                  </a:lnTo>
                  <a:lnTo>
                    <a:pt x="10247" y="130859"/>
                  </a:lnTo>
                  <a:lnTo>
                    <a:pt x="9681" y="129442"/>
                  </a:lnTo>
                  <a:lnTo>
                    <a:pt x="10028" y="129216"/>
                  </a:lnTo>
                  <a:lnTo>
                    <a:pt x="10362" y="128438"/>
                  </a:lnTo>
                  <a:lnTo>
                    <a:pt x="11417" y="128677"/>
                  </a:lnTo>
                  <a:lnTo>
                    <a:pt x="11384" y="128298"/>
                  </a:lnTo>
                  <a:lnTo>
                    <a:pt x="10474" y="127109"/>
                  </a:lnTo>
                  <a:lnTo>
                    <a:pt x="10562" y="126509"/>
                  </a:lnTo>
                  <a:lnTo>
                    <a:pt x="10937" y="125839"/>
                  </a:lnTo>
                  <a:lnTo>
                    <a:pt x="10754" y="125556"/>
                  </a:lnTo>
                  <a:lnTo>
                    <a:pt x="10100" y="126250"/>
                  </a:lnTo>
                  <a:lnTo>
                    <a:pt x="9628" y="126229"/>
                  </a:lnTo>
                  <a:lnTo>
                    <a:pt x="9262" y="125780"/>
                  </a:lnTo>
                  <a:lnTo>
                    <a:pt x="8996" y="125703"/>
                  </a:lnTo>
                  <a:lnTo>
                    <a:pt x="9157" y="126615"/>
                  </a:lnTo>
                  <a:lnTo>
                    <a:pt x="8790" y="127427"/>
                  </a:lnTo>
                  <a:lnTo>
                    <a:pt x="8443" y="127709"/>
                  </a:lnTo>
                  <a:lnTo>
                    <a:pt x="7847" y="127661"/>
                  </a:lnTo>
                  <a:lnTo>
                    <a:pt x="7361" y="127457"/>
                  </a:lnTo>
                  <a:lnTo>
                    <a:pt x="7233" y="127003"/>
                  </a:lnTo>
                  <a:lnTo>
                    <a:pt x="6776" y="126655"/>
                  </a:lnTo>
                  <a:lnTo>
                    <a:pt x="5497" y="126053"/>
                  </a:lnTo>
                  <a:lnTo>
                    <a:pt x="4420" y="125348"/>
                  </a:lnTo>
                  <a:lnTo>
                    <a:pt x="4202" y="123412"/>
                  </a:lnTo>
                  <a:lnTo>
                    <a:pt x="3776" y="122577"/>
                  </a:lnTo>
                  <a:lnTo>
                    <a:pt x="3602" y="121635"/>
                  </a:lnTo>
                  <a:lnTo>
                    <a:pt x="3500" y="120556"/>
                  </a:lnTo>
                  <a:lnTo>
                    <a:pt x="3646" y="118902"/>
                  </a:lnTo>
                  <a:lnTo>
                    <a:pt x="3374" y="118637"/>
                  </a:lnTo>
                  <a:lnTo>
                    <a:pt x="3061" y="118546"/>
                  </a:lnTo>
                  <a:lnTo>
                    <a:pt x="2595" y="118627"/>
                  </a:lnTo>
                  <a:lnTo>
                    <a:pt x="2167" y="118535"/>
                  </a:lnTo>
                  <a:lnTo>
                    <a:pt x="1656" y="117619"/>
                  </a:lnTo>
                  <a:lnTo>
                    <a:pt x="1206" y="117267"/>
                  </a:lnTo>
                  <a:lnTo>
                    <a:pt x="1483" y="118951"/>
                  </a:lnTo>
                  <a:lnTo>
                    <a:pt x="1167" y="119423"/>
                  </a:lnTo>
                  <a:lnTo>
                    <a:pt x="393" y="119286"/>
                  </a:lnTo>
                  <a:lnTo>
                    <a:pt x="63" y="118649"/>
                  </a:lnTo>
                  <a:lnTo>
                    <a:pt x="0" y="118175"/>
                  </a:lnTo>
                  <a:lnTo>
                    <a:pt x="356" y="116135"/>
                  </a:lnTo>
                  <a:lnTo>
                    <a:pt x="218" y="116092"/>
                  </a:lnTo>
                  <a:lnTo>
                    <a:pt x="495" y="115010"/>
                  </a:lnTo>
                  <a:lnTo>
                    <a:pt x="1019" y="113696"/>
                  </a:lnTo>
                  <a:lnTo>
                    <a:pt x="1729" y="112024"/>
                  </a:lnTo>
                  <a:lnTo>
                    <a:pt x="2537" y="109923"/>
                  </a:lnTo>
                  <a:lnTo>
                    <a:pt x="3087" y="106209"/>
                  </a:lnTo>
                  <a:lnTo>
                    <a:pt x="3462" y="103895"/>
                  </a:lnTo>
                  <a:lnTo>
                    <a:pt x="3805" y="101784"/>
                  </a:lnTo>
                  <a:lnTo>
                    <a:pt x="4393" y="99877"/>
                  </a:lnTo>
                  <a:lnTo>
                    <a:pt x="4989" y="98603"/>
                  </a:lnTo>
                  <a:lnTo>
                    <a:pt x="6678" y="96134"/>
                  </a:lnTo>
                  <a:lnTo>
                    <a:pt x="7952" y="94272"/>
                  </a:lnTo>
                  <a:lnTo>
                    <a:pt x="8603" y="93522"/>
                  </a:lnTo>
                  <a:lnTo>
                    <a:pt x="9057" y="92890"/>
                  </a:lnTo>
                  <a:lnTo>
                    <a:pt x="9850" y="92169"/>
                  </a:lnTo>
                  <a:lnTo>
                    <a:pt x="10663" y="91310"/>
                  </a:lnTo>
                  <a:lnTo>
                    <a:pt x="11284" y="89664"/>
                  </a:lnTo>
                  <a:lnTo>
                    <a:pt x="11798" y="88127"/>
                  </a:lnTo>
                  <a:lnTo>
                    <a:pt x="12184" y="87796"/>
                  </a:lnTo>
                  <a:lnTo>
                    <a:pt x="12690" y="87526"/>
                  </a:lnTo>
                  <a:lnTo>
                    <a:pt x="14248" y="85878"/>
                  </a:lnTo>
                  <a:lnTo>
                    <a:pt x="15238" y="84832"/>
                  </a:lnTo>
                  <a:lnTo>
                    <a:pt x="15468" y="85351"/>
                  </a:lnTo>
                  <a:lnTo>
                    <a:pt x="15636" y="85998"/>
                  </a:lnTo>
                  <a:lnTo>
                    <a:pt x="15824" y="86294"/>
                  </a:lnTo>
                  <a:lnTo>
                    <a:pt x="16653" y="86501"/>
                  </a:lnTo>
                  <a:lnTo>
                    <a:pt x="17789" y="86487"/>
                  </a:lnTo>
                  <a:lnTo>
                    <a:pt x="18443" y="86299"/>
                  </a:lnTo>
                  <a:lnTo>
                    <a:pt x="18791" y="85752"/>
                  </a:lnTo>
                  <a:lnTo>
                    <a:pt x="19144" y="84260"/>
                  </a:lnTo>
                  <a:lnTo>
                    <a:pt x="19350" y="83977"/>
                  </a:lnTo>
                  <a:lnTo>
                    <a:pt x="19616" y="83902"/>
                  </a:lnTo>
                  <a:lnTo>
                    <a:pt x="20859" y="84945"/>
                  </a:lnTo>
                  <a:lnTo>
                    <a:pt x="21889" y="86431"/>
                  </a:lnTo>
                  <a:lnTo>
                    <a:pt x="22908" y="87898"/>
                  </a:lnTo>
                  <a:lnTo>
                    <a:pt x="23423" y="88421"/>
                  </a:lnTo>
                  <a:lnTo>
                    <a:pt x="23649" y="88996"/>
                  </a:lnTo>
                  <a:lnTo>
                    <a:pt x="24095" y="91679"/>
                  </a:lnTo>
                  <a:lnTo>
                    <a:pt x="24348" y="92346"/>
                  </a:lnTo>
                  <a:lnTo>
                    <a:pt x="24792" y="92621"/>
                  </a:lnTo>
                  <a:lnTo>
                    <a:pt x="25586" y="92446"/>
                  </a:lnTo>
                  <a:lnTo>
                    <a:pt x="26412" y="91970"/>
                  </a:lnTo>
                  <a:lnTo>
                    <a:pt x="27142" y="91283"/>
                  </a:lnTo>
                  <a:lnTo>
                    <a:pt x="27859" y="90397"/>
                  </a:lnTo>
                  <a:lnTo>
                    <a:pt x="28347" y="89594"/>
                  </a:lnTo>
                  <a:lnTo>
                    <a:pt x="28560" y="89004"/>
                  </a:lnTo>
                  <a:lnTo>
                    <a:pt x="28667" y="86809"/>
                  </a:lnTo>
                  <a:lnTo>
                    <a:pt x="28829" y="86332"/>
                  </a:lnTo>
                  <a:lnTo>
                    <a:pt x="29562" y="85457"/>
                  </a:lnTo>
                  <a:lnTo>
                    <a:pt x="30787" y="83998"/>
                  </a:lnTo>
                  <a:lnTo>
                    <a:pt x="31491" y="83158"/>
                  </a:lnTo>
                  <a:lnTo>
                    <a:pt x="31428" y="82857"/>
                  </a:lnTo>
                  <a:lnTo>
                    <a:pt x="30991" y="81965"/>
                  </a:lnTo>
                  <a:lnTo>
                    <a:pt x="30601" y="80984"/>
                  </a:lnTo>
                  <a:lnTo>
                    <a:pt x="30997" y="79969"/>
                  </a:lnTo>
                  <a:lnTo>
                    <a:pt x="31406" y="79193"/>
                  </a:lnTo>
                  <a:lnTo>
                    <a:pt x="32953" y="76556"/>
                  </a:lnTo>
                  <a:lnTo>
                    <a:pt x="32959" y="75688"/>
                  </a:lnTo>
                  <a:lnTo>
                    <a:pt x="33040" y="74631"/>
                  </a:lnTo>
                  <a:lnTo>
                    <a:pt x="34277" y="71636"/>
                  </a:lnTo>
                  <a:lnTo>
                    <a:pt x="34989" y="67662"/>
                  </a:lnTo>
                  <a:lnTo>
                    <a:pt x="35010" y="66896"/>
                  </a:lnTo>
                  <a:lnTo>
                    <a:pt x="35747" y="64980"/>
                  </a:lnTo>
                  <a:lnTo>
                    <a:pt x="36619" y="62527"/>
                  </a:lnTo>
                  <a:lnTo>
                    <a:pt x="38315" y="62129"/>
                  </a:lnTo>
                  <a:lnTo>
                    <a:pt x="38966" y="61520"/>
                  </a:lnTo>
                  <a:lnTo>
                    <a:pt x="39719" y="60434"/>
                  </a:lnTo>
                  <a:lnTo>
                    <a:pt x="40202" y="59426"/>
                  </a:lnTo>
                  <a:lnTo>
                    <a:pt x="40432" y="58468"/>
                  </a:lnTo>
                  <a:lnTo>
                    <a:pt x="40602" y="56615"/>
                  </a:lnTo>
                  <a:lnTo>
                    <a:pt x="40900" y="54504"/>
                  </a:lnTo>
                  <a:lnTo>
                    <a:pt x="41087" y="52653"/>
                  </a:lnTo>
                  <a:lnTo>
                    <a:pt x="41596" y="50941"/>
                  </a:lnTo>
                  <a:lnTo>
                    <a:pt x="42447" y="50075"/>
                  </a:lnTo>
                  <a:lnTo>
                    <a:pt x="43923" y="49359"/>
                  </a:lnTo>
                  <a:lnTo>
                    <a:pt x="44143" y="49023"/>
                  </a:lnTo>
                  <a:lnTo>
                    <a:pt x="44355" y="47887"/>
                  </a:lnTo>
                  <a:lnTo>
                    <a:pt x="44522" y="45532"/>
                  </a:lnTo>
                  <a:lnTo>
                    <a:pt x="44569" y="44111"/>
                  </a:lnTo>
                  <a:lnTo>
                    <a:pt x="44626" y="43495"/>
                  </a:lnTo>
                  <a:lnTo>
                    <a:pt x="44816" y="42434"/>
                  </a:lnTo>
                  <a:lnTo>
                    <a:pt x="46185" y="40547"/>
                  </a:lnTo>
                  <a:lnTo>
                    <a:pt x="46790" y="37593"/>
                  </a:lnTo>
                  <a:lnTo>
                    <a:pt x="47328" y="34499"/>
                  </a:lnTo>
                  <a:lnTo>
                    <a:pt x="48884" y="30760"/>
                  </a:lnTo>
                  <a:lnTo>
                    <a:pt x="50703" y="27036"/>
                  </a:lnTo>
                  <a:lnTo>
                    <a:pt x="51548" y="26035"/>
                  </a:lnTo>
                  <a:lnTo>
                    <a:pt x="52260" y="25573"/>
                  </a:lnTo>
                  <a:lnTo>
                    <a:pt x="53079" y="25524"/>
                  </a:lnTo>
                  <a:lnTo>
                    <a:pt x="53638" y="25250"/>
                  </a:lnTo>
                  <a:lnTo>
                    <a:pt x="55597" y="23395"/>
                  </a:lnTo>
                  <a:lnTo>
                    <a:pt x="56417" y="22768"/>
                  </a:lnTo>
                  <a:lnTo>
                    <a:pt x="57019" y="22124"/>
                  </a:lnTo>
                  <a:lnTo>
                    <a:pt x="57167" y="21564"/>
                  </a:lnTo>
                  <a:lnTo>
                    <a:pt x="57226" y="20745"/>
                  </a:lnTo>
                  <a:lnTo>
                    <a:pt x="57039" y="18826"/>
                  </a:lnTo>
                  <a:lnTo>
                    <a:pt x="57375" y="17416"/>
                  </a:lnTo>
                  <a:lnTo>
                    <a:pt x="57572" y="15229"/>
                  </a:lnTo>
                  <a:lnTo>
                    <a:pt x="57657" y="13526"/>
                  </a:lnTo>
                  <a:lnTo>
                    <a:pt x="57587" y="12937"/>
                  </a:lnTo>
                  <a:lnTo>
                    <a:pt x="57277" y="12121"/>
                  </a:lnTo>
                  <a:lnTo>
                    <a:pt x="57220" y="11945"/>
                  </a:lnTo>
                  <a:lnTo>
                    <a:pt x="56633" y="10883"/>
                  </a:lnTo>
                  <a:lnTo>
                    <a:pt x="55654" y="10242"/>
                  </a:lnTo>
                  <a:lnTo>
                    <a:pt x="54305" y="10070"/>
                  </a:lnTo>
                  <a:lnTo>
                    <a:pt x="53592" y="9689"/>
                  </a:lnTo>
                  <a:lnTo>
                    <a:pt x="53472" y="8805"/>
                  </a:lnTo>
                  <a:lnTo>
                    <a:pt x="53404" y="8291"/>
                  </a:lnTo>
                  <a:lnTo>
                    <a:pt x="53335" y="7733"/>
                  </a:lnTo>
                  <a:lnTo>
                    <a:pt x="53238" y="6495"/>
                  </a:lnTo>
                  <a:lnTo>
                    <a:pt x="52329" y="0"/>
                  </a:lnTo>
                  <a:lnTo>
                    <a:pt x="54040" y="16"/>
                  </a:lnTo>
                  <a:lnTo>
                    <a:pt x="56092" y="791"/>
                  </a:lnTo>
                  <a:lnTo>
                    <a:pt x="56607" y="1377"/>
                  </a:lnTo>
                  <a:lnTo>
                    <a:pt x="56877" y="3602"/>
                  </a:lnTo>
                  <a:lnTo>
                    <a:pt x="57620" y="4861"/>
                  </a:lnTo>
                  <a:lnTo>
                    <a:pt x="58925" y="5898"/>
                  </a:lnTo>
                  <a:lnTo>
                    <a:pt x="59737" y="8039"/>
                  </a:lnTo>
                  <a:lnTo>
                    <a:pt x="60055" y="11285"/>
                  </a:lnTo>
                  <a:lnTo>
                    <a:pt x="60775" y="13224"/>
                  </a:lnTo>
                  <a:lnTo>
                    <a:pt x="60937" y="13531"/>
                  </a:lnTo>
                  <a:lnTo>
                    <a:pt x="61751" y="16338"/>
                  </a:lnTo>
                  <a:lnTo>
                    <a:pt x="61953" y="17197"/>
                  </a:lnTo>
                  <a:lnTo>
                    <a:pt x="62014" y="18887"/>
                  </a:lnTo>
                  <a:lnTo>
                    <a:pt x="61922" y="20028"/>
                  </a:lnTo>
                  <a:lnTo>
                    <a:pt x="62338" y="21441"/>
                  </a:lnTo>
                  <a:lnTo>
                    <a:pt x="61709" y="23850"/>
                  </a:lnTo>
                  <a:lnTo>
                    <a:pt x="61522" y="25329"/>
                  </a:lnTo>
                  <a:lnTo>
                    <a:pt x="61467" y="27405"/>
                  </a:lnTo>
                  <a:lnTo>
                    <a:pt x="61834" y="31068"/>
                  </a:lnTo>
                  <a:lnTo>
                    <a:pt x="62435" y="33893"/>
                  </a:lnTo>
                  <a:lnTo>
                    <a:pt x="63086" y="36180"/>
                  </a:lnTo>
                  <a:lnTo>
                    <a:pt x="63796" y="37954"/>
                  </a:lnTo>
                  <a:lnTo>
                    <a:pt x="64968" y="39913"/>
                  </a:lnTo>
                  <a:lnTo>
                    <a:pt x="66217" y="41704"/>
                  </a:lnTo>
                  <a:lnTo>
                    <a:pt x="67380" y="42829"/>
                  </a:lnTo>
                  <a:lnTo>
                    <a:pt x="66302" y="43492"/>
                  </a:lnTo>
                  <a:lnTo>
                    <a:pt x="64212" y="43576"/>
                  </a:lnTo>
                  <a:lnTo>
                    <a:pt x="63012" y="43196"/>
                  </a:lnTo>
                  <a:lnTo>
                    <a:pt x="62440" y="43177"/>
                  </a:lnTo>
                  <a:lnTo>
                    <a:pt x="61862" y="43413"/>
                  </a:lnTo>
                  <a:lnTo>
                    <a:pt x="59631" y="43751"/>
                  </a:lnTo>
                  <a:lnTo>
                    <a:pt x="57381" y="43593"/>
                  </a:lnTo>
                  <a:lnTo>
                    <a:pt x="55293" y="43147"/>
                  </a:lnTo>
                  <a:lnTo>
                    <a:pt x="54025" y="43221"/>
                  </a:lnTo>
                  <a:lnTo>
                    <a:pt x="53046" y="44308"/>
                  </a:lnTo>
                  <a:lnTo>
                    <a:pt x="52253" y="45946"/>
                  </a:lnTo>
                  <a:lnTo>
                    <a:pt x="51508" y="47240"/>
                  </a:lnTo>
                  <a:lnTo>
                    <a:pt x="51771" y="48675"/>
                  </a:lnTo>
                  <a:lnTo>
                    <a:pt x="52330" y="49470"/>
                  </a:lnTo>
                  <a:lnTo>
                    <a:pt x="53407" y="51216"/>
                  </a:lnTo>
                  <a:lnTo>
                    <a:pt x="54373" y="52910"/>
                  </a:lnTo>
                  <a:lnTo>
                    <a:pt x="54868" y="54048"/>
                  </a:lnTo>
                  <a:lnTo>
                    <a:pt x="56796" y="56534"/>
                  </a:lnTo>
                  <a:lnTo>
                    <a:pt x="58656" y="58760"/>
                  </a:lnTo>
                  <a:lnTo>
                    <a:pt x="59021" y="59130"/>
                  </a:lnTo>
                  <a:lnTo>
                    <a:pt x="59541" y="59532"/>
                  </a:lnTo>
                  <a:lnTo>
                    <a:pt x="59867" y="59695"/>
                  </a:lnTo>
                  <a:lnTo>
                    <a:pt x="60881" y="60969"/>
                  </a:lnTo>
                  <a:lnTo>
                    <a:pt x="62284" y="63061"/>
                  </a:lnTo>
                  <a:lnTo>
                    <a:pt x="63572" y="66338"/>
                  </a:lnTo>
                  <a:lnTo>
                    <a:pt x="64486" y="69665"/>
                  </a:lnTo>
                  <a:lnTo>
                    <a:pt x="65375" y="72900"/>
                  </a:lnTo>
                  <a:lnTo>
                    <a:pt x="65768" y="73446"/>
                  </a:lnTo>
                  <a:lnTo>
                    <a:pt x="66386" y="73792"/>
                  </a:lnTo>
                  <a:lnTo>
                    <a:pt x="66462" y="74488"/>
                  </a:lnTo>
                  <a:lnTo>
                    <a:pt x="66413" y="75514"/>
                  </a:lnTo>
                  <a:lnTo>
                    <a:pt x="66221" y="7635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4138118" y="2344460"/>
              <a:ext cx="180326" cy="261744"/>
            </a:xfrm>
            <a:custGeom>
              <a:avLst/>
              <a:pathLst>
                <a:path w="180326" h="261744">
                  <a:moveTo>
                    <a:pt x="143706" y="2830"/>
                  </a:moveTo>
                  <a:lnTo>
                    <a:pt x="144046" y="3806"/>
                  </a:lnTo>
                  <a:lnTo>
                    <a:pt x="144535" y="4805"/>
                  </a:lnTo>
                  <a:lnTo>
                    <a:pt x="146174" y="6501"/>
                  </a:lnTo>
                  <a:lnTo>
                    <a:pt x="146695" y="7445"/>
                  </a:lnTo>
                  <a:lnTo>
                    <a:pt x="147094" y="8492"/>
                  </a:lnTo>
                  <a:lnTo>
                    <a:pt x="147346" y="9309"/>
                  </a:lnTo>
                  <a:lnTo>
                    <a:pt x="147852" y="9963"/>
                  </a:lnTo>
                  <a:lnTo>
                    <a:pt x="148562" y="10379"/>
                  </a:lnTo>
                  <a:lnTo>
                    <a:pt x="149168" y="10879"/>
                  </a:lnTo>
                  <a:lnTo>
                    <a:pt x="149538" y="11614"/>
                  </a:lnTo>
                  <a:lnTo>
                    <a:pt x="150095" y="12376"/>
                  </a:lnTo>
                  <a:lnTo>
                    <a:pt x="151168" y="13415"/>
                  </a:lnTo>
                  <a:lnTo>
                    <a:pt x="151690" y="13439"/>
                  </a:lnTo>
                  <a:lnTo>
                    <a:pt x="152294" y="13586"/>
                  </a:lnTo>
                  <a:lnTo>
                    <a:pt x="152825" y="13856"/>
                  </a:lnTo>
                  <a:lnTo>
                    <a:pt x="153396" y="13779"/>
                  </a:lnTo>
                  <a:lnTo>
                    <a:pt x="154316" y="13100"/>
                  </a:lnTo>
                  <a:lnTo>
                    <a:pt x="155402" y="11961"/>
                  </a:lnTo>
                  <a:lnTo>
                    <a:pt x="156229" y="11257"/>
                  </a:lnTo>
                  <a:lnTo>
                    <a:pt x="158238" y="11507"/>
                  </a:lnTo>
                  <a:lnTo>
                    <a:pt x="159355" y="12081"/>
                  </a:lnTo>
                  <a:lnTo>
                    <a:pt x="160245" y="12886"/>
                  </a:lnTo>
                  <a:lnTo>
                    <a:pt x="160939" y="12835"/>
                  </a:lnTo>
                  <a:lnTo>
                    <a:pt x="162453" y="11349"/>
                  </a:lnTo>
                  <a:lnTo>
                    <a:pt x="163255" y="9767"/>
                  </a:lnTo>
                  <a:lnTo>
                    <a:pt x="164035" y="9429"/>
                  </a:lnTo>
                  <a:lnTo>
                    <a:pt x="165215" y="10114"/>
                  </a:lnTo>
                  <a:lnTo>
                    <a:pt x="166190" y="11592"/>
                  </a:lnTo>
                  <a:lnTo>
                    <a:pt x="167045" y="13738"/>
                  </a:lnTo>
                  <a:lnTo>
                    <a:pt x="167648" y="14556"/>
                  </a:lnTo>
                  <a:lnTo>
                    <a:pt x="168475" y="15823"/>
                  </a:lnTo>
                  <a:lnTo>
                    <a:pt x="170117" y="18553"/>
                  </a:lnTo>
                  <a:lnTo>
                    <a:pt x="172253" y="19920"/>
                  </a:lnTo>
                  <a:lnTo>
                    <a:pt x="173081" y="20592"/>
                  </a:lnTo>
                  <a:lnTo>
                    <a:pt x="173352" y="21269"/>
                  </a:lnTo>
                  <a:lnTo>
                    <a:pt x="173509" y="22165"/>
                  </a:lnTo>
                  <a:lnTo>
                    <a:pt x="173565" y="23144"/>
                  </a:lnTo>
                  <a:lnTo>
                    <a:pt x="173823" y="23542"/>
                  </a:lnTo>
                  <a:lnTo>
                    <a:pt x="174400" y="23404"/>
                  </a:lnTo>
                  <a:lnTo>
                    <a:pt x="174894" y="23265"/>
                  </a:lnTo>
                  <a:lnTo>
                    <a:pt x="175436" y="23542"/>
                  </a:lnTo>
                  <a:lnTo>
                    <a:pt x="175812" y="24254"/>
                  </a:lnTo>
                  <a:lnTo>
                    <a:pt x="176001" y="24809"/>
                  </a:lnTo>
                  <a:lnTo>
                    <a:pt x="176206" y="25404"/>
                  </a:lnTo>
                  <a:lnTo>
                    <a:pt x="176743" y="25781"/>
                  </a:lnTo>
                  <a:lnTo>
                    <a:pt x="176848" y="26545"/>
                  </a:lnTo>
                  <a:lnTo>
                    <a:pt x="176480" y="27476"/>
                  </a:lnTo>
                  <a:lnTo>
                    <a:pt x="176104" y="28307"/>
                  </a:lnTo>
                  <a:lnTo>
                    <a:pt x="175645" y="29970"/>
                  </a:lnTo>
                  <a:lnTo>
                    <a:pt x="175406" y="31666"/>
                  </a:lnTo>
                  <a:lnTo>
                    <a:pt x="175714" y="32229"/>
                  </a:lnTo>
                  <a:lnTo>
                    <a:pt x="176043" y="32701"/>
                  </a:lnTo>
                  <a:lnTo>
                    <a:pt x="176219" y="33176"/>
                  </a:lnTo>
                  <a:lnTo>
                    <a:pt x="176322" y="33732"/>
                  </a:lnTo>
                  <a:lnTo>
                    <a:pt x="176283" y="34382"/>
                  </a:lnTo>
                  <a:lnTo>
                    <a:pt x="175553" y="36740"/>
                  </a:lnTo>
                  <a:lnTo>
                    <a:pt x="175178" y="38800"/>
                  </a:lnTo>
                  <a:lnTo>
                    <a:pt x="175166" y="39845"/>
                  </a:lnTo>
                  <a:lnTo>
                    <a:pt x="176126" y="40611"/>
                  </a:lnTo>
                  <a:lnTo>
                    <a:pt x="177373" y="40572"/>
                  </a:lnTo>
                  <a:lnTo>
                    <a:pt x="177767" y="41044"/>
                  </a:lnTo>
                  <a:lnTo>
                    <a:pt x="178162" y="41795"/>
                  </a:lnTo>
                  <a:lnTo>
                    <a:pt x="178510" y="42178"/>
                  </a:lnTo>
                  <a:lnTo>
                    <a:pt x="179035" y="42167"/>
                  </a:lnTo>
                  <a:lnTo>
                    <a:pt x="179402" y="42430"/>
                  </a:lnTo>
                  <a:lnTo>
                    <a:pt x="179544" y="42957"/>
                  </a:lnTo>
                  <a:lnTo>
                    <a:pt x="179969" y="43527"/>
                  </a:lnTo>
                  <a:lnTo>
                    <a:pt x="180326" y="44156"/>
                  </a:lnTo>
                  <a:lnTo>
                    <a:pt x="180156" y="44962"/>
                  </a:lnTo>
                  <a:lnTo>
                    <a:pt x="180124" y="45575"/>
                  </a:lnTo>
                  <a:lnTo>
                    <a:pt x="179236" y="47284"/>
                  </a:lnTo>
                  <a:lnTo>
                    <a:pt x="177190" y="50620"/>
                  </a:lnTo>
                  <a:lnTo>
                    <a:pt x="172793" y="56813"/>
                  </a:lnTo>
                  <a:lnTo>
                    <a:pt x="171310" y="57560"/>
                  </a:lnTo>
                  <a:lnTo>
                    <a:pt x="170544" y="58711"/>
                  </a:lnTo>
                  <a:lnTo>
                    <a:pt x="170003" y="60514"/>
                  </a:lnTo>
                  <a:lnTo>
                    <a:pt x="168721" y="62048"/>
                  </a:lnTo>
                  <a:lnTo>
                    <a:pt x="167732" y="62666"/>
                  </a:lnTo>
                  <a:lnTo>
                    <a:pt x="167626" y="63033"/>
                  </a:lnTo>
                  <a:lnTo>
                    <a:pt x="167552" y="64692"/>
                  </a:lnTo>
                  <a:lnTo>
                    <a:pt x="167653" y="67132"/>
                  </a:lnTo>
                  <a:lnTo>
                    <a:pt x="167189" y="68249"/>
                  </a:lnTo>
                  <a:lnTo>
                    <a:pt x="166519" y="70415"/>
                  </a:lnTo>
                  <a:lnTo>
                    <a:pt x="166171" y="71772"/>
                  </a:lnTo>
                  <a:lnTo>
                    <a:pt x="165905" y="72039"/>
                  </a:lnTo>
                  <a:lnTo>
                    <a:pt x="165601" y="72721"/>
                  </a:lnTo>
                  <a:lnTo>
                    <a:pt x="165414" y="74932"/>
                  </a:lnTo>
                  <a:lnTo>
                    <a:pt x="165286" y="75676"/>
                  </a:lnTo>
                  <a:lnTo>
                    <a:pt x="164802" y="80253"/>
                  </a:lnTo>
                  <a:lnTo>
                    <a:pt x="164941" y="81558"/>
                  </a:lnTo>
                  <a:lnTo>
                    <a:pt x="164566" y="83734"/>
                  </a:lnTo>
                  <a:lnTo>
                    <a:pt x="164549" y="85015"/>
                  </a:lnTo>
                  <a:lnTo>
                    <a:pt x="164394" y="86465"/>
                  </a:lnTo>
                  <a:lnTo>
                    <a:pt x="164128" y="87724"/>
                  </a:lnTo>
                  <a:lnTo>
                    <a:pt x="164148" y="89733"/>
                  </a:lnTo>
                  <a:lnTo>
                    <a:pt x="164299" y="93016"/>
                  </a:lnTo>
                  <a:lnTo>
                    <a:pt x="164270" y="93450"/>
                  </a:lnTo>
                  <a:lnTo>
                    <a:pt x="163900" y="93755"/>
                  </a:lnTo>
                  <a:lnTo>
                    <a:pt x="163239" y="94569"/>
                  </a:lnTo>
                  <a:lnTo>
                    <a:pt x="162614" y="95117"/>
                  </a:lnTo>
                  <a:lnTo>
                    <a:pt x="162139" y="95259"/>
                  </a:lnTo>
                  <a:lnTo>
                    <a:pt x="161349" y="96710"/>
                  </a:lnTo>
                  <a:lnTo>
                    <a:pt x="160672" y="98081"/>
                  </a:lnTo>
                  <a:lnTo>
                    <a:pt x="160167" y="99422"/>
                  </a:lnTo>
                  <a:lnTo>
                    <a:pt x="160036" y="100039"/>
                  </a:lnTo>
                  <a:lnTo>
                    <a:pt x="160142" y="101773"/>
                  </a:lnTo>
                  <a:lnTo>
                    <a:pt x="160212" y="103827"/>
                  </a:lnTo>
                  <a:lnTo>
                    <a:pt x="160056" y="104709"/>
                  </a:lnTo>
                  <a:lnTo>
                    <a:pt x="159819" y="105241"/>
                  </a:lnTo>
                  <a:lnTo>
                    <a:pt x="158713" y="106351"/>
                  </a:lnTo>
                  <a:lnTo>
                    <a:pt x="157986" y="107153"/>
                  </a:lnTo>
                  <a:lnTo>
                    <a:pt x="157642" y="107571"/>
                  </a:lnTo>
                  <a:lnTo>
                    <a:pt x="157465" y="108218"/>
                  </a:lnTo>
                  <a:lnTo>
                    <a:pt x="157784" y="109737"/>
                  </a:lnTo>
                  <a:lnTo>
                    <a:pt x="157808" y="110846"/>
                  </a:lnTo>
                  <a:lnTo>
                    <a:pt x="158072" y="111501"/>
                  </a:lnTo>
                  <a:lnTo>
                    <a:pt x="158948" y="112033"/>
                  </a:lnTo>
                  <a:lnTo>
                    <a:pt x="158946" y="112565"/>
                  </a:lnTo>
                  <a:lnTo>
                    <a:pt x="158969" y="113141"/>
                  </a:lnTo>
                  <a:lnTo>
                    <a:pt x="159424" y="113855"/>
                  </a:lnTo>
                  <a:lnTo>
                    <a:pt x="160261" y="115312"/>
                  </a:lnTo>
                  <a:lnTo>
                    <a:pt x="160935" y="116682"/>
                  </a:lnTo>
                  <a:lnTo>
                    <a:pt x="160951" y="117870"/>
                  </a:lnTo>
                  <a:lnTo>
                    <a:pt x="160820" y="119859"/>
                  </a:lnTo>
                  <a:lnTo>
                    <a:pt x="160799" y="121003"/>
                  </a:lnTo>
                  <a:lnTo>
                    <a:pt x="160866" y="122571"/>
                  </a:lnTo>
                  <a:lnTo>
                    <a:pt x="160863" y="125490"/>
                  </a:lnTo>
                  <a:lnTo>
                    <a:pt x="160816" y="127565"/>
                  </a:lnTo>
                  <a:lnTo>
                    <a:pt x="160924" y="128640"/>
                  </a:lnTo>
                  <a:lnTo>
                    <a:pt x="161946" y="131214"/>
                  </a:lnTo>
                  <a:lnTo>
                    <a:pt x="162399" y="134064"/>
                  </a:lnTo>
                  <a:lnTo>
                    <a:pt x="162626" y="136151"/>
                  </a:lnTo>
                  <a:lnTo>
                    <a:pt x="162636" y="136811"/>
                  </a:lnTo>
                  <a:lnTo>
                    <a:pt x="162289" y="139213"/>
                  </a:lnTo>
                  <a:lnTo>
                    <a:pt x="161893" y="141539"/>
                  </a:lnTo>
                  <a:lnTo>
                    <a:pt x="161872" y="142420"/>
                  </a:lnTo>
                  <a:lnTo>
                    <a:pt x="162055" y="143596"/>
                  </a:lnTo>
                  <a:lnTo>
                    <a:pt x="162786" y="146289"/>
                  </a:lnTo>
                  <a:lnTo>
                    <a:pt x="163319" y="148247"/>
                  </a:lnTo>
                  <a:lnTo>
                    <a:pt x="163577" y="149424"/>
                  </a:lnTo>
                  <a:lnTo>
                    <a:pt x="163943" y="150803"/>
                  </a:lnTo>
                  <a:lnTo>
                    <a:pt x="164433" y="152909"/>
                  </a:lnTo>
                  <a:lnTo>
                    <a:pt x="164555" y="153911"/>
                  </a:lnTo>
                  <a:lnTo>
                    <a:pt x="164454" y="154655"/>
                  </a:lnTo>
                  <a:lnTo>
                    <a:pt x="163455" y="157297"/>
                  </a:lnTo>
                  <a:lnTo>
                    <a:pt x="163354" y="158128"/>
                  </a:lnTo>
                  <a:lnTo>
                    <a:pt x="163601" y="160179"/>
                  </a:lnTo>
                  <a:lnTo>
                    <a:pt x="163928" y="162157"/>
                  </a:lnTo>
                  <a:lnTo>
                    <a:pt x="164399" y="163281"/>
                  </a:lnTo>
                  <a:lnTo>
                    <a:pt x="165526" y="166384"/>
                  </a:lnTo>
                  <a:lnTo>
                    <a:pt x="166363" y="167430"/>
                  </a:lnTo>
                  <a:lnTo>
                    <a:pt x="167911" y="168981"/>
                  </a:lnTo>
                  <a:lnTo>
                    <a:pt x="169278" y="170542"/>
                  </a:lnTo>
                  <a:lnTo>
                    <a:pt x="169803" y="171351"/>
                  </a:lnTo>
                  <a:lnTo>
                    <a:pt x="170285" y="172256"/>
                  </a:lnTo>
                  <a:lnTo>
                    <a:pt x="171235" y="174569"/>
                  </a:lnTo>
                  <a:lnTo>
                    <a:pt x="171816" y="176451"/>
                  </a:lnTo>
                  <a:lnTo>
                    <a:pt x="172121" y="178152"/>
                  </a:lnTo>
                  <a:lnTo>
                    <a:pt x="172867" y="180475"/>
                  </a:lnTo>
                  <a:lnTo>
                    <a:pt x="173560" y="182634"/>
                  </a:lnTo>
                  <a:lnTo>
                    <a:pt x="174458" y="185269"/>
                  </a:lnTo>
                  <a:lnTo>
                    <a:pt x="175093" y="187131"/>
                  </a:lnTo>
                  <a:lnTo>
                    <a:pt x="175379" y="188376"/>
                  </a:lnTo>
                  <a:lnTo>
                    <a:pt x="173740" y="188744"/>
                  </a:lnTo>
                  <a:lnTo>
                    <a:pt x="171371" y="189277"/>
                  </a:lnTo>
                  <a:lnTo>
                    <a:pt x="168758" y="189864"/>
                  </a:lnTo>
                  <a:lnTo>
                    <a:pt x="166061" y="190470"/>
                  </a:lnTo>
                  <a:lnTo>
                    <a:pt x="163389" y="191072"/>
                  </a:lnTo>
                  <a:lnTo>
                    <a:pt x="160852" y="191643"/>
                  </a:lnTo>
                  <a:lnTo>
                    <a:pt x="158549" y="192160"/>
                  </a:lnTo>
                  <a:lnTo>
                    <a:pt x="157848" y="192446"/>
                  </a:lnTo>
                  <a:lnTo>
                    <a:pt x="158192" y="193908"/>
                  </a:lnTo>
                  <a:lnTo>
                    <a:pt x="158034" y="195447"/>
                  </a:lnTo>
                  <a:lnTo>
                    <a:pt x="157577" y="196636"/>
                  </a:lnTo>
                  <a:lnTo>
                    <a:pt x="156859" y="198103"/>
                  </a:lnTo>
                  <a:lnTo>
                    <a:pt x="156530" y="198683"/>
                  </a:lnTo>
                  <a:lnTo>
                    <a:pt x="155796" y="199827"/>
                  </a:lnTo>
                  <a:lnTo>
                    <a:pt x="155183" y="200631"/>
                  </a:lnTo>
                  <a:lnTo>
                    <a:pt x="153933" y="201986"/>
                  </a:lnTo>
                  <a:lnTo>
                    <a:pt x="153142" y="202759"/>
                  </a:lnTo>
                  <a:lnTo>
                    <a:pt x="153137" y="203459"/>
                  </a:lnTo>
                  <a:lnTo>
                    <a:pt x="154465" y="206737"/>
                  </a:lnTo>
                  <a:lnTo>
                    <a:pt x="155067" y="209091"/>
                  </a:lnTo>
                  <a:lnTo>
                    <a:pt x="155312" y="211217"/>
                  </a:lnTo>
                  <a:lnTo>
                    <a:pt x="155301" y="212438"/>
                  </a:lnTo>
                  <a:lnTo>
                    <a:pt x="155250" y="214949"/>
                  </a:lnTo>
                  <a:lnTo>
                    <a:pt x="155190" y="217936"/>
                  </a:lnTo>
                  <a:lnTo>
                    <a:pt x="155098" y="219113"/>
                  </a:lnTo>
                  <a:lnTo>
                    <a:pt x="155458" y="221245"/>
                  </a:lnTo>
                  <a:lnTo>
                    <a:pt x="155395" y="222905"/>
                  </a:lnTo>
                  <a:lnTo>
                    <a:pt x="154500" y="224762"/>
                  </a:lnTo>
                  <a:lnTo>
                    <a:pt x="154251" y="226587"/>
                  </a:lnTo>
                  <a:lnTo>
                    <a:pt x="153800" y="229047"/>
                  </a:lnTo>
                  <a:lnTo>
                    <a:pt x="153175" y="232462"/>
                  </a:lnTo>
                  <a:lnTo>
                    <a:pt x="152731" y="234256"/>
                  </a:lnTo>
                  <a:lnTo>
                    <a:pt x="152978" y="235423"/>
                  </a:lnTo>
                  <a:lnTo>
                    <a:pt x="153202" y="236206"/>
                  </a:lnTo>
                  <a:lnTo>
                    <a:pt x="153436" y="237259"/>
                  </a:lnTo>
                  <a:lnTo>
                    <a:pt x="153916" y="238846"/>
                  </a:lnTo>
                  <a:lnTo>
                    <a:pt x="154475" y="239782"/>
                  </a:lnTo>
                  <a:lnTo>
                    <a:pt x="154787" y="240185"/>
                  </a:lnTo>
                  <a:lnTo>
                    <a:pt x="156630" y="242182"/>
                  </a:lnTo>
                  <a:lnTo>
                    <a:pt x="157393" y="243148"/>
                  </a:lnTo>
                  <a:lnTo>
                    <a:pt x="158560" y="245063"/>
                  </a:lnTo>
                  <a:lnTo>
                    <a:pt x="159421" y="246332"/>
                  </a:lnTo>
                  <a:lnTo>
                    <a:pt x="160621" y="246630"/>
                  </a:lnTo>
                  <a:lnTo>
                    <a:pt x="162064" y="247113"/>
                  </a:lnTo>
                  <a:lnTo>
                    <a:pt x="162857" y="247482"/>
                  </a:lnTo>
                  <a:lnTo>
                    <a:pt x="163405" y="247303"/>
                  </a:lnTo>
                  <a:lnTo>
                    <a:pt x="163588" y="246852"/>
                  </a:lnTo>
                  <a:lnTo>
                    <a:pt x="163563" y="245896"/>
                  </a:lnTo>
                  <a:lnTo>
                    <a:pt x="163466" y="245189"/>
                  </a:lnTo>
                  <a:lnTo>
                    <a:pt x="163620" y="244650"/>
                  </a:lnTo>
                  <a:lnTo>
                    <a:pt x="164108" y="244290"/>
                  </a:lnTo>
                  <a:lnTo>
                    <a:pt x="165358" y="244233"/>
                  </a:lnTo>
                  <a:lnTo>
                    <a:pt x="165904" y="243755"/>
                  </a:lnTo>
                  <a:lnTo>
                    <a:pt x="166334" y="243635"/>
                  </a:lnTo>
                  <a:lnTo>
                    <a:pt x="166336" y="245737"/>
                  </a:lnTo>
                  <a:lnTo>
                    <a:pt x="166338" y="247751"/>
                  </a:lnTo>
                  <a:lnTo>
                    <a:pt x="166339" y="250196"/>
                  </a:lnTo>
                  <a:lnTo>
                    <a:pt x="166341" y="253002"/>
                  </a:lnTo>
                  <a:lnTo>
                    <a:pt x="166343" y="255304"/>
                  </a:lnTo>
                  <a:lnTo>
                    <a:pt x="166345" y="257751"/>
                  </a:lnTo>
                  <a:lnTo>
                    <a:pt x="166347" y="260571"/>
                  </a:lnTo>
                  <a:lnTo>
                    <a:pt x="166336" y="260893"/>
                  </a:lnTo>
                  <a:lnTo>
                    <a:pt x="166146" y="261525"/>
                  </a:lnTo>
                  <a:lnTo>
                    <a:pt x="165649" y="261744"/>
                  </a:lnTo>
                  <a:lnTo>
                    <a:pt x="164978" y="261194"/>
                  </a:lnTo>
                  <a:lnTo>
                    <a:pt x="164939" y="260616"/>
                  </a:lnTo>
                  <a:lnTo>
                    <a:pt x="164775" y="259579"/>
                  </a:lnTo>
                  <a:lnTo>
                    <a:pt x="164461" y="259049"/>
                  </a:lnTo>
                  <a:lnTo>
                    <a:pt x="164055" y="258887"/>
                  </a:lnTo>
                  <a:lnTo>
                    <a:pt x="163367" y="259152"/>
                  </a:lnTo>
                  <a:lnTo>
                    <a:pt x="162424" y="259918"/>
                  </a:lnTo>
                  <a:lnTo>
                    <a:pt x="161212" y="260586"/>
                  </a:lnTo>
                  <a:lnTo>
                    <a:pt x="160721" y="260971"/>
                  </a:lnTo>
                  <a:lnTo>
                    <a:pt x="159868" y="260926"/>
                  </a:lnTo>
                  <a:lnTo>
                    <a:pt x="158947" y="260559"/>
                  </a:lnTo>
                  <a:lnTo>
                    <a:pt x="158266" y="259698"/>
                  </a:lnTo>
                  <a:lnTo>
                    <a:pt x="158071" y="258408"/>
                  </a:lnTo>
                  <a:lnTo>
                    <a:pt x="157476" y="257080"/>
                  </a:lnTo>
                  <a:lnTo>
                    <a:pt x="156665" y="255163"/>
                  </a:lnTo>
                  <a:lnTo>
                    <a:pt x="156258" y="254375"/>
                  </a:lnTo>
                  <a:lnTo>
                    <a:pt x="155718" y="253480"/>
                  </a:lnTo>
                  <a:lnTo>
                    <a:pt x="155173" y="253380"/>
                  </a:lnTo>
                  <a:lnTo>
                    <a:pt x="154563" y="253129"/>
                  </a:lnTo>
                  <a:lnTo>
                    <a:pt x="154188" y="251819"/>
                  </a:lnTo>
                  <a:lnTo>
                    <a:pt x="153839" y="250161"/>
                  </a:lnTo>
                  <a:lnTo>
                    <a:pt x="153622" y="249521"/>
                  </a:lnTo>
                  <a:lnTo>
                    <a:pt x="153257" y="248693"/>
                  </a:lnTo>
                  <a:lnTo>
                    <a:pt x="152735" y="248190"/>
                  </a:lnTo>
                  <a:lnTo>
                    <a:pt x="151596" y="247528"/>
                  </a:lnTo>
                  <a:lnTo>
                    <a:pt x="150002" y="246602"/>
                  </a:lnTo>
                  <a:lnTo>
                    <a:pt x="148002" y="245440"/>
                  </a:lnTo>
                  <a:lnTo>
                    <a:pt x="147050" y="245384"/>
                  </a:lnTo>
                  <a:lnTo>
                    <a:pt x="145986" y="245188"/>
                  </a:lnTo>
                  <a:lnTo>
                    <a:pt x="145319" y="244634"/>
                  </a:lnTo>
                  <a:lnTo>
                    <a:pt x="144936" y="244191"/>
                  </a:lnTo>
                  <a:lnTo>
                    <a:pt x="144498" y="242578"/>
                  </a:lnTo>
                  <a:lnTo>
                    <a:pt x="143898" y="240693"/>
                  </a:lnTo>
                  <a:lnTo>
                    <a:pt x="142143" y="238447"/>
                  </a:lnTo>
                  <a:lnTo>
                    <a:pt x="141748" y="235958"/>
                  </a:lnTo>
                  <a:lnTo>
                    <a:pt x="141396" y="235597"/>
                  </a:lnTo>
                  <a:lnTo>
                    <a:pt x="140793" y="235800"/>
                  </a:lnTo>
                  <a:lnTo>
                    <a:pt x="140326" y="236110"/>
                  </a:lnTo>
                  <a:lnTo>
                    <a:pt x="140142" y="236777"/>
                  </a:lnTo>
                  <a:lnTo>
                    <a:pt x="139671" y="239020"/>
                  </a:lnTo>
                  <a:lnTo>
                    <a:pt x="139413" y="240056"/>
                  </a:lnTo>
                  <a:lnTo>
                    <a:pt x="139236" y="240342"/>
                  </a:lnTo>
                  <a:lnTo>
                    <a:pt x="138853" y="240679"/>
                  </a:lnTo>
                  <a:lnTo>
                    <a:pt x="138225" y="240982"/>
                  </a:lnTo>
                  <a:lnTo>
                    <a:pt x="137333" y="241132"/>
                  </a:lnTo>
                  <a:lnTo>
                    <a:pt x="136072" y="241077"/>
                  </a:lnTo>
                  <a:lnTo>
                    <a:pt x="134494" y="240739"/>
                  </a:lnTo>
                  <a:lnTo>
                    <a:pt x="133643" y="240489"/>
                  </a:lnTo>
                  <a:lnTo>
                    <a:pt x="131341" y="240117"/>
                  </a:lnTo>
                  <a:lnTo>
                    <a:pt x="130675" y="239934"/>
                  </a:lnTo>
                  <a:lnTo>
                    <a:pt x="129734" y="239448"/>
                  </a:lnTo>
                  <a:lnTo>
                    <a:pt x="129056" y="238958"/>
                  </a:lnTo>
                  <a:lnTo>
                    <a:pt x="126823" y="237898"/>
                  </a:lnTo>
                  <a:lnTo>
                    <a:pt x="125812" y="238027"/>
                  </a:lnTo>
                  <a:lnTo>
                    <a:pt x="125320" y="237280"/>
                  </a:lnTo>
                  <a:lnTo>
                    <a:pt x="124879" y="236913"/>
                  </a:lnTo>
                  <a:lnTo>
                    <a:pt x="124274" y="236209"/>
                  </a:lnTo>
                  <a:lnTo>
                    <a:pt x="124003" y="235239"/>
                  </a:lnTo>
                  <a:lnTo>
                    <a:pt x="123642" y="233167"/>
                  </a:lnTo>
                  <a:lnTo>
                    <a:pt x="123729" y="232059"/>
                  </a:lnTo>
                  <a:lnTo>
                    <a:pt x="123990" y="230823"/>
                  </a:lnTo>
                  <a:lnTo>
                    <a:pt x="123700" y="230481"/>
                  </a:lnTo>
                  <a:lnTo>
                    <a:pt x="123296" y="230481"/>
                  </a:lnTo>
                  <a:lnTo>
                    <a:pt x="122717" y="230908"/>
                  </a:lnTo>
                  <a:lnTo>
                    <a:pt x="121687" y="231146"/>
                  </a:lnTo>
                  <a:lnTo>
                    <a:pt x="119803" y="231691"/>
                  </a:lnTo>
                  <a:lnTo>
                    <a:pt x="119136" y="231999"/>
                  </a:lnTo>
                  <a:lnTo>
                    <a:pt x="118396" y="232230"/>
                  </a:lnTo>
                  <a:lnTo>
                    <a:pt x="117830" y="232441"/>
                  </a:lnTo>
                  <a:lnTo>
                    <a:pt x="116414" y="233635"/>
                  </a:lnTo>
                  <a:lnTo>
                    <a:pt x="115922" y="233763"/>
                  </a:lnTo>
                  <a:lnTo>
                    <a:pt x="115083" y="233336"/>
                  </a:lnTo>
                  <a:lnTo>
                    <a:pt x="114678" y="232698"/>
                  </a:lnTo>
                  <a:lnTo>
                    <a:pt x="115083" y="231973"/>
                  </a:lnTo>
                  <a:lnTo>
                    <a:pt x="115257" y="231078"/>
                  </a:lnTo>
                  <a:lnTo>
                    <a:pt x="114968" y="229330"/>
                  </a:lnTo>
                  <a:lnTo>
                    <a:pt x="114534" y="228520"/>
                  </a:lnTo>
                  <a:lnTo>
                    <a:pt x="113279" y="227937"/>
                  </a:lnTo>
                  <a:lnTo>
                    <a:pt x="112799" y="227881"/>
                  </a:lnTo>
                  <a:lnTo>
                    <a:pt x="112597" y="226900"/>
                  </a:lnTo>
                  <a:lnTo>
                    <a:pt x="112250" y="226006"/>
                  </a:lnTo>
                  <a:lnTo>
                    <a:pt x="111534" y="225833"/>
                  </a:lnTo>
                  <a:lnTo>
                    <a:pt x="111191" y="225730"/>
                  </a:lnTo>
                  <a:lnTo>
                    <a:pt x="110833" y="226006"/>
                  </a:lnTo>
                  <a:lnTo>
                    <a:pt x="110631" y="226730"/>
                  </a:lnTo>
                  <a:lnTo>
                    <a:pt x="110573" y="227285"/>
                  </a:lnTo>
                  <a:lnTo>
                    <a:pt x="109936" y="227710"/>
                  </a:lnTo>
                  <a:lnTo>
                    <a:pt x="108635" y="227625"/>
                  </a:lnTo>
                  <a:lnTo>
                    <a:pt x="107345" y="227221"/>
                  </a:lnTo>
                  <a:lnTo>
                    <a:pt x="106436" y="227091"/>
                  </a:lnTo>
                  <a:lnTo>
                    <a:pt x="105833" y="227191"/>
                  </a:lnTo>
                  <a:lnTo>
                    <a:pt x="103530" y="228562"/>
                  </a:lnTo>
                  <a:lnTo>
                    <a:pt x="102768" y="228745"/>
                  </a:lnTo>
                  <a:lnTo>
                    <a:pt x="100294" y="228638"/>
                  </a:lnTo>
                  <a:lnTo>
                    <a:pt x="98892" y="228352"/>
                  </a:lnTo>
                  <a:lnTo>
                    <a:pt x="97894" y="228298"/>
                  </a:lnTo>
                  <a:lnTo>
                    <a:pt x="97185" y="228728"/>
                  </a:lnTo>
                  <a:lnTo>
                    <a:pt x="96304" y="229743"/>
                  </a:lnTo>
                  <a:lnTo>
                    <a:pt x="95566" y="230289"/>
                  </a:lnTo>
                  <a:lnTo>
                    <a:pt x="95224" y="230227"/>
                  </a:lnTo>
                  <a:lnTo>
                    <a:pt x="95014" y="229802"/>
                  </a:lnTo>
                  <a:lnTo>
                    <a:pt x="94726" y="229220"/>
                  </a:lnTo>
                  <a:lnTo>
                    <a:pt x="94636" y="227696"/>
                  </a:lnTo>
                  <a:lnTo>
                    <a:pt x="94269" y="226016"/>
                  </a:lnTo>
                  <a:lnTo>
                    <a:pt x="94511" y="225141"/>
                  </a:lnTo>
                  <a:lnTo>
                    <a:pt x="95239" y="224506"/>
                  </a:lnTo>
                  <a:lnTo>
                    <a:pt x="95491" y="223213"/>
                  </a:lnTo>
                  <a:lnTo>
                    <a:pt x="95265" y="221264"/>
                  </a:lnTo>
                  <a:lnTo>
                    <a:pt x="95251" y="219894"/>
                  </a:lnTo>
                  <a:lnTo>
                    <a:pt x="95447" y="219104"/>
                  </a:lnTo>
                  <a:lnTo>
                    <a:pt x="95183" y="217185"/>
                  </a:lnTo>
                  <a:lnTo>
                    <a:pt x="94457" y="214138"/>
                  </a:lnTo>
                  <a:lnTo>
                    <a:pt x="93430" y="211657"/>
                  </a:lnTo>
                  <a:lnTo>
                    <a:pt x="92100" y="209743"/>
                  </a:lnTo>
                  <a:lnTo>
                    <a:pt x="91230" y="207911"/>
                  </a:lnTo>
                  <a:lnTo>
                    <a:pt x="90819" y="206161"/>
                  </a:lnTo>
                  <a:lnTo>
                    <a:pt x="90973" y="201973"/>
                  </a:lnTo>
                  <a:lnTo>
                    <a:pt x="91374" y="198277"/>
                  </a:lnTo>
                  <a:lnTo>
                    <a:pt x="91691" y="195346"/>
                  </a:lnTo>
                  <a:lnTo>
                    <a:pt x="91601" y="190433"/>
                  </a:lnTo>
                  <a:lnTo>
                    <a:pt x="90702" y="187236"/>
                  </a:lnTo>
                  <a:lnTo>
                    <a:pt x="90505" y="183798"/>
                  </a:lnTo>
                  <a:lnTo>
                    <a:pt x="91012" y="180119"/>
                  </a:lnTo>
                  <a:lnTo>
                    <a:pt x="91087" y="177599"/>
                  </a:lnTo>
                  <a:lnTo>
                    <a:pt x="90751" y="176311"/>
                  </a:lnTo>
                  <a:lnTo>
                    <a:pt x="90520" y="176116"/>
                  </a:lnTo>
                  <a:lnTo>
                    <a:pt x="90231" y="175988"/>
                  </a:lnTo>
                  <a:lnTo>
                    <a:pt x="87958" y="175865"/>
                  </a:lnTo>
                  <a:lnTo>
                    <a:pt x="84926" y="175702"/>
                  </a:lnTo>
                  <a:lnTo>
                    <a:pt x="82283" y="175653"/>
                  </a:lnTo>
                  <a:lnTo>
                    <a:pt x="79415" y="175601"/>
                  </a:lnTo>
                  <a:lnTo>
                    <a:pt x="78947" y="175137"/>
                  </a:lnTo>
                  <a:lnTo>
                    <a:pt x="78734" y="174277"/>
                  </a:lnTo>
                  <a:lnTo>
                    <a:pt x="78744" y="173426"/>
                  </a:lnTo>
                  <a:lnTo>
                    <a:pt x="79329" y="170823"/>
                  </a:lnTo>
                  <a:lnTo>
                    <a:pt x="79247" y="170610"/>
                  </a:lnTo>
                  <a:lnTo>
                    <a:pt x="78227" y="170553"/>
                  </a:lnTo>
                  <a:lnTo>
                    <a:pt x="75462" y="170978"/>
                  </a:lnTo>
                  <a:lnTo>
                    <a:pt x="73640" y="171399"/>
                  </a:lnTo>
                  <a:lnTo>
                    <a:pt x="72484" y="171537"/>
                  </a:lnTo>
                  <a:lnTo>
                    <a:pt x="70451" y="172245"/>
                  </a:lnTo>
                  <a:lnTo>
                    <a:pt x="69196" y="173742"/>
                  </a:lnTo>
                  <a:lnTo>
                    <a:pt x="68781" y="175626"/>
                  </a:lnTo>
                  <a:lnTo>
                    <a:pt x="68815" y="177177"/>
                  </a:lnTo>
                  <a:lnTo>
                    <a:pt x="68744" y="178313"/>
                  </a:lnTo>
                  <a:lnTo>
                    <a:pt x="68171" y="179501"/>
                  </a:lnTo>
                  <a:lnTo>
                    <a:pt x="67720" y="180864"/>
                  </a:lnTo>
                  <a:lnTo>
                    <a:pt x="67703" y="181582"/>
                  </a:lnTo>
                  <a:lnTo>
                    <a:pt x="67428" y="185209"/>
                  </a:lnTo>
                  <a:lnTo>
                    <a:pt x="65553" y="185696"/>
                  </a:lnTo>
                  <a:lnTo>
                    <a:pt x="63678" y="185696"/>
                  </a:lnTo>
                  <a:lnTo>
                    <a:pt x="63242" y="185649"/>
                  </a:lnTo>
                  <a:lnTo>
                    <a:pt x="60925" y="184783"/>
                  </a:lnTo>
                  <a:lnTo>
                    <a:pt x="60066" y="184782"/>
                  </a:lnTo>
                  <a:lnTo>
                    <a:pt x="59328" y="185237"/>
                  </a:lnTo>
                  <a:lnTo>
                    <a:pt x="57911" y="185679"/>
                  </a:lnTo>
                  <a:lnTo>
                    <a:pt x="56555" y="186008"/>
                  </a:lnTo>
                  <a:lnTo>
                    <a:pt x="55189" y="187081"/>
                  </a:lnTo>
                  <a:lnTo>
                    <a:pt x="54826" y="187176"/>
                  </a:lnTo>
                  <a:lnTo>
                    <a:pt x="53921" y="186619"/>
                  </a:lnTo>
                  <a:lnTo>
                    <a:pt x="52650" y="186671"/>
                  </a:lnTo>
                  <a:lnTo>
                    <a:pt x="51369" y="186941"/>
                  </a:lnTo>
                  <a:lnTo>
                    <a:pt x="50765" y="187056"/>
                  </a:lnTo>
                  <a:lnTo>
                    <a:pt x="50353" y="186734"/>
                  </a:lnTo>
                  <a:lnTo>
                    <a:pt x="49174" y="184028"/>
                  </a:lnTo>
                  <a:lnTo>
                    <a:pt x="47600" y="180422"/>
                  </a:lnTo>
                  <a:lnTo>
                    <a:pt x="46749" y="178162"/>
                  </a:lnTo>
                  <a:lnTo>
                    <a:pt x="46432" y="177572"/>
                  </a:lnTo>
                  <a:lnTo>
                    <a:pt x="45885" y="176792"/>
                  </a:lnTo>
                  <a:lnTo>
                    <a:pt x="45138" y="175318"/>
                  </a:lnTo>
                  <a:lnTo>
                    <a:pt x="44828" y="173918"/>
                  </a:lnTo>
                  <a:lnTo>
                    <a:pt x="44959" y="172594"/>
                  </a:lnTo>
                  <a:lnTo>
                    <a:pt x="44520" y="170807"/>
                  </a:lnTo>
                  <a:lnTo>
                    <a:pt x="43514" y="168555"/>
                  </a:lnTo>
                  <a:lnTo>
                    <a:pt x="42850" y="166406"/>
                  </a:lnTo>
                  <a:lnTo>
                    <a:pt x="42532" y="164358"/>
                  </a:lnTo>
                  <a:lnTo>
                    <a:pt x="42453" y="162605"/>
                  </a:lnTo>
                  <a:lnTo>
                    <a:pt x="42612" y="161147"/>
                  </a:lnTo>
                  <a:lnTo>
                    <a:pt x="42418" y="160070"/>
                  </a:lnTo>
                  <a:lnTo>
                    <a:pt x="41872" y="159377"/>
                  </a:lnTo>
                  <a:lnTo>
                    <a:pt x="41573" y="158499"/>
                  </a:lnTo>
                  <a:lnTo>
                    <a:pt x="41357" y="158132"/>
                  </a:lnTo>
                  <a:lnTo>
                    <a:pt x="40903" y="157303"/>
                  </a:lnTo>
                  <a:lnTo>
                    <a:pt x="39903" y="156387"/>
                  </a:lnTo>
                  <a:lnTo>
                    <a:pt x="38804" y="155905"/>
                  </a:lnTo>
                  <a:lnTo>
                    <a:pt x="36390" y="155896"/>
                  </a:lnTo>
                  <a:lnTo>
                    <a:pt x="33238" y="155881"/>
                  </a:lnTo>
                  <a:lnTo>
                    <a:pt x="30381" y="155950"/>
                  </a:lnTo>
                  <a:lnTo>
                    <a:pt x="27206" y="156029"/>
                  </a:lnTo>
                  <a:lnTo>
                    <a:pt x="23990" y="156107"/>
                  </a:lnTo>
                  <a:lnTo>
                    <a:pt x="23124" y="156229"/>
                  </a:lnTo>
                  <a:lnTo>
                    <a:pt x="20671" y="156282"/>
                  </a:lnTo>
                  <a:lnTo>
                    <a:pt x="18705" y="156050"/>
                  </a:lnTo>
                  <a:lnTo>
                    <a:pt x="17976" y="155898"/>
                  </a:lnTo>
                  <a:lnTo>
                    <a:pt x="16696" y="155788"/>
                  </a:lnTo>
                  <a:lnTo>
                    <a:pt x="14672" y="155759"/>
                  </a:lnTo>
                  <a:lnTo>
                    <a:pt x="13579" y="155851"/>
                  </a:lnTo>
                  <a:lnTo>
                    <a:pt x="10953" y="155852"/>
                  </a:lnTo>
                  <a:lnTo>
                    <a:pt x="10717" y="155874"/>
                  </a:lnTo>
                  <a:lnTo>
                    <a:pt x="10302" y="156131"/>
                  </a:lnTo>
                  <a:lnTo>
                    <a:pt x="9183" y="155774"/>
                  </a:lnTo>
                  <a:lnTo>
                    <a:pt x="8084" y="155894"/>
                  </a:lnTo>
                  <a:lnTo>
                    <a:pt x="7470" y="155494"/>
                  </a:lnTo>
                  <a:lnTo>
                    <a:pt x="6122" y="155744"/>
                  </a:lnTo>
                  <a:lnTo>
                    <a:pt x="5467" y="156074"/>
                  </a:lnTo>
                  <a:lnTo>
                    <a:pt x="4418" y="157233"/>
                  </a:lnTo>
                  <a:lnTo>
                    <a:pt x="2846" y="157838"/>
                  </a:lnTo>
                  <a:lnTo>
                    <a:pt x="2263" y="157786"/>
                  </a:lnTo>
                  <a:lnTo>
                    <a:pt x="1873" y="157589"/>
                  </a:lnTo>
                  <a:lnTo>
                    <a:pt x="959" y="156319"/>
                  </a:lnTo>
                  <a:lnTo>
                    <a:pt x="253" y="155092"/>
                  </a:lnTo>
                  <a:lnTo>
                    <a:pt x="0" y="154414"/>
                  </a:lnTo>
                  <a:lnTo>
                    <a:pt x="393" y="154243"/>
                  </a:lnTo>
                  <a:lnTo>
                    <a:pt x="1630" y="153982"/>
                  </a:lnTo>
                  <a:lnTo>
                    <a:pt x="2562" y="153857"/>
                  </a:lnTo>
                  <a:lnTo>
                    <a:pt x="2744" y="153537"/>
                  </a:lnTo>
                  <a:lnTo>
                    <a:pt x="2888" y="149754"/>
                  </a:lnTo>
                  <a:lnTo>
                    <a:pt x="2920" y="145909"/>
                  </a:lnTo>
                  <a:lnTo>
                    <a:pt x="2589" y="145403"/>
                  </a:lnTo>
                  <a:lnTo>
                    <a:pt x="2266" y="145096"/>
                  </a:lnTo>
                  <a:lnTo>
                    <a:pt x="2249" y="144829"/>
                  </a:lnTo>
                  <a:lnTo>
                    <a:pt x="2734" y="144346"/>
                  </a:lnTo>
                  <a:lnTo>
                    <a:pt x="3404" y="143784"/>
                  </a:lnTo>
                  <a:lnTo>
                    <a:pt x="3618" y="143531"/>
                  </a:lnTo>
                  <a:lnTo>
                    <a:pt x="4362" y="142512"/>
                  </a:lnTo>
                  <a:lnTo>
                    <a:pt x="5828" y="140158"/>
                  </a:lnTo>
                  <a:lnTo>
                    <a:pt x="6942" y="139582"/>
                  </a:lnTo>
                  <a:lnTo>
                    <a:pt x="7981" y="138965"/>
                  </a:lnTo>
                  <a:lnTo>
                    <a:pt x="8127" y="138737"/>
                  </a:lnTo>
                  <a:lnTo>
                    <a:pt x="8266" y="138280"/>
                  </a:lnTo>
                  <a:lnTo>
                    <a:pt x="8731" y="138312"/>
                  </a:lnTo>
                  <a:lnTo>
                    <a:pt x="8880" y="138536"/>
                  </a:lnTo>
                  <a:lnTo>
                    <a:pt x="9108" y="139032"/>
                  </a:lnTo>
                  <a:lnTo>
                    <a:pt x="9517" y="139729"/>
                  </a:lnTo>
                  <a:lnTo>
                    <a:pt x="10251" y="140557"/>
                  </a:lnTo>
                  <a:lnTo>
                    <a:pt x="10994" y="141452"/>
                  </a:lnTo>
                  <a:lnTo>
                    <a:pt x="11364" y="141564"/>
                  </a:lnTo>
                  <a:lnTo>
                    <a:pt x="11965" y="141111"/>
                  </a:lnTo>
                  <a:lnTo>
                    <a:pt x="12658" y="140439"/>
                  </a:lnTo>
                  <a:lnTo>
                    <a:pt x="13679" y="139947"/>
                  </a:lnTo>
                  <a:lnTo>
                    <a:pt x="13923" y="139489"/>
                  </a:lnTo>
                  <a:lnTo>
                    <a:pt x="14056" y="138508"/>
                  </a:lnTo>
                  <a:lnTo>
                    <a:pt x="14133" y="137461"/>
                  </a:lnTo>
                  <a:lnTo>
                    <a:pt x="14223" y="136223"/>
                  </a:lnTo>
                  <a:lnTo>
                    <a:pt x="14431" y="136055"/>
                  </a:lnTo>
                  <a:lnTo>
                    <a:pt x="14800" y="135935"/>
                  </a:lnTo>
                  <a:lnTo>
                    <a:pt x="15476" y="136284"/>
                  </a:lnTo>
                  <a:lnTo>
                    <a:pt x="15786" y="136644"/>
                  </a:lnTo>
                  <a:lnTo>
                    <a:pt x="16341" y="136644"/>
                  </a:lnTo>
                  <a:lnTo>
                    <a:pt x="16695" y="136317"/>
                  </a:lnTo>
                  <a:lnTo>
                    <a:pt x="17343" y="135707"/>
                  </a:lnTo>
                  <a:lnTo>
                    <a:pt x="18166" y="135463"/>
                  </a:lnTo>
                  <a:lnTo>
                    <a:pt x="19048" y="134878"/>
                  </a:lnTo>
                  <a:lnTo>
                    <a:pt x="19891" y="134125"/>
                  </a:lnTo>
                  <a:lnTo>
                    <a:pt x="20289" y="134060"/>
                  </a:lnTo>
                  <a:lnTo>
                    <a:pt x="20712" y="135041"/>
                  </a:lnTo>
                  <a:lnTo>
                    <a:pt x="21089" y="135728"/>
                  </a:lnTo>
                  <a:lnTo>
                    <a:pt x="21155" y="136153"/>
                  </a:lnTo>
                  <a:lnTo>
                    <a:pt x="20778" y="136971"/>
                  </a:lnTo>
                  <a:lnTo>
                    <a:pt x="20357" y="138051"/>
                  </a:lnTo>
                  <a:lnTo>
                    <a:pt x="20712" y="139391"/>
                  </a:lnTo>
                  <a:lnTo>
                    <a:pt x="20797" y="140693"/>
                  </a:lnTo>
                  <a:lnTo>
                    <a:pt x="20786" y="141478"/>
                  </a:lnTo>
                  <a:lnTo>
                    <a:pt x="21071" y="141797"/>
                  </a:lnTo>
                  <a:lnTo>
                    <a:pt x="21267" y="141948"/>
                  </a:lnTo>
                  <a:lnTo>
                    <a:pt x="21573" y="141763"/>
                  </a:lnTo>
                  <a:lnTo>
                    <a:pt x="22175" y="141820"/>
                  </a:lnTo>
                  <a:lnTo>
                    <a:pt x="22898" y="142228"/>
                  </a:lnTo>
                  <a:lnTo>
                    <a:pt x="23597" y="142182"/>
                  </a:lnTo>
                  <a:lnTo>
                    <a:pt x="24272" y="141679"/>
                  </a:lnTo>
                  <a:lnTo>
                    <a:pt x="25529" y="139725"/>
                  </a:lnTo>
                  <a:lnTo>
                    <a:pt x="27366" y="136314"/>
                  </a:lnTo>
                  <a:lnTo>
                    <a:pt x="28888" y="134174"/>
                  </a:lnTo>
                  <a:lnTo>
                    <a:pt x="30094" y="133300"/>
                  </a:lnTo>
                  <a:lnTo>
                    <a:pt x="30911" y="132280"/>
                  </a:lnTo>
                  <a:lnTo>
                    <a:pt x="31337" y="131111"/>
                  </a:lnTo>
                  <a:lnTo>
                    <a:pt x="32038" y="130315"/>
                  </a:lnTo>
                  <a:lnTo>
                    <a:pt x="33499" y="129682"/>
                  </a:lnTo>
                  <a:lnTo>
                    <a:pt x="34615" y="128967"/>
                  </a:lnTo>
                  <a:lnTo>
                    <a:pt x="35727" y="126623"/>
                  </a:lnTo>
                  <a:lnTo>
                    <a:pt x="37210" y="122410"/>
                  </a:lnTo>
                  <a:lnTo>
                    <a:pt x="37625" y="118648"/>
                  </a:lnTo>
                  <a:lnTo>
                    <a:pt x="37878" y="116358"/>
                  </a:lnTo>
                  <a:lnTo>
                    <a:pt x="37731" y="108470"/>
                  </a:lnTo>
                  <a:lnTo>
                    <a:pt x="37634" y="105881"/>
                  </a:lnTo>
                  <a:lnTo>
                    <a:pt x="37858" y="104468"/>
                  </a:lnTo>
                  <a:lnTo>
                    <a:pt x="38413" y="103497"/>
                  </a:lnTo>
                  <a:lnTo>
                    <a:pt x="39923" y="101442"/>
                  </a:lnTo>
                  <a:lnTo>
                    <a:pt x="40937" y="99758"/>
                  </a:lnTo>
                  <a:lnTo>
                    <a:pt x="41710" y="97789"/>
                  </a:lnTo>
                  <a:lnTo>
                    <a:pt x="43201" y="93290"/>
                  </a:lnTo>
                  <a:lnTo>
                    <a:pt x="43855" y="91840"/>
                  </a:lnTo>
                  <a:lnTo>
                    <a:pt x="44146" y="91191"/>
                  </a:lnTo>
                  <a:lnTo>
                    <a:pt x="45043" y="89992"/>
                  </a:lnTo>
                  <a:lnTo>
                    <a:pt x="46300" y="88939"/>
                  </a:lnTo>
                  <a:lnTo>
                    <a:pt x="47920" y="88035"/>
                  </a:lnTo>
                  <a:lnTo>
                    <a:pt x="50418" y="84902"/>
                  </a:lnTo>
                  <a:lnTo>
                    <a:pt x="52404" y="81750"/>
                  </a:lnTo>
                  <a:lnTo>
                    <a:pt x="52133" y="77963"/>
                  </a:lnTo>
                  <a:lnTo>
                    <a:pt x="52597" y="74823"/>
                  </a:lnTo>
                  <a:lnTo>
                    <a:pt x="53680" y="70827"/>
                  </a:lnTo>
                  <a:lnTo>
                    <a:pt x="54035" y="66598"/>
                  </a:lnTo>
                  <a:lnTo>
                    <a:pt x="53662" y="62140"/>
                  </a:lnTo>
                  <a:lnTo>
                    <a:pt x="53820" y="58498"/>
                  </a:lnTo>
                  <a:lnTo>
                    <a:pt x="54854" y="54257"/>
                  </a:lnTo>
                  <a:lnTo>
                    <a:pt x="55290" y="52684"/>
                  </a:lnTo>
                  <a:lnTo>
                    <a:pt x="55432" y="50110"/>
                  </a:lnTo>
                  <a:lnTo>
                    <a:pt x="55426" y="46011"/>
                  </a:lnTo>
                  <a:lnTo>
                    <a:pt x="56745" y="40409"/>
                  </a:lnTo>
                  <a:lnTo>
                    <a:pt x="57992" y="37055"/>
                  </a:lnTo>
                  <a:lnTo>
                    <a:pt x="59387" y="33303"/>
                  </a:lnTo>
                  <a:lnTo>
                    <a:pt x="59919" y="31035"/>
                  </a:lnTo>
                  <a:lnTo>
                    <a:pt x="60629" y="28008"/>
                  </a:lnTo>
                  <a:lnTo>
                    <a:pt x="60517" y="25576"/>
                  </a:lnTo>
                  <a:lnTo>
                    <a:pt x="60388" y="22782"/>
                  </a:lnTo>
                  <a:lnTo>
                    <a:pt x="60738" y="18938"/>
                  </a:lnTo>
                  <a:lnTo>
                    <a:pt x="60608" y="16674"/>
                  </a:lnTo>
                  <a:lnTo>
                    <a:pt x="60112" y="14708"/>
                  </a:lnTo>
                  <a:lnTo>
                    <a:pt x="60364" y="13471"/>
                  </a:lnTo>
                  <a:lnTo>
                    <a:pt x="61364" y="12964"/>
                  </a:lnTo>
                  <a:lnTo>
                    <a:pt x="62612" y="11000"/>
                  </a:lnTo>
                  <a:lnTo>
                    <a:pt x="64852" y="5867"/>
                  </a:lnTo>
                  <a:lnTo>
                    <a:pt x="67264" y="3366"/>
                  </a:lnTo>
                  <a:lnTo>
                    <a:pt x="68943" y="2575"/>
                  </a:lnTo>
                  <a:lnTo>
                    <a:pt x="70694" y="2660"/>
                  </a:lnTo>
                  <a:lnTo>
                    <a:pt x="71834" y="3107"/>
                  </a:lnTo>
                  <a:lnTo>
                    <a:pt x="72364" y="3916"/>
                  </a:lnTo>
                  <a:lnTo>
                    <a:pt x="73687" y="5124"/>
                  </a:lnTo>
                  <a:lnTo>
                    <a:pt x="75806" y="6729"/>
                  </a:lnTo>
                  <a:lnTo>
                    <a:pt x="77388" y="8730"/>
                  </a:lnTo>
                  <a:lnTo>
                    <a:pt x="78267" y="10747"/>
                  </a:lnTo>
                  <a:lnTo>
                    <a:pt x="78945" y="11847"/>
                  </a:lnTo>
                  <a:lnTo>
                    <a:pt x="79790" y="12224"/>
                  </a:lnTo>
                  <a:lnTo>
                    <a:pt x="81167" y="12062"/>
                  </a:lnTo>
                  <a:lnTo>
                    <a:pt x="82707" y="12538"/>
                  </a:lnTo>
                  <a:lnTo>
                    <a:pt x="84313" y="13667"/>
                  </a:lnTo>
                  <a:lnTo>
                    <a:pt x="85299" y="14086"/>
                  </a:lnTo>
                  <a:lnTo>
                    <a:pt x="85664" y="13794"/>
                  </a:lnTo>
                  <a:lnTo>
                    <a:pt x="86438" y="13958"/>
                  </a:lnTo>
                  <a:lnTo>
                    <a:pt x="88211" y="14886"/>
                  </a:lnTo>
                  <a:lnTo>
                    <a:pt x="89625" y="14376"/>
                  </a:lnTo>
                  <a:lnTo>
                    <a:pt x="91718" y="14759"/>
                  </a:lnTo>
                  <a:lnTo>
                    <a:pt x="96580" y="16418"/>
                  </a:lnTo>
                  <a:lnTo>
                    <a:pt x="96955" y="16072"/>
                  </a:lnTo>
                  <a:lnTo>
                    <a:pt x="97370" y="15404"/>
                  </a:lnTo>
                  <a:lnTo>
                    <a:pt x="98425" y="12086"/>
                  </a:lnTo>
                  <a:lnTo>
                    <a:pt x="99319" y="10047"/>
                  </a:lnTo>
                  <a:lnTo>
                    <a:pt x="99736" y="9281"/>
                  </a:lnTo>
                  <a:lnTo>
                    <a:pt x="100765" y="8204"/>
                  </a:lnTo>
                  <a:lnTo>
                    <a:pt x="101979" y="7926"/>
                  </a:lnTo>
                  <a:lnTo>
                    <a:pt x="103144" y="8022"/>
                  </a:lnTo>
                  <a:lnTo>
                    <a:pt x="104117" y="8496"/>
                  </a:lnTo>
                  <a:lnTo>
                    <a:pt x="105007" y="9046"/>
                  </a:lnTo>
                  <a:lnTo>
                    <a:pt x="105994" y="9051"/>
                  </a:lnTo>
                  <a:lnTo>
                    <a:pt x="107001" y="8519"/>
                  </a:lnTo>
                  <a:lnTo>
                    <a:pt x="108498" y="7550"/>
                  </a:lnTo>
                  <a:lnTo>
                    <a:pt x="110074" y="6914"/>
                  </a:lnTo>
                  <a:lnTo>
                    <a:pt x="111429" y="6218"/>
                  </a:lnTo>
                  <a:lnTo>
                    <a:pt x="113662" y="4996"/>
                  </a:lnTo>
                  <a:lnTo>
                    <a:pt x="114533" y="4434"/>
                  </a:lnTo>
                  <a:lnTo>
                    <a:pt x="115643" y="4214"/>
                  </a:lnTo>
                  <a:lnTo>
                    <a:pt x="118750" y="5328"/>
                  </a:lnTo>
                  <a:lnTo>
                    <a:pt x="120764" y="4590"/>
                  </a:lnTo>
                  <a:lnTo>
                    <a:pt x="121586" y="4807"/>
                  </a:lnTo>
                  <a:lnTo>
                    <a:pt x="123327" y="4010"/>
                  </a:lnTo>
                  <a:lnTo>
                    <a:pt x="123647" y="3478"/>
                  </a:lnTo>
                  <a:lnTo>
                    <a:pt x="124755" y="783"/>
                  </a:lnTo>
                  <a:lnTo>
                    <a:pt x="125936" y="0"/>
                  </a:lnTo>
                  <a:lnTo>
                    <a:pt x="127722" y="396"/>
                  </a:lnTo>
                  <a:lnTo>
                    <a:pt x="128726" y="814"/>
                  </a:lnTo>
                  <a:lnTo>
                    <a:pt x="132071" y="1966"/>
                  </a:lnTo>
                  <a:lnTo>
                    <a:pt x="136414" y="3164"/>
                  </a:lnTo>
                  <a:lnTo>
                    <a:pt x="137691" y="3350"/>
                  </a:lnTo>
                  <a:lnTo>
                    <a:pt x="138207" y="3482"/>
                  </a:lnTo>
                  <a:lnTo>
                    <a:pt x="138661" y="3297"/>
                  </a:lnTo>
                  <a:lnTo>
                    <a:pt x="140085" y="1781"/>
                  </a:lnTo>
                  <a:lnTo>
                    <a:pt x="140570" y="1567"/>
                  </a:lnTo>
                  <a:lnTo>
                    <a:pt x="140977" y="159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4127868" y="2367123"/>
              <a:ext cx="70880" cy="121229"/>
            </a:xfrm>
            <a:custGeom>
              <a:avLst/>
              <a:pathLst>
                <a:path w="70880" h="121229">
                  <a:moveTo>
                    <a:pt x="70768" y="2913"/>
                  </a:moveTo>
                  <a:lnTo>
                    <a:pt x="70880" y="5345"/>
                  </a:lnTo>
                  <a:lnTo>
                    <a:pt x="70169" y="8372"/>
                  </a:lnTo>
                  <a:lnTo>
                    <a:pt x="69638" y="10640"/>
                  </a:lnTo>
                  <a:lnTo>
                    <a:pt x="68243" y="14392"/>
                  </a:lnTo>
                  <a:lnTo>
                    <a:pt x="66996" y="17746"/>
                  </a:lnTo>
                  <a:lnTo>
                    <a:pt x="65676" y="23349"/>
                  </a:lnTo>
                  <a:lnTo>
                    <a:pt x="65683" y="27448"/>
                  </a:lnTo>
                  <a:lnTo>
                    <a:pt x="65541" y="30021"/>
                  </a:lnTo>
                  <a:lnTo>
                    <a:pt x="65104" y="31594"/>
                  </a:lnTo>
                  <a:lnTo>
                    <a:pt x="64071" y="35835"/>
                  </a:lnTo>
                  <a:lnTo>
                    <a:pt x="63913" y="39478"/>
                  </a:lnTo>
                  <a:lnTo>
                    <a:pt x="64286" y="43935"/>
                  </a:lnTo>
                  <a:lnTo>
                    <a:pt x="63931" y="48164"/>
                  </a:lnTo>
                  <a:lnTo>
                    <a:pt x="62847" y="52160"/>
                  </a:lnTo>
                  <a:lnTo>
                    <a:pt x="62384" y="55301"/>
                  </a:lnTo>
                  <a:lnTo>
                    <a:pt x="62655" y="59087"/>
                  </a:lnTo>
                  <a:lnTo>
                    <a:pt x="60669" y="62239"/>
                  </a:lnTo>
                  <a:lnTo>
                    <a:pt x="58171" y="65372"/>
                  </a:lnTo>
                  <a:lnTo>
                    <a:pt x="56551" y="66276"/>
                  </a:lnTo>
                  <a:lnTo>
                    <a:pt x="55293" y="67329"/>
                  </a:lnTo>
                  <a:lnTo>
                    <a:pt x="54396" y="68528"/>
                  </a:lnTo>
                  <a:lnTo>
                    <a:pt x="54105" y="69178"/>
                  </a:lnTo>
                  <a:lnTo>
                    <a:pt x="53452" y="70627"/>
                  </a:lnTo>
                  <a:lnTo>
                    <a:pt x="51961" y="75126"/>
                  </a:lnTo>
                  <a:lnTo>
                    <a:pt x="51188" y="77096"/>
                  </a:lnTo>
                  <a:lnTo>
                    <a:pt x="50174" y="78779"/>
                  </a:lnTo>
                  <a:lnTo>
                    <a:pt x="48664" y="80835"/>
                  </a:lnTo>
                  <a:lnTo>
                    <a:pt x="48109" y="81806"/>
                  </a:lnTo>
                  <a:lnTo>
                    <a:pt x="47885" y="83218"/>
                  </a:lnTo>
                  <a:lnTo>
                    <a:pt x="47982" y="85808"/>
                  </a:lnTo>
                  <a:lnTo>
                    <a:pt x="48129" y="93695"/>
                  </a:lnTo>
                  <a:lnTo>
                    <a:pt x="47875" y="95985"/>
                  </a:lnTo>
                  <a:lnTo>
                    <a:pt x="47461" y="99747"/>
                  </a:lnTo>
                  <a:lnTo>
                    <a:pt x="45978" y="103960"/>
                  </a:lnTo>
                  <a:lnTo>
                    <a:pt x="44865" y="106304"/>
                  </a:lnTo>
                  <a:lnTo>
                    <a:pt x="43750" y="107020"/>
                  </a:lnTo>
                  <a:lnTo>
                    <a:pt x="42289" y="107653"/>
                  </a:lnTo>
                  <a:lnTo>
                    <a:pt x="41587" y="108448"/>
                  </a:lnTo>
                  <a:lnTo>
                    <a:pt x="41161" y="109617"/>
                  </a:lnTo>
                  <a:lnTo>
                    <a:pt x="40345" y="110637"/>
                  </a:lnTo>
                  <a:lnTo>
                    <a:pt x="39139" y="111512"/>
                  </a:lnTo>
                  <a:lnTo>
                    <a:pt x="37616" y="113652"/>
                  </a:lnTo>
                  <a:lnTo>
                    <a:pt x="35780" y="117062"/>
                  </a:lnTo>
                  <a:lnTo>
                    <a:pt x="34523" y="119017"/>
                  </a:lnTo>
                  <a:lnTo>
                    <a:pt x="33848" y="119519"/>
                  </a:lnTo>
                  <a:lnTo>
                    <a:pt x="33148" y="119566"/>
                  </a:lnTo>
                  <a:lnTo>
                    <a:pt x="32426" y="119157"/>
                  </a:lnTo>
                  <a:lnTo>
                    <a:pt x="31823" y="119100"/>
                  </a:lnTo>
                  <a:lnTo>
                    <a:pt x="31518" y="119285"/>
                  </a:lnTo>
                  <a:lnTo>
                    <a:pt x="31322" y="119134"/>
                  </a:lnTo>
                  <a:lnTo>
                    <a:pt x="31036" y="118815"/>
                  </a:lnTo>
                  <a:lnTo>
                    <a:pt x="31047" y="118031"/>
                  </a:lnTo>
                  <a:lnTo>
                    <a:pt x="30962" y="116729"/>
                  </a:lnTo>
                  <a:lnTo>
                    <a:pt x="30608" y="115388"/>
                  </a:lnTo>
                  <a:lnTo>
                    <a:pt x="31029" y="114308"/>
                  </a:lnTo>
                  <a:lnTo>
                    <a:pt x="31406" y="113491"/>
                  </a:lnTo>
                  <a:lnTo>
                    <a:pt x="31339" y="113066"/>
                  </a:lnTo>
                  <a:lnTo>
                    <a:pt x="30962" y="112378"/>
                  </a:lnTo>
                  <a:lnTo>
                    <a:pt x="30540" y="111397"/>
                  </a:lnTo>
                  <a:lnTo>
                    <a:pt x="30142" y="111463"/>
                  </a:lnTo>
                  <a:lnTo>
                    <a:pt x="29298" y="112216"/>
                  </a:lnTo>
                  <a:lnTo>
                    <a:pt x="28417" y="112800"/>
                  </a:lnTo>
                  <a:lnTo>
                    <a:pt x="27594" y="113044"/>
                  </a:lnTo>
                  <a:lnTo>
                    <a:pt x="26946" y="113654"/>
                  </a:lnTo>
                  <a:lnTo>
                    <a:pt x="26591" y="113981"/>
                  </a:lnTo>
                  <a:lnTo>
                    <a:pt x="26037" y="113981"/>
                  </a:lnTo>
                  <a:lnTo>
                    <a:pt x="25727" y="113622"/>
                  </a:lnTo>
                  <a:lnTo>
                    <a:pt x="25050" y="113273"/>
                  </a:lnTo>
                  <a:lnTo>
                    <a:pt x="24682" y="113393"/>
                  </a:lnTo>
                  <a:lnTo>
                    <a:pt x="24474" y="113560"/>
                  </a:lnTo>
                  <a:lnTo>
                    <a:pt x="24384" y="114798"/>
                  </a:lnTo>
                  <a:lnTo>
                    <a:pt x="24307" y="115846"/>
                  </a:lnTo>
                  <a:lnTo>
                    <a:pt x="24174" y="116827"/>
                  </a:lnTo>
                  <a:lnTo>
                    <a:pt x="23930" y="117284"/>
                  </a:lnTo>
                  <a:lnTo>
                    <a:pt x="22909" y="117776"/>
                  </a:lnTo>
                  <a:lnTo>
                    <a:pt x="22216" y="118449"/>
                  </a:lnTo>
                  <a:lnTo>
                    <a:pt x="21615" y="118901"/>
                  </a:lnTo>
                  <a:lnTo>
                    <a:pt x="21245" y="118789"/>
                  </a:lnTo>
                  <a:lnTo>
                    <a:pt x="20502" y="117894"/>
                  </a:lnTo>
                  <a:lnTo>
                    <a:pt x="19767" y="117066"/>
                  </a:lnTo>
                  <a:lnTo>
                    <a:pt x="19359" y="116369"/>
                  </a:lnTo>
                  <a:lnTo>
                    <a:pt x="19131" y="115873"/>
                  </a:lnTo>
                  <a:lnTo>
                    <a:pt x="18982" y="115650"/>
                  </a:lnTo>
                  <a:lnTo>
                    <a:pt x="18516" y="115617"/>
                  </a:lnTo>
                  <a:lnTo>
                    <a:pt x="18378" y="116075"/>
                  </a:lnTo>
                  <a:lnTo>
                    <a:pt x="18144" y="115858"/>
                  </a:lnTo>
                  <a:lnTo>
                    <a:pt x="17419" y="114917"/>
                  </a:lnTo>
                  <a:lnTo>
                    <a:pt x="16564" y="113430"/>
                  </a:lnTo>
                  <a:lnTo>
                    <a:pt x="16253" y="113203"/>
                  </a:lnTo>
                  <a:lnTo>
                    <a:pt x="15781" y="113227"/>
                  </a:lnTo>
                  <a:lnTo>
                    <a:pt x="15035" y="113773"/>
                  </a:lnTo>
                  <a:lnTo>
                    <a:pt x="14300" y="114630"/>
                  </a:lnTo>
                  <a:lnTo>
                    <a:pt x="12973" y="115415"/>
                  </a:lnTo>
                  <a:lnTo>
                    <a:pt x="11867" y="115857"/>
                  </a:lnTo>
                  <a:lnTo>
                    <a:pt x="11767" y="116395"/>
                  </a:lnTo>
                  <a:lnTo>
                    <a:pt x="11509" y="117321"/>
                  </a:lnTo>
                  <a:lnTo>
                    <a:pt x="11142" y="117899"/>
                  </a:lnTo>
                  <a:lnTo>
                    <a:pt x="10162" y="118081"/>
                  </a:lnTo>
                  <a:lnTo>
                    <a:pt x="9810" y="118905"/>
                  </a:lnTo>
                  <a:lnTo>
                    <a:pt x="8962" y="120502"/>
                  </a:lnTo>
                  <a:lnTo>
                    <a:pt x="8402" y="121229"/>
                  </a:lnTo>
                  <a:lnTo>
                    <a:pt x="8255" y="120918"/>
                  </a:lnTo>
                  <a:lnTo>
                    <a:pt x="7915" y="120533"/>
                  </a:lnTo>
                  <a:lnTo>
                    <a:pt x="7219" y="119296"/>
                  </a:lnTo>
                  <a:lnTo>
                    <a:pt x="6532" y="117758"/>
                  </a:lnTo>
                  <a:lnTo>
                    <a:pt x="6349" y="117057"/>
                  </a:lnTo>
                  <a:lnTo>
                    <a:pt x="6155" y="116658"/>
                  </a:lnTo>
                  <a:lnTo>
                    <a:pt x="6124" y="115113"/>
                  </a:lnTo>
                  <a:lnTo>
                    <a:pt x="5088" y="113278"/>
                  </a:lnTo>
                  <a:lnTo>
                    <a:pt x="2494" y="110015"/>
                  </a:lnTo>
                  <a:lnTo>
                    <a:pt x="2216" y="109042"/>
                  </a:lnTo>
                  <a:lnTo>
                    <a:pt x="0" y="106054"/>
                  </a:lnTo>
                  <a:lnTo>
                    <a:pt x="566" y="103902"/>
                  </a:lnTo>
                  <a:lnTo>
                    <a:pt x="986" y="102909"/>
                  </a:lnTo>
                  <a:lnTo>
                    <a:pt x="1495" y="102215"/>
                  </a:lnTo>
                  <a:lnTo>
                    <a:pt x="3539" y="100530"/>
                  </a:lnTo>
                  <a:lnTo>
                    <a:pt x="3847" y="100596"/>
                  </a:lnTo>
                  <a:lnTo>
                    <a:pt x="5256" y="102786"/>
                  </a:lnTo>
                  <a:lnTo>
                    <a:pt x="5706" y="102960"/>
                  </a:lnTo>
                  <a:lnTo>
                    <a:pt x="6208" y="102901"/>
                  </a:lnTo>
                  <a:lnTo>
                    <a:pt x="6801" y="102990"/>
                  </a:lnTo>
                  <a:lnTo>
                    <a:pt x="7092" y="102561"/>
                  </a:lnTo>
                  <a:lnTo>
                    <a:pt x="7139" y="101996"/>
                  </a:lnTo>
                  <a:lnTo>
                    <a:pt x="6710" y="101364"/>
                  </a:lnTo>
                  <a:lnTo>
                    <a:pt x="6648" y="100686"/>
                  </a:lnTo>
                  <a:lnTo>
                    <a:pt x="6949" y="99949"/>
                  </a:lnTo>
                  <a:lnTo>
                    <a:pt x="7120" y="99134"/>
                  </a:lnTo>
                  <a:lnTo>
                    <a:pt x="7560" y="98169"/>
                  </a:lnTo>
                  <a:lnTo>
                    <a:pt x="7606" y="97716"/>
                  </a:lnTo>
                  <a:lnTo>
                    <a:pt x="7141" y="97223"/>
                  </a:lnTo>
                  <a:lnTo>
                    <a:pt x="6189" y="96469"/>
                  </a:lnTo>
                  <a:lnTo>
                    <a:pt x="5536" y="95741"/>
                  </a:lnTo>
                  <a:lnTo>
                    <a:pt x="5287" y="95044"/>
                  </a:lnTo>
                  <a:lnTo>
                    <a:pt x="5466" y="94153"/>
                  </a:lnTo>
                  <a:lnTo>
                    <a:pt x="5991" y="93430"/>
                  </a:lnTo>
                  <a:lnTo>
                    <a:pt x="5960" y="93038"/>
                  </a:lnTo>
                  <a:lnTo>
                    <a:pt x="5498" y="92388"/>
                  </a:lnTo>
                  <a:lnTo>
                    <a:pt x="5160" y="91692"/>
                  </a:lnTo>
                  <a:lnTo>
                    <a:pt x="4814" y="91256"/>
                  </a:lnTo>
                  <a:lnTo>
                    <a:pt x="3856" y="90996"/>
                  </a:lnTo>
                  <a:lnTo>
                    <a:pt x="4039" y="90060"/>
                  </a:lnTo>
                  <a:lnTo>
                    <a:pt x="4393" y="88684"/>
                  </a:lnTo>
                  <a:lnTo>
                    <a:pt x="4477" y="87630"/>
                  </a:lnTo>
                  <a:lnTo>
                    <a:pt x="4210" y="84864"/>
                  </a:lnTo>
                  <a:lnTo>
                    <a:pt x="4234" y="84360"/>
                  </a:lnTo>
                  <a:lnTo>
                    <a:pt x="4496" y="84104"/>
                  </a:lnTo>
                  <a:lnTo>
                    <a:pt x="5068" y="84410"/>
                  </a:lnTo>
                  <a:lnTo>
                    <a:pt x="5644" y="84831"/>
                  </a:lnTo>
                  <a:lnTo>
                    <a:pt x="7211" y="84228"/>
                  </a:lnTo>
                  <a:lnTo>
                    <a:pt x="7758" y="84135"/>
                  </a:lnTo>
                  <a:lnTo>
                    <a:pt x="8212" y="84665"/>
                  </a:lnTo>
                  <a:lnTo>
                    <a:pt x="8839" y="85080"/>
                  </a:lnTo>
                  <a:lnTo>
                    <a:pt x="12452" y="83928"/>
                  </a:lnTo>
                  <a:lnTo>
                    <a:pt x="12522" y="82751"/>
                  </a:lnTo>
                  <a:lnTo>
                    <a:pt x="12729" y="81686"/>
                  </a:lnTo>
                  <a:lnTo>
                    <a:pt x="12756" y="80888"/>
                  </a:lnTo>
                  <a:lnTo>
                    <a:pt x="12605" y="80376"/>
                  </a:lnTo>
                  <a:lnTo>
                    <a:pt x="12427" y="79989"/>
                  </a:lnTo>
                  <a:lnTo>
                    <a:pt x="12320" y="79190"/>
                  </a:lnTo>
                  <a:lnTo>
                    <a:pt x="12317" y="78334"/>
                  </a:lnTo>
                  <a:lnTo>
                    <a:pt x="12663" y="77931"/>
                  </a:lnTo>
                  <a:lnTo>
                    <a:pt x="13815" y="76910"/>
                  </a:lnTo>
                  <a:lnTo>
                    <a:pt x="14174" y="76948"/>
                  </a:lnTo>
                  <a:lnTo>
                    <a:pt x="14981" y="77504"/>
                  </a:lnTo>
                  <a:lnTo>
                    <a:pt x="15736" y="78375"/>
                  </a:lnTo>
                  <a:lnTo>
                    <a:pt x="16407" y="80208"/>
                  </a:lnTo>
                  <a:lnTo>
                    <a:pt x="16872" y="81784"/>
                  </a:lnTo>
                  <a:lnTo>
                    <a:pt x="17614" y="83696"/>
                  </a:lnTo>
                  <a:lnTo>
                    <a:pt x="19190" y="84474"/>
                  </a:lnTo>
                  <a:lnTo>
                    <a:pt x="21070" y="84971"/>
                  </a:lnTo>
                  <a:lnTo>
                    <a:pt x="22088" y="84840"/>
                  </a:lnTo>
                  <a:lnTo>
                    <a:pt x="23542" y="83211"/>
                  </a:lnTo>
                  <a:lnTo>
                    <a:pt x="24365" y="81941"/>
                  </a:lnTo>
                  <a:lnTo>
                    <a:pt x="24632" y="81257"/>
                  </a:lnTo>
                  <a:lnTo>
                    <a:pt x="25110" y="81610"/>
                  </a:lnTo>
                  <a:lnTo>
                    <a:pt x="25652" y="83282"/>
                  </a:lnTo>
                  <a:lnTo>
                    <a:pt x="26001" y="83931"/>
                  </a:lnTo>
                  <a:lnTo>
                    <a:pt x="26088" y="84549"/>
                  </a:lnTo>
                  <a:lnTo>
                    <a:pt x="25843" y="85321"/>
                  </a:lnTo>
                  <a:lnTo>
                    <a:pt x="26080" y="85817"/>
                  </a:lnTo>
                  <a:lnTo>
                    <a:pt x="27092" y="86169"/>
                  </a:lnTo>
                  <a:lnTo>
                    <a:pt x="27977" y="85838"/>
                  </a:lnTo>
                  <a:lnTo>
                    <a:pt x="28378" y="85155"/>
                  </a:lnTo>
                  <a:lnTo>
                    <a:pt x="29041" y="84266"/>
                  </a:lnTo>
                  <a:lnTo>
                    <a:pt x="29046" y="83518"/>
                  </a:lnTo>
                  <a:lnTo>
                    <a:pt x="28691" y="83029"/>
                  </a:lnTo>
                  <a:lnTo>
                    <a:pt x="28691" y="82360"/>
                  </a:lnTo>
                  <a:lnTo>
                    <a:pt x="29059" y="81834"/>
                  </a:lnTo>
                  <a:lnTo>
                    <a:pt x="29418" y="80396"/>
                  </a:lnTo>
                  <a:lnTo>
                    <a:pt x="29529" y="79346"/>
                  </a:lnTo>
                  <a:lnTo>
                    <a:pt x="29879" y="78677"/>
                  </a:lnTo>
                  <a:lnTo>
                    <a:pt x="30543" y="78213"/>
                  </a:lnTo>
                  <a:lnTo>
                    <a:pt x="30783" y="77792"/>
                  </a:lnTo>
                  <a:lnTo>
                    <a:pt x="31155" y="75302"/>
                  </a:lnTo>
                  <a:lnTo>
                    <a:pt x="30962" y="74401"/>
                  </a:lnTo>
                  <a:lnTo>
                    <a:pt x="30962" y="73654"/>
                  </a:lnTo>
                  <a:lnTo>
                    <a:pt x="31382" y="72701"/>
                  </a:lnTo>
                  <a:lnTo>
                    <a:pt x="31460" y="71140"/>
                  </a:lnTo>
                  <a:lnTo>
                    <a:pt x="31284" y="68582"/>
                  </a:lnTo>
                  <a:lnTo>
                    <a:pt x="31162" y="66827"/>
                  </a:lnTo>
                  <a:lnTo>
                    <a:pt x="31035" y="64988"/>
                  </a:lnTo>
                  <a:lnTo>
                    <a:pt x="31360" y="62572"/>
                  </a:lnTo>
                  <a:lnTo>
                    <a:pt x="31697" y="60054"/>
                  </a:lnTo>
                  <a:lnTo>
                    <a:pt x="31636" y="59428"/>
                  </a:lnTo>
                  <a:lnTo>
                    <a:pt x="31168" y="58664"/>
                  </a:lnTo>
                  <a:lnTo>
                    <a:pt x="30592" y="57965"/>
                  </a:lnTo>
                  <a:lnTo>
                    <a:pt x="29106" y="57390"/>
                  </a:lnTo>
                  <a:lnTo>
                    <a:pt x="28554" y="56478"/>
                  </a:lnTo>
                  <a:lnTo>
                    <a:pt x="28123" y="55508"/>
                  </a:lnTo>
                  <a:lnTo>
                    <a:pt x="27807" y="55197"/>
                  </a:lnTo>
                  <a:lnTo>
                    <a:pt x="26186" y="54813"/>
                  </a:lnTo>
                  <a:lnTo>
                    <a:pt x="25826" y="54265"/>
                  </a:lnTo>
                  <a:lnTo>
                    <a:pt x="25972" y="52696"/>
                  </a:lnTo>
                  <a:lnTo>
                    <a:pt x="26116" y="50379"/>
                  </a:lnTo>
                  <a:lnTo>
                    <a:pt x="26058" y="48768"/>
                  </a:lnTo>
                  <a:lnTo>
                    <a:pt x="26347" y="47469"/>
                  </a:lnTo>
                  <a:lnTo>
                    <a:pt x="26674" y="46495"/>
                  </a:lnTo>
                  <a:lnTo>
                    <a:pt x="27390" y="45464"/>
                  </a:lnTo>
                  <a:lnTo>
                    <a:pt x="27770" y="44247"/>
                  </a:lnTo>
                  <a:lnTo>
                    <a:pt x="27978" y="43946"/>
                  </a:lnTo>
                  <a:lnTo>
                    <a:pt x="29335" y="43743"/>
                  </a:lnTo>
                  <a:lnTo>
                    <a:pt x="29829" y="43236"/>
                  </a:lnTo>
                  <a:lnTo>
                    <a:pt x="30218" y="42723"/>
                  </a:lnTo>
                  <a:lnTo>
                    <a:pt x="30381" y="42031"/>
                  </a:lnTo>
                  <a:lnTo>
                    <a:pt x="30846" y="40889"/>
                  </a:lnTo>
                  <a:lnTo>
                    <a:pt x="31261" y="40111"/>
                  </a:lnTo>
                  <a:lnTo>
                    <a:pt x="31305" y="39586"/>
                  </a:lnTo>
                  <a:lnTo>
                    <a:pt x="31217" y="38856"/>
                  </a:lnTo>
                  <a:lnTo>
                    <a:pt x="30806" y="37420"/>
                  </a:lnTo>
                  <a:lnTo>
                    <a:pt x="30315" y="36223"/>
                  </a:lnTo>
                  <a:lnTo>
                    <a:pt x="30017" y="35796"/>
                  </a:lnTo>
                  <a:lnTo>
                    <a:pt x="29419" y="32983"/>
                  </a:lnTo>
                  <a:lnTo>
                    <a:pt x="28861" y="32318"/>
                  </a:lnTo>
                  <a:lnTo>
                    <a:pt x="27777" y="31960"/>
                  </a:lnTo>
                  <a:lnTo>
                    <a:pt x="25744" y="31641"/>
                  </a:lnTo>
                  <a:lnTo>
                    <a:pt x="24513" y="32150"/>
                  </a:lnTo>
                  <a:lnTo>
                    <a:pt x="22641" y="33094"/>
                  </a:lnTo>
                  <a:lnTo>
                    <a:pt x="21212" y="33747"/>
                  </a:lnTo>
                  <a:lnTo>
                    <a:pt x="20283" y="34120"/>
                  </a:lnTo>
                  <a:lnTo>
                    <a:pt x="19736" y="34017"/>
                  </a:lnTo>
                  <a:lnTo>
                    <a:pt x="19488" y="33587"/>
                  </a:lnTo>
                  <a:lnTo>
                    <a:pt x="19850" y="33222"/>
                  </a:lnTo>
                  <a:lnTo>
                    <a:pt x="20030" y="32367"/>
                  </a:lnTo>
                  <a:lnTo>
                    <a:pt x="19797" y="31141"/>
                  </a:lnTo>
                  <a:lnTo>
                    <a:pt x="19436" y="30019"/>
                  </a:lnTo>
                  <a:lnTo>
                    <a:pt x="19229" y="28442"/>
                  </a:lnTo>
                  <a:lnTo>
                    <a:pt x="19318" y="26483"/>
                  </a:lnTo>
                  <a:lnTo>
                    <a:pt x="19671" y="24644"/>
                  </a:lnTo>
                  <a:lnTo>
                    <a:pt x="20421" y="22255"/>
                  </a:lnTo>
                  <a:lnTo>
                    <a:pt x="20467" y="21280"/>
                  </a:lnTo>
                  <a:lnTo>
                    <a:pt x="22737" y="21309"/>
                  </a:lnTo>
                  <a:lnTo>
                    <a:pt x="25000" y="21338"/>
                  </a:lnTo>
                  <a:lnTo>
                    <a:pt x="27476" y="21318"/>
                  </a:lnTo>
                  <a:lnTo>
                    <a:pt x="29866" y="21297"/>
                  </a:lnTo>
                  <a:lnTo>
                    <a:pt x="31730" y="21376"/>
                  </a:lnTo>
                  <a:lnTo>
                    <a:pt x="32627" y="20757"/>
                  </a:lnTo>
                  <a:lnTo>
                    <a:pt x="33481" y="21692"/>
                  </a:lnTo>
                  <a:lnTo>
                    <a:pt x="33899" y="21900"/>
                  </a:lnTo>
                  <a:lnTo>
                    <a:pt x="34041" y="21826"/>
                  </a:lnTo>
                  <a:lnTo>
                    <a:pt x="34368" y="22485"/>
                  </a:lnTo>
                  <a:lnTo>
                    <a:pt x="35429" y="22411"/>
                  </a:lnTo>
                  <a:lnTo>
                    <a:pt x="35597" y="22567"/>
                  </a:lnTo>
                  <a:lnTo>
                    <a:pt x="35688" y="23362"/>
                  </a:lnTo>
                  <a:lnTo>
                    <a:pt x="36672" y="23342"/>
                  </a:lnTo>
                  <a:lnTo>
                    <a:pt x="37158" y="23522"/>
                  </a:lnTo>
                  <a:lnTo>
                    <a:pt x="37554" y="23501"/>
                  </a:lnTo>
                  <a:lnTo>
                    <a:pt x="38125" y="23037"/>
                  </a:lnTo>
                  <a:lnTo>
                    <a:pt x="38537" y="23193"/>
                  </a:lnTo>
                  <a:lnTo>
                    <a:pt x="39283" y="23789"/>
                  </a:lnTo>
                  <a:lnTo>
                    <a:pt x="39816" y="24305"/>
                  </a:lnTo>
                  <a:lnTo>
                    <a:pt x="40561" y="24137"/>
                  </a:lnTo>
                  <a:lnTo>
                    <a:pt x="42290" y="24226"/>
                  </a:lnTo>
                  <a:lnTo>
                    <a:pt x="43627" y="24720"/>
                  </a:lnTo>
                  <a:lnTo>
                    <a:pt x="44952" y="26092"/>
                  </a:lnTo>
                  <a:lnTo>
                    <a:pt x="45837" y="26881"/>
                  </a:lnTo>
                  <a:lnTo>
                    <a:pt x="46634" y="28050"/>
                  </a:lnTo>
                  <a:lnTo>
                    <a:pt x="46927" y="27840"/>
                  </a:lnTo>
                  <a:lnTo>
                    <a:pt x="47203" y="27521"/>
                  </a:lnTo>
                  <a:lnTo>
                    <a:pt x="47360" y="27380"/>
                  </a:lnTo>
                  <a:lnTo>
                    <a:pt x="47349" y="26380"/>
                  </a:lnTo>
                  <a:lnTo>
                    <a:pt x="46903" y="24677"/>
                  </a:lnTo>
                  <a:lnTo>
                    <a:pt x="46731" y="23231"/>
                  </a:lnTo>
                  <a:lnTo>
                    <a:pt x="46830" y="22044"/>
                  </a:lnTo>
                  <a:lnTo>
                    <a:pt x="47167" y="21193"/>
                  </a:lnTo>
                  <a:lnTo>
                    <a:pt x="47742" y="20678"/>
                  </a:lnTo>
                  <a:lnTo>
                    <a:pt x="47807" y="19767"/>
                  </a:lnTo>
                  <a:lnTo>
                    <a:pt x="48454" y="17860"/>
                  </a:lnTo>
                  <a:lnTo>
                    <a:pt x="49096" y="15963"/>
                  </a:lnTo>
                  <a:lnTo>
                    <a:pt x="49868" y="13756"/>
                  </a:lnTo>
                  <a:lnTo>
                    <a:pt x="50505" y="11933"/>
                  </a:lnTo>
                  <a:lnTo>
                    <a:pt x="50420" y="11029"/>
                  </a:lnTo>
                  <a:lnTo>
                    <a:pt x="50483" y="9681"/>
                  </a:lnTo>
                  <a:lnTo>
                    <a:pt x="50614" y="8178"/>
                  </a:lnTo>
                  <a:lnTo>
                    <a:pt x="50582" y="7283"/>
                  </a:lnTo>
                  <a:lnTo>
                    <a:pt x="50767" y="6673"/>
                  </a:lnTo>
                  <a:lnTo>
                    <a:pt x="51210" y="4432"/>
                  </a:lnTo>
                  <a:lnTo>
                    <a:pt x="51469" y="3127"/>
                  </a:lnTo>
                  <a:lnTo>
                    <a:pt x="51850" y="2537"/>
                  </a:lnTo>
                  <a:lnTo>
                    <a:pt x="52442" y="2121"/>
                  </a:lnTo>
                  <a:lnTo>
                    <a:pt x="53303" y="2106"/>
                  </a:lnTo>
                  <a:lnTo>
                    <a:pt x="55557" y="1821"/>
                  </a:lnTo>
                  <a:lnTo>
                    <a:pt x="57659" y="1239"/>
                  </a:lnTo>
                  <a:lnTo>
                    <a:pt x="58356" y="977"/>
                  </a:lnTo>
                  <a:lnTo>
                    <a:pt x="59676" y="37"/>
                  </a:lnTo>
                  <a:lnTo>
                    <a:pt x="60184" y="0"/>
                  </a:lnTo>
                  <a:lnTo>
                    <a:pt x="60620" y="358"/>
                  </a:lnTo>
                  <a:lnTo>
                    <a:pt x="63164" y="1438"/>
                  </a:lnTo>
                  <a:lnTo>
                    <a:pt x="63862" y="1861"/>
                  </a:lnTo>
                  <a:lnTo>
                    <a:pt x="64115" y="1797"/>
                  </a:lnTo>
                  <a:lnTo>
                    <a:pt x="64501" y="1890"/>
                  </a:lnTo>
                  <a:lnTo>
                    <a:pt x="65095" y="1903"/>
                  </a:lnTo>
                  <a:lnTo>
                    <a:pt x="65677" y="1771"/>
                  </a:lnTo>
                  <a:lnTo>
                    <a:pt x="66047" y="1900"/>
                  </a:lnTo>
                  <a:lnTo>
                    <a:pt x="66516" y="2615"/>
                  </a:lnTo>
                  <a:lnTo>
                    <a:pt x="66828" y="2536"/>
                  </a:lnTo>
                  <a:lnTo>
                    <a:pt x="67237" y="2017"/>
                  </a:lnTo>
                  <a:lnTo>
                    <a:pt x="68004" y="1485"/>
                  </a:lnTo>
                  <a:lnTo>
                    <a:pt x="69482" y="896"/>
                  </a:lnTo>
                  <a:lnTo>
                    <a:pt x="69722" y="1160"/>
                  </a:lnTo>
                  <a:lnTo>
                    <a:pt x="70233" y="247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10329" y="2714058"/>
              <a:ext cx="974" cy="879"/>
            </a:xfrm>
            <a:custGeom>
              <a:avLst/>
              <a:pathLst>
                <a:path w="974" h="879">
                  <a:moveTo>
                    <a:pt x="964" y="875"/>
                  </a:moveTo>
                  <a:lnTo>
                    <a:pt x="661" y="879"/>
                  </a:lnTo>
                  <a:lnTo>
                    <a:pt x="278" y="776"/>
                  </a:lnTo>
                  <a:lnTo>
                    <a:pt x="0" y="595"/>
                  </a:lnTo>
                  <a:lnTo>
                    <a:pt x="98" y="196"/>
                  </a:lnTo>
                  <a:lnTo>
                    <a:pt x="301" y="0"/>
                  </a:lnTo>
                  <a:lnTo>
                    <a:pt x="701" y="28"/>
                  </a:lnTo>
                  <a:lnTo>
                    <a:pt x="974" y="30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282637" y="2381642"/>
              <a:ext cx="911" cy="1766"/>
            </a:xfrm>
            <a:custGeom>
              <a:avLst/>
              <a:pathLst>
                <a:path w="911" h="1766">
                  <a:moveTo>
                    <a:pt x="911" y="1458"/>
                  </a:moveTo>
                  <a:lnTo>
                    <a:pt x="655" y="1766"/>
                  </a:lnTo>
                  <a:lnTo>
                    <a:pt x="166" y="1214"/>
                  </a:lnTo>
                  <a:lnTo>
                    <a:pt x="0" y="518"/>
                  </a:lnTo>
                  <a:lnTo>
                    <a:pt x="299" y="0"/>
                  </a:lnTo>
                  <a:lnTo>
                    <a:pt x="685" y="169"/>
                  </a:lnTo>
                  <a:lnTo>
                    <a:pt x="860" y="59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274923" y="2245119"/>
              <a:ext cx="114943" cy="232515"/>
            </a:xfrm>
            <a:custGeom>
              <a:avLst/>
              <a:pathLst>
                <a:path w="114943" h="232515">
                  <a:moveTo>
                    <a:pt x="72902" y="7984"/>
                  </a:moveTo>
                  <a:lnTo>
                    <a:pt x="72563" y="8154"/>
                  </a:lnTo>
                  <a:lnTo>
                    <a:pt x="72140" y="8519"/>
                  </a:lnTo>
                  <a:lnTo>
                    <a:pt x="70855" y="9209"/>
                  </a:lnTo>
                  <a:lnTo>
                    <a:pt x="69120" y="9868"/>
                  </a:lnTo>
                  <a:lnTo>
                    <a:pt x="66862" y="10711"/>
                  </a:lnTo>
                  <a:lnTo>
                    <a:pt x="66349" y="11610"/>
                  </a:lnTo>
                  <a:lnTo>
                    <a:pt x="64115" y="17266"/>
                  </a:lnTo>
                  <a:lnTo>
                    <a:pt x="62245" y="18412"/>
                  </a:lnTo>
                  <a:lnTo>
                    <a:pt x="61565" y="19254"/>
                  </a:lnTo>
                  <a:lnTo>
                    <a:pt x="61052" y="20325"/>
                  </a:lnTo>
                  <a:lnTo>
                    <a:pt x="59937" y="22296"/>
                  </a:lnTo>
                  <a:lnTo>
                    <a:pt x="59473" y="23811"/>
                  </a:lnTo>
                  <a:lnTo>
                    <a:pt x="58241" y="27102"/>
                  </a:lnTo>
                  <a:lnTo>
                    <a:pt x="57569" y="31224"/>
                  </a:lnTo>
                  <a:lnTo>
                    <a:pt x="57314" y="33539"/>
                  </a:lnTo>
                  <a:lnTo>
                    <a:pt x="56943" y="36895"/>
                  </a:lnTo>
                  <a:lnTo>
                    <a:pt x="56399" y="38582"/>
                  </a:lnTo>
                  <a:lnTo>
                    <a:pt x="55669" y="40166"/>
                  </a:lnTo>
                  <a:lnTo>
                    <a:pt x="54883" y="41714"/>
                  </a:lnTo>
                  <a:lnTo>
                    <a:pt x="54208" y="43410"/>
                  </a:lnTo>
                  <a:lnTo>
                    <a:pt x="53634" y="44738"/>
                  </a:lnTo>
                  <a:lnTo>
                    <a:pt x="53540" y="45194"/>
                  </a:lnTo>
                  <a:lnTo>
                    <a:pt x="53819" y="45560"/>
                  </a:lnTo>
                  <a:lnTo>
                    <a:pt x="55178" y="45194"/>
                  </a:lnTo>
                  <a:lnTo>
                    <a:pt x="55712" y="44794"/>
                  </a:lnTo>
                  <a:lnTo>
                    <a:pt x="56452" y="44281"/>
                  </a:lnTo>
                  <a:lnTo>
                    <a:pt x="56917" y="44555"/>
                  </a:lnTo>
                  <a:lnTo>
                    <a:pt x="57382" y="46017"/>
                  </a:lnTo>
                  <a:lnTo>
                    <a:pt x="57909" y="46199"/>
                  </a:lnTo>
                  <a:lnTo>
                    <a:pt x="58404" y="46017"/>
                  </a:lnTo>
                  <a:lnTo>
                    <a:pt x="58931" y="46382"/>
                  </a:lnTo>
                  <a:lnTo>
                    <a:pt x="59602" y="50018"/>
                  </a:lnTo>
                  <a:lnTo>
                    <a:pt x="60170" y="53096"/>
                  </a:lnTo>
                  <a:lnTo>
                    <a:pt x="61492" y="55019"/>
                  </a:lnTo>
                  <a:lnTo>
                    <a:pt x="62525" y="56522"/>
                  </a:lnTo>
                  <a:lnTo>
                    <a:pt x="62773" y="57846"/>
                  </a:lnTo>
                  <a:lnTo>
                    <a:pt x="63021" y="59719"/>
                  </a:lnTo>
                  <a:lnTo>
                    <a:pt x="63082" y="60632"/>
                  </a:lnTo>
                  <a:lnTo>
                    <a:pt x="62760" y="61184"/>
                  </a:lnTo>
                  <a:lnTo>
                    <a:pt x="62246" y="62322"/>
                  </a:lnTo>
                  <a:lnTo>
                    <a:pt x="62118" y="64502"/>
                  </a:lnTo>
                  <a:lnTo>
                    <a:pt x="62030" y="65226"/>
                  </a:lnTo>
                  <a:lnTo>
                    <a:pt x="61934" y="67244"/>
                  </a:lnTo>
                  <a:lnTo>
                    <a:pt x="62000" y="68485"/>
                  </a:lnTo>
                  <a:lnTo>
                    <a:pt x="62275" y="69453"/>
                  </a:lnTo>
                  <a:lnTo>
                    <a:pt x="62732" y="70008"/>
                  </a:lnTo>
                  <a:lnTo>
                    <a:pt x="63662" y="70295"/>
                  </a:lnTo>
                  <a:lnTo>
                    <a:pt x="64501" y="70633"/>
                  </a:lnTo>
                  <a:lnTo>
                    <a:pt x="64983" y="72315"/>
                  </a:lnTo>
                  <a:lnTo>
                    <a:pt x="65668" y="74446"/>
                  </a:lnTo>
                  <a:lnTo>
                    <a:pt x="66403" y="75343"/>
                  </a:lnTo>
                  <a:lnTo>
                    <a:pt x="67481" y="75932"/>
                  </a:lnTo>
                  <a:lnTo>
                    <a:pt x="68251" y="75716"/>
                  </a:lnTo>
                  <a:lnTo>
                    <a:pt x="70052" y="75338"/>
                  </a:lnTo>
                  <a:lnTo>
                    <a:pt x="71602" y="75430"/>
                  </a:lnTo>
                  <a:lnTo>
                    <a:pt x="73866" y="76004"/>
                  </a:lnTo>
                  <a:lnTo>
                    <a:pt x="74710" y="75983"/>
                  </a:lnTo>
                  <a:lnTo>
                    <a:pt x="75801" y="75875"/>
                  </a:lnTo>
                  <a:lnTo>
                    <a:pt x="77718" y="74715"/>
                  </a:lnTo>
                  <a:lnTo>
                    <a:pt x="78413" y="74542"/>
                  </a:lnTo>
                  <a:lnTo>
                    <a:pt x="79190" y="74643"/>
                  </a:lnTo>
                  <a:lnTo>
                    <a:pt x="80321" y="75232"/>
                  </a:lnTo>
                  <a:lnTo>
                    <a:pt x="80935" y="75698"/>
                  </a:lnTo>
                  <a:lnTo>
                    <a:pt x="81721" y="76180"/>
                  </a:lnTo>
                  <a:lnTo>
                    <a:pt x="82870" y="76523"/>
                  </a:lnTo>
                  <a:lnTo>
                    <a:pt x="83607" y="76466"/>
                  </a:lnTo>
                  <a:lnTo>
                    <a:pt x="84165" y="76444"/>
                  </a:lnTo>
                  <a:lnTo>
                    <a:pt x="84488" y="76663"/>
                  </a:lnTo>
                  <a:lnTo>
                    <a:pt x="86294" y="79978"/>
                  </a:lnTo>
                  <a:lnTo>
                    <a:pt x="87857" y="82850"/>
                  </a:lnTo>
                  <a:lnTo>
                    <a:pt x="89221" y="85261"/>
                  </a:lnTo>
                  <a:lnTo>
                    <a:pt x="90692" y="87864"/>
                  </a:lnTo>
                  <a:lnTo>
                    <a:pt x="90807" y="88016"/>
                  </a:lnTo>
                  <a:lnTo>
                    <a:pt x="91470" y="87681"/>
                  </a:lnTo>
                  <a:lnTo>
                    <a:pt x="91907" y="87826"/>
                  </a:lnTo>
                  <a:lnTo>
                    <a:pt x="92311" y="88355"/>
                  </a:lnTo>
                  <a:lnTo>
                    <a:pt x="93008" y="88137"/>
                  </a:lnTo>
                  <a:lnTo>
                    <a:pt x="93997" y="87174"/>
                  </a:lnTo>
                  <a:lnTo>
                    <a:pt x="95442" y="86981"/>
                  </a:lnTo>
                  <a:lnTo>
                    <a:pt x="97341" y="87559"/>
                  </a:lnTo>
                  <a:lnTo>
                    <a:pt x="99846" y="87562"/>
                  </a:lnTo>
                  <a:lnTo>
                    <a:pt x="102955" y="86991"/>
                  </a:lnTo>
                  <a:lnTo>
                    <a:pt x="104887" y="86371"/>
                  </a:lnTo>
                  <a:lnTo>
                    <a:pt x="105641" y="85702"/>
                  </a:lnTo>
                  <a:lnTo>
                    <a:pt x="106890" y="85771"/>
                  </a:lnTo>
                  <a:lnTo>
                    <a:pt x="108395" y="86373"/>
                  </a:lnTo>
                  <a:lnTo>
                    <a:pt x="109210" y="87231"/>
                  </a:lnTo>
                  <a:lnTo>
                    <a:pt x="109308" y="88075"/>
                  </a:lnTo>
                  <a:lnTo>
                    <a:pt x="109613" y="89389"/>
                  </a:lnTo>
                  <a:lnTo>
                    <a:pt x="109287" y="90722"/>
                  </a:lnTo>
                  <a:lnTo>
                    <a:pt x="108328" y="92073"/>
                  </a:lnTo>
                  <a:lnTo>
                    <a:pt x="107797" y="93799"/>
                  </a:lnTo>
                  <a:lnTo>
                    <a:pt x="107693" y="95899"/>
                  </a:lnTo>
                  <a:lnTo>
                    <a:pt x="107198" y="97451"/>
                  </a:lnTo>
                  <a:lnTo>
                    <a:pt x="106311" y="98456"/>
                  </a:lnTo>
                  <a:lnTo>
                    <a:pt x="105966" y="99921"/>
                  </a:lnTo>
                  <a:lnTo>
                    <a:pt x="106161" y="101845"/>
                  </a:lnTo>
                  <a:lnTo>
                    <a:pt x="106066" y="104658"/>
                  </a:lnTo>
                  <a:lnTo>
                    <a:pt x="105678" y="108359"/>
                  </a:lnTo>
                  <a:lnTo>
                    <a:pt x="105678" y="110571"/>
                  </a:lnTo>
                  <a:lnTo>
                    <a:pt x="106066" y="111294"/>
                  </a:lnTo>
                  <a:lnTo>
                    <a:pt x="106245" y="112331"/>
                  </a:lnTo>
                  <a:lnTo>
                    <a:pt x="106214" y="113682"/>
                  </a:lnTo>
                  <a:lnTo>
                    <a:pt x="106360" y="114876"/>
                  </a:lnTo>
                  <a:lnTo>
                    <a:pt x="106841" y="116434"/>
                  </a:lnTo>
                  <a:lnTo>
                    <a:pt x="107510" y="119534"/>
                  </a:lnTo>
                  <a:lnTo>
                    <a:pt x="108069" y="120866"/>
                  </a:lnTo>
                  <a:lnTo>
                    <a:pt x="108556" y="121354"/>
                  </a:lnTo>
                  <a:lnTo>
                    <a:pt x="109052" y="121949"/>
                  </a:lnTo>
                  <a:lnTo>
                    <a:pt x="110480" y="125120"/>
                  </a:lnTo>
                  <a:lnTo>
                    <a:pt x="110826" y="125789"/>
                  </a:lnTo>
                  <a:lnTo>
                    <a:pt x="110722" y="126373"/>
                  </a:lnTo>
                  <a:lnTo>
                    <a:pt x="110588" y="126810"/>
                  </a:lnTo>
                  <a:lnTo>
                    <a:pt x="110424" y="127089"/>
                  </a:lnTo>
                  <a:lnTo>
                    <a:pt x="108899" y="128977"/>
                  </a:lnTo>
                  <a:lnTo>
                    <a:pt x="105872" y="133084"/>
                  </a:lnTo>
                  <a:lnTo>
                    <a:pt x="105622" y="133607"/>
                  </a:lnTo>
                  <a:lnTo>
                    <a:pt x="105642" y="134468"/>
                  </a:lnTo>
                  <a:lnTo>
                    <a:pt x="106519" y="133914"/>
                  </a:lnTo>
                  <a:lnTo>
                    <a:pt x="107457" y="134376"/>
                  </a:lnTo>
                  <a:lnTo>
                    <a:pt x="107916" y="134468"/>
                  </a:lnTo>
                  <a:lnTo>
                    <a:pt x="108125" y="134806"/>
                  </a:lnTo>
                  <a:lnTo>
                    <a:pt x="108396" y="135914"/>
                  </a:lnTo>
                  <a:lnTo>
                    <a:pt x="108709" y="136098"/>
                  </a:lnTo>
                  <a:lnTo>
                    <a:pt x="109168" y="136559"/>
                  </a:lnTo>
                  <a:lnTo>
                    <a:pt x="110065" y="137727"/>
                  </a:lnTo>
                  <a:lnTo>
                    <a:pt x="110816" y="138958"/>
                  </a:lnTo>
                  <a:lnTo>
                    <a:pt x="111379" y="139547"/>
                  </a:lnTo>
                  <a:lnTo>
                    <a:pt x="111775" y="140095"/>
                  </a:lnTo>
                  <a:lnTo>
                    <a:pt x="111900" y="140896"/>
                  </a:lnTo>
                  <a:lnTo>
                    <a:pt x="111734" y="141694"/>
                  </a:lnTo>
                  <a:lnTo>
                    <a:pt x="112204" y="143548"/>
                  </a:lnTo>
                  <a:lnTo>
                    <a:pt x="112526" y="144124"/>
                  </a:lnTo>
                  <a:lnTo>
                    <a:pt x="112693" y="144831"/>
                  </a:lnTo>
                  <a:lnTo>
                    <a:pt x="112526" y="145539"/>
                  </a:lnTo>
                  <a:lnTo>
                    <a:pt x="112923" y="146369"/>
                  </a:lnTo>
                  <a:lnTo>
                    <a:pt x="113355" y="148003"/>
                  </a:lnTo>
                  <a:lnTo>
                    <a:pt x="113882" y="149998"/>
                  </a:lnTo>
                  <a:lnTo>
                    <a:pt x="113944" y="151105"/>
                  </a:lnTo>
                  <a:lnTo>
                    <a:pt x="114164" y="151615"/>
                  </a:lnTo>
                  <a:lnTo>
                    <a:pt x="114422" y="153097"/>
                  </a:lnTo>
                  <a:lnTo>
                    <a:pt x="114863" y="154488"/>
                  </a:lnTo>
                  <a:lnTo>
                    <a:pt x="114758" y="155441"/>
                  </a:lnTo>
                  <a:lnTo>
                    <a:pt x="114943" y="156374"/>
                  </a:lnTo>
                  <a:lnTo>
                    <a:pt x="113153" y="156997"/>
                  </a:lnTo>
                  <a:lnTo>
                    <a:pt x="112991" y="156899"/>
                  </a:lnTo>
                  <a:lnTo>
                    <a:pt x="112884" y="156556"/>
                  </a:lnTo>
                  <a:lnTo>
                    <a:pt x="112935" y="153897"/>
                  </a:lnTo>
                  <a:lnTo>
                    <a:pt x="112917" y="150899"/>
                  </a:lnTo>
                  <a:lnTo>
                    <a:pt x="112642" y="149671"/>
                  </a:lnTo>
                  <a:lnTo>
                    <a:pt x="111823" y="147701"/>
                  </a:lnTo>
                  <a:lnTo>
                    <a:pt x="110737" y="145089"/>
                  </a:lnTo>
                  <a:lnTo>
                    <a:pt x="110440" y="144340"/>
                  </a:lnTo>
                  <a:lnTo>
                    <a:pt x="109981" y="143909"/>
                  </a:lnTo>
                  <a:lnTo>
                    <a:pt x="109439" y="143847"/>
                  </a:lnTo>
                  <a:lnTo>
                    <a:pt x="109043" y="144032"/>
                  </a:lnTo>
                  <a:lnTo>
                    <a:pt x="108509" y="144519"/>
                  </a:lnTo>
                  <a:lnTo>
                    <a:pt x="108006" y="145048"/>
                  </a:lnTo>
                  <a:lnTo>
                    <a:pt x="107035" y="146623"/>
                  </a:lnTo>
                  <a:lnTo>
                    <a:pt x="106058" y="148465"/>
                  </a:lnTo>
                  <a:lnTo>
                    <a:pt x="105487" y="148876"/>
                  </a:lnTo>
                  <a:lnTo>
                    <a:pt x="104912" y="149045"/>
                  </a:lnTo>
                  <a:lnTo>
                    <a:pt x="104406" y="148988"/>
                  </a:lnTo>
                  <a:lnTo>
                    <a:pt x="103998" y="148493"/>
                  </a:lnTo>
                  <a:lnTo>
                    <a:pt x="103580" y="147488"/>
                  </a:lnTo>
                  <a:lnTo>
                    <a:pt x="103076" y="146154"/>
                  </a:lnTo>
                  <a:lnTo>
                    <a:pt x="102476" y="145718"/>
                  </a:lnTo>
                  <a:lnTo>
                    <a:pt x="102243" y="146128"/>
                  </a:lnTo>
                  <a:lnTo>
                    <a:pt x="102044" y="146913"/>
                  </a:lnTo>
                  <a:lnTo>
                    <a:pt x="101887" y="147692"/>
                  </a:lnTo>
                  <a:lnTo>
                    <a:pt x="102291" y="148681"/>
                  </a:lnTo>
                  <a:lnTo>
                    <a:pt x="102639" y="149445"/>
                  </a:lnTo>
                  <a:lnTo>
                    <a:pt x="102043" y="149419"/>
                  </a:lnTo>
                  <a:lnTo>
                    <a:pt x="100114" y="149420"/>
                  </a:lnTo>
                  <a:lnTo>
                    <a:pt x="97890" y="149422"/>
                  </a:lnTo>
                  <a:lnTo>
                    <a:pt x="95670" y="149423"/>
                  </a:lnTo>
                  <a:lnTo>
                    <a:pt x="93673" y="149424"/>
                  </a:lnTo>
                  <a:lnTo>
                    <a:pt x="91823" y="149425"/>
                  </a:lnTo>
                  <a:lnTo>
                    <a:pt x="91117" y="149362"/>
                  </a:lnTo>
                  <a:lnTo>
                    <a:pt x="90400" y="148914"/>
                  </a:lnTo>
                  <a:lnTo>
                    <a:pt x="89712" y="148700"/>
                  </a:lnTo>
                  <a:lnTo>
                    <a:pt x="89349" y="148734"/>
                  </a:lnTo>
                  <a:lnTo>
                    <a:pt x="88698" y="149171"/>
                  </a:lnTo>
                  <a:lnTo>
                    <a:pt x="87851" y="149235"/>
                  </a:lnTo>
                  <a:lnTo>
                    <a:pt x="87280" y="149649"/>
                  </a:lnTo>
                  <a:lnTo>
                    <a:pt x="86820" y="149599"/>
                  </a:lnTo>
                  <a:lnTo>
                    <a:pt x="86812" y="151899"/>
                  </a:lnTo>
                  <a:lnTo>
                    <a:pt x="86799" y="155178"/>
                  </a:lnTo>
                  <a:lnTo>
                    <a:pt x="86786" y="158655"/>
                  </a:lnTo>
                  <a:lnTo>
                    <a:pt x="87297" y="158391"/>
                  </a:lnTo>
                  <a:lnTo>
                    <a:pt x="87740" y="158416"/>
                  </a:lnTo>
                  <a:lnTo>
                    <a:pt x="88065" y="158661"/>
                  </a:lnTo>
                  <a:lnTo>
                    <a:pt x="88974" y="158463"/>
                  </a:lnTo>
                  <a:lnTo>
                    <a:pt x="89478" y="158567"/>
                  </a:lnTo>
                  <a:lnTo>
                    <a:pt x="89956" y="158655"/>
                  </a:lnTo>
                  <a:lnTo>
                    <a:pt x="90399" y="158668"/>
                  </a:lnTo>
                  <a:lnTo>
                    <a:pt x="90671" y="158943"/>
                  </a:lnTo>
                  <a:lnTo>
                    <a:pt x="91038" y="158894"/>
                  </a:lnTo>
                  <a:lnTo>
                    <a:pt x="91429" y="158592"/>
                  </a:lnTo>
                  <a:lnTo>
                    <a:pt x="91898" y="158781"/>
                  </a:lnTo>
                  <a:lnTo>
                    <a:pt x="92401" y="159270"/>
                  </a:lnTo>
                  <a:lnTo>
                    <a:pt x="92725" y="159999"/>
                  </a:lnTo>
                  <a:lnTo>
                    <a:pt x="93014" y="160903"/>
                  </a:lnTo>
                  <a:lnTo>
                    <a:pt x="93304" y="161381"/>
                  </a:lnTo>
                  <a:lnTo>
                    <a:pt x="93287" y="162247"/>
                  </a:lnTo>
                  <a:lnTo>
                    <a:pt x="93278" y="162925"/>
                  </a:lnTo>
                  <a:lnTo>
                    <a:pt x="93176" y="163490"/>
                  </a:lnTo>
                  <a:lnTo>
                    <a:pt x="93304" y="163855"/>
                  </a:lnTo>
                  <a:lnTo>
                    <a:pt x="93398" y="164244"/>
                  </a:lnTo>
                  <a:lnTo>
                    <a:pt x="93372" y="164471"/>
                  </a:lnTo>
                  <a:lnTo>
                    <a:pt x="93201" y="164571"/>
                  </a:lnTo>
                  <a:lnTo>
                    <a:pt x="92835" y="164646"/>
                  </a:lnTo>
                  <a:lnTo>
                    <a:pt x="92443" y="164709"/>
                  </a:lnTo>
                  <a:lnTo>
                    <a:pt x="92171" y="164684"/>
                  </a:lnTo>
                  <a:lnTo>
                    <a:pt x="91958" y="164332"/>
                  </a:lnTo>
                  <a:lnTo>
                    <a:pt x="91753" y="164294"/>
                  </a:lnTo>
                  <a:lnTo>
                    <a:pt x="91455" y="164345"/>
                  </a:lnTo>
                  <a:lnTo>
                    <a:pt x="91140" y="164131"/>
                  </a:lnTo>
                  <a:lnTo>
                    <a:pt x="90867" y="163692"/>
                  </a:lnTo>
                  <a:lnTo>
                    <a:pt x="90382" y="163252"/>
                  </a:lnTo>
                  <a:lnTo>
                    <a:pt x="89862" y="163440"/>
                  </a:lnTo>
                  <a:lnTo>
                    <a:pt x="89504" y="163666"/>
                  </a:lnTo>
                  <a:lnTo>
                    <a:pt x="89138" y="163943"/>
                  </a:lnTo>
                  <a:lnTo>
                    <a:pt x="88805" y="164232"/>
                  </a:lnTo>
                  <a:lnTo>
                    <a:pt x="88473" y="164156"/>
                  </a:lnTo>
                  <a:lnTo>
                    <a:pt x="88047" y="164369"/>
                  </a:lnTo>
                  <a:lnTo>
                    <a:pt x="87689" y="164696"/>
                  </a:lnTo>
                  <a:lnTo>
                    <a:pt x="87212" y="164960"/>
                  </a:lnTo>
                  <a:lnTo>
                    <a:pt x="86692" y="165085"/>
                  </a:lnTo>
                  <a:lnTo>
                    <a:pt x="86096" y="165212"/>
                  </a:lnTo>
                  <a:lnTo>
                    <a:pt x="85525" y="165261"/>
                  </a:lnTo>
                  <a:lnTo>
                    <a:pt x="84877" y="165362"/>
                  </a:lnTo>
                  <a:lnTo>
                    <a:pt x="84839" y="167193"/>
                  </a:lnTo>
                  <a:lnTo>
                    <a:pt x="84766" y="170792"/>
                  </a:lnTo>
                  <a:lnTo>
                    <a:pt x="84716" y="173174"/>
                  </a:lnTo>
                  <a:lnTo>
                    <a:pt x="84720" y="175370"/>
                  </a:lnTo>
                  <a:lnTo>
                    <a:pt x="84971" y="176169"/>
                  </a:lnTo>
                  <a:lnTo>
                    <a:pt x="86118" y="177861"/>
                  </a:lnTo>
                  <a:lnTo>
                    <a:pt x="87015" y="178752"/>
                  </a:lnTo>
                  <a:lnTo>
                    <a:pt x="87777" y="179745"/>
                  </a:lnTo>
                  <a:lnTo>
                    <a:pt x="88533" y="180161"/>
                  </a:lnTo>
                  <a:lnTo>
                    <a:pt x="88850" y="180536"/>
                  </a:lnTo>
                  <a:lnTo>
                    <a:pt x="89059" y="181150"/>
                  </a:lnTo>
                  <a:lnTo>
                    <a:pt x="89163" y="181796"/>
                  </a:lnTo>
                  <a:lnTo>
                    <a:pt x="89247" y="182350"/>
                  </a:lnTo>
                  <a:lnTo>
                    <a:pt x="89163" y="182935"/>
                  </a:lnTo>
                  <a:lnTo>
                    <a:pt x="88976" y="183488"/>
                  </a:lnTo>
                  <a:lnTo>
                    <a:pt x="89059" y="184072"/>
                  </a:lnTo>
                  <a:lnTo>
                    <a:pt x="89330" y="184534"/>
                  </a:lnTo>
                  <a:lnTo>
                    <a:pt x="89414" y="185118"/>
                  </a:lnTo>
                  <a:lnTo>
                    <a:pt x="89601" y="185671"/>
                  </a:lnTo>
                  <a:lnTo>
                    <a:pt x="89706" y="186225"/>
                  </a:lnTo>
                  <a:lnTo>
                    <a:pt x="89935" y="186625"/>
                  </a:lnTo>
                  <a:lnTo>
                    <a:pt x="90227" y="186902"/>
                  </a:lnTo>
                  <a:lnTo>
                    <a:pt x="90603" y="187363"/>
                  </a:lnTo>
                  <a:lnTo>
                    <a:pt x="90644" y="187793"/>
                  </a:lnTo>
                  <a:lnTo>
                    <a:pt x="90603" y="188286"/>
                  </a:lnTo>
                  <a:lnTo>
                    <a:pt x="90599" y="188658"/>
                  </a:lnTo>
                  <a:lnTo>
                    <a:pt x="90956" y="189504"/>
                  </a:lnTo>
                  <a:lnTo>
                    <a:pt x="91062" y="190099"/>
                  </a:lnTo>
                  <a:lnTo>
                    <a:pt x="90895" y="190808"/>
                  </a:lnTo>
                  <a:lnTo>
                    <a:pt x="90734" y="193262"/>
                  </a:lnTo>
                  <a:lnTo>
                    <a:pt x="90320" y="196056"/>
                  </a:lnTo>
                  <a:lnTo>
                    <a:pt x="90057" y="198189"/>
                  </a:lnTo>
                  <a:lnTo>
                    <a:pt x="89627" y="201666"/>
                  </a:lnTo>
                  <a:lnTo>
                    <a:pt x="89127" y="205712"/>
                  </a:lnTo>
                  <a:lnTo>
                    <a:pt x="88518" y="210641"/>
                  </a:lnTo>
                  <a:lnTo>
                    <a:pt x="87917" y="215509"/>
                  </a:lnTo>
                  <a:lnTo>
                    <a:pt x="87335" y="220222"/>
                  </a:lnTo>
                  <a:lnTo>
                    <a:pt x="86809" y="224480"/>
                  </a:lnTo>
                  <a:lnTo>
                    <a:pt x="86229" y="229176"/>
                  </a:lnTo>
                  <a:lnTo>
                    <a:pt x="85877" y="232022"/>
                  </a:lnTo>
                  <a:lnTo>
                    <a:pt x="85710" y="232515"/>
                  </a:lnTo>
                  <a:lnTo>
                    <a:pt x="85225" y="231484"/>
                  </a:lnTo>
                  <a:lnTo>
                    <a:pt x="84491" y="230510"/>
                  </a:lnTo>
                  <a:lnTo>
                    <a:pt x="83802" y="229924"/>
                  </a:lnTo>
                  <a:lnTo>
                    <a:pt x="83510" y="229156"/>
                  </a:lnTo>
                  <a:lnTo>
                    <a:pt x="83114" y="227588"/>
                  </a:lnTo>
                  <a:lnTo>
                    <a:pt x="82564" y="227052"/>
                  </a:lnTo>
                  <a:lnTo>
                    <a:pt x="82175" y="226635"/>
                  </a:lnTo>
                  <a:lnTo>
                    <a:pt x="81800" y="226696"/>
                  </a:lnTo>
                  <a:lnTo>
                    <a:pt x="81403" y="227127"/>
                  </a:lnTo>
                  <a:lnTo>
                    <a:pt x="80791" y="227402"/>
                  </a:lnTo>
                  <a:lnTo>
                    <a:pt x="80376" y="227361"/>
                  </a:lnTo>
                  <a:lnTo>
                    <a:pt x="78706" y="226281"/>
                  </a:lnTo>
                  <a:lnTo>
                    <a:pt x="78433" y="226177"/>
                  </a:lnTo>
                  <a:lnTo>
                    <a:pt x="79506" y="223709"/>
                  </a:lnTo>
                  <a:lnTo>
                    <a:pt x="81423" y="219297"/>
                  </a:lnTo>
                  <a:lnTo>
                    <a:pt x="82642" y="216494"/>
                  </a:lnTo>
                  <a:lnTo>
                    <a:pt x="83996" y="213380"/>
                  </a:lnTo>
                  <a:lnTo>
                    <a:pt x="84687" y="211792"/>
                  </a:lnTo>
                  <a:lnTo>
                    <a:pt x="84778" y="211521"/>
                  </a:lnTo>
                  <a:lnTo>
                    <a:pt x="84775" y="211115"/>
                  </a:lnTo>
                  <a:lnTo>
                    <a:pt x="84481" y="210509"/>
                  </a:lnTo>
                  <a:lnTo>
                    <a:pt x="83829" y="210253"/>
                  </a:lnTo>
                  <a:lnTo>
                    <a:pt x="83075" y="209788"/>
                  </a:lnTo>
                  <a:lnTo>
                    <a:pt x="82600" y="209035"/>
                  </a:lnTo>
                  <a:lnTo>
                    <a:pt x="81942" y="208711"/>
                  </a:lnTo>
                  <a:lnTo>
                    <a:pt x="81431" y="208173"/>
                  </a:lnTo>
                  <a:lnTo>
                    <a:pt x="80498" y="207649"/>
                  </a:lnTo>
                  <a:lnTo>
                    <a:pt x="79939" y="207162"/>
                  </a:lnTo>
                  <a:lnTo>
                    <a:pt x="79257" y="206988"/>
                  </a:lnTo>
                  <a:lnTo>
                    <a:pt x="78714" y="206098"/>
                  </a:lnTo>
                  <a:lnTo>
                    <a:pt x="76735" y="204377"/>
                  </a:lnTo>
                  <a:lnTo>
                    <a:pt x="76224" y="204213"/>
                  </a:lnTo>
                  <a:lnTo>
                    <a:pt x="75668" y="204478"/>
                  </a:lnTo>
                  <a:lnTo>
                    <a:pt x="74854" y="204751"/>
                  </a:lnTo>
                  <a:lnTo>
                    <a:pt x="74069" y="205695"/>
                  </a:lnTo>
                  <a:lnTo>
                    <a:pt x="73087" y="205999"/>
                  </a:lnTo>
                  <a:lnTo>
                    <a:pt x="72171" y="205988"/>
                  </a:lnTo>
                  <a:lnTo>
                    <a:pt x="71693" y="205426"/>
                  </a:lnTo>
                  <a:lnTo>
                    <a:pt x="71233" y="205223"/>
                  </a:lnTo>
                  <a:lnTo>
                    <a:pt x="70633" y="204456"/>
                  </a:lnTo>
                  <a:lnTo>
                    <a:pt x="69574" y="203869"/>
                  </a:lnTo>
                  <a:lnTo>
                    <a:pt x="68807" y="203459"/>
                  </a:lnTo>
                  <a:lnTo>
                    <a:pt x="68332" y="203648"/>
                  </a:lnTo>
                  <a:lnTo>
                    <a:pt x="67721" y="204505"/>
                  </a:lnTo>
                  <a:lnTo>
                    <a:pt x="67105" y="205355"/>
                  </a:lnTo>
                  <a:lnTo>
                    <a:pt x="66615" y="205883"/>
                  </a:lnTo>
                  <a:lnTo>
                    <a:pt x="65957" y="205856"/>
                  </a:lnTo>
                  <a:lnTo>
                    <a:pt x="65171" y="206638"/>
                  </a:lnTo>
                  <a:lnTo>
                    <a:pt x="64399" y="206914"/>
                  </a:lnTo>
                  <a:lnTo>
                    <a:pt x="63621" y="207037"/>
                  </a:lnTo>
                  <a:lnTo>
                    <a:pt x="62723" y="207311"/>
                  </a:lnTo>
                  <a:lnTo>
                    <a:pt x="61729" y="206838"/>
                  </a:lnTo>
                  <a:lnTo>
                    <a:pt x="60915" y="206421"/>
                  </a:lnTo>
                  <a:lnTo>
                    <a:pt x="60550" y="206233"/>
                  </a:lnTo>
                  <a:lnTo>
                    <a:pt x="60220" y="206364"/>
                  </a:lnTo>
                  <a:lnTo>
                    <a:pt x="59709" y="206799"/>
                  </a:lnTo>
                  <a:lnTo>
                    <a:pt x="58791" y="206984"/>
                  </a:lnTo>
                  <a:lnTo>
                    <a:pt x="58073" y="207026"/>
                  </a:lnTo>
                  <a:lnTo>
                    <a:pt x="57562" y="206824"/>
                  </a:lnTo>
                  <a:lnTo>
                    <a:pt x="57103" y="206067"/>
                  </a:lnTo>
                  <a:lnTo>
                    <a:pt x="56360" y="205680"/>
                  </a:lnTo>
                  <a:lnTo>
                    <a:pt x="55543" y="205209"/>
                  </a:lnTo>
                  <a:lnTo>
                    <a:pt x="55372" y="204235"/>
                  </a:lnTo>
                  <a:lnTo>
                    <a:pt x="55489" y="203509"/>
                  </a:lnTo>
                  <a:lnTo>
                    <a:pt x="55808" y="202459"/>
                  </a:lnTo>
                  <a:lnTo>
                    <a:pt x="55631" y="201375"/>
                  </a:lnTo>
                  <a:lnTo>
                    <a:pt x="55288" y="199660"/>
                  </a:lnTo>
                  <a:lnTo>
                    <a:pt x="55141" y="198961"/>
                  </a:lnTo>
                  <a:lnTo>
                    <a:pt x="54886" y="198367"/>
                  </a:lnTo>
                  <a:lnTo>
                    <a:pt x="54484" y="198152"/>
                  </a:lnTo>
                  <a:lnTo>
                    <a:pt x="53698" y="198314"/>
                  </a:lnTo>
                  <a:lnTo>
                    <a:pt x="52840" y="197666"/>
                  </a:lnTo>
                  <a:lnTo>
                    <a:pt x="52310" y="197047"/>
                  </a:lnTo>
                  <a:lnTo>
                    <a:pt x="52036" y="196291"/>
                  </a:lnTo>
                  <a:lnTo>
                    <a:pt x="52328" y="194865"/>
                  </a:lnTo>
                  <a:lnTo>
                    <a:pt x="52072" y="193653"/>
                  </a:lnTo>
                  <a:lnTo>
                    <a:pt x="51560" y="192979"/>
                  </a:lnTo>
                  <a:lnTo>
                    <a:pt x="51231" y="191794"/>
                  </a:lnTo>
                  <a:lnTo>
                    <a:pt x="50720" y="190851"/>
                  </a:lnTo>
                  <a:lnTo>
                    <a:pt x="50044" y="190368"/>
                  </a:lnTo>
                  <a:lnTo>
                    <a:pt x="49368" y="190421"/>
                  </a:lnTo>
                  <a:lnTo>
                    <a:pt x="48839" y="190124"/>
                  </a:lnTo>
                  <a:lnTo>
                    <a:pt x="48235" y="189127"/>
                  </a:lnTo>
                  <a:lnTo>
                    <a:pt x="47669" y="188749"/>
                  </a:lnTo>
                  <a:lnTo>
                    <a:pt x="47030" y="187780"/>
                  </a:lnTo>
                  <a:lnTo>
                    <a:pt x="45834" y="187349"/>
                  </a:lnTo>
                  <a:lnTo>
                    <a:pt x="45213" y="186971"/>
                  </a:lnTo>
                  <a:lnTo>
                    <a:pt x="44858" y="186374"/>
                  </a:lnTo>
                  <a:lnTo>
                    <a:pt x="44380" y="185301"/>
                  </a:lnTo>
                  <a:lnTo>
                    <a:pt x="44435" y="184708"/>
                  </a:lnTo>
                  <a:lnTo>
                    <a:pt x="44203" y="184125"/>
                  </a:lnTo>
                  <a:lnTo>
                    <a:pt x="43997" y="183076"/>
                  </a:lnTo>
                  <a:lnTo>
                    <a:pt x="43591" y="181532"/>
                  </a:lnTo>
                  <a:lnTo>
                    <a:pt x="43143" y="180653"/>
                  </a:lnTo>
                  <a:lnTo>
                    <a:pt x="42683" y="179990"/>
                  </a:lnTo>
                  <a:lnTo>
                    <a:pt x="42293" y="179429"/>
                  </a:lnTo>
                  <a:lnTo>
                    <a:pt x="41713" y="178594"/>
                  </a:lnTo>
                  <a:lnTo>
                    <a:pt x="41001" y="178109"/>
                  </a:lnTo>
                  <a:lnTo>
                    <a:pt x="40398" y="177598"/>
                  </a:lnTo>
                  <a:lnTo>
                    <a:pt x="40160" y="176843"/>
                  </a:lnTo>
                  <a:lnTo>
                    <a:pt x="39959" y="176224"/>
                  </a:lnTo>
                  <a:lnTo>
                    <a:pt x="39621" y="176269"/>
                  </a:lnTo>
                  <a:lnTo>
                    <a:pt x="39135" y="176214"/>
                  </a:lnTo>
                  <a:lnTo>
                    <a:pt x="38601" y="176057"/>
                  </a:lnTo>
                  <a:lnTo>
                    <a:pt x="38036" y="175607"/>
                  </a:lnTo>
                  <a:lnTo>
                    <a:pt x="37566" y="175060"/>
                  </a:lnTo>
                  <a:lnTo>
                    <a:pt x="36774" y="174137"/>
                  </a:lnTo>
                  <a:lnTo>
                    <a:pt x="36342" y="174015"/>
                  </a:lnTo>
                  <a:lnTo>
                    <a:pt x="35958" y="174015"/>
                  </a:lnTo>
                  <a:lnTo>
                    <a:pt x="35392" y="174919"/>
                  </a:lnTo>
                  <a:lnTo>
                    <a:pt x="33694" y="173969"/>
                  </a:lnTo>
                  <a:lnTo>
                    <a:pt x="32243" y="172555"/>
                  </a:lnTo>
                  <a:lnTo>
                    <a:pt x="30736" y="172188"/>
                  </a:lnTo>
                  <a:lnTo>
                    <a:pt x="29760" y="171327"/>
                  </a:lnTo>
                  <a:lnTo>
                    <a:pt x="28860" y="169977"/>
                  </a:lnTo>
                  <a:lnTo>
                    <a:pt x="28375" y="169066"/>
                  </a:lnTo>
                  <a:lnTo>
                    <a:pt x="27980" y="168613"/>
                  </a:lnTo>
                  <a:lnTo>
                    <a:pt x="26062" y="167304"/>
                  </a:lnTo>
                  <a:lnTo>
                    <a:pt x="25680" y="167177"/>
                  </a:lnTo>
                  <a:lnTo>
                    <a:pt x="24950" y="167784"/>
                  </a:lnTo>
                  <a:lnTo>
                    <a:pt x="24712" y="168148"/>
                  </a:lnTo>
                  <a:lnTo>
                    <a:pt x="24668" y="169194"/>
                  </a:lnTo>
                  <a:lnTo>
                    <a:pt x="24580" y="169789"/>
                  </a:lnTo>
                  <a:lnTo>
                    <a:pt x="23943" y="170149"/>
                  </a:lnTo>
                  <a:lnTo>
                    <a:pt x="22917" y="170072"/>
                  </a:lnTo>
                  <a:lnTo>
                    <a:pt x="22203" y="169692"/>
                  </a:lnTo>
                  <a:lnTo>
                    <a:pt x="21726" y="169637"/>
                  </a:lnTo>
                  <a:lnTo>
                    <a:pt x="21628" y="169934"/>
                  </a:lnTo>
                  <a:lnTo>
                    <a:pt x="21359" y="170062"/>
                  </a:lnTo>
                  <a:lnTo>
                    <a:pt x="20776" y="169977"/>
                  </a:lnTo>
                  <a:lnTo>
                    <a:pt x="19918" y="169688"/>
                  </a:lnTo>
                  <a:lnTo>
                    <a:pt x="19139" y="169301"/>
                  </a:lnTo>
                  <a:lnTo>
                    <a:pt x="18082" y="168480"/>
                  </a:lnTo>
                  <a:lnTo>
                    <a:pt x="17594" y="168582"/>
                  </a:lnTo>
                  <a:lnTo>
                    <a:pt x="16393" y="168406"/>
                  </a:lnTo>
                  <a:lnTo>
                    <a:pt x="15412" y="167939"/>
                  </a:lnTo>
                  <a:lnTo>
                    <a:pt x="15162" y="167507"/>
                  </a:lnTo>
                  <a:lnTo>
                    <a:pt x="14737" y="164554"/>
                  </a:lnTo>
                  <a:lnTo>
                    <a:pt x="14607" y="164350"/>
                  </a:lnTo>
                  <a:lnTo>
                    <a:pt x="14184" y="164222"/>
                  </a:lnTo>
                  <a:lnTo>
                    <a:pt x="13473" y="163816"/>
                  </a:lnTo>
                  <a:lnTo>
                    <a:pt x="13025" y="163340"/>
                  </a:lnTo>
                  <a:lnTo>
                    <a:pt x="12793" y="162522"/>
                  </a:lnTo>
                  <a:lnTo>
                    <a:pt x="12512" y="161747"/>
                  </a:lnTo>
                  <a:lnTo>
                    <a:pt x="11314" y="161920"/>
                  </a:lnTo>
                  <a:lnTo>
                    <a:pt x="9351" y="160897"/>
                  </a:lnTo>
                  <a:lnTo>
                    <a:pt x="7992" y="159923"/>
                  </a:lnTo>
                  <a:lnTo>
                    <a:pt x="6748" y="158842"/>
                  </a:lnTo>
                  <a:lnTo>
                    <a:pt x="4862" y="156712"/>
                  </a:lnTo>
                  <a:lnTo>
                    <a:pt x="4141" y="156184"/>
                  </a:lnTo>
                  <a:lnTo>
                    <a:pt x="3252" y="155531"/>
                  </a:lnTo>
                  <a:lnTo>
                    <a:pt x="2727" y="154482"/>
                  </a:lnTo>
                  <a:lnTo>
                    <a:pt x="1859" y="153422"/>
                  </a:lnTo>
                  <a:lnTo>
                    <a:pt x="1568" y="153133"/>
                  </a:lnTo>
                  <a:lnTo>
                    <a:pt x="1295" y="152175"/>
                  </a:lnTo>
                  <a:lnTo>
                    <a:pt x="0" y="150786"/>
                  </a:lnTo>
                  <a:lnTo>
                    <a:pt x="641" y="148993"/>
                  </a:lnTo>
                  <a:lnTo>
                    <a:pt x="2199" y="147647"/>
                  </a:lnTo>
                  <a:lnTo>
                    <a:pt x="4243" y="148692"/>
                  </a:lnTo>
                  <a:lnTo>
                    <a:pt x="4493" y="146602"/>
                  </a:lnTo>
                  <a:lnTo>
                    <a:pt x="3754" y="144752"/>
                  </a:lnTo>
                  <a:lnTo>
                    <a:pt x="3863" y="141258"/>
                  </a:lnTo>
                  <a:lnTo>
                    <a:pt x="4103" y="140563"/>
                  </a:lnTo>
                  <a:lnTo>
                    <a:pt x="4642" y="139627"/>
                  </a:lnTo>
                  <a:lnTo>
                    <a:pt x="5345" y="138980"/>
                  </a:lnTo>
                  <a:lnTo>
                    <a:pt x="5757" y="138793"/>
                  </a:lnTo>
                  <a:lnTo>
                    <a:pt x="6457" y="139113"/>
                  </a:lnTo>
                  <a:lnTo>
                    <a:pt x="6899" y="138417"/>
                  </a:lnTo>
                  <a:lnTo>
                    <a:pt x="8565" y="138728"/>
                  </a:lnTo>
                  <a:lnTo>
                    <a:pt x="9070" y="138436"/>
                  </a:lnTo>
                  <a:lnTo>
                    <a:pt x="9415" y="137962"/>
                  </a:lnTo>
                  <a:lnTo>
                    <a:pt x="9822" y="137601"/>
                  </a:lnTo>
                  <a:lnTo>
                    <a:pt x="10342" y="136760"/>
                  </a:lnTo>
                  <a:lnTo>
                    <a:pt x="10640" y="135790"/>
                  </a:lnTo>
                  <a:lnTo>
                    <a:pt x="10888" y="135412"/>
                  </a:lnTo>
                  <a:lnTo>
                    <a:pt x="11465" y="135545"/>
                  </a:lnTo>
                  <a:lnTo>
                    <a:pt x="11518" y="135126"/>
                  </a:lnTo>
                  <a:lnTo>
                    <a:pt x="11814" y="134556"/>
                  </a:lnTo>
                  <a:lnTo>
                    <a:pt x="12823" y="133279"/>
                  </a:lnTo>
                  <a:lnTo>
                    <a:pt x="12813" y="132714"/>
                  </a:lnTo>
                  <a:lnTo>
                    <a:pt x="12530" y="131483"/>
                  </a:lnTo>
                  <a:lnTo>
                    <a:pt x="12599" y="131032"/>
                  </a:lnTo>
                  <a:lnTo>
                    <a:pt x="13182" y="130875"/>
                  </a:lnTo>
                  <a:lnTo>
                    <a:pt x="13872" y="130529"/>
                  </a:lnTo>
                  <a:lnTo>
                    <a:pt x="14240" y="129354"/>
                  </a:lnTo>
                  <a:lnTo>
                    <a:pt x="14694" y="128328"/>
                  </a:lnTo>
                  <a:lnTo>
                    <a:pt x="15215" y="126822"/>
                  </a:lnTo>
                  <a:lnTo>
                    <a:pt x="15789" y="126727"/>
                  </a:lnTo>
                  <a:lnTo>
                    <a:pt x="16093" y="124967"/>
                  </a:lnTo>
                  <a:lnTo>
                    <a:pt x="16865" y="123425"/>
                  </a:lnTo>
                  <a:lnTo>
                    <a:pt x="18435" y="118851"/>
                  </a:lnTo>
                  <a:lnTo>
                    <a:pt x="17962" y="118951"/>
                  </a:lnTo>
                  <a:lnTo>
                    <a:pt x="17586" y="119562"/>
                  </a:lnTo>
                  <a:lnTo>
                    <a:pt x="17156" y="119490"/>
                  </a:lnTo>
                  <a:lnTo>
                    <a:pt x="16669" y="119131"/>
                  </a:lnTo>
                  <a:lnTo>
                    <a:pt x="16812" y="117070"/>
                  </a:lnTo>
                  <a:lnTo>
                    <a:pt x="16531" y="116825"/>
                  </a:lnTo>
                  <a:lnTo>
                    <a:pt x="15773" y="118412"/>
                  </a:lnTo>
                  <a:lnTo>
                    <a:pt x="15119" y="116798"/>
                  </a:lnTo>
                  <a:lnTo>
                    <a:pt x="15060" y="115815"/>
                  </a:lnTo>
                  <a:lnTo>
                    <a:pt x="15335" y="114841"/>
                  </a:lnTo>
                  <a:lnTo>
                    <a:pt x="15295" y="114185"/>
                  </a:lnTo>
                  <a:lnTo>
                    <a:pt x="14236" y="114673"/>
                  </a:lnTo>
                  <a:lnTo>
                    <a:pt x="14284" y="114066"/>
                  </a:lnTo>
                  <a:lnTo>
                    <a:pt x="14944" y="113442"/>
                  </a:lnTo>
                  <a:lnTo>
                    <a:pt x="15243" y="112793"/>
                  </a:lnTo>
                  <a:lnTo>
                    <a:pt x="15817" y="112086"/>
                  </a:lnTo>
                  <a:lnTo>
                    <a:pt x="16056" y="111016"/>
                  </a:lnTo>
                  <a:lnTo>
                    <a:pt x="16194" y="109358"/>
                  </a:lnTo>
                  <a:lnTo>
                    <a:pt x="16453" y="107575"/>
                  </a:lnTo>
                  <a:lnTo>
                    <a:pt x="16262" y="106697"/>
                  </a:lnTo>
                  <a:lnTo>
                    <a:pt x="15950" y="105945"/>
                  </a:lnTo>
                  <a:lnTo>
                    <a:pt x="15692" y="102625"/>
                  </a:lnTo>
                  <a:lnTo>
                    <a:pt x="15764" y="100692"/>
                  </a:lnTo>
                  <a:lnTo>
                    <a:pt x="15630" y="99174"/>
                  </a:lnTo>
                  <a:lnTo>
                    <a:pt x="15361" y="97889"/>
                  </a:lnTo>
                  <a:lnTo>
                    <a:pt x="14106" y="96202"/>
                  </a:lnTo>
                  <a:lnTo>
                    <a:pt x="16091" y="94270"/>
                  </a:lnTo>
                  <a:lnTo>
                    <a:pt x="16803" y="92811"/>
                  </a:lnTo>
                  <a:lnTo>
                    <a:pt x="15901" y="89810"/>
                  </a:lnTo>
                  <a:lnTo>
                    <a:pt x="14721" y="87280"/>
                  </a:lnTo>
                  <a:lnTo>
                    <a:pt x="14686" y="85761"/>
                  </a:lnTo>
                  <a:lnTo>
                    <a:pt x="14998" y="85955"/>
                  </a:lnTo>
                  <a:lnTo>
                    <a:pt x="15394" y="85910"/>
                  </a:lnTo>
                  <a:lnTo>
                    <a:pt x="15757" y="82709"/>
                  </a:lnTo>
                  <a:lnTo>
                    <a:pt x="15673" y="81717"/>
                  </a:lnTo>
                  <a:lnTo>
                    <a:pt x="15010" y="80117"/>
                  </a:lnTo>
                  <a:lnTo>
                    <a:pt x="14186" y="80078"/>
                  </a:lnTo>
                  <a:lnTo>
                    <a:pt x="13465" y="78067"/>
                  </a:lnTo>
                  <a:lnTo>
                    <a:pt x="13051" y="77616"/>
                  </a:lnTo>
                  <a:lnTo>
                    <a:pt x="12719" y="76350"/>
                  </a:lnTo>
                  <a:lnTo>
                    <a:pt x="11558" y="73883"/>
                  </a:lnTo>
                  <a:lnTo>
                    <a:pt x="10636" y="72599"/>
                  </a:lnTo>
                  <a:lnTo>
                    <a:pt x="11325" y="69621"/>
                  </a:lnTo>
                  <a:lnTo>
                    <a:pt x="11927" y="69051"/>
                  </a:lnTo>
                  <a:lnTo>
                    <a:pt x="12124" y="68308"/>
                  </a:lnTo>
                  <a:lnTo>
                    <a:pt x="11889" y="66479"/>
                  </a:lnTo>
                  <a:lnTo>
                    <a:pt x="11953" y="66050"/>
                  </a:lnTo>
                  <a:lnTo>
                    <a:pt x="12095" y="65868"/>
                  </a:lnTo>
                  <a:lnTo>
                    <a:pt x="12236" y="65881"/>
                  </a:lnTo>
                  <a:lnTo>
                    <a:pt x="12479" y="66157"/>
                  </a:lnTo>
                  <a:lnTo>
                    <a:pt x="12931" y="66946"/>
                  </a:lnTo>
                  <a:lnTo>
                    <a:pt x="13309" y="67923"/>
                  </a:lnTo>
                  <a:lnTo>
                    <a:pt x="13612" y="68223"/>
                  </a:lnTo>
                  <a:lnTo>
                    <a:pt x="14069" y="67899"/>
                  </a:lnTo>
                  <a:lnTo>
                    <a:pt x="15843" y="65952"/>
                  </a:lnTo>
                  <a:lnTo>
                    <a:pt x="15730" y="65350"/>
                  </a:lnTo>
                  <a:lnTo>
                    <a:pt x="15892" y="64130"/>
                  </a:lnTo>
                  <a:lnTo>
                    <a:pt x="16485" y="63131"/>
                  </a:lnTo>
                  <a:lnTo>
                    <a:pt x="17119" y="62791"/>
                  </a:lnTo>
                  <a:lnTo>
                    <a:pt x="17308" y="62234"/>
                  </a:lnTo>
                  <a:lnTo>
                    <a:pt x="17153" y="61377"/>
                  </a:lnTo>
                  <a:lnTo>
                    <a:pt x="16488" y="59241"/>
                  </a:lnTo>
                  <a:lnTo>
                    <a:pt x="15893" y="58090"/>
                  </a:lnTo>
                  <a:lnTo>
                    <a:pt x="15511" y="56945"/>
                  </a:lnTo>
                  <a:lnTo>
                    <a:pt x="15309" y="55890"/>
                  </a:lnTo>
                  <a:lnTo>
                    <a:pt x="14635" y="54897"/>
                  </a:lnTo>
                  <a:lnTo>
                    <a:pt x="14920" y="53957"/>
                  </a:lnTo>
                  <a:lnTo>
                    <a:pt x="15443" y="52858"/>
                  </a:lnTo>
                  <a:lnTo>
                    <a:pt x="15621" y="52668"/>
                  </a:lnTo>
                  <a:lnTo>
                    <a:pt x="15906" y="52969"/>
                  </a:lnTo>
                  <a:lnTo>
                    <a:pt x="16687" y="54964"/>
                  </a:lnTo>
                  <a:lnTo>
                    <a:pt x="17931" y="56262"/>
                  </a:lnTo>
                  <a:lnTo>
                    <a:pt x="19235" y="58358"/>
                  </a:lnTo>
                  <a:lnTo>
                    <a:pt x="19769" y="59802"/>
                  </a:lnTo>
                  <a:lnTo>
                    <a:pt x="20193" y="60065"/>
                  </a:lnTo>
                  <a:lnTo>
                    <a:pt x="20563" y="60588"/>
                  </a:lnTo>
                  <a:lnTo>
                    <a:pt x="20400" y="60975"/>
                  </a:lnTo>
                  <a:lnTo>
                    <a:pt x="19992" y="61384"/>
                  </a:lnTo>
                  <a:lnTo>
                    <a:pt x="19875" y="62224"/>
                  </a:lnTo>
                  <a:lnTo>
                    <a:pt x="20140" y="62694"/>
                  </a:lnTo>
                  <a:lnTo>
                    <a:pt x="20421" y="62994"/>
                  </a:lnTo>
                  <a:lnTo>
                    <a:pt x="21181" y="62804"/>
                  </a:lnTo>
                  <a:lnTo>
                    <a:pt x="21600" y="61820"/>
                  </a:lnTo>
                  <a:lnTo>
                    <a:pt x="21318" y="57518"/>
                  </a:lnTo>
                  <a:lnTo>
                    <a:pt x="20878" y="55368"/>
                  </a:lnTo>
                  <a:lnTo>
                    <a:pt x="20371" y="54698"/>
                  </a:lnTo>
                  <a:lnTo>
                    <a:pt x="19914" y="53847"/>
                  </a:lnTo>
                  <a:lnTo>
                    <a:pt x="20222" y="53204"/>
                  </a:lnTo>
                  <a:lnTo>
                    <a:pt x="21033" y="52914"/>
                  </a:lnTo>
                  <a:lnTo>
                    <a:pt x="22101" y="52160"/>
                  </a:lnTo>
                  <a:lnTo>
                    <a:pt x="26003" y="48054"/>
                  </a:lnTo>
                  <a:lnTo>
                    <a:pt x="27341" y="44197"/>
                  </a:lnTo>
                  <a:lnTo>
                    <a:pt x="28365" y="42800"/>
                  </a:lnTo>
                  <a:lnTo>
                    <a:pt x="29521" y="41891"/>
                  </a:lnTo>
                  <a:lnTo>
                    <a:pt x="30935" y="42105"/>
                  </a:lnTo>
                  <a:lnTo>
                    <a:pt x="32035" y="41619"/>
                  </a:lnTo>
                  <a:lnTo>
                    <a:pt x="32373" y="40391"/>
                  </a:lnTo>
                  <a:lnTo>
                    <a:pt x="32072" y="38727"/>
                  </a:lnTo>
                  <a:lnTo>
                    <a:pt x="31650" y="37723"/>
                  </a:lnTo>
                  <a:lnTo>
                    <a:pt x="32056" y="36265"/>
                  </a:lnTo>
                  <a:lnTo>
                    <a:pt x="32476" y="34055"/>
                  </a:lnTo>
                  <a:lnTo>
                    <a:pt x="32446" y="32199"/>
                  </a:lnTo>
                  <a:lnTo>
                    <a:pt x="32988" y="31092"/>
                  </a:lnTo>
                  <a:lnTo>
                    <a:pt x="32800" y="30656"/>
                  </a:lnTo>
                  <a:lnTo>
                    <a:pt x="32008" y="31552"/>
                  </a:lnTo>
                  <a:lnTo>
                    <a:pt x="31382" y="31954"/>
                  </a:lnTo>
                  <a:lnTo>
                    <a:pt x="31736" y="31215"/>
                  </a:lnTo>
                  <a:lnTo>
                    <a:pt x="32845" y="29383"/>
                  </a:lnTo>
                  <a:lnTo>
                    <a:pt x="33421" y="26594"/>
                  </a:lnTo>
                  <a:lnTo>
                    <a:pt x="33864" y="25433"/>
                  </a:lnTo>
                  <a:lnTo>
                    <a:pt x="35429" y="23811"/>
                  </a:lnTo>
                  <a:lnTo>
                    <a:pt x="35738" y="23029"/>
                  </a:lnTo>
                  <a:lnTo>
                    <a:pt x="36919" y="21813"/>
                  </a:lnTo>
                  <a:lnTo>
                    <a:pt x="38825" y="19203"/>
                  </a:lnTo>
                  <a:lnTo>
                    <a:pt x="39554" y="18476"/>
                  </a:lnTo>
                  <a:lnTo>
                    <a:pt x="43247" y="20159"/>
                  </a:lnTo>
                  <a:lnTo>
                    <a:pt x="44420" y="20052"/>
                  </a:lnTo>
                  <a:lnTo>
                    <a:pt x="44210" y="20359"/>
                  </a:lnTo>
                  <a:lnTo>
                    <a:pt x="43669" y="20464"/>
                  </a:lnTo>
                  <a:lnTo>
                    <a:pt x="42887" y="20920"/>
                  </a:lnTo>
                  <a:lnTo>
                    <a:pt x="42660" y="21924"/>
                  </a:lnTo>
                  <a:lnTo>
                    <a:pt x="43190" y="22976"/>
                  </a:lnTo>
                  <a:lnTo>
                    <a:pt x="43752" y="23280"/>
                  </a:lnTo>
                  <a:lnTo>
                    <a:pt x="44231" y="22604"/>
                  </a:lnTo>
                  <a:lnTo>
                    <a:pt x="44706" y="20672"/>
                  </a:lnTo>
                  <a:lnTo>
                    <a:pt x="45471" y="18537"/>
                  </a:lnTo>
                  <a:lnTo>
                    <a:pt x="45650" y="16300"/>
                  </a:lnTo>
                  <a:lnTo>
                    <a:pt x="46192" y="15531"/>
                  </a:lnTo>
                  <a:lnTo>
                    <a:pt x="46985" y="15255"/>
                  </a:lnTo>
                  <a:lnTo>
                    <a:pt x="48400" y="15698"/>
                  </a:lnTo>
                  <a:lnTo>
                    <a:pt x="49477" y="16161"/>
                  </a:lnTo>
                  <a:lnTo>
                    <a:pt x="50601" y="16219"/>
                  </a:lnTo>
                  <a:lnTo>
                    <a:pt x="54040" y="15881"/>
                  </a:lnTo>
                  <a:lnTo>
                    <a:pt x="59637" y="10073"/>
                  </a:lnTo>
                  <a:lnTo>
                    <a:pt x="62236" y="8824"/>
                  </a:lnTo>
                  <a:lnTo>
                    <a:pt x="63864" y="7603"/>
                  </a:lnTo>
                  <a:lnTo>
                    <a:pt x="64903" y="5218"/>
                  </a:lnTo>
                  <a:lnTo>
                    <a:pt x="65182" y="3428"/>
                  </a:lnTo>
                  <a:lnTo>
                    <a:pt x="65945" y="2733"/>
                  </a:lnTo>
                  <a:lnTo>
                    <a:pt x="66748" y="2735"/>
                  </a:lnTo>
                  <a:lnTo>
                    <a:pt x="67116" y="2299"/>
                  </a:lnTo>
                  <a:lnTo>
                    <a:pt x="67231" y="1747"/>
                  </a:lnTo>
                  <a:lnTo>
                    <a:pt x="69166" y="200"/>
                  </a:lnTo>
                  <a:lnTo>
                    <a:pt x="70274" y="0"/>
                  </a:lnTo>
                  <a:lnTo>
                    <a:pt x="71253" y="29"/>
                  </a:lnTo>
                  <a:lnTo>
                    <a:pt x="73447" y="1381"/>
                  </a:lnTo>
                  <a:lnTo>
                    <a:pt x="74460" y="3768"/>
                  </a:lnTo>
                  <a:lnTo>
                    <a:pt x="74628" y="5412"/>
                  </a:lnTo>
                  <a:lnTo>
                    <a:pt x="73238" y="719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4435355" y="2589373"/>
              <a:ext cx="2153" cy="1690"/>
            </a:xfrm>
            <a:custGeom>
              <a:avLst/>
              <a:pathLst>
                <a:path w="2153" h="1690">
                  <a:moveTo>
                    <a:pt x="1488" y="836"/>
                  </a:moveTo>
                  <a:lnTo>
                    <a:pt x="2153" y="1690"/>
                  </a:lnTo>
                  <a:lnTo>
                    <a:pt x="305" y="1336"/>
                  </a:lnTo>
                  <a:lnTo>
                    <a:pt x="14" y="566"/>
                  </a:lnTo>
                  <a:lnTo>
                    <a:pt x="0" y="0"/>
                  </a:lnTo>
                  <a:lnTo>
                    <a:pt x="690" y="12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4440925" y="2586923"/>
              <a:ext cx="2901" cy="3977"/>
            </a:xfrm>
            <a:custGeom>
              <a:avLst/>
              <a:pathLst>
                <a:path w="2901" h="3977">
                  <a:moveTo>
                    <a:pt x="2424" y="141"/>
                  </a:moveTo>
                  <a:lnTo>
                    <a:pt x="2901" y="2066"/>
                  </a:lnTo>
                  <a:lnTo>
                    <a:pt x="2896" y="3516"/>
                  </a:lnTo>
                  <a:lnTo>
                    <a:pt x="2695" y="3977"/>
                  </a:lnTo>
                  <a:lnTo>
                    <a:pt x="2270" y="3679"/>
                  </a:lnTo>
                  <a:lnTo>
                    <a:pt x="1488" y="2522"/>
                  </a:lnTo>
                  <a:lnTo>
                    <a:pt x="0" y="1394"/>
                  </a:lnTo>
                  <a:lnTo>
                    <a:pt x="682" y="1302"/>
                  </a:lnTo>
                  <a:lnTo>
                    <a:pt x="1081" y="1417"/>
                  </a:lnTo>
                  <a:lnTo>
                    <a:pt x="1504" y="1314"/>
                  </a:lnTo>
                  <a:lnTo>
                    <a:pt x="1768" y="679"/>
                  </a:lnTo>
                  <a:lnTo>
                    <a:pt x="1821" y="301"/>
                  </a:lnTo>
                  <a:lnTo>
                    <a:pt x="2192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4431526" y="2577118"/>
              <a:ext cx="2505" cy="7616"/>
            </a:xfrm>
            <a:custGeom>
              <a:avLst/>
              <a:pathLst>
                <a:path w="2505" h="7616">
                  <a:moveTo>
                    <a:pt x="2262" y="7431"/>
                  </a:moveTo>
                  <a:lnTo>
                    <a:pt x="2082" y="7616"/>
                  </a:lnTo>
                  <a:lnTo>
                    <a:pt x="1218" y="6821"/>
                  </a:lnTo>
                  <a:lnTo>
                    <a:pt x="725" y="6633"/>
                  </a:lnTo>
                  <a:lnTo>
                    <a:pt x="0" y="5347"/>
                  </a:lnTo>
                  <a:lnTo>
                    <a:pt x="278" y="888"/>
                  </a:lnTo>
                  <a:lnTo>
                    <a:pt x="510" y="317"/>
                  </a:lnTo>
                  <a:lnTo>
                    <a:pt x="684" y="84"/>
                  </a:lnTo>
                  <a:lnTo>
                    <a:pt x="1086" y="0"/>
                  </a:lnTo>
                  <a:lnTo>
                    <a:pt x="1573" y="559"/>
                  </a:lnTo>
                  <a:lnTo>
                    <a:pt x="1445" y="3427"/>
                  </a:lnTo>
                  <a:lnTo>
                    <a:pt x="2090" y="5357"/>
                  </a:lnTo>
                  <a:lnTo>
                    <a:pt x="2505" y="688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790616" y="2208800"/>
              <a:ext cx="2093" cy="3069"/>
            </a:xfrm>
            <a:custGeom>
              <a:avLst/>
              <a:pathLst>
                <a:path w="2093" h="3069">
                  <a:moveTo>
                    <a:pt x="1975" y="2538"/>
                  </a:moveTo>
                  <a:lnTo>
                    <a:pt x="1238" y="3069"/>
                  </a:lnTo>
                  <a:lnTo>
                    <a:pt x="724" y="2837"/>
                  </a:lnTo>
                  <a:lnTo>
                    <a:pt x="235" y="2288"/>
                  </a:lnTo>
                  <a:lnTo>
                    <a:pt x="0" y="1492"/>
                  </a:lnTo>
                  <a:lnTo>
                    <a:pt x="191" y="809"/>
                  </a:lnTo>
                  <a:lnTo>
                    <a:pt x="1183" y="0"/>
                  </a:lnTo>
                  <a:lnTo>
                    <a:pt x="1774" y="262"/>
                  </a:lnTo>
                  <a:lnTo>
                    <a:pt x="2093" y="151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802586" y="2204822"/>
              <a:ext cx="1286" cy="2656"/>
            </a:xfrm>
            <a:custGeom>
              <a:avLst/>
              <a:pathLst>
                <a:path w="1286" h="2656">
                  <a:moveTo>
                    <a:pt x="659" y="2604"/>
                  </a:moveTo>
                  <a:lnTo>
                    <a:pt x="395" y="2656"/>
                  </a:lnTo>
                  <a:lnTo>
                    <a:pt x="0" y="2028"/>
                  </a:lnTo>
                  <a:lnTo>
                    <a:pt x="88" y="1157"/>
                  </a:lnTo>
                  <a:lnTo>
                    <a:pt x="43" y="928"/>
                  </a:lnTo>
                  <a:lnTo>
                    <a:pt x="393" y="0"/>
                  </a:lnTo>
                  <a:lnTo>
                    <a:pt x="1079" y="81"/>
                  </a:lnTo>
                  <a:lnTo>
                    <a:pt x="1253" y="768"/>
                  </a:lnTo>
                  <a:lnTo>
                    <a:pt x="1286" y="218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797542" y="2204752"/>
              <a:ext cx="3223" cy="5752"/>
            </a:xfrm>
            <a:custGeom>
              <a:avLst/>
              <a:pathLst>
                <a:path w="3223" h="5752">
                  <a:moveTo>
                    <a:pt x="3223" y="4471"/>
                  </a:moveTo>
                  <a:lnTo>
                    <a:pt x="2652" y="5752"/>
                  </a:lnTo>
                  <a:lnTo>
                    <a:pt x="1398" y="5649"/>
                  </a:lnTo>
                  <a:lnTo>
                    <a:pt x="753" y="5121"/>
                  </a:lnTo>
                  <a:lnTo>
                    <a:pt x="0" y="3509"/>
                  </a:lnTo>
                  <a:lnTo>
                    <a:pt x="23" y="2265"/>
                  </a:lnTo>
                  <a:lnTo>
                    <a:pt x="288" y="1185"/>
                  </a:lnTo>
                  <a:lnTo>
                    <a:pt x="242" y="247"/>
                  </a:lnTo>
                  <a:lnTo>
                    <a:pt x="349" y="0"/>
                  </a:lnTo>
                  <a:lnTo>
                    <a:pt x="735" y="162"/>
                  </a:lnTo>
                  <a:lnTo>
                    <a:pt x="798" y="793"/>
                  </a:lnTo>
                  <a:lnTo>
                    <a:pt x="1939" y="2338"/>
                  </a:lnTo>
                  <a:lnTo>
                    <a:pt x="2362" y="263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805354" y="2192077"/>
              <a:ext cx="2624" cy="3504"/>
            </a:xfrm>
            <a:custGeom>
              <a:avLst/>
              <a:pathLst>
                <a:path w="2624" h="3504">
                  <a:moveTo>
                    <a:pt x="393" y="0"/>
                  </a:moveTo>
                  <a:lnTo>
                    <a:pt x="1182" y="254"/>
                  </a:lnTo>
                  <a:lnTo>
                    <a:pt x="1481" y="163"/>
                  </a:lnTo>
                  <a:lnTo>
                    <a:pt x="1985" y="219"/>
                  </a:lnTo>
                  <a:lnTo>
                    <a:pt x="2522" y="951"/>
                  </a:lnTo>
                  <a:lnTo>
                    <a:pt x="2624" y="1729"/>
                  </a:lnTo>
                  <a:lnTo>
                    <a:pt x="2357" y="2704"/>
                  </a:lnTo>
                  <a:lnTo>
                    <a:pt x="1312" y="3504"/>
                  </a:lnTo>
                  <a:lnTo>
                    <a:pt x="711" y="3410"/>
                  </a:lnTo>
                  <a:lnTo>
                    <a:pt x="0" y="2679"/>
                  </a:lnTo>
                  <a:lnTo>
                    <a:pt x="408" y="123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791742" y="2185933"/>
              <a:ext cx="3456" cy="2575"/>
            </a:xfrm>
            <a:custGeom>
              <a:avLst/>
              <a:pathLst>
                <a:path w="3456" h="2575">
                  <a:moveTo>
                    <a:pt x="2936" y="770"/>
                  </a:moveTo>
                  <a:lnTo>
                    <a:pt x="3327" y="1181"/>
                  </a:lnTo>
                  <a:lnTo>
                    <a:pt x="3456" y="1475"/>
                  </a:lnTo>
                  <a:lnTo>
                    <a:pt x="2875" y="1628"/>
                  </a:lnTo>
                  <a:lnTo>
                    <a:pt x="1466" y="1093"/>
                  </a:lnTo>
                  <a:lnTo>
                    <a:pt x="1090" y="1420"/>
                  </a:lnTo>
                  <a:lnTo>
                    <a:pt x="716" y="2575"/>
                  </a:lnTo>
                  <a:lnTo>
                    <a:pt x="0" y="828"/>
                  </a:lnTo>
                  <a:lnTo>
                    <a:pt x="48" y="185"/>
                  </a:lnTo>
                  <a:lnTo>
                    <a:pt x="202" y="0"/>
                  </a:lnTo>
                  <a:lnTo>
                    <a:pt x="1201" y="45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3805055" y="2183618"/>
              <a:ext cx="970" cy="3289"/>
            </a:xfrm>
            <a:custGeom>
              <a:avLst/>
              <a:pathLst>
                <a:path w="970" h="3289">
                  <a:moveTo>
                    <a:pt x="970" y="2575"/>
                  </a:moveTo>
                  <a:lnTo>
                    <a:pt x="668" y="3289"/>
                  </a:lnTo>
                  <a:lnTo>
                    <a:pt x="297" y="2241"/>
                  </a:lnTo>
                  <a:lnTo>
                    <a:pt x="97" y="1992"/>
                  </a:lnTo>
                  <a:lnTo>
                    <a:pt x="0" y="486"/>
                  </a:lnTo>
                  <a:lnTo>
                    <a:pt x="548" y="38"/>
                  </a:lnTo>
                  <a:lnTo>
                    <a:pt x="815" y="0"/>
                  </a:lnTo>
                  <a:lnTo>
                    <a:pt x="823" y="155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3785167" y="2182525"/>
              <a:ext cx="1948" cy="1784"/>
            </a:xfrm>
            <a:custGeom>
              <a:avLst/>
              <a:pathLst>
                <a:path w="1948" h="1784">
                  <a:moveTo>
                    <a:pt x="1948" y="1450"/>
                  </a:moveTo>
                  <a:lnTo>
                    <a:pt x="1172" y="1784"/>
                  </a:lnTo>
                  <a:lnTo>
                    <a:pt x="691" y="1742"/>
                  </a:lnTo>
                  <a:lnTo>
                    <a:pt x="0" y="1249"/>
                  </a:lnTo>
                  <a:lnTo>
                    <a:pt x="217" y="717"/>
                  </a:lnTo>
                  <a:lnTo>
                    <a:pt x="965" y="123"/>
                  </a:lnTo>
                  <a:lnTo>
                    <a:pt x="1481" y="0"/>
                  </a:lnTo>
                  <a:lnTo>
                    <a:pt x="1903" y="105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3782816" y="2178738"/>
              <a:ext cx="3423" cy="3734"/>
            </a:xfrm>
            <a:custGeom>
              <a:avLst/>
              <a:pathLst>
                <a:path w="3423" h="3734">
                  <a:moveTo>
                    <a:pt x="1624" y="3447"/>
                  </a:moveTo>
                  <a:lnTo>
                    <a:pt x="703" y="3734"/>
                  </a:lnTo>
                  <a:lnTo>
                    <a:pt x="314" y="3595"/>
                  </a:lnTo>
                  <a:lnTo>
                    <a:pt x="185" y="2486"/>
                  </a:lnTo>
                  <a:lnTo>
                    <a:pt x="0" y="1756"/>
                  </a:lnTo>
                  <a:lnTo>
                    <a:pt x="42" y="1431"/>
                  </a:lnTo>
                  <a:lnTo>
                    <a:pt x="2157" y="0"/>
                  </a:lnTo>
                  <a:lnTo>
                    <a:pt x="2903" y="239"/>
                  </a:lnTo>
                  <a:lnTo>
                    <a:pt x="3423" y="1379"/>
                  </a:lnTo>
                  <a:lnTo>
                    <a:pt x="3069" y="201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3209808" y="2262483"/>
              <a:ext cx="31641" cy="43500"/>
            </a:xfrm>
            <a:custGeom>
              <a:avLst/>
              <a:pathLst>
                <a:path w="31641" h="43500">
                  <a:moveTo>
                    <a:pt x="21438" y="3796"/>
                  </a:moveTo>
                  <a:lnTo>
                    <a:pt x="21672" y="4351"/>
                  </a:lnTo>
                  <a:lnTo>
                    <a:pt x="21947" y="5222"/>
                  </a:lnTo>
                  <a:lnTo>
                    <a:pt x="22069" y="6342"/>
                  </a:lnTo>
                  <a:lnTo>
                    <a:pt x="23271" y="10091"/>
                  </a:lnTo>
                  <a:lnTo>
                    <a:pt x="24230" y="12191"/>
                  </a:lnTo>
                  <a:lnTo>
                    <a:pt x="26333" y="16010"/>
                  </a:lnTo>
                  <a:lnTo>
                    <a:pt x="27242" y="16712"/>
                  </a:lnTo>
                  <a:lnTo>
                    <a:pt x="28776" y="19785"/>
                  </a:lnTo>
                  <a:lnTo>
                    <a:pt x="29306" y="20292"/>
                  </a:lnTo>
                  <a:lnTo>
                    <a:pt x="29608" y="21199"/>
                  </a:lnTo>
                  <a:lnTo>
                    <a:pt x="31200" y="21946"/>
                  </a:lnTo>
                  <a:lnTo>
                    <a:pt x="31641" y="22495"/>
                  </a:lnTo>
                  <a:lnTo>
                    <a:pt x="31587" y="22752"/>
                  </a:lnTo>
                  <a:lnTo>
                    <a:pt x="31423" y="23022"/>
                  </a:lnTo>
                  <a:lnTo>
                    <a:pt x="31189" y="23295"/>
                  </a:lnTo>
                  <a:lnTo>
                    <a:pt x="30879" y="23482"/>
                  </a:lnTo>
                  <a:lnTo>
                    <a:pt x="30129" y="22921"/>
                  </a:lnTo>
                  <a:lnTo>
                    <a:pt x="29394" y="22283"/>
                  </a:lnTo>
                  <a:lnTo>
                    <a:pt x="28988" y="22576"/>
                  </a:lnTo>
                  <a:lnTo>
                    <a:pt x="28835" y="23404"/>
                  </a:lnTo>
                  <a:lnTo>
                    <a:pt x="28562" y="23829"/>
                  </a:lnTo>
                  <a:lnTo>
                    <a:pt x="28221" y="23996"/>
                  </a:lnTo>
                  <a:lnTo>
                    <a:pt x="28081" y="24273"/>
                  </a:lnTo>
                  <a:lnTo>
                    <a:pt x="28053" y="27066"/>
                  </a:lnTo>
                  <a:lnTo>
                    <a:pt x="28076" y="29699"/>
                  </a:lnTo>
                  <a:lnTo>
                    <a:pt x="28634" y="29759"/>
                  </a:lnTo>
                  <a:lnTo>
                    <a:pt x="29564" y="30673"/>
                  </a:lnTo>
                  <a:lnTo>
                    <a:pt x="29960" y="31211"/>
                  </a:lnTo>
                  <a:lnTo>
                    <a:pt x="30087" y="31708"/>
                  </a:lnTo>
                  <a:lnTo>
                    <a:pt x="29972" y="31952"/>
                  </a:lnTo>
                  <a:lnTo>
                    <a:pt x="29291" y="32526"/>
                  </a:lnTo>
                  <a:lnTo>
                    <a:pt x="28628" y="33253"/>
                  </a:lnTo>
                  <a:lnTo>
                    <a:pt x="28297" y="34160"/>
                  </a:lnTo>
                  <a:lnTo>
                    <a:pt x="28877" y="35624"/>
                  </a:lnTo>
                  <a:lnTo>
                    <a:pt x="29000" y="36619"/>
                  </a:lnTo>
                  <a:lnTo>
                    <a:pt x="28980" y="37660"/>
                  </a:lnTo>
                  <a:lnTo>
                    <a:pt x="28821" y="38160"/>
                  </a:lnTo>
                  <a:lnTo>
                    <a:pt x="27535" y="39356"/>
                  </a:lnTo>
                  <a:lnTo>
                    <a:pt x="27253" y="39775"/>
                  </a:lnTo>
                  <a:lnTo>
                    <a:pt x="27290" y="40078"/>
                  </a:lnTo>
                  <a:lnTo>
                    <a:pt x="27999" y="40903"/>
                  </a:lnTo>
                  <a:lnTo>
                    <a:pt x="28336" y="41701"/>
                  </a:lnTo>
                  <a:lnTo>
                    <a:pt x="28616" y="42664"/>
                  </a:lnTo>
                  <a:lnTo>
                    <a:pt x="28653" y="43500"/>
                  </a:lnTo>
                  <a:lnTo>
                    <a:pt x="28011" y="41951"/>
                  </a:lnTo>
                  <a:lnTo>
                    <a:pt x="27119" y="40472"/>
                  </a:lnTo>
                  <a:lnTo>
                    <a:pt x="26345" y="39561"/>
                  </a:lnTo>
                  <a:lnTo>
                    <a:pt x="26286" y="37435"/>
                  </a:lnTo>
                  <a:lnTo>
                    <a:pt x="25975" y="36282"/>
                  </a:lnTo>
                  <a:lnTo>
                    <a:pt x="24808" y="35219"/>
                  </a:lnTo>
                  <a:lnTo>
                    <a:pt x="23809" y="34475"/>
                  </a:lnTo>
                  <a:lnTo>
                    <a:pt x="23068" y="34627"/>
                  </a:lnTo>
                  <a:lnTo>
                    <a:pt x="23521" y="35849"/>
                  </a:lnTo>
                  <a:lnTo>
                    <a:pt x="24695" y="37416"/>
                  </a:lnTo>
                  <a:lnTo>
                    <a:pt x="24772" y="38016"/>
                  </a:lnTo>
                  <a:lnTo>
                    <a:pt x="24754" y="38823"/>
                  </a:lnTo>
                  <a:lnTo>
                    <a:pt x="23947" y="38699"/>
                  </a:lnTo>
                  <a:lnTo>
                    <a:pt x="23235" y="38370"/>
                  </a:lnTo>
                  <a:lnTo>
                    <a:pt x="22367" y="38267"/>
                  </a:lnTo>
                  <a:lnTo>
                    <a:pt x="21790" y="37786"/>
                  </a:lnTo>
                  <a:lnTo>
                    <a:pt x="20567" y="35915"/>
                  </a:lnTo>
                  <a:lnTo>
                    <a:pt x="21436" y="34319"/>
                  </a:lnTo>
                  <a:lnTo>
                    <a:pt x="21705" y="33271"/>
                  </a:lnTo>
                  <a:lnTo>
                    <a:pt x="21682" y="31098"/>
                  </a:lnTo>
                  <a:lnTo>
                    <a:pt x="21483" y="30045"/>
                  </a:lnTo>
                  <a:lnTo>
                    <a:pt x="20540" y="28441"/>
                  </a:lnTo>
                  <a:lnTo>
                    <a:pt x="19039" y="26682"/>
                  </a:lnTo>
                  <a:lnTo>
                    <a:pt x="16936" y="25245"/>
                  </a:lnTo>
                  <a:lnTo>
                    <a:pt x="15947" y="24087"/>
                  </a:lnTo>
                  <a:lnTo>
                    <a:pt x="13484" y="23199"/>
                  </a:lnTo>
                  <a:lnTo>
                    <a:pt x="12548" y="22610"/>
                  </a:lnTo>
                  <a:lnTo>
                    <a:pt x="11817" y="21518"/>
                  </a:lnTo>
                  <a:lnTo>
                    <a:pt x="11708" y="20734"/>
                  </a:lnTo>
                  <a:lnTo>
                    <a:pt x="11967" y="19527"/>
                  </a:lnTo>
                  <a:lnTo>
                    <a:pt x="11287" y="17993"/>
                  </a:lnTo>
                  <a:lnTo>
                    <a:pt x="8353" y="14976"/>
                  </a:lnTo>
                  <a:lnTo>
                    <a:pt x="6713" y="13866"/>
                  </a:lnTo>
                  <a:lnTo>
                    <a:pt x="6361" y="13213"/>
                  </a:lnTo>
                  <a:lnTo>
                    <a:pt x="6100" y="13010"/>
                  </a:lnTo>
                  <a:lnTo>
                    <a:pt x="6352" y="15092"/>
                  </a:lnTo>
                  <a:lnTo>
                    <a:pt x="7069" y="16347"/>
                  </a:lnTo>
                  <a:lnTo>
                    <a:pt x="8942" y="17518"/>
                  </a:lnTo>
                  <a:lnTo>
                    <a:pt x="9457" y="18200"/>
                  </a:lnTo>
                  <a:lnTo>
                    <a:pt x="9665" y="19087"/>
                  </a:lnTo>
                  <a:lnTo>
                    <a:pt x="8578" y="20784"/>
                  </a:lnTo>
                  <a:lnTo>
                    <a:pt x="8025" y="21216"/>
                  </a:lnTo>
                  <a:lnTo>
                    <a:pt x="7861" y="22142"/>
                  </a:lnTo>
                  <a:lnTo>
                    <a:pt x="7507" y="22423"/>
                  </a:lnTo>
                  <a:lnTo>
                    <a:pt x="7133" y="21889"/>
                  </a:lnTo>
                  <a:lnTo>
                    <a:pt x="5614" y="19227"/>
                  </a:lnTo>
                  <a:lnTo>
                    <a:pt x="2678" y="17951"/>
                  </a:lnTo>
                  <a:lnTo>
                    <a:pt x="2147" y="17167"/>
                  </a:lnTo>
                  <a:lnTo>
                    <a:pt x="1055" y="14737"/>
                  </a:lnTo>
                  <a:lnTo>
                    <a:pt x="552" y="12516"/>
                  </a:lnTo>
                  <a:lnTo>
                    <a:pt x="732" y="11037"/>
                  </a:lnTo>
                  <a:lnTo>
                    <a:pt x="1938" y="8731"/>
                  </a:lnTo>
                  <a:lnTo>
                    <a:pt x="2314" y="7727"/>
                  </a:lnTo>
                  <a:lnTo>
                    <a:pt x="2238" y="7108"/>
                  </a:lnTo>
                  <a:lnTo>
                    <a:pt x="2277" y="6198"/>
                  </a:lnTo>
                  <a:lnTo>
                    <a:pt x="1827" y="5563"/>
                  </a:lnTo>
                  <a:lnTo>
                    <a:pt x="710" y="4735"/>
                  </a:lnTo>
                  <a:lnTo>
                    <a:pt x="0" y="4071"/>
                  </a:lnTo>
                  <a:lnTo>
                    <a:pt x="194" y="3740"/>
                  </a:lnTo>
                  <a:lnTo>
                    <a:pt x="1473" y="2848"/>
                  </a:lnTo>
                  <a:lnTo>
                    <a:pt x="1554" y="2043"/>
                  </a:lnTo>
                  <a:lnTo>
                    <a:pt x="1548" y="1776"/>
                  </a:lnTo>
                  <a:lnTo>
                    <a:pt x="1757" y="1718"/>
                  </a:lnTo>
                  <a:lnTo>
                    <a:pt x="1943" y="1505"/>
                  </a:lnTo>
                  <a:lnTo>
                    <a:pt x="2057" y="1283"/>
                  </a:lnTo>
                  <a:lnTo>
                    <a:pt x="2406" y="507"/>
                  </a:lnTo>
                  <a:lnTo>
                    <a:pt x="2711" y="69"/>
                  </a:lnTo>
                  <a:lnTo>
                    <a:pt x="3063" y="0"/>
                  </a:lnTo>
                  <a:lnTo>
                    <a:pt x="3493" y="322"/>
                  </a:lnTo>
                  <a:lnTo>
                    <a:pt x="5105" y="1157"/>
                  </a:lnTo>
                  <a:lnTo>
                    <a:pt x="6897" y="2085"/>
                  </a:lnTo>
                  <a:lnTo>
                    <a:pt x="9449" y="3405"/>
                  </a:lnTo>
                  <a:lnTo>
                    <a:pt x="10507" y="2560"/>
                  </a:lnTo>
                  <a:lnTo>
                    <a:pt x="11417" y="1914"/>
                  </a:lnTo>
                  <a:lnTo>
                    <a:pt x="12051" y="2006"/>
                  </a:lnTo>
                  <a:lnTo>
                    <a:pt x="13423" y="2758"/>
                  </a:lnTo>
                  <a:lnTo>
                    <a:pt x="14249" y="2998"/>
                  </a:lnTo>
                  <a:lnTo>
                    <a:pt x="14756" y="2923"/>
                  </a:lnTo>
                  <a:lnTo>
                    <a:pt x="15633" y="4027"/>
                  </a:lnTo>
                  <a:lnTo>
                    <a:pt x="16111" y="4855"/>
                  </a:lnTo>
                  <a:lnTo>
                    <a:pt x="16191" y="5408"/>
                  </a:lnTo>
                  <a:lnTo>
                    <a:pt x="16458" y="5705"/>
                  </a:lnTo>
                  <a:lnTo>
                    <a:pt x="17141" y="5771"/>
                  </a:lnTo>
                  <a:lnTo>
                    <a:pt x="18814" y="6333"/>
                  </a:lnTo>
                  <a:lnTo>
                    <a:pt x="19837" y="6223"/>
                  </a:lnTo>
                  <a:lnTo>
                    <a:pt x="20767" y="5628"/>
                  </a:lnTo>
                  <a:lnTo>
                    <a:pt x="21278" y="491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3235582" y="2112498"/>
              <a:ext cx="5884" cy="6993"/>
            </a:xfrm>
            <a:custGeom>
              <a:avLst/>
              <a:pathLst>
                <a:path w="5884" h="6993">
                  <a:moveTo>
                    <a:pt x="5884" y="5175"/>
                  </a:moveTo>
                  <a:lnTo>
                    <a:pt x="5004" y="5914"/>
                  </a:lnTo>
                  <a:lnTo>
                    <a:pt x="3127" y="6957"/>
                  </a:lnTo>
                  <a:lnTo>
                    <a:pt x="2120" y="6993"/>
                  </a:lnTo>
                  <a:lnTo>
                    <a:pt x="1102" y="6602"/>
                  </a:lnTo>
                  <a:lnTo>
                    <a:pt x="400" y="5730"/>
                  </a:lnTo>
                  <a:lnTo>
                    <a:pt x="0" y="4871"/>
                  </a:lnTo>
                  <a:lnTo>
                    <a:pt x="33" y="4458"/>
                  </a:lnTo>
                  <a:lnTo>
                    <a:pt x="670" y="5147"/>
                  </a:lnTo>
                  <a:lnTo>
                    <a:pt x="1219" y="5485"/>
                  </a:lnTo>
                  <a:lnTo>
                    <a:pt x="1670" y="5260"/>
                  </a:lnTo>
                  <a:lnTo>
                    <a:pt x="1988" y="4887"/>
                  </a:lnTo>
                  <a:lnTo>
                    <a:pt x="958" y="2110"/>
                  </a:lnTo>
                  <a:lnTo>
                    <a:pt x="1003" y="1523"/>
                  </a:lnTo>
                  <a:lnTo>
                    <a:pt x="1821" y="0"/>
                  </a:lnTo>
                  <a:lnTo>
                    <a:pt x="4049" y="463"/>
                  </a:lnTo>
                  <a:lnTo>
                    <a:pt x="4439" y="731"/>
                  </a:lnTo>
                  <a:lnTo>
                    <a:pt x="4748" y="1695"/>
                  </a:lnTo>
                  <a:lnTo>
                    <a:pt x="5244" y="2452"/>
                  </a:lnTo>
                  <a:lnTo>
                    <a:pt x="5827" y="447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3285395" y="2110417"/>
              <a:ext cx="2694" cy="2379"/>
            </a:xfrm>
            <a:custGeom>
              <a:avLst/>
              <a:pathLst>
                <a:path w="2694" h="2379">
                  <a:moveTo>
                    <a:pt x="2361" y="1952"/>
                  </a:moveTo>
                  <a:lnTo>
                    <a:pt x="1972" y="2379"/>
                  </a:lnTo>
                  <a:lnTo>
                    <a:pt x="1547" y="1762"/>
                  </a:lnTo>
                  <a:lnTo>
                    <a:pt x="1276" y="1695"/>
                  </a:lnTo>
                  <a:lnTo>
                    <a:pt x="902" y="1450"/>
                  </a:lnTo>
                  <a:lnTo>
                    <a:pt x="175" y="764"/>
                  </a:lnTo>
                  <a:lnTo>
                    <a:pt x="0" y="53"/>
                  </a:lnTo>
                  <a:lnTo>
                    <a:pt x="603" y="0"/>
                  </a:lnTo>
                  <a:lnTo>
                    <a:pt x="1363" y="125"/>
                  </a:lnTo>
                  <a:lnTo>
                    <a:pt x="2694" y="529"/>
                  </a:lnTo>
                  <a:lnTo>
                    <a:pt x="2578" y="133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3284230" y="2107486"/>
              <a:ext cx="1884" cy="2474"/>
            </a:xfrm>
            <a:custGeom>
              <a:avLst/>
              <a:pathLst>
                <a:path w="1884" h="2474">
                  <a:moveTo>
                    <a:pt x="1535" y="2434"/>
                  </a:moveTo>
                  <a:lnTo>
                    <a:pt x="1223" y="2474"/>
                  </a:lnTo>
                  <a:lnTo>
                    <a:pt x="281" y="1892"/>
                  </a:lnTo>
                  <a:lnTo>
                    <a:pt x="0" y="1406"/>
                  </a:lnTo>
                  <a:lnTo>
                    <a:pt x="330" y="754"/>
                  </a:lnTo>
                  <a:lnTo>
                    <a:pt x="401" y="46"/>
                  </a:lnTo>
                  <a:lnTo>
                    <a:pt x="529" y="0"/>
                  </a:lnTo>
                  <a:lnTo>
                    <a:pt x="681" y="856"/>
                  </a:lnTo>
                  <a:lnTo>
                    <a:pt x="1400" y="1221"/>
                  </a:lnTo>
                  <a:lnTo>
                    <a:pt x="1443" y="1409"/>
                  </a:lnTo>
                  <a:lnTo>
                    <a:pt x="1884" y="213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3282036" y="2105595"/>
              <a:ext cx="2331" cy="2359"/>
            </a:xfrm>
            <a:custGeom>
              <a:avLst/>
              <a:pathLst>
                <a:path w="2331" h="2359">
                  <a:moveTo>
                    <a:pt x="2331" y="2126"/>
                  </a:moveTo>
                  <a:lnTo>
                    <a:pt x="2138" y="2359"/>
                  </a:lnTo>
                  <a:lnTo>
                    <a:pt x="1626" y="1839"/>
                  </a:lnTo>
                  <a:lnTo>
                    <a:pt x="884" y="1613"/>
                  </a:lnTo>
                  <a:lnTo>
                    <a:pt x="448" y="804"/>
                  </a:lnTo>
                  <a:lnTo>
                    <a:pt x="33" y="493"/>
                  </a:lnTo>
                  <a:lnTo>
                    <a:pt x="0" y="196"/>
                  </a:lnTo>
                  <a:lnTo>
                    <a:pt x="686" y="0"/>
                  </a:lnTo>
                  <a:lnTo>
                    <a:pt x="1163" y="85"/>
                  </a:lnTo>
                  <a:lnTo>
                    <a:pt x="1697" y="703"/>
                  </a:lnTo>
                  <a:lnTo>
                    <a:pt x="2004" y="183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3278044" y="2103997"/>
              <a:ext cx="3894" cy="1494"/>
            </a:xfrm>
            <a:custGeom>
              <a:avLst/>
              <a:pathLst>
                <a:path w="3894" h="1494">
                  <a:moveTo>
                    <a:pt x="618" y="0"/>
                  </a:moveTo>
                  <a:lnTo>
                    <a:pt x="1917" y="295"/>
                  </a:lnTo>
                  <a:lnTo>
                    <a:pt x="2367" y="118"/>
                  </a:lnTo>
                  <a:lnTo>
                    <a:pt x="2799" y="66"/>
                  </a:lnTo>
                  <a:lnTo>
                    <a:pt x="3257" y="190"/>
                  </a:lnTo>
                  <a:lnTo>
                    <a:pt x="3894" y="1349"/>
                  </a:lnTo>
                  <a:lnTo>
                    <a:pt x="3334" y="1494"/>
                  </a:lnTo>
                  <a:lnTo>
                    <a:pt x="2890" y="1494"/>
                  </a:lnTo>
                  <a:lnTo>
                    <a:pt x="2563" y="1285"/>
                  </a:lnTo>
                  <a:lnTo>
                    <a:pt x="1398" y="1230"/>
                  </a:lnTo>
                  <a:lnTo>
                    <a:pt x="629" y="893"/>
                  </a:lnTo>
                  <a:lnTo>
                    <a:pt x="206" y="605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269221" y="2100447"/>
              <a:ext cx="2651" cy="2357"/>
            </a:xfrm>
            <a:custGeom>
              <a:avLst/>
              <a:pathLst>
                <a:path w="2651" h="2357">
                  <a:moveTo>
                    <a:pt x="2635" y="1992"/>
                  </a:moveTo>
                  <a:lnTo>
                    <a:pt x="2651" y="2357"/>
                  </a:lnTo>
                  <a:lnTo>
                    <a:pt x="997" y="1333"/>
                  </a:lnTo>
                  <a:lnTo>
                    <a:pt x="286" y="266"/>
                  </a:lnTo>
                  <a:lnTo>
                    <a:pt x="0" y="21"/>
                  </a:lnTo>
                  <a:lnTo>
                    <a:pt x="463" y="0"/>
                  </a:lnTo>
                  <a:lnTo>
                    <a:pt x="2327" y="174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219466" y="2095095"/>
              <a:ext cx="101707" cy="46515"/>
            </a:xfrm>
            <a:custGeom>
              <a:avLst/>
              <a:pathLst>
                <a:path w="101707" h="46515">
                  <a:moveTo>
                    <a:pt x="28853" y="382"/>
                  </a:moveTo>
                  <a:lnTo>
                    <a:pt x="31331" y="1031"/>
                  </a:lnTo>
                  <a:lnTo>
                    <a:pt x="33335" y="847"/>
                  </a:lnTo>
                  <a:lnTo>
                    <a:pt x="34294" y="468"/>
                  </a:lnTo>
                  <a:lnTo>
                    <a:pt x="34206" y="862"/>
                  </a:lnTo>
                  <a:lnTo>
                    <a:pt x="35086" y="1823"/>
                  </a:lnTo>
                  <a:lnTo>
                    <a:pt x="35407" y="1889"/>
                  </a:lnTo>
                  <a:lnTo>
                    <a:pt x="36703" y="1402"/>
                  </a:lnTo>
                  <a:lnTo>
                    <a:pt x="40086" y="1218"/>
                  </a:lnTo>
                  <a:lnTo>
                    <a:pt x="40433" y="1488"/>
                  </a:lnTo>
                  <a:lnTo>
                    <a:pt x="41028" y="2424"/>
                  </a:lnTo>
                  <a:lnTo>
                    <a:pt x="41892" y="3004"/>
                  </a:lnTo>
                  <a:lnTo>
                    <a:pt x="42784" y="3445"/>
                  </a:lnTo>
                  <a:lnTo>
                    <a:pt x="43718" y="3563"/>
                  </a:lnTo>
                  <a:lnTo>
                    <a:pt x="44651" y="3362"/>
                  </a:lnTo>
                  <a:lnTo>
                    <a:pt x="45524" y="3460"/>
                  </a:lnTo>
                  <a:lnTo>
                    <a:pt x="46616" y="4373"/>
                  </a:lnTo>
                  <a:lnTo>
                    <a:pt x="46960" y="4481"/>
                  </a:lnTo>
                  <a:lnTo>
                    <a:pt x="47937" y="4232"/>
                  </a:lnTo>
                  <a:lnTo>
                    <a:pt x="47649" y="5066"/>
                  </a:lnTo>
                  <a:lnTo>
                    <a:pt x="49295" y="6239"/>
                  </a:lnTo>
                  <a:lnTo>
                    <a:pt x="50501" y="8545"/>
                  </a:lnTo>
                  <a:lnTo>
                    <a:pt x="51378" y="9492"/>
                  </a:lnTo>
                  <a:lnTo>
                    <a:pt x="52307" y="10342"/>
                  </a:lnTo>
                  <a:lnTo>
                    <a:pt x="53089" y="10918"/>
                  </a:lnTo>
                  <a:lnTo>
                    <a:pt x="53966" y="11193"/>
                  </a:lnTo>
                  <a:lnTo>
                    <a:pt x="56625" y="11080"/>
                  </a:lnTo>
                  <a:lnTo>
                    <a:pt x="57254" y="11151"/>
                  </a:lnTo>
                  <a:lnTo>
                    <a:pt x="57817" y="11480"/>
                  </a:lnTo>
                  <a:lnTo>
                    <a:pt x="58353" y="11609"/>
                  </a:lnTo>
                  <a:lnTo>
                    <a:pt x="58663" y="11487"/>
                  </a:lnTo>
                  <a:lnTo>
                    <a:pt x="63804" y="15077"/>
                  </a:lnTo>
                  <a:lnTo>
                    <a:pt x="65437" y="16994"/>
                  </a:lnTo>
                  <a:lnTo>
                    <a:pt x="66435" y="17990"/>
                  </a:lnTo>
                  <a:lnTo>
                    <a:pt x="68594" y="19430"/>
                  </a:lnTo>
                  <a:lnTo>
                    <a:pt x="69462" y="19747"/>
                  </a:lnTo>
                  <a:lnTo>
                    <a:pt x="69916" y="19556"/>
                  </a:lnTo>
                  <a:lnTo>
                    <a:pt x="69827" y="19239"/>
                  </a:lnTo>
                  <a:lnTo>
                    <a:pt x="69195" y="18440"/>
                  </a:lnTo>
                  <a:lnTo>
                    <a:pt x="69102" y="18148"/>
                  </a:lnTo>
                  <a:lnTo>
                    <a:pt x="69914" y="18394"/>
                  </a:lnTo>
                  <a:lnTo>
                    <a:pt x="71382" y="20017"/>
                  </a:lnTo>
                  <a:lnTo>
                    <a:pt x="71785" y="20617"/>
                  </a:lnTo>
                  <a:lnTo>
                    <a:pt x="72518" y="21173"/>
                  </a:lnTo>
                  <a:lnTo>
                    <a:pt x="73255" y="21574"/>
                  </a:lnTo>
                  <a:lnTo>
                    <a:pt x="72904" y="22215"/>
                  </a:lnTo>
                  <a:lnTo>
                    <a:pt x="72305" y="22270"/>
                  </a:lnTo>
                  <a:lnTo>
                    <a:pt x="71155" y="22006"/>
                  </a:lnTo>
                  <a:lnTo>
                    <a:pt x="72068" y="23049"/>
                  </a:lnTo>
                  <a:lnTo>
                    <a:pt x="72226" y="23808"/>
                  </a:lnTo>
                  <a:lnTo>
                    <a:pt x="72652" y="23872"/>
                  </a:lnTo>
                  <a:lnTo>
                    <a:pt x="73285" y="23039"/>
                  </a:lnTo>
                  <a:lnTo>
                    <a:pt x="73686" y="22336"/>
                  </a:lnTo>
                  <a:lnTo>
                    <a:pt x="75299" y="24149"/>
                  </a:lnTo>
                  <a:lnTo>
                    <a:pt x="76167" y="24979"/>
                  </a:lnTo>
                  <a:lnTo>
                    <a:pt x="75945" y="25463"/>
                  </a:lnTo>
                  <a:lnTo>
                    <a:pt x="75873" y="25943"/>
                  </a:lnTo>
                  <a:lnTo>
                    <a:pt x="76842" y="25497"/>
                  </a:lnTo>
                  <a:lnTo>
                    <a:pt x="77210" y="25546"/>
                  </a:lnTo>
                  <a:lnTo>
                    <a:pt x="77566" y="25803"/>
                  </a:lnTo>
                  <a:lnTo>
                    <a:pt x="77955" y="26583"/>
                  </a:lnTo>
                  <a:lnTo>
                    <a:pt x="78860" y="26756"/>
                  </a:lnTo>
                  <a:lnTo>
                    <a:pt x="79773" y="26735"/>
                  </a:lnTo>
                  <a:lnTo>
                    <a:pt x="81627" y="27380"/>
                  </a:lnTo>
                  <a:lnTo>
                    <a:pt x="83383" y="28690"/>
                  </a:lnTo>
                  <a:lnTo>
                    <a:pt x="85035" y="28958"/>
                  </a:lnTo>
                  <a:lnTo>
                    <a:pt x="86701" y="29003"/>
                  </a:lnTo>
                  <a:lnTo>
                    <a:pt x="87545" y="29696"/>
                  </a:lnTo>
                  <a:lnTo>
                    <a:pt x="87904" y="30626"/>
                  </a:lnTo>
                  <a:lnTo>
                    <a:pt x="87499" y="31284"/>
                  </a:lnTo>
                  <a:lnTo>
                    <a:pt x="87269" y="31972"/>
                  </a:lnTo>
                  <a:lnTo>
                    <a:pt x="87890" y="32816"/>
                  </a:lnTo>
                  <a:lnTo>
                    <a:pt x="86537" y="33174"/>
                  </a:lnTo>
                  <a:lnTo>
                    <a:pt x="86346" y="33682"/>
                  </a:lnTo>
                  <a:lnTo>
                    <a:pt x="86417" y="34231"/>
                  </a:lnTo>
                  <a:lnTo>
                    <a:pt x="86686" y="34533"/>
                  </a:lnTo>
                  <a:lnTo>
                    <a:pt x="87459" y="34269"/>
                  </a:lnTo>
                  <a:lnTo>
                    <a:pt x="88577" y="34503"/>
                  </a:lnTo>
                  <a:lnTo>
                    <a:pt x="90341" y="34713"/>
                  </a:lnTo>
                  <a:lnTo>
                    <a:pt x="91523" y="34542"/>
                  </a:lnTo>
                  <a:lnTo>
                    <a:pt x="93922" y="35117"/>
                  </a:lnTo>
                  <a:lnTo>
                    <a:pt x="94651" y="35424"/>
                  </a:lnTo>
                  <a:lnTo>
                    <a:pt x="96075" y="36504"/>
                  </a:lnTo>
                  <a:lnTo>
                    <a:pt x="96734" y="37217"/>
                  </a:lnTo>
                  <a:lnTo>
                    <a:pt x="98147" y="39135"/>
                  </a:lnTo>
                  <a:lnTo>
                    <a:pt x="99365" y="39890"/>
                  </a:lnTo>
                  <a:lnTo>
                    <a:pt x="100420" y="40072"/>
                  </a:lnTo>
                  <a:lnTo>
                    <a:pt x="100788" y="39946"/>
                  </a:lnTo>
                  <a:lnTo>
                    <a:pt x="101123" y="40155"/>
                  </a:lnTo>
                  <a:lnTo>
                    <a:pt x="101417" y="40424"/>
                  </a:lnTo>
                  <a:lnTo>
                    <a:pt x="101707" y="41264"/>
                  </a:lnTo>
                  <a:lnTo>
                    <a:pt x="101547" y="42148"/>
                  </a:lnTo>
                  <a:lnTo>
                    <a:pt x="100944" y="42865"/>
                  </a:lnTo>
                  <a:lnTo>
                    <a:pt x="100609" y="43388"/>
                  </a:lnTo>
                  <a:lnTo>
                    <a:pt x="99102" y="43448"/>
                  </a:lnTo>
                  <a:lnTo>
                    <a:pt x="96996" y="43688"/>
                  </a:lnTo>
                  <a:lnTo>
                    <a:pt x="94959" y="44467"/>
                  </a:lnTo>
                  <a:lnTo>
                    <a:pt x="93965" y="45086"/>
                  </a:lnTo>
                  <a:lnTo>
                    <a:pt x="93510" y="45496"/>
                  </a:lnTo>
                  <a:lnTo>
                    <a:pt x="92439" y="45874"/>
                  </a:lnTo>
                  <a:lnTo>
                    <a:pt x="92366" y="45550"/>
                  </a:lnTo>
                  <a:lnTo>
                    <a:pt x="92386" y="45142"/>
                  </a:lnTo>
                  <a:lnTo>
                    <a:pt x="92106" y="44383"/>
                  </a:lnTo>
                  <a:lnTo>
                    <a:pt x="91863" y="45066"/>
                  </a:lnTo>
                  <a:lnTo>
                    <a:pt x="91464" y="45564"/>
                  </a:lnTo>
                  <a:lnTo>
                    <a:pt x="90792" y="45990"/>
                  </a:lnTo>
                  <a:lnTo>
                    <a:pt x="88318" y="46018"/>
                  </a:lnTo>
                  <a:lnTo>
                    <a:pt x="87323" y="45445"/>
                  </a:lnTo>
                  <a:lnTo>
                    <a:pt x="86302" y="45052"/>
                  </a:lnTo>
                  <a:lnTo>
                    <a:pt x="82581" y="44642"/>
                  </a:lnTo>
                  <a:lnTo>
                    <a:pt x="81688" y="44678"/>
                  </a:lnTo>
                  <a:lnTo>
                    <a:pt x="79201" y="45103"/>
                  </a:lnTo>
                  <a:lnTo>
                    <a:pt x="76703" y="45334"/>
                  </a:lnTo>
                  <a:lnTo>
                    <a:pt x="75657" y="45596"/>
                  </a:lnTo>
                  <a:lnTo>
                    <a:pt x="74624" y="45994"/>
                  </a:lnTo>
                  <a:lnTo>
                    <a:pt x="72614" y="45981"/>
                  </a:lnTo>
                  <a:lnTo>
                    <a:pt x="70237" y="46433"/>
                  </a:lnTo>
                  <a:lnTo>
                    <a:pt x="67854" y="46515"/>
                  </a:lnTo>
                  <a:lnTo>
                    <a:pt x="69380" y="43354"/>
                  </a:lnTo>
                  <a:lnTo>
                    <a:pt x="72600" y="40309"/>
                  </a:lnTo>
                  <a:lnTo>
                    <a:pt x="73205" y="39656"/>
                  </a:lnTo>
                  <a:lnTo>
                    <a:pt x="73637" y="38815"/>
                  </a:lnTo>
                  <a:lnTo>
                    <a:pt x="73739" y="38182"/>
                  </a:lnTo>
                  <a:lnTo>
                    <a:pt x="73598" y="37642"/>
                  </a:lnTo>
                  <a:lnTo>
                    <a:pt x="72831" y="36689"/>
                  </a:lnTo>
                  <a:lnTo>
                    <a:pt x="72675" y="35979"/>
                  </a:lnTo>
                  <a:lnTo>
                    <a:pt x="72447" y="35520"/>
                  </a:lnTo>
                  <a:lnTo>
                    <a:pt x="71331" y="35121"/>
                  </a:lnTo>
                  <a:lnTo>
                    <a:pt x="70200" y="34882"/>
                  </a:lnTo>
                  <a:lnTo>
                    <a:pt x="69011" y="34874"/>
                  </a:lnTo>
                  <a:lnTo>
                    <a:pt x="66512" y="34546"/>
                  </a:lnTo>
                  <a:lnTo>
                    <a:pt x="65183" y="34521"/>
                  </a:lnTo>
                  <a:lnTo>
                    <a:pt x="64057" y="33873"/>
                  </a:lnTo>
                  <a:lnTo>
                    <a:pt x="62189" y="31563"/>
                  </a:lnTo>
                  <a:lnTo>
                    <a:pt x="61314" y="30916"/>
                  </a:lnTo>
                  <a:lnTo>
                    <a:pt x="60864" y="30398"/>
                  </a:lnTo>
                  <a:lnTo>
                    <a:pt x="60515" y="29802"/>
                  </a:lnTo>
                  <a:lnTo>
                    <a:pt x="60075" y="26411"/>
                  </a:lnTo>
                  <a:lnTo>
                    <a:pt x="59703" y="24779"/>
                  </a:lnTo>
                  <a:lnTo>
                    <a:pt x="59136" y="23361"/>
                  </a:lnTo>
                  <a:lnTo>
                    <a:pt x="58274" y="22284"/>
                  </a:lnTo>
                  <a:lnTo>
                    <a:pt x="57372" y="21918"/>
                  </a:lnTo>
                  <a:lnTo>
                    <a:pt x="53907" y="22840"/>
                  </a:lnTo>
                  <a:lnTo>
                    <a:pt x="53101" y="22704"/>
                  </a:lnTo>
                  <a:lnTo>
                    <a:pt x="52316" y="22390"/>
                  </a:lnTo>
                  <a:lnTo>
                    <a:pt x="47085" y="20194"/>
                  </a:lnTo>
                  <a:lnTo>
                    <a:pt x="44928" y="18985"/>
                  </a:lnTo>
                  <a:lnTo>
                    <a:pt x="44048" y="18386"/>
                  </a:lnTo>
                  <a:lnTo>
                    <a:pt x="43297" y="17532"/>
                  </a:lnTo>
                  <a:lnTo>
                    <a:pt x="42519" y="16133"/>
                  </a:lnTo>
                  <a:lnTo>
                    <a:pt x="41644" y="14882"/>
                  </a:lnTo>
                  <a:lnTo>
                    <a:pt x="41650" y="15388"/>
                  </a:lnTo>
                  <a:lnTo>
                    <a:pt x="41515" y="15717"/>
                  </a:lnTo>
                  <a:lnTo>
                    <a:pt x="37136" y="15866"/>
                  </a:lnTo>
                  <a:lnTo>
                    <a:pt x="36438" y="15577"/>
                  </a:lnTo>
                  <a:lnTo>
                    <a:pt x="35989" y="15237"/>
                  </a:lnTo>
                  <a:lnTo>
                    <a:pt x="35672" y="14731"/>
                  </a:lnTo>
                  <a:lnTo>
                    <a:pt x="35438" y="13717"/>
                  </a:lnTo>
                  <a:lnTo>
                    <a:pt x="35021" y="12866"/>
                  </a:lnTo>
                  <a:lnTo>
                    <a:pt x="34888" y="13773"/>
                  </a:lnTo>
                  <a:lnTo>
                    <a:pt x="34671" y="14610"/>
                  </a:lnTo>
                  <a:lnTo>
                    <a:pt x="34085" y="15077"/>
                  </a:lnTo>
                  <a:lnTo>
                    <a:pt x="33414" y="15151"/>
                  </a:lnTo>
                  <a:lnTo>
                    <a:pt x="32602" y="14040"/>
                  </a:lnTo>
                  <a:lnTo>
                    <a:pt x="29054" y="13811"/>
                  </a:lnTo>
                  <a:lnTo>
                    <a:pt x="28739" y="13623"/>
                  </a:lnTo>
                  <a:lnTo>
                    <a:pt x="27574" y="12546"/>
                  </a:lnTo>
                  <a:lnTo>
                    <a:pt x="26579" y="11196"/>
                  </a:lnTo>
                  <a:lnTo>
                    <a:pt x="27570" y="10720"/>
                  </a:lnTo>
                  <a:lnTo>
                    <a:pt x="29613" y="10093"/>
                  </a:lnTo>
                  <a:lnTo>
                    <a:pt x="30055" y="9676"/>
                  </a:lnTo>
                  <a:lnTo>
                    <a:pt x="30312" y="9144"/>
                  </a:lnTo>
                  <a:lnTo>
                    <a:pt x="30127" y="8348"/>
                  </a:lnTo>
                  <a:lnTo>
                    <a:pt x="29721" y="7776"/>
                  </a:lnTo>
                  <a:lnTo>
                    <a:pt x="29303" y="7439"/>
                  </a:lnTo>
                  <a:lnTo>
                    <a:pt x="28840" y="7224"/>
                  </a:lnTo>
                  <a:lnTo>
                    <a:pt x="28229" y="7133"/>
                  </a:lnTo>
                  <a:lnTo>
                    <a:pt x="20332" y="6990"/>
                  </a:lnTo>
                  <a:lnTo>
                    <a:pt x="19875" y="7421"/>
                  </a:lnTo>
                  <a:lnTo>
                    <a:pt x="19167" y="8303"/>
                  </a:lnTo>
                  <a:lnTo>
                    <a:pt x="17765" y="9434"/>
                  </a:lnTo>
                  <a:lnTo>
                    <a:pt x="16841" y="10607"/>
                  </a:lnTo>
                  <a:lnTo>
                    <a:pt x="16494" y="11213"/>
                  </a:lnTo>
                  <a:lnTo>
                    <a:pt x="16062" y="11646"/>
                  </a:lnTo>
                  <a:lnTo>
                    <a:pt x="15090" y="12374"/>
                  </a:lnTo>
                  <a:lnTo>
                    <a:pt x="14262" y="13493"/>
                  </a:lnTo>
                  <a:lnTo>
                    <a:pt x="13257" y="13994"/>
                  </a:lnTo>
                  <a:lnTo>
                    <a:pt x="12707" y="13689"/>
                  </a:lnTo>
                  <a:lnTo>
                    <a:pt x="12163" y="13692"/>
                  </a:lnTo>
                  <a:lnTo>
                    <a:pt x="11770" y="13968"/>
                  </a:lnTo>
                  <a:lnTo>
                    <a:pt x="11358" y="14094"/>
                  </a:lnTo>
                  <a:lnTo>
                    <a:pt x="9332" y="14231"/>
                  </a:lnTo>
                  <a:lnTo>
                    <a:pt x="9030" y="14516"/>
                  </a:lnTo>
                  <a:lnTo>
                    <a:pt x="8740" y="15319"/>
                  </a:lnTo>
                  <a:lnTo>
                    <a:pt x="8412" y="16881"/>
                  </a:lnTo>
                  <a:lnTo>
                    <a:pt x="8100" y="17397"/>
                  </a:lnTo>
                  <a:lnTo>
                    <a:pt x="7084" y="17594"/>
                  </a:lnTo>
                  <a:lnTo>
                    <a:pt x="6116" y="18021"/>
                  </a:lnTo>
                  <a:lnTo>
                    <a:pt x="4147" y="19509"/>
                  </a:lnTo>
                  <a:lnTo>
                    <a:pt x="3638" y="19725"/>
                  </a:lnTo>
                  <a:lnTo>
                    <a:pt x="3749" y="18636"/>
                  </a:lnTo>
                  <a:lnTo>
                    <a:pt x="3650" y="17576"/>
                  </a:lnTo>
                  <a:lnTo>
                    <a:pt x="3095" y="17538"/>
                  </a:lnTo>
                  <a:lnTo>
                    <a:pt x="2462" y="17714"/>
                  </a:lnTo>
                  <a:lnTo>
                    <a:pt x="1935" y="18011"/>
                  </a:lnTo>
                  <a:lnTo>
                    <a:pt x="958" y="18803"/>
                  </a:lnTo>
                  <a:lnTo>
                    <a:pt x="463" y="19004"/>
                  </a:lnTo>
                  <a:lnTo>
                    <a:pt x="0" y="18598"/>
                  </a:lnTo>
                  <a:lnTo>
                    <a:pt x="94" y="18080"/>
                  </a:lnTo>
                  <a:lnTo>
                    <a:pt x="3353" y="16169"/>
                  </a:lnTo>
                  <a:lnTo>
                    <a:pt x="3717" y="16023"/>
                  </a:lnTo>
                  <a:lnTo>
                    <a:pt x="4296" y="16167"/>
                  </a:lnTo>
                  <a:lnTo>
                    <a:pt x="4863" y="16102"/>
                  </a:lnTo>
                  <a:lnTo>
                    <a:pt x="5305" y="15567"/>
                  </a:lnTo>
                  <a:lnTo>
                    <a:pt x="4770" y="13039"/>
                  </a:lnTo>
                  <a:lnTo>
                    <a:pt x="4975" y="11319"/>
                  </a:lnTo>
                  <a:lnTo>
                    <a:pt x="5731" y="9989"/>
                  </a:lnTo>
                  <a:lnTo>
                    <a:pt x="7241" y="7976"/>
                  </a:lnTo>
                  <a:lnTo>
                    <a:pt x="7968" y="7314"/>
                  </a:lnTo>
                  <a:lnTo>
                    <a:pt x="15415" y="3108"/>
                  </a:lnTo>
                  <a:lnTo>
                    <a:pt x="16177" y="2893"/>
                  </a:lnTo>
                  <a:lnTo>
                    <a:pt x="21016" y="2048"/>
                  </a:lnTo>
                  <a:lnTo>
                    <a:pt x="21754" y="1755"/>
                  </a:lnTo>
                  <a:lnTo>
                    <a:pt x="23998" y="508"/>
                  </a:lnTo>
                  <a:lnTo>
                    <a:pt x="26356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368268" y="2245874"/>
              <a:ext cx="3858" cy="4669"/>
            </a:xfrm>
            <a:custGeom>
              <a:avLst/>
              <a:pathLst>
                <a:path w="3858" h="4669">
                  <a:moveTo>
                    <a:pt x="3858" y="4470"/>
                  </a:moveTo>
                  <a:lnTo>
                    <a:pt x="3363" y="4669"/>
                  </a:lnTo>
                  <a:lnTo>
                    <a:pt x="1549" y="3325"/>
                  </a:lnTo>
                  <a:lnTo>
                    <a:pt x="48" y="1141"/>
                  </a:lnTo>
                  <a:lnTo>
                    <a:pt x="0" y="0"/>
                  </a:lnTo>
                  <a:lnTo>
                    <a:pt x="382" y="98"/>
                  </a:lnTo>
                  <a:lnTo>
                    <a:pt x="777" y="533"/>
                  </a:lnTo>
                  <a:lnTo>
                    <a:pt x="1379" y="2077"/>
                  </a:lnTo>
                  <a:lnTo>
                    <a:pt x="3136" y="309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252277" y="2148174"/>
              <a:ext cx="2951" cy="1576"/>
            </a:xfrm>
            <a:custGeom>
              <a:avLst/>
              <a:pathLst>
                <a:path w="2951" h="1576">
                  <a:moveTo>
                    <a:pt x="468" y="502"/>
                  </a:moveTo>
                  <a:lnTo>
                    <a:pt x="774" y="772"/>
                  </a:lnTo>
                  <a:lnTo>
                    <a:pt x="1159" y="607"/>
                  </a:lnTo>
                  <a:lnTo>
                    <a:pt x="1270" y="311"/>
                  </a:lnTo>
                  <a:lnTo>
                    <a:pt x="2730" y="531"/>
                  </a:lnTo>
                  <a:lnTo>
                    <a:pt x="2951" y="1112"/>
                  </a:lnTo>
                  <a:lnTo>
                    <a:pt x="1839" y="1127"/>
                  </a:lnTo>
                  <a:lnTo>
                    <a:pt x="1341" y="1499"/>
                  </a:lnTo>
                  <a:lnTo>
                    <a:pt x="1091" y="1576"/>
                  </a:lnTo>
                  <a:lnTo>
                    <a:pt x="135" y="1485"/>
                  </a:lnTo>
                  <a:lnTo>
                    <a:pt x="0" y="141"/>
                  </a:lnTo>
                  <a:lnTo>
                    <a:pt x="265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264512" y="2143510"/>
              <a:ext cx="1297" cy="744"/>
            </a:xfrm>
            <a:custGeom>
              <a:avLst/>
              <a:pathLst>
                <a:path w="1297" h="744">
                  <a:moveTo>
                    <a:pt x="1297" y="233"/>
                  </a:moveTo>
                  <a:lnTo>
                    <a:pt x="994" y="173"/>
                  </a:lnTo>
                  <a:lnTo>
                    <a:pt x="299" y="744"/>
                  </a:lnTo>
                  <a:lnTo>
                    <a:pt x="0" y="710"/>
                  </a:lnTo>
                  <a:lnTo>
                    <a:pt x="92" y="510"/>
                  </a:lnTo>
                  <a:lnTo>
                    <a:pt x="236" y="323"/>
                  </a:lnTo>
                  <a:lnTo>
                    <a:pt x="399" y="183"/>
                  </a:lnTo>
                  <a:lnTo>
                    <a:pt x="551" y="130"/>
                  </a:lnTo>
                  <a:lnTo>
                    <a:pt x="1037" y="14"/>
                  </a:lnTo>
                  <a:lnTo>
                    <a:pt x="1268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266590" y="2142863"/>
              <a:ext cx="1550" cy="962"/>
            </a:xfrm>
            <a:custGeom>
              <a:avLst/>
              <a:pathLst>
                <a:path w="1550" h="962">
                  <a:moveTo>
                    <a:pt x="783" y="750"/>
                  </a:moveTo>
                  <a:lnTo>
                    <a:pt x="341" y="962"/>
                  </a:lnTo>
                  <a:lnTo>
                    <a:pt x="0" y="881"/>
                  </a:lnTo>
                  <a:lnTo>
                    <a:pt x="775" y="301"/>
                  </a:lnTo>
                  <a:lnTo>
                    <a:pt x="975" y="106"/>
                  </a:lnTo>
                  <a:lnTo>
                    <a:pt x="1145" y="1"/>
                  </a:lnTo>
                  <a:lnTo>
                    <a:pt x="1322" y="0"/>
                  </a:lnTo>
                  <a:lnTo>
                    <a:pt x="1550" y="20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4332056" y="1921143"/>
              <a:ext cx="17439" cy="9165"/>
            </a:xfrm>
            <a:custGeom>
              <a:avLst/>
              <a:pathLst>
                <a:path w="17439" h="9165">
                  <a:moveTo>
                    <a:pt x="12221" y="8324"/>
                  </a:moveTo>
                  <a:lnTo>
                    <a:pt x="11854" y="8442"/>
                  </a:lnTo>
                  <a:lnTo>
                    <a:pt x="11264" y="8042"/>
                  </a:lnTo>
                  <a:lnTo>
                    <a:pt x="10915" y="7928"/>
                  </a:lnTo>
                  <a:lnTo>
                    <a:pt x="10589" y="8297"/>
                  </a:lnTo>
                  <a:lnTo>
                    <a:pt x="10213" y="8562"/>
                  </a:lnTo>
                  <a:lnTo>
                    <a:pt x="9879" y="8679"/>
                  </a:lnTo>
                  <a:lnTo>
                    <a:pt x="9584" y="8713"/>
                  </a:lnTo>
                  <a:lnTo>
                    <a:pt x="9107" y="8985"/>
                  </a:lnTo>
                  <a:lnTo>
                    <a:pt x="8531" y="8916"/>
                  </a:lnTo>
                  <a:lnTo>
                    <a:pt x="7691" y="8694"/>
                  </a:lnTo>
                  <a:lnTo>
                    <a:pt x="7106" y="9165"/>
                  </a:lnTo>
                  <a:lnTo>
                    <a:pt x="7031" y="7819"/>
                  </a:lnTo>
                  <a:lnTo>
                    <a:pt x="6731" y="7268"/>
                  </a:lnTo>
                  <a:lnTo>
                    <a:pt x="6349" y="6965"/>
                  </a:lnTo>
                  <a:lnTo>
                    <a:pt x="5798" y="7091"/>
                  </a:lnTo>
                  <a:lnTo>
                    <a:pt x="5067" y="7045"/>
                  </a:lnTo>
                  <a:lnTo>
                    <a:pt x="4525" y="6819"/>
                  </a:lnTo>
                  <a:lnTo>
                    <a:pt x="3451" y="7195"/>
                  </a:lnTo>
                  <a:lnTo>
                    <a:pt x="2585" y="7610"/>
                  </a:lnTo>
                  <a:lnTo>
                    <a:pt x="1956" y="8009"/>
                  </a:lnTo>
                  <a:lnTo>
                    <a:pt x="1482" y="7987"/>
                  </a:lnTo>
                  <a:lnTo>
                    <a:pt x="675" y="7619"/>
                  </a:lnTo>
                  <a:lnTo>
                    <a:pt x="71" y="7206"/>
                  </a:lnTo>
                  <a:lnTo>
                    <a:pt x="0" y="6848"/>
                  </a:lnTo>
                  <a:lnTo>
                    <a:pt x="564" y="7008"/>
                  </a:lnTo>
                  <a:lnTo>
                    <a:pt x="1581" y="6715"/>
                  </a:lnTo>
                  <a:lnTo>
                    <a:pt x="2021" y="5355"/>
                  </a:lnTo>
                  <a:lnTo>
                    <a:pt x="2165" y="3788"/>
                  </a:lnTo>
                  <a:lnTo>
                    <a:pt x="3885" y="4238"/>
                  </a:lnTo>
                  <a:lnTo>
                    <a:pt x="5630" y="4471"/>
                  </a:lnTo>
                  <a:lnTo>
                    <a:pt x="7058" y="4549"/>
                  </a:lnTo>
                  <a:lnTo>
                    <a:pt x="8466" y="4294"/>
                  </a:lnTo>
                  <a:lnTo>
                    <a:pt x="12779" y="2623"/>
                  </a:lnTo>
                  <a:lnTo>
                    <a:pt x="13999" y="1622"/>
                  </a:lnTo>
                  <a:lnTo>
                    <a:pt x="14755" y="1284"/>
                  </a:lnTo>
                  <a:lnTo>
                    <a:pt x="16068" y="456"/>
                  </a:lnTo>
                  <a:lnTo>
                    <a:pt x="17439" y="0"/>
                  </a:lnTo>
                  <a:lnTo>
                    <a:pt x="16561" y="956"/>
                  </a:lnTo>
                  <a:lnTo>
                    <a:pt x="11630" y="5160"/>
                  </a:lnTo>
                  <a:lnTo>
                    <a:pt x="11307" y="6411"/>
                  </a:lnTo>
                  <a:lnTo>
                    <a:pt x="11528" y="727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4328160" y="1927829"/>
              <a:ext cx="16549" cy="8551"/>
            </a:xfrm>
            <a:custGeom>
              <a:avLst/>
              <a:pathLst>
                <a:path w="16549" h="8551">
                  <a:moveTo>
                    <a:pt x="3895" y="162"/>
                  </a:moveTo>
                  <a:lnTo>
                    <a:pt x="3966" y="520"/>
                  </a:lnTo>
                  <a:lnTo>
                    <a:pt x="4570" y="933"/>
                  </a:lnTo>
                  <a:lnTo>
                    <a:pt x="5378" y="1300"/>
                  </a:lnTo>
                  <a:lnTo>
                    <a:pt x="5852" y="1322"/>
                  </a:lnTo>
                  <a:lnTo>
                    <a:pt x="6480" y="924"/>
                  </a:lnTo>
                  <a:lnTo>
                    <a:pt x="7346" y="508"/>
                  </a:lnTo>
                  <a:lnTo>
                    <a:pt x="8420" y="132"/>
                  </a:lnTo>
                  <a:lnTo>
                    <a:pt x="8962" y="358"/>
                  </a:lnTo>
                  <a:lnTo>
                    <a:pt x="9693" y="405"/>
                  </a:lnTo>
                  <a:lnTo>
                    <a:pt x="10244" y="278"/>
                  </a:lnTo>
                  <a:lnTo>
                    <a:pt x="10626" y="582"/>
                  </a:lnTo>
                  <a:lnTo>
                    <a:pt x="10927" y="1133"/>
                  </a:lnTo>
                  <a:lnTo>
                    <a:pt x="11114" y="2543"/>
                  </a:lnTo>
                  <a:lnTo>
                    <a:pt x="11586" y="2008"/>
                  </a:lnTo>
                  <a:lnTo>
                    <a:pt x="12426" y="2230"/>
                  </a:lnTo>
                  <a:lnTo>
                    <a:pt x="13003" y="2298"/>
                  </a:lnTo>
                  <a:lnTo>
                    <a:pt x="13479" y="2027"/>
                  </a:lnTo>
                  <a:lnTo>
                    <a:pt x="13774" y="1993"/>
                  </a:lnTo>
                  <a:lnTo>
                    <a:pt x="14108" y="1875"/>
                  </a:lnTo>
                  <a:lnTo>
                    <a:pt x="14485" y="1610"/>
                  </a:lnTo>
                  <a:lnTo>
                    <a:pt x="14810" y="1242"/>
                  </a:lnTo>
                  <a:lnTo>
                    <a:pt x="15159" y="1355"/>
                  </a:lnTo>
                  <a:lnTo>
                    <a:pt x="15749" y="1755"/>
                  </a:lnTo>
                  <a:lnTo>
                    <a:pt x="16116" y="1637"/>
                  </a:lnTo>
                  <a:lnTo>
                    <a:pt x="16297" y="1912"/>
                  </a:lnTo>
                  <a:lnTo>
                    <a:pt x="16549" y="2709"/>
                  </a:lnTo>
                  <a:lnTo>
                    <a:pt x="15473" y="2945"/>
                  </a:lnTo>
                  <a:lnTo>
                    <a:pt x="14394" y="3023"/>
                  </a:lnTo>
                  <a:lnTo>
                    <a:pt x="13793" y="2921"/>
                  </a:lnTo>
                  <a:lnTo>
                    <a:pt x="13230" y="2968"/>
                  </a:lnTo>
                  <a:lnTo>
                    <a:pt x="11480" y="5247"/>
                  </a:lnTo>
                  <a:lnTo>
                    <a:pt x="10538" y="6022"/>
                  </a:lnTo>
                  <a:lnTo>
                    <a:pt x="9419" y="6484"/>
                  </a:lnTo>
                  <a:lnTo>
                    <a:pt x="8279" y="6759"/>
                  </a:lnTo>
                  <a:lnTo>
                    <a:pt x="7706" y="6794"/>
                  </a:lnTo>
                  <a:lnTo>
                    <a:pt x="7202" y="7083"/>
                  </a:lnTo>
                  <a:lnTo>
                    <a:pt x="6848" y="7612"/>
                  </a:lnTo>
                  <a:lnTo>
                    <a:pt x="6839" y="8126"/>
                  </a:lnTo>
                  <a:lnTo>
                    <a:pt x="6688" y="8551"/>
                  </a:lnTo>
                  <a:lnTo>
                    <a:pt x="6062" y="8463"/>
                  </a:lnTo>
                  <a:lnTo>
                    <a:pt x="5802" y="7631"/>
                  </a:lnTo>
                  <a:lnTo>
                    <a:pt x="5356" y="7274"/>
                  </a:lnTo>
                  <a:lnTo>
                    <a:pt x="4249" y="7460"/>
                  </a:lnTo>
                  <a:lnTo>
                    <a:pt x="3708" y="7438"/>
                  </a:lnTo>
                  <a:lnTo>
                    <a:pt x="1935" y="6645"/>
                  </a:lnTo>
                  <a:lnTo>
                    <a:pt x="1400" y="6321"/>
                  </a:lnTo>
                  <a:lnTo>
                    <a:pt x="1067" y="5643"/>
                  </a:lnTo>
                  <a:lnTo>
                    <a:pt x="153" y="3198"/>
                  </a:lnTo>
                  <a:lnTo>
                    <a:pt x="0" y="1390"/>
                  </a:lnTo>
                  <a:lnTo>
                    <a:pt x="850" y="1853"/>
                  </a:lnTo>
                  <a:lnTo>
                    <a:pt x="1646" y="1292"/>
                  </a:lnTo>
                  <a:lnTo>
                    <a:pt x="2412" y="375"/>
                  </a:lnTo>
                  <a:lnTo>
                    <a:pt x="3324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4136946" y="1706684"/>
              <a:ext cx="63789" cy="34333"/>
            </a:xfrm>
            <a:custGeom>
              <a:avLst/>
              <a:pathLst>
                <a:path w="63789" h="34333">
                  <a:moveTo>
                    <a:pt x="25729" y="2493"/>
                  </a:moveTo>
                  <a:lnTo>
                    <a:pt x="26547" y="2460"/>
                  </a:lnTo>
                  <a:lnTo>
                    <a:pt x="27371" y="2109"/>
                  </a:lnTo>
                  <a:lnTo>
                    <a:pt x="27438" y="1541"/>
                  </a:lnTo>
                  <a:lnTo>
                    <a:pt x="27386" y="479"/>
                  </a:lnTo>
                  <a:lnTo>
                    <a:pt x="27474" y="326"/>
                  </a:lnTo>
                  <a:lnTo>
                    <a:pt x="28725" y="626"/>
                  </a:lnTo>
                  <a:lnTo>
                    <a:pt x="29979" y="1105"/>
                  </a:lnTo>
                  <a:lnTo>
                    <a:pt x="30154" y="2158"/>
                  </a:lnTo>
                  <a:lnTo>
                    <a:pt x="30490" y="2678"/>
                  </a:lnTo>
                  <a:lnTo>
                    <a:pt x="30886" y="3152"/>
                  </a:lnTo>
                  <a:lnTo>
                    <a:pt x="31266" y="3368"/>
                  </a:lnTo>
                  <a:lnTo>
                    <a:pt x="31922" y="3402"/>
                  </a:lnTo>
                  <a:lnTo>
                    <a:pt x="33625" y="4029"/>
                  </a:lnTo>
                  <a:lnTo>
                    <a:pt x="34445" y="4157"/>
                  </a:lnTo>
                  <a:lnTo>
                    <a:pt x="35283" y="4590"/>
                  </a:lnTo>
                  <a:lnTo>
                    <a:pt x="35990" y="5033"/>
                  </a:lnTo>
                  <a:lnTo>
                    <a:pt x="36507" y="5126"/>
                  </a:lnTo>
                  <a:lnTo>
                    <a:pt x="36746" y="5611"/>
                  </a:lnTo>
                  <a:lnTo>
                    <a:pt x="37062" y="5944"/>
                  </a:lnTo>
                  <a:lnTo>
                    <a:pt x="37622" y="5688"/>
                  </a:lnTo>
                  <a:lnTo>
                    <a:pt x="39664" y="5330"/>
                  </a:lnTo>
                  <a:lnTo>
                    <a:pt x="40399" y="5807"/>
                  </a:lnTo>
                  <a:lnTo>
                    <a:pt x="40896" y="6313"/>
                  </a:lnTo>
                  <a:lnTo>
                    <a:pt x="40965" y="6474"/>
                  </a:lnTo>
                  <a:lnTo>
                    <a:pt x="40705" y="6920"/>
                  </a:lnTo>
                  <a:lnTo>
                    <a:pt x="40580" y="7265"/>
                  </a:lnTo>
                  <a:lnTo>
                    <a:pt x="40368" y="7494"/>
                  </a:lnTo>
                  <a:lnTo>
                    <a:pt x="39667" y="7738"/>
                  </a:lnTo>
                  <a:lnTo>
                    <a:pt x="39271" y="8133"/>
                  </a:lnTo>
                  <a:lnTo>
                    <a:pt x="38984" y="8564"/>
                  </a:lnTo>
                  <a:lnTo>
                    <a:pt x="39177" y="8978"/>
                  </a:lnTo>
                  <a:lnTo>
                    <a:pt x="39750" y="9288"/>
                  </a:lnTo>
                  <a:lnTo>
                    <a:pt x="40155" y="9357"/>
                  </a:lnTo>
                  <a:lnTo>
                    <a:pt x="40310" y="9659"/>
                  </a:lnTo>
                  <a:lnTo>
                    <a:pt x="41607" y="11010"/>
                  </a:lnTo>
                  <a:lnTo>
                    <a:pt x="42639" y="12774"/>
                  </a:lnTo>
                  <a:lnTo>
                    <a:pt x="43041" y="13050"/>
                  </a:lnTo>
                  <a:lnTo>
                    <a:pt x="43418" y="13115"/>
                  </a:lnTo>
                  <a:lnTo>
                    <a:pt x="43855" y="12856"/>
                  </a:lnTo>
                  <a:lnTo>
                    <a:pt x="44360" y="12284"/>
                  </a:lnTo>
                  <a:lnTo>
                    <a:pt x="44958" y="11870"/>
                  </a:lnTo>
                  <a:lnTo>
                    <a:pt x="45464" y="11658"/>
                  </a:lnTo>
                  <a:lnTo>
                    <a:pt x="46357" y="11170"/>
                  </a:lnTo>
                  <a:lnTo>
                    <a:pt x="46392" y="10852"/>
                  </a:lnTo>
                  <a:lnTo>
                    <a:pt x="45648" y="9659"/>
                  </a:lnTo>
                  <a:lnTo>
                    <a:pt x="45216" y="8693"/>
                  </a:lnTo>
                  <a:lnTo>
                    <a:pt x="45320" y="8518"/>
                  </a:lnTo>
                  <a:lnTo>
                    <a:pt x="46272" y="8671"/>
                  </a:lnTo>
                  <a:lnTo>
                    <a:pt x="47892" y="9198"/>
                  </a:lnTo>
                  <a:lnTo>
                    <a:pt x="50383" y="10921"/>
                  </a:lnTo>
                  <a:lnTo>
                    <a:pt x="50828" y="10921"/>
                  </a:lnTo>
                  <a:lnTo>
                    <a:pt x="51701" y="10791"/>
                  </a:lnTo>
                  <a:lnTo>
                    <a:pt x="52648" y="10510"/>
                  </a:lnTo>
                  <a:lnTo>
                    <a:pt x="53098" y="10190"/>
                  </a:lnTo>
                  <a:lnTo>
                    <a:pt x="53267" y="10309"/>
                  </a:lnTo>
                  <a:lnTo>
                    <a:pt x="53412" y="11256"/>
                  </a:lnTo>
                  <a:lnTo>
                    <a:pt x="53165" y="11775"/>
                  </a:lnTo>
                  <a:lnTo>
                    <a:pt x="52030" y="12278"/>
                  </a:lnTo>
                  <a:lnTo>
                    <a:pt x="52096" y="12529"/>
                  </a:lnTo>
                  <a:lnTo>
                    <a:pt x="52387" y="12851"/>
                  </a:lnTo>
                  <a:lnTo>
                    <a:pt x="52898" y="13069"/>
                  </a:lnTo>
                  <a:lnTo>
                    <a:pt x="53518" y="13682"/>
                  </a:lnTo>
                  <a:lnTo>
                    <a:pt x="53945" y="14383"/>
                  </a:lnTo>
                  <a:lnTo>
                    <a:pt x="54319" y="14707"/>
                  </a:lnTo>
                  <a:lnTo>
                    <a:pt x="54731" y="14861"/>
                  </a:lnTo>
                  <a:lnTo>
                    <a:pt x="55762" y="14487"/>
                  </a:lnTo>
                  <a:lnTo>
                    <a:pt x="56054" y="14192"/>
                  </a:lnTo>
                  <a:lnTo>
                    <a:pt x="56183" y="13983"/>
                  </a:lnTo>
                  <a:lnTo>
                    <a:pt x="56384" y="14029"/>
                  </a:lnTo>
                  <a:lnTo>
                    <a:pt x="56745" y="14373"/>
                  </a:lnTo>
                  <a:lnTo>
                    <a:pt x="56854" y="14575"/>
                  </a:lnTo>
                  <a:lnTo>
                    <a:pt x="57857" y="14966"/>
                  </a:lnTo>
                  <a:lnTo>
                    <a:pt x="58435" y="15447"/>
                  </a:lnTo>
                  <a:lnTo>
                    <a:pt x="58803" y="15673"/>
                  </a:lnTo>
                  <a:lnTo>
                    <a:pt x="59212" y="15453"/>
                  </a:lnTo>
                  <a:lnTo>
                    <a:pt x="60799" y="15836"/>
                  </a:lnTo>
                  <a:lnTo>
                    <a:pt x="61236" y="16157"/>
                  </a:lnTo>
                  <a:lnTo>
                    <a:pt x="61376" y="16691"/>
                  </a:lnTo>
                  <a:lnTo>
                    <a:pt x="61297" y="17014"/>
                  </a:lnTo>
                  <a:lnTo>
                    <a:pt x="61541" y="17853"/>
                  </a:lnTo>
                  <a:lnTo>
                    <a:pt x="63549" y="19862"/>
                  </a:lnTo>
                  <a:lnTo>
                    <a:pt x="63761" y="20889"/>
                  </a:lnTo>
                  <a:lnTo>
                    <a:pt x="63789" y="21298"/>
                  </a:lnTo>
                  <a:lnTo>
                    <a:pt x="63550" y="21320"/>
                  </a:lnTo>
                  <a:lnTo>
                    <a:pt x="63008" y="21532"/>
                  </a:lnTo>
                  <a:lnTo>
                    <a:pt x="62312" y="21609"/>
                  </a:lnTo>
                  <a:lnTo>
                    <a:pt x="61558" y="21568"/>
                  </a:lnTo>
                  <a:lnTo>
                    <a:pt x="60973" y="21941"/>
                  </a:lnTo>
                  <a:lnTo>
                    <a:pt x="60419" y="22549"/>
                  </a:lnTo>
                  <a:lnTo>
                    <a:pt x="59849" y="22970"/>
                  </a:lnTo>
                  <a:lnTo>
                    <a:pt x="59540" y="23347"/>
                  </a:lnTo>
                  <a:lnTo>
                    <a:pt x="59367" y="23733"/>
                  </a:lnTo>
                  <a:lnTo>
                    <a:pt x="57438" y="24833"/>
                  </a:lnTo>
                  <a:lnTo>
                    <a:pt x="57170" y="25290"/>
                  </a:lnTo>
                  <a:lnTo>
                    <a:pt x="56956" y="25915"/>
                  </a:lnTo>
                  <a:lnTo>
                    <a:pt x="56865" y="26758"/>
                  </a:lnTo>
                  <a:lnTo>
                    <a:pt x="56728" y="27514"/>
                  </a:lnTo>
                  <a:lnTo>
                    <a:pt x="56397" y="27913"/>
                  </a:lnTo>
                  <a:lnTo>
                    <a:pt x="55354" y="28256"/>
                  </a:lnTo>
                  <a:lnTo>
                    <a:pt x="55095" y="28440"/>
                  </a:lnTo>
                  <a:lnTo>
                    <a:pt x="54900" y="28825"/>
                  </a:lnTo>
                  <a:lnTo>
                    <a:pt x="54315" y="29418"/>
                  </a:lnTo>
                  <a:lnTo>
                    <a:pt x="53630" y="29983"/>
                  </a:lnTo>
                  <a:lnTo>
                    <a:pt x="52371" y="30628"/>
                  </a:lnTo>
                  <a:lnTo>
                    <a:pt x="51020" y="30824"/>
                  </a:lnTo>
                  <a:lnTo>
                    <a:pt x="49263" y="30615"/>
                  </a:lnTo>
                  <a:lnTo>
                    <a:pt x="48238" y="30362"/>
                  </a:lnTo>
                  <a:lnTo>
                    <a:pt x="47738" y="30639"/>
                  </a:lnTo>
                  <a:lnTo>
                    <a:pt x="47053" y="31480"/>
                  </a:lnTo>
                  <a:lnTo>
                    <a:pt x="46315" y="32929"/>
                  </a:lnTo>
                  <a:lnTo>
                    <a:pt x="46011" y="34018"/>
                  </a:lnTo>
                  <a:lnTo>
                    <a:pt x="45776" y="33710"/>
                  </a:lnTo>
                  <a:lnTo>
                    <a:pt x="45354" y="32555"/>
                  </a:lnTo>
                  <a:lnTo>
                    <a:pt x="44876" y="32407"/>
                  </a:lnTo>
                  <a:lnTo>
                    <a:pt x="44226" y="32300"/>
                  </a:lnTo>
                  <a:lnTo>
                    <a:pt x="43736" y="32129"/>
                  </a:lnTo>
                  <a:lnTo>
                    <a:pt x="42679" y="31465"/>
                  </a:lnTo>
                  <a:lnTo>
                    <a:pt x="42136" y="31264"/>
                  </a:lnTo>
                  <a:lnTo>
                    <a:pt x="41515" y="31211"/>
                  </a:lnTo>
                  <a:lnTo>
                    <a:pt x="40918" y="31602"/>
                  </a:lnTo>
                  <a:lnTo>
                    <a:pt x="40468" y="32063"/>
                  </a:lnTo>
                  <a:lnTo>
                    <a:pt x="39069" y="32057"/>
                  </a:lnTo>
                  <a:lnTo>
                    <a:pt x="37535" y="31843"/>
                  </a:lnTo>
                  <a:lnTo>
                    <a:pt x="35340" y="30313"/>
                  </a:lnTo>
                  <a:lnTo>
                    <a:pt x="34771" y="30299"/>
                  </a:lnTo>
                  <a:lnTo>
                    <a:pt x="34163" y="30369"/>
                  </a:lnTo>
                  <a:lnTo>
                    <a:pt x="33204" y="30007"/>
                  </a:lnTo>
                  <a:lnTo>
                    <a:pt x="31345" y="29017"/>
                  </a:lnTo>
                  <a:lnTo>
                    <a:pt x="30475" y="28785"/>
                  </a:lnTo>
                  <a:lnTo>
                    <a:pt x="29924" y="28926"/>
                  </a:lnTo>
                  <a:lnTo>
                    <a:pt x="29421" y="29146"/>
                  </a:lnTo>
                  <a:lnTo>
                    <a:pt x="29063" y="29172"/>
                  </a:lnTo>
                  <a:lnTo>
                    <a:pt x="28855" y="28850"/>
                  </a:lnTo>
                  <a:lnTo>
                    <a:pt x="28165" y="28452"/>
                  </a:lnTo>
                  <a:lnTo>
                    <a:pt x="27471" y="28407"/>
                  </a:lnTo>
                  <a:lnTo>
                    <a:pt x="27270" y="28646"/>
                  </a:lnTo>
                  <a:lnTo>
                    <a:pt x="27035" y="30825"/>
                  </a:lnTo>
                  <a:lnTo>
                    <a:pt x="26800" y="31611"/>
                  </a:lnTo>
                  <a:lnTo>
                    <a:pt x="25848" y="31574"/>
                  </a:lnTo>
                  <a:lnTo>
                    <a:pt x="25508" y="31946"/>
                  </a:lnTo>
                  <a:lnTo>
                    <a:pt x="24757" y="32998"/>
                  </a:lnTo>
                  <a:lnTo>
                    <a:pt x="24612" y="34012"/>
                  </a:lnTo>
                  <a:lnTo>
                    <a:pt x="23312" y="33816"/>
                  </a:lnTo>
                  <a:lnTo>
                    <a:pt x="22695" y="33645"/>
                  </a:lnTo>
                  <a:lnTo>
                    <a:pt x="22150" y="33775"/>
                  </a:lnTo>
                  <a:lnTo>
                    <a:pt x="21550" y="34333"/>
                  </a:lnTo>
                  <a:lnTo>
                    <a:pt x="19868" y="34300"/>
                  </a:lnTo>
                  <a:lnTo>
                    <a:pt x="18537" y="33967"/>
                  </a:lnTo>
                  <a:lnTo>
                    <a:pt x="17966" y="32712"/>
                  </a:lnTo>
                  <a:lnTo>
                    <a:pt x="17356" y="32216"/>
                  </a:lnTo>
                  <a:lnTo>
                    <a:pt x="16588" y="31772"/>
                  </a:lnTo>
                  <a:lnTo>
                    <a:pt x="16319" y="31673"/>
                  </a:lnTo>
                  <a:lnTo>
                    <a:pt x="15895" y="30989"/>
                  </a:lnTo>
                  <a:lnTo>
                    <a:pt x="15092" y="30142"/>
                  </a:lnTo>
                  <a:lnTo>
                    <a:pt x="13792" y="28985"/>
                  </a:lnTo>
                  <a:lnTo>
                    <a:pt x="12781" y="29042"/>
                  </a:lnTo>
                  <a:lnTo>
                    <a:pt x="12407" y="28735"/>
                  </a:lnTo>
                  <a:lnTo>
                    <a:pt x="12241" y="28309"/>
                  </a:lnTo>
                  <a:lnTo>
                    <a:pt x="11819" y="27574"/>
                  </a:lnTo>
                  <a:lnTo>
                    <a:pt x="11343" y="27063"/>
                  </a:lnTo>
                  <a:lnTo>
                    <a:pt x="10767" y="26865"/>
                  </a:lnTo>
                  <a:lnTo>
                    <a:pt x="9941" y="26214"/>
                  </a:lnTo>
                  <a:lnTo>
                    <a:pt x="8836" y="24794"/>
                  </a:lnTo>
                  <a:lnTo>
                    <a:pt x="7823" y="23813"/>
                  </a:lnTo>
                  <a:lnTo>
                    <a:pt x="6846" y="23829"/>
                  </a:lnTo>
                  <a:lnTo>
                    <a:pt x="6226" y="23315"/>
                  </a:lnTo>
                  <a:lnTo>
                    <a:pt x="5595" y="22641"/>
                  </a:lnTo>
                  <a:lnTo>
                    <a:pt x="5130" y="21989"/>
                  </a:lnTo>
                  <a:lnTo>
                    <a:pt x="4408" y="20404"/>
                  </a:lnTo>
                  <a:lnTo>
                    <a:pt x="3884" y="19500"/>
                  </a:lnTo>
                  <a:lnTo>
                    <a:pt x="3474" y="18941"/>
                  </a:lnTo>
                  <a:lnTo>
                    <a:pt x="3012" y="18475"/>
                  </a:lnTo>
                  <a:lnTo>
                    <a:pt x="2845" y="18106"/>
                  </a:lnTo>
                  <a:lnTo>
                    <a:pt x="3410" y="17262"/>
                  </a:lnTo>
                  <a:lnTo>
                    <a:pt x="3615" y="16845"/>
                  </a:lnTo>
                  <a:lnTo>
                    <a:pt x="3858" y="16524"/>
                  </a:lnTo>
                  <a:lnTo>
                    <a:pt x="3999" y="16184"/>
                  </a:lnTo>
                  <a:lnTo>
                    <a:pt x="3994" y="15928"/>
                  </a:lnTo>
                  <a:lnTo>
                    <a:pt x="3480" y="15095"/>
                  </a:lnTo>
                  <a:lnTo>
                    <a:pt x="2785" y="14494"/>
                  </a:lnTo>
                  <a:lnTo>
                    <a:pt x="1766" y="13884"/>
                  </a:lnTo>
                  <a:lnTo>
                    <a:pt x="1116" y="13114"/>
                  </a:lnTo>
                  <a:lnTo>
                    <a:pt x="877" y="12410"/>
                  </a:lnTo>
                  <a:lnTo>
                    <a:pt x="806" y="12022"/>
                  </a:lnTo>
                  <a:lnTo>
                    <a:pt x="360" y="11498"/>
                  </a:lnTo>
                  <a:lnTo>
                    <a:pt x="0" y="10729"/>
                  </a:lnTo>
                  <a:lnTo>
                    <a:pt x="0" y="10266"/>
                  </a:lnTo>
                  <a:lnTo>
                    <a:pt x="89" y="10137"/>
                  </a:lnTo>
                  <a:lnTo>
                    <a:pt x="426" y="10138"/>
                  </a:lnTo>
                  <a:lnTo>
                    <a:pt x="804" y="10452"/>
                  </a:lnTo>
                  <a:lnTo>
                    <a:pt x="1337" y="11059"/>
                  </a:lnTo>
                  <a:lnTo>
                    <a:pt x="1774" y="11944"/>
                  </a:lnTo>
                  <a:lnTo>
                    <a:pt x="2042" y="11605"/>
                  </a:lnTo>
                  <a:lnTo>
                    <a:pt x="2543" y="10663"/>
                  </a:lnTo>
                  <a:lnTo>
                    <a:pt x="3433" y="9595"/>
                  </a:lnTo>
                  <a:lnTo>
                    <a:pt x="4345" y="8987"/>
                  </a:lnTo>
                  <a:lnTo>
                    <a:pt x="5163" y="8936"/>
                  </a:lnTo>
                  <a:lnTo>
                    <a:pt x="5834" y="8768"/>
                  </a:lnTo>
                  <a:lnTo>
                    <a:pt x="6392" y="8464"/>
                  </a:lnTo>
                  <a:lnTo>
                    <a:pt x="7365" y="8586"/>
                  </a:lnTo>
                  <a:lnTo>
                    <a:pt x="8069" y="8805"/>
                  </a:lnTo>
                  <a:lnTo>
                    <a:pt x="8297" y="8669"/>
                  </a:lnTo>
                  <a:lnTo>
                    <a:pt x="8584" y="8114"/>
                  </a:lnTo>
                  <a:lnTo>
                    <a:pt x="8766" y="7635"/>
                  </a:lnTo>
                  <a:lnTo>
                    <a:pt x="10325" y="7354"/>
                  </a:lnTo>
                  <a:lnTo>
                    <a:pt x="10860" y="6430"/>
                  </a:lnTo>
                  <a:lnTo>
                    <a:pt x="11161" y="6435"/>
                  </a:lnTo>
                  <a:lnTo>
                    <a:pt x="11507" y="6296"/>
                  </a:lnTo>
                  <a:lnTo>
                    <a:pt x="11838" y="5946"/>
                  </a:lnTo>
                  <a:lnTo>
                    <a:pt x="12155" y="5803"/>
                  </a:lnTo>
                  <a:lnTo>
                    <a:pt x="12407" y="5976"/>
                  </a:lnTo>
                  <a:lnTo>
                    <a:pt x="12737" y="6091"/>
                  </a:lnTo>
                  <a:lnTo>
                    <a:pt x="13082" y="5869"/>
                  </a:lnTo>
                  <a:lnTo>
                    <a:pt x="13593" y="4811"/>
                  </a:lnTo>
                  <a:lnTo>
                    <a:pt x="13878" y="4646"/>
                  </a:lnTo>
                  <a:lnTo>
                    <a:pt x="15247" y="4481"/>
                  </a:lnTo>
                  <a:lnTo>
                    <a:pt x="17112" y="3856"/>
                  </a:lnTo>
                  <a:lnTo>
                    <a:pt x="18057" y="3301"/>
                  </a:lnTo>
                  <a:lnTo>
                    <a:pt x="18985" y="2999"/>
                  </a:lnTo>
                  <a:lnTo>
                    <a:pt x="19981" y="2462"/>
                  </a:lnTo>
                  <a:lnTo>
                    <a:pt x="21563" y="1939"/>
                  </a:lnTo>
                  <a:lnTo>
                    <a:pt x="21639" y="1725"/>
                  </a:lnTo>
                  <a:lnTo>
                    <a:pt x="20905" y="1188"/>
                  </a:lnTo>
                  <a:lnTo>
                    <a:pt x="20658" y="849"/>
                  </a:lnTo>
                  <a:lnTo>
                    <a:pt x="20493" y="501"/>
                  </a:lnTo>
                  <a:lnTo>
                    <a:pt x="20751" y="115"/>
                  </a:lnTo>
                  <a:lnTo>
                    <a:pt x="21097" y="0"/>
                  </a:lnTo>
                  <a:lnTo>
                    <a:pt x="21547" y="160"/>
                  </a:lnTo>
                  <a:lnTo>
                    <a:pt x="22872" y="389"/>
                  </a:lnTo>
                  <a:lnTo>
                    <a:pt x="23235" y="611"/>
                  </a:lnTo>
                  <a:lnTo>
                    <a:pt x="23367" y="1155"/>
                  </a:lnTo>
                  <a:lnTo>
                    <a:pt x="23703" y="1662"/>
                  </a:lnTo>
                  <a:lnTo>
                    <a:pt x="23974" y="1716"/>
                  </a:lnTo>
                  <a:lnTo>
                    <a:pt x="23877" y="2541"/>
                  </a:lnTo>
                  <a:lnTo>
                    <a:pt x="24299" y="2861"/>
                  </a:lnTo>
                  <a:lnTo>
                    <a:pt x="24915" y="3111"/>
                  </a:lnTo>
                  <a:lnTo>
                    <a:pt x="25324" y="3061"/>
                  </a:lnTo>
                  <a:lnTo>
                    <a:pt x="25617" y="272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4153319" y="1663592"/>
              <a:ext cx="3720" cy="3684"/>
            </a:xfrm>
            <a:custGeom>
              <a:avLst/>
              <a:pathLst>
                <a:path w="3720" h="3684">
                  <a:moveTo>
                    <a:pt x="3720" y="3577"/>
                  </a:moveTo>
                  <a:lnTo>
                    <a:pt x="3327" y="3527"/>
                  </a:lnTo>
                  <a:lnTo>
                    <a:pt x="2156" y="3684"/>
                  </a:lnTo>
                  <a:lnTo>
                    <a:pt x="996" y="3461"/>
                  </a:lnTo>
                  <a:lnTo>
                    <a:pt x="773" y="2626"/>
                  </a:lnTo>
                  <a:lnTo>
                    <a:pt x="958" y="1821"/>
                  </a:lnTo>
                  <a:lnTo>
                    <a:pt x="492" y="1268"/>
                  </a:lnTo>
                  <a:lnTo>
                    <a:pt x="63" y="943"/>
                  </a:lnTo>
                  <a:lnTo>
                    <a:pt x="0" y="480"/>
                  </a:lnTo>
                  <a:lnTo>
                    <a:pt x="69" y="0"/>
                  </a:lnTo>
                  <a:lnTo>
                    <a:pt x="2066" y="1292"/>
                  </a:lnTo>
                  <a:lnTo>
                    <a:pt x="3699" y="2467"/>
                  </a:lnTo>
                  <a:lnTo>
                    <a:pt x="3574" y="290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4126747" y="1657927"/>
              <a:ext cx="2564" cy="1637"/>
            </a:xfrm>
            <a:custGeom>
              <a:avLst/>
              <a:pathLst>
                <a:path w="2564" h="1637">
                  <a:moveTo>
                    <a:pt x="2564" y="1609"/>
                  </a:moveTo>
                  <a:lnTo>
                    <a:pt x="1112" y="1637"/>
                  </a:lnTo>
                  <a:lnTo>
                    <a:pt x="558" y="1079"/>
                  </a:lnTo>
                  <a:lnTo>
                    <a:pt x="0" y="937"/>
                  </a:lnTo>
                  <a:lnTo>
                    <a:pt x="300" y="249"/>
                  </a:lnTo>
                  <a:lnTo>
                    <a:pt x="692" y="0"/>
                  </a:lnTo>
                  <a:lnTo>
                    <a:pt x="2099" y="448"/>
                  </a:lnTo>
                  <a:lnTo>
                    <a:pt x="2540" y="132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4147037" y="1655613"/>
              <a:ext cx="5466" cy="6324"/>
            </a:xfrm>
            <a:custGeom>
              <a:avLst/>
              <a:pathLst>
                <a:path w="5466" h="6324">
                  <a:moveTo>
                    <a:pt x="5230" y="4415"/>
                  </a:moveTo>
                  <a:lnTo>
                    <a:pt x="5466" y="5354"/>
                  </a:lnTo>
                  <a:lnTo>
                    <a:pt x="5212" y="5832"/>
                  </a:lnTo>
                  <a:lnTo>
                    <a:pt x="4149" y="5037"/>
                  </a:lnTo>
                  <a:lnTo>
                    <a:pt x="3081" y="5047"/>
                  </a:lnTo>
                  <a:lnTo>
                    <a:pt x="2442" y="6273"/>
                  </a:lnTo>
                  <a:lnTo>
                    <a:pt x="1967" y="6324"/>
                  </a:lnTo>
                  <a:lnTo>
                    <a:pt x="318" y="5212"/>
                  </a:lnTo>
                  <a:lnTo>
                    <a:pt x="54" y="4669"/>
                  </a:lnTo>
                  <a:lnTo>
                    <a:pt x="0" y="4217"/>
                  </a:lnTo>
                  <a:lnTo>
                    <a:pt x="235" y="2654"/>
                  </a:lnTo>
                  <a:lnTo>
                    <a:pt x="192" y="2163"/>
                  </a:lnTo>
                  <a:lnTo>
                    <a:pt x="710" y="1625"/>
                  </a:lnTo>
                  <a:lnTo>
                    <a:pt x="790" y="849"/>
                  </a:lnTo>
                  <a:lnTo>
                    <a:pt x="1707" y="30"/>
                  </a:lnTo>
                  <a:lnTo>
                    <a:pt x="2520" y="0"/>
                  </a:lnTo>
                  <a:lnTo>
                    <a:pt x="2779" y="693"/>
                  </a:lnTo>
                  <a:lnTo>
                    <a:pt x="3168" y="1170"/>
                  </a:lnTo>
                  <a:lnTo>
                    <a:pt x="4538" y="1706"/>
                  </a:lnTo>
                  <a:lnTo>
                    <a:pt x="4742" y="1949"/>
                  </a:lnTo>
                  <a:lnTo>
                    <a:pt x="4866" y="2285"/>
                  </a:lnTo>
                  <a:lnTo>
                    <a:pt x="4228" y="2944"/>
                  </a:lnTo>
                  <a:lnTo>
                    <a:pt x="4012" y="3282"/>
                  </a:lnTo>
                  <a:lnTo>
                    <a:pt x="4214" y="382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4102042" y="1654763"/>
              <a:ext cx="1773" cy="1005"/>
            </a:xfrm>
            <a:custGeom>
              <a:avLst/>
              <a:pathLst>
                <a:path w="1773" h="1005">
                  <a:moveTo>
                    <a:pt x="1773" y="664"/>
                  </a:moveTo>
                  <a:lnTo>
                    <a:pt x="1405" y="1005"/>
                  </a:lnTo>
                  <a:lnTo>
                    <a:pt x="505" y="965"/>
                  </a:lnTo>
                  <a:lnTo>
                    <a:pt x="0" y="644"/>
                  </a:lnTo>
                  <a:lnTo>
                    <a:pt x="163" y="301"/>
                  </a:lnTo>
                  <a:lnTo>
                    <a:pt x="641" y="40"/>
                  </a:lnTo>
                  <a:lnTo>
                    <a:pt x="1036" y="0"/>
                  </a:lnTo>
                  <a:lnTo>
                    <a:pt x="1637" y="16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4077984" y="1652768"/>
              <a:ext cx="86652" cy="106345"/>
            </a:xfrm>
            <a:custGeom>
              <a:avLst/>
              <a:pathLst>
                <a:path w="86652" h="106345">
                  <a:moveTo>
                    <a:pt x="36728" y="1084"/>
                  </a:moveTo>
                  <a:lnTo>
                    <a:pt x="36787" y="1340"/>
                  </a:lnTo>
                  <a:lnTo>
                    <a:pt x="38172" y="1711"/>
                  </a:lnTo>
                  <a:lnTo>
                    <a:pt x="38754" y="2301"/>
                  </a:lnTo>
                  <a:lnTo>
                    <a:pt x="39400" y="3199"/>
                  </a:lnTo>
                  <a:lnTo>
                    <a:pt x="39463" y="4491"/>
                  </a:lnTo>
                  <a:lnTo>
                    <a:pt x="38635" y="5421"/>
                  </a:lnTo>
                  <a:lnTo>
                    <a:pt x="37948" y="6009"/>
                  </a:lnTo>
                  <a:lnTo>
                    <a:pt x="40548" y="5786"/>
                  </a:lnTo>
                  <a:lnTo>
                    <a:pt x="40807" y="6320"/>
                  </a:lnTo>
                  <a:lnTo>
                    <a:pt x="41200" y="6895"/>
                  </a:lnTo>
                  <a:lnTo>
                    <a:pt x="42601" y="6485"/>
                  </a:lnTo>
                  <a:lnTo>
                    <a:pt x="46112" y="8188"/>
                  </a:lnTo>
                  <a:lnTo>
                    <a:pt x="48235" y="7359"/>
                  </a:lnTo>
                  <a:lnTo>
                    <a:pt x="48778" y="7311"/>
                  </a:lnTo>
                  <a:lnTo>
                    <a:pt x="49260" y="8686"/>
                  </a:lnTo>
                  <a:lnTo>
                    <a:pt x="48733" y="10072"/>
                  </a:lnTo>
                  <a:lnTo>
                    <a:pt x="46861" y="11551"/>
                  </a:lnTo>
                  <a:lnTo>
                    <a:pt x="47276" y="12462"/>
                  </a:lnTo>
                  <a:lnTo>
                    <a:pt x="47874" y="12664"/>
                  </a:lnTo>
                  <a:lnTo>
                    <a:pt x="49638" y="12471"/>
                  </a:lnTo>
                  <a:lnTo>
                    <a:pt x="52432" y="13371"/>
                  </a:lnTo>
                  <a:lnTo>
                    <a:pt x="53014" y="13091"/>
                  </a:lnTo>
                  <a:lnTo>
                    <a:pt x="55280" y="11015"/>
                  </a:lnTo>
                  <a:lnTo>
                    <a:pt x="56185" y="10570"/>
                  </a:lnTo>
                  <a:lnTo>
                    <a:pt x="59166" y="10251"/>
                  </a:lnTo>
                  <a:lnTo>
                    <a:pt x="59708" y="9448"/>
                  </a:lnTo>
                  <a:lnTo>
                    <a:pt x="60915" y="8641"/>
                  </a:lnTo>
                  <a:lnTo>
                    <a:pt x="61693" y="7759"/>
                  </a:lnTo>
                  <a:lnTo>
                    <a:pt x="63556" y="6080"/>
                  </a:lnTo>
                  <a:lnTo>
                    <a:pt x="65483" y="6382"/>
                  </a:lnTo>
                  <a:lnTo>
                    <a:pt x="66609" y="6704"/>
                  </a:lnTo>
                  <a:lnTo>
                    <a:pt x="67844" y="6866"/>
                  </a:lnTo>
                  <a:lnTo>
                    <a:pt x="68968" y="8656"/>
                  </a:lnTo>
                  <a:lnTo>
                    <a:pt x="71812" y="10634"/>
                  </a:lnTo>
                  <a:lnTo>
                    <a:pt x="74425" y="10462"/>
                  </a:lnTo>
                  <a:lnTo>
                    <a:pt x="75352" y="12333"/>
                  </a:lnTo>
                  <a:lnTo>
                    <a:pt x="75762" y="14644"/>
                  </a:lnTo>
                  <a:lnTo>
                    <a:pt x="76565" y="15369"/>
                  </a:lnTo>
                  <a:lnTo>
                    <a:pt x="77270" y="15843"/>
                  </a:lnTo>
                  <a:lnTo>
                    <a:pt x="79483" y="16370"/>
                  </a:lnTo>
                  <a:lnTo>
                    <a:pt x="79552" y="16684"/>
                  </a:lnTo>
                  <a:lnTo>
                    <a:pt x="79682" y="17833"/>
                  </a:lnTo>
                  <a:lnTo>
                    <a:pt x="79860" y="18786"/>
                  </a:lnTo>
                  <a:lnTo>
                    <a:pt x="80956" y="22593"/>
                  </a:lnTo>
                  <a:lnTo>
                    <a:pt x="80935" y="23524"/>
                  </a:lnTo>
                  <a:lnTo>
                    <a:pt x="80922" y="23771"/>
                  </a:lnTo>
                  <a:lnTo>
                    <a:pt x="80521" y="25074"/>
                  </a:lnTo>
                  <a:lnTo>
                    <a:pt x="79807" y="26174"/>
                  </a:lnTo>
                  <a:lnTo>
                    <a:pt x="78866" y="26793"/>
                  </a:lnTo>
                  <a:lnTo>
                    <a:pt x="78348" y="27483"/>
                  </a:lnTo>
                  <a:lnTo>
                    <a:pt x="78251" y="28245"/>
                  </a:lnTo>
                  <a:lnTo>
                    <a:pt x="79434" y="29580"/>
                  </a:lnTo>
                  <a:lnTo>
                    <a:pt x="81897" y="31490"/>
                  </a:lnTo>
                  <a:lnTo>
                    <a:pt x="82894" y="33123"/>
                  </a:lnTo>
                  <a:lnTo>
                    <a:pt x="82424" y="34482"/>
                  </a:lnTo>
                  <a:lnTo>
                    <a:pt x="82281" y="35478"/>
                  </a:lnTo>
                  <a:lnTo>
                    <a:pt x="82464" y="36113"/>
                  </a:lnTo>
                  <a:lnTo>
                    <a:pt x="82858" y="36622"/>
                  </a:lnTo>
                  <a:lnTo>
                    <a:pt x="83466" y="37008"/>
                  </a:lnTo>
                  <a:lnTo>
                    <a:pt x="83707" y="37601"/>
                  </a:lnTo>
                  <a:lnTo>
                    <a:pt x="83584" y="38402"/>
                  </a:lnTo>
                  <a:lnTo>
                    <a:pt x="83700" y="38958"/>
                  </a:lnTo>
                  <a:lnTo>
                    <a:pt x="84154" y="39353"/>
                  </a:lnTo>
                  <a:lnTo>
                    <a:pt x="84112" y="39507"/>
                  </a:lnTo>
                  <a:lnTo>
                    <a:pt x="83891" y="40064"/>
                  </a:lnTo>
                  <a:lnTo>
                    <a:pt x="83590" y="41080"/>
                  </a:lnTo>
                  <a:lnTo>
                    <a:pt x="83419" y="41822"/>
                  </a:lnTo>
                  <a:lnTo>
                    <a:pt x="82726" y="42833"/>
                  </a:lnTo>
                  <a:lnTo>
                    <a:pt x="82937" y="43691"/>
                  </a:lnTo>
                  <a:lnTo>
                    <a:pt x="83480" y="44704"/>
                  </a:lnTo>
                  <a:lnTo>
                    <a:pt x="83892" y="45213"/>
                  </a:lnTo>
                  <a:lnTo>
                    <a:pt x="84022" y="45695"/>
                  </a:lnTo>
                  <a:lnTo>
                    <a:pt x="83760" y="46842"/>
                  </a:lnTo>
                  <a:lnTo>
                    <a:pt x="83890" y="47136"/>
                  </a:lnTo>
                  <a:lnTo>
                    <a:pt x="85605" y="47980"/>
                  </a:lnTo>
                  <a:lnTo>
                    <a:pt x="85885" y="48370"/>
                  </a:lnTo>
                  <a:lnTo>
                    <a:pt x="86051" y="49182"/>
                  </a:lnTo>
                  <a:lnTo>
                    <a:pt x="86652" y="50917"/>
                  </a:lnTo>
                  <a:lnTo>
                    <a:pt x="86153" y="53116"/>
                  </a:lnTo>
                  <a:lnTo>
                    <a:pt x="85714" y="54321"/>
                  </a:lnTo>
                  <a:lnTo>
                    <a:pt x="84737" y="56233"/>
                  </a:lnTo>
                  <a:lnTo>
                    <a:pt x="84691" y="56409"/>
                  </a:lnTo>
                  <a:lnTo>
                    <a:pt x="84579" y="56642"/>
                  </a:lnTo>
                  <a:lnTo>
                    <a:pt x="84286" y="56977"/>
                  </a:lnTo>
                  <a:lnTo>
                    <a:pt x="83877" y="57027"/>
                  </a:lnTo>
                  <a:lnTo>
                    <a:pt x="83261" y="56777"/>
                  </a:lnTo>
                  <a:lnTo>
                    <a:pt x="82839" y="56457"/>
                  </a:lnTo>
                  <a:lnTo>
                    <a:pt x="82936" y="55632"/>
                  </a:lnTo>
                  <a:lnTo>
                    <a:pt x="82665" y="55578"/>
                  </a:lnTo>
                  <a:lnTo>
                    <a:pt x="82329" y="55071"/>
                  </a:lnTo>
                  <a:lnTo>
                    <a:pt x="82197" y="54527"/>
                  </a:lnTo>
                  <a:lnTo>
                    <a:pt x="81834" y="54305"/>
                  </a:lnTo>
                  <a:lnTo>
                    <a:pt x="80509" y="54076"/>
                  </a:lnTo>
                  <a:lnTo>
                    <a:pt x="80059" y="53915"/>
                  </a:lnTo>
                  <a:lnTo>
                    <a:pt x="79713" y="54031"/>
                  </a:lnTo>
                  <a:lnTo>
                    <a:pt x="79455" y="54417"/>
                  </a:lnTo>
                  <a:lnTo>
                    <a:pt x="79620" y="54765"/>
                  </a:lnTo>
                  <a:lnTo>
                    <a:pt x="79867" y="55104"/>
                  </a:lnTo>
                  <a:lnTo>
                    <a:pt x="80601" y="55641"/>
                  </a:lnTo>
                  <a:lnTo>
                    <a:pt x="80525" y="55855"/>
                  </a:lnTo>
                  <a:lnTo>
                    <a:pt x="78943" y="56378"/>
                  </a:lnTo>
                  <a:lnTo>
                    <a:pt x="77947" y="56915"/>
                  </a:lnTo>
                  <a:lnTo>
                    <a:pt x="77019" y="57216"/>
                  </a:lnTo>
                  <a:lnTo>
                    <a:pt x="76074" y="57772"/>
                  </a:lnTo>
                  <a:lnTo>
                    <a:pt x="74209" y="58397"/>
                  </a:lnTo>
                  <a:lnTo>
                    <a:pt x="72840" y="58562"/>
                  </a:lnTo>
                  <a:lnTo>
                    <a:pt x="72555" y="58727"/>
                  </a:lnTo>
                  <a:lnTo>
                    <a:pt x="72044" y="59785"/>
                  </a:lnTo>
                  <a:lnTo>
                    <a:pt x="71699" y="60007"/>
                  </a:lnTo>
                  <a:lnTo>
                    <a:pt x="71369" y="59892"/>
                  </a:lnTo>
                  <a:lnTo>
                    <a:pt x="71117" y="59719"/>
                  </a:lnTo>
                  <a:lnTo>
                    <a:pt x="70799" y="59862"/>
                  </a:lnTo>
                  <a:lnTo>
                    <a:pt x="70469" y="60212"/>
                  </a:lnTo>
                  <a:lnTo>
                    <a:pt x="70123" y="60351"/>
                  </a:lnTo>
                  <a:lnTo>
                    <a:pt x="69822" y="60346"/>
                  </a:lnTo>
                  <a:lnTo>
                    <a:pt x="69287" y="61270"/>
                  </a:lnTo>
                  <a:lnTo>
                    <a:pt x="67728" y="61551"/>
                  </a:lnTo>
                  <a:lnTo>
                    <a:pt x="67545" y="62029"/>
                  </a:lnTo>
                  <a:lnTo>
                    <a:pt x="67259" y="62585"/>
                  </a:lnTo>
                  <a:lnTo>
                    <a:pt x="67031" y="62721"/>
                  </a:lnTo>
                  <a:lnTo>
                    <a:pt x="66327" y="62501"/>
                  </a:lnTo>
                  <a:lnTo>
                    <a:pt x="65354" y="62379"/>
                  </a:lnTo>
                  <a:lnTo>
                    <a:pt x="64796" y="62684"/>
                  </a:lnTo>
                  <a:lnTo>
                    <a:pt x="64125" y="62852"/>
                  </a:lnTo>
                  <a:lnTo>
                    <a:pt x="63307" y="62903"/>
                  </a:lnTo>
                  <a:lnTo>
                    <a:pt x="62395" y="63511"/>
                  </a:lnTo>
                  <a:lnTo>
                    <a:pt x="61505" y="64579"/>
                  </a:lnTo>
                  <a:lnTo>
                    <a:pt x="61004" y="65521"/>
                  </a:lnTo>
                  <a:lnTo>
                    <a:pt x="60736" y="65860"/>
                  </a:lnTo>
                  <a:lnTo>
                    <a:pt x="60299" y="64975"/>
                  </a:lnTo>
                  <a:lnTo>
                    <a:pt x="59766" y="64368"/>
                  </a:lnTo>
                  <a:lnTo>
                    <a:pt x="59388" y="64054"/>
                  </a:lnTo>
                  <a:lnTo>
                    <a:pt x="59051" y="64053"/>
                  </a:lnTo>
                  <a:lnTo>
                    <a:pt x="58962" y="64182"/>
                  </a:lnTo>
                  <a:lnTo>
                    <a:pt x="58961" y="64645"/>
                  </a:lnTo>
                  <a:lnTo>
                    <a:pt x="59322" y="65414"/>
                  </a:lnTo>
                  <a:lnTo>
                    <a:pt x="59768" y="65938"/>
                  </a:lnTo>
                  <a:lnTo>
                    <a:pt x="59839" y="66325"/>
                  </a:lnTo>
                  <a:lnTo>
                    <a:pt x="60078" y="67030"/>
                  </a:lnTo>
                  <a:lnTo>
                    <a:pt x="60728" y="67800"/>
                  </a:lnTo>
                  <a:lnTo>
                    <a:pt x="61747" y="68410"/>
                  </a:lnTo>
                  <a:lnTo>
                    <a:pt x="62442" y="69011"/>
                  </a:lnTo>
                  <a:lnTo>
                    <a:pt x="62956" y="69844"/>
                  </a:lnTo>
                  <a:lnTo>
                    <a:pt x="62961" y="70100"/>
                  </a:lnTo>
                  <a:lnTo>
                    <a:pt x="62820" y="70440"/>
                  </a:lnTo>
                  <a:lnTo>
                    <a:pt x="62577" y="70760"/>
                  </a:lnTo>
                  <a:lnTo>
                    <a:pt x="62372" y="71178"/>
                  </a:lnTo>
                  <a:lnTo>
                    <a:pt x="61807" y="72022"/>
                  </a:lnTo>
                  <a:lnTo>
                    <a:pt x="61974" y="72391"/>
                  </a:lnTo>
                  <a:lnTo>
                    <a:pt x="62436" y="72857"/>
                  </a:lnTo>
                  <a:lnTo>
                    <a:pt x="62845" y="73416"/>
                  </a:lnTo>
                  <a:lnTo>
                    <a:pt x="63370" y="74320"/>
                  </a:lnTo>
                  <a:lnTo>
                    <a:pt x="64092" y="75905"/>
                  </a:lnTo>
                  <a:lnTo>
                    <a:pt x="64557" y="76557"/>
                  </a:lnTo>
                  <a:lnTo>
                    <a:pt x="65188" y="77230"/>
                  </a:lnTo>
                  <a:lnTo>
                    <a:pt x="65808" y="77745"/>
                  </a:lnTo>
                  <a:lnTo>
                    <a:pt x="66785" y="77729"/>
                  </a:lnTo>
                  <a:lnTo>
                    <a:pt x="67798" y="78710"/>
                  </a:lnTo>
                  <a:lnTo>
                    <a:pt x="68903" y="80130"/>
                  </a:lnTo>
                  <a:lnTo>
                    <a:pt x="69729" y="80781"/>
                  </a:lnTo>
                  <a:lnTo>
                    <a:pt x="70305" y="80979"/>
                  </a:lnTo>
                  <a:lnTo>
                    <a:pt x="70781" y="81490"/>
                  </a:lnTo>
                  <a:lnTo>
                    <a:pt x="71203" y="82225"/>
                  </a:lnTo>
                  <a:lnTo>
                    <a:pt x="71369" y="82651"/>
                  </a:lnTo>
                  <a:lnTo>
                    <a:pt x="71743" y="82958"/>
                  </a:lnTo>
                  <a:lnTo>
                    <a:pt x="72754" y="82901"/>
                  </a:lnTo>
                  <a:lnTo>
                    <a:pt x="74053" y="84058"/>
                  </a:lnTo>
                  <a:lnTo>
                    <a:pt x="74857" y="84905"/>
                  </a:lnTo>
                  <a:lnTo>
                    <a:pt x="75281" y="85589"/>
                  </a:lnTo>
                  <a:lnTo>
                    <a:pt x="75169" y="85860"/>
                  </a:lnTo>
                  <a:lnTo>
                    <a:pt x="75118" y="86712"/>
                  </a:lnTo>
                  <a:lnTo>
                    <a:pt x="75131" y="87615"/>
                  </a:lnTo>
                  <a:lnTo>
                    <a:pt x="75003" y="88092"/>
                  </a:lnTo>
                  <a:lnTo>
                    <a:pt x="74422" y="88721"/>
                  </a:lnTo>
                  <a:lnTo>
                    <a:pt x="74122" y="88855"/>
                  </a:lnTo>
                  <a:lnTo>
                    <a:pt x="73961" y="88991"/>
                  </a:lnTo>
                  <a:lnTo>
                    <a:pt x="72177" y="88171"/>
                  </a:lnTo>
                  <a:lnTo>
                    <a:pt x="71924" y="88412"/>
                  </a:lnTo>
                  <a:lnTo>
                    <a:pt x="71446" y="90789"/>
                  </a:lnTo>
                  <a:lnTo>
                    <a:pt x="71117" y="91246"/>
                  </a:lnTo>
                  <a:lnTo>
                    <a:pt x="70628" y="91666"/>
                  </a:lnTo>
                  <a:lnTo>
                    <a:pt x="69609" y="92075"/>
                  </a:lnTo>
                  <a:lnTo>
                    <a:pt x="68902" y="92242"/>
                  </a:lnTo>
                  <a:lnTo>
                    <a:pt x="68350" y="92449"/>
                  </a:lnTo>
                  <a:lnTo>
                    <a:pt x="66603" y="93445"/>
                  </a:lnTo>
                  <a:lnTo>
                    <a:pt x="65816" y="94043"/>
                  </a:lnTo>
                  <a:lnTo>
                    <a:pt x="65306" y="94794"/>
                  </a:lnTo>
                  <a:lnTo>
                    <a:pt x="65303" y="95226"/>
                  </a:lnTo>
                  <a:lnTo>
                    <a:pt x="66153" y="96498"/>
                  </a:lnTo>
                  <a:lnTo>
                    <a:pt x="67133" y="97812"/>
                  </a:lnTo>
                  <a:lnTo>
                    <a:pt x="67140" y="98967"/>
                  </a:lnTo>
                  <a:lnTo>
                    <a:pt x="66706" y="99832"/>
                  </a:lnTo>
                  <a:lnTo>
                    <a:pt x="66605" y="100165"/>
                  </a:lnTo>
                  <a:lnTo>
                    <a:pt x="66893" y="100291"/>
                  </a:lnTo>
                  <a:lnTo>
                    <a:pt x="67436" y="100339"/>
                  </a:lnTo>
                  <a:lnTo>
                    <a:pt x="67891" y="100488"/>
                  </a:lnTo>
                  <a:lnTo>
                    <a:pt x="68085" y="101096"/>
                  </a:lnTo>
                  <a:lnTo>
                    <a:pt x="68027" y="102156"/>
                  </a:lnTo>
                  <a:lnTo>
                    <a:pt x="67872" y="103148"/>
                  </a:lnTo>
                  <a:lnTo>
                    <a:pt x="67709" y="103566"/>
                  </a:lnTo>
                  <a:lnTo>
                    <a:pt x="67271" y="103599"/>
                  </a:lnTo>
                  <a:lnTo>
                    <a:pt x="66427" y="103170"/>
                  </a:lnTo>
                  <a:lnTo>
                    <a:pt x="65770" y="102672"/>
                  </a:lnTo>
                  <a:lnTo>
                    <a:pt x="65518" y="102365"/>
                  </a:lnTo>
                  <a:lnTo>
                    <a:pt x="65503" y="101999"/>
                  </a:lnTo>
                  <a:lnTo>
                    <a:pt x="65645" y="101767"/>
                  </a:lnTo>
                  <a:lnTo>
                    <a:pt x="65410" y="101316"/>
                  </a:lnTo>
                  <a:lnTo>
                    <a:pt x="64601" y="100898"/>
                  </a:lnTo>
                  <a:lnTo>
                    <a:pt x="63734" y="101080"/>
                  </a:lnTo>
                  <a:lnTo>
                    <a:pt x="63094" y="101361"/>
                  </a:lnTo>
                  <a:lnTo>
                    <a:pt x="62681" y="101345"/>
                  </a:lnTo>
                  <a:lnTo>
                    <a:pt x="62235" y="100943"/>
                  </a:lnTo>
                  <a:lnTo>
                    <a:pt x="61548" y="100635"/>
                  </a:lnTo>
                  <a:lnTo>
                    <a:pt x="60651" y="100432"/>
                  </a:lnTo>
                  <a:lnTo>
                    <a:pt x="60092" y="100216"/>
                  </a:lnTo>
                  <a:lnTo>
                    <a:pt x="59975" y="100344"/>
                  </a:lnTo>
                  <a:lnTo>
                    <a:pt x="60041" y="101214"/>
                  </a:lnTo>
                  <a:lnTo>
                    <a:pt x="59869" y="101593"/>
                  </a:lnTo>
                  <a:lnTo>
                    <a:pt x="55433" y="102096"/>
                  </a:lnTo>
                  <a:lnTo>
                    <a:pt x="54081" y="102566"/>
                  </a:lnTo>
                  <a:lnTo>
                    <a:pt x="53097" y="103175"/>
                  </a:lnTo>
                  <a:lnTo>
                    <a:pt x="52369" y="103439"/>
                  </a:lnTo>
                  <a:lnTo>
                    <a:pt x="52191" y="103815"/>
                  </a:lnTo>
                  <a:lnTo>
                    <a:pt x="51470" y="104308"/>
                  </a:lnTo>
                  <a:lnTo>
                    <a:pt x="50656" y="104465"/>
                  </a:lnTo>
                  <a:lnTo>
                    <a:pt x="50461" y="104303"/>
                  </a:lnTo>
                  <a:lnTo>
                    <a:pt x="49939" y="104531"/>
                  </a:lnTo>
                  <a:lnTo>
                    <a:pt x="49049" y="104751"/>
                  </a:lnTo>
                  <a:lnTo>
                    <a:pt x="48470" y="104681"/>
                  </a:lnTo>
                  <a:lnTo>
                    <a:pt x="48199" y="104282"/>
                  </a:lnTo>
                  <a:lnTo>
                    <a:pt x="47648" y="103672"/>
                  </a:lnTo>
                  <a:lnTo>
                    <a:pt x="47427" y="103249"/>
                  </a:lnTo>
                  <a:lnTo>
                    <a:pt x="47450" y="102978"/>
                  </a:lnTo>
                  <a:lnTo>
                    <a:pt x="46207" y="102924"/>
                  </a:lnTo>
                  <a:lnTo>
                    <a:pt x="45422" y="102602"/>
                  </a:lnTo>
                  <a:lnTo>
                    <a:pt x="43758" y="102677"/>
                  </a:lnTo>
                  <a:lnTo>
                    <a:pt x="43348" y="102541"/>
                  </a:lnTo>
                  <a:lnTo>
                    <a:pt x="43262" y="102687"/>
                  </a:lnTo>
                  <a:lnTo>
                    <a:pt x="43012" y="104418"/>
                  </a:lnTo>
                  <a:lnTo>
                    <a:pt x="42683" y="105128"/>
                  </a:lnTo>
                  <a:lnTo>
                    <a:pt x="42150" y="105862"/>
                  </a:lnTo>
                  <a:lnTo>
                    <a:pt x="41467" y="106271"/>
                  </a:lnTo>
                  <a:lnTo>
                    <a:pt x="40922" y="106345"/>
                  </a:lnTo>
                  <a:lnTo>
                    <a:pt x="40948" y="105810"/>
                  </a:lnTo>
                  <a:lnTo>
                    <a:pt x="41086" y="105165"/>
                  </a:lnTo>
                  <a:lnTo>
                    <a:pt x="40693" y="105014"/>
                  </a:lnTo>
                  <a:lnTo>
                    <a:pt x="40104" y="104940"/>
                  </a:lnTo>
                  <a:lnTo>
                    <a:pt x="39818" y="104748"/>
                  </a:lnTo>
                  <a:lnTo>
                    <a:pt x="39893" y="104257"/>
                  </a:lnTo>
                  <a:lnTo>
                    <a:pt x="39757" y="103970"/>
                  </a:lnTo>
                  <a:lnTo>
                    <a:pt x="39513" y="103629"/>
                  </a:lnTo>
                  <a:lnTo>
                    <a:pt x="38922" y="103186"/>
                  </a:lnTo>
                  <a:lnTo>
                    <a:pt x="37669" y="102531"/>
                  </a:lnTo>
                  <a:lnTo>
                    <a:pt x="36815" y="102207"/>
                  </a:lnTo>
                  <a:lnTo>
                    <a:pt x="36496" y="102552"/>
                  </a:lnTo>
                  <a:lnTo>
                    <a:pt x="35885" y="102899"/>
                  </a:lnTo>
                  <a:lnTo>
                    <a:pt x="34923" y="102785"/>
                  </a:lnTo>
                  <a:lnTo>
                    <a:pt x="34688" y="102922"/>
                  </a:lnTo>
                  <a:lnTo>
                    <a:pt x="33041" y="101880"/>
                  </a:lnTo>
                  <a:lnTo>
                    <a:pt x="31459" y="100879"/>
                  </a:lnTo>
                  <a:lnTo>
                    <a:pt x="30937" y="100879"/>
                  </a:lnTo>
                  <a:lnTo>
                    <a:pt x="28538" y="100991"/>
                  </a:lnTo>
                  <a:lnTo>
                    <a:pt x="28132" y="100420"/>
                  </a:lnTo>
                  <a:lnTo>
                    <a:pt x="27772" y="100240"/>
                  </a:lnTo>
                  <a:lnTo>
                    <a:pt x="27555" y="100332"/>
                  </a:lnTo>
                  <a:lnTo>
                    <a:pt x="27410" y="100498"/>
                  </a:lnTo>
                  <a:lnTo>
                    <a:pt x="27160" y="100470"/>
                  </a:lnTo>
                  <a:lnTo>
                    <a:pt x="26115" y="99548"/>
                  </a:lnTo>
                  <a:lnTo>
                    <a:pt x="25687" y="99416"/>
                  </a:lnTo>
                  <a:lnTo>
                    <a:pt x="25093" y="99537"/>
                  </a:lnTo>
                  <a:lnTo>
                    <a:pt x="24392" y="100033"/>
                  </a:lnTo>
                  <a:lnTo>
                    <a:pt x="24086" y="100641"/>
                  </a:lnTo>
                  <a:lnTo>
                    <a:pt x="24179" y="100991"/>
                  </a:lnTo>
                  <a:lnTo>
                    <a:pt x="24543" y="101143"/>
                  </a:lnTo>
                  <a:lnTo>
                    <a:pt x="25495" y="101041"/>
                  </a:lnTo>
                  <a:lnTo>
                    <a:pt x="25634" y="101141"/>
                  </a:lnTo>
                  <a:lnTo>
                    <a:pt x="25667" y="101338"/>
                  </a:lnTo>
                  <a:lnTo>
                    <a:pt x="25562" y="101530"/>
                  </a:lnTo>
                  <a:lnTo>
                    <a:pt x="24788" y="101688"/>
                  </a:lnTo>
                  <a:lnTo>
                    <a:pt x="24564" y="101918"/>
                  </a:lnTo>
                  <a:lnTo>
                    <a:pt x="24338" y="101975"/>
                  </a:lnTo>
                  <a:lnTo>
                    <a:pt x="24193" y="102010"/>
                  </a:lnTo>
                  <a:lnTo>
                    <a:pt x="23371" y="101769"/>
                  </a:lnTo>
                  <a:lnTo>
                    <a:pt x="22145" y="101769"/>
                  </a:lnTo>
                  <a:lnTo>
                    <a:pt x="21156" y="102198"/>
                  </a:lnTo>
                  <a:lnTo>
                    <a:pt x="19579" y="102369"/>
                  </a:lnTo>
                  <a:lnTo>
                    <a:pt x="17412" y="102286"/>
                  </a:lnTo>
                  <a:lnTo>
                    <a:pt x="16633" y="101967"/>
                  </a:lnTo>
                  <a:lnTo>
                    <a:pt x="16158" y="101774"/>
                  </a:lnTo>
                  <a:lnTo>
                    <a:pt x="15817" y="100835"/>
                  </a:lnTo>
                  <a:lnTo>
                    <a:pt x="15904" y="99444"/>
                  </a:lnTo>
                  <a:lnTo>
                    <a:pt x="16421" y="97602"/>
                  </a:lnTo>
                  <a:lnTo>
                    <a:pt x="16565" y="96250"/>
                  </a:lnTo>
                  <a:lnTo>
                    <a:pt x="16335" y="95389"/>
                  </a:lnTo>
                  <a:lnTo>
                    <a:pt x="16642" y="94099"/>
                  </a:lnTo>
                  <a:lnTo>
                    <a:pt x="17484" y="92380"/>
                  </a:lnTo>
                  <a:lnTo>
                    <a:pt x="18047" y="90567"/>
                  </a:lnTo>
                  <a:lnTo>
                    <a:pt x="18328" y="88659"/>
                  </a:lnTo>
                  <a:lnTo>
                    <a:pt x="18736" y="87415"/>
                  </a:lnTo>
                  <a:lnTo>
                    <a:pt x="19538" y="86543"/>
                  </a:lnTo>
                  <a:lnTo>
                    <a:pt x="21442" y="84106"/>
                  </a:lnTo>
                  <a:lnTo>
                    <a:pt x="21597" y="83922"/>
                  </a:lnTo>
                  <a:lnTo>
                    <a:pt x="21545" y="82707"/>
                  </a:lnTo>
                  <a:lnTo>
                    <a:pt x="21032" y="82535"/>
                  </a:lnTo>
                  <a:lnTo>
                    <a:pt x="20281" y="82186"/>
                  </a:lnTo>
                  <a:lnTo>
                    <a:pt x="18370" y="81754"/>
                  </a:lnTo>
                  <a:lnTo>
                    <a:pt x="16588" y="81477"/>
                  </a:lnTo>
                  <a:lnTo>
                    <a:pt x="15780" y="81134"/>
                  </a:lnTo>
                  <a:lnTo>
                    <a:pt x="15071" y="80215"/>
                  </a:lnTo>
                  <a:lnTo>
                    <a:pt x="14632" y="80203"/>
                  </a:lnTo>
                  <a:lnTo>
                    <a:pt x="13773" y="80531"/>
                  </a:lnTo>
                  <a:lnTo>
                    <a:pt x="12700" y="80753"/>
                  </a:lnTo>
                  <a:lnTo>
                    <a:pt x="11919" y="80559"/>
                  </a:lnTo>
                  <a:lnTo>
                    <a:pt x="11430" y="80597"/>
                  </a:lnTo>
                  <a:lnTo>
                    <a:pt x="11156" y="80766"/>
                  </a:lnTo>
                  <a:lnTo>
                    <a:pt x="11018" y="80617"/>
                  </a:lnTo>
                  <a:lnTo>
                    <a:pt x="10822" y="79829"/>
                  </a:lnTo>
                  <a:lnTo>
                    <a:pt x="10414" y="79624"/>
                  </a:lnTo>
                  <a:lnTo>
                    <a:pt x="9779" y="79444"/>
                  </a:lnTo>
                  <a:lnTo>
                    <a:pt x="9385" y="79521"/>
                  </a:lnTo>
                  <a:lnTo>
                    <a:pt x="9112" y="79912"/>
                  </a:lnTo>
                  <a:lnTo>
                    <a:pt x="8692" y="80188"/>
                  </a:lnTo>
                  <a:lnTo>
                    <a:pt x="8305" y="80098"/>
                  </a:lnTo>
                  <a:lnTo>
                    <a:pt x="7096" y="78281"/>
                  </a:lnTo>
                  <a:lnTo>
                    <a:pt x="6785" y="77879"/>
                  </a:lnTo>
                  <a:lnTo>
                    <a:pt x="6705" y="77510"/>
                  </a:lnTo>
                  <a:lnTo>
                    <a:pt x="6402" y="76833"/>
                  </a:lnTo>
                  <a:lnTo>
                    <a:pt x="5682" y="76161"/>
                  </a:lnTo>
                  <a:lnTo>
                    <a:pt x="4964" y="75948"/>
                  </a:lnTo>
                  <a:lnTo>
                    <a:pt x="4605" y="76024"/>
                  </a:lnTo>
                  <a:lnTo>
                    <a:pt x="4644" y="75187"/>
                  </a:lnTo>
                  <a:lnTo>
                    <a:pt x="4927" y="73975"/>
                  </a:lnTo>
                  <a:lnTo>
                    <a:pt x="5196" y="73342"/>
                  </a:lnTo>
                  <a:lnTo>
                    <a:pt x="5554" y="72825"/>
                  </a:lnTo>
                  <a:lnTo>
                    <a:pt x="5934" y="72466"/>
                  </a:lnTo>
                  <a:lnTo>
                    <a:pt x="6019" y="71816"/>
                  </a:lnTo>
                  <a:lnTo>
                    <a:pt x="5958" y="71201"/>
                  </a:lnTo>
                  <a:lnTo>
                    <a:pt x="5519" y="71106"/>
                  </a:lnTo>
                  <a:lnTo>
                    <a:pt x="4419" y="70651"/>
                  </a:lnTo>
                  <a:lnTo>
                    <a:pt x="3770" y="70173"/>
                  </a:lnTo>
                  <a:lnTo>
                    <a:pt x="3286" y="69574"/>
                  </a:lnTo>
                  <a:lnTo>
                    <a:pt x="2655" y="68749"/>
                  </a:lnTo>
                  <a:lnTo>
                    <a:pt x="2386" y="67911"/>
                  </a:lnTo>
                  <a:lnTo>
                    <a:pt x="2372" y="67076"/>
                  </a:lnTo>
                  <a:lnTo>
                    <a:pt x="2450" y="66703"/>
                  </a:lnTo>
                  <a:lnTo>
                    <a:pt x="2495" y="66447"/>
                  </a:lnTo>
                  <a:lnTo>
                    <a:pt x="3004" y="65145"/>
                  </a:lnTo>
                  <a:lnTo>
                    <a:pt x="4796" y="63981"/>
                  </a:lnTo>
                  <a:lnTo>
                    <a:pt x="4599" y="62808"/>
                  </a:lnTo>
                  <a:lnTo>
                    <a:pt x="4573" y="62089"/>
                  </a:lnTo>
                  <a:lnTo>
                    <a:pt x="4138" y="61619"/>
                  </a:lnTo>
                  <a:lnTo>
                    <a:pt x="3268" y="61429"/>
                  </a:lnTo>
                  <a:lnTo>
                    <a:pt x="3038" y="61103"/>
                  </a:lnTo>
                  <a:lnTo>
                    <a:pt x="2941" y="60784"/>
                  </a:lnTo>
                  <a:lnTo>
                    <a:pt x="3580" y="60068"/>
                  </a:lnTo>
                  <a:lnTo>
                    <a:pt x="2809" y="59502"/>
                  </a:lnTo>
                  <a:lnTo>
                    <a:pt x="2477" y="58916"/>
                  </a:lnTo>
                  <a:lnTo>
                    <a:pt x="1404" y="58177"/>
                  </a:lnTo>
                  <a:lnTo>
                    <a:pt x="1290" y="57923"/>
                  </a:lnTo>
                  <a:lnTo>
                    <a:pt x="1806" y="55769"/>
                  </a:lnTo>
                  <a:lnTo>
                    <a:pt x="1412" y="55141"/>
                  </a:lnTo>
                  <a:lnTo>
                    <a:pt x="922" y="54820"/>
                  </a:lnTo>
                  <a:lnTo>
                    <a:pt x="352" y="54663"/>
                  </a:lnTo>
                  <a:lnTo>
                    <a:pt x="91" y="54364"/>
                  </a:lnTo>
                  <a:lnTo>
                    <a:pt x="0" y="54022"/>
                  </a:lnTo>
                  <a:lnTo>
                    <a:pt x="102" y="53810"/>
                  </a:lnTo>
                  <a:lnTo>
                    <a:pt x="773" y="53873"/>
                  </a:lnTo>
                  <a:lnTo>
                    <a:pt x="979" y="53652"/>
                  </a:lnTo>
                  <a:lnTo>
                    <a:pt x="2577" y="52386"/>
                  </a:lnTo>
                  <a:lnTo>
                    <a:pt x="2643" y="52143"/>
                  </a:lnTo>
                  <a:lnTo>
                    <a:pt x="2420" y="52006"/>
                  </a:lnTo>
                  <a:lnTo>
                    <a:pt x="2127" y="51932"/>
                  </a:lnTo>
                  <a:lnTo>
                    <a:pt x="2055" y="51667"/>
                  </a:lnTo>
                  <a:lnTo>
                    <a:pt x="2065" y="51317"/>
                  </a:lnTo>
                  <a:lnTo>
                    <a:pt x="2920" y="49493"/>
                  </a:lnTo>
                  <a:lnTo>
                    <a:pt x="3172" y="48716"/>
                  </a:lnTo>
                  <a:lnTo>
                    <a:pt x="3229" y="48166"/>
                  </a:lnTo>
                  <a:lnTo>
                    <a:pt x="3176" y="47623"/>
                  </a:lnTo>
                  <a:lnTo>
                    <a:pt x="2687" y="46770"/>
                  </a:lnTo>
                  <a:lnTo>
                    <a:pt x="2209" y="46089"/>
                  </a:lnTo>
                  <a:lnTo>
                    <a:pt x="2193" y="45547"/>
                  </a:lnTo>
                  <a:lnTo>
                    <a:pt x="1846" y="45261"/>
                  </a:lnTo>
                  <a:lnTo>
                    <a:pt x="861" y="43809"/>
                  </a:lnTo>
                  <a:lnTo>
                    <a:pt x="862" y="43247"/>
                  </a:lnTo>
                  <a:lnTo>
                    <a:pt x="1420" y="42810"/>
                  </a:lnTo>
                  <a:lnTo>
                    <a:pt x="2197" y="42532"/>
                  </a:lnTo>
                  <a:lnTo>
                    <a:pt x="2456" y="42302"/>
                  </a:lnTo>
                  <a:lnTo>
                    <a:pt x="2923" y="42158"/>
                  </a:lnTo>
                  <a:lnTo>
                    <a:pt x="4158" y="42577"/>
                  </a:lnTo>
                  <a:lnTo>
                    <a:pt x="4712" y="42940"/>
                  </a:lnTo>
                  <a:lnTo>
                    <a:pt x="4868" y="42865"/>
                  </a:lnTo>
                  <a:lnTo>
                    <a:pt x="5368" y="42470"/>
                  </a:lnTo>
                  <a:lnTo>
                    <a:pt x="6244" y="42532"/>
                  </a:lnTo>
                  <a:lnTo>
                    <a:pt x="8365" y="41738"/>
                  </a:lnTo>
                  <a:lnTo>
                    <a:pt x="8681" y="41355"/>
                  </a:lnTo>
                  <a:lnTo>
                    <a:pt x="8920" y="40950"/>
                  </a:lnTo>
                  <a:lnTo>
                    <a:pt x="8939" y="40771"/>
                  </a:lnTo>
                  <a:lnTo>
                    <a:pt x="8118" y="39990"/>
                  </a:lnTo>
                  <a:lnTo>
                    <a:pt x="8093" y="39701"/>
                  </a:lnTo>
                  <a:lnTo>
                    <a:pt x="8202" y="39376"/>
                  </a:lnTo>
                  <a:lnTo>
                    <a:pt x="8434" y="39118"/>
                  </a:lnTo>
                  <a:lnTo>
                    <a:pt x="8920" y="38943"/>
                  </a:lnTo>
                  <a:lnTo>
                    <a:pt x="9437" y="38601"/>
                  </a:lnTo>
                  <a:lnTo>
                    <a:pt x="10593" y="37628"/>
                  </a:lnTo>
                  <a:lnTo>
                    <a:pt x="10994" y="36784"/>
                  </a:lnTo>
                  <a:lnTo>
                    <a:pt x="11117" y="35871"/>
                  </a:lnTo>
                  <a:lnTo>
                    <a:pt x="11141" y="35191"/>
                  </a:lnTo>
                  <a:lnTo>
                    <a:pt x="10826" y="34651"/>
                  </a:lnTo>
                  <a:lnTo>
                    <a:pt x="10507" y="34301"/>
                  </a:lnTo>
                  <a:lnTo>
                    <a:pt x="10071" y="34354"/>
                  </a:lnTo>
                  <a:lnTo>
                    <a:pt x="9224" y="34326"/>
                  </a:lnTo>
                  <a:lnTo>
                    <a:pt x="8432" y="34023"/>
                  </a:lnTo>
                  <a:lnTo>
                    <a:pt x="7998" y="33532"/>
                  </a:lnTo>
                  <a:lnTo>
                    <a:pt x="7891" y="33100"/>
                  </a:lnTo>
                  <a:lnTo>
                    <a:pt x="8087" y="32828"/>
                  </a:lnTo>
                  <a:lnTo>
                    <a:pt x="8147" y="32494"/>
                  </a:lnTo>
                  <a:lnTo>
                    <a:pt x="8021" y="32159"/>
                  </a:lnTo>
                  <a:lnTo>
                    <a:pt x="8072" y="31877"/>
                  </a:lnTo>
                  <a:lnTo>
                    <a:pt x="8428" y="31651"/>
                  </a:lnTo>
                  <a:lnTo>
                    <a:pt x="10933" y="31658"/>
                  </a:lnTo>
                  <a:lnTo>
                    <a:pt x="11121" y="31409"/>
                  </a:lnTo>
                  <a:lnTo>
                    <a:pt x="11290" y="30107"/>
                  </a:lnTo>
                  <a:lnTo>
                    <a:pt x="11916" y="28123"/>
                  </a:lnTo>
                  <a:lnTo>
                    <a:pt x="12506" y="27018"/>
                  </a:lnTo>
                  <a:lnTo>
                    <a:pt x="12605" y="26554"/>
                  </a:lnTo>
                  <a:lnTo>
                    <a:pt x="12596" y="23936"/>
                  </a:lnTo>
                  <a:lnTo>
                    <a:pt x="12675" y="22610"/>
                  </a:lnTo>
                  <a:lnTo>
                    <a:pt x="12247" y="21986"/>
                  </a:lnTo>
                  <a:lnTo>
                    <a:pt x="11313" y="21305"/>
                  </a:lnTo>
                  <a:lnTo>
                    <a:pt x="11511" y="19885"/>
                  </a:lnTo>
                  <a:lnTo>
                    <a:pt x="11822" y="18778"/>
                  </a:lnTo>
                  <a:lnTo>
                    <a:pt x="12761" y="17417"/>
                  </a:lnTo>
                  <a:lnTo>
                    <a:pt x="13507" y="17043"/>
                  </a:lnTo>
                  <a:lnTo>
                    <a:pt x="16761" y="16821"/>
                  </a:lnTo>
                  <a:lnTo>
                    <a:pt x="20357" y="16913"/>
                  </a:lnTo>
                  <a:lnTo>
                    <a:pt x="21850" y="18967"/>
                  </a:lnTo>
                  <a:lnTo>
                    <a:pt x="21296" y="20024"/>
                  </a:lnTo>
                  <a:lnTo>
                    <a:pt x="22169" y="20515"/>
                  </a:lnTo>
                  <a:lnTo>
                    <a:pt x="22589" y="20336"/>
                  </a:lnTo>
                  <a:lnTo>
                    <a:pt x="22909" y="19417"/>
                  </a:lnTo>
                  <a:lnTo>
                    <a:pt x="23122" y="18399"/>
                  </a:lnTo>
                  <a:lnTo>
                    <a:pt x="23428" y="18092"/>
                  </a:lnTo>
                  <a:lnTo>
                    <a:pt x="24539" y="18852"/>
                  </a:lnTo>
                  <a:lnTo>
                    <a:pt x="24930" y="19373"/>
                  </a:lnTo>
                  <a:lnTo>
                    <a:pt x="24954" y="21048"/>
                  </a:lnTo>
                  <a:lnTo>
                    <a:pt x="25364" y="18779"/>
                  </a:lnTo>
                  <a:lnTo>
                    <a:pt x="25059" y="17191"/>
                  </a:lnTo>
                  <a:lnTo>
                    <a:pt x="25268" y="15652"/>
                  </a:lnTo>
                  <a:lnTo>
                    <a:pt x="25715" y="14852"/>
                  </a:lnTo>
                  <a:lnTo>
                    <a:pt x="26125" y="14342"/>
                  </a:lnTo>
                  <a:lnTo>
                    <a:pt x="28763" y="14891"/>
                  </a:lnTo>
                  <a:lnTo>
                    <a:pt x="31675" y="14608"/>
                  </a:lnTo>
                  <a:lnTo>
                    <a:pt x="32776" y="15201"/>
                  </a:lnTo>
                  <a:lnTo>
                    <a:pt x="35268" y="18171"/>
                  </a:lnTo>
                  <a:lnTo>
                    <a:pt x="36098" y="18658"/>
                  </a:lnTo>
                  <a:lnTo>
                    <a:pt x="37147" y="18811"/>
                  </a:lnTo>
                  <a:lnTo>
                    <a:pt x="35702" y="18175"/>
                  </a:lnTo>
                  <a:lnTo>
                    <a:pt x="32682" y="14564"/>
                  </a:lnTo>
                  <a:lnTo>
                    <a:pt x="31777" y="14116"/>
                  </a:lnTo>
                  <a:lnTo>
                    <a:pt x="30389" y="13981"/>
                  </a:lnTo>
                  <a:lnTo>
                    <a:pt x="29523" y="13628"/>
                  </a:lnTo>
                  <a:lnTo>
                    <a:pt x="28977" y="13082"/>
                  </a:lnTo>
                  <a:lnTo>
                    <a:pt x="28817" y="12595"/>
                  </a:lnTo>
                  <a:lnTo>
                    <a:pt x="28847" y="8961"/>
                  </a:lnTo>
                  <a:lnTo>
                    <a:pt x="28326" y="8421"/>
                  </a:lnTo>
                  <a:lnTo>
                    <a:pt x="27652" y="8233"/>
                  </a:lnTo>
                  <a:lnTo>
                    <a:pt x="27233" y="8481"/>
                  </a:lnTo>
                  <a:lnTo>
                    <a:pt x="26371" y="8485"/>
                  </a:lnTo>
                  <a:lnTo>
                    <a:pt x="26189" y="7662"/>
                  </a:lnTo>
                  <a:lnTo>
                    <a:pt x="26400" y="7052"/>
                  </a:lnTo>
                  <a:lnTo>
                    <a:pt x="28132" y="6636"/>
                  </a:lnTo>
                  <a:lnTo>
                    <a:pt x="29274" y="6077"/>
                  </a:lnTo>
                  <a:lnTo>
                    <a:pt x="29325" y="5090"/>
                  </a:lnTo>
                  <a:lnTo>
                    <a:pt x="28604" y="4315"/>
                  </a:lnTo>
                  <a:lnTo>
                    <a:pt x="27740" y="2892"/>
                  </a:lnTo>
                  <a:lnTo>
                    <a:pt x="26724" y="1554"/>
                  </a:lnTo>
                  <a:lnTo>
                    <a:pt x="26614" y="0"/>
                  </a:lnTo>
                  <a:lnTo>
                    <a:pt x="28379" y="30"/>
                  </a:lnTo>
                  <a:lnTo>
                    <a:pt x="28812" y="89"/>
                  </a:lnTo>
                  <a:lnTo>
                    <a:pt x="31488" y="817"/>
                  </a:lnTo>
                  <a:lnTo>
                    <a:pt x="32142" y="1329"/>
                  </a:lnTo>
                  <a:lnTo>
                    <a:pt x="32965" y="1353"/>
                  </a:lnTo>
                  <a:lnTo>
                    <a:pt x="34448" y="877"/>
                  </a:lnTo>
                  <a:lnTo>
                    <a:pt x="35556" y="668"/>
                  </a:lnTo>
                  <a:lnTo>
                    <a:pt x="35986" y="961"/>
                  </a:lnTo>
                  <a:lnTo>
                    <a:pt x="36589" y="108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4100947" y="1650600"/>
              <a:ext cx="3263" cy="4067"/>
            </a:xfrm>
            <a:custGeom>
              <a:avLst/>
              <a:pathLst>
                <a:path w="3263" h="4067">
                  <a:moveTo>
                    <a:pt x="218" y="3790"/>
                  </a:moveTo>
                  <a:lnTo>
                    <a:pt x="0" y="4067"/>
                  </a:lnTo>
                  <a:lnTo>
                    <a:pt x="104" y="2098"/>
                  </a:lnTo>
                  <a:lnTo>
                    <a:pt x="1140" y="0"/>
                  </a:lnTo>
                  <a:lnTo>
                    <a:pt x="1578" y="46"/>
                  </a:lnTo>
                  <a:lnTo>
                    <a:pt x="1129" y="613"/>
                  </a:lnTo>
                  <a:lnTo>
                    <a:pt x="1000" y="1010"/>
                  </a:lnTo>
                  <a:lnTo>
                    <a:pt x="818" y="1804"/>
                  </a:lnTo>
                  <a:lnTo>
                    <a:pt x="900" y="2216"/>
                  </a:lnTo>
                  <a:lnTo>
                    <a:pt x="3263" y="2329"/>
                  </a:lnTo>
                  <a:lnTo>
                    <a:pt x="2988" y="2696"/>
                  </a:lnTo>
                  <a:lnTo>
                    <a:pt x="593" y="294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4417694" y="2241295"/>
              <a:ext cx="15564" cy="24653"/>
            </a:xfrm>
            <a:custGeom>
              <a:avLst/>
              <a:pathLst>
                <a:path w="15564" h="24653">
                  <a:moveTo>
                    <a:pt x="14014" y="16860"/>
                  </a:moveTo>
                  <a:lnTo>
                    <a:pt x="13195" y="18730"/>
                  </a:lnTo>
                  <a:lnTo>
                    <a:pt x="12147" y="21120"/>
                  </a:lnTo>
                  <a:lnTo>
                    <a:pt x="10956" y="23840"/>
                  </a:lnTo>
                  <a:lnTo>
                    <a:pt x="10212" y="23859"/>
                  </a:lnTo>
                  <a:lnTo>
                    <a:pt x="9634" y="23701"/>
                  </a:lnTo>
                  <a:lnTo>
                    <a:pt x="9239" y="23240"/>
                  </a:lnTo>
                  <a:lnTo>
                    <a:pt x="8423" y="22738"/>
                  </a:lnTo>
                  <a:lnTo>
                    <a:pt x="7503" y="22704"/>
                  </a:lnTo>
                  <a:lnTo>
                    <a:pt x="6627" y="23174"/>
                  </a:lnTo>
                  <a:lnTo>
                    <a:pt x="5141" y="23758"/>
                  </a:lnTo>
                  <a:lnTo>
                    <a:pt x="3799" y="23948"/>
                  </a:lnTo>
                  <a:lnTo>
                    <a:pt x="2720" y="24272"/>
                  </a:lnTo>
                  <a:lnTo>
                    <a:pt x="1823" y="24653"/>
                  </a:lnTo>
                  <a:lnTo>
                    <a:pt x="1017" y="24447"/>
                  </a:lnTo>
                  <a:lnTo>
                    <a:pt x="317" y="24103"/>
                  </a:lnTo>
                  <a:lnTo>
                    <a:pt x="164" y="21211"/>
                  </a:lnTo>
                  <a:lnTo>
                    <a:pt x="0" y="18072"/>
                  </a:lnTo>
                  <a:lnTo>
                    <a:pt x="17" y="15614"/>
                  </a:lnTo>
                  <a:lnTo>
                    <a:pt x="265" y="14262"/>
                  </a:lnTo>
                  <a:lnTo>
                    <a:pt x="482" y="13736"/>
                  </a:lnTo>
                  <a:lnTo>
                    <a:pt x="1749" y="11865"/>
                  </a:lnTo>
                  <a:lnTo>
                    <a:pt x="2187" y="11105"/>
                  </a:lnTo>
                  <a:lnTo>
                    <a:pt x="3637" y="8012"/>
                  </a:lnTo>
                  <a:lnTo>
                    <a:pt x="4879" y="5360"/>
                  </a:lnTo>
                  <a:lnTo>
                    <a:pt x="5807" y="3378"/>
                  </a:lnTo>
                  <a:lnTo>
                    <a:pt x="6092" y="2987"/>
                  </a:lnTo>
                  <a:lnTo>
                    <a:pt x="6483" y="2611"/>
                  </a:lnTo>
                  <a:lnTo>
                    <a:pt x="6762" y="2719"/>
                  </a:lnTo>
                  <a:lnTo>
                    <a:pt x="8566" y="4631"/>
                  </a:lnTo>
                  <a:lnTo>
                    <a:pt x="8884" y="4578"/>
                  </a:lnTo>
                  <a:lnTo>
                    <a:pt x="9487" y="3985"/>
                  </a:lnTo>
                  <a:lnTo>
                    <a:pt x="10034" y="1942"/>
                  </a:lnTo>
                  <a:lnTo>
                    <a:pt x="10418" y="1196"/>
                  </a:lnTo>
                  <a:lnTo>
                    <a:pt x="10583" y="1217"/>
                  </a:lnTo>
                  <a:lnTo>
                    <a:pt x="11741" y="645"/>
                  </a:lnTo>
                  <a:lnTo>
                    <a:pt x="12791" y="0"/>
                  </a:lnTo>
                  <a:lnTo>
                    <a:pt x="12925" y="671"/>
                  </a:lnTo>
                  <a:lnTo>
                    <a:pt x="14512" y="3413"/>
                  </a:lnTo>
                  <a:lnTo>
                    <a:pt x="15031" y="4763"/>
                  </a:lnTo>
                  <a:lnTo>
                    <a:pt x="15564" y="7234"/>
                  </a:lnTo>
                  <a:lnTo>
                    <a:pt x="15285" y="8610"/>
                  </a:lnTo>
                  <a:lnTo>
                    <a:pt x="14873" y="9506"/>
                  </a:lnTo>
                  <a:lnTo>
                    <a:pt x="14261" y="10308"/>
                  </a:lnTo>
                  <a:lnTo>
                    <a:pt x="12141" y="12267"/>
                  </a:lnTo>
                  <a:lnTo>
                    <a:pt x="9786" y="13518"/>
                  </a:lnTo>
                  <a:lnTo>
                    <a:pt x="8281" y="16018"/>
                  </a:lnTo>
                  <a:lnTo>
                    <a:pt x="7163" y="15850"/>
                  </a:lnTo>
                  <a:lnTo>
                    <a:pt x="7333" y="16797"/>
                  </a:lnTo>
                  <a:lnTo>
                    <a:pt x="7749" y="16902"/>
                  </a:lnTo>
                  <a:lnTo>
                    <a:pt x="8402" y="16723"/>
                  </a:lnTo>
                  <a:lnTo>
                    <a:pt x="9698" y="15996"/>
                  </a:lnTo>
                  <a:lnTo>
                    <a:pt x="10850" y="15649"/>
                  </a:lnTo>
                  <a:lnTo>
                    <a:pt x="12092" y="15623"/>
                  </a:lnTo>
                  <a:lnTo>
                    <a:pt x="13217" y="1593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440906" y="2200504"/>
              <a:ext cx="2176" cy="5660"/>
            </a:xfrm>
            <a:custGeom>
              <a:avLst/>
              <a:pathLst>
                <a:path w="2176" h="5660">
                  <a:moveTo>
                    <a:pt x="1887" y="5357"/>
                  </a:moveTo>
                  <a:lnTo>
                    <a:pt x="1000" y="5660"/>
                  </a:lnTo>
                  <a:lnTo>
                    <a:pt x="619" y="3253"/>
                  </a:lnTo>
                  <a:lnTo>
                    <a:pt x="0" y="1505"/>
                  </a:lnTo>
                  <a:lnTo>
                    <a:pt x="106" y="413"/>
                  </a:lnTo>
                  <a:lnTo>
                    <a:pt x="218" y="0"/>
                  </a:lnTo>
                  <a:lnTo>
                    <a:pt x="1524" y="670"/>
                  </a:lnTo>
                  <a:lnTo>
                    <a:pt x="1929" y="1484"/>
                  </a:lnTo>
                  <a:lnTo>
                    <a:pt x="2176" y="362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4126972" y="1652092"/>
              <a:ext cx="6909" cy="4504"/>
            </a:xfrm>
            <a:custGeom>
              <a:avLst/>
              <a:pathLst>
                <a:path w="6909" h="4504">
                  <a:moveTo>
                    <a:pt x="3083" y="839"/>
                  </a:moveTo>
                  <a:lnTo>
                    <a:pt x="4757" y="1704"/>
                  </a:lnTo>
                  <a:lnTo>
                    <a:pt x="5889" y="1654"/>
                  </a:lnTo>
                  <a:lnTo>
                    <a:pt x="6660" y="2013"/>
                  </a:lnTo>
                  <a:lnTo>
                    <a:pt x="6844" y="2568"/>
                  </a:lnTo>
                  <a:lnTo>
                    <a:pt x="6909" y="3798"/>
                  </a:lnTo>
                  <a:lnTo>
                    <a:pt x="6100" y="4157"/>
                  </a:lnTo>
                  <a:lnTo>
                    <a:pt x="5207" y="4035"/>
                  </a:lnTo>
                  <a:lnTo>
                    <a:pt x="3991" y="4504"/>
                  </a:lnTo>
                  <a:lnTo>
                    <a:pt x="0" y="2492"/>
                  </a:lnTo>
                  <a:lnTo>
                    <a:pt x="58" y="815"/>
                  </a:lnTo>
                  <a:lnTo>
                    <a:pt x="218" y="156"/>
                  </a:lnTo>
                  <a:lnTo>
                    <a:pt x="2109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4119066" y="1651939"/>
              <a:ext cx="2885" cy="1751"/>
            </a:xfrm>
            <a:custGeom>
              <a:avLst/>
              <a:pathLst>
                <a:path w="2885" h="1751">
                  <a:moveTo>
                    <a:pt x="2691" y="1606"/>
                  </a:moveTo>
                  <a:lnTo>
                    <a:pt x="2056" y="1751"/>
                  </a:lnTo>
                  <a:lnTo>
                    <a:pt x="1330" y="1447"/>
                  </a:lnTo>
                  <a:lnTo>
                    <a:pt x="148" y="303"/>
                  </a:lnTo>
                  <a:lnTo>
                    <a:pt x="0" y="0"/>
                  </a:lnTo>
                  <a:lnTo>
                    <a:pt x="620" y="194"/>
                  </a:lnTo>
                  <a:lnTo>
                    <a:pt x="1391" y="792"/>
                  </a:lnTo>
                  <a:lnTo>
                    <a:pt x="2022" y="919"/>
                  </a:lnTo>
                  <a:lnTo>
                    <a:pt x="2885" y="142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4137221" y="1650525"/>
              <a:ext cx="4071" cy="2393"/>
            </a:xfrm>
            <a:custGeom>
              <a:avLst/>
              <a:pathLst>
                <a:path w="4071" h="2393">
                  <a:moveTo>
                    <a:pt x="4071" y="1371"/>
                  </a:moveTo>
                  <a:lnTo>
                    <a:pt x="3710" y="1579"/>
                  </a:lnTo>
                  <a:lnTo>
                    <a:pt x="2258" y="1426"/>
                  </a:lnTo>
                  <a:lnTo>
                    <a:pt x="620" y="2393"/>
                  </a:lnTo>
                  <a:lnTo>
                    <a:pt x="0" y="2088"/>
                  </a:lnTo>
                  <a:lnTo>
                    <a:pt x="234" y="1470"/>
                  </a:lnTo>
                  <a:lnTo>
                    <a:pt x="405" y="1245"/>
                  </a:lnTo>
                  <a:lnTo>
                    <a:pt x="956" y="983"/>
                  </a:lnTo>
                  <a:lnTo>
                    <a:pt x="1323" y="599"/>
                  </a:lnTo>
                  <a:lnTo>
                    <a:pt x="1468" y="0"/>
                  </a:lnTo>
                  <a:lnTo>
                    <a:pt x="1809" y="323"/>
                  </a:lnTo>
                  <a:lnTo>
                    <a:pt x="2822" y="459"/>
                  </a:lnTo>
                  <a:lnTo>
                    <a:pt x="3317" y="650"/>
                  </a:lnTo>
                  <a:lnTo>
                    <a:pt x="3731" y="93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4115010" y="1650456"/>
              <a:ext cx="2744" cy="2741"/>
            </a:xfrm>
            <a:custGeom>
              <a:avLst/>
              <a:pathLst>
                <a:path w="2744" h="2741">
                  <a:moveTo>
                    <a:pt x="2744" y="2547"/>
                  </a:moveTo>
                  <a:lnTo>
                    <a:pt x="1759" y="2741"/>
                  </a:lnTo>
                  <a:lnTo>
                    <a:pt x="1255" y="2404"/>
                  </a:lnTo>
                  <a:lnTo>
                    <a:pt x="331" y="2274"/>
                  </a:lnTo>
                  <a:lnTo>
                    <a:pt x="0" y="127"/>
                  </a:lnTo>
                  <a:lnTo>
                    <a:pt x="95" y="0"/>
                  </a:lnTo>
                  <a:lnTo>
                    <a:pt x="559" y="150"/>
                  </a:lnTo>
                  <a:lnTo>
                    <a:pt x="2153" y="1151"/>
                  </a:lnTo>
                  <a:lnTo>
                    <a:pt x="2710" y="224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4123057" y="1649217"/>
              <a:ext cx="3116" cy="5757"/>
            </a:xfrm>
            <a:custGeom>
              <a:avLst/>
              <a:pathLst>
                <a:path w="3116" h="5757">
                  <a:moveTo>
                    <a:pt x="1063" y="5678"/>
                  </a:moveTo>
                  <a:lnTo>
                    <a:pt x="643" y="5757"/>
                  </a:lnTo>
                  <a:lnTo>
                    <a:pt x="73" y="4627"/>
                  </a:lnTo>
                  <a:lnTo>
                    <a:pt x="0" y="4274"/>
                  </a:lnTo>
                  <a:lnTo>
                    <a:pt x="669" y="3551"/>
                  </a:lnTo>
                  <a:lnTo>
                    <a:pt x="1103" y="2731"/>
                  </a:lnTo>
                  <a:lnTo>
                    <a:pt x="2223" y="1473"/>
                  </a:lnTo>
                  <a:lnTo>
                    <a:pt x="2869" y="0"/>
                  </a:lnTo>
                  <a:lnTo>
                    <a:pt x="3116" y="23"/>
                  </a:lnTo>
                  <a:lnTo>
                    <a:pt x="2829" y="1335"/>
                  </a:lnTo>
                  <a:lnTo>
                    <a:pt x="1358" y="499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4161491" y="1647281"/>
              <a:ext cx="4285" cy="4069"/>
            </a:xfrm>
            <a:custGeom>
              <a:avLst/>
              <a:pathLst>
                <a:path w="4285" h="4069">
                  <a:moveTo>
                    <a:pt x="3817" y="3833"/>
                  </a:moveTo>
                  <a:lnTo>
                    <a:pt x="3468" y="4069"/>
                  </a:lnTo>
                  <a:lnTo>
                    <a:pt x="1905" y="3679"/>
                  </a:lnTo>
                  <a:lnTo>
                    <a:pt x="0" y="2712"/>
                  </a:lnTo>
                  <a:lnTo>
                    <a:pt x="279" y="818"/>
                  </a:lnTo>
                  <a:lnTo>
                    <a:pt x="767" y="0"/>
                  </a:lnTo>
                  <a:lnTo>
                    <a:pt x="4242" y="2122"/>
                  </a:lnTo>
                  <a:lnTo>
                    <a:pt x="4285" y="292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4115841" y="1642871"/>
              <a:ext cx="9084" cy="7867"/>
            </a:xfrm>
            <a:custGeom>
              <a:avLst/>
              <a:pathLst>
                <a:path w="9084" h="7867">
                  <a:moveTo>
                    <a:pt x="7437" y="42"/>
                  </a:moveTo>
                  <a:lnTo>
                    <a:pt x="7831" y="770"/>
                  </a:lnTo>
                  <a:lnTo>
                    <a:pt x="8317" y="2322"/>
                  </a:lnTo>
                  <a:lnTo>
                    <a:pt x="9084" y="4058"/>
                  </a:lnTo>
                  <a:lnTo>
                    <a:pt x="8764" y="4785"/>
                  </a:lnTo>
                  <a:lnTo>
                    <a:pt x="8982" y="5716"/>
                  </a:lnTo>
                  <a:lnTo>
                    <a:pt x="8763" y="6687"/>
                  </a:lnTo>
                  <a:lnTo>
                    <a:pt x="7236" y="7816"/>
                  </a:lnTo>
                  <a:lnTo>
                    <a:pt x="5523" y="7867"/>
                  </a:lnTo>
                  <a:lnTo>
                    <a:pt x="3742" y="7321"/>
                  </a:lnTo>
                  <a:lnTo>
                    <a:pt x="1227" y="6271"/>
                  </a:lnTo>
                  <a:lnTo>
                    <a:pt x="1025" y="5682"/>
                  </a:lnTo>
                  <a:lnTo>
                    <a:pt x="672" y="5355"/>
                  </a:lnTo>
                  <a:lnTo>
                    <a:pt x="0" y="3565"/>
                  </a:lnTo>
                  <a:lnTo>
                    <a:pt x="15" y="1358"/>
                  </a:lnTo>
                  <a:lnTo>
                    <a:pt x="1279" y="1081"/>
                  </a:lnTo>
                  <a:lnTo>
                    <a:pt x="4041" y="27"/>
                  </a:lnTo>
                  <a:lnTo>
                    <a:pt x="4679" y="193"/>
                  </a:lnTo>
                  <a:lnTo>
                    <a:pt x="5345" y="732"/>
                  </a:lnTo>
                  <a:lnTo>
                    <a:pt x="6112" y="764"/>
                  </a:lnTo>
                  <a:lnTo>
                    <a:pt x="7225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4141019" y="1641932"/>
              <a:ext cx="1375" cy="1760"/>
            </a:xfrm>
            <a:custGeom>
              <a:avLst/>
              <a:pathLst>
                <a:path w="1375" h="1760">
                  <a:moveTo>
                    <a:pt x="1375" y="1167"/>
                  </a:moveTo>
                  <a:lnTo>
                    <a:pt x="485" y="1760"/>
                  </a:lnTo>
                  <a:lnTo>
                    <a:pt x="289" y="1729"/>
                  </a:lnTo>
                  <a:lnTo>
                    <a:pt x="0" y="915"/>
                  </a:lnTo>
                  <a:lnTo>
                    <a:pt x="469" y="420"/>
                  </a:lnTo>
                  <a:lnTo>
                    <a:pt x="746" y="0"/>
                  </a:lnTo>
                  <a:lnTo>
                    <a:pt x="943" y="12"/>
                  </a:lnTo>
                  <a:lnTo>
                    <a:pt x="1212" y="46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4122058" y="1637584"/>
              <a:ext cx="1377" cy="3164"/>
            </a:xfrm>
            <a:custGeom>
              <a:avLst/>
              <a:pathLst>
                <a:path w="1377" h="3164">
                  <a:moveTo>
                    <a:pt x="862" y="2913"/>
                  </a:moveTo>
                  <a:lnTo>
                    <a:pt x="702" y="3164"/>
                  </a:lnTo>
                  <a:lnTo>
                    <a:pt x="102" y="2903"/>
                  </a:lnTo>
                  <a:lnTo>
                    <a:pt x="39" y="2000"/>
                  </a:lnTo>
                  <a:lnTo>
                    <a:pt x="267" y="1190"/>
                  </a:lnTo>
                  <a:lnTo>
                    <a:pt x="0" y="465"/>
                  </a:lnTo>
                  <a:lnTo>
                    <a:pt x="293" y="0"/>
                  </a:lnTo>
                  <a:lnTo>
                    <a:pt x="1137" y="1084"/>
                  </a:lnTo>
                  <a:lnTo>
                    <a:pt x="1377" y="1594"/>
                  </a:lnTo>
                  <a:lnTo>
                    <a:pt x="1052" y="220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4126436" y="1635768"/>
              <a:ext cx="15416" cy="18822"/>
            </a:xfrm>
            <a:custGeom>
              <a:avLst/>
              <a:pathLst>
                <a:path w="15416" h="18822">
                  <a:moveTo>
                    <a:pt x="15041" y="4701"/>
                  </a:moveTo>
                  <a:lnTo>
                    <a:pt x="15064" y="6097"/>
                  </a:lnTo>
                  <a:lnTo>
                    <a:pt x="14818" y="6503"/>
                  </a:lnTo>
                  <a:lnTo>
                    <a:pt x="14457" y="6771"/>
                  </a:lnTo>
                  <a:lnTo>
                    <a:pt x="13512" y="7055"/>
                  </a:lnTo>
                  <a:lnTo>
                    <a:pt x="12693" y="7452"/>
                  </a:lnTo>
                  <a:lnTo>
                    <a:pt x="11963" y="8148"/>
                  </a:lnTo>
                  <a:lnTo>
                    <a:pt x="11694" y="9144"/>
                  </a:lnTo>
                  <a:lnTo>
                    <a:pt x="12265" y="9873"/>
                  </a:lnTo>
                  <a:lnTo>
                    <a:pt x="13304" y="10272"/>
                  </a:lnTo>
                  <a:lnTo>
                    <a:pt x="13568" y="11659"/>
                  </a:lnTo>
                  <a:lnTo>
                    <a:pt x="12711" y="12343"/>
                  </a:lnTo>
                  <a:lnTo>
                    <a:pt x="10511" y="13027"/>
                  </a:lnTo>
                  <a:lnTo>
                    <a:pt x="10280" y="14675"/>
                  </a:lnTo>
                  <a:lnTo>
                    <a:pt x="10351" y="15975"/>
                  </a:lnTo>
                  <a:lnTo>
                    <a:pt x="10311" y="16919"/>
                  </a:lnTo>
                  <a:lnTo>
                    <a:pt x="10137" y="18226"/>
                  </a:lnTo>
                  <a:lnTo>
                    <a:pt x="8357" y="18822"/>
                  </a:lnTo>
                  <a:lnTo>
                    <a:pt x="7209" y="16832"/>
                  </a:lnTo>
                  <a:lnTo>
                    <a:pt x="7199" y="16035"/>
                  </a:lnTo>
                  <a:lnTo>
                    <a:pt x="6856" y="15104"/>
                  </a:lnTo>
                  <a:lnTo>
                    <a:pt x="6791" y="14312"/>
                  </a:lnTo>
                  <a:lnTo>
                    <a:pt x="6385" y="13044"/>
                  </a:lnTo>
                  <a:lnTo>
                    <a:pt x="4701" y="12700"/>
                  </a:lnTo>
                  <a:lnTo>
                    <a:pt x="4048" y="12655"/>
                  </a:lnTo>
                  <a:lnTo>
                    <a:pt x="3134" y="12891"/>
                  </a:lnTo>
                  <a:lnTo>
                    <a:pt x="2908" y="12799"/>
                  </a:lnTo>
                  <a:lnTo>
                    <a:pt x="1814" y="11067"/>
                  </a:lnTo>
                  <a:lnTo>
                    <a:pt x="1994" y="9156"/>
                  </a:lnTo>
                  <a:lnTo>
                    <a:pt x="1410" y="8192"/>
                  </a:lnTo>
                  <a:lnTo>
                    <a:pt x="1330" y="7755"/>
                  </a:lnTo>
                  <a:lnTo>
                    <a:pt x="1344" y="7272"/>
                  </a:lnTo>
                  <a:lnTo>
                    <a:pt x="864" y="6873"/>
                  </a:lnTo>
                  <a:lnTo>
                    <a:pt x="282" y="6662"/>
                  </a:lnTo>
                  <a:lnTo>
                    <a:pt x="0" y="5587"/>
                  </a:lnTo>
                  <a:lnTo>
                    <a:pt x="668" y="5326"/>
                  </a:lnTo>
                  <a:lnTo>
                    <a:pt x="2322" y="5452"/>
                  </a:lnTo>
                  <a:lnTo>
                    <a:pt x="2805" y="5378"/>
                  </a:lnTo>
                  <a:lnTo>
                    <a:pt x="3248" y="5154"/>
                  </a:lnTo>
                  <a:lnTo>
                    <a:pt x="4586" y="3386"/>
                  </a:lnTo>
                  <a:lnTo>
                    <a:pt x="4547" y="2997"/>
                  </a:lnTo>
                  <a:lnTo>
                    <a:pt x="4690" y="2491"/>
                  </a:lnTo>
                  <a:lnTo>
                    <a:pt x="6138" y="2304"/>
                  </a:lnTo>
                  <a:lnTo>
                    <a:pt x="6783" y="2987"/>
                  </a:lnTo>
                  <a:lnTo>
                    <a:pt x="6653" y="4081"/>
                  </a:lnTo>
                  <a:lnTo>
                    <a:pt x="6736" y="5483"/>
                  </a:lnTo>
                  <a:lnTo>
                    <a:pt x="7612" y="5864"/>
                  </a:lnTo>
                  <a:lnTo>
                    <a:pt x="7954" y="5920"/>
                  </a:lnTo>
                  <a:lnTo>
                    <a:pt x="8319" y="4885"/>
                  </a:lnTo>
                  <a:lnTo>
                    <a:pt x="8575" y="4381"/>
                  </a:lnTo>
                  <a:lnTo>
                    <a:pt x="8923" y="4101"/>
                  </a:lnTo>
                  <a:lnTo>
                    <a:pt x="9041" y="3155"/>
                  </a:lnTo>
                  <a:lnTo>
                    <a:pt x="8835" y="2577"/>
                  </a:lnTo>
                  <a:lnTo>
                    <a:pt x="8396" y="2147"/>
                  </a:lnTo>
                  <a:lnTo>
                    <a:pt x="10035" y="975"/>
                  </a:lnTo>
                  <a:lnTo>
                    <a:pt x="11731" y="48"/>
                  </a:lnTo>
                  <a:lnTo>
                    <a:pt x="12718" y="0"/>
                  </a:lnTo>
                  <a:lnTo>
                    <a:pt x="13711" y="226"/>
                  </a:lnTo>
                  <a:lnTo>
                    <a:pt x="14634" y="540"/>
                  </a:lnTo>
                  <a:lnTo>
                    <a:pt x="15135" y="809"/>
                  </a:lnTo>
                  <a:lnTo>
                    <a:pt x="15416" y="1242"/>
                  </a:lnTo>
                  <a:lnTo>
                    <a:pt x="14797" y="2275"/>
                  </a:lnTo>
                  <a:lnTo>
                    <a:pt x="14625" y="284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4125442" y="1618922"/>
              <a:ext cx="2844" cy="1406"/>
            </a:xfrm>
            <a:custGeom>
              <a:avLst/>
              <a:pathLst>
                <a:path w="2844" h="1406">
                  <a:moveTo>
                    <a:pt x="1687" y="1079"/>
                  </a:moveTo>
                  <a:lnTo>
                    <a:pt x="1301" y="1406"/>
                  </a:lnTo>
                  <a:lnTo>
                    <a:pt x="0" y="943"/>
                  </a:lnTo>
                  <a:lnTo>
                    <a:pt x="574" y="297"/>
                  </a:lnTo>
                  <a:lnTo>
                    <a:pt x="2004" y="0"/>
                  </a:lnTo>
                  <a:lnTo>
                    <a:pt x="2844" y="98"/>
                  </a:lnTo>
                  <a:lnTo>
                    <a:pt x="1920" y="73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4099403" y="1613245"/>
              <a:ext cx="26534" cy="40875"/>
            </a:xfrm>
            <a:custGeom>
              <a:avLst/>
              <a:pathLst>
                <a:path w="26534" h="40875">
                  <a:moveTo>
                    <a:pt x="15310" y="40607"/>
                  </a:moveTo>
                  <a:lnTo>
                    <a:pt x="15170" y="40607"/>
                  </a:lnTo>
                  <a:lnTo>
                    <a:pt x="14567" y="40484"/>
                  </a:lnTo>
                  <a:lnTo>
                    <a:pt x="14137" y="40190"/>
                  </a:lnTo>
                  <a:lnTo>
                    <a:pt x="13029" y="40399"/>
                  </a:lnTo>
                  <a:lnTo>
                    <a:pt x="11546" y="40875"/>
                  </a:lnTo>
                  <a:lnTo>
                    <a:pt x="10723" y="40852"/>
                  </a:lnTo>
                  <a:lnTo>
                    <a:pt x="10069" y="40340"/>
                  </a:lnTo>
                  <a:lnTo>
                    <a:pt x="7393" y="39611"/>
                  </a:lnTo>
                  <a:lnTo>
                    <a:pt x="6960" y="39553"/>
                  </a:lnTo>
                  <a:lnTo>
                    <a:pt x="5192" y="39521"/>
                  </a:lnTo>
                  <a:lnTo>
                    <a:pt x="5108" y="38370"/>
                  </a:lnTo>
                  <a:lnTo>
                    <a:pt x="4889" y="37538"/>
                  </a:lnTo>
                  <a:lnTo>
                    <a:pt x="4271" y="36301"/>
                  </a:lnTo>
                  <a:lnTo>
                    <a:pt x="5187" y="36003"/>
                  </a:lnTo>
                  <a:lnTo>
                    <a:pt x="5010" y="33591"/>
                  </a:lnTo>
                  <a:lnTo>
                    <a:pt x="4677" y="32340"/>
                  </a:lnTo>
                  <a:lnTo>
                    <a:pt x="2117" y="31056"/>
                  </a:lnTo>
                  <a:lnTo>
                    <a:pt x="100" y="29808"/>
                  </a:lnTo>
                  <a:lnTo>
                    <a:pt x="566" y="25604"/>
                  </a:lnTo>
                  <a:lnTo>
                    <a:pt x="764" y="24472"/>
                  </a:lnTo>
                  <a:lnTo>
                    <a:pt x="0" y="22275"/>
                  </a:lnTo>
                  <a:lnTo>
                    <a:pt x="79" y="19746"/>
                  </a:lnTo>
                  <a:lnTo>
                    <a:pt x="401" y="15761"/>
                  </a:lnTo>
                  <a:lnTo>
                    <a:pt x="1043" y="15605"/>
                  </a:lnTo>
                  <a:lnTo>
                    <a:pt x="1513" y="15624"/>
                  </a:lnTo>
                  <a:lnTo>
                    <a:pt x="3326" y="16339"/>
                  </a:lnTo>
                  <a:lnTo>
                    <a:pt x="4081" y="16411"/>
                  </a:lnTo>
                  <a:lnTo>
                    <a:pt x="4599" y="17050"/>
                  </a:lnTo>
                  <a:lnTo>
                    <a:pt x="5205" y="17312"/>
                  </a:lnTo>
                  <a:lnTo>
                    <a:pt x="5644" y="16634"/>
                  </a:lnTo>
                  <a:lnTo>
                    <a:pt x="5815" y="15474"/>
                  </a:lnTo>
                  <a:lnTo>
                    <a:pt x="7252" y="13973"/>
                  </a:lnTo>
                  <a:lnTo>
                    <a:pt x="8259" y="13419"/>
                  </a:lnTo>
                  <a:lnTo>
                    <a:pt x="8946" y="13153"/>
                  </a:lnTo>
                  <a:lnTo>
                    <a:pt x="9639" y="13759"/>
                  </a:lnTo>
                  <a:lnTo>
                    <a:pt x="10169" y="14439"/>
                  </a:lnTo>
                  <a:lnTo>
                    <a:pt x="10295" y="12950"/>
                  </a:lnTo>
                  <a:lnTo>
                    <a:pt x="10722" y="10114"/>
                  </a:lnTo>
                  <a:lnTo>
                    <a:pt x="9356" y="9669"/>
                  </a:lnTo>
                  <a:lnTo>
                    <a:pt x="8243" y="10053"/>
                  </a:lnTo>
                  <a:lnTo>
                    <a:pt x="7139" y="11850"/>
                  </a:lnTo>
                  <a:lnTo>
                    <a:pt x="6154" y="14110"/>
                  </a:lnTo>
                  <a:lnTo>
                    <a:pt x="4556" y="14317"/>
                  </a:lnTo>
                  <a:lnTo>
                    <a:pt x="3281" y="14957"/>
                  </a:lnTo>
                  <a:lnTo>
                    <a:pt x="2130" y="14293"/>
                  </a:lnTo>
                  <a:lnTo>
                    <a:pt x="1388" y="13709"/>
                  </a:lnTo>
                  <a:lnTo>
                    <a:pt x="1370" y="12854"/>
                  </a:lnTo>
                  <a:lnTo>
                    <a:pt x="1538" y="12337"/>
                  </a:lnTo>
                  <a:lnTo>
                    <a:pt x="2890" y="10495"/>
                  </a:lnTo>
                  <a:lnTo>
                    <a:pt x="4702" y="8726"/>
                  </a:lnTo>
                  <a:lnTo>
                    <a:pt x="6528" y="8743"/>
                  </a:lnTo>
                  <a:lnTo>
                    <a:pt x="7859" y="8178"/>
                  </a:lnTo>
                  <a:lnTo>
                    <a:pt x="8655" y="8110"/>
                  </a:lnTo>
                  <a:lnTo>
                    <a:pt x="11138" y="8234"/>
                  </a:lnTo>
                  <a:lnTo>
                    <a:pt x="12413" y="7847"/>
                  </a:lnTo>
                  <a:lnTo>
                    <a:pt x="13555" y="7035"/>
                  </a:lnTo>
                  <a:lnTo>
                    <a:pt x="16023" y="3605"/>
                  </a:lnTo>
                  <a:lnTo>
                    <a:pt x="17415" y="2175"/>
                  </a:lnTo>
                  <a:lnTo>
                    <a:pt x="20223" y="1671"/>
                  </a:lnTo>
                  <a:lnTo>
                    <a:pt x="22817" y="21"/>
                  </a:lnTo>
                  <a:lnTo>
                    <a:pt x="23543" y="0"/>
                  </a:lnTo>
                  <a:lnTo>
                    <a:pt x="22322" y="1230"/>
                  </a:lnTo>
                  <a:lnTo>
                    <a:pt x="22126" y="1706"/>
                  </a:lnTo>
                  <a:lnTo>
                    <a:pt x="21978" y="2436"/>
                  </a:lnTo>
                  <a:lnTo>
                    <a:pt x="22853" y="4022"/>
                  </a:lnTo>
                  <a:lnTo>
                    <a:pt x="22668" y="4987"/>
                  </a:lnTo>
                  <a:lnTo>
                    <a:pt x="22730" y="6886"/>
                  </a:lnTo>
                  <a:lnTo>
                    <a:pt x="21905" y="7875"/>
                  </a:lnTo>
                  <a:lnTo>
                    <a:pt x="20974" y="9980"/>
                  </a:lnTo>
                  <a:lnTo>
                    <a:pt x="20573" y="10290"/>
                  </a:lnTo>
                  <a:lnTo>
                    <a:pt x="20487" y="12747"/>
                  </a:lnTo>
                  <a:lnTo>
                    <a:pt x="20579" y="13334"/>
                  </a:lnTo>
                  <a:lnTo>
                    <a:pt x="20446" y="15571"/>
                  </a:lnTo>
                  <a:lnTo>
                    <a:pt x="21401" y="16487"/>
                  </a:lnTo>
                  <a:lnTo>
                    <a:pt x="22410" y="16966"/>
                  </a:lnTo>
                  <a:lnTo>
                    <a:pt x="25775" y="16949"/>
                  </a:lnTo>
                  <a:lnTo>
                    <a:pt x="26124" y="17351"/>
                  </a:lnTo>
                  <a:lnTo>
                    <a:pt x="26534" y="18043"/>
                  </a:lnTo>
                  <a:lnTo>
                    <a:pt x="26234" y="19218"/>
                  </a:lnTo>
                  <a:lnTo>
                    <a:pt x="25874" y="20104"/>
                  </a:lnTo>
                  <a:lnTo>
                    <a:pt x="24900" y="20851"/>
                  </a:lnTo>
                  <a:lnTo>
                    <a:pt x="23649" y="21407"/>
                  </a:lnTo>
                  <a:lnTo>
                    <a:pt x="22871" y="21431"/>
                  </a:lnTo>
                  <a:lnTo>
                    <a:pt x="21811" y="20374"/>
                  </a:lnTo>
                  <a:lnTo>
                    <a:pt x="21308" y="20717"/>
                  </a:lnTo>
                  <a:lnTo>
                    <a:pt x="20787" y="21256"/>
                  </a:lnTo>
                  <a:lnTo>
                    <a:pt x="19916" y="24151"/>
                  </a:lnTo>
                  <a:lnTo>
                    <a:pt x="19503" y="26106"/>
                  </a:lnTo>
                  <a:lnTo>
                    <a:pt x="19280" y="26265"/>
                  </a:lnTo>
                  <a:lnTo>
                    <a:pt x="18787" y="25977"/>
                  </a:lnTo>
                  <a:lnTo>
                    <a:pt x="17936" y="25954"/>
                  </a:lnTo>
                  <a:lnTo>
                    <a:pt x="16861" y="26418"/>
                  </a:lnTo>
                  <a:lnTo>
                    <a:pt x="17412" y="26833"/>
                  </a:lnTo>
                  <a:lnTo>
                    <a:pt x="17995" y="27553"/>
                  </a:lnTo>
                  <a:lnTo>
                    <a:pt x="17763" y="27914"/>
                  </a:lnTo>
                  <a:lnTo>
                    <a:pt x="16816" y="28305"/>
                  </a:lnTo>
                  <a:lnTo>
                    <a:pt x="15978" y="29094"/>
                  </a:lnTo>
                  <a:lnTo>
                    <a:pt x="15626" y="29691"/>
                  </a:lnTo>
                  <a:lnTo>
                    <a:pt x="14569" y="30398"/>
                  </a:lnTo>
                  <a:lnTo>
                    <a:pt x="13903" y="31294"/>
                  </a:lnTo>
                  <a:lnTo>
                    <a:pt x="14230" y="32405"/>
                  </a:lnTo>
                  <a:lnTo>
                    <a:pt x="14368" y="33380"/>
                  </a:lnTo>
                  <a:lnTo>
                    <a:pt x="14659" y="34458"/>
                  </a:lnTo>
                  <a:lnTo>
                    <a:pt x="14397" y="35318"/>
                  </a:lnTo>
                  <a:lnTo>
                    <a:pt x="13087" y="36552"/>
                  </a:lnTo>
                  <a:lnTo>
                    <a:pt x="12603" y="37622"/>
                  </a:lnTo>
                  <a:lnTo>
                    <a:pt x="13726" y="37608"/>
                  </a:lnTo>
                  <a:lnTo>
                    <a:pt x="14417" y="37856"/>
                  </a:lnTo>
                  <a:lnTo>
                    <a:pt x="14822" y="38172"/>
                  </a:lnTo>
                  <a:lnTo>
                    <a:pt x="15239" y="38620"/>
                  </a:lnTo>
                  <a:lnTo>
                    <a:pt x="14983" y="3917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341385" y="2140795"/>
              <a:ext cx="34638" cy="31778"/>
            </a:xfrm>
            <a:custGeom>
              <a:avLst/>
              <a:pathLst>
                <a:path w="34638" h="31778">
                  <a:moveTo>
                    <a:pt x="2195" y="26149"/>
                  </a:moveTo>
                  <a:lnTo>
                    <a:pt x="2238" y="23851"/>
                  </a:lnTo>
                  <a:lnTo>
                    <a:pt x="2489" y="22918"/>
                  </a:lnTo>
                  <a:lnTo>
                    <a:pt x="2256" y="21935"/>
                  </a:lnTo>
                  <a:lnTo>
                    <a:pt x="1209" y="20890"/>
                  </a:lnTo>
                  <a:lnTo>
                    <a:pt x="567" y="19546"/>
                  </a:lnTo>
                  <a:lnTo>
                    <a:pt x="0" y="18356"/>
                  </a:lnTo>
                  <a:lnTo>
                    <a:pt x="127" y="18182"/>
                  </a:lnTo>
                  <a:lnTo>
                    <a:pt x="1266" y="18129"/>
                  </a:lnTo>
                  <a:lnTo>
                    <a:pt x="1666" y="17692"/>
                  </a:lnTo>
                  <a:lnTo>
                    <a:pt x="2433" y="16473"/>
                  </a:lnTo>
                  <a:lnTo>
                    <a:pt x="2586" y="15492"/>
                  </a:lnTo>
                  <a:lnTo>
                    <a:pt x="2523" y="14750"/>
                  </a:lnTo>
                  <a:lnTo>
                    <a:pt x="2024" y="13863"/>
                  </a:lnTo>
                  <a:lnTo>
                    <a:pt x="1828" y="12929"/>
                  </a:lnTo>
                  <a:lnTo>
                    <a:pt x="2444" y="12113"/>
                  </a:lnTo>
                  <a:lnTo>
                    <a:pt x="3248" y="10924"/>
                  </a:lnTo>
                  <a:lnTo>
                    <a:pt x="3359" y="10467"/>
                  </a:lnTo>
                  <a:lnTo>
                    <a:pt x="3341" y="10014"/>
                  </a:lnTo>
                  <a:lnTo>
                    <a:pt x="2402" y="8761"/>
                  </a:lnTo>
                  <a:lnTo>
                    <a:pt x="2338" y="8222"/>
                  </a:lnTo>
                  <a:lnTo>
                    <a:pt x="2776" y="6862"/>
                  </a:lnTo>
                  <a:lnTo>
                    <a:pt x="2733" y="5961"/>
                  </a:lnTo>
                  <a:lnTo>
                    <a:pt x="2298" y="3149"/>
                  </a:lnTo>
                  <a:lnTo>
                    <a:pt x="2092" y="2731"/>
                  </a:lnTo>
                  <a:lnTo>
                    <a:pt x="2509" y="2494"/>
                  </a:lnTo>
                  <a:lnTo>
                    <a:pt x="2784" y="1656"/>
                  </a:lnTo>
                  <a:lnTo>
                    <a:pt x="3150" y="911"/>
                  </a:lnTo>
                  <a:lnTo>
                    <a:pt x="3636" y="509"/>
                  </a:lnTo>
                  <a:lnTo>
                    <a:pt x="4187" y="259"/>
                  </a:lnTo>
                  <a:lnTo>
                    <a:pt x="5285" y="278"/>
                  </a:lnTo>
                  <a:lnTo>
                    <a:pt x="6802" y="928"/>
                  </a:lnTo>
                  <a:lnTo>
                    <a:pt x="7232" y="918"/>
                  </a:lnTo>
                  <a:lnTo>
                    <a:pt x="8689" y="327"/>
                  </a:lnTo>
                  <a:lnTo>
                    <a:pt x="9898" y="0"/>
                  </a:lnTo>
                  <a:lnTo>
                    <a:pt x="11036" y="372"/>
                  </a:lnTo>
                  <a:lnTo>
                    <a:pt x="11496" y="879"/>
                  </a:lnTo>
                  <a:lnTo>
                    <a:pt x="12435" y="1683"/>
                  </a:lnTo>
                  <a:lnTo>
                    <a:pt x="12906" y="1929"/>
                  </a:lnTo>
                  <a:lnTo>
                    <a:pt x="14390" y="1911"/>
                  </a:lnTo>
                  <a:lnTo>
                    <a:pt x="14796" y="1990"/>
                  </a:lnTo>
                  <a:lnTo>
                    <a:pt x="16042" y="3318"/>
                  </a:lnTo>
                  <a:lnTo>
                    <a:pt x="17091" y="3848"/>
                  </a:lnTo>
                  <a:lnTo>
                    <a:pt x="17700" y="3875"/>
                  </a:lnTo>
                  <a:lnTo>
                    <a:pt x="18792" y="3361"/>
                  </a:lnTo>
                  <a:lnTo>
                    <a:pt x="19333" y="3376"/>
                  </a:lnTo>
                  <a:lnTo>
                    <a:pt x="19954" y="4522"/>
                  </a:lnTo>
                  <a:lnTo>
                    <a:pt x="20076" y="6146"/>
                  </a:lnTo>
                  <a:lnTo>
                    <a:pt x="20595" y="7627"/>
                  </a:lnTo>
                  <a:lnTo>
                    <a:pt x="21390" y="8574"/>
                  </a:lnTo>
                  <a:lnTo>
                    <a:pt x="25311" y="8176"/>
                  </a:lnTo>
                  <a:lnTo>
                    <a:pt x="26186" y="8956"/>
                  </a:lnTo>
                  <a:lnTo>
                    <a:pt x="25885" y="9600"/>
                  </a:lnTo>
                  <a:lnTo>
                    <a:pt x="25332" y="9943"/>
                  </a:lnTo>
                  <a:lnTo>
                    <a:pt x="23469" y="9790"/>
                  </a:lnTo>
                  <a:lnTo>
                    <a:pt x="22653" y="9867"/>
                  </a:lnTo>
                  <a:lnTo>
                    <a:pt x="22489" y="10509"/>
                  </a:lnTo>
                  <a:lnTo>
                    <a:pt x="22486" y="11104"/>
                  </a:lnTo>
                  <a:lnTo>
                    <a:pt x="23576" y="11246"/>
                  </a:lnTo>
                  <a:lnTo>
                    <a:pt x="24646" y="11547"/>
                  </a:lnTo>
                  <a:lnTo>
                    <a:pt x="25734" y="12023"/>
                  </a:lnTo>
                  <a:lnTo>
                    <a:pt x="26843" y="12350"/>
                  </a:lnTo>
                  <a:lnTo>
                    <a:pt x="28089" y="12563"/>
                  </a:lnTo>
                  <a:lnTo>
                    <a:pt x="29319" y="12908"/>
                  </a:lnTo>
                  <a:lnTo>
                    <a:pt x="31368" y="14075"/>
                  </a:lnTo>
                  <a:lnTo>
                    <a:pt x="33633" y="16730"/>
                  </a:lnTo>
                  <a:lnTo>
                    <a:pt x="34238" y="17334"/>
                  </a:lnTo>
                  <a:lnTo>
                    <a:pt x="34638" y="18166"/>
                  </a:lnTo>
                  <a:lnTo>
                    <a:pt x="34447" y="19190"/>
                  </a:lnTo>
                  <a:lnTo>
                    <a:pt x="33638" y="20869"/>
                  </a:lnTo>
                  <a:lnTo>
                    <a:pt x="33180" y="21409"/>
                  </a:lnTo>
                  <a:lnTo>
                    <a:pt x="32513" y="21737"/>
                  </a:lnTo>
                  <a:lnTo>
                    <a:pt x="32054" y="22424"/>
                  </a:lnTo>
                  <a:lnTo>
                    <a:pt x="31613" y="23599"/>
                  </a:lnTo>
                  <a:lnTo>
                    <a:pt x="31343" y="23697"/>
                  </a:lnTo>
                  <a:lnTo>
                    <a:pt x="31025" y="23649"/>
                  </a:lnTo>
                  <a:lnTo>
                    <a:pt x="30481" y="22984"/>
                  </a:lnTo>
                  <a:lnTo>
                    <a:pt x="30093" y="21963"/>
                  </a:lnTo>
                  <a:lnTo>
                    <a:pt x="29001" y="21004"/>
                  </a:lnTo>
                  <a:lnTo>
                    <a:pt x="27702" y="21127"/>
                  </a:lnTo>
                  <a:lnTo>
                    <a:pt x="25788" y="20560"/>
                  </a:lnTo>
                  <a:lnTo>
                    <a:pt x="24630" y="20836"/>
                  </a:lnTo>
                  <a:lnTo>
                    <a:pt x="23471" y="20897"/>
                  </a:lnTo>
                  <a:lnTo>
                    <a:pt x="22286" y="20609"/>
                  </a:lnTo>
                  <a:lnTo>
                    <a:pt x="21095" y="20509"/>
                  </a:lnTo>
                  <a:lnTo>
                    <a:pt x="19905" y="20869"/>
                  </a:lnTo>
                  <a:lnTo>
                    <a:pt x="18752" y="21484"/>
                  </a:lnTo>
                  <a:lnTo>
                    <a:pt x="18326" y="21874"/>
                  </a:lnTo>
                  <a:lnTo>
                    <a:pt x="17585" y="22830"/>
                  </a:lnTo>
                  <a:lnTo>
                    <a:pt x="17192" y="23184"/>
                  </a:lnTo>
                  <a:lnTo>
                    <a:pt x="14384" y="23665"/>
                  </a:lnTo>
                  <a:lnTo>
                    <a:pt x="13575" y="22963"/>
                  </a:lnTo>
                  <a:lnTo>
                    <a:pt x="12826" y="22006"/>
                  </a:lnTo>
                  <a:lnTo>
                    <a:pt x="11746" y="21875"/>
                  </a:lnTo>
                  <a:lnTo>
                    <a:pt x="10180" y="22616"/>
                  </a:lnTo>
                  <a:lnTo>
                    <a:pt x="9201" y="22885"/>
                  </a:lnTo>
                  <a:lnTo>
                    <a:pt x="8802" y="23204"/>
                  </a:lnTo>
                  <a:lnTo>
                    <a:pt x="8686" y="23566"/>
                  </a:lnTo>
                  <a:lnTo>
                    <a:pt x="8682" y="24905"/>
                  </a:lnTo>
                  <a:lnTo>
                    <a:pt x="8461" y="25719"/>
                  </a:lnTo>
                  <a:lnTo>
                    <a:pt x="6935" y="28793"/>
                  </a:lnTo>
                  <a:lnTo>
                    <a:pt x="6074" y="30961"/>
                  </a:lnTo>
                  <a:lnTo>
                    <a:pt x="5720" y="31632"/>
                  </a:lnTo>
                  <a:lnTo>
                    <a:pt x="5311" y="31778"/>
                  </a:lnTo>
                  <a:lnTo>
                    <a:pt x="4560" y="30531"/>
                  </a:lnTo>
                  <a:lnTo>
                    <a:pt x="4080" y="30079"/>
                  </a:lnTo>
                  <a:lnTo>
                    <a:pt x="3487" y="29853"/>
                  </a:lnTo>
                  <a:lnTo>
                    <a:pt x="3236" y="29190"/>
                  </a:lnTo>
                  <a:lnTo>
                    <a:pt x="3246" y="28248"/>
                  </a:lnTo>
                  <a:lnTo>
                    <a:pt x="3090" y="27335"/>
                  </a:lnTo>
                  <a:lnTo>
                    <a:pt x="2724" y="2661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940416" y="1901193"/>
              <a:ext cx="195377" cy="252536"/>
            </a:xfrm>
            <a:custGeom>
              <a:avLst/>
              <a:pathLst>
                <a:path w="195377" h="252536">
                  <a:moveTo>
                    <a:pt x="163292" y="2164"/>
                  </a:moveTo>
                  <a:lnTo>
                    <a:pt x="163492" y="2908"/>
                  </a:lnTo>
                  <a:lnTo>
                    <a:pt x="163526" y="3604"/>
                  </a:lnTo>
                  <a:lnTo>
                    <a:pt x="162632" y="4252"/>
                  </a:lnTo>
                  <a:lnTo>
                    <a:pt x="162040" y="4625"/>
                  </a:lnTo>
                  <a:lnTo>
                    <a:pt x="161334" y="6414"/>
                  </a:lnTo>
                  <a:lnTo>
                    <a:pt x="160021" y="7631"/>
                  </a:lnTo>
                  <a:lnTo>
                    <a:pt x="159802" y="7998"/>
                  </a:lnTo>
                  <a:lnTo>
                    <a:pt x="159813" y="8330"/>
                  </a:lnTo>
                  <a:lnTo>
                    <a:pt x="160702" y="8881"/>
                  </a:lnTo>
                  <a:lnTo>
                    <a:pt x="160997" y="9403"/>
                  </a:lnTo>
                  <a:lnTo>
                    <a:pt x="161137" y="10104"/>
                  </a:lnTo>
                  <a:lnTo>
                    <a:pt x="160739" y="12603"/>
                  </a:lnTo>
                  <a:lnTo>
                    <a:pt x="160489" y="14525"/>
                  </a:lnTo>
                  <a:lnTo>
                    <a:pt x="160162" y="17041"/>
                  </a:lnTo>
                  <a:lnTo>
                    <a:pt x="160175" y="18000"/>
                  </a:lnTo>
                  <a:lnTo>
                    <a:pt x="160514" y="19151"/>
                  </a:lnTo>
                  <a:lnTo>
                    <a:pt x="160847" y="20049"/>
                  </a:lnTo>
                  <a:lnTo>
                    <a:pt x="160950" y="21063"/>
                  </a:lnTo>
                  <a:lnTo>
                    <a:pt x="160831" y="23561"/>
                  </a:lnTo>
                  <a:lnTo>
                    <a:pt x="161242" y="25005"/>
                  </a:lnTo>
                  <a:lnTo>
                    <a:pt x="161567" y="26340"/>
                  </a:lnTo>
                  <a:lnTo>
                    <a:pt x="160790" y="28004"/>
                  </a:lnTo>
                  <a:lnTo>
                    <a:pt x="160457" y="29470"/>
                  </a:lnTo>
                  <a:lnTo>
                    <a:pt x="160247" y="31570"/>
                  </a:lnTo>
                  <a:lnTo>
                    <a:pt x="160161" y="32893"/>
                  </a:lnTo>
                  <a:lnTo>
                    <a:pt x="159661" y="34117"/>
                  </a:lnTo>
                  <a:lnTo>
                    <a:pt x="159005" y="35266"/>
                  </a:lnTo>
                  <a:lnTo>
                    <a:pt x="158269" y="35981"/>
                  </a:lnTo>
                  <a:lnTo>
                    <a:pt x="157359" y="36594"/>
                  </a:lnTo>
                  <a:lnTo>
                    <a:pt x="156307" y="37409"/>
                  </a:lnTo>
                  <a:lnTo>
                    <a:pt x="155458" y="39582"/>
                  </a:lnTo>
                  <a:lnTo>
                    <a:pt x="153623" y="41388"/>
                  </a:lnTo>
                  <a:lnTo>
                    <a:pt x="153238" y="42009"/>
                  </a:lnTo>
                  <a:lnTo>
                    <a:pt x="153065" y="43459"/>
                  </a:lnTo>
                  <a:lnTo>
                    <a:pt x="153109" y="45468"/>
                  </a:lnTo>
                  <a:lnTo>
                    <a:pt x="153432" y="47066"/>
                  </a:lnTo>
                  <a:lnTo>
                    <a:pt x="154314" y="49427"/>
                  </a:lnTo>
                  <a:lnTo>
                    <a:pt x="155086" y="52026"/>
                  </a:lnTo>
                  <a:lnTo>
                    <a:pt x="155296" y="53335"/>
                  </a:lnTo>
                  <a:lnTo>
                    <a:pt x="155592" y="53828"/>
                  </a:lnTo>
                  <a:lnTo>
                    <a:pt x="156676" y="54679"/>
                  </a:lnTo>
                  <a:lnTo>
                    <a:pt x="158553" y="55837"/>
                  </a:lnTo>
                  <a:lnTo>
                    <a:pt x="158902" y="56308"/>
                  </a:lnTo>
                  <a:lnTo>
                    <a:pt x="159833" y="58102"/>
                  </a:lnTo>
                  <a:lnTo>
                    <a:pt x="160715" y="61316"/>
                  </a:lnTo>
                  <a:lnTo>
                    <a:pt x="160992" y="63445"/>
                  </a:lnTo>
                  <a:lnTo>
                    <a:pt x="162711" y="65137"/>
                  </a:lnTo>
                  <a:lnTo>
                    <a:pt x="164298" y="66697"/>
                  </a:lnTo>
                  <a:lnTo>
                    <a:pt x="165823" y="68069"/>
                  </a:lnTo>
                  <a:lnTo>
                    <a:pt x="167477" y="69558"/>
                  </a:lnTo>
                  <a:lnTo>
                    <a:pt x="167715" y="70018"/>
                  </a:lnTo>
                  <a:lnTo>
                    <a:pt x="168266" y="73173"/>
                  </a:lnTo>
                  <a:lnTo>
                    <a:pt x="168814" y="76309"/>
                  </a:lnTo>
                  <a:lnTo>
                    <a:pt x="169418" y="79763"/>
                  </a:lnTo>
                  <a:lnTo>
                    <a:pt x="170022" y="83227"/>
                  </a:lnTo>
                  <a:lnTo>
                    <a:pt x="170735" y="87306"/>
                  </a:lnTo>
                  <a:lnTo>
                    <a:pt x="171140" y="89623"/>
                  </a:lnTo>
                  <a:lnTo>
                    <a:pt x="171631" y="92432"/>
                  </a:lnTo>
                  <a:lnTo>
                    <a:pt x="172206" y="95724"/>
                  </a:lnTo>
                  <a:lnTo>
                    <a:pt x="171281" y="96422"/>
                  </a:lnTo>
                  <a:lnTo>
                    <a:pt x="170233" y="97316"/>
                  </a:lnTo>
                  <a:lnTo>
                    <a:pt x="170998" y="99012"/>
                  </a:lnTo>
                  <a:lnTo>
                    <a:pt x="172466" y="101769"/>
                  </a:lnTo>
                  <a:lnTo>
                    <a:pt x="173354" y="103994"/>
                  </a:lnTo>
                  <a:lnTo>
                    <a:pt x="173662" y="104963"/>
                  </a:lnTo>
                  <a:lnTo>
                    <a:pt x="174355" y="107725"/>
                  </a:lnTo>
                  <a:lnTo>
                    <a:pt x="174917" y="110403"/>
                  </a:lnTo>
                  <a:lnTo>
                    <a:pt x="175063" y="111270"/>
                  </a:lnTo>
                  <a:lnTo>
                    <a:pt x="175270" y="113331"/>
                  </a:lnTo>
                  <a:lnTo>
                    <a:pt x="175015" y="119005"/>
                  </a:lnTo>
                  <a:lnTo>
                    <a:pt x="175418" y="126215"/>
                  </a:lnTo>
                  <a:lnTo>
                    <a:pt x="175964" y="129808"/>
                  </a:lnTo>
                  <a:lnTo>
                    <a:pt x="175106" y="133054"/>
                  </a:lnTo>
                  <a:lnTo>
                    <a:pt x="174371" y="136152"/>
                  </a:lnTo>
                  <a:lnTo>
                    <a:pt x="174418" y="137708"/>
                  </a:lnTo>
                  <a:lnTo>
                    <a:pt x="174823" y="140142"/>
                  </a:lnTo>
                  <a:lnTo>
                    <a:pt x="175218" y="141941"/>
                  </a:lnTo>
                  <a:lnTo>
                    <a:pt x="175760" y="142888"/>
                  </a:lnTo>
                  <a:lnTo>
                    <a:pt x="175654" y="145916"/>
                  </a:lnTo>
                  <a:lnTo>
                    <a:pt x="175429" y="147016"/>
                  </a:lnTo>
                  <a:lnTo>
                    <a:pt x="173779" y="148602"/>
                  </a:lnTo>
                  <a:lnTo>
                    <a:pt x="171947" y="150060"/>
                  </a:lnTo>
                  <a:lnTo>
                    <a:pt x="171441" y="151290"/>
                  </a:lnTo>
                  <a:lnTo>
                    <a:pt x="171294" y="152663"/>
                  </a:lnTo>
                  <a:lnTo>
                    <a:pt x="171539" y="153778"/>
                  </a:lnTo>
                  <a:lnTo>
                    <a:pt x="172797" y="156247"/>
                  </a:lnTo>
                  <a:lnTo>
                    <a:pt x="174688" y="159955"/>
                  </a:lnTo>
                  <a:lnTo>
                    <a:pt x="176765" y="164031"/>
                  </a:lnTo>
                  <a:lnTo>
                    <a:pt x="176939" y="165056"/>
                  </a:lnTo>
                  <a:lnTo>
                    <a:pt x="177025" y="167951"/>
                  </a:lnTo>
                  <a:lnTo>
                    <a:pt x="177890" y="171588"/>
                  </a:lnTo>
                  <a:lnTo>
                    <a:pt x="178828" y="173179"/>
                  </a:lnTo>
                  <a:lnTo>
                    <a:pt x="179180" y="174367"/>
                  </a:lnTo>
                  <a:lnTo>
                    <a:pt x="179841" y="175215"/>
                  </a:lnTo>
                  <a:lnTo>
                    <a:pt x="180505" y="175837"/>
                  </a:lnTo>
                  <a:lnTo>
                    <a:pt x="180912" y="175912"/>
                  </a:lnTo>
                  <a:lnTo>
                    <a:pt x="183250" y="174920"/>
                  </a:lnTo>
                  <a:lnTo>
                    <a:pt x="187244" y="176557"/>
                  </a:lnTo>
                  <a:lnTo>
                    <a:pt x="191022" y="178226"/>
                  </a:lnTo>
                  <a:lnTo>
                    <a:pt x="191299" y="178554"/>
                  </a:lnTo>
                  <a:lnTo>
                    <a:pt x="192125" y="180662"/>
                  </a:lnTo>
                  <a:lnTo>
                    <a:pt x="193476" y="184109"/>
                  </a:lnTo>
                  <a:lnTo>
                    <a:pt x="194480" y="186867"/>
                  </a:lnTo>
                  <a:lnTo>
                    <a:pt x="195377" y="189335"/>
                  </a:lnTo>
                  <a:lnTo>
                    <a:pt x="190477" y="193593"/>
                  </a:lnTo>
                  <a:lnTo>
                    <a:pt x="185579" y="197852"/>
                  </a:lnTo>
                  <a:lnTo>
                    <a:pt x="180679" y="202110"/>
                  </a:lnTo>
                  <a:lnTo>
                    <a:pt x="175780" y="206368"/>
                  </a:lnTo>
                  <a:lnTo>
                    <a:pt x="170881" y="210626"/>
                  </a:lnTo>
                  <a:lnTo>
                    <a:pt x="165983" y="214884"/>
                  </a:lnTo>
                  <a:lnTo>
                    <a:pt x="161083" y="219142"/>
                  </a:lnTo>
                  <a:lnTo>
                    <a:pt x="156184" y="223400"/>
                  </a:lnTo>
                  <a:lnTo>
                    <a:pt x="152934" y="226224"/>
                  </a:lnTo>
                  <a:lnTo>
                    <a:pt x="150868" y="228715"/>
                  </a:lnTo>
                  <a:lnTo>
                    <a:pt x="148276" y="231839"/>
                  </a:lnTo>
                  <a:lnTo>
                    <a:pt x="145828" y="234942"/>
                  </a:lnTo>
                  <a:lnTo>
                    <a:pt x="143902" y="237385"/>
                  </a:lnTo>
                  <a:lnTo>
                    <a:pt x="141408" y="240548"/>
                  </a:lnTo>
                  <a:lnTo>
                    <a:pt x="140152" y="242140"/>
                  </a:lnTo>
                  <a:lnTo>
                    <a:pt x="137370" y="245667"/>
                  </a:lnTo>
                  <a:lnTo>
                    <a:pt x="136535" y="246293"/>
                  </a:lnTo>
                  <a:lnTo>
                    <a:pt x="132849" y="247335"/>
                  </a:lnTo>
                  <a:lnTo>
                    <a:pt x="129468" y="248290"/>
                  </a:lnTo>
                  <a:lnTo>
                    <a:pt x="126345" y="249173"/>
                  </a:lnTo>
                  <a:lnTo>
                    <a:pt x="124211" y="249776"/>
                  </a:lnTo>
                  <a:lnTo>
                    <a:pt x="122148" y="250359"/>
                  </a:lnTo>
                  <a:lnTo>
                    <a:pt x="119144" y="251182"/>
                  </a:lnTo>
                  <a:lnTo>
                    <a:pt x="117000" y="251770"/>
                  </a:lnTo>
                  <a:lnTo>
                    <a:pt x="114685" y="252404"/>
                  </a:lnTo>
                  <a:lnTo>
                    <a:pt x="114326" y="252511"/>
                  </a:lnTo>
                  <a:lnTo>
                    <a:pt x="113906" y="252536"/>
                  </a:lnTo>
                  <a:lnTo>
                    <a:pt x="113593" y="252512"/>
                  </a:lnTo>
                  <a:lnTo>
                    <a:pt x="112955" y="252165"/>
                  </a:lnTo>
                  <a:lnTo>
                    <a:pt x="112182" y="251333"/>
                  </a:lnTo>
                  <a:lnTo>
                    <a:pt x="111666" y="250911"/>
                  </a:lnTo>
                  <a:lnTo>
                    <a:pt x="111537" y="250256"/>
                  </a:lnTo>
                  <a:lnTo>
                    <a:pt x="111838" y="249391"/>
                  </a:lnTo>
                  <a:lnTo>
                    <a:pt x="112210" y="248610"/>
                  </a:lnTo>
                  <a:lnTo>
                    <a:pt x="112353" y="247997"/>
                  </a:lnTo>
                  <a:lnTo>
                    <a:pt x="112611" y="247532"/>
                  </a:lnTo>
                  <a:lnTo>
                    <a:pt x="112940" y="247153"/>
                  </a:lnTo>
                  <a:lnTo>
                    <a:pt x="112954" y="246618"/>
                  </a:lnTo>
                  <a:lnTo>
                    <a:pt x="112681" y="245744"/>
                  </a:lnTo>
                  <a:lnTo>
                    <a:pt x="112441" y="244533"/>
                  </a:lnTo>
                  <a:lnTo>
                    <a:pt x="112451" y="242331"/>
                  </a:lnTo>
                  <a:lnTo>
                    <a:pt x="112458" y="241600"/>
                  </a:lnTo>
                  <a:lnTo>
                    <a:pt x="112461" y="241335"/>
                  </a:lnTo>
                  <a:lnTo>
                    <a:pt x="111766" y="240491"/>
                  </a:lnTo>
                  <a:lnTo>
                    <a:pt x="110462" y="239565"/>
                  </a:lnTo>
                  <a:lnTo>
                    <a:pt x="109263" y="239016"/>
                  </a:lnTo>
                  <a:lnTo>
                    <a:pt x="108716" y="238828"/>
                  </a:lnTo>
                  <a:lnTo>
                    <a:pt x="107390" y="238501"/>
                  </a:lnTo>
                  <a:lnTo>
                    <a:pt x="105559" y="237914"/>
                  </a:lnTo>
                  <a:lnTo>
                    <a:pt x="104915" y="237511"/>
                  </a:lnTo>
                  <a:lnTo>
                    <a:pt x="103730" y="235469"/>
                  </a:lnTo>
                  <a:lnTo>
                    <a:pt x="103148" y="234946"/>
                  </a:lnTo>
                  <a:lnTo>
                    <a:pt x="100399" y="234598"/>
                  </a:lnTo>
                  <a:lnTo>
                    <a:pt x="99487" y="234261"/>
                  </a:lnTo>
                  <a:lnTo>
                    <a:pt x="98738" y="233777"/>
                  </a:lnTo>
                  <a:lnTo>
                    <a:pt x="98097" y="233125"/>
                  </a:lnTo>
                  <a:lnTo>
                    <a:pt x="97736" y="232002"/>
                  </a:lnTo>
                  <a:lnTo>
                    <a:pt x="97629" y="231088"/>
                  </a:lnTo>
                  <a:lnTo>
                    <a:pt x="97389" y="230653"/>
                  </a:lnTo>
                  <a:lnTo>
                    <a:pt x="94358" y="228449"/>
                  </a:lnTo>
                  <a:lnTo>
                    <a:pt x="93588" y="227700"/>
                  </a:lnTo>
                  <a:lnTo>
                    <a:pt x="93180" y="227001"/>
                  </a:lnTo>
                  <a:lnTo>
                    <a:pt x="93164" y="225970"/>
                  </a:lnTo>
                  <a:lnTo>
                    <a:pt x="93246" y="224705"/>
                  </a:lnTo>
                  <a:lnTo>
                    <a:pt x="93118" y="223582"/>
                  </a:lnTo>
                  <a:lnTo>
                    <a:pt x="92988" y="223028"/>
                  </a:lnTo>
                  <a:lnTo>
                    <a:pt x="91606" y="221696"/>
                  </a:lnTo>
                  <a:lnTo>
                    <a:pt x="88507" y="218709"/>
                  </a:lnTo>
                  <a:lnTo>
                    <a:pt x="85410" y="215723"/>
                  </a:lnTo>
                  <a:lnTo>
                    <a:pt x="82312" y="212736"/>
                  </a:lnTo>
                  <a:lnTo>
                    <a:pt x="82151" y="212581"/>
                  </a:lnTo>
                  <a:lnTo>
                    <a:pt x="79213" y="209750"/>
                  </a:lnTo>
                  <a:lnTo>
                    <a:pt x="76115" y="206764"/>
                  </a:lnTo>
                  <a:lnTo>
                    <a:pt x="73017" y="203777"/>
                  </a:lnTo>
                  <a:lnTo>
                    <a:pt x="69918" y="200791"/>
                  </a:lnTo>
                  <a:lnTo>
                    <a:pt x="66821" y="197805"/>
                  </a:lnTo>
                  <a:lnTo>
                    <a:pt x="63722" y="194818"/>
                  </a:lnTo>
                  <a:lnTo>
                    <a:pt x="60624" y="191832"/>
                  </a:lnTo>
                  <a:lnTo>
                    <a:pt x="57525" y="188845"/>
                  </a:lnTo>
                  <a:lnTo>
                    <a:pt x="54427" y="185858"/>
                  </a:lnTo>
                  <a:lnTo>
                    <a:pt x="51329" y="182872"/>
                  </a:lnTo>
                  <a:lnTo>
                    <a:pt x="48231" y="179886"/>
                  </a:lnTo>
                  <a:lnTo>
                    <a:pt x="45133" y="176899"/>
                  </a:lnTo>
                  <a:lnTo>
                    <a:pt x="42034" y="173913"/>
                  </a:lnTo>
                  <a:lnTo>
                    <a:pt x="39417" y="171390"/>
                  </a:lnTo>
                  <a:lnTo>
                    <a:pt x="36525" y="168724"/>
                  </a:lnTo>
                  <a:lnTo>
                    <a:pt x="34379" y="166773"/>
                  </a:lnTo>
                  <a:lnTo>
                    <a:pt x="32245" y="164834"/>
                  </a:lnTo>
                  <a:lnTo>
                    <a:pt x="29956" y="162752"/>
                  </a:lnTo>
                  <a:lnTo>
                    <a:pt x="28466" y="161460"/>
                  </a:lnTo>
                  <a:lnTo>
                    <a:pt x="26687" y="159917"/>
                  </a:lnTo>
                  <a:lnTo>
                    <a:pt x="24908" y="158375"/>
                  </a:lnTo>
                  <a:lnTo>
                    <a:pt x="23128" y="156832"/>
                  </a:lnTo>
                  <a:lnTo>
                    <a:pt x="21349" y="155290"/>
                  </a:lnTo>
                  <a:lnTo>
                    <a:pt x="19570" y="153746"/>
                  </a:lnTo>
                  <a:lnTo>
                    <a:pt x="17791" y="152204"/>
                  </a:lnTo>
                  <a:lnTo>
                    <a:pt x="16012" y="150662"/>
                  </a:lnTo>
                  <a:lnTo>
                    <a:pt x="14233" y="149119"/>
                  </a:lnTo>
                  <a:lnTo>
                    <a:pt x="12453" y="147577"/>
                  </a:lnTo>
                  <a:lnTo>
                    <a:pt x="10674" y="146034"/>
                  </a:lnTo>
                  <a:lnTo>
                    <a:pt x="8895" y="144491"/>
                  </a:lnTo>
                  <a:lnTo>
                    <a:pt x="7116" y="142949"/>
                  </a:lnTo>
                  <a:lnTo>
                    <a:pt x="5336" y="141406"/>
                  </a:lnTo>
                  <a:lnTo>
                    <a:pt x="3557" y="139864"/>
                  </a:lnTo>
                  <a:lnTo>
                    <a:pt x="1778" y="138321"/>
                  </a:lnTo>
                  <a:lnTo>
                    <a:pt x="0" y="136779"/>
                  </a:lnTo>
                  <a:lnTo>
                    <a:pt x="0" y="133929"/>
                  </a:lnTo>
                  <a:lnTo>
                    <a:pt x="0" y="131611"/>
                  </a:lnTo>
                  <a:lnTo>
                    <a:pt x="0" y="128208"/>
                  </a:lnTo>
                  <a:lnTo>
                    <a:pt x="0" y="125257"/>
                  </a:lnTo>
                  <a:lnTo>
                    <a:pt x="0" y="122304"/>
                  </a:lnTo>
                  <a:lnTo>
                    <a:pt x="0" y="120274"/>
                  </a:lnTo>
                  <a:lnTo>
                    <a:pt x="0" y="118161"/>
                  </a:lnTo>
                  <a:lnTo>
                    <a:pt x="46" y="117203"/>
                  </a:lnTo>
                  <a:lnTo>
                    <a:pt x="221" y="116796"/>
                  </a:lnTo>
                  <a:lnTo>
                    <a:pt x="1182" y="116109"/>
                  </a:lnTo>
                  <a:lnTo>
                    <a:pt x="2687" y="114542"/>
                  </a:lnTo>
                  <a:lnTo>
                    <a:pt x="3243" y="113845"/>
                  </a:lnTo>
                  <a:lnTo>
                    <a:pt x="3956" y="113143"/>
                  </a:lnTo>
                  <a:lnTo>
                    <a:pt x="6475" y="111024"/>
                  </a:lnTo>
                  <a:lnTo>
                    <a:pt x="6996" y="110434"/>
                  </a:lnTo>
                  <a:lnTo>
                    <a:pt x="9443" y="107996"/>
                  </a:lnTo>
                  <a:lnTo>
                    <a:pt x="10016" y="107638"/>
                  </a:lnTo>
                  <a:lnTo>
                    <a:pt x="11330" y="107400"/>
                  </a:lnTo>
                  <a:lnTo>
                    <a:pt x="11879" y="106943"/>
                  </a:lnTo>
                  <a:lnTo>
                    <a:pt x="12616" y="105971"/>
                  </a:lnTo>
                  <a:lnTo>
                    <a:pt x="13703" y="104852"/>
                  </a:lnTo>
                  <a:lnTo>
                    <a:pt x="14410" y="104326"/>
                  </a:lnTo>
                  <a:lnTo>
                    <a:pt x="14578" y="104229"/>
                  </a:lnTo>
                  <a:lnTo>
                    <a:pt x="15027" y="104151"/>
                  </a:lnTo>
                  <a:lnTo>
                    <a:pt x="17292" y="104480"/>
                  </a:lnTo>
                  <a:lnTo>
                    <a:pt x="18242" y="104728"/>
                  </a:lnTo>
                  <a:lnTo>
                    <a:pt x="19375" y="104938"/>
                  </a:lnTo>
                  <a:lnTo>
                    <a:pt x="19731" y="104796"/>
                  </a:lnTo>
                  <a:lnTo>
                    <a:pt x="20034" y="104449"/>
                  </a:lnTo>
                  <a:lnTo>
                    <a:pt x="20461" y="103667"/>
                  </a:lnTo>
                  <a:lnTo>
                    <a:pt x="20555" y="102745"/>
                  </a:lnTo>
                  <a:lnTo>
                    <a:pt x="20581" y="101939"/>
                  </a:lnTo>
                  <a:lnTo>
                    <a:pt x="20647" y="101585"/>
                  </a:lnTo>
                  <a:lnTo>
                    <a:pt x="20847" y="101429"/>
                  </a:lnTo>
                  <a:lnTo>
                    <a:pt x="21340" y="101488"/>
                  </a:lnTo>
                  <a:lnTo>
                    <a:pt x="22003" y="101597"/>
                  </a:lnTo>
                  <a:lnTo>
                    <a:pt x="23354" y="101564"/>
                  </a:lnTo>
                  <a:lnTo>
                    <a:pt x="23811" y="101449"/>
                  </a:lnTo>
                  <a:lnTo>
                    <a:pt x="25345" y="101277"/>
                  </a:lnTo>
                  <a:lnTo>
                    <a:pt x="27515" y="100750"/>
                  </a:lnTo>
                  <a:lnTo>
                    <a:pt x="29234" y="100067"/>
                  </a:lnTo>
                  <a:lnTo>
                    <a:pt x="30601" y="99524"/>
                  </a:lnTo>
                  <a:lnTo>
                    <a:pt x="32069" y="98105"/>
                  </a:lnTo>
                  <a:lnTo>
                    <a:pt x="33143" y="96606"/>
                  </a:lnTo>
                  <a:lnTo>
                    <a:pt x="34261" y="94370"/>
                  </a:lnTo>
                  <a:lnTo>
                    <a:pt x="35147" y="92432"/>
                  </a:lnTo>
                  <a:lnTo>
                    <a:pt x="36942" y="91219"/>
                  </a:lnTo>
                  <a:lnTo>
                    <a:pt x="38446" y="90488"/>
                  </a:lnTo>
                  <a:lnTo>
                    <a:pt x="39302" y="90198"/>
                  </a:lnTo>
                  <a:lnTo>
                    <a:pt x="41253" y="89175"/>
                  </a:lnTo>
                  <a:lnTo>
                    <a:pt x="42900" y="87631"/>
                  </a:lnTo>
                  <a:lnTo>
                    <a:pt x="44446" y="86181"/>
                  </a:lnTo>
                  <a:lnTo>
                    <a:pt x="45632" y="85990"/>
                  </a:lnTo>
                  <a:lnTo>
                    <a:pt x="47127" y="85750"/>
                  </a:lnTo>
                  <a:lnTo>
                    <a:pt x="47460" y="85477"/>
                  </a:lnTo>
                  <a:lnTo>
                    <a:pt x="47838" y="84962"/>
                  </a:lnTo>
                  <a:lnTo>
                    <a:pt x="47860" y="84058"/>
                  </a:lnTo>
                  <a:lnTo>
                    <a:pt x="47406" y="83422"/>
                  </a:lnTo>
                  <a:lnTo>
                    <a:pt x="46861" y="83087"/>
                  </a:lnTo>
                  <a:lnTo>
                    <a:pt x="46474" y="82718"/>
                  </a:lnTo>
                  <a:lnTo>
                    <a:pt x="46088" y="82652"/>
                  </a:lnTo>
                  <a:lnTo>
                    <a:pt x="45884" y="82216"/>
                  </a:lnTo>
                  <a:lnTo>
                    <a:pt x="45998" y="81412"/>
                  </a:lnTo>
                  <a:lnTo>
                    <a:pt x="46057" y="80668"/>
                  </a:lnTo>
                  <a:lnTo>
                    <a:pt x="46302" y="79929"/>
                  </a:lnTo>
                  <a:lnTo>
                    <a:pt x="46234" y="78879"/>
                  </a:lnTo>
                  <a:lnTo>
                    <a:pt x="45849" y="77829"/>
                  </a:lnTo>
                  <a:lnTo>
                    <a:pt x="45731" y="77075"/>
                  </a:lnTo>
                  <a:lnTo>
                    <a:pt x="45758" y="76329"/>
                  </a:lnTo>
                  <a:lnTo>
                    <a:pt x="45947" y="75743"/>
                  </a:lnTo>
                  <a:lnTo>
                    <a:pt x="46501" y="75358"/>
                  </a:lnTo>
                  <a:lnTo>
                    <a:pt x="47144" y="75210"/>
                  </a:lnTo>
                  <a:lnTo>
                    <a:pt x="48049" y="75396"/>
                  </a:lnTo>
                  <a:lnTo>
                    <a:pt x="49608" y="75148"/>
                  </a:lnTo>
                  <a:lnTo>
                    <a:pt x="53604" y="73339"/>
                  </a:lnTo>
                  <a:lnTo>
                    <a:pt x="53880" y="72782"/>
                  </a:lnTo>
                  <a:lnTo>
                    <a:pt x="54136" y="71530"/>
                  </a:lnTo>
                  <a:lnTo>
                    <a:pt x="54423" y="70434"/>
                  </a:lnTo>
                  <a:lnTo>
                    <a:pt x="54836" y="70067"/>
                  </a:lnTo>
                  <a:lnTo>
                    <a:pt x="55061" y="69985"/>
                  </a:lnTo>
                  <a:lnTo>
                    <a:pt x="56393" y="69692"/>
                  </a:lnTo>
                  <a:lnTo>
                    <a:pt x="58279" y="69274"/>
                  </a:lnTo>
                  <a:lnTo>
                    <a:pt x="58987" y="69214"/>
                  </a:lnTo>
                  <a:lnTo>
                    <a:pt x="61042" y="69335"/>
                  </a:lnTo>
                  <a:lnTo>
                    <a:pt x="62541" y="69423"/>
                  </a:lnTo>
                  <a:lnTo>
                    <a:pt x="64961" y="69566"/>
                  </a:lnTo>
                  <a:lnTo>
                    <a:pt x="66681" y="69639"/>
                  </a:lnTo>
                  <a:lnTo>
                    <a:pt x="68177" y="69704"/>
                  </a:lnTo>
                  <a:lnTo>
                    <a:pt x="70085" y="69786"/>
                  </a:lnTo>
                  <a:lnTo>
                    <a:pt x="70553" y="69532"/>
                  </a:lnTo>
                  <a:lnTo>
                    <a:pt x="70553" y="68732"/>
                  </a:lnTo>
                  <a:lnTo>
                    <a:pt x="70210" y="67246"/>
                  </a:lnTo>
                  <a:lnTo>
                    <a:pt x="70416" y="66319"/>
                  </a:lnTo>
                  <a:lnTo>
                    <a:pt x="71152" y="65460"/>
                  </a:lnTo>
                  <a:lnTo>
                    <a:pt x="72070" y="64496"/>
                  </a:lnTo>
                  <a:lnTo>
                    <a:pt x="71640" y="63324"/>
                  </a:lnTo>
                  <a:lnTo>
                    <a:pt x="70909" y="62540"/>
                  </a:lnTo>
                  <a:lnTo>
                    <a:pt x="69886" y="61603"/>
                  </a:lnTo>
                  <a:lnTo>
                    <a:pt x="69359" y="61217"/>
                  </a:lnTo>
                  <a:lnTo>
                    <a:pt x="68433" y="60081"/>
                  </a:lnTo>
                  <a:lnTo>
                    <a:pt x="67865" y="58786"/>
                  </a:lnTo>
                  <a:lnTo>
                    <a:pt x="67480" y="56053"/>
                  </a:lnTo>
                  <a:lnTo>
                    <a:pt x="66776" y="54522"/>
                  </a:lnTo>
                  <a:lnTo>
                    <a:pt x="66264" y="52635"/>
                  </a:lnTo>
                  <a:lnTo>
                    <a:pt x="66718" y="49175"/>
                  </a:lnTo>
                  <a:lnTo>
                    <a:pt x="66039" y="47081"/>
                  </a:lnTo>
                  <a:lnTo>
                    <a:pt x="65934" y="46175"/>
                  </a:lnTo>
                  <a:lnTo>
                    <a:pt x="65929" y="45109"/>
                  </a:lnTo>
                  <a:lnTo>
                    <a:pt x="66137" y="43267"/>
                  </a:lnTo>
                  <a:lnTo>
                    <a:pt x="66002" y="40676"/>
                  </a:lnTo>
                  <a:lnTo>
                    <a:pt x="65199" y="38000"/>
                  </a:lnTo>
                  <a:lnTo>
                    <a:pt x="65577" y="37089"/>
                  </a:lnTo>
                  <a:lnTo>
                    <a:pt x="65753" y="36617"/>
                  </a:lnTo>
                  <a:lnTo>
                    <a:pt x="65694" y="36212"/>
                  </a:lnTo>
                  <a:lnTo>
                    <a:pt x="64964" y="35362"/>
                  </a:lnTo>
                  <a:lnTo>
                    <a:pt x="64652" y="34661"/>
                  </a:lnTo>
                  <a:lnTo>
                    <a:pt x="64815" y="34001"/>
                  </a:lnTo>
                  <a:lnTo>
                    <a:pt x="65195" y="33045"/>
                  </a:lnTo>
                  <a:lnTo>
                    <a:pt x="65163" y="32644"/>
                  </a:lnTo>
                  <a:lnTo>
                    <a:pt x="63978" y="31478"/>
                  </a:lnTo>
                  <a:lnTo>
                    <a:pt x="61983" y="29590"/>
                  </a:lnTo>
                  <a:lnTo>
                    <a:pt x="61425" y="28768"/>
                  </a:lnTo>
                  <a:lnTo>
                    <a:pt x="61152" y="27730"/>
                  </a:lnTo>
                  <a:lnTo>
                    <a:pt x="63061" y="27997"/>
                  </a:lnTo>
                  <a:lnTo>
                    <a:pt x="64050" y="27869"/>
                  </a:lnTo>
                  <a:lnTo>
                    <a:pt x="66317" y="26630"/>
                  </a:lnTo>
                  <a:lnTo>
                    <a:pt x="68114" y="24957"/>
                  </a:lnTo>
                  <a:lnTo>
                    <a:pt x="69513" y="24103"/>
                  </a:lnTo>
                  <a:lnTo>
                    <a:pt x="70747" y="22269"/>
                  </a:lnTo>
                  <a:lnTo>
                    <a:pt x="71861" y="21110"/>
                  </a:lnTo>
                  <a:lnTo>
                    <a:pt x="73471" y="19861"/>
                  </a:lnTo>
                  <a:lnTo>
                    <a:pt x="78120" y="17167"/>
                  </a:lnTo>
                  <a:lnTo>
                    <a:pt x="78832" y="17144"/>
                  </a:lnTo>
                  <a:lnTo>
                    <a:pt x="80361" y="17759"/>
                  </a:lnTo>
                  <a:lnTo>
                    <a:pt x="81695" y="17568"/>
                  </a:lnTo>
                  <a:lnTo>
                    <a:pt x="82151" y="17094"/>
                  </a:lnTo>
                  <a:lnTo>
                    <a:pt x="82605" y="16623"/>
                  </a:lnTo>
                  <a:lnTo>
                    <a:pt x="83586" y="14355"/>
                  </a:lnTo>
                  <a:lnTo>
                    <a:pt x="85105" y="12971"/>
                  </a:lnTo>
                  <a:lnTo>
                    <a:pt x="87023" y="11584"/>
                  </a:lnTo>
                  <a:lnTo>
                    <a:pt x="89633" y="10263"/>
                  </a:lnTo>
                  <a:lnTo>
                    <a:pt x="91344" y="9044"/>
                  </a:lnTo>
                  <a:lnTo>
                    <a:pt x="94045" y="7989"/>
                  </a:lnTo>
                  <a:lnTo>
                    <a:pt x="100831" y="7319"/>
                  </a:lnTo>
                  <a:lnTo>
                    <a:pt x="104316" y="6724"/>
                  </a:lnTo>
                  <a:lnTo>
                    <a:pt x="106686" y="6858"/>
                  </a:lnTo>
                  <a:lnTo>
                    <a:pt x="109081" y="4930"/>
                  </a:lnTo>
                  <a:lnTo>
                    <a:pt x="110277" y="4294"/>
                  </a:lnTo>
                  <a:lnTo>
                    <a:pt x="115458" y="4146"/>
                  </a:lnTo>
                  <a:lnTo>
                    <a:pt x="117903" y="2736"/>
                  </a:lnTo>
                  <a:lnTo>
                    <a:pt x="127166" y="2734"/>
                  </a:lnTo>
                  <a:lnTo>
                    <a:pt x="128299" y="3207"/>
                  </a:lnTo>
                  <a:lnTo>
                    <a:pt x="129412" y="3965"/>
                  </a:lnTo>
                  <a:lnTo>
                    <a:pt x="131306" y="5796"/>
                  </a:lnTo>
                  <a:lnTo>
                    <a:pt x="132250" y="6194"/>
                  </a:lnTo>
                  <a:lnTo>
                    <a:pt x="133472" y="5815"/>
                  </a:lnTo>
                  <a:lnTo>
                    <a:pt x="136319" y="4083"/>
                  </a:lnTo>
                  <a:lnTo>
                    <a:pt x="139528" y="3181"/>
                  </a:lnTo>
                  <a:lnTo>
                    <a:pt x="141273" y="2148"/>
                  </a:lnTo>
                  <a:lnTo>
                    <a:pt x="142017" y="646"/>
                  </a:lnTo>
                  <a:lnTo>
                    <a:pt x="143519" y="92"/>
                  </a:lnTo>
                  <a:lnTo>
                    <a:pt x="144364" y="1246"/>
                  </a:lnTo>
                  <a:lnTo>
                    <a:pt x="147691" y="2412"/>
                  </a:lnTo>
                  <a:lnTo>
                    <a:pt x="149734" y="2078"/>
                  </a:lnTo>
                  <a:lnTo>
                    <a:pt x="150633" y="1727"/>
                  </a:lnTo>
                  <a:lnTo>
                    <a:pt x="150309" y="0"/>
                  </a:lnTo>
                  <a:lnTo>
                    <a:pt x="152468" y="461"/>
                  </a:lnTo>
                  <a:lnTo>
                    <a:pt x="154126" y="1291"/>
                  </a:lnTo>
                  <a:lnTo>
                    <a:pt x="155866" y="2958"/>
                  </a:lnTo>
                  <a:lnTo>
                    <a:pt x="156990" y="3292"/>
                  </a:lnTo>
                  <a:lnTo>
                    <a:pt x="159040" y="253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263120" y="2455777"/>
              <a:ext cx="3442" cy="4782"/>
            </a:xfrm>
            <a:custGeom>
              <a:avLst/>
              <a:pathLst>
                <a:path w="3442" h="4782">
                  <a:moveTo>
                    <a:pt x="1337" y="4244"/>
                  </a:moveTo>
                  <a:lnTo>
                    <a:pt x="1156" y="4782"/>
                  </a:lnTo>
                  <a:lnTo>
                    <a:pt x="257" y="4734"/>
                  </a:lnTo>
                  <a:lnTo>
                    <a:pt x="0" y="4561"/>
                  </a:lnTo>
                  <a:lnTo>
                    <a:pt x="7" y="3945"/>
                  </a:lnTo>
                  <a:lnTo>
                    <a:pt x="218" y="1995"/>
                  </a:lnTo>
                  <a:lnTo>
                    <a:pt x="466" y="1175"/>
                  </a:lnTo>
                  <a:lnTo>
                    <a:pt x="1203" y="382"/>
                  </a:lnTo>
                  <a:lnTo>
                    <a:pt x="1818" y="0"/>
                  </a:lnTo>
                  <a:lnTo>
                    <a:pt x="2608" y="69"/>
                  </a:lnTo>
                  <a:lnTo>
                    <a:pt x="3442" y="791"/>
                  </a:lnTo>
                  <a:lnTo>
                    <a:pt x="2457" y="2101"/>
                  </a:lnTo>
                  <a:lnTo>
                    <a:pt x="1908" y="2300"/>
                  </a:lnTo>
                  <a:lnTo>
                    <a:pt x="1698" y="246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166180" y="2435583"/>
              <a:ext cx="1328" cy="1687"/>
            </a:xfrm>
            <a:custGeom>
              <a:avLst/>
              <a:pathLst>
                <a:path w="1328" h="1687">
                  <a:moveTo>
                    <a:pt x="904" y="1659"/>
                  </a:moveTo>
                  <a:lnTo>
                    <a:pt x="521" y="1687"/>
                  </a:lnTo>
                  <a:lnTo>
                    <a:pt x="0" y="1089"/>
                  </a:lnTo>
                  <a:lnTo>
                    <a:pt x="400" y="0"/>
                  </a:lnTo>
                  <a:lnTo>
                    <a:pt x="828" y="262"/>
                  </a:lnTo>
                  <a:lnTo>
                    <a:pt x="1142" y="576"/>
                  </a:lnTo>
                  <a:lnTo>
                    <a:pt x="1328" y="99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174798" y="2428038"/>
              <a:ext cx="3303" cy="3797"/>
            </a:xfrm>
            <a:custGeom>
              <a:avLst/>
              <a:pathLst>
                <a:path w="3303" h="3797">
                  <a:moveTo>
                    <a:pt x="1794" y="3221"/>
                  </a:moveTo>
                  <a:lnTo>
                    <a:pt x="680" y="3797"/>
                  </a:lnTo>
                  <a:lnTo>
                    <a:pt x="296" y="3538"/>
                  </a:lnTo>
                  <a:lnTo>
                    <a:pt x="56" y="3255"/>
                  </a:lnTo>
                  <a:lnTo>
                    <a:pt x="0" y="2908"/>
                  </a:lnTo>
                  <a:lnTo>
                    <a:pt x="616" y="2047"/>
                  </a:lnTo>
                  <a:lnTo>
                    <a:pt x="1217" y="1580"/>
                  </a:lnTo>
                  <a:lnTo>
                    <a:pt x="1754" y="588"/>
                  </a:lnTo>
                  <a:lnTo>
                    <a:pt x="2745" y="0"/>
                  </a:lnTo>
                  <a:lnTo>
                    <a:pt x="3034" y="136"/>
                  </a:lnTo>
                  <a:lnTo>
                    <a:pt x="3227" y="341"/>
                  </a:lnTo>
                  <a:lnTo>
                    <a:pt x="3303" y="674"/>
                  </a:lnTo>
                  <a:lnTo>
                    <a:pt x="2967" y="1476"/>
                  </a:lnTo>
                  <a:lnTo>
                    <a:pt x="2367" y="203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165966" y="2425313"/>
              <a:ext cx="3376" cy="4026"/>
            </a:xfrm>
            <a:custGeom>
              <a:avLst/>
              <a:pathLst>
                <a:path w="3376" h="4026">
                  <a:moveTo>
                    <a:pt x="1960" y="4001"/>
                  </a:moveTo>
                  <a:lnTo>
                    <a:pt x="1466" y="4026"/>
                  </a:lnTo>
                  <a:lnTo>
                    <a:pt x="0" y="2675"/>
                  </a:lnTo>
                  <a:lnTo>
                    <a:pt x="98" y="1349"/>
                  </a:lnTo>
                  <a:lnTo>
                    <a:pt x="685" y="456"/>
                  </a:lnTo>
                  <a:lnTo>
                    <a:pt x="2580" y="0"/>
                  </a:lnTo>
                  <a:lnTo>
                    <a:pt x="3376" y="839"/>
                  </a:lnTo>
                  <a:lnTo>
                    <a:pt x="3305" y="2428"/>
                  </a:lnTo>
                  <a:lnTo>
                    <a:pt x="2659" y="3589"/>
                  </a:lnTo>
                  <a:lnTo>
                    <a:pt x="2144" y="380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155445" y="2422119"/>
              <a:ext cx="2410" cy="3104"/>
            </a:xfrm>
            <a:custGeom>
              <a:avLst/>
              <a:pathLst>
                <a:path w="2410" h="3104">
                  <a:moveTo>
                    <a:pt x="2158" y="2861"/>
                  </a:moveTo>
                  <a:lnTo>
                    <a:pt x="1208" y="3104"/>
                  </a:lnTo>
                  <a:lnTo>
                    <a:pt x="410" y="2626"/>
                  </a:lnTo>
                  <a:lnTo>
                    <a:pt x="71" y="1885"/>
                  </a:lnTo>
                  <a:lnTo>
                    <a:pt x="0" y="770"/>
                  </a:lnTo>
                  <a:lnTo>
                    <a:pt x="70" y="401"/>
                  </a:lnTo>
                  <a:lnTo>
                    <a:pt x="1835" y="0"/>
                  </a:lnTo>
                  <a:lnTo>
                    <a:pt x="2410" y="931"/>
                  </a:lnTo>
                  <a:lnTo>
                    <a:pt x="2404" y="230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162885" y="2420791"/>
              <a:ext cx="2974" cy="2842"/>
            </a:xfrm>
            <a:custGeom>
              <a:avLst/>
              <a:pathLst>
                <a:path w="2974" h="2842">
                  <a:moveTo>
                    <a:pt x="2780" y="2420"/>
                  </a:moveTo>
                  <a:lnTo>
                    <a:pt x="2339" y="2842"/>
                  </a:lnTo>
                  <a:lnTo>
                    <a:pt x="555" y="2356"/>
                  </a:lnTo>
                  <a:lnTo>
                    <a:pt x="0" y="1547"/>
                  </a:lnTo>
                  <a:lnTo>
                    <a:pt x="448" y="442"/>
                  </a:lnTo>
                  <a:lnTo>
                    <a:pt x="826" y="0"/>
                  </a:lnTo>
                  <a:lnTo>
                    <a:pt x="1894" y="409"/>
                  </a:lnTo>
                  <a:lnTo>
                    <a:pt x="2974" y="164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155987" y="2416798"/>
              <a:ext cx="7541" cy="15976"/>
            </a:xfrm>
            <a:custGeom>
              <a:avLst/>
              <a:pathLst>
                <a:path w="7541" h="15976">
                  <a:moveTo>
                    <a:pt x="3071" y="1404"/>
                  </a:moveTo>
                  <a:lnTo>
                    <a:pt x="3659" y="2303"/>
                  </a:lnTo>
                  <a:lnTo>
                    <a:pt x="3979" y="4866"/>
                  </a:lnTo>
                  <a:lnTo>
                    <a:pt x="5877" y="7569"/>
                  </a:lnTo>
                  <a:lnTo>
                    <a:pt x="6113" y="9080"/>
                  </a:lnTo>
                  <a:lnTo>
                    <a:pt x="5944" y="9783"/>
                  </a:lnTo>
                  <a:lnTo>
                    <a:pt x="6034" y="10058"/>
                  </a:lnTo>
                  <a:lnTo>
                    <a:pt x="6946" y="11124"/>
                  </a:lnTo>
                  <a:lnTo>
                    <a:pt x="7541" y="12244"/>
                  </a:lnTo>
                  <a:lnTo>
                    <a:pt x="6540" y="14873"/>
                  </a:lnTo>
                  <a:lnTo>
                    <a:pt x="4406" y="15976"/>
                  </a:lnTo>
                  <a:lnTo>
                    <a:pt x="2131" y="15939"/>
                  </a:lnTo>
                  <a:lnTo>
                    <a:pt x="1681" y="15656"/>
                  </a:lnTo>
                  <a:lnTo>
                    <a:pt x="1071" y="14651"/>
                  </a:lnTo>
                  <a:lnTo>
                    <a:pt x="959" y="13763"/>
                  </a:lnTo>
                  <a:lnTo>
                    <a:pt x="1310" y="12906"/>
                  </a:lnTo>
                  <a:lnTo>
                    <a:pt x="2485" y="11605"/>
                  </a:lnTo>
                  <a:lnTo>
                    <a:pt x="4277" y="10442"/>
                  </a:lnTo>
                  <a:lnTo>
                    <a:pt x="4502" y="9553"/>
                  </a:lnTo>
                  <a:lnTo>
                    <a:pt x="3782" y="8686"/>
                  </a:lnTo>
                  <a:lnTo>
                    <a:pt x="3285" y="6966"/>
                  </a:lnTo>
                  <a:lnTo>
                    <a:pt x="2153" y="5760"/>
                  </a:lnTo>
                  <a:lnTo>
                    <a:pt x="1589" y="2081"/>
                  </a:lnTo>
                  <a:lnTo>
                    <a:pt x="1212" y="1898"/>
                  </a:lnTo>
                  <a:lnTo>
                    <a:pt x="443" y="2406"/>
                  </a:lnTo>
                  <a:lnTo>
                    <a:pt x="63" y="1961"/>
                  </a:lnTo>
                  <a:lnTo>
                    <a:pt x="0" y="1725"/>
                  </a:lnTo>
                  <a:lnTo>
                    <a:pt x="829" y="886"/>
                  </a:lnTo>
                  <a:lnTo>
                    <a:pt x="1001" y="288"/>
                  </a:lnTo>
                  <a:lnTo>
                    <a:pt x="2227" y="0"/>
                  </a:lnTo>
                  <a:lnTo>
                    <a:pt x="2753" y="48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275242" y="2399587"/>
              <a:ext cx="869" cy="1595"/>
            </a:xfrm>
            <a:custGeom>
              <a:avLst/>
              <a:pathLst>
                <a:path w="869" h="1595">
                  <a:moveTo>
                    <a:pt x="780" y="1492"/>
                  </a:moveTo>
                  <a:lnTo>
                    <a:pt x="246" y="1595"/>
                  </a:lnTo>
                  <a:lnTo>
                    <a:pt x="0" y="928"/>
                  </a:lnTo>
                  <a:lnTo>
                    <a:pt x="647" y="151"/>
                  </a:lnTo>
                  <a:lnTo>
                    <a:pt x="869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256594" y="2398253"/>
              <a:ext cx="54051" cy="89907"/>
            </a:xfrm>
            <a:custGeom>
              <a:avLst/>
              <a:pathLst>
                <a:path w="54051" h="89907">
                  <a:moveTo>
                    <a:pt x="53721" y="21785"/>
                  </a:moveTo>
                  <a:lnTo>
                    <a:pt x="53191" y="22282"/>
                  </a:lnTo>
                  <a:lnTo>
                    <a:pt x="52643" y="22335"/>
                  </a:lnTo>
                  <a:lnTo>
                    <a:pt x="51909" y="22490"/>
                  </a:lnTo>
                  <a:lnTo>
                    <a:pt x="50890" y="22012"/>
                  </a:lnTo>
                  <a:lnTo>
                    <a:pt x="50487" y="22012"/>
                  </a:lnTo>
                  <a:lnTo>
                    <a:pt x="50433" y="22497"/>
                  </a:lnTo>
                  <a:lnTo>
                    <a:pt x="51109" y="23090"/>
                  </a:lnTo>
                  <a:lnTo>
                    <a:pt x="51766" y="23763"/>
                  </a:lnTo>
                  <a:lnTo>
                    <a:pt x="52004" y="24787"/>
                  </a:lnTo>
                  <a:lnTo>
                    <a:pt x="52394" y="26002"/>
                  </a:lnTo>
                  <a:lnTo>
                    <a:pt x="53335" y="27364"/>
                  </a:lnTo>
                  <a:lnTo>
                    <a:pt x="53922" y="28045"/>
                  </a:lnTo>
                  <a:lnTo>
                    <a:pt x="53958" y="28530"/>
                  </a:lnTo>
                  <a:lnTo>
                    <a:pt x="53775" y="29419"/>
                  </a:lnTo>
                  <a:lnTo>
                    <a:pt x="53729" y="30162"/>
                  </a:lnTo>
                  <a:lnTo>
                    <a:pt x="54051" y="33575"/>
                  </a:lnTo>
                  <a:lnTo>
                    <a:pt x="53835" y="33784"/>
                  </a:lnTo>
                  <a:lnTo>
                    <a:pt x="53487" y="33801"/>
                  </a:lnTo>
                  <a:lnTo>
                    <a:pt x="53118" y="33784"/>
                  </a:lnTo>
                  <a:lnTo>
                    <a:pt x="52816" y="33413"/>
                  </a:lnTo>
                  <a:lnTo>
                    <a:pt x="52552" y="33191"/>
                  </a:lnTo>
                  <a:lnTo>
                    <a:pt x="52435" y="33720"/>
                  </a:lnTo>
                  <a:lnTo>
                    <a:pt x="52163" y="35240"/>
                  </a:lnTo>
                  <a:lnTo>
                    <a:pt x="51551" y="38659"/>
                  </a:lnTo>
                  <a:lnTo>
                    <a:pt x="51014" y="41657"/>
                  </a:lnTo>
                  <a:lnTo>
                    <a:pt x="50342" y="42718"/>
                  </a:lnTo>
                  <a:lnTo>
                    <a:pt x="49368" y="44403"/>
                  </a:lnTo>
                  <a:lnTo>
                    <a:pt x="48035" y="46709"/>
                  </a:lnTo>
                  <a:lnTo>
                    <a:pt x="46102" y="50051"/>
                  </a:lnTo>
                  <a:lnTo>
                    <a:pt x="44672" y="51597"/>
                  </a:lnTo>
                  <a:lnTo>
                    <a:pt x="43544" y="52816"/>
                  </a:lnTo>
                  <a:lnTo>
                    <a:pt x="42227" y="54225"/>
                  </a:lnTo>
                  <a:lnTo>
                    <a:pt x="40527" y="56042"/>
                  </a:lnTo>
                  <a:lnTo>
                    <a:pt x="38619" y="57065"/>
                  </a:lnTo>
                  <a:lnTo>
                    <a:pt x="35963" y="58484"/>
                  </a:lnTo>
                  <a:lnTo>
                    <a:pt x="34084" y="59488"/>
                  </a:lnTo>
                  <a:lnTo>
                    <a:pt x="32699" y="60189"/>
                  </a:lnTo>
                  <a:lnTo>
                    <a:pt x="31256" y="60921"/>
                  </a:lnTo>
                  <a:lnTo>
                    <a:pt x="29349" y="61886"/>
                  </a:lnTo>
                  <a:lnTo>
                    <a:pt x="28612" y="62798"/>
                  </a:lnTo>
                  <a:lnTo>
                    <a:pt x="27387" y="65027"/>
                  </a:lnTo>
                  <a:lnTo>
                    <a:pt x="26817" y="66102"/>
                  </a:lnTo>
                  <a:lnTo>
                    <a:pt x="26296" y="67027"/>
                  </a:lnTo>
                  <a:lnTo>
                    <a:pt x="26189" y="67449"/>
                  </a:lnTo>
                  <a:lnTo>
                    <a:pt x="26256" y="67719"/>
                  </a:lnTo>
                  <a:lnTo>
                    <a:pt x="26507" y="68170"/>
                  </a:lnTo>
                  <a:lnTo>
                    <a:pt x="26530" y="68630"/>
                  </a:lnTo>
                  <a:lnTo>
                    <a:pt x="26186" y="68919"/>
                  </a:lnTo>
                  <a:lnTo>
                    <a:pt x="25889" y="68965"/>
                  </a:lnTo>
                  <a:lnTo>
                    <a:pt x="25756" y="68734"/>
                  </a:lnTo>
                  <a:lnTo>
                    <a:pt x="25658" y="68226"/>
                  </a:lnTo>
                  <a:lnTo>
                    <a:pt x="25341" y="67708"/>
                  </a:lnTo>
                  <a:lnTo>
                    <a:pt x="24974" y="67558"/>
                  </a:lnTo>
                  <a:lnTo>
                    <a:pt x="24762" y="67685"/>
                  </a:lnTo>
                  <a:lnTo>
                    <a:pt x="24745" y="68157"/>
                  </a:lnTo>
                  <a:lnTo>
                    <a:pt x="24264" y="70439"/>
                  </a:lnTo>
                  <a:lnTo>
                    <a:pt x="24246" y="71548"/>
                  </a:lnTo>
                  <a:lnTo>
                    <a:pt x="24043" y="71986"/>
                  </a:lnTo>
                  <a:lnTo>
                    <a:pt x="24058" y="72978"/>
                  </a:lnTo>
                  <a:lnTo>
                    <a:pt x="23573" y="73901"/>
                  </a:lnTo>
                  <a:lnTo>
                    <a:pt x="23361" y="74724"/>
                  </a:lnTo>
                  <a:lnTo>
                    <a:pt x="23214" y="75423"/>
                  </a:lnTo>
                  <a:lnTo>
                    <a:pt x="22822" y="75908"/>
                  </a:lnTo>
                  <a:lnTo>
                    <a:pt x="22683" y="76671"/>
                  </a:lnTo>
                  <a:lnTo>
                    <a:pt x="22322" y="78285"/>
                  </a:lnTo>
                  <a:lnTo>
                    <a:pt x="21899" y="79551"/>
                  </a:lnTo>
                  <a:lnTo>
                    <a:pt x="21602" y="80636"/>
                  </a:lnTo>
                  <a:lnTo>
                    <a:pt x="21548" y="81446"/>
                  </a:lnTo>
                  <a:lnTo>
                    <a:pt x="21774" y="82020"/>
                  </a:lnTo>
                  <a:lnTo>
                    <a:pt x="21853" y="82481"/>
                  </a:lnTo>
                  <a:lnTo>
                    <a:pt x="21649" y="83311"/>
                  </a:lnTo>
                  <a:lnTo>
                    <a:pt x="21539" y="83935"/>
                  </a:lnTo>
                  <a:lnTo>
                    <a:pt x="21000" y="84357"/>
                  </a:lnTo>
                  <a:lnTo>
                    <a:pt x="19879" y="85366"/>
                  </a:lnTo>
                  <a:lnTo>
                    <a:pt x="19443" y="86055"/>
                  </a:lnTo>
                  <a:lnTo>
                    <a:pt x="19271" y="86840"/>
                  </a:lnTo>
                  <a:lnTo>
                    <a:pt x="19381" y="87509"/>
                  </a:lnTo>
                  <a:lnTo>
                    <a:pt x="19334" y="88063"/>
                  </a:lnTo>
                  <a:lnTo>
                    <a:pt x="18802" y="88270"/>
                  </a:lnTo>
                  <a:lnTo>
                    <a:pt x="18614" y="88755"/>
                  </a:lnTo>
                  <a:lnTo>
                    <a:pt x="18254" y="89608"/>
                  </a:lnTo>
                  <a:lnTo>
                    <a:pt x="17848" y="89907"/>
                  </a:lnTo>
                  <a:lnTo>
                    <a:pt x="16803" y="89455"/>
                  </a:lnTo>
                  <a:lnTo>
                    <a:pt x="16033" y="89447"/>
                  </a:lnTo>
                  <a:lnTo>
                    <a:pt x="15438" y="89032"/>
                  </a:lnTo>
                  <a:lnTo>
                    <a:pt x="14790" y="87807"/>
                  </a:lnTo>
                  <a:lnTo>
                    <a:pt x="14257" y="86777"/>
                  </a:lnTo>
                  <a:lnTo>
                    <a:pt x="13821" y="85444"/>
                  </a:lnTo>
                  <a:lnTo>
                    <a:pt x="13686" y="83610"/>
                  </a:lnTo>
                  <a:lnTo>
                    <a:pt x="13104" y="83072"/>
                  </a:lnTo>
                  <a:lnTo>
                    <a:pt x="12528" y="82435"/>
                  </a:lnTo>
                  <a:lnTo>
                    <a:pt x="11843" y="82612"/>
                  </a:lnTo>
                  <a:lnTo>
                    <a:pt x="11026" y="82735"/>
                  </a:lnTo>
                  <a:lnTo>
                    <a:pt x="10574" y="82310"/>
                  </a:lnTo>
                  <a:lnTo>
                    <a:pt x="9459" y="81535"/>
                  </a:lnTo>
                  <a:lnTo>
                    <a:pt x="8507" y="80659"/>
                  </a:lnTo>
                  <a:lnTo>
                    <a:pt x="7788" y="80220"/>
                  </a:lnTo>
                  <a:lnTo>
                    <a:pt x="7240" y="80429"/>
                  </a:lnTo>
                  <a:lnTo>
                    <a:pt x="6912" y="80958"/>
                  </a:lnTo>
                  <a:lnTo>
                    <a:pt x="6333" y="81904"/>
                  </a:lnTo>
                  <a:lnTo>
                    <a:pt x="5480" y="82558"/>
                  </a:lnTo>
                  <a:lnTo>
                    <a:pt x="5095" y="82526"/>
                  </a:lnTo>
                  <a:lnTo>
                    <a:pt x="4581" y="82089"/>
                  </a:lnTo>
                  <a:lnTo>
                    <a:pt x="4487" y="81581"/>
                  </a:lnTo>
                  <a:lnTo>
                    <a:pt x="4909" y="80775"/>
                  </a:lnTo>
                  <a:lnTo>
                    <a:pt x="5770" y="78998"/>
                  </a:lnTo>
                  <a:lnTo>
                    <a:pt x="4815" y="78952"/>
                  </a:lnTo>
                  <a:lnTo>
                    <a:pt x="4487" y="78399"/>
                  </a:lnTo>
                  <a:lnTo>
                    <a:pt x="4440" y="77752"/>
                  </a:lnTo>
                  <a:lnTo>
                    <a:pt x="4283" y="77060"/>
                  </a:lnTo>
                  <a:lnTo>
                    <a:pt x="4471" y="76231"/>
                  </a:lnTo>
                  <a:lnTo>
                    <a:pt x="4972" y="75792"/>
                  </a:lnTo>
                  <a:lnTo>
                    <a:pt x="5723" y="76138"/>
                  </a:lnTo>
                  <a:lnTo>
                    <a:pt x="6239" y="76161"/>
                  </a:lnTo>
                  <a:lnTo>
                    <a:pt x="6583" y="75377"/>
                  </a:lnTo>
                  <a:lnTo>
                    <a:pt x="6927" y="75031"/>
                  </a:lnTo>
                  <a:lnTo>
                    <a:pt x="7272" y="74777"/>
                  </a:lnTo>
                  <a:lnTo>
                    <a:pt x="7412" y="74385"/>
                  </a:lnTo>
                  <a:lnTo>
                    <a:pt x="7050" y="73129"/>
                  </a:lnTo>
                  <a:lnTo>
                    <a:pt x="6943" y="72448"/>
                  </a:lnTo>
                  <a:lnTo>
                    <a:pt x="7053" y="72056"/>
                  </a:lnTo>
                  <a:lnTo>
                    <a:pt x="7037" y="71271"/>
                  </a:lnTo>
                  <a:lnTo>
                    <a:pt x="7021" y="70695"/>
                  </a:lnTo>
                  <a:lnTo>
                    <a:pt x="6802" y="70187"/>
                  </a:lnTo>
                  <a:lnTo>
                    <a:pt x="6786" y="69426"/>
                  </a:lnTo>
                  <a:lnTo>
                    <a:pt x="6599" y="69012"/>
                  </a:lnTo>
                  <a:lnTo>
                    <a:pt x="6536" y="68573"/>
                  </a:lnTo>
                  <a:lnTo>
                    <a:pt x="6520" y="68065"/>
                  </a:lnTo>
                  <a:lnTo>
                    <a:pt x="6286" y="67812"/>
                  </a:lnTo>
                  <a:lnTo>
                    <a:pt x="6037" y="67553"/>
                  </a:lnTo>
                  <a:lnTo>
                    <a:pt x="6240" y="67370"/>
                  </a:lnTo>
                  <a:lnTo>
                    <a:pt x="7596" y="66666"/>
                  </a:lnTo>
                  <a:lnTo>
                    <a:pt x="8159" y="65965"/>
                  </a:lnTo>
                  <a:lnTo>
                    <a:pt x="8856" y="65324"/>
                  </a:lnTo>
                  <a:lnTo>
                    <a:pt x="9455" y="64342"/>
                  </a:lnTo>
                  <a:lnTo>
                    <a:pt x="9850" y="63400"/>
                  </a:lnTo>
                  <a:lnTo>
                    <a:pt x="10786" y="59031"/>
                  </a:lnTo>
                  <a:lnTo>
                    <a:pt x="11664" y="56272"/>
                  </a:lnTo>
                  <a:lnTo>
                    <a:pt x="11516" y="54955"/>
                  </a:lnTo>
                  <a:lnTo>
                    <a:pt x="10788" y="53168"/>
                  </a:lnTo>
                  <a:lnTo>
                    <a:pt x="10624" y="50536"/>
                  </a:lnTo>
                  <a:lnTo>
                    <a:pt x="10692" y="49736"/>
                  </a:lnTo>
                  <a:lnTo>
                    <a:pt x="10602" y="49134"/>
                  </a:lnTo>
                  <a:lnTo>
                    <a:pt x="10117" y="50227"/>
                  </a:lnTo>
                  <a:lnTo>
                    <a:pt x="10241" y="54103"/>
                  </a:lnTo>
                  <a:lnTo>
                    <a:pt x="9812" y="55846"/>
                  </a:lnTo>
                  <a:lnTo>
                    <a:pt x="9212" y="56266"/>
                  </a:lnTo>
                  <a:lnTo>
                    <a:pt x="8823" y="55960"/>
                  </a:lnTo>
                  <a:lnTo>
                    <a:pt x="9045" y="53129"/>
                  </a:lnTo>
                  <a:lnTo>
                    <a:pt x="8606" y="53644"/>
                  </a:lnTo>
                  <a:lnTo>
                    <a:pt x="7905" y="55565"/>
                  </a:lnTo>
                  <a:lnTo>
                    <a:pt x="6756" y="56990"/>
                  </a:lnTo>
                  <a:lnTo>
                    <a:pt x="6693" y="57465"/>
                  </a:lnTo>
                  <a:lnTo>
                    <a:pt x="6415" y="58052"/>
                  </a:lnTo>
                  <a:lnTo>
                    <a:pt x="5527" y="57511"/>
                  </a:lnTo>
                  <a:lnTo>
                    <a:pt x="4850" y="56926"/>
                  </a:lnTo>
                  <a:lnTo>
                    <a:pt x="2629" y="53730"/>
                  </a:lnTo>
                  <a:lnTo>
                    <a:pt x="1170" y="53063"/>
                  </a:lnTo>
                  <a:lnTo>
                    <a:pt x="289" y="51949"/>
                  </a:lnTo>
                  <a:lnTo>
                    <a:pt x="105" y="51479"/>
                  </a:lnTo>
                  <a:lnTo>
                    <a:pt x="0" y="50834"/>
                  </a:lnTo>
                  <a:lnTo>
                    <a:pt x="900" y="50164"/>
                  </a:lnTo>
                  <a:lnTo>
                    <a:pt x="1820" y="49264"/>
                  </a:lnTo>
                  <a:lnTo>
                    <a:pt x="1912" y="47282"/>
                  </a:lnTo>
                  <a:lnTo>
                    <a:pt x="1888" y="45725"/>
                  </a:lnTo>
                  <a:lnTo>
                    <a:pt x="1208" y="43068"/>
                  </a:lnTo>
                  <a:lnTo>
                    <a:pt x="1526" y="39594"/>
                  </a:lnTo>
                  <a:lnTo>
                    <a:pt x="1350" y="38234"/>
                  </a:lnTo>
                  <a:lnTo>
                    <a:pt x="571" y="35347"/>
                  </a:lnTo>
                  <a:lnTo>
                    <a:pt x="1148" y="33894"/>
                  </a:lnTo>
                  <a:lnTo>
                    <a:pt x="3208" y="32834"/>
                  </a:lnTo>
                  <a:lnTo>
                    <a:pt x="3868" y="32126"/>
                  </a:lnTo>
                  <a:lnTo>
                    <a:pt x="4330" y="29836"/>
                  </a:lnTo>
                  <a:lnTo>
                    <a:pt x="4799" y="28465"/>
                  </a:lnTo>
                  <a:lnTo>
                    <a:pt x="5718" y="29018"/>
                  </a:lnTo>
                  <a:lnTo>
                    <a:pt x="6437" y="28954"/>
                  </a:lnTo>
                  <a:lnTo>
                    <a:pt x="5468" y="28444"/>
                  </a:lnTo>
                  <a:lnTo>
                    <a:pt x="4678" y="26381"/>
                  </a:lnTo>
                  <a:lnTo>
                    <a:pt x="4546" y="25435"/>
                  </a:lnTo>
                  <a:lnTo>
                    <a:pt x="6069" y="22612"/>
                  </a:lnTo>
                  <a:lnTo>
                    <a:pt x="6866" y="21876"/>
                  </a:lnTo>
                  <a:lnTo>
                    <a:pt x="7846" y="20383"/>
                  </a:lnTo>
                  <a:lnTo>
                    <a:pt x="8672" y="18132"/>
                  </a:lnTo>
                  <a:lnTo>
                    <a:pt x="8872" y="14578"/>
                  </a:lnTo>
                  <a:lnTo>
                    <a:pt x="8531" y="12038"/>
                  </a:lnTo>
                  <a:lnTo>
                    <a:pt x="8273" y="9353"/>
                  </a:lnTo>
                  <a:lnTo>
                    <a:pt x="8768" y="8658"/>
                  </a:lnTo>
                  <a:lnTo>
                    <a:pt x="10021" y="8301"/>
                  </a:lnTo>
                  <a:lnTo>
                    <a:pt x="11040" y="7435"/>
                  </a:lnTo>
                  <a:lnTo>
                    <a:pt x="11557" y="6633"/>
                  </a:lnTo>
                  <a:lnTo>
                    <a:pt x="12768" y="6753"/>
                  </a:lnTo>
                  <a:lnTo>
                    <a:pt x="14166" y="5513"/>
                  </a:lnTo>
                  <a:lnTo>
                    <a:pt x="16402" y="4892"/>
                  </a:lnTo>
                  <a:lnTo>
                    <a:pt x="19518" y="3474"/>
                  </a:lnTo>
                  <a:lnTo>
                    <a:pt x="20205" y="2223"/>
                  </a:lnTo>
                  <a:lnTo>
                    <a:pt x="19897" y="0"/>
                  </a:lnTo>
                  <a:lnTo>
                    <a:pt x="20188" y="288"/>
                  </a:lnTo>
                  <a:lnTo>
                    <a:pt x="21056" y="1348"/>
                  </a:lnTo>
                  <a:lnTo>
                    <a:pt x="21581" y="2397"/>
                  </a:lnTo>
                  <a:lnTo>
                    <a:pt x="22470" y="3050"/>
                  </a:lnTo>
                  <a:lnTo>
                    <a:pt x="23190" y="3578"/>
                  </a:lnTo>
                  <a:lnTo>
                    <a:pt x="25077" y="5708"/>
                  </a:lnTo>
                  <a:lnTo>
                    <a:pt x="26321" y="6790"/>
                  </a:lnTo>
                  <a:lnTo>
                    <a:pt x="27680" y="7763"/>
                  </a:lnTo>
                  <a:lnTo>
                    <a:pt x="29643" y="8786"/>
                  </a:lnTo>
                  <a:lnTo>
                    <a:pt x="30841" y="8613"/>
                  </a:lnTo>
                  <a:lnTo>
                    <a:pt x="31122" y="9388"/>
                  </a:lnTo>
                  <a:lnTo>
                    <a:pt x="31354" y="10206"/>
                  </a:lnTo>
                  <a:lnTo>
                    <a:pt x="31802" y="10682"/>
                  </a:lnTo>
                  <a:lnTo>
                    <a:pt x="32513" y="11088"/>
                  </a:lnTo>
                  <a:lnTo>
                    <a:pt x="32936" y="11216"/>
                  </a:lnTo>
                  <a:lnTo>
                    <a:pt x="33066" y="11421"/>
                  </a:lnTo>
                  <a:lnTo>
                    <a:pt x="33491" y="14373"/>
                  </a:lnTo>
                  <a:lnTo>
                    <a:pt x="33741" y="14805"/>
                  </a:lnTo>
                  <a:lnTo>
                    <a:pt x="34722" y="15272"/>
                  </a:lnTo>
                  <a:lnTo>
                    <a:pt x="35923" y="15448"/>
                  </a:lnTo>
                  <a:lnTo>
                    <a:pt x="36411" y="15346"/>
                  </a:lnTo>
                  <a:lnTo>
                    <a:pt x="37468" y="16167"/>
                  </a:lnTo>
                  <a:lnTo>
                    <a:pt x="38246" y="16554"/>
                  </a:lnTo>
                  <a:lnTo>
                    <a:pt x="39105" y="16843"/>
                  </a:lnTo>
                  <a:lnTo>
                    <a:pt x="39688" y="16928"/>
                  </a:lnTo>
                  <a:lnTo>
                    <a:pt x="39957" y="16800"/>
                  </a:lnTo>
                  <a:lnTo>
                    <a:pt x="40055" y="16503"/>
                  </a:lnTo>
                  <a:lnTo>
                    <a:pt x="40532" y="16559"/>
                  </a:lnTo>
                  <a:lnTo>
                    <a:pt x="41246" y="16938"/>
                  </a:lnTo>
                  <a:lnTo>
                    <a:pt x="42272" y="17015"/>
                  </a:lnTo>
                  <a:lnTo>
                    <a:pt x="42909" y="16655"/>
                  </a:lnTo>
                  <a:lnTo>
                    <a:pt x="42997" y="16060"/>
                  </a:lnTo>
                  <a:lnTo>
                    <a:pt x="43041" y="15015"/>
                  </a:lnTo>
                  <a:lnTo>
                    <a:pt x="43279" y="14650"/>
                  </a:lnTo>
                  <a:lnTo>
                    <a:pt x="44009" y="14043"/>
                  </a:lnTo>
                  <a:lnTo>
                    <a:pt x="44391" y="14170"/>
                  </a:lnTo>
                  <a:lnTo>
                    <a:pt x="46309" y="15479"/>
                  </a:lnTo>
                  <a:lnTo>
                    <a:pt x="46704" y="15932"/>
                  </a:lnTo>
                  <a:lnTo>
                    <a:pt x="47189" y="16843"/>
                  </a:lnTo>
                  <a:lnTo>
                    <a:pt x="48089" y="18193"/>
                  </a:lnTo>
                  <a:lnTo>
                    <a:pt x="49065" y="19054"/>
                  </a:lnTo>
                  <a:lnTo>
                    <a:pt x="50572" y="19422"/>
                  </a:lnTo>
                  <a:lnTo>
                    <a:pt x="52023" y="2083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4256280" y="1977033"/>
              <a:ext cx="115120" cy="134737"/>
            </a:xfrm>
            <a:custGeom>
              <a:avLst/>
              <a:pathLst>
                <a:path w="115120" h="134737">
                  <a:moveTo>
                    <a:pt x="89829" y="4635"/>
                  </a:moveTo>
                  <a:lnTo>
                    <a:pt x="89965" y="5058"/>
                  </a:lnTo>
                  <a:lnTo>
                    <a:pt x="90275" y="6230"/>
                  </a:lnTo>
                  <a:lnTo>
                    <a:pt x="91062" y="9205"/>
                  </a:lnTo>
                  <a:lnTo>
                    <a:pt x="91748" y="11536"/>
                  </a:lnTo>
                  <a:lnTo>
                    <a:pt x="92590" y="14766"/>
                  </a:lnTo>
                  <a:lnTo>
                    <a:pt x="92853" y="16006"/>
                  </a:lnTo>
                  <a:lnTo>
                    <a:pt x="92966" y="16862"/>
                  </a:lnTo>
                  <a:lnTo>
                    <a:pt x="94185" y="20413"/>
                  </a:lnTo>
                  <a:lnTo>
                    <a:pt x="94909" y="23334"/>
                  </a:lnTo>
                  <a:lnTo>
                    <a:pt x="95439" y="25704"/>
                  </a:lnTo>
                  <a:lnTo>
                    <a:pt x="96184" y="29165"/>
                  </a:lnTo>
                  <a:lnTo>
                    <a:pt x="96510" y="30373"/>
                  </a:lnTo>
                  <a:lnTo>
                    <a:pt x="95982" y="31004"/>
                  </a:lnTo>
                  <a:lnTo>
                    <a:pt x="94922" y="33256"/>
                  </a:lnTo>
                  <a:lnTo>
                    <a:pt x="93794" y="40407"/>
                  </a:lnTo>
                  <a:lnTo>
                    <a:pt x="92179" y="45995"/>
                  </a:lnTo>
                  <a:lnTo>
                    <a:pt x="91996" y="49493"/>
                  </a:lnTo>
                  <a:lnTo>
                    <a:pt x="91736" y="50755"/>
                  </a:lnTo>
                  <a:lnTo>
                    <a:pt x="90968" y="52527"/>
                  </a:lnTo>
                  <a:lnTo>
                    <a:pt x="90037" y="54266"/>
                  </a:lnTo>
                  <a:lnTo>
                    <a:pt x="88381" y="53366"/>
                  </a:lnTo>
                  <a:lnTo>
                    <a:pt x="85686" y="50314"/>
                  </a:lnTo>
                  <a:lnTo>
                    <a:pt x="84115" y="47414"/>
                  </a:lnTo>
                  <a:lnTo>
                    <a:pt x="82430" y="45541"/>
                  </a:lnTo>
                  <a:lnTo>
                    <a:pt x="80838" y="43060"/>
                  </a:lnTo>
                  <a:lnTo>
                    <a:pt x="80404" y="41275"/>
                  </a:lnTo>
                  <a:lnTo>
                    <a:pt x="80421" y="40130"/>
                  </a:lnTo>
                  <a:lnTo>
                    <a:pt x="79725" y="37334"/>
                  </a:lnTo>
                  <a:lnTo>
                    <a:pt x="79211" y="36012"/>
                  </a:lnTo>
                  <a:lnTo>
                    <a:pt x="77270" y="33039"/>
                  </a:lnTo>
                  <a:lnTo>
                    <a:pt x="76712" y="31452"/>
                  </a:lnTo>
                  <a:lnTo>
                    <a:pt x="76286" y="30754"/>
                  </a:lnTo>
                  <a:lnTo>
                    <a:pt x="75859" y="29753"/>
                  </a:lnTo>
                  <a:lnTo>
                    <a:pt x="75156" y="25894"/>
                  </a:lnTo>
                  <a:lnTo>
                    <a:pt x="74385" y="23446"/>
                  </a:lnTo>
                  <a:lnTo>
                    <a:pt x="73508" y="24123"/>
                  </a:lnTo>
                  <a:lnTo>
                    <a:pt x="73664" y="25154"/>
                  </a:lnTo>
                  <a:lnTo>
                    <a:pt x="72899" y="26579"/>
                  </a:lnTo>
                  <a:lnTo>
                    <a:pt x="72437" y="28234"/>
                  </a:lnTo>
                  <a:lnTo>
                    <a:pt x="72791" y="29586"/>
                  </a:lnTo>
                  <a:lnTo>
                    <a:pt x="74379" y="31642"/>
                  </a:lnTo>
                  <a:lnTo>
                    <a:pt x="74700" y="32541"/>
                  </a:lnTo>
                  <a:lnTo>
                    <a:pt x="75070" y="34490"/>
                  </a:lnTo>
                  <a:lnTo>
                    <a:pt x="75011" y="37139"/>
                  </a:lnTo>
                  <a:lnTo>
                    <a:pt x="75266" y="38039"/>
                  </a:lnTo>
                  <a:lnTo>
                    <a:pt x="76455" y="40007"/>
                  </a:lnTo>
                  <a:lnTo>
                    <a:pt x="76881" y="41175"/>
                  </a:lnTo>
                  <a:lnTo>
                    <a:pt x="77136" y="42183"/>
                  </a:lnTo>
                  <a:lnTo>
                    <a:pt x="77531" y="43095"/>
                  </a:lnTo>
                  <a:lnTo>
                    <a:pt x="78710" y="44810"/>
                  </a:lnTo>
                  <a:lnTo>
                    <a:pt x="80406" y="48073"/>
                  </a:lnTo>
                  <a:lnTo>
                    <a:pt x="82016" y="50273"/>
                  </a:lnTo>
                  <a:lnTo>
                    <a:pt x="83176" y="51335"/>
                  </a:lnTo>
                  <a:lnTo>
                    <a:pt x="83669" y="52399"/>
                  </a:lnTo>
                  <a:lnTo>
                    <a:pt x="83780" y="55146"/>
                  </a:lnTo>
                  <a:lnTo>
                    <a:pt x="83695" y="56455"/>
                  </a:lnTo>
                  <a:lnTo>
                    <a:pt x="84713" y="58921"/>
                  </a:lnTo>
                  <a:lnTo>
                    <a:pt x="85090" y="60169"/>
                  </a:lnTo>
                  <a:lnTo>
                    <a:pt x="86078" y="61186"/>
                  </a:lnTo>
                  <a:lnTo>
                    <a:pt x="86529" y="62347"/>
                  </a:lnTo>
                  <a:lnTo>
                    <a:pt x="86943" y="64237"/>
                  </a:lnTo>
                  <a:lnTo>
                    <a:pt x="87567" y="69822"/>
                  </a:lnTo>
                  <a:lnTo>
                    <a:pt x="88423" y="71193"/>
                  </a:lnTo>
                  <a:lnTo>
                    <a:pt x="91070" y="78535"/>
                  </a:lnTo>
                  <a:lnTo>
                    <a:pt x="93301" y="83182"/>
                  </a:lnTo>
                  <a:lnTo>
                    <a:pt x="94381" y="86650"/>
                  </a:lnTo>
                  <a:lnTo>
                    <a:pt x="96027" y="90873"/>
                  </a:lnTo>
                  <a:lnTo>
                    <a:pt x="99252" y="100143"/>
                  </a:lnTo>
                  <a:lnTo>
                    <a:pt x="101172" y="103005"/>
                  </a:lnTo>
                  <a:lnTo>
                    <a:pt x="101936" y="104611"/>
                  </a:lnTo>
                  <a:lnTo>
                    <a:pt x="103326" y="105849"/>
                  </a:lnTo>
                  <a:lnTo>
                    <a:pt x="104831" y="107638"/>
                  </a:lnTo>
                  <a:lnTo>
                    <a:pt x="103395" y="107463"/>
                  </a:lnTo>
                  <a:lnTo>
                    <a:pt x="103034" y="107571"/>
                  </a:lnTo>
                  <a:lnTo>
                    <a:pt x="102532" y="107877"/>
                  </a:lnTo>
                  <a:lnTo>
                    <a:pt x="102290" y="108962"/>
                  </a:lnTo>
                  <a:lnTo>
                    <a:pt x="102187" y="109849"/>
                  </a:lnTo>
                  <a:lnTo>
                    <a:pt x="102361" y="114546"/>
                  </a:lnTo>
                  <a:lnTo>
                    <a:pt x="102755" y="116937"/>
                  </a:lnTo>
                  <a:lnTo>
                    <a:pt x="104018" y="121469"/>
                  </a:lnTo>
                  <a:lnTo>
                    <a:pt x="104959" y="122828"/>
                  </a:lnTo>
                  <a:lnTo>
                    <a:pt x="105417" y="123707"/>
                  </a:lnTo>
                  <a:lnTo>
                    <a:pt x="106057" y="124349"/>
                  </a:lnTo>
                  <a:lnTo>
                    <a:pt x="109049" y="125895"/>
                  </a:lnTo>
                  <a:lnTo>
                    <a:pt x="110798" y="129168"/>
                  </a:lnTo>
                  <a:lnTo>
                    <a:pt x="114726" y="133304"/>
                  </a:lnTo>
                  <a:lnTo>
                    <a:pt x="115111" y="134446"/>
                  </a:lnTo>
                  <a:lnTo>
                    <a:pt x="115120" y="134712"/>
                  </a:lnTo>
                  <a:lnTo>
                    <a:pt x="112016" y="134713"/>
                  </a:lnTo>
                  <a:lnTo>
                    <a:pt x="108912" y="134714"/>
                  </a:lnTo>
                  <a:lnTo>
                    <a:pt x="105807" y="134714"/>
                  </a:lnTo>
                  <a:lnTo>
                    <a:pt x="102704" y="134715"/>
                  </a:lnTo>
                  <a:lnTo>
                    <a:pt x="99599" y="134716"/>
                  </a:lnTo>
                  <a:lnTo>
                    <a:pt x="96495" y="134716"/>
                  </a:lnTo>
                  <a:lnTo>
                    <a:pt x="93391" y="134717"/>
                  </a:lnTo>
                  <a:lnTo>
                    <a:pt x="90286" y="134718"/>
                  </a:lnTo>
                  <a:lnTo>
                    <a:pt x="87183" y="134718"/>
                  </a:lnTo>
                  <a:lnTo>
                    <a:pt x="84079" y="134719"/>
                  </a:lnTo>
                  <a:lnTo>
                    <a:pt x="80974" y="134720"/>
                  </a:lnTo>
                  <a:lnTo>
                    <a:pt x="77870" y="134720"/>
                  </a:lnTo>
                  <a:lnTo>
                    <a:pt x="74767" y="134722"/>
                  </a:lnTo>
                  <a:lnTo>
                    <a:pt x="71661" y="134722"/>
                  </a:lnTo>
                  <a:lnTo>
                    <a:pt x="68558" y="134723"/>
                  </a:lnTo>
                  <a:lnTo>
                    <a:pt x="65454" y="134724"/>
                  </a:lnTo>
                  <a:lnTo>
                    <a:pt x="63683" y="134724"/>
                  </a:lnTo>
                  <a:lnTo>
                    <a:pt x="63985" y="133485"/>
                  </a:lnTo>
                  <a:lnTo>
                    <a:pt x="64171" y="132604"/>
                  </a:lnTo>
                  <a:lnTo>
                    <a:pt x="63964" y="131995"/>
                  </a:lnTo>
                  <a:lnTo>
                    <a:pt x="63359" y="131842"/>
                  </a:lnTo>
                  <a:lnTo>
                    <a:pt x="62964" y="132035"/>
                  </a:lnTo>
                  <a:lnTo>
                    <a:pt x="62038" y="134634"/>
                  </a:lnTo>
                  <a:lnTo>
                    <a:pt x="61551" y="134737"/>
                  </a:lnTo>
                  <a:lnTo>
                    <a:pt x="60449" y="134737"/>
                  </a:lnTo>
                  <a:lnTo>
                    <a:pt x="56835" y="134737"/>
                  </a:lnTo>
                  <a:lnTo>
                    <a:pt x="53220" y="134735"/>
                  </a:lnTo>
                  <a:lnTo>
                    <a:pt x="49607" y="134734"/>
                  </a:lnTo>
                  <a:lnTo>
                    <a:pt x="45992" y="134734"/>
                  </a:lnTo>
                  <a:lnTo>
                    <a:pt x="42377" y="134733"/>
                  </a:lnTo>
                  <a:lnTo>
                    <a:pt x="38764" y="134732"/>
                  </a:lnTo>
                  <a:lnTo>
                    <a:pt x="35150" y="134731"/>
                  </a:lnTo>
                  <a:lnTo>
                    <a:pt x="31534" y="134731"/>
                  </a:lnTo>
                  <a:lnTo>
                    <a:pt x="27921" y="134729"/>
                  </a:lnTo>
                  <a:lnTo>
                    <a:pt x="24307" y="134729"/>
                  </a:lnTo>
                  <a:lnTo>
                    <a:pt x="20692" y="134728"/>
                  </a:lnTo>
                  <a:lnTo>
                    <a:pt x="17078" y="134727"/>
                  </a:lnTo>
                  <a:lnTo>
                    <a:pt x="13464" y="134727"/>
                  </a:lnTo>
                  <a:lnTo>
                    <a:pt x="9849" y="134725"/>
                  </a:lnTo>
                  <a:lnTo>
                    <a:pt x="6235" y="134725"/>
                  </a:lnTo>
                  <a:lnTo>
                    <a:pt x="2621" y="134724"/>
                  </a:lnTo>
                  <a:lnTo>
                    <a:pt x="2621" y="131592"/>
                  </a:lnTo>
                  <a:lnTo>
                    <a:pt x="2621" y="128460"/>
                  </a:lnTo>
                  <a:lnTo>
                    <a:pt x="2621" y="125327"/>
                  </a:lnTo>
                  <a:lnTo>
                    <a:pt x="2621" y="122195"/>
                  </a:lnTo>
                  <a:lnTo>
                    <a:pt x="2621" y="119063"/>
                  </a:lnTo>
                  <a:lnTo>
                    <a:pt x="2621" y="115931"/>
                  </a:lnTo>
                  <a:lnTo>
                    <a:pt x="2621" y="112798"/>
                  </a:lnTo>
                  <a:lnTo>
                    <a:pt x="2621" y="109666"/>
                  </a:lnTo>
                  <a:lnTo>
                    <a:pt x="2621" y="106534"/>
                  </a:lnTo>
                  <a:lnTo>
                    <a:pt x="2621" y="103402"/>
                  </a:lnTo>
                  <a:lnTo>
                    <a:pt x="2621" y="100270"/>
                  </a:lnTo>
                  <a:lnTo>
                    <a:pt x="2621" y="97137"/>
                  </a:lnTo>
                  <a:lnTo>
                    <a:pt x="2621" y="94005"/>
                  </a:lnTo>
                  <a:lnTo>
                    <a:pt x="2621" y="90873"/>
                  </a:lnTo>
                  <a:lnTo>
                    <a:pt x="2621" y="87741"/>
                  </a:lnTo>
                  <a:lnTo>
                    <a:pt x="2621" y="84609"/>
                  </a:lnTo>
                  <a:lnTo>
                    <a:pt x="2621" y="81477"/>
                  </a:lnTo>
                  <a:lnTo>
                    <a:pt x="2621" y="78345"/>
                  </a:lnTo>
                  <a:lnTo>
                    <a:pt x="2621" y="75212"/>
                  </a:lnTo>
                  <a:lnTo>
                    <a:pt x="2621" y="72080"/>
                  </a:lnTo>
                  <a:lnTo>
                    <a:pt x="2621" y="68948"/>
                  </a:lnTo>
                  <a:lnTo>
                    <a:pt x="2621" y="65816"/>
                  </a:lnTo>
                  <a:lnTo>
                    <a:pt x="2621" y="62683"/>
                  </a:lnTo>
                  <a:lnTo>
                    <a:pt x="2621" y="59551"/>
                  </a:lnTo>
                  <a:lnTo>
                    <a:pt x="2621" y="56419"/>
                  </a:lnTo>
                  <a:lnTo>
                    <a:pt x="2621" y="53287"/>
                  </a:lnTo>
                  <a:lnTo>
                    <a:pt x="2621" y="50155"/>
                  </a:lnTo>
                  <a:lnTo>
                    <a:pt x="2621" y="47023"/>
                  </a:lnTo>
                  <a:lnTo>
                    <a:pt x="2621" y="43890"/>
                  </a:lnTo>
                  <a:lnTo>
                    <a:pt x="2621" y="40758"/>
                  </a:lnTo>
                  <a:lnTo>
                    <a:pt x="2621" y="37626"/>
                  </a:lnTo>
                  <a:lnTo>
                    <a:pt x="2621" y="34494"/>
                  </a:lnTo>
                  <a:lnTo>
                    <a:pt x="2539" y="33909"/>
                  </a:lnTo>
                  <a:lnTo>
                    <a:pt x="2014" y="31783"/>
                  </a:lnTo>
                  <a:lnTo>
                    <a:pt x="1539" y="29077"/>
                  </a:lnTo>
                  <a:lnTo>
                    <a:pt x="1018" y="25751"/>
                  </a:lnTo>
                  <a:lnTo>
                    <a:pt x="950" y="24673"/>
                  </a:lnTo>
                  <a:lnTo>
                    <a:pt x="79" y="21248"/>
                  </a:lnTo>
                  <a:lnTo>
                    <a:pt x="0" y="20278"/>
                  </a:lnTo>
                  <a:lnTo>
                    <a:pt x="219" y="19588"/>
                  </a:lnTo>
                  <a:lnTo>
                    <a:pt x="1649" y="16702"/>
                  </a:lnTo>
                  <a:lnTo>
                    <a:pt x="2079" y="15300"/>
                  </a:lnTo>
                  <a:lnTo>
                    <a:pt x="2442" y="13619"/>
                  </a:lnTo>
                  <a:lnTo>
                    <a:pt x="2561" y="12252"/>
                  </a:lnTo>
                  <a:lnTo>
                    <a:pt x="2140" y="10161"/>
                  </a:lnTo>
                  <a:lnTo>
                    <a:pt x="1649" y="8281"/>
                  </a:lnTo>
                  <a:lnTo>
                    <a:pt x="1482" y="6357"/>
                  </a:lnTo>
                  <a:lnTo>
                    <a:pt x="1414" y="4465"/>
                  </a:lnTo>
                  <a:lnTo>
                    <a:pt x="2145" y="3172"/>
                  </a:lnTo>
                  <a:lnTo>
                    <a:pt x="3022" y="1966"/>
                  </a:lnTo>
                  <a:lnTo>
                    <a:pt x="3349" y="1224"/>
                  </a:lnTo>
                  <a:lnTo>
                    <a:pt x="3867" y="391"/>
                  </a:lnTo>
                  <a:lnTo>
                    <a:pt x="4231" y="0"/>
                  </a:lnTo>
                  <a:lnTo>
                    <a:pt x="4941" y="1690"/>
                  </a:lnTo>
                  <a:lnTo>
                    <a:pt x="6423" y="1983"/>
                  </a:lnTo>
                  <a:lnTo>
                    <a:pt x="11258" y="475"/>
                  </a:lnTo>
                  <a:lnTo>
                    <a:pt x="16595" y="1992"/>
                  </a:lnTo>
                  <a:lnTo>
                    <a:pt x="19540" y="2575"/>
                  </a:lnTo>
                  <a:lnTo>
                    <a:pt x="24076" y="3864"/>
                  </a:lnTo>
                  <a:lnTo>
                    <a:pt x="26838" y="6168"/>
                  </a:lnTo>
                  <a:lnTo>
                    <a:pt x="27596" y="6461"/>
                  </a:lnTo>
                  <a:lnTo>
                    <a:pt x="29581" y="6415"/>
                  </a:lnTo>
                  <a:lnTo>
                    <a:pt x="30883" y="7776"/>
                  </a:lnTo>
                  <a:lnTo>
                    <a:pt x="36060" y="8432"/>
                  </a:lnTo>
                  <a:lnTo>
                    <a:pt x="38824" y="9935"/>
                  </a:lnTo>
                  <a:lnTo>
                    <a:pt x="40393" y="11133"/>
                  </a:lnTo>
                  <a:lnTo>
                    <a:pt x="41332" y="11502"/>
                  </a:lnTo>
                  <a:lnTo>
                    <a:pt x="42164" y="11442"/>
                  </a:lnTo>
                  <a:lnTo>
                    <a:pt x="43289" y="10991"/>
                  </a:lnTo>
                  <a:lnTo>
                    <a:pt x="44705" y="10147"/>
                  </a:lnTo>
                  <a:lnTo>
                    <a:pt x="46248" y="8974"/>
                  </a:lnTo>
                  <a:lnTo>
                    <a:pt x="49447" y="5962"/>
                  </a:lnTo>
                  <a:lnTo>
                    <a:pt x="50579" y="5433"/>
                  </a:lnTo>
                  <a:lnTo>
                    <a:pt x="51318" y="5569"/>
                  </a:lnTo>
                  <a:lnTo>
                    <a:pt x="52218" y="5531"/>
                  </a:lnTo>
                  <a:lnTo>
                    <a:pt x="52593" y="4716"/>
                  </a:lnTo>
                  <a:lnTo>
                    <a:pt x="53066" y="4155"/>
                  </a:lnTo>
                  <a:lnTo>
                    <a:pt x="53363" y="3518"/>
                  </a:lnTo>
                  <a:lnTo>
                    <a:pt x="53849" y="2752"/>
                  </a:lnTo>
                  <a:lnTo>
                    <a:pt x="55513" y="2538"/>
                  </a:lnTo>
                  <a:lnTo>
                    <a:pt x="58849" y="1229"/>
                  </a:lnTo>
                  <a:lnTo>
                    <a:pt x="58476" y="1849"/>
                  </a:lnTo>
                  <a:lnTo>
                    <a:pt x="55438" y="3319"/>
                  </a:lnTo>
                  <a:lnTo>
                    <a:pt x="56738" y="3502"/>
                  </a:lnTo>
                  <a:lnTo>
                    <a:pt x="58072" y="2999"/>
                  </a:lnTo>
                  <a:lnTo>
                    <a:pt x="59589" y="2680"/>
                  </a:lnTo>
                  <a:lnTo>
                    <a:pt x="59864" y="2056"/>
                  </a:lnTo>
                  <a:lnTo>
                    <a:pt x="60064" y="884"/>
                  </a:lnTo>
                  <a:lnTo>
                    <a:pt x="60356" y="720"/>
                  </a:lnTo>
                  <a:lnTo>
                    <a:pt x="61407" y="939"/>
                  </a:lnTo>
                  <a:lnTo>
                    <a:pt x="64533" y="2743"/>
                  </a:lnTo>
                  <a:lnTo>
                    <a:pt x="65310" y="2778"/>
                  </a:lnTo>
                  <a:lnTo>
                    <a:pt x="67512" y="1794"/>
                  </a:lnTo>
                  <a:lnTo>
                    <a:pt x="67982" y="1584"/>
                  </a:lnTo>
                  <a:lnTo>
                    <a:pt x="68695" y="2132"/>
                  </a:lnTo>
                  <a:lnTo>
                    <a:pt x="70320" y="4378"/>
                  </a:lnTo>
                  <a:lnTo>
                    <a:pt x="69753" y="4330"/>
                  </a:lnTo>
                  <a:lnTo>
                    <a:pt x="68013" y="2406"/>
                  </a:lnTo>
                  <a:lnTo>
                    <a:pt x="67859" y="3365"/>
                  </a:lnTo>
                  <a:lnTo>
                    <a:pt x="66867" y="5054"/>
                  </a:lnTo>
                  <a:lnTo>
                    <a:pt x="68106" y="5785"/>
                  </a:lnTo>
                  <a:lnTo>
                    <a:pt x="69113" y="6059"/>
                  </a:lnTo>
                  <a:lnTo>
                    <a:pt x="69654" y="7001"/>
                  </a:lnTo>
                  <a:lnTo>
                    <a:pt x="69996" y="7840"/>
                  </a:lnTo>
                  <a:lnTo>
                    <a:pt x="70987" y="7475"/>
                  </a:lnTo>
                  <a:lnTo>
                    <a:pt x="71699" y="6333"/>
                  </a:lnTo>
                  <a:lnTo>
                    <a:pt x="71330" y="5696"/>
                  </a:lnTo>
                  <a:lnTo>
                    <a:pt x="71078" y="5038"/>
                  </a:lnTo>
                  <a:lnTo>
                    <a:pt x="71404" y="5022"/>
                  </a:lnTo>
                  <a:lnTo>
                    <a:pt x="72094" y="5564"/>
                  </a:lnTo>
                  <a:lnTo>
                    <a:pt x="74074" y="7730"/>
                  </a:lnTo>
                  <a:lnTo>
                    <a:pt x="74741" y="8176"/>
                  </a:lnTo>
                  <a:lnTo>
                    <a:pt x="75509" y="8103"/>
                  </a:lnTo>
                  <a:lnTo>
                    <a:pt x="77117" y="7493"/>
                  </a:lnTo>
                  <a:lnTo>
                    <a:pt x="77562" y="7588"/>
                  </a:lnTo>
                  <a:lnTo>
                    <a:pt x="79722" y="6790"/>
                  </a:lnTo>
                  <a:lnTo>
                    <a:pt x="79977" y="7375"/>
                  </a:lnTo>
                  <a:lnTo>
                    <a:pt x="80332" y="7956"/>
                  </a:lnTo>
                  <a:lnTo>
                    <a:pt x="82069" y="7309"/>
                  </a:lnTo>
                  <a:lnTo>
                    <a:pt x="84799" y="7316"/>
                  </a:lnTo>
                  <a:lnTo>
                    <a:pt x="87032" y="6611"/>
                  </a:lnTo>
                  <a:lnTo>
                    <a:pt x="89622" y="489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4400431" y="2196929"/>
              <a:ext cx="4430" cy="4352"/>
            </a:xfrm>
            <a:custGeom>
              <a:avLst/>
              <a:pathLst>
                <a:path w="4430" h="4352">
                  <a:moveTo>
                    <a:pt x="1904" y="2695"/>
                  </a:moveTo>
                  <a:lnTo>
                    <a:pt x="2294" y="3437"/>
                  </a:lnTo>
                  <a:lnTo>
                    <a:pt x="2568" y="3365"/>
                  </a:lnTo>
                  <a:lnTo>
                    <a:pt x="2782" y="3117"/>
                  </a:lnTo>
                  <a:lnTo>
                    <a:pt x="2934" y="2593"/>
                  </a:lnTo>
                  <a:lnTo>
                    <a:pt x="4430" y="3629"/>
                  </a:lnTo>
                  <a:lnTo>
                    <a:pt x="4343" y="4317"/>
                  </a:lnTo>
                  <a:lnTo>
                    <a:pt x="3450" y="4352"/>
                  </a:lnTo>
                  <a:lnTo>
                    <a:pt x="2420" y="4062"/>
                  </a:lnTo>
                  <a:lnTo>
                    <a:pt x="1468" y="4163"/>
                  </a:lnTo>
                  <a:lnTo>
                    <a:pt x="333" y="3862"/>
                  </a:lnTo>
                  <a:lnTo>
                    <a:pt x="71" y="2695"/>
                  </a:lnTo>
                  <a:lnTo>
                    <a:pt x="794" y="3260"/>
                  </a:lnTo>
                  <a:lnTo>
                    <a:pt x="1168" y="3117"/>
                  </a:lnTo>
                  <a:lnTo>
                    <a:pt x="1235" y="2968"/>
                  </a:lnTo>
                  <a:lnTo>
                    <a:pt x="722" y="2177"/>
                  </a:lnTo>
                  <a:lnTo>
                    <a:pt x="0" y="2020"/>
                  </a:lnTo>
                  <a:lnTo>
                    <a:pt x="49" y="1399"/>
                  </a:lnTo>
                  <a:lnTo>
                    <a:pt x="373" y="1155"/>
                  </a:lnTo>
                  <a:lnTo>
                    <a:pt x="572" y="852"/>
                  </a:lnTo>
                  <a:lnTo>
                    <a:pt x="158" y="0"/>
                  </a:lnTo>
                  <a:lnTo>
                    <a:pt x="971" y="194"/>
                  </a:lnTo>
                  <a:lnTo>
                    <a:pt x="1483" y="710"/>
                  </a:lnTo>
                  <a:lnTo>
                    <a:pt x="1821" y="131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4400962" y="2193929"/>
              <a:ext cx="1078" cy="1656"/>
            </a:xfrm>
            <a:custGeom>
              <a:avLst/>
              <a:pathLst>
                <a:path w="1078" h="1656">
                  <a:moveTo>
                    <a:pt x="760" y="307"/>
                  </a:moveTo>
                  <a:lnTo>
                    <a:pt x="1078" y="1656"/>
                  </a:lnTo>
                  <a:lnTo>
                    <a:pt x="154" y="1141"/>
                  </a:lnTo>
                  <a:lnTo>
                    <a:pt x="0" y="862"/>
                  </a:lnTo>
                  <a:lnTo>
                    <a:pt x="406" y="328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4367194" y="2167420"/>
              <a:ext cx="63292" cy="78505"/>
            </a:xfrm>
            <a:custGeom>
              <a:avLst/>
              <a:pathLst>
                <a:path w="63292" h="78505">
                  <a:moveTo>
                    <a:pt x="20650" y="0"/>
                  </a:moveTo>
                  <a:lnTo>
                    <a:pt x="23509" y="8060"/>
                  </a:lnTo>
                  <a:lnTo>
                    <a:pt x="24671" y="12825"/>
                  </a:lnTo>
                  <a:lnTo>
                    <a:pt x="25693" y="17796"/>
                  </a:lnTo>
                  <a:lnTo>
                    <a:pt x="26450" y="25264"/>
                  </a:lnTo>
                  <a:lnTo>
                    <a:pt x="27172" y="29067"/>
                  </a:lnTo>
                  <a:lnTo>
                    <a:pt x="28339" y="30942"/>
                  </a:lnTo>
                  <a:lnTo>
                    <a:pt x="29137" y="34492"/>
                  </a:lnTo>
                  <a:lnTo>
                    <a:pt x="29820" y="34626"/>
                  </a:lnTo>
                  <a:lnTo>
                    <a:pt x="30317" y="35602"/>
                  </a:lnTo>
                  <a:lnTo>
                    <a:pt x="31164" y="38934"/>
                  </a:lnTo>
                  <a:lnTo>
                    <a:pt x="31776" y="40173"/>
                  </a:lnTo>
                  <a:lnTo>
                    <a:pt x="32097" y="39107"/>
                  </a:lnTo>
                  <a:lnTo>
                    <a:pt x="32061" y="38492"/>
                  </a:lnTo>
                  <a:lnTo>
                    <a:pt x="31822" y="37467"/>
                  </a:lnTo>
                  <a:lnTo>
                    <a:pt x="32041" y="36146"/>
                  </a:lnTo>
                  <a:lnTo>
                    <a:pt x="32516" y="35354"/>
                  </a:lnTo>
                  <a:lnTo>
                    <a:pt x="33600" y="36431"/>
                  </a:lnTo>
                  <a:lnTo>
                    <a:pt x="34193" y="37248"/>
                  </a:lnTo>
                  <a:lnTo>
                    <a:pt x="34352" y="38886"/>
                  </a:lnTo>
                  <a:lnTo>
                    <a:pt x="34601" y="39795"/>
                  </a:lnTo>
                  <a:lnTo>
                    <a:pt x="35736" y="41717"/>
                  </a:lnTo>
                  <a:lnTo>
                    <a:pt x="36693" y="42276"/>
                  </a:lnTo>
                  <a:lnTo>
                    <a:pt x="37935" y="42417"/>
                  </a:lnTo>
                  <a:lnTo>
                    <a:pt x="38974" y="42840"/>
                  </a:lnTo>
                  <a:lnTo>
                    <a:pt x="39807" y="43546"/>
                  </a:lnTo>
                  <a:lnTo>
                    <a:pt x="41367" y="45498"/>
                  </a:lnTo>
                  <a:lnTo>
                    <a:pt x="44936" y="47210"/>
                  </a:lnTo>
                  <a:lnTo>
                    <a:pt x="47804" y="52460"/>
                  </a:lnTo>
                  <a:lnTo>
                    <a:pt x="49493" y="56098"/>
                  </a:lnTo>
                  <a:lnTo>
                    <a:pt x="55046" y="61613"/>
                  </a:lnTo>
                  <a:lnTo>
                    <a:pt x="56005" y="64257"/>
                  </a:lnTo>
                  <a:lnTo>
                    <a:pt x="56505" y="66844"/>
                  </a:lnTo>
                  <a:lnTo>
                    <a:pt x="57673" y="66721"/>
                  </a:lnTo>
                  <a:lnTo>
                    <a:pt x="59676" y="69550"/>
                  </a:lnTo>
                  <a:lnTo>
                    <a:pt x="60259" y="71703"/>
                  </a:lnTo>
                  <a:lnTo>
                    <a:pt x="61899" y="72483"/>
                  </a:lnTo>
                  <a:lnTo>
                    <a:pt x="62178" y="71211"/>
                  </a:lnTo>
                  <a:lnTo>
                    <a:pt x="62972" y="72256"/>
                  </a:lnTo>
                  <a:lnTo>
                    <a:pt x="63292" y="73874"/>
                  </a:lnTo>
                  <a:lnTo>
                    <a:pt x="62241" y="74520"/>
                  </a:lnTo>
                  <a:lnTo>
                    <a:pt x="61084" y="75092"/>
                  </a:lnTo>
                  <a:lnTo>
                    <a:pt x="60919" y="75071"/>
                  </a:lnTo>
                  <a:lnTo>
                    <a:pt x="60535" y="75817"/>
                  </a:lnTo>
                  <a:lnTo>
                    <a:pt x="59988" y="77860"/>
                  </a:lnTo>
                  <a:lnTo>
                    <a:pt x="59385" y="78453"/>
                  </a:lnTo>
                  <a:lnTo>
                    <a:pt x="59067" y="78505"/>
                  </a:lnTo>
                  <a:lnTo>
                    <a:pt x="57262" y="76594"/>
                  </a:lnTo>
                  <a:lnTo>
                    <a:pt x="56984" y="76486"/>
                  </a:lnTo>
                  <a:lnTo>
                    <a:pt x="56592" y="76862"/>
                  </a:lnTo>
                  <a:lnTo>
                    <a:pt x="56308" y="77252"/>
                  </a:lnTo>
                  <a:lnTo>
                    <a:pt x="55470" y="75804"/>
                  </a:lnTo>
                  <a:lnTo>
                    <a:pt x="54856" y="74525"/>
                  </a:lnTo>
                  <a:lnTo>
                    <a:pt x="53997" y="72998"/>
                  </a:lnTo>
                  <a:lnTo>
                    <a:pt x="53168" y="72312"/>
                  </a:lnTo>
                  <a:lnTo>
                    <a:pt x="52274" y="71451"/>
                  </a:lnTo>
                  <a:lnTo>
                    <a:pt x="51398" y="69449"/>
                  </a:lnTo>
                  <a:lnTo>
                    <a:pt x="50504" y="67244"/>
                  </a:lnTo>
                  <a:lnTo>
                    <a:pt x="49179" y="65441"/>
                  </a:lnTo>
                  <a:lnTo>
                    <a:pt x="46699" y="62839"/>
                  </a:lnTo>
                  <a:lnTo>
                    <a:pt x="44424" y="59542"/>
                  </a:lnTo>
                  <a:lnTo>
                    <a:pt x="42685" y="56098"/>
                  </a:lnTo>
                  <a:lnTo>
                    <a:pt x="41564" y="54304"/>
                  </a:lnTo>
                  <a:lnTo>
                    <a:pt x="41086" y="53847"/>
                  </a:lnTo>
                  <a:lnTo>
                    <a:pt x="38767" y="52721"/>
                  </a:lnTo>
                  <a:lnTo>
                    <a:pt x="37146" y="51146"/>
                  </a:lnTo>
                  <a:lnTo>
                    <a:pt x="35901" y="49848"/>
                  </a:lnTo>
                  <a:lnTo>
                    <a:pt x="35136" y="49501"/>
                  </a:lnTo>
                  <a:lnTo>
                    <a:pt x="34393" y="49458"/>
                  </a:lnTo>
                  <a:lnTo>
                    <a:pt x="32813" y="49715"/>
                  </a:lnTo>
                  <a:lnTo>
                    <a:pt x="31498" y="48902"/>
                  </a:lnTo>
                  <a:lnTo>
                    <a:pt x="30948" y="48902"/>
                  </a:lnTo>
                  <a:lnTo>
                    <a:pt x="30067" y="48664"/>
                  </a:lnTo>
                  <a:lnTo>
                    <a:pt x="29376" y="48376"/>
                  </a:lnTo>
                  <a:lnTo>
                    <a:pt x="28565" y="48722"/>
                  </a:lnTo>
                  <a:lnTo>
                    <a:pt x="26900" y="49302"/>
                  </a:lnTo>
                  <a:lnTo>
                    <a:pt x="26218" y="49175"/>
                  </a:lnTo>
                  <a:lnTo>
                    <a:pt x="25845" y="48365"/>
                  </a:lnTo>
                  <a:lnTo>
                    <a:pt x="25626" y="47746"/>
                  </a:lnTo>
                  <a:lnTo>
                    <a:pt x="25047" y="47099"/>
                  </a:lnTo>
                  <a:lnTo>
                    <a:pt x="24570" y="47099"/>
                  </a:lnTo>
                  <a:lnTo>
                    <a:pt x="24304" y="47676"/>
                  </a:lnTo>
                  <a:lnTo>
                    <a:pt x="22566" y="49134"/>
                  </a:lnTo>
                  <a:lnTo>
                    <a:pt x="19656" y="49942"/>
                  </a:lnTo>
                  <a:lnTo>
                    <a:pt x="18965" y="49884"/>
                  </a:lnTo>
                  <a:lnTo>
                    <a:pt x="18450" y="49301"/>
                  </a:lnTo>
                  <a:lnTo>
                    <a:pt x="16979" y="46801"/>
                  </a:lnTo>
                  <a:lnTo>
                    <a:pt x="16559" y="46394"/>
                  </a:lnTo>
                  <a:lnTo>
                    <a:pt x="16227" y="46356"/>
                  </a:lnTo>
                  <a:lnTo>
                    <a:pt x="15545" y="46060"/>
                  </a:lnTo>
                  <a:lnTo>
                    <a:pt x="14908" y="45581"/>
                  </a:lnTo>
                  <a:lnTo>
                    <a:pt x="14349" y="44556"/>
                  </a:lnTo>
                  <a:lnTo>
                    <a:pt x="13788" y="43974"/>
                  </a:lnTo>
                  <a:lnTo>
                    <a:pt x="13184" y="45980"/>
                  </a:lnTo>
                  <a:lnTo>
                    <a:pt x="12125" y="49485"/>
                  </a:lnTo>
                  <a:lnTo>
                    <a:pt x="11558" y="51363"/>
                  </a:lnTo>
                  <a:lnTo>
                    <a:pt x="10827" y="53783"/>
                  </a:lnTo>
                  <a:lnTo>
                    <a:pt x="10596" y="53855"/>
                  </a:lnTo>
                  <a:lnTo>
                    <a:pt x="10222" y="53680"/>
                  </a:lnTo>
                  <a:lnTo>
                    <a:pt x="8769" y="50667"/>
                  </a:lnTo>
                  <a:lnTo>
                    <a:pt x="7856" y="49533"/>
                  </a:lnTo>
                  <a:lnTo>
                    <a:pt x="7175" y="49641"/>
                  </a:lnTo>
                  <a:lnTo>
                    <a:pt x="6678" y="50198"/>
                  </a:lnTo>
                  <a:lnTo>
                    <a:pt x="6363" y="51203"/>
                  </a:lnTo>
                  <a:lnTo>
                    <a:pt x="6023" y="51827"/>
                  </a:lnTo>
                  <a:lnTo>
                    <a:pt x="5655" y="52068"/>
                  </a:lnTo>
                  <a:lnTo>
                    <a:pt x="4862" y="51949"/>
                  </a:lnTo>
                  <a:lnTo>
                    <a:pt x="3643" y="51468"/>
                  </a:lnTo>
                  <a:lnTo>
                    <a:pt x="2387" y="51572"/>
                  </a:lnTo>
                  <a:lnTo>
                    <a:pt x="1093" y="52260"/>
                  </a:lnTo>
                  <a:lnTo>
                    <a:pt x="923" y="52280"/>
                  </a:lnTo>
                  <a:lnTo>
                    <a:pt x="619" y="48270"/>
                  </a:lnTo>
                  <a:lnTo>
                    <a:pt x="416" y="45590"/>
                  </a:lnTo>
                  <a:lnTo>
                    <a:pt x="202" y="42750"/>
                  </a:lnTo>
                  <a:lnTo>
                    <a:pt x="0" y="40072"/>
                  </a:lnTo>
                  <a:lnTo>
                    <a:pt x="898" y="38425"/>
                  </a:lnTo>
                  <a:lnTo>
                    <a:pt x="1317" y="36863"/>
                  </a:lnTo>
                  <a:lnTo>
                    <a:pt x="2388" y="31783"/>
                  </a:lnTo>
                  <a:lnTo>
                    <a:pt x="2817" y="30771"/>
                  </a:lnTo>
                  <a:lnTo>
                    <a:pt x="3658" y="28051"/>
                  </a:lnTo>
                  <a:lnTo>
                    <a:pt x="3776" y="27265"/>
                  </a:lnTo>
                  <a:lnTo>
                    <a:pt x="4607" y="23835"/>
                  </a:lnTo>
                  <a:lnTo>
                    <a:pt x="4528" y="21557"/>
                  </a:lnTo>
                  <a:lnTo>
                    <a:pt x="4361" y="19253"/>
                  </a:lnTo>
                  <a:lnTo>
                    <a:pt x="4815" y="17891"/>
                  </a:lnTo>
                  <a:lnTo>
                    <a:pt x="5221" y="16800"/>
                  </a:lnTo>
                  <a:lnTo>
                    <a:pt x="5194" y="15880"/>
                  </a:lnTo>
                  <a:lnTo>
                    <a:pt x="5378" y="13731"/>
                  </a:lnTo>
                  <a:lnTo>
                    <a:pt x="5508" y="13197"/>
                  </a:lnTo>
                  <a:lnTo>
                    <a:pt x="6005" y="13164"/>
                  </a:lnTo>
                  <a:lnTo>
                    <a:pt x="7027" y="13441"/>
                  </a:lnTo>
                  <a:lnTo>
                    <a:pt x="7777" y="13225"/>
                  </a:lnTo>
                  <a:lnTo>
                    <a:pt x="8644" y="13222"/>
                  </a:lnTo>
                  <a:lnTo>
                    <a:pt x="9312" y="13157"/>
                  </a:lnTo>
                  <a:lnTo>
                    <a:pt x="9708" y="12502"/>
                  </a:lnTo>
                  <a:lnTo>
                    <a:pt x="10249" y="9999"/>
                  </a:lnTo>
                  <a:lnTo>
                    <a:pt x="10602" y="9497"/>
                  </a:lnTo>
                  <a:lnTo>
                    <a:pt x="10872" y="9346"/>
                  </a:lnTo>
                  <a:lnTo>
                    <a:pt x="11636" y="8882"/>
                  </a:lnTo>
                  <a:lnTo>
                    <a:pt x="12291" y="8153"/>
                  </a:lnTo>
                  <a:lnTo>
                    <a:pt x="12825" y="7630"/>
                  </a:lnTo>
                  <a:lnTo>
                    <a:pt x="13023" y="7525"/>
                  </a:lnTo>
                  <a:lnTo>
                    <a:pt x="13587" y="7459"/>
                  </a:lnTo>
                  <a:lnTo>
                    <a:pt x="14151" y="7151"/>
                  </a:lnTo>
                  <a:lnTo>
                    <a:pt x="14412" y="6798"/>
                  </a:lnTo>
                  <a:lnTo>
                    <a:pt x="15123" y="6517"/>
                  </a:lnTo>
                  <a:lnTo>
                    <a:pt x="15820" y="6675"/>
                  </a:lnTo>
                  <a:lnTo>
                    <a:pt x="16289" y="6367"/>
                  </a:lnTo>
                  <a:lnTo>
                    <a:pt x="16601" y="6168"/>
                  </a:lnTo>
                  <a:lnTo>
                    <a:pt x="16956" y="6152"/>
                  </a:lnTo>
                  <a:lnTo>
                    <a:pt x="17282" y="5862"/>
                  </a:lnTo>
                  <a:lnTo>
                    <a:pt x="17412" y="5417"/>
                  </a:lnTo>
                  <a:lnTo>
                    <a:pt x="17626" y="5133"/>
                  </a:lnTo>
                  <a:lnTo>
                    <a:pt x="18170" y="4484"/>
                  </a:lnTo>
                  <a:lnTo>
                    <a:pt x="18419" y="4013"/>
                  </a:lnTo>
                  <a:lnTo>
                    <a:pt x="18531" y="3540"/>
                  </a:lnTo>
                  <a:lnTo>
                    <a:pt x="18641" y="3162"/>
                  </a:lnTo>
                  <a:lnTo>
                    <a:pt x="18880" y="2526"/>
                  </a:lnTo>
                  <a:lnTo>
                    <a:pt x="19830" y="92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850754" y="2030102"/>
              <a:ext cx="2579" cy="2842"/>
            </a:xfrm>
            <a:custGeom>
              <a:avLst/>
              <a:pathLst>
                <a:path w="2579" h="2842">
                  <a:moveTo>
                    <a:pt x="2579" y="565"/>
                  </a:moveTo>
                  <a:lnTo>
                    <a:pt x="1663" y="2842"/>
                  </a:lnTo>
                  <a:lnTo>
                    <a:pt x="510" y="1990"/>
                  </a:lnTo>
                  <a:lnTo>
                    <a:pt x="232" y="1704"/>
                  </a:lnTo>
                  <a:lnTo>
                    <a:pt x="0" y="1236"/>
                  </a:lnTo>
                  <a:lnTo>
                    <a:pt x="1108" y="1144"/>
                  </a:lnTo>
                  <a:lnTo>
                    <a:pt x="2233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872997" y="2025790"/>
              <a:ext cx="4033" cy="5751"/>
            </a:xfrm>
            <a:custGeom>
              <a:avLst/>
              <a:pathLst>
                <a:path w="4033" h="5751">
                  <a:moveTo>
                    <a:pt x="3868" y="166"/>
                  </a:moveTo>
                  <a:lnTo>
                    <a:pt x="3810" y="1238"/>
                  </a:lnTo>
                  <a:lnTo>
                    <a:pt x="4033" y="2322"/>
                  </a:lnTo>
                  <a:lnTo>
                    <a:pt x="3976" y="3969"/>
                  </a:lnTo>
                  <a:lnTo>
                    <a:pt x="3526" y="4862"/>
                  </a:lnTo>
                  <a:lnTo>
                    <a:pt x="2366" y="5751"/>
                  </a:lnTo>
                  <a:lnTo>
                    <a:pt x="1454" y="5592"/>
                  </a:lnTo>
                  <a:lnTo>
                    <a:pt x="938" y="5233"/>
                  </a:lnTo>
                  <a:lnTo>
                    <a:pt x="20" y="3790"/>
                  </a:lnTo>
                  <a:lnTo>
                    <a:pt x="0" y="2299"/>
                  </a:lnTo>
                  <a:lnTo>
                    <a:pt x="837" y="1327"/>
                  </a:lnTo>
                  <a:lnTo>
                    <a:pt x="1198" y="73"/>
                  </a:lnTo>
                  <a:lnTo>
                    <a:pt x="3374" y="312"/>
                  </a:lnTo>
                  <a:lnTo>
                    <a:pt x="3564" y="70"/>
                  </a:lnTo>
                  <a:lnTo>
                    <a:pt x="3727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858660" y="2025178"/>
              <a:ext cx="2117" cy="2645"/>
            </a:xfrm>
            <a:custGeom>
              <a:avLst/>
              <a:pathLst>
                <a:path w="2117" h="2645">
                  <a:moveTo>
                    <a:pt x="1326" y="2527"/>
                  </a:moveTo>
                  <a:lnTo>
                    <a:pt x="941" y="2645"/>
                  </a:lnTo>
                  <a:lnTo>
                    <a:pt x="482" y="2299"/>
                  </a:lnTo>
                  <a:lnTo>
                    <a:pt x="0" y="1192"/>
                  </a:lnTo>
                  <a:lnTo>
                    <a:pt x="327" y="374"/>
                  </a:lnTo>
                  <a:lnTo>
                    <a:pt x="627" y="0"/>
                  </a:lnTo>
                  <a:lnTo>
                    <a:pt x="1045" y="54"/>
                  </a:lnTo>
                  <a:lnTo>
                    <a:pt x="1847" y="658"/>
                  </a:lnTo>
                  <a:lnTo>
                    <a:pt x="2092" y="1283"/>
                  </a:lnTo>
                  <a:lnTo>
                    <a:pt x="2117" y="166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862629" y="2019978"/>
              <a:ext cx="7437" cy="7933"/>
            </a:xfrm>
            <a:custGeom>
              <a:avLst/>
              <a:pathLst>
                <a:path w="7437" h="7933">
                  <a:moveTo>
                    <a:pt x="5400" y="2734"/>
                  </a:moveTo>
                  <a:lnTo>
                    <a:pt x="4608" y="5921"/>
                  </a:lnTo>
                  <a:lnTo>
                    <a:pt x="3870" y="7170"/>
                  </a:lnTo>
                  <a:lnTo>
                    <a:pt x="3430" y="7586"/>
                  </a:lnTo>
                  <a:lnTo>
                    <a:pt x="2339" y="7933"/>
                  </a:lnTo>
                  <a:lnTo>
                    <a:pt x="1046" y="5953"/>
                  </a:lnTo>
                  <a:lnTo>
                    <a:pt x="371" y="3943"/>
                  </a:lnTo>
                  <a:lnTo>
                    <a:pt x="0" y="3296"/>
                  </a:lnTo>
                  <a:lnTo>
                    <a:pt x="589" y="2787"/>
                  </a:lnTo>
                  <a:lnTo>
                    <a:pt x="1450" y="2875"/>
                  </a:lnTo>
                  <a:lnTo>
                    <a:pt x="3296" y="2447"/>
                  </a:lnTo>
                  <a:lnTo>
                    <a:pt x="3669" y="2277"/>
                  </a:lnTo>
                  <a:lnTo>
                    <a:pt x="5547" y="247"/>
                  </a:lnTo>
                  <a:lnTo>
                    <a:pt x="7395" y="0"/>
                  </a:lnTo>
                  <a:lnTo>
                    <a:pt x="7437" y="66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885463" y="2017625"/>
              <a:ext cx="6288" cy="9605"/>
            </a:xfrm>
            <a:custGeom>
              <a:avLst/>
              <a:pathLst>
                <a:path w="6288" h="9605">
                  <a:moveTo>
                    <a:pt x="2791" y="8025"/>
                  </a:moveTo>
                  <a:lnTo>
                    <a:pt x="1505" y="9605"/>
                  </a:lnTo>
                  <a:lnTo>
                    <a:pt x="219" y="9237"/>
                  </a:lnTo>
                  <a:lnTo>
                    <a:pt x="0" y="8978"/>
                  </a:lnTo>
                  <a:lnTo>
                    <a:pt x="1288" y="8577"/>
                  </a:lnTo>
                  <a:lnTo>
                    <a:pt x="2458" y="7376"/>
                  </a:lnTo>
                  <a:lnTo>
                    <a:pt x="3209" y="4714"/>
                  </a:lnTo>
                  <a:lnTo>
                    <a:pt x="4384" y="1774"/>
                  </a:lnTo>
                  <a:lnTo>
                    <a:pt x="4620" y="529"/>
                  </a:lnTo>
                  <a:lnTo>
                    <a:pt x="5086" y="44"/>
                  </a:lnTo>
                  <a:lnTo>
                    <a:pt x="5728" y="0"/>
                  </a:lnTo>
                  <a:lnTo>
                    <a:pt x="6003" y="92"/>
                  </a:lnTo>
                  <a:lnTo>
                    <a:pt x="6288" y="745"/>
                  </a:lnTo>
                  <a:lnTo>
                    <a:pt x="6283" y="2224"/>
                  </a:lnTo>
                  <a:lnTo>
                    <a:pt x="5949" y="4677"/>
                  </a:lnTo>
                  <a:lnTo>
                    <a:pt x="5333" y="685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852265" y="2016201"/>
              <a:ext cx="2594" cy="5036"/>
            </a:xfrm>
            <a:custGeom>
              <a:avLst/>
              <a:pathLst>
                <a:path w="2594" h="5036">
                  <a:moveTo>
                    <a:pt x="1575" y="4931"/>
                  </a:moveTo>
                  <a:lnTo>
                    <a:pt x="1337" y="5036"/>
                  </a:lnTo>
                  <a:lnTo>
                    <a:pt x="1122" y="3935"/>
                  </a:lnTo>
                  <a:lnTo>
                    <a:pt x="0" y="1234"/>
                  </a:lnTo>
                  <a:lnTo>
                    <a:pt x="680" y="30"/>
                  </a:lnTo>
                  <a:lnTo>
                    <a:pt x="1922" y="0"/>
                  </a:lnTo>
                  <a:lnTo>
                    <a:pt x="2424" y="839"/>
                  </a:lnTo>
                  <a:lnTo>
                    <a:pt x="2594" y="1706"/>
                  </a:lnTo>
                  <a:lnTo>
                    <a:pt x="2357" y="2206"/>
                  </a:lnTo>
                  <a:lnTo>
                    <a:pt x="2425" y="3218"/>
                  </a:lnTo>
                  <a:lnTo>
                    <a:pt x="2296" y="387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891441" y="2010756"/>
              <a:ext cx="4134" cy="5464"/>
            </a:xfrm>
            <a:custGeom>
              <a:avLst/>
              <a:pathLst>
                <a:path w="4134" h="5464">
                  <a:moveTo>
                    <a:pt x="1361" y="4546"/>
                  </a:moveTo>
                  <a:lnTo>
                    <a:pt x="718" y="5464"/>
                  </a:lnTo>
                  <a:lnTo>
                    <a:pt x="0" y="5134"/>
                  </a:lnTo>
                  <a:lnTo>
                    <a:pt x="343" y="3122"/>
                  </a:lnTo>
                  <a:lnTo>
                    <a:pt x="678" y="2526"/>
                  </a:lnTo>
                  <a:lnTo>
                    <a:pt x="1985" y="1648"/>
                  </a:lnTo>
                  <a:lnTo>
                    <a:pt x="3073" y="1296"/>
                  </a:lnTo>
                  <a:lnTo>
                    <a:pt x="3391" y="362"/>
                  </a:lnTo>
                  <a:lnTo>
                    <a:pt x="3749" y="0"/>
                  </a:lnTo>
                  <a:lnTo>
                    <a:pt x="4134" y="553"/>
                  </a:lnTo>
                  <a:lnTo>
                    <a:pt x="3842" y="1197"/>
                  </a:lnTo>
                  <a:lnTo>
                    <a:pt x="3613" y="3216"/>
                  </a:lnTo>
                  <a:lnTo>
                    <a:pt x="2887" y="386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4035831" y="1877818"/>
              <a:ext cx="1816" cy="1525"/>
            </a:xfrm>
            <a:custGeom>
              <a:avLst/>
              <a:pathLst>
                <a:path w="1816" h="1525">
                  <a:moveTo>
                    <a:pt x="1816" y="1340"/>
                  </a:moveTo>
                  <a:lnTo>
                    <a:pt x="1601" y="1525"/>
                  </a:lnTo>
                  <a:lnTo>
                    <a:pt x="974" y="1355"/>
                  </a:lnTo>
                  <a:lnTo>
                    <a:pt x="36" y="1355"/>
                  </a:lnTo>
                  <a:lnTo>
                    <a:pt x="0" y="792"/>
                  </a:lnTo>
                  <a:lnTo>
                    <a:pt x="144" y="398"/>
                  </a:lnTo>
                  <a:lnTo>
                    <a:pt x="325" y="0"/>
                  </a:lnTo>
                  <a:lnTo>
                    <a:pt x="898" y="785"/>
                  </a:lnTo>
                  <a:lnTo>
                    <a:pt x="1804" y="93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4034141" y="1872897"/>
              <a:ext cx="3787" cy="3679"/>
            </a:xfrm>
            <a:custGeom>
              <a:avLst/>
              <a:pathLst>
                <a:path w="3787" h="3679">
                  <a:moveTo>
                    <a:pt x="2099" y="2822"/>
                  </a:moveTo>
                  <a:lnTo>
                    <a:pt x="1756" y="3679"/>
                  </a:lnTo>
                  <a:lnTo>
                    <a:pt x="317" y="3375"/>
                  </a:lnTo>
                  <a:lnTo>
                    <a:pt x="0" y="3029"/>
                  </a:lnTo>
                  <a:lnTo>
                    <a:pt x="311" y="2059"/>
                  </a:lnTo>
                  <a:lnTo>
                    <a:pt x="723" y="1943"/>
                  </a:lnTo>
                  <a:lnTo>
                    <a:pt x="749" y="1253"/>
                  </a:lnTo>
                  <a:lnTo>
                    <a:pt x="1185" y="561"/>
                  </a:lnTo>
                  <a:lnTo>
                    <a:pt x="3227" y="0"/>
                  </a:lnTo>
                  <a:lnTo>
                    <a:pt x="3688" y="469"/>
                  </a:lnTo>
                  <a:lnTo>
                    <a:pt x="3787" y="1146"/>
                  </a:lnTo>
                  <a:lnTo>
                    <a:pt x="2565" y="262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4044989" y="1861049"/>
              <a:ext cx="10329" cy="9334"/>
            </a:xfrm>
            <a:custGeom>
              <a:avLst/>
              <a:pathLst>
                <a:path w="10329" h="9334">
                  <a:moveTo>
                    <a:pt x="7334" y="2516"/>
                  </a:moveTo>
                  <a:lnTo>
                    <a:pt x="8241" y="2982"/>
                  </a:lnTo>
                  <a:lnTo>
                    <a:pt x="9197" y="2563"/>
                  </a:lnTo>
                  <a:lnTo>
                    <a:pt x="9705" y="2694"/>
                  </a:lnTo>
                  <a:lnTo>
                    <a:pt x="10207" y="2918"/>
                  </a:lnTo>
                  <a:lnTo>
                    <a:pt x="10329" y="3804"/>
                  </a:lnTo>
                  <a:lnTo>
                    <a:pt x="9883" y="4789"/>
                  </a:lnTo>
                  <a:lnTo>
                    <a:pt x="9259" y="5786"/>
                  </a:lnTo>
                  <a:lnTo>
                    <a:pt x="8731" y="6882"/>
                  </a:lnTo>
                  <a:lnTo>
                    <a:pt x="8275" y="8144"/>
                  </a:lnTo>
                  <a:lnTo>
                    <a:pt x="7422" y="8888"/>
                  </a:lnTo>
                  <a:lnTo>
                    <a:pt x="6649" y="9334"/>
                  </a:lnTo>
                  <a:lnTo>
                    <a:pt x="5014" y="8398"/>
                  </a:lnTo>
                  <a:lnTo>
                    <a:pt x="4066" y="8165"/>
                  </a:lnTo>
                  <a:lnTo>
                    <a:pt x="3782" y="7814"/>
                  </a:lnTo>
                  <a:lnTo>
                    <a:pt x="3557" y="6419"/>
                  </a:lnTo>
                  <a:lnTo>
                    <a:pt x="3127" y="5974"/>
                  </a:lnTo>
                  <a:lnTo>
                    <a:pt x="2498" y="5778"/>
                  </a:lnTo>
                  <a:lnTo>
                    <a:pt x="1947" y="6134"/>
                  </a:lnTo>
                  <a:lnTo>
                    <a:pt x="1225" y="6871"/>
                  </a:lnTo>
                  <a:lnTo>
                    <a:pt x="839" y="6137"/>
                  </a:lnTo>
                  <a:lnTo>
                    <a:pt x="230" y="5999"/>
                  </a:lnTo>
                  <a:lnTo>
                    <a:pt x="0" y="5557"/>
                  </a:lnTo>
                  <a:lnTo>
                    <a:pt x="12" y="4985"/>
                  </a:lnTo>
                  <a:lnTo>
                    <a:pt x="3925" y="1613"/>
                  </a:lnTo>
                  <a:lnTo>
                    <a:pt x="5059" y="867"/>
                  </a:lnTo>
                  <a:lnTo>
                    <a:pt x="7461" y="0"/>
                  </a:lnTo>
                  <a:lnTo>
                    <a:pt x="7829" y="131"/>
                  </a:lnTo>
                  <a:lnTo>
                    <a:pt x="7515" y="645"/>
                  </a:lnTo>
                  <a:lnTo>
                    <a:pt x="7540" y="875"/>
                  </a:lnTo>
                  <a:lnTo>
                    <a:pt x="7839" y="1125"/>
                  </a:lnTo>
                  <a:lnTo>
                    <a:pt x="7766" y="1522"/>
                  </a:lnTo>
                  <a:lnTo>
                    <a:pt x="7461" y="186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4058922" y="1859590"/>
              <a:ext cx="4535" cy="3414"/>
            </a:xfrm>
            <a:custGeom>
              <a:avLst/>
              <a:pathLst>
                <a:path w="4535" h="3414">
                  <a:moveTo>
                    <a:pt x="4266" y="3253"/>
                  </a:moveTo>
                  <a:lnTo>
                    <a:pt x="4092" y="3414"/>
                  </a:lnTo>
                  <a:lnTo>
                    <a:pt x="1182" y="1802"/>
                  </a:lnTo>
                  <a:lnTo>
                    <a:pt x="231" y="1622"/>
                  </a:lnTo>
                  <a:lnTo>
                    <a:pt x="0" y="1377"/>
                  </a:lnTo>
                  <a:lnTo>
                    <a:pt x="25" y="538"/>
                  </a:lnTo>
                  <a:lnTo>
                    <a:pt x="101" y="168"/>
                  </a:lnTo>
                  <a:lnTo>
                    <a:pt x="2048" y="0"/>
                  </a:lnTo>
                  <a:lnTo>
                    <a:pt x="3624" y="595"/>
                  </a:lnTo>
                  <a:lnTo>
                    <a:pt x="4469" y="2201"/>
                  </a:lnTo>
                  <a:lnTo>
                    <a:pt x="4535" y="247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935190" y="1808130"/>
              <a:ext cx="118661" cy="107937"/>
            </a:xfrm>
            <a:custGeom>
              <a:avLst/>
              <a:pathLst>
                <a:path w="118661" h="107937">
                  <a:moveTo>
                    <a:pt x="70403" y="4982"/>
                  </a:moveTo>
                  <a:lnTo>
                    <a:pt x="70416" y="5467"/>
                  </a:lnTo>
                  <a:lnTo>
                    <a:pt x="70789" y="6134"/>
                  </a:lnTo>
                  <a:lnTo>
                    <a:pt x="71171" y="6381"/>
                  </a:lnTo>
                  <a:lnTo>
                    <a:pt x="71982" y="6723"/>
                  </a:lnTo>
                  <a:lnTo>
                    <a:pt x="72603" y="6769"/>
                  </a:lnTo>
                  <a:lnTo>
                    <a:pt x="73452" y="6930"/>
                  </a:lnTo>
                  <a:lnTo>
                    <a:pt x="74030" y="7315"/>
                  </a:lnTo>
                  <a:lnTo>
                    <a:pt x="74062" y="7914"/>
                  </a:lnTo>
                  <a:lnTo>
                    <a:pt x="73917" y="8583"/>
                  </a:lnTo>
                  <a:lnTo>
                    <a:pt x="73569" y="9199"/>
                  </a:lnTo>
                  <a:lnTo>
                    <a:pt x="73370" y="9671"/>
                  </a:lnTo>
                  <a:lnTo>
                    <a:pt x="73555" y="9941"/>
                  </a:lnTo>
                  <a:lnTo>
                    <a:pt x="73859" y="10151"/>
                  </a:lnTo>
                  <a:lnTo>
                    <a:pt x="74187" y="10208"/>
                  </a:lnTo>
                  <a:lnTo>
                    <a:pt x="74410" y="10139"/>
                  </a:lnTo>
                  <a:lnTo>
                    <a:pt x="74578" y="9767"/>
                  </a:lnTo>
                  <a:lnTo>
                    <a:pt x="74899" y="9311"/>
                  </a:lnTo>
                  <a:lnTo>
                    <a:pt x="75077" y="9255"/>
                  </a:lnTo>
                  <a:lnTo>
                    <a:pt x="75062" y="9513"/>
                  </a:lnTo>
                  <a:lnTo>
                    <a:pt x="75215" y="9832"/>
                  </a:lnTo>
                  <a:lnTo>
                    <a:pt x="76256" y="10368"/>
                  </a:lnTo>
                  <a:lnTo>
                    <a:pt x="78541" y="11368"/>
                  </a:lnTo>
                  <a:lnTo>
                    <a:pt x="79437" y="11386"/>
                  </a:lnTo>
                  <a:lnTo>
                    <a:pt x="80161" y="11503"/>
                  </a:lnTo>
                  <a:lnTo>
                    <a:pt x="80373" y="11925"/>
                  </a:lnTo>
                  <a:lnTo>
                    <a:pt x="81828" y="13467"/>
                  </a:lnTo>
                  <a:lnTo>
                    <a:pt x="82175" y="13425"/>
                  </a:lnTo>
                  <a:lnTo>
                    <a:pt x="82824" y="13462"/>
                  </a:lnTo>
                  <a:lnTo>
                    <a:pt x="83607" y="13340"/>
                  </a:lnTo>
                  <a:lnTo>
                    <a:pt x="84173" y="13051"/>
                  </a:lnTo>
                  <a:lnTo>
                    <a:pt x="84544" y="13099"/>
                  </a:lnTo>
                  <a:lnTo>
                    <a:pt x="84954" y="13398"/>
                  </a:lnTo>
                  <a:lnTo>
                    <a:pt x="85434" y="13658"/>
                  </a:lnTo>
                  <a:lnTo>
                    <a:pt x="86051" y="14165"/>
                  </a:lnTo>
                  <a:lnTo>
                    <a:pt x="86605" y="14794"/>
                  </a:lnTo>
                  <a:lnTo>
                    <a:pt x="86987" y="15000"/>
                  </a:lnTo>
                  <a:lnTo>
                    <a:pt x="87376" y="14928"/>
                  </a:lnTo>
                  <a:lnTo>
                    <a:pt x="89281" y="14578"/>
                  </a:lnTo>
                  <a:lnTo>
                    <a:pt x="89793" y="14946"/>
                  </a:lnTo>
                  <a:lnTo>
                    <a:pt x="90336" y="14942"/>
                  </a:lnTo>
                  <a:lnTo>
                    <a:pt x="90945" y="14846"/>
                  </a:lnTo>
                  <a:lnTo>
                    <a:pt x="92274" y="15039"/>
                  </a:lnTo>
                  <a:lnTo>
                    <a:pt x="93352" y="14993"/>
                  </a:lnTo>
                  <a:lnTo>
                    <a:pt x="93450" y="14839"/>
                  </a:lnTo>
                  <a:lnTo>
                    <a:pt x="93542" y="13447"/>
                  </a:lnTo>
                  <a:lnTo>
                    <a:pt x="93713" y="12954"/>
                  </a:lnTo>
                  <a:lnTo>
                    <a:pt x="93969" y="12824"/>
                  </a:lnTo>
                  <a:lnTo>
                    <a:pt x="94608" y="12922"/>
                  </a:lnTo>
                  <a:lnTo>
                    <a:pt x="96932" y="13746"/>
                  </a:lnTo>
                  <a:lnTo>
                    <a:pt x="97888" y="14261"/>
                  </a:lnTo>
                  <a:lnTo>
                    <a:pt x="98808" y="14665"/>
                  </a:lnTo>
                  <a:lnTo>
                    <a:pt x="99611" y="14709"/>
                  </a:lnTo>
                  <a:lnTo>
                    <a:pt x="100143" y="14978"/>
                  </a:lnTo>
                  <a:lnTo>
                    <a:pt x="100889" y="16300"/>
                  </a:lnTo>
                  <a:lnTo>
                    <a:pt x="100762" y="16962"/>
                  </a:lnTo>
                  <a:lnTo>
                    <a:pt x="100829" y="17208"/>
                  </a:lnTo>
                  <a:lnTo>
                    <a:pt x="100908" y="17667"/>
                  </a:lnTo>
                  <a:lnTo>
                    <a:pt x="100887" y="18177"/>
                  </a:lnTo>
                  <a:lnTo>
                    <a:pt x="101083" y="18510"/>
                  </a:lnTo>
                  <a:lnTo>
                    <a:pt x="101437" y="18551"/>
                  </a:lnTo>
                  <a:lnTo>
                    <a:pt x="101890" y="18450"/>
                  </a:lnTo>
                  <a:lnTo>
                    <a:pt x="102385" y="18252"/>
                  </a:lnTo>
                  <a:lnTo>
                    <a:pt x="103256" y="17684"/>
                  </a:lnTo>
                  <a:lnTo>
                    <a:pt x="103517" y="17591"/>
                  </a:lnTo>
                  <a:lnTo>
                    <a:pt x="104971" y="18236"/>
                  </a:lnTo>
                  <a:lnTo>
                    <a:pt x="105616" y="18665"/>
                  </a:lnTo>
                  <a:lnTo>
                    <a:pt x="105839" y="19133"/>
                  </a:lnTo>
                  <a:lnTo>
                    <a:pt x="106170" y="19611"/>
                  </a:lnTo>
                  <a:lnTo>
                    <a:pt x="106607" y="19680"/>
                  </a:lnTo>
                  <a:lnTo>
                    <a:pt x="107228" y="19226"/>
                  </a:lnTo>
                  <a:lnTo>
                    <a:pt x="108194" y="18740"/>
                  </a:lnTo>
                  <a:lnTo>
                    <a:pt x="109840" y="19168"/>
                  </a:lnTo>
                  <a:lnTo>
                    <a:pt x="111671" y="19788"/>
                  </a:lnTo>
                  <a:lnTo>
                    <a:pt x="112463" y="19862"/>
                  </a:lnTo>
                  <a:lnTo>
                    <a:pt x="112493" y="19561"/>
                  </a:lnTo>
                  <a:lnTo>
                    <a:pt x="112637" y="19129"/>
                  </a:lnTo>
                  <a:lnTo>
                    <a:pt x="112938" y="18914"/>
                  </a:lnTo>
                  <a:lnTo>
                    <a:pt x="113388" y="18850"/>
                  </a:lnTo>
                  <a:lnTo>
                    <a:pt x="114014" y="18624"/>
                  </a:lnTo>
                  <a:lnTo>
                    <a:pt x="114731" y="18250"/>
                  </a:lnTo>
                  <a:lnTo>
                    <a:pt x="115475" y="18094"/>
                  </a:lnTo>
                  <a:lnTo>
                    <a:pt x="116257" y="18373"/>
                  </a:lnTo>
                  <a:lnTo>
                    <a:pt x="117198" y="18600"/>
                  </a:lnTo>
                  <a:lnTo>
                    <a:pt x="117759" y="18598"/>
                  </a:lnTo>
                  <a:lnTo>
                    <a:pt x="118028" y="19480"/>
                  </a:lnTo>
                  <a:lnTo>
                    <a:pt x="118482" y="19817"/>
                  </a:lnTo>
                  <a:lnTo>
                    <a:pt x="118661" y="20581"/>
                  </a:lnTo>
                  <a:lnTo>
                    <a:pt x="117827" y="20980"/>
                  </a:lnTo>
                  <a:lnTo>
                    <a:pt x="117333" y="21034"/>
                  </a:lnTo>
                  <a:lnTo>
                    <a:pt x="117181" y="22345"/>
                  </a:lnTo>
                  <a:lnTo>
                    <a:pt x="117416" y="22714"/>
                  </a:lnTo>
                  <a:lnTo>
                    <a:pt x="117884" y="23061"/>
                  </a:lnTo>
                  <a:lnTo>
                    <a:pt x="118011" y="23464"/>
                  </a:lnTo>
                  <a:lnTo>
                    <a:pt x="118105" y="25389"/>
                  </a:lnTo>
                  <a:lnTo>
                    <a:pt x="117148" y="26549"/>
                  </a:lnTo>
                  <a:lnTo>
                    <a:pt x="115805" y="27855"/>
                  </a:lnTo>
                  <a:lnTo>
                    <a:pt x="109239" y="32052"/>
                  </a:lnTo>
                  <a:lnTo>
                    <a:pt x="107675" y="34085"/>
                  </a:lnTo>
                  <a:lnTo>
                    <a:pt x="107079" y="34550"/>
                  </a:lnTo>
                  <a:lnTo>
                    <a:pt x="102197" y="35831"/>
                  </a:lnTo>
                  <a:lnTo>
                    <a:pt x="98785" y="37198"/>
                  </a:lnTo>
                  <a:lnTo>
                    <a:pt x="97148" y="37694"/>
                  </a:lnTo>
                  <a:lnTo>
                    <a:pt x="95105" y="40071"/>
                  </a:lnTo>
                  <a:lnTo>
                    <a:pt x="94137" y="41030"/>
                  </a:lnTo>
                  <a:lnTo>
                    <a:pt x="94908" y="41296"/>
                  </a:lnTo>
                  <a:lnTo>
                    <a:pt x="95807" y="42432"/>
                  </a:lnTo>
                  <a:lnTo>
                    <a:pt x="95505" y="42936"/>
                  </a:lnTo>
                  <a:lnTo>
                    <a:pt x="94194" y="43713"/>
                  </a:lnTo>
                  <a:lnTo>
                    <a:pt x="93621" y="43952"/>
                  </a:lnTo>
                  <a:lnTo>
                    <a:pt x="93309" y="43828"/>
                  </a:lnTo>
                  <a:lnTo>
                    <a:pt x="93016" y="43936"/>
                  </a:lnTo>
                  <a:lnTo>
                    <a:pt x="90817" y="48057"/>
                  </a:lnTo>
                  <a:lnTo>
                    <a:pt x="88875" y="51020"/>
                  </a:lnTo>
                  <a:lnTo>
                    <a:pt x="87784" y="52312"/>
                  </a:lnTo>
                  <a:lnTo>
                    <a:pt x="87376" y="53014"/>
                  </a:lnTo>
                  <a:lnTo>
                    <a:pt x="86665" y="54238"/>
                  </a:lnTo>
                  <a:lnTo>
                    <a:pt x="84282" y="59204"/>
                  </a:lnTo>
                  <a:lnTo>
                    <a:pt x="84264" y="60637"/>
                  </a:lnTo>
                  <a:lnTo>
                    <a:pt x="85437" y="65582"/>
                  </a:lnTo>
                  <a:lnTo>
                    <a:pt x="86110" y="66881"/>
                  </a:lnTo>
                  <a:lnTo>
                    <a:pt x="87053" y="67972"/>
                  </a:lnTo>
                  <a:lnTo>
                    <a:pt x="87376" y="68140"/>
                  </a:lnTo>
                  <a:lnTo>
                    <a:pt x="88841" y="68900"/>
                  </a:lnTo>
                  <a:lnTo>
                    <a:pt x="89283" y="69814"/>
                  </a:lnTo>
                  <a:lnTo>
                    <a:pt x="88666" y="70684"/>
                  </a:lnTo>
                  <a:lnTo>
                    <a:pt x="87376" y="71801"/>
                  </a:lnTo>
                  <a:lnTo>
                    <a:pt x="86877" y="72234"/>
                  </a:lnTo>
                  <a:lnTo>
                    <a:pt x="83769" y="74326"/>
                  </a:lnTo>
                  <a:lnTo>
                    <a:pt x="82449" y="75977"/>
                  </a:lnTo>
                  <a:lnTo>
                    <a:pt x="82166" y="77570"/>
                  </a:lnTo>
                  <a:lnTo>
                    <a:pt x="81257" y="78285"/>
                  </a:lnTo>
                  <a:lnTo>
                    <a:pt x="80912" y="80514"/>
                  </a:lnTo>
                  <a:lnTo>
                    <a:pt x="80360" y="81991"/>
                  </a:lnTo>
                  <a:lnTo>
                    <a:pt x="80255" y="82491"/>
                  </a:lnTo>
                  <a:lnTo>
                    <a:pt x="79669" y="83612"/>
                  </a:lnTo>
                  <a:lnTo>
                    <a:pt x="79589" y="84425"/>
                  </a:lnTo>
                  <a:lnTo>
                    <a:pt x="80549" y="85549"/>
                  </a:lnTo>
                  <a:lnTo>
                    <a:pt x="80074" y="86034"/>
                  </a:lnTo>
                  <a:lnTo>
                    <a:pt x="79598" y="86250"/>
                  </a:lnTo>
                  <a:lnTo>
                    <a:pt x="78501" y="86382"/>
                  </a:lnTo>
                  <a:lnTo>
                    <a:pt x="74817" y="86524"/>
                  </a:lnTo>
                  <a:lnTo>
                    <a:pt x="71851" y="88953"/>
                  </a:lnTo>
                  <a:lnTo>
                    <a:pt x="70369" y="91103"/>
                  </a:lnTo>
                  <a:lnTo>
                    <a:pt x="69029" y="95106"/>
                  </a:lnTo>
                  <a:lnTo>
                    <a:pt x="67399" y="97466"/>
                  </a:lnTo>
                  <a:lnTo>
                    <a:pt x="66679" y="97901"/>
                  </a:lnTo>
                  <a:lnTo>
                    <a:pt x="65564" y="96864"/>
                  </a:lnTo>
                  <a:lnTo>
                    <a:pt x="64170" y="96706"/>
                  </a:lnTo>
                  <a:lnTo>
                    <a:pt x="62819" y="97050"/>
                  </a:lnTo>
                  <a:lnTo>
                    <a:pt x="62110" y="97872"/>
                  </a:lnTo>
                  <a:lnTo>
                    <a:pt x="61004" y="98329"/>
                  </a:lnTo>
                  <a:lnTo>
                    <a:pt x="59922" y="97933"/>
                  </a:lnTo>
                  <a:lnTo>
                    <a:pt x="57582" y="97719"/>
                  </a:lnTo>
                  <a:lnTo>
                    <a:pt x="56542" y="97757"/>
                  </a:lnTo>
                  <a:lnTo>
                    <a:pt x="54914" y="98425"/>
                  </a:lnTo>
                  <a:lnTo>
                    <a:pt x="53518" y="97979"/>
                  </a:lnTo>
                  <a:lnTo>
                    <a:pt x="51162" y="97753"/>
                  </a:lnTo>
                  <a:lnTo>
                    <a:pt x="46062" y="98282"/>
                  </a:lnTo>
                  <a:lnTo>
                    <a:pt x="45419" y="98532"/>
                  </a:lnTo>
                  <a:lnTo>
                    <a:pt x="44781" y="99523"/>
                  </a:lnTo>
                  <a:lnTo>
                    <a:pt x="43155" y="101235"/>
                  </a:lnTo>
                  <a:lnTo>
                    <a:pt x="40684" y="101296"/>
                  </a:lnTo>
                  <a:lnTo>
                    <a:pt x="38450" y="102388"/>
                  </a:lnTo>
                  <a:lnTo>
                    <a:pt x="37891" y="103087"/>
                  </a:lnTo>
                  <a:lnTo>
                    <a:pt x="36953" y="105010"/>
                  </a:lnTo>
                  <a:lnTo>
                    <a:pt x="36657" y="106417"/>
                  </a:lnTo>
                  <a:lnTo>
                    <a:pt x="36462" y="106428"/>
                  </a:lnTo>
                  <a:lnTo>
                    <a:pt x="36219" y="106082"/>
                  </a:lnTo>
                  <a:lnTo>
                    <a:pt x="35875" y="106198"/>
                  </a:lnTo>
                  <a:lnTo>
                    <a:pt x="35696" y="107269"/>
                  </a:lnTo>
                  <a:lnTo>
                    <a:pt x="34857" y="107757"/>
                  </a:lnTo>
                  <a:lnTo>
                    <a:pt x="34154" y="107937"/>
                  </a:lnTo>
                  <a:lnTo>
                    <a:pt x="32424" y="107066"/>
                  </a:lnTo>
                  <a:lnTo>
                    <a:pt x="30983" y="105764"/>
                  </a:lnTo>
                  <a:lnTo>
                    <a:pt x="30227" y="105670"/>
                  </a:lnTo>
                  <a:lnTo>
                    <a:pt x="28999" y="103643"/>
                  </a:lnTo>
                  <a:lnTo>
                    <a:pt x="28471" y="102350"/>
                  </a:lnTo>
                  <a:lnTo>
                    <a:pt x="28096" y="100955"/>
                  </a:lnTo>
                  <a:lnTo>
                    <a:pt x="28173" y="100420"/>
                  </a:lnTo>
                  <a:lnTo>
                    <a:pt x="28067" y="99975"/>
                  </a:lnTo>
                  <a:lnTo>
                    <a:pt x="26977" y="99414"/>
                  </a:lnTo>
                  <a:lnTo>
                    <a:pt x="26711" y="98132"/>
                  </a:lnTo>
                  <a:lnTo>
                    <a:pt x="27505" y="96469"/>
                  </a:lnTo>
                  <a:lnTo>
                    <a:pt x="28157" y="95760"/>
                  </a:lnTo>
                  <a:lnTo>
                    <a:pt x="28560" y="95556"/>
                  </a:lnTo>
                  <a:lnTo>
                    <a:pt x="27575" y="95627"/>
                  </a:lnTo>
                  <a:lnTo>
                    <a:pt x="26863" y="96699"/>
                  </a:lnTo>
                  <a:lnTo>
                    <a:pt x="25953" y="94983"/>
                  </a:lnTo>
                  <a:lnTo>
                    <a:pt x="22242" y="91641"/>
                  </a:lnTo>
                  <a:lnTo>
                    <a:pt x="22481" y="90875"/>
                  </a:lnTo>
                  <a:lnTo>
                    <a:pt x="22439" y="90460"/>
                  </a:lnTo>
                  <a:lnTo>
                    <a:pt x="21818" y="91353"/>
                  </a:lnTo>
                  <a:lnTo>
                    <a:pt x="21390" y="91583"/>
                  </a:lnTo>
                  <a:lnTo>
                    <a:pt x="19495" y="91438"/>
                  </a:lnTo>
                  <a:lnTo>
                    <a:pt x="17308" y="91848"/>
                  </a:lnTo>
                  <a:lnTo>
                    <a:pt x="16731" y="88381"/>
                  </a:lnTo>
                  <a:lnTo>
                    <a:pt x="16458" y="87048"/>
                  </a:lnTo>
                  <a:lnTo>
                    <a:pt x="16387" y="86184"/>
                  </a:lnTo>
                  <a:lnTo>
                    <a:pt x="16950" y="84193"/>
                  </a:lnTo>
                  <a:lnTo>
                    <a:pt x="17566" y="83382"/>
                  </a:lnTo>
                  <a:lnTo>
                    <a:pt x="18386" y="81708"/>
                  </a:lnTo>
                  <a:lnTo>
                    <a:pt x="19396" y="80314"/>
                  </a:lnTo>
                  <a:lnTo>
                    <a:pt x="20465" y="79984"/>
                  </a:lnTo>
                  <a:lnTo>
                    <a:pt x="20934" y="79779"/>
                  </a:lnTo>
                  <a:lnTo>
                    <a:pt x="21329" y="78701"/>
                  </a:lnTo>
                  <a:lnTo>
                    <a:pt x="21552" y="77782"/>
                  </a:lnTo>
                  <a:lnTo>
                    <a:pt x="21389" y="77691"/>
                  </a:lnTo>
                  <a:lnTo>
                    <a:pt x="20144" y="77878"/>
                  </a:lnTo>
                  <a:lnTo>
                    <a:pt x="17905" y="74023"/>
                  </a:lnTo>
                  <a:lnTo>
                    <a:pt x="17974" y="73408"/>
                  </a:lnTo>
                  <a:lnTo>
                    <a:pt x="18256" y="72496"/>
                  </a:lnTo>
                  <a:lnTo>
                    <a:pt x="18441" y="71345"/>
                  </a:lnTo>
                  <a:lnTo>
                    <a:pt x="18487" y="70436"/>
                  </a:lnTo>
                  <a:lnTo>
                    <a:pt x="19070" y="69656"/>
                  </a:lnTo>
                  <a:lnTo>
                    <a:pt x="19963" y="68869"/>
                  </a:lnTo>
                  <a:lnTo>
                    <a:pt x="20715" y="67752"/>
                  </a:lnTo>
                  <a:lnTo>
                    <a:pt x="21091" y="66661"/>
                  </a:lnTo>
                  <a:lnTo>
                    <a:pt x="21170" y="65668"/>
                  </a:lnTo>
                  <a:lnTo>
                    <a:pt x="20744" y="64961"/>
                  </a:lnTo>
                  <a:lnTo>
                    <a:pt x="19519" y="64569"/>
                  </a:lnTo>
                  <a:lnTo>
                    <a:pt x="18258" y="61739"/>
                  </a:lnTo>
                  <a:lnTo>
                    <a:pt x="17977" y="59967"/>
                  </a:lnTo>
                  <a:lnTo>
                    <a:pt x="17719" y="59783"/>
                  </a:lnTo>
                  <a:lnTo>
                    <a:pt x="16939" y="58976"/>
                  </a:lnTo>
                  <a:lnTo>
                    <a:pt x="16191" y="57462"/>
                  </a:lnTo>
                  <a:lnTo>
                    <a:pt x="16082" y="57227"/>
                  </a:lnTo>
                  <a:lnTo>
                    <a:pt x="16854" y="56961"/>
                  </a:lnTo>
                  <a:lnTo>
                    <a:pt x="20037" y="56947"/>
                  </a:lnTo>
                  <a:lnTo>
                    <a:pt x="20803" y="56497"/>
                  </a:lnTo>
                  <a:lnTo>
                    <a:pt x="21383" y="55319"/>
                  </a:lnTo>
                  <a:lnTo>
                    <a:pt x="21991" y="53384"/>
                  </a:lnTo>
                  <a:lnTo>
                    <a:pt x="22134" y="52203"/>
                  </a:lnTo>
                  <a:lnTo>
                    <a:pt x="21941" y="51714"/>
                  </a:lnTo>
                  <a:lnTo>
                    <a:pt x="20887" y="50518"/>
                  </a:lnTo>
                  <a:lnTo>
                    <a:pt x="20842" y="50165"/>
                  </a:lnTo>
                  <a:lnTo>
                    <a:pt x="21011" y="49601"/>
                  </a:lnTo>
                  <a:lnTo>
                    <a:pt x="21638" y="48998"/>
                  </a:lnTo>
                  <a:lnTo>
                    <a:pt x="22486" y="48312"/>
                  </a:lnTo>
                  <a:lnTo>
                    <a:pt x="22947" y="47721"/>
                  </a:lnTo>
                  <a:lnTo>
                    <a:pt x="22837" y="47259"/>
                  </a:lnTo>
                  <a:lnTo>
                    <a:pt x="22589" y="46775"/>
                  </a:lnTo>
                  <a:lnTo>
                    <a:pt x="22550" y="46324"/>
                  </a:lnTo>
                  <a:lnTo>
                    <a:pt x="22705" y="45768"/>
                  </a:lnTo>
                  <a:lnTo>
                    <a:pt x="22760" y="43872"/>
                  </a:lnTo>
                  <a:lnTo>
                    <a:pt x="22869" y="43384"/>
                  </a:lnTo>
                  <a:lnTo>
                    <a:pt x="22703" y="41663"/>
                  </a:lnTo>
                  <a:lnTo>
                    <a:pt x="22497" y="40256"/>
                  </a:lnTo>
                  <a:lnTo>
                    <a:pt x="21827" y="38432"/>
                  </a:lnTo>
                  <a:lnTo>
                    <a:pt x="21950" y="38029"/>
                  </a:lnTo>
                  <a:lnTo>
                    <a:pt x="22259" y="37689"/>
                  </a:lnTo>
                  <a:lnTo>
                    <a:pt x="23272" y="37057"/>
                  </a:lnTo>
                  <a:lnTo>
                    <a:pt x="24082" y="35567"/>
                  </a:lnTo>
                  <a:lnTo>
                    <a:pt x="25257" y="34323"/>
                  </a:lnTo>
                  <a:lnTo>
                    <a:pt x="26797" y="33323"/>
                  </a:lnTo>
                  <a:lnTo>
                    <a:pt x="27874" y="32212"/>
                  </a:lnTo>
                  <a:lnTo>
                    <a:pt x="28300" y="31363"/>
                  </a:lnTo>
                  <a:lnTo>
                    <a:pt x="28601" y="31138"/>
                  </a:lnTo>
                  <a:lnTo>
                    <a:pt x="28514" y="30742"/>
                  </a:lnTo>
                  <a:lnTo>
                    <a:pt x="28311" y="30165"/>
                  </a:lnTo>
                  <a:lnTo>
                    <a:pt x="27697" y="29602"/>
                  </a:lnTo>
                  <a:lnTo>
                    <a:pt x="26906" y="29278"/>
                  </a:lnTo>
                  <a:lnTo>
                    <a:pt x="26026" y="29292"/>
                  </a:lnTo>
                  <a:lnTo>
                    <a:pt x="25482" y="29179"/>
                  </a:lnTo>
                  <a:lnTo>
                    <a:pt x="25323" y="28739"/>
                  </a:lnTo>
                  <a:lnTo>
                    <a:pt x="25383" y="27547"/>
                  </a:lnTo>
                  <a:lnTo>
                    <a:pt x="25337" y="26367"/>
                  </a:lnTo>
                  <a:lnTo>
                    <a:pt x="25168" y="25823"/>
                  </a:lnTo>
                  <a:lnTo>
                    <a:pt x="24762" y="25415"/>
                  </a:lnTo>
                  <a:lnTo>
                    <a:pt x="23955" y="25524"/>
                  </a:lnTo>
                  <a:lnTo>
                    <a:pt x="23257" y="25190"/>
                  </a:lnTo>
                  <a:lnTo>
                    <a:pt x="22729" y="25111"/>
                  </a:lnTo>
                  <a:lnTo>
                    <a:pt x="22423" y="25375"/>
                  </a:lnTo>
                  <a:lnTo>
                    <a:pt x="20862" y="25300"/>
                  </a:lnTo>
                  <a:lnTo>
                    <a:pt x="20213" y="25110"/>
                  </a:lnTo>
                  <a:lnTo>
                    <a:pt x="19759" y="24874"/>
                  </a:lnTo>
                  <a:lnTo>
                    <a:pt x="19467" y="25006"/>
                  </a:lnTo>
                  <a:lnTo>
                    <a:pt x="19302" y="25236"/>
                  </a:lnTo>
                  <a:lnTo>
                    <a:pt x="19274" y="25596"/>
                  </a:lnTo>
                  <a:lnTo>
                    <a:pt x="19167" y="26072"/>
                  </a:lnTo>
                  <a:lnTo>
                    <a:pt x="18610" y="26502"/>
                  </a:lnTo>
                  <a:lnTo>
                    <a:pt x="17332" y="26931"/>
                  </a:lnTo>
                  <a:lnTo>
                    <a:pt x="16301" y="26899"/>
                  </a:lnTo>
                  <a:lnTo>
                    <a:pt x="15355" y="26592"/>
                  </a:lnTo>
                  <a:lnTo>
                    <a:pt x="15051" y="26369"/>
                  </a:lnTo>
                  <a:lnTo>
                    <a:pt x="14594" y="26167"/>
                  </a:lnTo>
                  <a:lnTo>
                    <a:pt x="12670" y="26417"/>
                  </a:lnTo>
                  <a:lnTo>
                    <a:pt x="12439" y="26234"/>
                  </a:lnTo>
                  <a:lnTo>
                    <a:pt x="11775" y="26677"/>
                  </a:lnTo>
                  <a:lnTo>
                    <a:pt x="10796" y="27203"/>
                  </a:lnTo>
                  <a:lnTo>
                    <a:pt x="10247" y="27234"/>
                  </a:lnTo>
                  <a:lnTo>
                    <a:pt x="10048" y="27122"/>
                  </a:lnTo>
                  <a:lnTo>
                    <a:pt x="9975" y="26885"/>
                  </a:lnTo>
                  <a:lnTo>
                    <a:pt x="9563" y="26064"/>
                  </a:lnTo>
                  <a:lnTo>
                    <a:pt x="9671" y="25628"/>
                  </a:lnTo>
                  <a:lnTo>
                    <a:pt x="10460" y="24358"/>
                  </a:lnTo>
                  <a:lnTo>
                    <a:pt x="10372" y="24054"/>
                  </a:lnTo>
                  <a:lnTo>
                    <a:pt x="10047" y="23643"/>
                  </a:lnTo>
                  <a:lnTo>
                    <a:pt x="9758" y="23051"/>
                  </a:lnTo>
                  <a:lnTo>
                    <a:pt x="9674" y="22746"/>
                  </a:lnTo>
                  <a:lnTo>
                    <a:pt x="9173" y="22695"/>
                  </a:lnTo>
                  <a:lnTo>
                    <a:pt x="8638" y="23006"/>
                  </a:lnTo>
                  <a:lnTo>
                    <a:pt x="6599" y="23644"/>
                  </a:lnTo>
                  <a:lnTo>
                    <a:pt x="6111" y="23876"/>
                  </a:lnTo>
                  <a:lnTo>
                    <a:pt x="5228" y="24493"/>
                  </a:lnTo>
                  <a:lnTo>
                    <a:pt x="4337" y="25433"/>
                  </a:lnTo>
                  <a:lnTo>
                    <a:pt x="3626" y="25631"/>
                  </a:lnTo>
                  <a:lnTo>
                    <a:pt x="3380" y="25352"/>
                  </a:lnTo>
                  <a:lnTo>
                    <a:pt x="3296" y="23143"/>
                  </a:lnTo>
                  <a:lnTo>
                    <a:pt x="4382" y="21674"/>
                  </a:lnTo>
                  <a:lnTo>
                    <a:pt x="5153" y="20787"/>
                  </a:lnTo>
                  <a:lnTo>
                    <a:pt x="4791" y="20608"/>
                  </a:lnTo>
                  <a:lnTo>
                    <a:pt x="3971" y="20633"/>
                  </a:lnTo>
                  <a:lnTo>
                    <a:pt x="4027" y="19946"/>
                  </a:lnTo>
                  <a:lnTo>
                    <a:pt x="4411" y="19616"/>
                  </a:lnTo>
                  <a:lnTo>
                    <a:pt x="4783" y="18869"/>
                  </a:lnTo>
                  <a:lnTo>
                    <a:pt x="4346" y="18546"/>
                  </a:lnTo>
                  <a:lnTo>
                    <a:pt x="4006" y="18055"/>
                  </a:lnTo>
                  <a:lnTo>
                    <a:pt x="4027" y="16768"/>
                  </a:lnTo>
                  <a:lnTo>
                    <a:pt x="4122" y="16244"/>
                  </a:lnTo>
                  <a:lnTo>
                    <a:pt x="4012" y="15680"/>
                  </a:lnTo>
                  <a:lnTo>
                    <a:pt x="2344" y="16443"/>
                  </a:lnTo>
                  <a:lnTo>
                    <a:pt x="1916" y="16328"/>
                  </a:lnTo>
                  <a:lnTo>
                    <a:pt x="1897" y="15373"/>
                  </a:lnTo>
                  <a:lnTo>
                    <a:pt x="2823" y="13917"/>
                  </a:lnTo>
                  <a:lnTo>
                    <a:pt x="2918" y="13473"/>
                  </a:lnTo>
                  <a:lnTo>
                    <a:pt x="1835" y="13257"/>
                  </a:lnTo>
                  <a:lnTo>
                    <a:pt x="1026" y="12543"/>
                  </a:lnTo>
                  <a:lnTo>
                    <a:pt x="531" y="11905"/>
                  </a:lnTo>
                  <a:lnTo>
                    <a:pt x="4" y="10986"/>
                  </a:lnTo>
                  <a:lnTo>
                    <a:pt x="0" y="10164"/>
                  </a:lnTo>
                  <a:lnTo>
                    <a:pt x="544" y="8236"/>
                  </a:lnTo>
                  <a:lnTo>
                    <a:pt x="1325" y="7676"/>
                  </a:lnTo>
                  <a:lnTo>
                    <a:pt x="1997" y="7330"/>
                  </a:lnTo>
                  <a:lnTo>
                    <a:pt x="3424" y="5999"/>
                  </a:lnTo>
                  <a:lnTo>
                    <a:pt x="5392" y="6247"/>
                  </a:lnTo>
                  <a:lnTo>
                    <a:pt x="6609" y="5962"/>
                  </a:lnTo>
                  <a:lnTo>
                    <a:pt x="7701" y="5282"/>
                  </a:lnTo>
                  <a:lnTo>
                    <a:pt x="8327" y="5128"/>
                  </a:lnTo>
                  <a:lnTo>
                    <a:pt x="9335" y="4535"/>
                  </a:lnTo>
                  <a:lnTo>
                    <a:pt x="9303" y="3732"/>
                  </a:lnTo>
                  <a:lnTo>
                    <a:pt x="8957" y="3137"/>
                  </a:lnTo>
                  <a:lnTo>
                    <a:pt x="9261" y="2575"/>
                  </a:lnTo>
                  <a:lnTo>
                    <a:pt x="10392" y="1889"/>
                  </a:lnTo>
                  <a:lnTo>
                    <a:pt x="11645" y="978"/>
                  </a:lnTo>
                  <a:lnTo>
                    <a:pt x="13083" y="802"/>
                  </a:lnTo>
                  <a:lnTo>
                    <a:pt x="14545" y="0"/>
                  </a:lnTo>
                  <a:lnTo>
                    <a:pt x="15525" y="518"/>
                  </a:lnTo>
                  <a:lnTo>
                    <a:pt x="16386" y="343"/>
                  </a:lnTo>
                  <a:lnTo>
                    <a:pt x="17373" y="958"/>
                  </a:lnTo>
                  <a:lnTo>
                    <a:pt x="18672" y="2370"/>
                  </a:lnTo>
                  <a:lnTo>
                    <a:pt x="20574" y="2937"/>
                  </a:lnTo>
                  <a:lnTo>
                    <a:pt x="22090" y="2495"/>
                  </a:lnTo>
                  <a:lnTo>
                    <a:pt x="24771" y="2401"/>
                  </a:lnTo>
                  <a:lnTo>
                    <a:pt x="26111" y="2589"/>
                  </a:lnTo>
                  <a:lnTo>
                    <a:pt x="28491" y="2241"/>
                  </a:lnTo>
                  <a:lnTo>
                    <a:pt x="29853" y="2365"/>
                  </a:lnTo>
                  <a:lnTo>
                    <a:pt x="32062" y="1666"/>
                  </a:lnTo>
                  <a:lnTo>
                    <a:pt x="33773" y="2539"/>
                  </a:lnTo>
                  <a:lnTo>
                    <a:pt x="37085" y="2948"/>
                  </a:lnTo>
                  <a:lnTo>
                    <a:pt x="39076" y="3664"/>
                  </a:lnTo>
                  <a:lnTo>
                    <a:pt x="44584" y="4865"/>
                  </a:lnTo>
                  <a:lnTo>
                    <a:pt x="46574" y="4879"/>
                  </a:lnTo>
                  <a:lnTo>
                    <a:pt x="49388" y="4204"/>
                  </a:lnTo>
                  <a:lnTo>
                    <a:pt x="50580" y="3698"/>
                  </a:lnTo>
                  <a:lnTo>
                    <a:pt x="51671" y="3998"/>
                  </a:lnTo>
                  <a:lnTo>
                    <a:pt x="53273" y="3418"/>
                  </a:lnTo>
                  <a:lnTo>
                    <a:pt x="54040" y="3536"/>
                  </a:lnTo>
                  <a:lnTo>
                    <a:pt x="55040" y="4363"/>
                  </a:lnTo>
                  <a:lnTo>
                    <a:pt x="58562" y="5481"/>
                  </a:lnTo>
                  <a:lnTo>
                    <a:pt x="59488" y="4530"/>
                  </a:lnTo>
                  <a:lnTo>
                    <a:pt x="60176" y="4325"/>
                  </a:lnTo>
                  <a:lnTo>
                    <a:pt x="62711" y="4906"/>
                  </a:lnTo>
                  <a:lnTo>
                    <a:pt x="65265" y="6088"/>
                  </a:lnTo>
                  <a:lnTo>
                    <a:pt x="66594" y="6173"/>
                  </a:lnTo>
                  <a:lnTo>
                    <a:pt x="68537" y="5850"/>
                  </a:lnTo>
                  <a:lnTo>
                    <a:pt x="70077" y="507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4229328" y="1600825"/>
              <a:ext cx="13895" cy="9708"/>
            </a:xfrm>
            <a:custGeom>
              <a:avLst/>
              <a:pathLst>
                <a:path w="13895" h="9708">
                  <a:moveTo>
                    <a:pt x="7217" y="85"/>
                  </a:moveTo>
                  <a:lnTo>
                    <a:pt x="7889" y="423"/>
                  </a:lnTo>
                  <a:lnTo>
                    <a:pt x="8508" y="316"/>
                  </a:lnTo>
                  <a:lnTo>
                    <a:pt x="9135" y="81"/>
                  </a:lnTo>
                  <a:lnTo>
                    <a:pt x="10499" y="302"/>
                  </a:lnTo>
                  <a:lnTo>
                    <a:pt x="13608" y="2007"/>
                  </a:lnTo>
                  <a:lnTo>
                    <a:pt x="13895" y="2462"/>
                  </a:lnTo>
                  <a:lnTo>
                    <a:pt x="12040" y="2669"/>
                  </a:lnTo>
                  <a:lnTo>
                    <a:pt x="11619" y="3192"/>
                  </a:lnTo>
                  <a:lnTo>
                    <a:pt x="11172" y="3557"/>
                  </a:lnTo>
                  <a:lnTo>
                    <a:pt x="10647" y="3675"/>
                  </a:lnTo>
                  <a:lnTo>
                    <a:pt x="9750" y="4409"/>
                  </a:lnTo>
                  <a:lnTo>
                    <a:pt x="8538" y="5111"/>
                  </a:lnTo>
                  <a:lnTo>
                    <a:pt x="8285" y="5533"/>
                  </a:lnTo>
                  <a:lnTo>
                    <a:pt x="6092" y="5455"/>
                  </a:lnTo>
                  <a:lnTo>
                    <a:pt x="4893" y="5722"/>
                  </a:lnTo>
                  <a:lnTo>
                    <a:pt x="3924" y="6508"/>
                  </a:lnTo>
                  <a:lnTo>
                    <a:pt x="3527" y="8028"/>
                  </a:lnTo>
                  <a:lnTo>
                    <a:pt x="2818" y="9213"/>
                  </a:lnTo>
                  <a:lnTo>
                    <a:pt x="2098" y="9642"/>
                  </a:lnTo>
                  <a:lnTo>
                    <a:pt x="1347" y="9708"/>
                  </a:lnTo>
                  <a:lnTo>
                    <a:pt x="1168" y="9262"/>
                  </a:lnTo>
                  <a:lnTo>
                    <a:pt x="1239" y="8818"/>
                  </a:lnTo>
                  <a:lnTo>
                    <a:pt x="2823" y="7142"/>
                  </a:lnTo>
                  <a:lnTo>
                    <a:pt x="3152" y="6597"/>
                  </a:lnTo>
                  <a:lnTo>
                    <a:pt x="2364" y="6356"/>
                  </a:lnTo>
                  <a:lnTo>
                    <a:pt x="1703" y="5774"/>
                  </a:lnTo>
                  <a:lnTo>
                    <a:pt x="261" y="5091"/>
                  </a:lnTo>
                  <a:lnTo>
                    <a:pt x="0" y="4543"/>
                  </a:lnTo>
                  <a:lnTo>
                    <a:pt x="345" y="4502"/>
                  </a:lnTo>
                  <a:lnTo>
                    <a:pt x="661" y="4345"/>
                  </a:lnTo>
                  <a:lnTo>
                    <a:pt x="1045" y="3885"/>
                  </a:lnTo>
                  <a:lnTo>
                    <a:pt x="1226" y="3357"/>
                  </a:lnTo>
                  <a:lnTo>
                    <a:pt x="73" y="1816"/>
                  </a:lnTo>
                  <a:lnTo>
                    <a:pt x="661" y="1577"/>
                  </a:lnTo>
                  <a:lnTo>
                    <a:pt x="1394" y="1633"/>
                  </a:lnTo>
                  <a:lnTo>
                    <a:pt x="2146" y="2081"/>
                  </a:lnTo>
                  <a:lnTo>
                    <a:pt x="2971" y="1556"/>
                  </a:lnTo>
                  <a:lnTo>
                    <a:pt x="3321" y="1478"/>
                  </a:lnTo>
                  <a:lnTo>
                    <a:pt x="3898" y="1665"/>
                  </a:lnTo>
                  <a:lnTo>
                    <a:pt x="4480" y="649"/>
                  </a:lnTo>
                  <a:lnTo>
                    <a:pt x="5864" y="313"/>
                  </a:lnTo>
                  <a:lnTo>
                    <a:pt x="6551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4240766" y="1600117"/>
              <a:ext cx="2771" cy="1926"/>
            </a:xfrm>
            <a:custGeom>
              <a:avLst/>
              <a:pathLst>
                <a:path w="2771" h="1926">
                  <a:moveTo>
                    <a:pt x="2649" y="1782"/>
                  </a:moveTo>
                  <a:lnTo>
                    <a:pt x="1862" y="1926"/>
                  </a:lnTo>
                  <a:lnTo>
                    <a:pt x="0" y="935"/>
                  </a:lnTo>
                  <a:lnTo>
                    <a:pt x="431" y="263"/>
                  </a:lnTo>
                  <a:lnTo>
                    <a:pt x="964" y="0"/>
                  </a:lnTo>
                  <a:lnTo>
                    <a:pt x="2548" y="412"/>
                  </a:lnTo>
                  <a:lnTo>
                    <a:pt x="2771" y="143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4231237" y="1594413"/>
              <a:ext cx="9010" cy="5538"/>
            </a:xfrm>
            <a:custGeom>
              <a:avLst/>
              <a:pathLst>
                <a:path w="9010" h="5538">
                  <a:moveTo>
                    <a:pt x="8207" y="3629"/>
                  </a:moveTo>
                  <a:lnTo>
                    <a:pt x="7430" y="4319"/>
                  </a:lnTo>
                  <a:lnTo>
                    <a:pt x="6969" y="4043"/>
                  </a:lnTo>
                  <a:lnTo>
                    <a:pt x="6726" y="3712"/>
                  </a:lnTo>
                  <a:lnTo>
                    <a:pt x="5725" y="5271"/>
                  </a:lnTo>
                  <a:lnTo>
                    <a:pt x="4597" y="5538"/>
                  </a:lnTo>
                  <a:lnTo>
                    <a:pt x="3939" y="5231"/>
                  </a:lnTo>
                  <a:lnTo>
                    <a:pt x="3998" y="4648"/>
                  </a:lnTo>
                  <a:lnTo>
                    <a:pt x="3356" y="3120"/>
                  </a:lnTo>
                  <a:lnTo>
                    <a:pt x="2376" y="2673"/>
                  </a:lnTo>
                  <a:lnTo>
                    <a:pt x="999" y="2630"/>
                  </a:lnTo>
                  <a:lnTo>
                    <a:pt x="0" y="2001"/>
                  </a:lnTo>
                  <a:lnTo>
                    <a:pt x="3844" y="1573"/>
                  </a:lnTo>
                  <a:lnTo>
                    <a:pt x="4241" y="845"/>
                  </a:lnTo>
                  <a:lnTo>
                    <a:pt x="5023" y="82"/>
                  </a:lnTo>
                  <a:lnTo>
                    <a:pt x="5611" y="0"/>
                  </a:lnTo>
                  <a:lnTo>
                    <a:pt x="6111" y="176"/>
                  </a:lnTo>
                  <a:lnTo>
                    <a:pt x="6205" y="768"/>
                  </a:lnTo>
                  <a:lnTo>
                    <a:pt x="6331" y="1004"/>
                  </a:lnTo>
                  <a:lnTo>
                    <a:pt x="8075" y="1337"/>
                  </a:lnTo>
                  <a:lnTo>
                    <a:pt x="8754" y="2333"/>
                  </a:lnTo>
                  <a:lnTo>
                    <a:pt x="9010" y="353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4244253" y="1586715"/>
              <a:ext cx="44645" cy="29479"/>
            </a:xfrm>
            <a:custGeom>
              <a:avLst/>
              <a:pathLst>
                <a:path w="44645" h="29479">
                  <a:moveTo>
                    <a:pt x="43334" y="2158"/>
                  </a:moveTo>
                  <a:lnTo>
                    <a:pt x="43839" y="2591"/>
                  </a:lnTo>
                  <a:lnTo>
                    <a:pt x="44475" y="3290"/>
                  </a:lnTo>
                  <a:lnTo>
                    <a:pt x="44645" y="3690"/>
                  </a:lnTo>
                  <a:lnTo>
                    <a:pt x="44430" y="3925"/>
                  </a:lnTo>
                  <a:lnTo>
                    <a:pt x="43796" y="4125"/>
                  </a:lnTo>
                  <a:lnTo>
                    <a:pt x="43652" y="4340"/>
                  </a:lnTo>
                  <a:lnTo>
                    <a:pt x="43371" y="4704"/>
                  </a:lnTo>
                  <a:lnTo>
                    <a:pt x="42631" y="4770"/>
                  </a:lnTo>
                  <a:lnTo>
                    <a:pt x="42248" y="5040"/>
                  </a:lnTo>
                  <a:lnTo>
                    <a:pt x="41792" y="6225"/>
                  </a:lnTo>
                  <a:lnTo>
                    <a:pt x="40923" y="8187"/>
                  </a:lnTo>
                  <a:lnTo>
                    <a:pt x="39638" y="9680"/>
                  </a:lnTo>
                  <a:lnTo>
                    <a:pt x="38610" y="10499"/>
                  </a:lnTo>
                  <a:lnTo>
                    <a:pt x="38149" y="11126"/>
                  </a:lnTo>
                  <a:lnTo>
                    <a:pt x="37863" y="11880"/>
                  </a:lnTo>
                  <a:lnTo>
                    <a:pt x="37796" y="12636"/>
                  </a:lnTo>
                  <a:lnTo>
                    <a:pt x="38782" y="16789"/>
                  </a:lnTo>
                  <a:lnTo>
                    <a:pt x="38770" y="17539"/>
                  </a:lnTo>
                  <a:lnTo>
                    <a:pt x="38538" y="18309"/>
                  </a:lnTo>
                  <a:lnTo>
                    <a:pt x="38370" y="19093"/>
                  </a:lnTo>
                  <a:lnTo>
                    <a:pt x="38509" y="19773"/>
                  </a:lnTo>
                  <a:lnTo>
                    <a:pt x="39158" y="20934"/>
                  </a:lnTo>
                  <a:lnTo>
                    <a:pt x="39849" y="22666"/>
                  </a:lnTo>
                  <a:lnTo>
                    <a:pt x="40127" y="23772"/>
                  </a:lnTo>
                  <a:lnTo>
                    <a:pt x="40586" y="24179"/>
                  </a:lnTo>
                  <a:lnTo>
                    <a:pt x="41028" y="24476"/>
                  </a:lnTo>
                  <a:lnTo>
                    <a:pt x="41121" y="24664"/>
                  </a:lnTo>
                  <a:lnTo>
                    <a:pt x="41106" y="24858"/>
                  </a:lnTo>
                  <a:lnTo>
                    <a:pt x="40878" y="25078"/>
                  </a:lnTo>
                  <a:lnTo>
                    <a:pt x="38884" y="25658"/>
                  </a:lnTo>
                  <a:lnTo>
                    <a:pt x="38625" y="26149"/>
                  </a:lnTo>
                  <a:lnTo>
                    <a:pt x="38410" y="26697"/>
                  </a:lnTo>
                  <a:lnTo>
                    <a:pt x="37540" y="27508"/>
                  </a:lnTo>
                  <a:lnTo>
                    <a:pt x="37273" y="28264"/>
                  </a:lnTo>
                  <a:lnTo>
                    <a:pt x="37107" y="29133"/>
                  </a:lnTo>
                  <a:lnTo>
                    <a:pt x="37085" y="29442"/>
                  </a:lnTo>
                  <a:lnTo>
                    <a:pt x="36845" y="29479"/>
                  </a:lnTo>
                  <a:lnTo>
                    <a:pt x="35526" y="29299"/>
                  </a:lnTo>
                  <a:lnTo>
                    <a:pt x="34071" y="28736"/>
                  </a:lnTo>
                  <a:lnTo>
                    <a:pt x="33434" y="28312"/>
                  </a:lnTo>
                  <a:lnTo>
                    <a:pt x="32807" y="28317"/>
                  </a:lnTo>
                  <a:lnTo>
                    <a:pt x="32050" y="28597"/>
                  </a:lnTo>
                  <a:lnTo>
                    <a:pt x="29334" y="29402"/>
                  </a:lnTo>
                  <a:lnTo>
                    <a:pt x="28666" y="29214"/>
                  </a:lnTo>
                  <a:lnTo>
                    <a:pt x="27114" y="28424"/>
                  </a:lnTo>
                  <a:lnTo>
                    <a:pt x="26329" y="27564"/>
                  </a:lnTo>
                  <a:lnTo>
                    <a:pt x="24582" y="25851"/>
                  </a:lnTo>
                  <a:lnTo>
                    <a:pt x="24439" y="25444"/>
                  </a:lnTo>
                  <a:lnTo>
                    <a:pt x="24210" y="25117"/>
                  </a:lnTo>
                  <a:lnTo>
                    <a:pt x="22343" y="24694"/>
                  </a:lnTo>
                  <a:lnTo>
                    <a:pt x="21654" y="24062"/>
                  </a:lnTo>
                  <a:lnTo>
                    <a:pt x="21079" y="23974"/>
                  </a:lnTo>
                  <a:lnTo>
                    <a:pt x="20239" y="23658"/>
                  </a:lnTo>
                  <a:lnTo>
                    <a:pt x="18051" y="22310"/>
                  </a:lnTo>
                  <a:lnTo>
                    <a:pt x="17508" y="22184"/>
                  </a:lnTo>
                  <a:lnTo>
                    <a:pt x="17375" y="22411"/>
                  </a:lnTo>
                  <a:lnTo>
                    <a:pt x="17413" y="22729"/>
                  </a:lnTo>
                  <a:lnTo>
                    <a:pt x="17277" y="22914"/>
                  </a:lnTo>
                  <a:lnTo>
                    <a:pt x="16998" y="22908"/>
                  </a:lnTo>
                  <a:lnTo>
                    <a:pt x="16491" y="22412"/>
                  </a:lnTo>
                  <a:lnTo>
                    <a:pt x="15884" y="21976"/>
                  </a:lnTo>
                  <a:lnTo>
                    <a:pt x="13995" y="22796"/>
                  </a:lnTo>
                  <a:lnTo>
                    <a:pt x="13311" y="23018"/>
                  </a:lnTo>
                  <a:lnTo>
                    <a:pt x="12712" y="23066"/>
                  </a:lnTo>
                  <a:lnTo>
                    <a:pt x="9714" y="24145"/>
                  </a:lnTo>
                  <a:lnTo>
                    <a:pt x="8802" y="24727"/>
                  </a:lnTo>
                  <a:lnTo>
                    <a:pt x="8425" y="24665"/>
                  </a:lnTo>
                  <a:lnTo>
                    <a:pt x="8514" y="24119"/>
                  </a:lnTo>
                  <a:lnTo>
                    <a:pt x="9761" y="21382"/>
                  </a:lnTo>
                  <a:lnTo>
                    <a:pt x="9985" y="19211"/>
                  </a:lnTo>
                  <a:lnTo>
                    <a:pt x="10441" y="18913"/>
                  </a:lnTo>
                  <a:lnTo>
                    <a:pt x="10574" y="18612"/>
                  </a:lnTo>
                  <a:lnTo>
                    <a:pt x="10379" y="17919"/>
                  </a:lnTo>
                  <a:lnTo>
                    <a:pt x="9083" y="17475"/>
                  </a:lnTo>
                  <a:lnTo>
                    <a:pt x="8560" y="17541"/>
                  </a:lnTo>
                  <a:lnTo>
                    <a:pt x="8090" y="18285"/>
                  </a:lnTo>
                  <a:lnTo>
                    <a:pt x="7602" y="18822"/>
                  </a:lnTo>
                  <a:lnTo>
                    <a:pt x="6459" y="19149"/>
                  </a:lnTo>
                  <a:lnTo>
                    <a:pt x="5476" y="18583"/>
                  </a:lnTo>
                  <a:lnTo>
                    <a:pt x="3174" y="17827"/>
                  </a:lnTo>
                  <a:lnTo>
                    <a:pt x="2592" y="16821"/>
                  </a:lnTo>
                  <a:lnTo>
                    <a:pt x="2454" y="15808"/>
                  </a:lnTo>
                  <a:lnTo>
                    <a:pt x="1237" y="14829"/>
                  </a:lnTo>
                  <a:lnTo>
                    <a:pt x="730" y="13675"/>
                  </a:lnTo>
                  <a:lnTo>
                    <a:pt x="933" y="12870"/>
                  </a:lnTo>
                  <a:lnTo>
                    <a:pt x="2038" y="12341"/>
                  </a:lnTo>
                  <a:lnTo>
                    <a:pt x="2353" y="11881"/>
                  </a:lnTo>
                  <a:lnTo>
                    <a:pt x="960" y="11954"/>
                  </a:lnTo>
                  <a:lnTo>
                    <a:pt x="677" y="11844"/>
                  </a:lnTo>
                  <a:lnTo>
                    <a:pt x="616" y="11429"/>
                  </a:lnTo>
                  <a:lnTo>
                    <a:pt x="0" y="10019"/>
                  </a:lnTo>
                  <a:lnTo>
                    <a:pt x="545" y="9463"/>
                  </a:lnTo>
                  <a:lnTo>
                    <a:pt x="785" y="8923"/>
                  </a:lnTo>
                  <a:lnTo>
                    <a:pt x="338" y="8464"/>
                  </a:lnTo>
                  <a:lnTo>
                    <a:pt x="455" y="7941"/>
                  </a:lnTo>
                  <a:lnTo>
                    <a:pt x="803" y="7412"/>
                  </a:lnTo>
                  <a:lnTo>
                    <a:pt x="590" y="6183"/>
                  </a:lnTo>
                  <a:lnTo>
                    <a:pt x="1972" y="5532"/>
                  </a:lnTo>
                  <a:lnTo>
                    <a:pt x="3315" y="5075"/>
                  </a:lnTo>
                  <a:lnTo>
                    <a:pt x="6162" y="4841"/>
                  </a:lnTo>
                  <a:lnTo>
                    <a:pt x="5880" y="3719"/>
                  </a:lnTo>
                  <a:lnTo>
                    <a:pt x="7032" y="3669"/>
                  </a:lnTo>
                  <a:lnTo>
                    <a:pt x="8972" y="2320"/>
                  </a:lnTo>
                  <a:lnTo>
                    <a:pt x="10894" y="2557"/>
                  </a:lnTo>
                  <a:lnTo>
                    <a:pt x="13675" y="1631"/>
                  </a:lnTo>
                  <a:lnTo>
                    <a:pt x="19032" y="1643"/>
                  </a:lnTo>
                  <a:lnTo>
                    <a:pt x="19762" y="1109"/>
                  </a:lnTo>
                  <a:lnTo>
                    <a:pt x="19634" y="572"/>
                  </a:lnTo>
                  <a:lnTo>
                    <a:pt x="19652" y="0"/>
                  </a:lnTo>
                  <a:lnTo>
                    <a:pt x="20659" y="160"/>
                  </a:lnTo>
                  <a:lnTo>
                    <a:pt x="22343" y="60"/>
                  </a:lnTo>
                  <a:lnTo>
                    <a:pt x="28654" y="1186"/>
                  </a:lnTo>
                  <a:lnTo>
                    <a:pt x="30208" y="1186"/>
                  </a:lnTo>
                  <a:lnTo>
                    <a:pt x="32356" y="2332"/>
                  </a:lnTo>
                  <a:lnTo>
                    <a:pt x="33516" y="2627"/>
                  </a:lnTo>
                  <a:lnTo>
                    <a:pt x="36933" y="2629"/>
                  </a:lnTo>
                  <a:lnTo>
                    <a:pt x="42200" y="3135"/>
                  </a:lnTo>
                  <a:lnTo>
                    <a:pt x="43234" y="235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4334764" y="2211395"/>
              <a:ext cx="141716" cy="158952"/>
            </a:xfrm>
            <a:custGeom>
              <a:avLst/>
              <a:pathLst>
                <a:path w="141716" h="158952">
                  <a:moveTo>
                    <a:pt x="88738" y="33278"/>
                  </a:moveTo>
                  <a:lnTo>
                    <a:pt x="87809" y="35260"/>
                  </a:lnTo>
                  <a:lnTo>
                    <a:pt x="86568" y="37912"/>
                  </a:lnTo>
                  <a:lnTo>
                    <a:pt x="85118" y="41005"/>
                  </a:lnTo>
                  <a:lnTo>
                    <a:pt x="84680" y="41766"/>
                  </a:lnTo>
                  <a:lnTo>
                    <a:pt x="83413" y="43636"/>
                  </a:lnTo>
                  <a:lnTo>
                    <a:pt x="83195" y="44162"/>
                  </a:lnTo>
                  <a:lnTo>
                    <a:pt x="82948" y="45514"/>
                  </a:lnTo>
                  <a:lnTo>
                    <a:pt x="82930" y="47972"/>
                  </a:lnTo>
                  <a:lnTo>
                    <a:pt x="83095" y="51112"/>
                  </a:lnTo>
                  <a:lnTo>
                    <a:pt x="83248" y="54003"/>
                  </a:lnTo>
                  <a:lnTo>
                    <a:pt x="83948" y="54347"/>
                  </a:lnTo>
                  <a:lnTo>
                    <a:pt x="84754" y="54554"/>
                  </a:lnTo>
                  <a:lnTo>
                    <a:pt x="85650" y="54172"/>
                  </a:lnTo>
                  <a:lnTo>
                    <a:pt x="86729" y="53848"/>
                  </a:lnTo>
                  <a:lnTo>
                    <a:pt x="88072" y="53658"/>
                  </a:lnTo>
                  <a:lnTo>
                    <a:pt x="89557" y="53074"/>
                  </a:lnTo>
                  <a:lnTo>
                    <a:pt x="90433" y="52604"/>
                  </a:lnTo>
                  <a:lnTo>
                    <a:pt x="91354" y="52638"/>
                  </a:lnTo>
                  <a:lnTo>
                    <a:pt x="92169" y="53140"/>
                  </a:lnTo>
                  <a:lnTo>
                    <a:pt x="92565" y="53601"/>
                  </a:lnTo>
                  <a:lnTo>
                    <a:pt x="93143" y="53759"/>
                  </a:lnTo>
                  <a:lnTo>
                    <a:pt x="93887" y="53740"/>
                  </a:lnTo>
                  <a:lnTo>
                    <a:pt x="93730" y="54285"/>
                  </a:lnTo>
                  <a:lnTo>
                    <a:pt x="93321" y="55081"/>
                  </a:lnTo>
                  <a:lnTo>
                    <a:pt x="92818" y="55879"/>
                  </a:lnTo>
                  <a:lnTo>
                    <a:pt x="92376" y="56703"/>
                  </a:lnTo>
                  <a:lnTo>
                    <a:pt x="91397" y="59012"/>
                  </a:lnTo>
                  <a:lnTo>
                    <a:pt x="91367" y="59310"/>
                  </a:lnTo>
                  <a:lnTo>
                    <a:pt x="91488" y="59762"/>
                  </a:lnTo>
                  <a:lnTo>
                    <a:pt x="92018" y="60820"/>
                  </a:lnTo>
                  <a:lnTo>
                    <a:pt x="92571" y="62523"/>
                  </a:lnTo>
                  <a:lnTo>
                    <a:pt x="92881" y="64089"/>
                  </a:lnTo>
                  <a:lnTo>
                    <a:pt x="93119" y="64846"/>
                  </a:lnTo>
                  <a:lnTo>
                    <a:pt x="93790" y="65715"/>
                  </a:lnTo>
                  <a:lnTo>
                    <a:pt x="94757" y="67503"/>
                  </a:lnTo>
                  <a:lnTo>
                    <a:pt x="95270" y="68708"/>
                  </a:lnTo>
                  <a:lnTo>
                    <a:pt x="96336" y="69353"/>
                  </a:lnTo>
                  <a:lnTo>
                    <a:pt x="96684" y="70884"/>
                  </a:lnTo>
                  <a:lnTo>
                    <a:pt x="97486" y="73131"/>
                  </a:lnTo>
                  <a:lnTo>
                    <a:pt x="98348" y="74928"/>
                  </a:lnTo>
                  <a:lnTo>
                    <a:pt x="99183" y="76333"/>
                  </a:lnTo>
                  <a:lnTo>
                    <a:pt x="100115" y="76874"/>
                  </a:lnTo>
                  <a:lnTo>
                    <a:pt x="100488" y="76921"/>
                  </a:lnTo>
                  <a:lnTo>
                    <a:pt x="102440" y="79524"/>
                  </a:lnTo>
                  <a:lnTo>
                    <a:pt x="103925" y="81503"/>
                  </a:lnTo>
                  <a:lnTo>
                    <a:pt x="104295" y="81821"/>
                  </a:lnTo>
                  <a:lnTo>
                    <a:pt x="106976" y="83118"/>
                  </a:lnTo>
                  <a:lnTo>
                    <a:pt x="110058" y="84610"/>
                  </a:lnTo>
                  <a:lnTo>
                    <a:pt x="112532" y="85808"/>
                  </a:lnTo>
                  <a:lnTo>
                    <a:pt x="115686" y="87334"/>
                  </a:lnTo>
                  <a:lnTo>
                    <a:pt x="118795" y="88838"/>
                  </a:lnTo>
                  <a:lnTo>
                    <a:pt x="121707" y="90276"/>
                  </a:lnTo>
                  <a:lnTo>
                    <a:pt x="125800" y="92297"/>
                  </a:lnTo>
                  <a:lnTo>
                    <a:pt x="129100" y="93926"/>
                  </a:lnTo>
                  <a:lnTo>
                    <a:pt x="131700" y="95210"/>
                  </a:lnTo>
                  <a:lnTo>
                    <a:pt x="132255" y="95615"/>
                  </a:lnTo>
                  <a:lnTo>
                    <a:pt x="135353" y="95615"/>
                  </a:lnTo>
                  <a:lnTo>
                    <a:pt x="138494" y="95615"/>
                  </a:lnTo>
                  <a:lnTo>
                    <a:pt x="141716" y="95615"/>
                  </a:lnTo>
                  <a:lnTo>
                    <a:pt x="139383" y="98931"/>
                  </a:lnTo>
                  <a:lnTo>
                    <a:pt x="136745" y="102681"/>
                  </a:lnTo>
                  <a:lnTo>
                    <a:pt x="133972" y="106623"/>
                  </a:lnTo>
                  <a:lnTo>
                    <a:pt x="132188" y="109159"/>
                  </a:lnTo>
                  <a:lnTo>
                    <a:pt x="129356" y="113187"/>
                  </a:lnTo>
                  <a:lnTo>
                    <a:pt x="127002" y="116534"/>
                  </a:lnTo>
                  <a:lnTo>
                    <a:pt x="124578" y="120197"/>
                  </a:lnTo>
                  <a:lnTo>
                    <a:pt x="122385" y="123509"/>
                  </a:lnTo>
                  <a:lnTo>
                    <a:pt x="119534" y="128097"/>
                  </a:lnTo>
                  <a:lnTo>
                    <a:pt x="117688" y="131066"/>
                  </a:lnTo>
                  <a:lnTo>
                    <a:pt x="114796" y="135721"/>
                  </a:lnTo>
                  <a:lnTo>
                    <a:pt x="112977" y="138645"/>
                  </a:lnTo>
                  <a:lnTo>
                    <a:pt x="112703" y="138814"/>
                  </a:lnTo>
                  <a:lnTo>
                    <a:pt x="110102" y="138593"/>
                  </a:lnTo>
                  <a:lnTo>
                    <a:pt x="107575" y="138378"/>
                  </a:lnTo>
                  <a:lnTo>
                    <a:pt x="104345" y="138102"/>
                  </a:lnTo>
                  <a:lnTo>
                    <a:pt x="103973" y="138108"/>
                  </a:lnTo>
                  <a:lnTo>
                    <a:pt x="103033" y="138384"/>
                  </a:lnTo>
                  <a:lnTo>
                    <a:pt x="102463" y="138654"/>
                  </a:lnTo>
                  <a:lnTo>
                    <a:pt x="100138" y="139441"/>
                  </a:lnTo>
                  <a:lnTo>
                    <a:pt x="99710" y="139645"/>
                  </a:lnTo>
                  <a:lnTo>
                    <a:pt x="97777" y="140900"/>
                  </a:lnTo>
                  <a:lnTo>
                    <a:pt x="95807" y="142377"/>
                  </a:lnTo>
                  <a:lnTo>
                    <a:pt x="94769" y="143509"/>
                  </a:lnTo>
                  <a:lnTo>
                    <a:pt x="93965" y="145155"/>
                  </a:lnTo>
                  <a:lnTo>
                    <a:pt x="93622" y="146330"/>
                  </a:lnTo>
                  <a:lnTo>
                    <a:pt x="93261" y="146844"/>
                  </a:lnTo>
                  <a:lnTo>
                    <a:pt x="92646" y="147293"/>
                  </a:lnTo>
                  <a:lnTo>
                    <a:pt x="88517" y="148405"/>
                  </a:lnTo>
                  <a:lnTo>
                    <a:pt x="87318" y="148553"/>
                  </a:lnTo>
                  <a:lnTo>
                    <a:pt x="85385" y="149442"/>
                  </a:lnTo>
                  <a:lnTo>
                    <a:pt x="84356" y="150929"/>
                  </a:lnTo>
                  <a:lnTo>
                    <a:pt x="84059" y="151677"/>
                  </a:lnTo>
                  <a:lnTo>
                    <a:pt x="82675" y="151658"/>
                  </a:lnTo>
                  <a:lnTo>
                    <a:pt x="80256" y="151878"/>
                  </a:lnTo>
                  <a:lnTo>
                    <a:pt x="79220" y="152117"/>
                  </a:lnTo>
                  <a:lnTo>
                    <a:pt x="78714" y="152160"/>
                  </a:lnTo>
                  <a:lnTo>
                    <a:pt x="77786" y="152153"/>
                  </a:lnTo>
                  <a:lnTo>
                    <a:pt x="77025" y="151882"/>
                  </a:lnTo>
                  <a:lnTo>
                    <a:pt x="76521" y="151478"/>
                  </a:lnTo>
                  <a:lnTo>
                    <a:pt x="75893" y="150564"/>
                  </a:lnTo>
                  <a:lnTo>
                    <a:pt x="74491" y="148711"/>
                  </a:lnTo>
                  <a:lnTo>
                    <a:pt x="73475" y="147558"/>
                  </a:lnTo>
                  <a:lnTo>
                    <a:pt x="71237" y="148888"/>
                  </a:lnTo>
                  <a:lnTo>
                    <a:pt x="69225" y="150212"/>
                  </a:lnTo>
                  <a:lnTo>
                    <a:pt x="66369" y="152092"/>
                  </a:lnTo>
                  <a:lnTo>
                    <a:pt x="64742" y="153438"/>
                  </a:lnTo>
                  <a:lnTo>
                    <a:pt x="64252" y="154794"/>
                  </a:lnTo>
                  <a:lnTo>
                    <a:pt x="62995" y="157254"/>
                  </a:lnTo>
                  <a:lnTo>
                    <a:pt x="61873" y="158770"/>
                  </a:lnTo>
                  <a:lnTo>
                    <a:pt x="61452" y="158952"/>
                  </a:lnTo>
                  <a:lnTo>
                    <a:pt x="58908" y="158636"/>
                  </a:lnTo>
                  <a:lnTo>
                    <a:pt x="57989" y="158328"/>
                  </a:lnTo>
                  <a:lnTo>
                    <a:pt x="56470" y="158053"/>
                  </a:lnTo>
                  <a:lnTo>
                    <a:pt x="54435" y="157517"/>
                  </a:lnTo>
                  <a:lnTo>
                    <a:pt x="53066" y="156944"/>
                  </a:lnTo>
                  <a:lnTo>
                    <a:pt x="51586" y="156878"/>
                  </a:lnTo>
                  <a:lnTo>
                    <a:pt x="49445" y="156680"/>
                  </a:lnTo>
                  <a:lnTo>
                    <a:pt x="48129" y="156264"/>
                  </a:lnTo>
                  <a:lnTo>
                    <a:pt x="46793" y="154899"/>
                  </a:lnTo>
                  <a:lnTo>
                    <a:pt x="45070" y="153254"/>
                  </a:lnTo>
                  <a:lnTo>
                    <a:pt x="43297" y="151562"/>
                  </a:lnTo>
                  <a:lnTo>
                    <a:pt x="41472" y="149820"/>
                  </a:lnTo>
                  <a:lnTo>
                    <a:pt x="39315" y="147816"/>
                  </a:lnTo>
                  <a:lnTo>
                    <a:pt x="36959" y="145627"/>
                  </a:lnTo>
                  <a:lnTo>
                    <a:pt x="36417" y="145405"/>
                  </a:lnTo>
                  <a:lnTo>
                    <a:pt x="36184" y="145367"/>
                  </a:lnTo>
                  <a:lnTo>
                    <a:pt x="33624" y="145267"/>
                  </a:lnTo>
                  <a:lnTo>
                    <a:pt x="30964" y="145163"/>
                  </a:lnTo>
                  <a:lnTo>
                    <a:pt x="29167" y="145094"/>
                  </a:lnTo>
                  <a:lnTo>
                    <a:pt x="28600" y="144837"/>
                  </a:lnTo>
                  <a:lnTo>
                    <a:pt x="28191" y="144339"/>
                  </a:lnTo>
                  <a:lnTo>
                    <a:pt x="27634" y="142721"/>
                  </a:lnTo>
                  <a:lnTo>
                    <a:pt x="26931" y="141566"/>
                  </a:lnTo>
                  <a:lnTo>
                    <a:pt x="26151" y="140096"/>
                  </a:lnTo>
                  <a:lnTo>
                    <a:pt x="26085" y="138109"/>
                  </a:lnTo>
                  <a:lnTo>
                    <a:pt x="26304" y="135946"/>
                  </a:lnTo>
                  <a:lnTo>
                    <a:pt x="26503" y="135229"/>
                  </a:lnTo>
                  <a:lnTo>
                    <a:pt x="26391" y="134515"/>
                  </a:lnTo>
                  <a:lnTo>
                    <a:pt x="26419" y="133533"/>
                  </a:lnTo>
                  <a:lnTo>
                    <a:pt x="25980" y="132620"/>
                  </a:lnTo>
                  <a:lnTo>
                    <a:pt x="23365" y="131573"/>
                  </a:lnTo>
                  <a:lnTo>
                    <a:pt x="22943" y="131654"/>
                  </a:lnTo>
                  <a:lnTo>
                    <a:pt x="22507" y="132046"/>
                  </a:lnTo>
                  <a:lnTo>
                    <a:pt x="22009" y="132329"/>
                  </a:lnTo>
                  <a:lnTo>
                    <a:pt x="21652" y="132061"/>
                  </a:lnTo>
                  <a:lnTo>
                    <a:pt x="21435" y="131671"/>
                  </a:lnTo>
                  <a:lnTo>
                    <a:pt x="21428" y="131031"/>
                  </a:lnTo>
                  <a:lnTo>
                    <a:pt x="21470" y="130552"/>
                  </a:lnTo>
                  <a:lnTo>
                    <a:pt x="21320" y="130290"/>
                  </a:lnTo>
                  <a:lnTo>
                    <a:pt x="20487" y="129312"/>
                  </a:lnTo>
                  <a:lnTo>
                    <a:pt x="19706" y="128029"/>
                  </a:lnTo>
                  <a:lnTo>
                    <a:pt x="19233" y="126610"/>
                  </a:lnTo>
                  <a:lnTo>
                    <a:pt x="18776" y="125447"/>
                  </a:lnTo>
                  <a:lnTo>
                    <a:pt x="18543" y="122842"/>
                  </a:lnTo>
                  <a:lnTo>
                    <a:pt x="17965" y="121241"/>
                  </a:lnTo>
                  <a:lnTo>
                    <a:pt x="17399" y="119284"/>
                  </a:lnTo>
                  <a:lnTo>
                    <a:pt x="16559" y="115550"/>
                  </a:lnTo>
                  <a:lnTo>
                    <a:pt x="16194" y="114260"/>
                  </a:lnTo>
                  <a:lnTo>
                    <a:pt x="15514" y="113398"/>
                  </a:lnTo>
                  <a:lnTo>
                    <a:pt x="14795" y="112593"/>
                  </a:lnTo>
                  <a:lnTo>
                    <a:pt x="14053" y="110940"/>
                  </a:lnTo>
                  <a:lnTo>
                    <a:pt x="12113" y="109483"/>
                  </a:lnTo>
                  <a:lnTo>
                    <a:pt x="11366" y="108343"/>
                  </a:lnTo>
                  <a:lnTo>
                    <a:pt x="10078" y="106374"/>
                  </a:lnTo>
                  <a:lnTo>
                    <a:pt x="9756" y="105380"/>
                  </a:lnTo>
                  <a:lnTo>
                    <a:pt x="9664" y="104390"/>
                  </a:lnTo>
                  <a:lnTo>
                    <a:pt x="9262" y="103461"/>
                  </a:lnTo>
                  <a:lnTo>
                    <a:pt x="8548" y="102416"/>
                  </a:lnTo>
                  <a:lnTo>
                    <a:pt x="6312" y="100163"/>
                  </a:lnTo>
                  <a:lnTo>
                    <a:pt x="5695" y="99892"/>
                  </a:lnTo>
                  <a:lnTo>
                    <a:pt x="4894" y="99651"/>
                  </a:lnTo>
                  <a:lnTo>
                    <a:pt x="3721" y="99428"/>
                  </a:lnTo>
                  <a:lnTo>
                    <a:pt x="2148" y="98913"/>
                  </a:lnTo>
                  <a:lnTo>
                    <a:pt x="774" y="98033"/>
                  </a:lnTo>
                  <a:lnTo>
                    <a:pt x="148" y="97408"/>
                  </a:lnTo>
                  <a:lnTo>
                    <a:pt x="0" y="96976"/>
                  </a:lnTo>
                  <a:lnTo>
                    <a:pt x="129" y="96251"/>
                  </a:lnTo>
                  <a:lnTo>
                    <a:pt x="627" y="95010"/>
                  </a:lnTo>
                  <a:lnTo>
                    <a:pt x="1573" y="92073"/>
                  </a:lnTo>
                  <a:lnTo>
                    <a:pt x="2226" y="90046"/>
                  </a:lnTo>
                  <a:lnTo>
                    <a:pt x="2669" y="89476"/>
                  </a:lnTo>
                  <a:lnTo>
                    <a:pt x="3883" y="89329"/>
                  </a:lnTo>
                  <a:lnTo>
                    <a:pt x="5169" y="89390"/>
                  </a:lnTo>
                  <a:lnTo>
                    <a:pt x="6110" y="89541"/>
                  </a:lnTo>
                  <a:lnTo>
                    <a:pt x="7437" y="89562"/>
                  </a:lnTo>
                  <a:lnTo>
                    <a:pt x="9029" y="89389"/>
                  </a:lnTo>
                  <a:lnTo>
                    <a:pt x="9657" y="88711"/>
                  </a:lnTo>
                  <a:lnTo>
                    <a:pt x="10159" y="87969"/>
                  </a:lnTo>
                  <a:lnTo>
                    <a:pt x="10365" y="87454"/>
                  </a:lnTo>
                  <a:lnTo>
                    <a:pt x="10433" y="86141"/>
                  </a:lnTo>
                  <a:lnTo>
                    <a:pt x="10431" y="85088"/>
                  </a:lnTo>
                  <a:lnTo>
                    <a:pt x="10332" y="81051"/>
                  </a:lnTo>
                  <a:lnTo>
                    <a:pt x="10271" y="78579"/>
                  </a:lnTo>
                  <a:lnTo>
                    <a:pt x="10200" y="75755"/>
                  </a:lnTo>
                  <a:lnTo>
                    <a:pt x="10210" y="75189"/>
                  </a:lnTo>
                  <a:lnTo>
                    <a:pt x="10221" y="74465"/>
                  </a:lnTo>
                  <a:lnTo>
                    <a:pt x="10609" y="71449"/>
                  </a:lnTo>
                  <a:lnTo>
                    <a:pt x="10976" y="69723"/>
                  </a:lnTo>
                  <a:lnTo>
                    <a:pt x="11223" y="68815"/>
                  </a:lnTo>
                  <a:lnTo>
                    <a:pt x="12228" y="65939"/>
                  </a:lnTo>
                  <a:lnTo>
                    <a:pt x="12415" y="65017"/>
                  </a:lnTo>
                  <a:lnTo>
                    <a:pt x="12449" y="64170"/>
                  </a:lnTo>
                  <a:lnTo>
                    <a:pt x="12079" y="60313"/>
                  </a:lnTo>
                  <a:lnTo>
                    <a:pt x="12725" y="58492"/>
                  </a:lnTo>
                  <a:lnTo>
                    <a:pt x="13552" y="56690"/>
                  </a:lnTo>
                  <a:lnTo>
                    <a:pt x="14277" y="55922"/>
                  </a:lnTo>
                  <a:lnTo>
                    <a:pt x="14881" y="55402"/>
                  </a:lnTo>
                  <a:lnTo>
                    <a:pt x="15164" y="55620"/>
                  </a:lnTo>
                  <a:lnTo>
                    <a:pt x="15857" y="56452"/>
                  </a:lnTo>
                  <a:lnTo>
                    <a:pt x="16767" y="57271"/>
                  </a:lnTo>
                  <a:lnTo>
                    <a:pt x="17192" y="57090"/>
                  </a:lnTo>
                  <a:lnTo>
                    <a:pt x="17818" y="56373"/>
                  </a:lnTo>
                  <a:lnTo>
                    <a:pt x="18283" y="55617"/>
                  </a:lnTo>
                  <a:lnTo>
                    <a:pt x="18221" y="54259"/>
                  </a:lnTo>
                  <a:lnTo>
                    <a:pt x="18639" y="51475"/>
                  </a:lnTo>
                  <a:lnTo>
                    <a:pt x="18560" y="49871"/>
                  </a:lnTo>
                  <a:lnTo>
                    <a:pt x="19006" y="47875"/>
                  </a:lnTo>
                  <a:lnTo>
                    <a:pt x="19496" y="45069"/>
                  </a:lnTo>
                  <a:lnTo>
                    <a:pt x="19714" y="43294"/>
                  </a:lnTo>
                  <a:lnTo>
                    <a:pt x="19994" y="42342"/>
                  </a:lnTo>
                  <a:lnTo>
                    <a:pt x="21320" y="40382"/>
                  </a:lnTo>
                  <a:lnTo>
                    <a:pt x="22458" y="37613"/>
                  </a:lnTo>
                  <a:lnTo>
                    <a:pt x="23185" y="35590"/>
                  </a:lnTo>
                  <a:lnTo>
                    <a:pt x="24571" y="32289"/>
                  </a:lnTo>
                  <a:lnTo>
                    <a:pt x="25272" y="31083"/>
                  </a:lnTo>
                  <a:lnTo>
                    <a:pt x="25843" y="30563"/>
                  </a:lnTo>
                  <a:lnTo>
                    <a:pt x="26695" y="30231"/>
                  </a:lnTo>
                  <a:lnTo>
                    <a:pt x="28275" y="29932"/>
                  </a:lnTo>
                  <a:lnTo>
                    <a:pt x="29409" y="29650"/>
                  </a:lnTo>
                  <a:lnTo>
                    <a:pt x="29577" y="29224"/>
                  </a:lnTo>
                  <a:lnTo>
                    <a:pt x="29673" y="28550"/>
                  </a:lnTo>
                  <a:lnTo>
                    <a:pt x="29689" y="27075"/>
                  </a:lnTo>
                  <a:lnTo>
                    <a:pt x="29907" y="24534"/>
                  </a:lnTo>
                  <a:lnTo>
                    <a:pt x="30400" y="22054"/>
                  </a:lnTo>
                  <a:lnTo>
                    <a:pt x="30980" y="20176"/>
                  </a:lnTo>
                  <a:lnTo>
                    <a:pt x="31295" y="19324"/>
                  </a:lnTo>
                  <a:lnTo>
                    <a:pt x="31668" y="18495"/>
                  </a:lnTo>
                  <a:lnTo>
                    <a:pt x="32088" y="17103"/>
                  </a:lnTo>
                  <a:lnTo>
                    <a:pt x="32622" y="14090"/>
                  </a:lnTo>
                  <a:lnTo>
                    <a:pt x="32592" y="12049"/>
                  </a:lnTo>
                  <a:lnTo>
                    <a:pt x="33353" y="8305"/>
                  </a:lnTo>
                  <a:lnTo>
                    <a:pt x="33523" y="8286"/>
                  </a:lnTo>
                  <a:lnTo>
                    <a:pt x="34817" y="7597"/>
                  </a:lnTo>
                  <a:lnTo>
                    <a:pt x="36073" y="7493"/>
                  </a:lnTo>
                  <a:lnTo>
                    <a:pt x="37292" y="7974"/>
                  </a:lnTo>
                  <a:lnTo>
                    <a:pt x="38085" y="8094"/>
                  </a:lnTo>
                  <a:lnTo>
                    <a:pt x="38453" y="7853"/>
                  </a:lnTo>
                  <a:lnTo>
                    <a:pt x="38793" y="7229"/>
                  </a:lnTo>
                  <a:lnTo>
                    <a:pt x="39108" y="6224"/>
                  </a:lnTo>
                  <a:lnTo>
                    <a:pt x="39605" y="5667"/>
                  </a:lnTo>
                  <a:lnTo>
                    <a:pt x="40286" y="5558"/>
                  </a:lnTo>
                  <a:lnTo>
                    <a:pt x="41199" y="6692"/>
                  </a:lnTo>
                  <a:lnTo>
                    <a:pt x="42652" y="9706"/>
                  </a:lnTo>
                  <a:lnTo>
                    <a:pt x="43026" y="9881"/>
                  </a:lnTo>
                  <a:lnTo>
                    <a:pt x="43257" y="9808"/>
                  </a:lnTo>
                  <a:lnTo>
                    <a:pt x="43988" y="7388"/>
                  </a:lnTo>
                  <a:lnTo>
                    <a:pt x="44555" y="5510"/>
                  </a:lnTo>
                  <a:lnTo>
                    <a:pt x="45614" y="2005"/>
                  </a:lnTo>
                  <a:lnTo>
                    <a:pt x="46218" y="0"/>
                  </a:lnTo>
                  <a:lnTo>
                    <a:pt x="46779" y="582"/>
                  </a:lnTo>
                  <a:lnTo>
                    <a:pt x="47338" y="1606"/>
                  </a:lnTo>
                  <a:lnTo>
                    <a:pt x="47975" y="2086"/>
                  </a:lnTo>
                  <a:lnTo>
                    <a:pt x="48657" y="2382"/>
                  </a:lnTo>
                  <a:lnTo>
                    <a:pt x="48989" y="2419"/>
                  </a:lnTo>
                  <a:lnTo>
                    <a:pt x="49409" y="2826"/>
                  </a:lnTo>
                  <a:lnTo>
                    <a:pt x="50880" y="5326"/>
                  </a:lnTo>
                  <a:lnTo>
                    <a:pt x="51396" y="5909"/>
                  </a:lnTo>
                  <a:lnTo>
                    <a:pt x="52086" y="5968"/>
                  </a:lnTo>
                  <a:lnTo>
                    <a:pt x="54996" y="5160"/>
                  </a:lnTo>
                  <a:lnTo>
                    <a:pt x="56734" y="3702"/>
                  </a:lnTo>
                  <a:lnTo>
                    <a:pt x="57000" y="3125"/>
                  </a:lnTo>
                  <a:lnTo>
                    <a:pt x="57477" y="3125"/>
                  </a:lnTo>
                  <a:lnTo>
                    <a:pt x="58056" y="3771"/>
                  </a:lnTo>
                  <a:lnTo>
                    <a:pt x="58275" y="4390"/>
                  </a:lnTo>
                  <a:lnTo>
                    <a:pt x="58648" y="5201"/>
                  </a:lnTo>
                  <a:lnTo>
                    <a:pt x="59330" y="5327"/>
                  </a:lnTo>
                  <a:lnTo>
                    <a:pt x="60995" y="4748"/>
                  </a:lnTo>
                  <a:lnTo>
                    <a:pt x="61806" y="4401"/>
                  </a:lnTo>
                  <a:lnTo>
                    <a:pt x="62497" y="4689"/>
                  </a:lnTo>
                  <a:lnTo>
                    <a:pt x="63378" y="4927"/>
                  </a:lnTo>
                  <a:lnTo>
                    <a:pt x="63928" y="4927"/>
                  </a:lnTo>
                  <a:lnTo>
                    <a:pt x="65243" y="5741"/>
                  </a:lnTo>
                  <a:lnTo>
                    <a:pt x="66823" y="5483"/>
                  </a:lnTo>
                  <a:lnTo>
                    <a:pt x="67566" y="5526"/>
                  </a:lnTo>
                  <a:lnTo>
                    <a:pt x="68331" y="5874"/>
                  </a:lnTo>
                  <a:lnTo>
                    <a:pt x="69576" y="7172"/>
                  </a:lnTo>
                  <a:lnTo>
                    <a:pt x="71197" y="8746"/>
                  </a:lnTo>
                  <a:lnTo>
                    <a:pt x="73516" y="9872"/>
                  </a:lnTo>
                  <a:lnTo>
                    <a:pt x="73994" y="10330"/>
                  </a:lnTo>
                  <a:lnTo>
                    <a:pt x="75115" y="12123"/>
                  </a:lnTo>
                  <a:lnTo>
                    <a:pt x="76854" y="15568"/>
                  </a:lnTo>
                  <a:lnTo>
                    <a:pt x="79129" y="18864"/>
                  </a:lnTo>
                  <a:lnTo>
                    <a:pt x="81609" y="21466"/>
                  </a:lnTo>
                  <a:lnTo>
                    <a:pt x="82934" y="23270"/>
                  </a:lnTo>
                  <a:lnTo>
                    <a:pt x="83828" y="25474"/>
                  </a:lnTo>
                  <a:lnTo>
                    <a:pt x="84704" y="27476"/>
                  </a:lnTo>
                  <a:lnTo>
                    <a:pt x="85598" y="28337"/>
                  </a:lnTo>
                  <a:lnTo>
                    <a:pt x="86427" y="29023"/>
                  </a:lnTo>
                  <a:lnTo>
                    <a:pt x="87286" y="30550"/>
                  </a:lnTo>
                  <a:lnTo>
                    <a:pt x="87900" y="3183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4225842" y="1579276"/>
              <a:ext cx="1533" cy="1037"/>
            </a:xfrm>
            <a:custGeom>
              <a:avLst/>
              <a:pathLst>
                <a:path w="1533" h="1037">
                  <a:moveTo>
                    <a:pt x="1346" y="899"/>
                  </a:moveTo>
                  <a:lnTo>
                    <a:pt x="516" y="1037"/>
                  </a:lnTo>
                  <a:lnTo>
                    <a:pt x="0" y="634"/>
                  </a:lnTo>
                  <a:lnTo>
                    <a:pt x="195" y="334"/>
                  </a:lnTo>
                  <a:lnTo>
                    <a:pt x="775" y="0"/>
                  </a:lnTo>
                  <a:lnTo>
                    <a:pt x="1400" y="46"/>
                  </a:lnTo>
                  <a:lnTo>
                    <a:pt x="1533" y="43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4227819" y="1578865"/>
              <a:ext cx="1602" cy="1334"/>
            </a:xfrm>
            <a:custGeom>
              <a:avLst/>
              <a:pathLst>
                <a:path w="1602" h="1334">
                  <a:moveTo>
                    <a:pt x="1307" y="854"/>
                  </a:moveTo>
                  <a:lnTo>
                    <a:pt x="360" y="1334"/>
                  </a:lnTo>
                  <a:lnTo>
                    <a:pt x="0" y="1219"/>
                  </a:lnTo>
                  <a:lnTo>
                    <a:pt x="92" y="411"/>
                  </a:lnTo>
                  <a:lnTo>
                    <a:pt x="655" y="41"/>
                  </a:lnTo>
                  <a:lnTo>
                    <a:pt x="1602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4231435" y="1576509"/>
              <a:ext cx="3201" cy="2861"/>
            </a:xfrm>
            <a:custGeom>
              <a:avLst/>
              <a:pathLst>
                <a:path w="3201" h="2861">
                  <a:moveTo>
                    <a:pt x="926" y="0"/>
                  </a:moveTo>
                  <a:lnTo>
                    <a:pt x="2124" y="323"/>
                  </a:lnTo>
                  <a:lnTo>
                    <a:pt x="2628" y="207"/>
                  </a:lnTo>
                  <a:lnTo>
                    <a:pt x="3201" y="939"/>
                  </a:lnTo>
                  <a:lnTo>
                    <a:pt x="2230" y="1405"/>
                  </a:lnTo>
                  <a:lnTo>
                    <a:pt x="2162" y="1983"/>
                  </a:lnTo>
                  <a:lnTo>
                    <a:pt x="2546" y="2342"/>
                  </a:lnTo>
                  <a:lnTo>
                    <a:pt x="2681" y="2861"/>
                  </a:lnTo>
                  <a:lnTo>
                    <a:pt x="1713" y="2861"/>
                  </a:lnTo>
                  <a:lnTo>
                    <a:pt x="1250" y="2423"/>
                  </a:lnTo>
                  <a:lnTo>
                    <a:pt x="1049" y="1868"/>
                  </a:lnTo>
                  <a:lnTo>
                    <a:pt x="599" y="1476"/>
                  </a:lnTo>
                  <a:lnTo>
                    <a:pt x="0" y="1177"/>
                  </a:lnTo>
                  <a:lnTo>
                    <a:pt x="293" y="779"/>
                  </a:lnTo>
                  <a:lnTo>
                    <a:pt x="461" y="20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4228866" y="1575125"/>
              <a:ext cx="1784" cy="1919"/>
            </a:xfrm>
            <a:custGeom>
              <a:avLst/>
              <a:pathLst>
                <a:path w="1784" h="1919">
                  <a:moveTo>
                    <a:pt x="1784" y="1858"/>
                  </a:moveTo>
                  <a:lnTo>
                    <a:pt x="1095" y="1919"/>
                  </a:lnTo>
                  <a:lnTo>
                    <a:pt x="122" y="1228"/>
                  </a:lnTo>
                  <a:lnTo>
                    <a:pt x="0" y="958"/>
                  </a:lnTo>
                  <a:lnTo>
                    <a:pt x="381" y="801"/>
                  </a:lnTo>
                  <a:lnTo>
                    <a:pt x="129" y="245"/>
                  </a:lnTo>
                  <a:lnTo>
                    <a:pt x="204" y="0"/>
                  </a:lnTo>
                  <a:lnTo>
                    <a:pt x="957" y="438"/>
                  </a:lnTo>
                  <a:lnTo>
                    <a:pt x="1368" y="951"/>
                  </a:lnTo>
                  <a:lnTo>
                    <a:pt x="966" y="1070"/>
                  </a:lnTo>
                  <a:lnTo>
                    <a:pt x="1647" y="159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4223274" y="1572777"/>
              <a:ext cx="2235" cy="2210"/>
            </a:xfrm>
            <a:custGeom>
              <a:avLst/>
              <a:pathLst>
                <a:path w="2235" h="2210">
                  <a:moveTo>
                    <a:pt x="2235" y="1516"/>
                  </a:moveTo>
                  <a:lnTo>
                    <a:pt x="2103" y="2165"/>
                  </a:lnTo>
                  <a:lnTo>
                    <a:pt x="1461" y="2092"/>
                  </a:lnTo>
                  <a:lnTo>
                    <a:pt x="808" y="2210"/>
                  </a:lnTo>
                  <a:lnTo>
                    <a:pt x="281" y="1566"/>
                  </a:lnTo>
                  <a:lnTo>
                    <a:pt x="0" y="480"/>
                  </a:lnTo>
                  <a:lnTo>
                    <a:pt x="96" y="246"/>
                  </a:lnTo>
                  <a:lnTo>
                    <a:pt x="506" y="0"/>
                  </a:lnTo>
                  <a:lnTo>
                    <a:pt x="820" y="59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4222038" y="1535962"/>
              <a:ext cx="3198" cy="1753"/>
            </a:xfrm>
            <a:custGeom>
              <a:avLst/>
              <a:pathLst>
                <a:path w="3198" h="1753">
                  <a:moveTo>
                    <a:pt x="1266" y="508"/>
                  </a:moveTo>
                  <a:lnTo>
                    <a:pt x="1368" y="768"/>
                  </a:lnTo>
                  <a:lnTo>
                    <a:pt x="1922" y="696"/>
                  </a:lnTo>
                  <a:lnTo>
                    <a:pt x="2669" y="222"/>
                  </a:lnTo>
                  <a:lnTo>
                    <a:pt x="3198" y="444"/>
                  </a:lnTo>
                  <a:lnTo>
                    <a:pt x="3138" y="1120"/>
                  </a:lnTo>
                  <a:lnTo>
                    <a:pt x="2680" y="983"/>
                  </a:lnTo>
                  <a:lnTo>
                    <a:pt x="2219" y="1370"/>
                  </a:lnTo>
                  <a:lnTo>
                    <a:pt x="2136" y="1604"/>
                  </a:lnTo>
                  <a:lnTo>
                    <a:pt x="1603" y="1753"/>
                  </a:lnTo>
                  <a:lnTo>
                    <a:pt x="619" y="1091"/>
                  </a:lnTo>
                  <a:lnTo>
                    <a:pt x="0" y="2"/>
                  </a:lnTo>
                  <a:lnTo>
                    <a:pt x="1442" y="0"/>
                  </a:lnTo>
                  <a:lnTo>
                    <a:pt x="1304" y="25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4255081" y="1510735"/>
              <a:ext cx="3982" cy="1793"/>
            </a:xfrm>
            <a:custGeom>
              <a:avLst/>
              <a:pathLst>
                <a:path w="3982" h="1793">
                  <a:moveTo>
                    <a:pt x="2570" y="1330"/>
                  </a:moveTo>
                  <a:lnTo>
                    <a:pt x="1157" y="1793"/>
                  </a:lnTo>
                  <a:lnTo>
                    <a:pt x="19" y="1504"/>
                  </a:lnTo>
                  <a:lnTo>
                    <a:pt x="0" y="607"/>
                  </a:lnTo>
                  <a:lnTo>
                    <a:pt x="705" y="173"/>
                  </a:lnTo>
                  <a:lnTo>
                    <a:pt x="1981" y="0"/>
                  </a:lnTo>
                  <a:lnTo>
                    <a:pt x="3727" y="433"/>
                  </a:lnTo>
                  <a:lnTo>
                    <a:pt x="3982" y="665"/>
                  </a:lnTo>
                  <a:lnTo>
                    <a:pt x="2982" y="83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4217669" y="1441297"/>
              <a:ext cx="103258" cy="142949"/>
            </a:xfrm>
            <a:custGeom>
              <a:avLst/>
              <a:pathLst>
                <a:path w="103258" h="142949">
                  <a:moveTo>
                    <a:pt x="78937" y="14545"/>
                  </a:moveTo>
                  <a:lnTo>
                    <a:pt x="78304" y="14717"/>
                  </a:lnTo>
                  <a:lnTo>
                    <a:pt x="76348" y="15395"/>
                  </a:lnTo>
                  <a:lnTo>
                    <a:pt x="75155" y="15853"/>
                  </a:lnTo>
                  <a:lnTo>
                    <a:pt x="73717" y="16189"/>
                  </a:lnTo>
                  <a:lnTo>
                    <a:pt x="74090" y="16633"/>
                  </a:lnTo>
                  <a:lnTo>
                    <a:pt x="76479" y="16727"/>
                  </a:lnTo>
                  <a:lnTo>
                    <a:pt x="76846" y="16854"/>
                  </a:lnTo>
                  <a:lnTo>
                    <a:pt x="77112" y="17083"/>
                  </a:lnTo>
                  <a:lnTo>
                    <a:pt x="77157" y="17449"/>
                  </a:lnTo>
                  <a:lnTo>
                    <a:pt x="76915" y="18040"/>
                  </a:lnTo>
                  <a:lnTo>
                    <a:pt x="74334" y="21301"/>
                  </a:lnTo>
                  <a:lnTo>
                    <a:pt x="74253" y="21988"/>
                  </a:lnTo>
                  <a:lnTo>
                    <a:pt x="75099" y="23899"/>
                  </a:lnTo>
                  <a:lnTo>
                    <a:pt x="76282" y="26152"/>
                  </a:lnTo>
                  <a:lnTo>
                    <a:pt x="79856" y="27154"/>
                  </a:lnTo>
                  <a:lnTo>
                    <a:pt x="82514" y="27937"/>
                  </a:lnTo>
                  <a:lnTo>
                    <a:pt x="84220" y="29789"/>
                  </a:lnTo>
                  <a:lnTo>
                    <a:pt x="87033" y="32231"/>
                  </a:lnTo>
                  <a:lnTo>
                    <a:pt x="88525" y="33143"/>
                  </a:lnTo>
                  <a:lnTo>
                    <a:pt x="88609" y="33427"/>
                  </a:lnTo>
                  <a:lnTo>
                    <a:pt x="88165" y="35112"/>
                  </a:lnTo>
                  <a:lnTo>
                    <a:pt x="86362" y="36800"/>
                  </a:lnTo>
                  <a:lnTo>
                    <a:pt x="84675" y="38223"/>
                  </a:lnTo>
                  <a:lnTo>
                    <a:pt x="82928" y="39938"/>
                  </a:lnTo>
                  <a:lnTo>
                    <a:pt x="81563" y="41400"/>
                  </a:lnTo>
                  <a:lnTo>
                    <a:pt x="80084" y="43153"/>
                  </a:lnTo>
                  <a:lnTo>
                    <a:pt x="79914" y="43721"/>
                  </a:lnTo>
                  <a:lnTo>
                    <a:pt x="79887" y="44257"/>
                  </a:lnTo>
                  <a:lnTo>
                    <a:pt x="80141" y="44851"/>
                  </a:lnTo>
                  <a:lnTo>
                    <a:pt x="82035" y="46995"/>
                  </a:lnTo>
                  <a:lnTo>
                    <a:pt x="82772" y="48089"/>
                  </a:lnTo>
                  <a:lnTo>
                    <a:pt x="83654" y="49273"/>
                  </a:lnTo>
                  <a:lnTo>
                    <a:pt x="84410" y="50563"/>
                  </a:lnTo>
                  <a:lnTo>
                    <a:pt x="84849" y="51718"/>
                  </a:lnTo>
                  <a:lnTo>
                    <a:pt x="85608" y="52844"/>
                  </a:lnTo>
                  <a:lnTo>
                    <a:pt x="86079" y="53420"/>
                  </a:lnTo>
                  <a:lnTo>
                    <a:pt x="86862" y="54226"/>
                  </a:lnTo>
                  <a:lnTo>
                    <a:pt x="87808" y="55425"/>
                  </a:lnTo>
                  <a:lnTo>
                    <a:pt x="88122" y="56375"/>
                  </a:lnTo>
                  <a:lnTo>
                    <a:pt x="89549" y="59673"/>
                  </a:lnTo>
                  <a:lnTo>
                    <a:pt x="89693" y="60513"/>
                  </a:lnTo>
                  <a:lnTo>
                    <a:pt x="89623" y="61135"/>
                  </a:lnTo>
                  <a:lnTo>
                    <a:pt x="88996" y="61288"/>
                  </a:lnTo>
                  <a:lnTo>
                    <a:pt x="87611" y="61387"/>
                  </a:lnTo>
                  <a:lnTo>
                    <a:pt x="86109" y="61795"/>
                  </a:lnTo>
                  <a:lnTo>
                    <a:pt x="86034" y="61932"/>
                  </a:lnTo>
                  <a:lnTo>
                    <a:pt x="87013" y="62710"/>
                  </a:lnTo>
                  <a:lnTo>
                    <a:pt x="86148" y="64040"/>
                  </a:lnTo>
                  <a:lnTo>
                    <a:pt x="86024" y="65943"/>
                  </a:lnTo>
                  <a:lnTo>
                    <a:pt x="85100" y="66942"/>
                  </a:lnTo>
                  <a:lnTo>
                    <a:pt x="85013" y="67175"/>
                  </a:lnTo>
                  <a:lnTo>
                    <a:pt x="85054" y="67369"/>
                  </a:lnTo>
                  <a:lnTo>
                    <a:pt x="85218" y="67521"/>
                  </a:lnTo>
                  <a:lnTo>
                    <a:pt x="86929" y="67788"/>
                  </a:lnTo>
                  <a:lnTo>
                    <a:pt x="87077" y="68059"/>
                  </a:lnTo>
                  <a:lnTo>
                    <a:pt x="87084" y="68620"/>
                  </a:lnTo>
                  <a:lnTo>
                    <a:pt x="86932" y="69138"/>
                  </a:lnTo>
                  <a:lnTo>
                    <a:pt x="86072" y="69523"/>
                  </a:lnTo>
                  <a:lnTo>
                    <a:pt x="85150" y="70092"/>
                  </a:lnTo>
                  <a:lnTo>
                    <a:pt x="84945" y="70616"/>
                  </a:lnTo>
                  <a:lnTo>
                    <a:pt x="84977" y="71084"/>
                  </a:lnTo>
                  <a:lnTo>
                    <a:pt x="85292" y="71874"/>
                  </a:lnTo>
                  <a:lnTo>
                    <a:pt x="85899" y="72795"/>
                  </a:lnTo>
                  <a:lnTo>
                    <a:pt x="86670" y="73373"/>
                  </a:lnTo>
                  <a:lnTo>
                    <a:pt x="89411" y="73920"/>
                  </a:lnTo>
                  <a:lnTo>
                    <a:pt x="89764" y="74373"/>
                  </a:lnTo>
                  <a:lnTo>
                    <a:pt x="89915" y="74994"/>
                  </a:lnTo>
                  <a:lnTo>
                    <a:pt x="89858" y="75600"/>
                  </a:lnTo>
                  <a:lnTo>
                    <a:pt x="88585" y="76812"/>
                  </a:lnTo>
                  <a:lnTo>
                    <a:pt x="88595" y="77279"/>
                  </a:lnTo>
                  <a:lnTo>
                    <a:pt x="89118" y="78407"/>
                  </a:lnTo>
                  <a:lnTo>
                    <a:pt x="89744" y="79485"/>
                  </a:lnTo>
                  <a:lnTo>
                    <a:pt x="92417" y="80652"/>
                  </a:lnTo>
                  <a:lnTo>
                    <a:pt x="93337" y="81292"/>
                  </a:lnTo>
                  <a:lnTo>
                    <a:pt x="93582" y="81802"/>
                  </a:lnTo>
                  <a:lnTo>
                    <a:pt x="93716" y="82623"/>
                  </a:lnTo>
                  <a:lnTo>
                    <a:pt x="93698" y="83513"/>
                  </a:lnTo>
                  <a:lnTo>
                    <a:pt x="93489" y="84304"/>
                  </a:lnTo>
                  <a:lnTo>
                    <a:pt x="92651" y="85323"/>
                  </a:lnTo>
                  <a:lnTo>
                    <a:pt x="90711" y="87334"/>
                  </a:lnTo>
                  <a:lnTo>
                    <a:pt x="88760" y="88116"/>
                  </a:lnTo>
                  <a:lnTo>
                    <a:pt x="88641" y="88285"/>
                  </a:lnTo>
                  <a:lnTo>
                    <a:pt x="89245" y="88929"/>
                  </a:lnTo>
                  <a:lnTo>
                    <a:pt x="92681" y="91509"/>
                  </a:lnTo>
                  <a:lnTo>
                    <a:pt x="94921" y="92716"/>
                  </a:lnTo>
                  <a:lnTo>
                    <a:pt x="97944" y="94346"/>
                  </a:lnTo>
                  <a:lnTo>
                    <a:pt x="99893" y="95634"/>
                  </a:lnTo>
                  <a:lnTo>
                    <a:pt x="100523" y="96560"/>
                  </a:lnTo>
                  <a:lnTo>
                    <a:pt x="101368" y="97590"/>
                  </a:lnTo>
                  <a:lnTo>
                    <a:pt x="102317" y="98431"/>
                  </a:lnTo>
                  <a:lnTo>
                    <a:pt x="103000" y="99162"/>
                  </a:lnTo>
                  <a:lnTo>
                    <a:pt x="103258" y="99632"/>
                  </a:lnTo>
                  <a:lnTo>
                    <a:pt x="103234" y="100137"/>
                  </a:lnTo>
                  <a:lnTo>
                    <a:pt x="102319" y="101662"/>
                  </a:lnTo>
                  <a:lnTo>
                    <a:pt x="101800" y="102840"/>
                  </a:lnTo>
                  <a:lnTo>
                    <a:pt x="100885" y="104567"/>
                  </a:lnTo>
                  <a:lnTo>
                    <a:pt x="99949" y="105772"/>
                  </a:lnTo>
                  <a:lnTo>
                    <a:pt x="97574" y="107971"/>
                  </a:lnTo>
                  <a:lnTo>
                    <a:pt x="94073" y="110707"/>
                  </a:lnTo>
                  <a:lnTo>
                    <a:pt x="93260" y="111536"/>
                  </a:lnTo>
                  <a:lnTo>
                    <a:pt x="91621" y="112977"/>
                  </a:lnTo>
                  <a:lnTo>
                    <a:pt x="88816" y="115871"/>
                  </a:lnTo>
                  <a:lnTo>
                    <a:pt x="88089" y="116510"/>
                  </a:lnTo>
                  <a:lnTo>
                    <a:pt x="85790" y="118818"/>
                  </a:lnTo>
                  <a:lnTo>
                    <a:pt x="84742" y="119552"/>
                  </a:lnTo>
                  <a:lnTo>
                    <a:pt x="83919" y="120239"/>
                  </a:lnTo>
                  <a:lnTo>
                    <a:pt x="81641" y="122421"/>
                  </a:lnTo>
                  <a:lnTo>
                    <a:pt x="79194" y="124077"/>
                  </a:lnTo>
                  <a:lnTo>
                    <a:pt x="76792" y="125615"/>
                  </a:lnTo>
                  <a:lnTo>
                    <a:pt x="76071" y="126395"/>
                  </a:lnTo>
                  <a:lnTo>
                    <a:pt x="75175" y="126990"/>
                  </a:lnTo>
                  <a:lnTo>
                    <a:pt x="74105" y="127556"/>
                  </a:lnTo>
                  <a:lnTo>
                    <a:pt x="73654" y="127873"/>
                  </a:lnTo>
                  <a:lnTo>
                    <a:pt x="71237" y="129980"/>
                  </a:lnTo>
                  <a:lnTo>
                    <a:pt x="67885" y="132905"/>
                  </a:lnTo>
                  <a:lnTo>
                    <a:pt x="67544" y="132950"/>
                  </a:lnTo>
                  <a:lnTo>
                    <a:pt x="66671" y="133423"/>
                  </a:lnTo>
                  <a:lnTo>
                    <a:pt x="65307" y="133537"/>
                  </a:lnTo>
                  <a:lnTo>
                    <a:pt x="64714" y="133899"/>
                  </a:lnTo>
                  <a:lnTo>
                    <a:pt x="62627" y="132869"/>
                  </a:lnTo>
                  <a:lnTo>
                    <a:pt x="62281" y="132803"/>
                  </a:lnTo>
                  <a:lnTo>
                    <a:pt x="61054" y="133058"/>
                  </a:lnTo>
                  <a:lnTo>
                    <a:pt x="59877" y="133807"/>
                  </a:lnTo>
                  <a:lnTo>
                    <a:pt x="57704" y="134035"/>
                  </a:lnTo>
                  <a:lnTo>
                    <a:pt x="56625" y="134278"/>
                  </a:lnTo>
                  <a:lnTo>
                    <a:pt x="55937" y="134624"/>
                  </a:lnTo>
                  <a:lnTo>
                    <a:pt x="55795" y="133805"/>
                  </a:lnTo>
                  <a:lnTo>
                    <a:pt x="56093" y="132767"/>
                  </a:lnTo>
                  <a:lnTo>
                    <a:pt x="56571" y="132075"/>
                  </a:lnTo>
                  <a:lnTo>
                    <a:pt x="56616" y="131624"/>
                  </a:lnTo>
                  <a:lnTo>
                    <a:pt x="56264" y="131671"/>
                  </a:lnTo>
                  <a:lnTo>
                    <a:pt x="55569" y="132686"/>
                  </a:lnTo>
                  <a:lnTo>
                    <a:pt x="55196" y="133872"/>
                  </a:lnTo>
                  <a:lnTo>
                    <a:pt x="54452" y="134468"/>
                  </a:lnTo>
                  <a:lnTo>
                    <a:pt x="52815" y="134712"/>
                  </a:lnTo>
                  <a:lnTo>
                    <a:pt x="51219" y="133759"/>
                  </a:lnTo>
                  <a:lnTo>
                    <a:pt x="50461" y="133768"/>
                  </a:lnTo>
                  <a:lnTo>
                    <a:pt x="50937" y="134451"/>
                  </a:lnTo>
                  <a:lnTo>
                    <a:pt x="51259" y="135200"/>
                  </a:lnTo>
                  <a:lnTo>
                    <a:pt x="51217" y="135619"/>
                  </a:lnTo>
                  <a:lnTo>
                    <a:pt x="50366" y="135546"/>
                  </a:lnTo>
                  <a:lnTo>
                    <a:pt x="49419" y="135995"/>
                  </a:lnTo>
                  <a:lnTo>
                    <a:pt x="48589" y="136651"/>
                  </a:lnTo>
                  <a:lnTo>
                    <a:pt x="48186" y="136653"/>
                  </a:lnTo>
                  <a:lnTo>
                    <a:pt x="47628" y="135735"/>
                  </a:lnTo>
                  <a:lnTo>
                    <a:pt x="46604" y="136164"/>
                  </a:lnTo>
                  <a:lnTo>
                    <a:pt x="45729" y="136739"/>
                  </a:lnTo>
                  <a:lnTo>
                    <a:pt x="43952" y="136919"/>
                  </a:lnTo>
                  <a:lnTo>
                    <a:pt x="42892" y="137676"/>
                  </a:lnTo>
                  <a:lnTo>
                    <a:pt x="41016" y="138186"/>
                  </a:lnTo>
                  <a:lnTo>
                    <a:pt x="39986" y="138174"/>
                  </a:lnTo>
                  <a:lnTo>
                    <a:pt x="37638" y="138789"/>
                  </a:lnTo>
                  <a:lnTo>
                    <a:pt x="36857" y="139737"/>
                  </a:lnTo>
                  <a:lnTo>
                    <a:pt x="36172" y="140086"/>
                  </a:lnTo>
                  <a:lnTo>
                    <a:pt x="35198" y="139792"/>
                  </a:lnTo>
                  <a:lnTo>
                    <a:pt x="32195" y="140255"/>
                  </a:lnTo>
                  <a:lnTo>
                    <a:pt x="29324" y="140862"/>
                  </a:lnTo>
                  <a:lnTo>
                    <a:pt x="28103" y="140827"/>
                  </a:lnTo>
                  <a:lnTo>
                    <a:pt x="26882" y="140575"/>
                  </a:lnTo>
                  <a:lnTo>
                    <a:pt x="25587" y="141418"/>
                  </a:lnTo>
                  <a:lnTo>
                    <a:pt x="24212" y="142546"/>
                  </a:lnTo>
                  <a:lnTo>
                    <a:pt x="22697" y="142949"/>
                  </a:lnTo>
                  <a:lnTo>
                    <a:pt x="22154" y="142805"/>
                  </a:lnTo>
                  <a:lnTo>
                    <a:pt x="22588" y="142213"/>
                  </a:lnTo>
                  <a:lnTo>
                    <a:pt x="23591" y="141600"/>
                  </a:lnTo>
                  <a:lnTo>
                    <a:pt x="24279" y="140770"/>
                  </a:lnTo>
                  <a:lnTo>
                    <a:pt x="24373" y="140078"/>
                  </a:lnTo>
                  <a:lnTo>
                    <a:pt x="23900" y="139807"/>
                  </a:lnTo>
                  <a:lnTo>
                    <a:pt x="23254" y="139723"/>
                  </a:lnTo>
                  <a:lnTo>
                    <a:pt x="22440" y="139008"/>
                  </a:lnTo>
                  <a:lnTo>
                    <a:pt x="21660" y="137458"/>
                  </a:lnTo>
                  <a:lnTo>
                    <a:pt x="21238" y="137372"/>
                  </a:lnTo>
                  <a:lnTo>
                    <a:pt x="21024" y="137780"/>
                  </a:lnTo>
                  <a:lnTo>
                    <a:pt x="20785" y="138969"/>
                  </a:lnTo>
                  <a:lnTo>
                    <a:pt x="20542" y="139311"/>
                  </a:lnTo>
                  <a:lnTo>
                    <a:pt x="20129" y="139584"/>
                  </a:lnTo>
                  <a:lnTo>
                    <a:pt x="19633" y="139858"/>
                  </a:lnTo>
                  <a:lnTo>
                    <a:pt x="19148" y="139992"/>
                  </a:lnTo>
                  <a:lnTo>
                    <a:pt x="17412" y="139975"/>
                  </a:lnTo>
                  <a:lnTo>
                    <a:pt x="17184" y="139375"/>
                  </a:lnTo>
                  <a:lnTo>
                    <a:pt x="17184" y="139123"/>
                  </a:lnTo>
                  <a:lnTo>
                    <a:pt x="17492" y="138333"/>
                  </a:lnTo>
                  <a:lnTo>
                    <a:pt x="17223" y="138195"/>
                  </a:lnTo>
                  <a:lnTo>
                    <a:pt x="17479" y="137575"/>
                  </a:lnTo>
                  <a:lnTo>
                    <a:pt x="17888" y="137608"/>
                  </a:lnTo>
                  <a:lnTo>
                    <a:pt x="18373" y="137516"/>
                  </a:lnTo>
                  <a:lnTo>
                    <a:pt x="18616" y="137197"/>
                  </a:lnTo>
                  <a:lnTo>
                    <a:pt x="18598" y="136817"/>
                  </a:lnTo>
                  <a:lnTo>
                    <a:pt x="17923" y="136718"/>
                  </a:lnTo>
                  <a:lnTo>
                    <a:pt x="17882" y="136458"/>
                  </a:lnTo>
                  <a:lnTo>
                    <a:pt x="18483" y="135374"/>
                  </a:lnTo>
                  <a:lnTo>
                    <a:pt x="18569" y="135075"/>
                  </a:lnTo>
                  <a:lnTo>
                    <a:pt x="18336" y="135013"/>
                  </a:lnTo>
                  <a:lnTo>
                    <a:pt x="17959" y="135130"/>
                  </a:lnTo>
                  <a:lnTo>
                    <a:pt x="15475" y="134791"/>
                  </a:lnTo>
                  <a:lnTo>
                    <a:pt x="12410" y="133405"/>
                  </a:lnTo>
                  <a:lnTo>
                    <a:pt x="11656" y="133333"/>
                  </a:lnTo>
                  <a:lnTo>
                    <a:pt x="11193" y="132096"/>
                  </a:lnTo>
                  <a:lnTo>
                    <a:pt x="10454" y="132252"/>
                  </a:lnTo>
                  <a:lnTo>
                    <a:pt x="9376" y="132977"/>
                  </a:lnTo>
                  <a:lnTo>
                    <a:pt x="8568" y="132427"/>
                  </a:lnTo>
                  <a:lnTo>
                    <a:pt x="7699" y="132064"/>
                  </a:lnTo>
                  <a:lnTo>
                    <a:pt x="7459" y="131498"/>
                  </a:lnTo>
                  <a:lnTo>
                    <a:pt x="7471" y="130663"/>
                  </a:lnTo>
                  <a:lnTo>
                    <a:pt x="7396" y="129679"/>
                  </a:lnTo>
                  <a:lnTo>
                    <a:pt x="7159" y="128526"/>
                  </a:lnTo>
                  <a:lnTo>
                    <a:pt x="6985" y="126888"/>
                  </a:lnTo>
                  <a:lnTo>
                    <a:pt x="7148" y="125609"/>
                  </a:lnTo>
                  <a:lnTo>
                    <a:pt x="7841" y="124661"/>
                  </a:lnTo>
                  <a:lnTo>
                    <a:pt x="8107" y="124057"/>
                  </a:lnTo>
                  <a:lnTo>
                    <a:pt x="8432" y="122513"/>
                  </a:lnTo>
                  <a:lnTo>
                    <a:pt x="8505" y="120704"/>
                  </a:lnTo>
                  <a:lnTo>
                    <a:pt x="8321" y="120089"/>
                  </a:lnTo>
                  <a:lnTo>
                    <a:pt x="8367" y="119680"/>
                  </a:lnTo>
                  <a:lnTo>
                    <a:pt x="8920" y="119680"/>
                  </a:lnTo>
                  <a:lnTo>
                    <a:pt x="8800" y="119328"/>
                  </a:lnTo>
                  <a:lnTo>
                    <a:pt x="8557" y="119136"/>
                  </a:lnTo>
                  <a:lnTo>
                    <a:pt x="8288" y="118736"/>
                  </a:lnTo>
                  <a:lnTo>
                    <a:pt x="8517" y="118524"/>
                  </a:lnTo>
                  <a:lnTo>
                    <a:pt x="9179" y="118509"/>
                  </a:lnTo>
                  <a:lnTo>
                    <a:pt x="9232" y="118375"/>
                  </a:lnTo>
                  <a:lnTo>
                    <a:pt x="9307" y="118184"/>
                  </a:lnTo>
                  <a:lnTo>
                    <a:pt x="8795" y="117134"/>
                  </a:lnTo>
                  <a:lnTo>
                    <a:pt x="8736" y="116633"/>
                  </a:lnTo>
                  <a:lnTo>
                    <a:pt x="8025" y="115114"/>
                  </a:lnTo>
                  <a:lnTo>
                    <a:pt x="7215" y="113673"/>
                  </a:lnTo>
                  <a:lnTo>
                    <a:pt x="5996" y="112631"/>
                  </a:lnTo>
                  <a:lnTo>
                    <a:pt x="6428" y="110916"/>
                  </a:lnTo>
                  <a:lnTo>
                    <a:pt x="6920" y="109365"/>
                  </a:lnTo>
                  <a:lnTo>
                    <a:pt x="6823" y="108618"/>
                  </a:lnTo>
                  <a:lnTo>
                    <a:pt x="6634" y="107709"/>
                  </a:lnTo>
                  <a:lnTo>
                    <a:pt x="5141" y="106712"/>
                  </a:lnTo>
                  <a:lnTo>
                    <a:pt x="4919" y="105307"/>
                  </a:lnTo>
                  <a:lnTo>
                    <a:pt x="4554" y="103798"/>
                  </a:lnTo>
                  <a:lnTo>
                    <a:pt x="4692" y="102873"/>
                  </a:lnTo>
                  <a:lnTo>
                    <a:pt x="4935" y="102166"/>
                  </a:lnTo>
                  <a:lnTo>
                    <a:pt x="5426" y="101461"/>
                  </a:lnTo>
                  <a:lnTo>
                    <a:pt x="7903" y="99236"/>
                  </a:lnTo>
                  <a:lnTo>
                    <a:pt x="8054" y="98075"/>
                  </a:lnTo>
                  <a:lnTo>
                    <a:pt x="9733" y="97991"/>
                  </a:lnTo>
                  <a:lnTo>
                    <a:pt x="8954" y="96953"/>
                  </a:lnTo>
                  <a:lnTo>
                    <a:pt x="8770" y="96370"/>
                  </a:lnTo>
                  <a:lnTo>
                    <a:pt x="8731" y="95690"/>
                  </a:lnTo>
                  <a:lnTo>
                    <a:pt x="11146" y="95224"/>
                  </a:lnTo>
                  <a:lnTo>
                    <a:pt x="12048" y="95607"/>
                  </a:lnTo>
                  <a:lnTo>
                    <a:pt x="14173" y="95134"/>
                  </a:lnTo>
                  <a:lnTo>
                    <a:pt x="16060" y="94209"/>
                  </a:lnTo>
                  <a:lnTo>
                    <a:pt x="16027" y="93718"/>
                  </a:lnTo>
                  <a:lnTo>
                    <a:pt x="15736" y="93278"/>
                  </a:lnTo>
                  <a:lnTo>
                    <a:pt x="15336" y="92431"/>
                  </a:lnTo>
                  <a:lnTo>
                    <a:pt x="15620" y="92196"/>
                  </a:lnTo>
                  <a:lnTo>
                    <a:pt x="16308" y="92369"/>
                  </a:lnTo>
                  <a:lnTo>
                    <a:pt x="15992" y="91948"/>
                  </a:lnTo>
                  <a:lnTo>
                    <a:pt x="16050" y="91504"/>
                  </a:lnTo>
                  <a:lnTo>
                    <a:pt x="16801" y="91688"/>
                  </a:lnTo>
                  <a:lnTo>
                    <a:pt x="18027" y="90450"/>
                  </a:lnTo>
                  <a:lnTo>
                    <a:pt x="18071" y="89503"/>
                  </a:lnTo>
                  <a:lnTo>
                    <a:pt x="20190" y="89008"/>
                  </a:lnTo>
                  <a:lnTo>
                    <a:pt x="22632" y="87076"/>
                  </a:lnTo>
                  <a:lnTo>
                    <a:pt x="23760" y="86475"/>
                  </a:lnTo>
                  <a:lnTo>
                    <a:pt x="24849" y="86040"/>
                  </a:lnTo>
                  <a:lnTo>
                    <a:pt x="27169" y="84110"/>
                  </a:lnTo>
                  <a:lnTo>
                    <a:pt x="28162" y="84020"/>
                  </a:lnTo>
                  <a:lnTo>
                    <a:pt x="28673" y="82720"/>
                  </a:lnTo>
                  <a:lnTo>
                    <a:pt x="30646" y="80989"/>
                  </a:lnTo>
                  <a:lnTo>
                    <a:pt x="31245" y="80768"/>
                  </a:lnTo>
                  <a:lnTo>
                    <a:pt x="32167" y="79207"/>
                  </a:lnTo>
                  <a:lnTo>
                    <a:pt x="34590" y="77404"/>
                  </a:lnTo>
                  <a:lnTo>
                    <a:pt x="36125" y="75105"/>
                  </a:lnTo>
                  <a:lnTo>
                    <a:pt x="36972" y="74288"/>
                  </a:lnTo>
                  <a:lnTo>
                    <a:pt x="37235" y="73419"/>
                  </a:lnTo>
                  <a:lnTo>
                    <a:pt x="38178" y="73345"/>
                  </a:lnTo>
                  <a:lnTo>
                    <a:pt x="39029" y="72706"/>
                  </a:lnTo>
                  <a:lnTo>
                    <a:pt x="40870" y="72261"/>
                  </a:lnTo>
                  <a:lnTo>
                    <a:pt x="42688" y="72384"/>
                  </a:lnTo>
                  <a:lnTo>
                    <a:pt x="43444" y="72687"/>
                  </a:lnTo>
                  <a:lnTo>
                    <a:pt x="44144" y="72591"/>
                  </a:lnTo>
                  <a:lnTo>
                    <a:pt x="44074" y="71809"/>
                  </a:lnTo>
                  <a:lnTo>
                    <a:pt x="43575" y="71326"/>
                  </a:lnTo>
                  <a:lnTo>
                    <a:pt x="43982" y="70863"/>
                  </a:lnTo>
                  <a:lnTo>
                    <a:pt x="44943" y="70511"/>
                  </a:lnTo>
                  <a:lnTo>
                    <a:pt x="44845" y="69735"/>
                  </a:lnTo>
                  <a:lnTo>
                    <a:pt x="44636" y="69268"/>
                  </a:lnTo>
                  <a:lnTo>
                    <a:pt x="43838" y="68645"/>
                  </a:lnTo>
                  <a:lnTo>
                    <a:pt x="44235" y="67251"/>
                  </a:lnTo>
                  <a:lnTo>
                    <a:pt x="44330" y="65723"/>
                  </a:lnTo>
                  <a:lnTo>
                    <a:pt x="44708" y="63959"/>
                  </a:lnTo>
                  <a:lnTo>
                    <a:pt x="43705" y="63024"/>
                  </a:lnTo>
                  <a:lnTo>
                    <a:pt x="39897" y="61433"/>
                  </a:lnTo>
                  <a:lnTo>
                    <a:pt x="39187" y="61488"/>
                  </a:lnTo>
                  <a:lnTo>
                    <a:pt x="38342" y="61288"/>
                  </a:lnTo>
                  <a:lnTo>
                    <a:pt x="37458" y="60083"/>
                  </a:lnTo>
                  <a:lnTo>
                    <a:pt x="37853" y="59043"/>
                  </a:lnTo>
                  <a:lnTo>
                    <a:pt x="37898" y="58660"/>
                  </a:lnTo>
                  <a:lnTo>
                    <a:pt x="37554" y="58671"/>
                  </a:lnTo>
                  <a:lnTo>
                    <a:pt x="36996" y="59178"/>
                  </a:lnTo>
                  <a:lnTo>
                    <a:pt x="35781" y="59757"/>
                  </a:lnTo>
                  <a:lnTo>
                    <a:pt x="34203" y="59313"/>
                  </a:lnTo>
                  <a:lnTo>
                    <a:pt x="33427" y="59411"/>
                  </a:lnTo>
                  <a:lnTo>
                    <a:pt x="32420" y="56837"/>
                  </a:lnTo>
                  <a:lnTo>
                    <a:pt x="31906" y="55854"/>
                  </a:lnTo>
                  <a:lnTo>
                    <a:pt x="31080" y="54628"/>
                  </a:lnTo>
                  <a:lnTo>
                    <a:pt x="29605" y="54029"/>
                  </a:lnTo>
                  <a:lnTo>
                    <a:pt x="29317" y="53691"/>
                  </a:lnTo>
                  <a:lnTo>
                    <a:pt x="29121" y="53172"/>
                  </a:lnTo>
                  <a:lnTo>
                    <a:pt x="29057" y="52451"/>
                  </a:lnTo>
                  <a:lnTo>
                    <a:pt x="28871" y="51385"/>
                  </a:lnTo>
                  <a:lnTo>
                    <a:pt x="28948" y="50511"/>
                  </a:lnTo>
                  <a:lnTo>
                    <a:pt x="29129" y="49990"/>
                  </a:lnTo>
                  <a:lnTo>
                    <a:pt x="29765" y="49640"/>
                  </a:lnTo>
                  <a:lnTo>
                    <a:pt x="30684" y="48653"/>
                  </a:lnTo>
                  <a:lnTo>
                    <a:pt x="30876" y="47936"/>
                  </a:lnTo>
                  <a:lnTo>
                    <a:pt x="30955" y="46836"/>
                  </a:lnTo>
                  <a:lnTo>
                    <a:pt x="31378" y="45876"/>
                  </a:lnTo>
                  <a:lnTo>
                    <a:pt x="31848" y="45390"/>
                  </a:lnTo>
                  <a:lnTo>
                    <a:pt x="31730" y="45004"/>
                  </a:lnTo>
                  <a:lnTo>
                    <a:pt x="31406" y="44452"/>
                  </a:lnTo>
                  <a:lnTo>
                    <a:pt x="30720" y="43668"/>
                  </a:lnTo>
                  <a:lnTo>
                    <a:pt x="29676" y="42711"/>
                  </a:lnTo>
                  <a:lnTo>
                    <a:pt x="28904" y="41797"/>
                  </a:lnTo>
                  <a:lnTo>
                    <a:pt x="28565" y="40943"/>
                  </a:lnTo>
                  <a:lnTo>
                    <a:pt x="28390" y="40179"/>
                  </a:lnTo>
                  <a:lnTo>
                    <a:pt x="28419" y="39485"/>
                  </a:lnTo>
                  <a:lnTo>
                    <a:pt x="28708" y="39012"/>
                  </a:lnTo>
                  <a:lnTo>
                    <a:pt x="29695" y="38417"/>
                  </a:lnTo>
                  <a:lnTo>
                    <a:pt x="29827" y="38164"/>
                  </a:lnTo>
                  <a:lnTo>
                    <a:pt x="29436" y="36849"/>
                  </a:lnTo>
                  <a:lnTo>
                    <a:pt x="28748" y="36610"/>
                  </a:lnTo>
                  <a:lnTo>
                    <a:pt x="27577" y="36483"/>
                  </a:lnTo>
                  <a:lnTo>
                    <a:pt x="26924" y="36472"/>
                  </a:lnTo>
                  <a:lnTo>
                    <a:pt x="26799" y="36328"/>
                  </a:lnTo>
                  <a:lnTo>
                    <a:pt x="26767" y="36064"/>
                  </a:lnTo>
                  <a:lnTo>
                    <a:pt x="26899" y="35524"/>
                  </a:lnTo>
                  <a:lnTo>
                    <a:pt x="27269" y="34907"/>
                  </a:lnTo>
                  <a:lnTo>
                    <a:pt x="27576" y="34513"/>
                  </a:lnTo>
                  <a:lnTo>
                    <a:pt x="27617" y="34179"/>
                  </a:lnTo>
                  <a:lnTo>
                    <a:pt x="27228" y="33037"/>
                  </a:lnTo>
                  <a:lnTo>
                    <a:pt x="27111" y="31637"/>
                  </a:lnTo>
                  <a:lnTo>
                    <a:pt x="27244" y="30540"/>
                  </a:lnTo>
                  <a:lnTo>
                    <a:pt x="28484" y="29731"/>
                  </a:lnTo>
                  <a:lnTo>
                    <a:pt x="28540" y="29436"/>
                  </a:lnTo>
                  <a:lnTo>
                    <a:pt x="26982" y="28558"/>
                  </a:lnTo>
                  <a:lnTo>
                    <a:pt x="25859" y="27563"/>
                  </a:lnTo>
                  <a:lnTo>
                    <a:pt x="25509" y="26982"/>
                  </a:lnTo>
                  <a:lnTo>
                    <a:pt x="24222" y="26894"/>
                  </a:lnTo>
                  <a:lnTo>
                    <a:pt x="23421" y="25207"/>
                  </a:lnTo>
                  <a:lnTo>
                    <a:pt x="22263" y="24386"/>
                  </a:lnTo>
                  <a:lnTo>
                    <a:pt x="21115" y="23676"/>
                  </a:lnTo>
                  <a:lnTo>
                    <a:pt x="20437" y="23346"/>
                  </a:lnTo>
                  <a:lnTo>
                    <a:pt x="16461" y="22327"/>
                  </a:lnTo>
                  <a:lnTo>
                    <a:pt x="14881" y="22133"/>
                  </a:lnTo>
                  <a:lnTo>
                    <a:pt x="13011" y="21538"/>
                  </a:lnTo>
                  <a:lnTo>
                    <a:pt x="11618" y="20792"/>
                  </a:lnTo>
                  <a:lnTo>
                    <a:pt x="10424" y="20312"/>
                  </a:lnTo>
                  <a:lnTo>
                    <a:pt x="9402" y="19720"/>
                  </a:lnTo>
                  <a:lnTo>
                    <a:pt x="7977" y="19166"/>
                  </a:lnTo>
                  <a:lnTo>
                    <a:pt x="7570" y="18693"/>
                  </a:lnTo>
                  <a:lnTo>
                    <a:pt x="6032" y="17816"/>
                  </a:lnTo>
                  <a:lnTo>
                    <a:pt x="5309" y="17240"/>
                  </a:lnTo>
                  <a:lnTo>
                    <a:pt x="2804" y="16150"/>
                  </a:lnTo>
                  <a:lnTo>
                    <a:pt x="2713" y="15720"/>
                  </a:lnTo>
                  <a:lnTo>
                    <a:pt x="2695" y="15305"/>
                  </a:lnTo>
                  <a:lnTo>
                    <a:pt x="2582" y="15133"/>
                  </a:lnTo>
                  <a:lnTo>
                    <a:pt x="0" y="14338"/>
                  </a:lnTo>
                  <a:lnTo>
                    <a:pt x="508" y="13883"/>
                  </a:lnTo>
                  <a:lnTo>
                    <a:pt x="2526" y="13855"/>
                  </a:lnTo>
                  <a:lnTo>
                    <a:pt x="4196" y="14269"/>
                  </a:lnTo>
                  <a:lnTo>
                    <a:pt x="4563" y="14092"/>
                  </a:lnTo>
                  <a:lnTo>
                    <a:pt x="4783" y="13725"/>
                  </a:lnTo>
                  <a:lnTo>
                    <a:pt x="4072" y="12250"/>
                  </a:lnTo>
                  <a:lnTo>
                    <a:pt x="4200" y="11865"/>
                  </a:lnTo>
                  <a:lnTo>
                    <a:pt x="4934" y="11403"/>
                  </a:lnTo>
                  <a:lnTo>
                    <a:pt x="6098" y="11035"/>
                  </a:lnTo>
                  <a:lnTo>
                    <a:pt x="7938" y="10981"/>
                  </a:lnTo>
                  <a:lnTo>
                    <a:pt x="9191" y="11036"/>
                  </a:lnTo>
                  <a:lnTo>
                    <a:pt x="9457" y="11076"/>
                  </a:lnTo>
                  <a:lnTo>
                    <a:pt x="11329" y="12697"/>
                  </a:lnTo>
                  <a:lnTo>
                    <a:pt x="12935" y="14278"/>
                  </a:lnTo>
                  <a:lnTo>
                    <a:pt x="13789" y="14953"/>
                  </a:lnTo>
                  <a:lnTo>
                    <a:pt x="15877" y="16862"/>
                  </a:lnTo>
                  <a:lnTo>
                    <a:pt x="16658" y="17968"/>
                  </a:lnTo>
                  <a:lnTo>
                    <a:pt x="16923" y="18759"/>
                  </a:lnTo>
                  <a:lnTo>
                    <a:pt x="17772" y="18754"/>
                  </a:lnTo>
                  <a:lnTo>
                    <a:pt x="20708" y="19102"/>
                  </a:lnTo>
                  <a:lnTo>
                    <a:pt x="23174" y="19394"/>
                  </a:lnTo>
                  <a:lnTo>
                    <a:pt x="23861" y="19837"/>
                  </a:lnTo>
                  <a:lnTo>
                    <a:pt x="25561" y="19748"/>
                  </a:lnTo>
                  <a:lnTo>
                    <a:pt x="26871" y="19348"/>
                  </a:lnTo>
                  <a:lnTo>
                    <a:pt x="29185" y="18843"/>
                  </a:lnTo>
                  <a:lnTo>
                    <a:pt x="29805" y="18222"/>
                  </a:lnTo>
                  <a:lnTo>
                    <a:pt x="30575" y="17559"/>
                  </a:lnTo>
                  <a:lnTo>
                    <a:pt x="31932" y="17663"/>
                  </a:lnTo>
                  <a:lnTo>
                    <a:pt x="33414" y="18187"/>
                  </a:lnTo>
                  <a:lnTo>
                    <a:pt x="35098" y="18875"/>
                  </a:lnTo>
                  <a:lnTo>
                    <a:pt x="36597" y="19194"/>
                  </a:lnTo>
                  <a:lnTo>
                    <a:pt x="38610" y="19694"/>
                  </a:lnTo>
                  <a:lnTo>
                    <a:pt x="39548" y="20340"/>
                  </a:lnTo>
                  <a:lnTo>
                    <a:pt x="40863" y="20525"/>
                  </a:lnTo>
                  <a:lnTo>
                    <a:pt x="42240" y="19879"/>
                  </a:lnTo>
                  <a:lnTo>
                    <a:pt x="43053" y="18126"/>
                  </a:lnTo>
                  <a:lnTo>
                    <a:pt x="43774" y="17344"/>
                  </a:lnTo>
                  <a:lnTo>
                    <a:pt x="44796" y="16770"/>
                  </a:lnTo>
                  <a:lnTo>
                    <a:pt x="45967" y="16517"/>
                  </a:lnTo>
                  <a:lnTo>
                    <a:pt x="46860" y="16426"/>
                  </a:lnTo>
                  <a:lnTo>
                    <a:pt x="47535" y="15980"/>
                  </a:lnTo>
                  <a:lnTo>
                    <a:pt x="48497" y="14989"/>
                  </a:lnTo>
                  <a:lnTo>
                    <a:pt x="48685" y="13790"/>
                  </a:lnTo>
                  <a:lnTo>
                    <a:pt x="48500" y="11624"/>
                  </a:lnTo>
                  <a:lnTo>
                    <a:pt x="48676" y="10909"/>
                  </a:lnTo>
                  <a:lnTo>
                    <a:pt x="49461" y="9740"/>
                  </a:lnTo>
                  <a:lnTo>
                    <a:pt x="50514" y="6642"/>
                  </a:lnTo>
                  <a:lnTo>
                    <a:pt x="50987" y="5749"/>
                  </a:lnTo>
                  <a:lnTo>
                    <a:pt x="51564" y="5206"/>
                  </a:lnTo>
                  <a:lnTo>
                    <a:pt x="52355" y="4883"/>
                  </a:lnTo>
                  <a:lnTo>
                    <a:pt x="53794" y="3946"/>
                  </a:lnTo>
                  <a:lnTo>
                    <a:pt x="55849" y="2089"/>
                  </a:lnTo>
                  <a:lnTo>
                    <a:pt x="56406" y="1932"/>
                  </a:lnTo>
                  <a:lnTo>
                    <a:pt x="57881" y="1838"/>
                  </a:lnTo>
                  <a:lnTo>
                    <a:pt x="59717" y="1906"/>
                  </a:lnTo>
                  <a:lnTo>
                    <a:pt x="61367" y="2233"/>
                  </a:lnTo>
                  <a:lnTo>
                    <a:pt x="61546" y="2208"/>
                  </a:lnTo>
                  <a:lnTo>
                    <a:pt x="62285" y="2038"/>
                  </a:lnTo>
                  <a:lnTo>
                    <a:pt x="63632" y="1461"/>
                  </a:lnTo>
                  <a:lnTo>
                    <a:pt x="65937" y="315"/>
                  </a:lnTo>
                  <a:lnTo>
                    <a:pt x="67414" y="0"/>
                  </a:lnTo>
                  <a:lnTo>
                    <a:pt x="68758" y="44"/>
                  </a:lnTo>
                  <a:lnTo>
                    <a:pt x="70247" y="1299"/>
                  </a:lnTo>
                  <a:lnTo>
                    <a:pt x="72346" y="2697"/>
                  </a:lnTo>
                  <a:lnTo>
                    <a:pt x="73695" y="3376"/>
                  </a:lnTo>
                  <a:lnTo>
                    <a:pt x="77372" y="4649"/>
                  </a:lnTo>
                  <a:lnTo>
                    <a:pt x="80600" y="5487"/>
                  </a:lnTo>
                  <a:lnTo>
                    <a:pt x="82415" y="8254"/>
                  </a:lnTo>
                  <a:lnTo>
                    <a:pt x="81520" y="9357"/>
                  </a:lnTo>
                  <a:lnTo>
                    <a:pt x="81075" y="9737"/>
                  </a:lnTo>
                  <a:lnTo>
                    <a:pt x="79496" y="10835"/>
                  </a:lnTo>
                  <a:lnTo>
                    <a:pt x="77806" y="12384"/>
                  </a:lnTo>
                  <a:lnTo>
                    <a:pt x="77677" y="13192"/>
                  </a:lnTo>
                  <a:lnTo>
                    <a:pt x="78238" y="1400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5674303" y="2720768"/>
              <a:ext cx="401" cy="535"/>
            </a:xfrm>
            <a:custGeom>
              <a:avLst/>
              <a:pathLst>
                <a:path w="401" h="535">
                  <a:moveTo>
                    <a:pt x="401" y="384"/>
                  </a:moveTo>
                  <a:lnTo>
                    <a:pt x="327" y="535"/>
                  </a:lnTo>
                  <a:lnTo>
                    <a:pt x="54" y="486"/>
                  </a:lnTo>
                  <a:lnTo>
                    <a:pt x="0" y="175"/>
                  </a:lnTo>
                  <a:lnTo>
                    <a:pt x="160" y="0"/>
                  </a:lnTo>
                  <a:lnTo>
                    <a:pt x="383" y="11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-2147483648" y="-2147483648"/>
              <a:ext cx="-2147483648" cy="-2147483648"/>
            </a:xfrm>
            <a:custGeom>
              <a:avLst/>
              <a:pathLst>
                <a:path w="-2147483648" h="-2147483648">
                  <a:moveTo>
                    <a:pt x="-2147483648" y="-2147483648"/>
                  </a:move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332880" y="2685220"/>
              <a:ext cx="495" cy="783"/>
            </a:xfrm>
            <a:custGeom>
              <a:avLst/>
              <a:pathLst>
                <a:path w="495" h="783">
                  <a:moveTo>
                    <a:pt x="495" y="783"/>
                  </a:moveTo>
                  <a:lnTo>
                    <a:pt x="236" y="642"/>
                  </a:lnTo>
                  <a:lnTo>
                    <a:pt x="25" y="453"/>
                  </a:lnTo>
                  <a:lnTo>
                    <a:pt x="0" y="254"/>
                  </a:lnTo>
                  <a:lnTo>
                    <a:pt x="88" y="0"/>
                  </a:lnTo>
                  <a:lnTo>
                    <a:pt x="212" y="88"/>
                  </a:lnTo>
                  <a:lnTo>
                    <a:pt x="232" y="339"/>
                  </a:lnTo>
                  <a:lnTo>
                    <a:pt x="393" y="49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5706200" y="2682648"/>
              <a:ext cx="5006" cy="3029"/>
            </a:xfrm>
            <a:custGeom>
              <a:avLst/>
              <a:pathLst>
                <a:path w="5006" h="3029">
                  <a:moveTo>
                    <a:pt x="5006" y="553"/>
                  </a:moveTo>
                  <a:lnTo>
                    <a:pt x="5004" y="1152"/>
                  </a:lnTo>
                  <a:lnTo>
                    <a:pt x="3787" y="1550"/>
                  </a:lnTo>
                  <a:lnTo>
                    <a:pt x="3376" y="1055"/>
                  </a:lnTo>
                  <a:lnTo>
                    <a:pt x="3115" y="965"/>
                  </a:lnTo>
                  <a:lnTo>
                    <a:pt x="2390" y="1841"/>
                  </a:lnTo>
                  <a:lnTo>
                    <a:pt x="2180" y="2201"/>
                  </a:lnTo>
                  <a:lnTo>
                    <a:pt x="2111" y="2472"/>
                  </a:lnTo>
                  <a:lnTo>
                    <a:pt x="1924" y="2608"/>
                  </a:lnTo>
                  <a:lnTo>
                    <a:pt x="587" y="3029"/>
                  </a:lnTo>
                  <a:lnTo>
                    <a:pt x="0" y="2609"/>
                  </a:lnTo>
                  <a:lnTo>
                    <a:pt x="398" y="2323"/>
                  </a:lnTo>
                  <a:lnTo>
                    <a:pt x="882" y="1753"/>
                  </a:lnTo>
                  <a:lnTo>
                    <a:pt x="1375" y="1837"/>
                  </a:lnTo>
                  <a:lnTo>
                    <a:pt x="1872" y="1303"/>
                  </a:lnTo>
                  <a:lnTo>
                    <a:pt x="2362" y="490"/>
                  </a:lnTo>
                  <a:lnTo>
                    <a:pt x="3060" y="314"/>
                  </a:lnTo>
                  <a:lnTo>
                    <a:pt x="3553" y="0"/>
                  </a:lnTo>
                  <a:lnTo>
                    <a:pt x="4367" y="22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320877" y="2682505"/>
              <a:ext cx="659" cy="1097"/>
            </a:xfrm>
            <a:custGeom>
              <a:avLst/>
              <a:pathLst>
                <a:path w="659" h="1097">
                  <a:moveTo>
                    <a:pt x="638" y="224"/>
                  </a:moveTo>
                  <a:lnTo>
                    <a:pt x="659" y="636"/>
                  </a:lnTo>
                  <a:lnTo>
                    <a:pt x="519" y="612"/>
                  </a:lnTo>
                  <a:lnTo>
                    <a:pt x="206" y="649"/>
                  </a:lnTo>
                  <a:lnTo>
                    <a:pt x="177" y="935"/>
                  </a:lnTo>
                  <a:lnTo>
                    <a:pt x="152" y="1097"/>
                  </a:lnTo>
                  <a:lnTo>
                    <a:pt x="21" y="1039"/>
                  </a:lnTo>
                  <a:lnTo>
                    <a:pt x="0" y="755"/>
                  </a:lnTo>
                  <a:lnTo>
                    <a:pt x="43" y="557"/>
                  </a:lnTo>
                  <a:lnTo>
                    <a:pt x="105" y="265"/>
                  </a:lnTo>
                  <a:lnTo>
                    <a:pt x="342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330522" y="2672213"/>
              <a:ext cx="813" cy="922"/>
            </a:xfrm>
            <a:custGeom>
              <a:avLst/>
              <a:pathLst>
                <a:path w="813" h="922">
                  <a:moveTo>
                    <a:pt x="813" y="663"/>
                  </a:moveTo>
                  <a:lnTo>
                    <a:pt x="702" y="922"/>
                  </a:lnTo>
                  <a:lnTo>
                    <a:pt x="194" y="499"/>
                  </a:lnTo>
                  <a:lnTo>
                    <a:pt x="0" y="219"/>
                  </a:lnTo>
                  <a:lnTo>
                    <a:pt x="539" y="0"/>
                  </a:lnTo>
                  <a:lnTo>
                    <a:pt x="802" y="7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5718450" y="2668834"/>
              <a:ext cx="1030" cy="2321"/>
            </a:xfrm>
            <a:custGeom>
              <a:avLst/>
              <a:pathLst>
                <a:path w="1030" h="2321">
                  <a:moveTo>
                    <a:pt x="822" y="2321"/>
                  </a:moveTo>
                  <a:lnTo>
                    <a:pt x="0" y="1206"/>
                  </a:lnTo>
                  <a:lnTo>
                    <a:pt x="27" y="766"/>
                  </a:lnTo>
                  <a:lnTo>
                    <a:pt x="172" y="371"/>
                  </a:lnTo>
                  <a:lnTo>
                    <a:pt x="500" y="0"/>
                  </a:lnTo>
                  <a:lnTo>
                    <a:pt x="798" y="634"/>
                  </a:lnTo>
                  <a:lnTo>
                    <a:pt x="1030" y="169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328336" y="2668504"/>
              <a:ext cx="860" cy="995"/>
            </a:xfrm>
            <a:custGeom>
              <a:avLst/>
              <a:pathLst>
                <a:path w="860" h="995">
                  <a:moveTo>
                    <a:pt x="860" y="784"/>
                  </a:moveTo>
                  <a:lnTo>
                    <a:pt x="573" y="995"/>
                  </a:lnTo>
                  <a:lnTo>
                    <a:pt x="376" y="948"/>
                  </a:lnTo>
                  <a:lnTo>
                    <a:pt x="143" y="724"/>
                  </a:lnTo>
                  <a:lnTo>
                    <a:pt x="0" y="331"/>
                  </a:lnTo>
                  <a:lnTo>
                    <a:pt x="297" y="0"/>
                  </a:lnTo>
                  <a:lnTo>
                    <a:pt x="755" y="37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335164" y="2667882"/>
              <a:ext cx="1003" cy="1220"/>
            </a:xfrm>
            <a:custGeom>
              <a:avLst/>
              <a:pathLst>
                <a:path w="1003" h="1220">
                  <a:moveTo>
                    <a:pt x="1003" y="1073"/>
                  </a:moveTo>
                  <a:lnTo>
                    <a:pt x="476" y="1220"/>
                  </a:lnTo>
                  <a:lnTo>
                    <a:pt x="0" y="629"/>
                  </a:lnTo>
                  <a:lnTo>
                    <a:pt x="301" y="0"/>
                  </a:lnTo>
                  <a:lnTo>
                    <a:pt x="727" y="148"/>
                  </a:lnTo>
                  <a:lnTo>
                    <a:pt x="970" y="75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5713664" y="2664298"/>
              <a:ext cx="992" cy="1784"/>
            </a:xfrm>
            <a:custGeom>
              <a:avLst/>
              <a:pathLst>
                <a:path w="992" h="1784">
                  <a:moveTo>
                    <a:pt x="755" y="1536"/>
                  </a:moveTo>
                  <a:lnTo>
                    <a:pt x="268" y="1784"/>
                  </a:lnTo>
                  <a:lnTo>
                    <a:pt x="0" y="933"/>
                  </a:lnTo>
                  <a:lnTo>
                    <a:pt x="373" y="77"/>
                  </a:lnTo>
                  <a:lnTo>
                    <a:pt x="788" y="0"/>
                  </a:lnTo>
                  <a:lnTo>
                    <a:pt x="992" y="87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5699541" y="2660032"/>
              <a:ext cx="13366" cy="13265"/>
            </a:xfrm>
            <a:custGeom>
              <a:avLst/>
              <a:pathLst>
                <a:path w="13366" h="13265">
                  <a:moveTo>
                    <a:pt x="9700" y="822"/>
                  </a:moveTo>
                  <a:lnTo>
                    <a:pt x="9700" y="1439"/>
                  </a:lnTo>
                  <a:lnTo>
                    <a:pt x="9977" y="1706"/>
                  </a:lnTo>
                  <a:lnTo>
                    <a:pt x="10252" y="1750"/>
                  </a:lnTo>
                  <a:lnTo>
                    <a:pt x="10937" y="2929"/>
                  </a:lnTo>
                  <a:lnTo>
                    <a:pt x="11999" y="3944"/>
                  </a:lnTo>
                  <a:lnTo>
                    <a:pt x="12646" y="4721"/>
                  </a:lnTo>
                  <a:lnTo>
                    <a:pt x="12685" y="5384"/>
                  </a:lnTo>
                  <a:lnTo>
                    <a:pt x="12488" y="6085"/>
                  </a:lnTo>
                  <a:lnTo>
                    <a:pt x="12761" y="7341"/>
                  </a:lnTo>
                  <a:lnTo>
                    <a:pt x="12894" y="8645"/>
                  </a:lnTo>
                  <a:lnTo>
                    <a:pt x="13366" y="10710"/>
                  </a:lnTo>
                  <a:lnTo>
                    <a:pt x="12700" y="11102"/>
                  </a:lnTo>
                  <a:lnTo>
                    <a:pt x="11654" y="11148"/>
                  </a:lnTo>
                  <a:lnTo>
                    <a:pt x="11412" y="11520"/>
                  </a:lnTo>
                  <a:lnTo>
                    <a:pt x="11055" y="11314"/>
                  </a:lnTo>
                  <a:lnTo>
                    <a:pt x="10186" y="11468"/>
                  </a:lnTo>
                  <a:lnTo>
                    <a:pt x="9355" y="12148"/>
                  </a:lnTo>
                  <a:lnTo>
                    <a:pt x="8564" y="13072"/>
                  </a:lnTo>
                  <a:lnTo>
                    <a:pt x="7654" y="13074"/>
                  </a:lnTo>
                  <a:lnTo>
                    <a:pt x="6628" y="13265"/>
                  </a:lnTo>
                  <a:lnTo>
                    <a:pt x="5602" y="13137"/>
                  </a:lnTo>
                  <a:lnTo>
                    <a:pt x="4880" y="12644"/>
                  </a:lnTo>
                  <a:lnTo>
                    <a:pt x="3609" y="12107"/>
                  </a:lnTo>
                  <a:lnTo>
                    <a:pt x="1915" y="11650"/>
                  </a:lnTo>
                  <a:lnTo>
                    <a:pt x="1214" y="11265"/>
                  </a:lnTo>
                  <a:lnTo>
                    <a:pt x="629" y="10663"/>
                  </a:lnTo>
                  <a:lnTo>
                    <a:pt x="81" y="9145"/>
                  </a:lnTo>
                  <a:lnTo>
                    <a:pt x="0" y="8395"/>
                  </a:lnTo>
                  <a:lnTo>
                    <a:pt x="85" y="7678"/>
                  </a:lnTo>
                  <a:lnTo>
                    <a:pt x="581" y="7435"/>
                  </a:lnTo>
                  <a:lnTo>
                    <a:pt x="995" y="7072"/>
                  </a:lnTo>
                  <a:lnTo>
                    <a:pt x="1055" y="6597"/>
                  </a:lnTo>
                  <a:lnTo>
                    <a:pt x="1238" y="6267"/>
                  </a:lnTo>
                  <a:lnTo>
                    <a:pt x="1476" y="6147"/>
                  </a:lnTo>
                  <a:lnTo>
                    <a:pt x="1592" y="5918"/>
                  </a:lnTo>
                  <a:lnTo>
                    <a:pt x="1425" y="5148"/>
                  </a:lnTo>
                  <a:lnTo>
                    <a:pt x="1379" y="4444"/>
                  </a:lnTo>
                  <a:lnTo>
                    <a:pt x="2361" y="3160"/>
                  </a:lnTo>
                  <a:lnTo>
                    <a:pt x="3435" y="2064"/>
                  </a:lnTo>
                  <a:lnTo>
                    <a:pt x="5327" y="1052"/>
                  </a:lnTo>
                  <a:lnTo>
                    <a:pt x="6483" y="1145"/>
                  </a:lnTo>
                  <a:lnTo>
                    <a:pt x="8256" y="366"/>
                  </a:lnTo>
                  <a:lnTo>
                    <a:pt x="8824" y="0"/>
                  </a:lnTo>
                  <a:lnTo>
                    <a:pt x="9387" y="22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5719581" y="2659239"/>
              <a:ext cx="700" cy="1920"/>
            </a:xfrm>
            <a:custGeom>
              <a:avLst/>
              <a:pathLst>
                <a:path w="700" h="1920">
                  <a:moveTo>
                    <a:pt x="465" y="1543"/>
                  </a:moveTo>
                  <a:lnTo>
                    <a:pt x="149" y="1920"/>
                  </a:lnTo>
                  <a:lnTo>
                    <a:pt x="0" y="0"/>
                  </a:lnTo>
                  <a:lnTo>
                    <a:pt x="326" y="16"/>
                  </a:lnTo>
                  <a:lnTo>
                    <a:pt x="564" y="215"/>
                  </a:lnTo>
                  <a:lnTo>
                    <a:pt x="700" y="69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328916" y="2657736"/>
              <a:ext cx="972" cy="2213"/>
            </a:xfrm>
            <a:custGeom>
              <a:avLst/>
              <a:pathLst>
                <a:path w="972" h="2213">
                  <a:moveTo>
                    <a:pt x="578" y="1736"/>
                  </a:moveTo>
                  <a:lnTo>
                    <a:pt x="338" y="2213"/>
                  </a:lnTo>
                  <a:lnTo>
                    <a:pt x="130" y="2044"/>
                  </a:lnTo>
                  <a:lnTo>
                    <a:pt x="398" y="1243"/>
                  </a:lnTo>
                  <a:lnTo>
                    <a:pt x="436" y="897"/>
                  </a:lnTo>
                  <a:lnTo>
                    <a:pt x="25" y="475"/>
                  </a:lnTo>
                  <a:lnTo>
                    <a:pt x="0" y="181"/>
                  </a:lnTo>
                  <a:lnTo>
                    <a:pt x="119" y="0"/>
                  </a:lnTo>
                  <a:lnTo>
                    <a:pt x="613" y="469"/>
                  </a:lnTo>
                  <a:lnTo>
                    <a:pt x="913" y="837"/>
                  </a:lnTo>
                  <a:lnTo>
                    <a:pt x="972" y="1042"/>
                  </a:lnTo>
                  <a:lnTo>
                    <a:pt x="880" y="139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5698859" y="2656345"/>
              <a:ext cx="989" cy="1607"/>
            </a:xfrm>
            <a:custGeom>
              <a:avLst/>
              <a:pathLst>
                <a:path w="989" h="1607">
                  <a:moveTo>
                    <a:pt x="485" y="1372"/>
                  </a:moveTo>
                  <a:lnTo>
                    <a:pt x="0" y="1607"/>
                  </a:lnTo>
                  <a:lnTo>
                    <a:pt x="258" y="497"/>
                  </a:lnTo>
                  <a:lnTo>
                    <a:pt x="533" y="149"/>
                  </a:lnTo>
                  <a:lnTo>
                    <a:pt x="706" y="77"/>
                  </a:lnTo>
                  <a:lnTo>
                    <a:pt x="989" y="0"/>
                  </a:lnTo>
                  <a:lnTo>
                    <a:pt x="879" y="78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5724537" y="2651319"/>
              <a:ext cx="2655" cy="4351"/>
            </a:xfrm>
            <a:custGeom>
              <a:avLst/>
              <a:pathLst>
                <a:path w="2655" h="4351">
                  <a:moveTo>
                    <a:pt x="974" y="3832"/>
                  </a:moveTo>
                  <a:lnTo>
                    <a:pt x="273" y="4351"/>
                  </a:lnTo>
                  <a:lnTo>
                    <a:pt x="0" y="3846"/>
                  </a:lnTo>
                  <a:lnTo>
                    <a:pt x="321" y="2617"/>
                  </a:lnTo>
                  <a:lnTo>
                    <a:pt x="974" y="1359"/>
                  </a:lnTo>
                  <a:lnTo>
                    <a:pt x="1981" y="168"/>
                  </a:lnTo>
                  <a:lnTo>
                    <a:pt x="2289" y="0"/>
                  </a:lnTo>
                  <a:lnTo>
                    <a:pt x="2655" y="1074"/>
                  </a:lnTo>
                  <a:lnTo>
                    <a:pt x="2225" y="2259"/>
                  </a:lnTo>
                  <a:lnTo>
                    <a:pt x="1212" y="329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5725367" y="2647738"/>
              <a:ext cx="1082" cy="1529"/>
            </a:xfrm>
            <a:custGeom>
              <a:avLst/>
              <a:pathLst>
                <a:path w="1082" h="1529">
                  <a:moveTo>
                    <a:pt x="23" y="1529"/>
                  </a:moveTo>
                  <a:lnTo>
                    <a:pt x="0" y="1264"/>
                  </a:lnTo>
                  <a:lnTo>
                    <a:pt x="145" y="799"/>
                  </a:lnTo>
                  <a:lnTo>
                    <a:pt x="678" y="137"/>
                  </a:lnTo>
                  <a:lnTo>
                    <a:pt x="1082" y="0"/>
                  </a:lnTo>
                  <a:lnTo>
                    <a:pt x="832" y="663"/>
                  </a:lnTo>
                  <a:lnTo>
                    <a:pt x="812" y="99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5711297" y="2643477"/>
              <a:ext cx="14739" cy="11857"/>
            </a:xfrm>
            <a:custGeom>
              <a:avLst/>
              <a:pathLst>
                <a:path w="14739" h="11857">
                  <a:moveTo>
                    <a:pt x="14215" y="588"/>
                  </a:moveTo>
                  <a:lnTo>
                    <a:pt x="12779" y="2449"/>
                  </a:lnTo>
                  <a:lnTo>
                    <a:pt x="12264" y="3406"/>
                  </a:lnTo>
                  <a:lnTo>
                    <a:pt x="11832" y="4466"/>
                  </a:lnTo>
                  <a:lnTo>
                    <a:pt x="10612" y="5602"/>
                  </a:lnTo>
                  <a:lnTo>
                    <a:pt x="10091" y="7125"/>
                  </a:lnTo>
                  <a:lnTo>
                    <a:pt x="10129" y="8666"/>
                  </a:lnTo>
                  <a:lnTo>
                    <a:pt x="11349" y="7055"/>
                  </a:lnTo>
                  <a:lnTo>
                    <a:pt x="12711" y="5738"/>
                  </a:lnTo>
                  <a:lnTo>
                    <a:pt x="13126" y="5472"/>
                  </a:lnTo>
                  <a:lnTo>
                    <a:pt x="13556" y="5486"/>
                  </a:lnTo>
                  <a:lnTo>
                    <a:pt x="13520" y="5936"/>
                  </a:lnTo>
                  <a:lnTo>
                    <a:pt x="13325" y="6381"/>
                  </a:lnTo>
                  <a:lnTo>
                    <a:pt x="13175" y="7544"/>
                  </a:lnTo>
                  <a:lnTo>
                    <a:pt x="13533" y="8624"/>
                  </a:lnTo>
                  <a:lnTo>
                    <a:pt x="12519" y="8519"/>
                  </a:lnTo>
                  <a:lnTo>
                    <a:pt x="11516" y="8612"/>
                  </a:lnTo>
                  <a:lnTo>
                    <a:pt x="10326" y="9218"/>
                  </a:lnTo>
                  <a:lnTo>
                    <a:pt x="9157" y="9484"/>
                  </a:lnTo>
                  <a:lnTo>
                    <a:pt x="8721" y="9491"/>
                  </a:lnTo>
                  <a:lnTo>
                    <a:pt x="8302" y="9288"/>
                  </a:lnTo>
                  <a:lnTo>
                    <a:pt x="8028" y="8977"/>
                  </a:lnTo>
                  <a:lnTo>
                    <a:pt x="7813" y="8256"/>
                  </a:lnTo>
                  <a:lnTo>
                    <a:pt x="7597" y="8149"/>
                  </a:lnTo>
                  <a:lnTo>
                    <a:pt x="6668" y="8182"/>
                  </a:lnTo>
                  <a:lnTo>
                    <a:pt x="5279" y="9589"/>
                  </a:lnTo>
                  <a:lnTo>
                    <a:pt x="4819" y="10797"/>
                  </a:lnTo>
                  <a:lnTo>
                    <a:pt x="4285" y="10850"/>
                  </a:lnTo>
                  <a:lnTo>
                    <a:pt x="3654" y="10599"/>
                  </a:lnTo>
                  <a:lnTo>
                    <a:pt x="2890" y="11521"/>
                  </a:lnTo>
                  <a:lnTo>
                    <a:pt x="1979" y="11857"/>
                  </a:lnTo>
                  <a:lnTo>
                    <a:pt x="1585" y="11073"/>
                  </a:lnTo>
                  <a:lnTo>
                    <a:pt x="1330" y="10114"/>
                  </a:lnTo>
                  <a:lnTo>
                    <a:pt x="1005" y="9407"/>
                  </a:lnTo>
                  <a:lnTo>
                    <a:pt x="0" y="9230"/>
                  </a:lnTo>
                  <a:lnTo>
                    <a:pt x="154" y="8368"/>
                  </a:lnTo>
                  <a:lnTo>
                    <a:pt x="421" y="8011"/>
                  </a:lnTo>
                  <a:lnTo>
                    <a:pt x="665" y="7501"/>
                  </a:lnTo>
                  <a:lnTo>
                    <a:pt x="814" y="6915"/>
                  </a:lnTo>
                  <a:lnTo>
                    <a:pt x="1294" y="7287"/>
                  </a:lnTo>
                  <a:lnTo>
                    <a:pt x="1786" y="7525"/>
                  </a:lnTo>
                  <a:lnTo>
                    <a:pt x="2337" y="7086"/>
                  </a:lnTo>
                  <a:lnTo>
                    <a:pt x="2910" y="7048"/>
                  </a:lnTo>
                  <a:lnTo>
                    <a:pt x="3484" y="5773"/>
                  </a:lnTo>
                  <a:lnTo>
                    <a:pt x="4381" y="4975"/>
                  </a:lnTo>
                  <a:lnTo>
                    <a:pt x="5619" y="4343"/>
                  </a:lnTo>
                  <a:lnTo>
                    <a:pt x="6879" y="3892"/>
                  </a:lnTo>
                  <a:lnTo>
                    <a:pt x="7531" y="3801"/>
                  </a:lnTo>
                  <a:lnTo>
                    <a:pt x="8152" y="3540"/>
                  </a:lnTo>
                  <a:lnTo>
                    <a:pt x="9249" y="2344"/>
                  </a:lnTo>
                  <a:lnTo>
                    <a:pt x="9974" y="1727"/>
                  </a:lnTo>
                  <a:lnTo>
                    <a:pt x="10764" y="1355"/>
                  </a:lnTo>
                  <a:lnTo>
                    <a:pt x="11519" y="1137"/>
                  </a:lnTo>
                  <a:lnTo>
                    <a:pt x="12217" y="1330"/>
                  </a:lnTo>
                  <a:lnTo>
                    <a:pt x="12778" y="1229"/>
                  </a:lnTo>
                  <a:lnTo>
                    <a:pt x="14215" y="374"/>
                  </a:lnTo>
                  <a:lnTo>
                    <a:pt x="14505" y="0"/>
                  </a:lnTo>
                  <a:lnTo>
                    <a:pt x="14739" y="0"/>
                  </a:lnTo>
                  <a:lnTo>
                    <a:pt x="14630" y="32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5697189" y="2592580"/>
              <a:ext cx="1141" cy="539"/>
            </a:xfrm>
            <a:custGeom>
              <a:avLst/>
              <a:pathLst>
                <a:path w="1141" h="539">
                  <a:moveTo>
                    <a:pt x="1090" y="397"/>
                  </a:moveTo>
                  <a:lnTo>
                    <a:pt x="720" y="539"/>
                  </a:lnTo>
                  <a:lnTo>
                    <a:pt x="123" y="423"/>
                  </a:lnTo>
                  <a:lnTo>
                    <a:pt x="0" y="197"/>
                  </a:lnTo>
                  <a:lnTo>
                    <a:pt x="190" y="147"/>
                  </a:lnTo>
                  <a:lnTo>
                    <a:pt x="580" y="0"/>
                  </a:lnTo>
                  <a:lnTo>
                    <a:pt x="1057" y="74"/>
                  </a:lnTo>
                  <a:lnTo>
                    <a:pt x="1141" y="22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56874" y="3145714"/>
              <a:ext cx="1062" cy="1627"/>
            </a:xfrm>
            <a:custGeom>
              <a:avLst/>
              <a:pathLst>
                <a:path w="1062" h="1627">
                  <a:moveTo>
                    <a:pt x="1046" y="1359"/>
                  </a:moveTo>
                  <a:lnTo>
                    <a:pt x="442" y="1627"/>
                  </a:lnTo>
                  <a:lnTo>
                    <a:pt x="273" y="1506"/>
                  </a:lnTo>
                  <a:lnTo>
                    <a:pt x="79" y="983"/>
                  </a:lnTo>
                  <a:lnTo>
                    <a:pt x="69" y="306"/>
                  </a:lnTo>
                  <a:lnTo>
                    <a:pt x="0" y="0"/>
                  </a:lnTo>
                  <a:lnTo>
                    <a:pt x="379" y="100"/>
                  </a:lnTo>
                  <a:lnTo>
                    <a:pt x="1062" y="64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68718" y="3143834"/>
              <a:ext cx="1028" cy="1389"/>
            </a:xfrm>
            <a:custGeom>
              <a:avLst/>
              <a:pathLst>
                <a:path w="1028" h="1389">
                  <a:moveTo>
                    <a:pt x="970" y="162"/>
                  </a:moveTo>
                  <a:lnTo>
                    <a:pt x="1028" y="1389"/>
                  </a:lnTo>
                  <a:lnTo>
                    <a:pt x="270" y="999"/>
                  </a:lnTo>
                  <a:lnTo>
                    <a:pt x="0" y="404"/>
                  </a:lnTo>
                  <a:lnTo>
                    <a:pt x="419" y="0"/>
                  </a:lnTo>
                  <a:lnTo>
                    <a:pt x="765" y="2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44086" y="3140854"/>
              <a:ext cx="2545" cy="2239"/>
            </a:xfrm>
            <a:custGeom>
              <a:avLst/>
              <a:pathLst>
                <a:path w="2545" h="2239">
                  <a:moveTo>
                    <a:pt x="1194" y="0"/>
                  </a:moveTo>
                  <a:lnTo>
                    <a:pt x="1870" y="192"/>
                  </a:lnTo>
                  <a:lnTo>
                    <a:pt x="2545" y="118"/>
                  </a:lnTo>
                  <a:lnTo>
                    <a:pt x="2165" y="1551"/>
                  </a:lnTo>
                  <a:lnTo>
                    <a:pt x="1868" y="2239"/>
                  </a:lnTo>
                  <a:lnTo>
                    <a:pt x="1069" y="2186"/>
                  </a:lnTo>
                  <a:lnTo>
                    <a:pt x="276" y="1249"/>
                  </a:lnTo>
                  <a:lnTo>
                    <a:pt x="0" y="749"/>
                  </a:lnTo>
                  <a:lnTo>
                    <a:pt x="883" y="39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45823" y="3134836"/>
              <a:ext cx="16020" cy="11722"/>
            </a:xfrm>
            <a:custGeom>
              <a:avLst/>
              <a:pathLst>
                <a:path w="16020" h="11722">
                  <a:moveTo>
                    <a:pt x="6387" y="1501"/>
                  </a:moveTo>
                  <a:lnTo>
                    <a:pt x="7756" y="1766"/>
                  </a:lnTo>
                  <a:lnTo>
                    <a:pt x="9013" y="784"/>
                  </a:lnTo>
                  <a:lnTo>
                    <a:pt x="9880" y="471"/>
                  </a:lnTo>
                  <a:lnTo>
                    <a:pt x="10594" y="683"/>
                  </a:lnTo>
                  <a:lnTo>
                    <a:pt x="11097" y="1278"/>
                  </a:lnTo>
                  <a:lnTo>
                    <a:pt x="11826" y="1185"/>
                  </a:lnTo>
                  <a:lnTo>
                    <a:pt x="13888" y="577"/>
                  </a:lnTo>
                  <a:lnTo>
                    <a:pt x="14156" y="784"/>
                  </a:lnTo>
                  <a:lnTo>
                    <a:pt x="14889" y="78"/>
                  </a:lnTo>
                  <a:lnTo>
                    <a:pt x="15521" y="408"/>
                  </a:lnTo>
                  <a:lnTo>
                    <a:pt x="16020" y="1021"/>
                  </a:lnTo>
                  <a:lnTo>
                    <a:pt x="15775" y="1732"/>
                  </a:lnTo>
                  <a:lnTo>
                    <a:pt x="15205" y="2184"/>
                  </a:lnTo>
                  <a:lnTo>
                    <a:pt x="14843" y="2815"/>
                  </a:lnTo>
                  <a:lnTo>
                    <a:pt x="14422" y="3324"/>
                  </a:lnTo>
                  <a:lnTo>
                    <a:pt x="13691" y="3797"/>
                  </a:lnTo>
                  <a:lnTo>
                    <a:pt x="13133" y="4554"/>
                  </a:lnTo>
                  <a:lnTo>
                    <a:pt x="11793" y="6324"/>
                  </a:lnTo>
                  <a:lnTo>
                    <a:pt x="9839" y="8581"/>
                  </a:lnTo>
                  <a:lnTo>
                    <a:pt x="9192" y="8784"/>
                  </a:lnTo>
                  <a:lnTo>
                    <a:pt x="7844" y="8920"/>
                  </a:lnTo>
                  <a:lnTo>
                    <a:pt x="7262" y="8765"/>
                  </a:lnTo>
                  <a:lnTo>
                    <a:pt x="6765" y="8816"/>
                  </a:lnTo>
                  <a:lnTo>
                    <a:pt x="6368" y="10034"/>
                  </a:lnTo>
                  <a:lnTo>
                    <a:pt x="5751" y="10958"/>
                  </a:lnTo>
                  <a:lnTo>
                    <a:pt x="5460" y="11154"/>
                  </a:lnTo>
                  <a:lnTo>
                    <a:pt x="4819" y="11241"/>
                  </a:lnTo>
                  <a:lnTo>
                    <a:pt x="4516" y="11381"/>
                  </a:lnTo>
                  <a:lnTo>
                    <a:pt x="4285" y="11722"/>
                  </a:lnTo>
                  <a:lnTo>
                    <a:pt x="2602" y="11633"/>
                  </a:lnTo>
                  <a:lnTo>
                    <a:pt x="1411" y="11067"/>
                  </a:lnTo>
                  <a:lnTo>
                    <a:pt x="0" y="9805"/>
                  </a:lnTo>
                  <a:lnTo>
                    <a:pt x="1881" y="8259"/>
                  </a:lnTo>
                  <a:lnTo>
                    <a:pt x="3503" y="8330"/>
                  </a:lnTo>
                  <a:lnTo>
                    <a:pt x="4840" y="7292"/>
                  </a:lnTo>
                  <a:lnTo>
                    <a:pt x="5931" y="6768"/>
                  </a:lnTo>
                  <a:lnTo>
                    <a:pt x="6364" y="6234"/>
                  </a:lnTo>
                  <a:lnTo>
                    <a:pt x="6839" y="5825"/>
                  </a:lnTo>
                  <a:lnTo>
                    <a:pt x="6842" y="5293"/>
                  </a:lnTo>
                  <a:lnTo>
                    <a:pt x="6479" y="5053"/>
                  </a:lnTo>
                  <a:lnTo>
                    <a:pt x="5989" y="5077"/>
                  </a:lnTo>
                  <a:lnTo>
                    <a:pt x="5504" y="5312"/>
                  </a:lnTo>
                  <a:lnTo>
                    <a:pt x="4364" y="5610"/>
                  </a:lnTo>
                  <a:lnTo>
                    <a:pt x="3584" y="4998"/>
                  </a:lnTo>
                  <a:lnTo>
                    <a:pt x="4099" y="4771"/>
                  </a:lnTo>
                  <a:lnTo>
                    <a:pt x="4675" y="4782"/>
                  </a:lnTo>
                  <a:lnTo>
                    <a:pt x="6437" y="4208"/>
                  </a:lnTo>
                  <a:lnTo>
                    <a:pt x="6776" y="3969"/>
                  </a:lnTo>
                  <a:lnTo>
                    <a:pt x="6232" y="3154"/>
                  </a:lnTo>
                  <a:lnTo>
                    <a:pt x="5170" y="2660"/>
                  </a:lnTo>
                  <a:lnTo>
                    <a:pt x="4310" y="1829"/>
                  </a:lnTo>
                  <a:lnTo>
                    <a:pt x="4150" y="1518"/>
                  </a:lnTo>
                  <a:lnTo>
                    <a:pt x="4192" y="1025"/>
                  </a:lnTo>
                  <a:lnTo>
                    <a:pt x="3717" y="49"/>
                  </a:lnTo>
                  <a:lnTo>
                    <a:pt x="4216" y="0"/>
                  </a:lnTo>
                  <a:lnTo>
                    <a:pt x="4881" y="62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52309" y="3133708"/>
              <a:ext cx="1949" cy="1709"/>
            </a:xfrm>
            <a:custGeom>
              <a:avLst/>
              <a:pathLst>
                <a:path w="1949" h="1709">
                  <a:moveTo>
                    <a:pt x="1553" y="1708"/>
                  </a:moveTo>
                  <a:lnTo>
                    <a:pt x="255" y="1709"/>
                  </a:lnTo>
                  <a:lnTo>
                    <a:pt x="0" y="1251"/>
                  </a:lnTo>
                  <a:lnTo>
                    <a:pt x="5" y="99"/>
                  </a:lnTo>
                  <a:lnTo>
                    <a:pt x="988" y="0"/>
                  </a:lnTo>
                  <a:lnTo>
                    <a:pt x="1949" y="480"/>
                  </a:lnTo>
                  <a:lnTo>
                    <a:pt x="1886" y="96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58238" y="3133659"/>
              <a:ext cx="17572" cy="14479"/>
            </a:xfrm>
            <a:custGeom>
              <a:avLst/>
              <a:pathLst>
                <a:path w="17572" h="14479">
                  <a:moveTo>
                    <a:pt x="7558" y="0"/>
                  </a:moveTo>
                  <a:lnTo>
                    <a:pt x="9003" y="817"/>
                  </a:lnTo>
                  <a:lnTo>
                    <a:pt x="10812" y="532"/>
                  </a:lnTo>
                  <a:lnTo>
                    <a:pt x="11573" y="757"/>
                  </a:lnTo>
                  <a:lnTo>
                    <a:pt x="12019" y="1438"/>
                  </a:lnTo>
                  <a:lnTo>
                    <a:pt x="11754" y="2070"/>
                  </a:lnTo>
                  <a:lnTo>
                    <a:pt x="11180" y="1979"/>
                  </a:lnTo>
                  <a:lnTo>
                    <a:pt x="10690" y="2148"/>
                  </a:lnTo>
                  <a:lnTo>
                    <a:pt x="10787" y="2980"/>
                  </a:lnTo>
                  <a:lnTo>
                    <a:pt x="11120" y="3335"/>
                  </a:lnTo>
                  <a:lnTo>
                    <a:pt x="13033" y="4251"/>
                  </a:lnTo>
                  <a:lnTo>
                    <a:pt x="13383" y="4305"/>
                  </a:lnTo>
                  <a:lnTo>
                    <a:pt x="13321" y="3921"/>
                  </a:lnTo>
                  <a:lnTo>
                    <a:pt x="12989" y="3293"/>
                  </a:lnTo>
                  <a:lnTo>
                    <a:pt x="12865" y="2616"/>
                  </a:lnTo>
                  <a:lnTo>
                    <a:pt x="13150" y="2052"/>
                  </a:lnTo>
                  <a:lnTo>
                    <a:pt x="13649" y="1879"/>
                  </a:lnTo>
                  <a:lnTo>
                    <a:pt x="15824" y="1596"/>
                  </a:lnTo>
                  <a:lnTo>
                    <a:pt x="16335" y="1863"/>
                  </a:lnTo>
                  <a:lnTo>
                    <a:pt x="17414" y="3459"/>
                  </a:lnTo>
                  <a:lnTo>
                    <a:pt x="16402" y="3680"/>
                  </a:lnTo>
                  <a:lnTo>
                    <a:pt x="15976" y="4369"/>
                  </a:lnTo>
                  <a:lnTo>
                    <a:pt x="16866" y="4667"/>
                  </a:lnTo>
                  <a:lnTo>
                    <a:pt x="17572" y="5107"/>
                  </a:lnTo>
                  <a:lnTo>
                    <a:pt x="17199" y="5783"/>
                  </a:lnTo>
                  <a:lnTo>
                    <a:pt x="17133" y="6126"/>
                  </a:lnTo>
                  <a:lnTo>
                    <a:pt x="15565" y="6604"/>
                  </a:lnTo>
                  <a:lnTo>
                    <a:pt x="14174" y="6911"/>
                  </a:lnTo>
                  <a:lnTo>
                    <a:pt x="13543" y="7706"/>
                  </a:lnTo>
                  <a:lnTo>
                    <a:pt x="12423" y="8282"/>
                  </a:lnTo>
                  <a:lnTo>
                    <a:pt x="9136" y="9293"/>
                  </a:lnTo>
                  <a:lnTo>
                    <a:pt x="9518" y="10110"/>
                  </a:lnTo>
                  <a:lnTo>
                    <a:pt x="9569" y="10504"/>
                  </a:lnTo>
                  <a:lnTo>
                    <a:pt x="9426" y="11566"/>
                  </a:lnTo>
                  <a:lnTo>
                    <a:pt x="4899" y="10293"/>
                  </a:lnTo>
                  <a:lnTo>
                    <a:pt x="4288" y="10429"/>
                  </a:lnTo>
                  <a:lnTo>
                    <a:pt x="5498" y="12596"/>
                  </a:lnTo>
                  <a:lnTo>
                    <a:pt x="4601" y="12997"/>
                  </a:lnTo>
                  <a:lnTo>
                    <a:pt x="3716" y="12736"/>
                  </a:lnTo>
                  <a:lnTo>
                    <a:pt x="2910" y="12916"/>
                  </a:lnTo>
                  <a:lnTo>
                    <a:pt x="2398" y="14479"/>
                  </a:lnTo>
                  <a:lnTo>
                    <a:pt x="1106" y="13480"/>
                  </a:lnTo>
                  <a:lnTo>
                    <a:pt x="4" y="12057"/>
                  </a:lnTo>
                  <a:lnTo>
                    <a:pt x="0" y="11260"/>
                  </a:lnTo>
                  <a:lnTo>
                    <a:pt x="1064" y="9773"/>
                  </a:lnTo>
                  <a:lnTo>
                    <a:pt x="741" y="9142"/>
                  </a:lnTo>
                  <a:lnTo>
                    <a:pt x="3220" y="7121"/>
                  </a:lnTo>
                  <a:lnTo>
                    <a:pt x="3665" y="6519"/>
                  </a:lnTo>
                  <a:lnTo>
                    <a:pt x="4438" y="6173"/>
                  </a:lnTo>
                  <a:lnTo>
                    <a:pt x="5238" y="6055"/>
                  </a:lnTo>
                  <a:lnTo>
                    <a:pt x="5578" y="5795"/>
                  </a:lnTo>
                  <a:lnTo>
                    <a:pt x="5523" y="5304"/>
                  </a:lnTo>
                  <a:lnTo>
                    <a:pt x="5200" y="4460"/>
                  </a:lnTo>
                  <a:lnTo>
                    <a:pt x="5227" y="3089"/>
                  </a:lnTo>
                  <a:lnTo>
                    <a:pt x="7213" y="1227"/>
                  </a:lnTo>
                  <a:lnTo>
                    <a:pt x="6922" y="3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545114" y="2709577"/>
              <a:ext cx="5735" cy="7028"/>
            </a:xfrm>
            <a:custGeom>
              <a:avLst/>
              <a:pathLst>
                <a:path w="5735" h="7028">
                  <a:moveTo>
                    <a:pt x="5341" y="6614"/>
                  </a:moveTo>
                  <a:lnTo>
                    <a:pt x="4005" y="7028"/>
                  </a:lnTo>
                  <a:lnTo>
                    <a:pt x="3072" y="6878"/>
                  </a:lnTo>
                  <a:lnTo>
                    <a:pt x="1228" y="5697"/>
                  </a:lnTo>
                  <a:lnTo>
                    <a:pt x="733" y="4913"/>
                  </a:lnTo>
                  <a:lnTo>
                    <a:pt x="0" y="2695"/>
                  </a:lnTo>
                  <a:lnTo>
                    <a:pt x="162" y="1915"/>
                  </a:lnTo>
                  <a:lnTo>
                    <a:pt x="742" y="543"/>
                  </a:lnTo>
                  <a:lnTo>
                    <a:pt x="2059" y="0"/>
                  </a:lnTo>
                  <a:lnTo>
                    <a:pt x="3440" y="201"/>
                  </a:lnTo>
                  <a:lnTo>
                    <a:pt x="4059" y="573"/>
                  </a:lnTo>
                  <a:lnTo>
                    <a:pt x="4790" y="2180"/>
                  </a:lnTo>
                  <a:lnTo>
                    <a:pt x="5735" y="3813"/>
                  </a:lnTo>
                  <a:lnTo>
                    <a:pt x="5578" y="575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48706" y="2595036"/>
              <a:ext cx="1708" cy="4629"/>
            </a:xfrm>
            <a:custGeom>
              <a:avLst/>
              <a:pathLst>
                <a:path w="1708" h="4629">
                  <a:moveTo>
                    <a:pt x="1302" y="4515"/>
                  </a:moveTo>
                  <a:lnTo>
                    <a:pt x="709" y="4629"/>
                  </a:lnTo>
                  <a:lnTo>
                    <a:pt x="426" y="4260"/>
                  </a:lnTo>
                  <a:lnTo>
                    <a:pt x="254" y="3383"/>
                  </a:lnTo>
                  <a:lnTo>
                    <a:pt x="432" y="2538"/>
                  </a:lnTo>
                  <a:lnTo>
                    <a:pt x="482" y="1856"/>
                  </a:lnTo>
                  <a:lnTo>
                    <a:pt x="0" y="672"/>
                  </a:lnTo>
                  <a:lnTo>
                    <a:pt x="471" y="0"/>
                  </a:lnTo>
                  <a:lnTo>
                    <a:pt x="872" y="783"/>
                  </a:lnTo>
                  <a:lnTo>
                    <a:pt x="1099" y="836"/>
                  </a:lnTo>
                  <a:lnTo>
                    <a:pt x="1708" y="1382"/>
                  </a:lnTo>
                  <a:lnTo>
                    <a:pt x="1530" y="2389"/>
                  </a:lnTo>
                  <a:lnTo>
                    <a:pt x="1570" y="2718"/>
                  </a:lnTo>
                  <a:lnTo>
                    <a:pt x="1294" y="372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505962" y="2337903"/>
              <a:ext cx="27930" cy="51065"/>
            </a:xfrm>
            <a:custGeom>
              <a:avLst/>
              <a:pathLst>
                <a:path w="27930" h="51065">
                  <a:moveTo>
                    <a:pt x="27930" y="24003"/>
                  </a:moveTo>
                  <a:lnTo>
                    <a:pt x="27637" y="24304"/>
                  </a:lnTo>
                  <a:lnTo>
                    <a:pt x="26846" y="24960"/>
                  </a:lnTo>
                  <a:lnTo>
                    <a:pt x="26485" y="25835"/>
                  </a:lnTo>
                  <a:lnTo>
                    <a:pt x="26275" y="26677"/>
                  </a:lnTo>
                  <a:lnTo>
                    <a:pt x="25783" y="27249"/>
                  </a:lnTo>
                  <a:lnTo>
                    <a:pt x="25315" y="27969"/>
                  </a:lnTo>
                  <a:lnTo>
                    <a:pt x="25169" y="28552"/>
                  </a:lnTo>
                  <a:lnTo>
                    <a:pt x="24731" y="29014"/>
                  </a:lnTo>
                  <a:lnTo>
                    <a:pt x="24647" y="29783"/>
                  </a:lnTo>
                  <a:lnTo>
                    <a:pt x="23544" y="32497"/>
                  </a:lnTo>
                  <a:lnTo>
                    <a:pt x="23104" y="33719"/>
                  </a:lnTo>
                  <a:lnTo>
                    <a:pt x="22472" y="35016"/>
                  </a:lnTo>
                  <a:lnTo>
                    <a:pt x="22076" y="35498"/>
                  </a:lnTo>
                  <a:lnTo>
                    <a:pt x="21540" y="36271"/>
                  </a:lnTo>
                  <a:lnTo>
                    <a:pt x="21268" y="37164"/>
                  </a:lnTo>
                  <a:lnTo>
                    <a:pt x="21268" y="38086"/>
                  </a:lnTo>
                  <a:lnTo>
                    <a:pt x="20892" y="39193"/>
                  </a:lnTo>
                  <a:lnTo>
                    <a:pt x="20684" y="40147"/>
                  </a:lnTo>
                  <a:lnTo>
                    <a:pt x="20330" y="40700"/>
                  </a:lnTo>
                  <a:lnTo>
                    <a:pt x="19395" y="43720"/>
                  </a:lnTo>
                  <a:lnTo>
                    <a:pt x="19349" y="44759"/>
                  </a:lnTo>
                  <a:lnTo>
                    <a:pt x="19127" y="45376"/>
                  </a:lnTo>
                  <a:lnTo>
                    <a:pt x="18463" y="46815"/>
                  </a:lnTo>
                  <a:lnTo>
                    <a:pt x="18014" y="47681"/>
                  </a:lnTo>
                  <a:lnTo>
                    <a:pt x="17231" y="48329"/>
                  </a:lnTo>
                  <a:lnTo>
                    <a:pt x="16408" y="49034"/>
                  </a:lnTo>
                  <a:lnTo>
                    <a:pt x="16095" y="49803"/>
                  </a:lnTo>
                  <a:lnTo>
                    <a:pt x="15514" y="50193"/>
                  </a:lnTo>
                  <a:lnTo>
                    <a:pt x="15090" y="50219"/>
                  </a:lnTo>
                  <a:lnTo>
                    <a:pt x="14403" y="49940"/>
                  </a:lnTo>
                  <a:lnTo>
                    <a:pt x="13478" y="49806"/>
                  </a:lnTo>
                  <a:lnTo>
                    <a:pt x="13008" y="49896"/>
                  </a:lnTo>
                  <a:lnTo>
                    <a:pt x="12796" y="49514"/>
                  </a:lnTo>
                  <a:lnTo>
                    <a:pt x="12481" y="48636"/>
                  </a:lnTo>
                  <a:lnTo>
                    <a:pt x="12018" y="48015"/>
                  </a:lnTo>
                  <a:lnTo>
                    <a:pt x="11719" y="48231"/>
                  </a:lnTo>
                  <a:lnTo>
                    <a:pt x="11096" y="48856"/>
                  </a:lnTo>
                  <a:lnTo>
                    <a:pt x="10366" y="49223"/>
                  </a:lnTo>
                  <a:lnTo>
                    <a:pt x="9846" y="49100"/>
                  </a:lnTo>
                  <a:lnTo>
                    <a:pt x="8713" y="48668"/>
                  </a:lnTo>
                  <a:lnTo>
                    <a:pt x="8231" y="48450"/>
                  </a:lnTo>
                  <a:lnTo>
                    <a:pt x="8085" y="48081"/>
                  </a:lnTo>
                  <a:lnTo>
                    <a:pt x="7918" y="47804"/>
                  </a:lnTo>
                  <a:lnTo>
                    <a:pt x="7667" y="47928"/>
                  </a:lnTo>
                  <a:lnTo>
                    <a:pt x="7333" y="48389"/>
                  </a:lnTo>
                  <a:lnTo>
                    <a:pt x="6888" y="48872"/>
                  </a:lnTo>
                  <a:lnTo>
                    <a:pt x="6228" y="49510"/>
                  </a:lnTo>
                  <a:lnTo>
                    <a:pt x="4872" y="50655"/>
                  </a:lnTo>
                  <a:lnTo>
                    <a:pt x="4490" y="51065"/>
                  </a:lnTo>
                  <a:lnTo>
                    <a:pt x="4137" y="50842"/>
                  </a:lnTo>
                  <a:lnTo>
                    <a:pt x="3564" y="50615"/>
                  </a:lnTo>
                  <a:lnTo>
                    <a:pt x="2948" y="50602"/>
                  </a:lnTo>
                  <a:lnTo>
                    <a:pt x="1623" y="49859"/>
                  </a:lnTo>
                  <a:lnTo>
                    <a:pt x="848" y="49330"/>
                  </a:lnTo>
                  <a:lnTo>
                    <a:pt x="513" y="48666"/>
                  </a:lnTo>
                  <a:lnTo>
                    <a:pt x="121" y="48377"/>
                  </a:lnTo>
                  <a:lnTo>
                    <a:pt x="0" y="48070"/>
                  </a:lnTo>
                  <a:lnTo>
                    <a:pt x="343" y="47975"/>
                  </a:lnTo>
                  <a:lnTo>
                    <a:pt x="650" y="47965"/>
                  </a:lnTo>
                  <a:lnTo>
                    <a:pt x="1127" y="46950"/>
                  </a:lnTo>
                  <a:lnTo>
                    <a:pt x="1918" y="46316"/>
                  </a:lnTo>
                  <a:lnTo>
                    <a:pt x="3292" y="42799"/>
                  </a:lnTo>
                  <a:lnTo>
                    <a:pt x="3871" y="41346"/>
                  </a:lnTo>
                  <a:lnTo>
                    <a:pt x="3941" y="40551"/>
                  </a:lnTo>
                  <a:lnTo>
                    <a:pt x="4106" y="38895"/>
                  </a:lnTo>
                  <a:lnTo>
                    <a:pt x="3799" y="36878"/>
                  </a:lnTo>
                  <a:lnTo>
                    <a:pt x="3942" y="36312"/>
                  </a:lnTo>
                  <a:lnTo>
                    <a:pt x="5123" y="33878"/>
                  </a:lnTo>
                  <a:lnTo>
                    <a:pt x="5630" y="32550"/>
                  </a:lnTo>
                  <a:lnTo>
                    <a:pt x="5664" y="31406"/>
                  </a:lnTo>
                  <a:lnTo>
                    <a:pt x="5811" y="30583"/>
                  </a:lnTo>
                  <a:lnTo>
                    <a:pt x="5665" y="30152"/>
                  </a:lnTo>
                  <a:lnTo>
                    <a:pt x="5397" y="30027"/>
                  </a:lnTo>
                  <a:lnTo>
                    <a:pt x="4945" y="28959"/>
                  </a:lnTo>
                  <a:lnTo>
                    <a:pt x="4654" y="28074"/>
                  </a:lnTo>
                  <a:lnTo>
                    <a:pt x="3853" y="27167"/>
                  </a:lnTo>
                  <a:lnTo>
                    <a:pt x="3303" y="26238"/>
                  </a:lnTo>
                  <a:lnTo>
                    <a:pt x="2403" y="24103"/>
                  </a:lnTo>
                  <a:lnTo>
                    <a:pt x="2484" y="22905"/>
                  </a:lnTo>
                  <a:lnTo>
                    <a:pt x="2228" y="22473"/>
                  </a:lnTo>
                  <a:lnTo>
                    <a:pt x="1952" y="22033"/>
                  </a:lnTo>
                  <a:lnTo>
                    <a:pt x="1972" y="21491"/>
                  </a:lnTo>
                  <a:lnTo>
                    <a:pt x="1785" y="20148"/>
                  </a:lnTo>
                  <a:lnTo>
                    <a:pt x="1552" y="18888"/>
                  </a:lnTo>
                  <a:lnTo>
                    <a:pt x="1467" y="18093"/>
                  </a:lnTo>
                  <a:lnTo>
                    <a:pt x="1690" y="16726"/>
                  </a:lnTo>
                  <a:lnTo>
                    <a:pt x="1556" y="15206"/>
                  </a:lnTo>
                  <a:lnTo>
                    <a:pt x="1263" y="14406"/>
                  </a:lnTo>
                  <a:lnTo>
                    <a:pt x="1183" y="13190"/>
                  </a:lnTo>
                  <a:lnTo>
                    <a:pt x="1243" y="12100"/>
                  </a:lnTo>
                  <a:lnTo>
                    <a:pt x="1493" y="11485"/>
                  </a:lnTo>
                  <a:lnTo>
                    <a:pt x="1443" y="10722"/>
                  </a:lnTo>
                  <a:lnTo>
                    <a:pt x="2583" y="8296"/>
                  </a:lnTo>
                  <a:lnTo>
                    <a:pt x="3448" y="6890"/>
                  </a:lnTo>
                  <a:lnTo>
                    <a:pt x="4245" y="5903"/>
                  </a:lnTo>
                  <a:lnTo>
                    <a:pt x="4914" y="5166"/>
                  </a:lnTo>
                  <a:lnTo>
                    <a:pt x="5819" y="1481"/>
                  </a:lnTo>
                  <a:lnTo>
                    <a:pt x="6478" y="184"/>
                  </a:lnTo>
                  <a:lnTo>
                    <a:pt x="7167" y="0"/>
                  </a:lnTo>
                  <a:lnTo>
                    <a:pt x="10882" y="3051"/>
                  </a:lnTo>
                  <a:lnTo>
                    <a:pt x="12624" y="3333"/>
                  </a:lnTo>
                  <a:lnTo>
                    <a:pt x="16134" y="4981"/>
                  </a:lnTo>
                  <a:lnTo>
                    <a:pt x="17405" y="7095"/>
                  </a:lnTo>
                  <a:lnTo>
                    <a:pt x="20348" y="10612"/>
                  </a:lnTo>
                  <a:lnTo>
                    <a:pt x="21894" y="11716"/>
                  </a:lnTo>
                  <a:lnTo>
                    <a:pt x="21909" y="12638"/>
                  </a:lnTo>
                  <a:lnTo>
                    <a:pt x="21571" y="14105"/>
                  </a:lnTo>
                  <a:lnTo>
                    <a:pt x="22561" y="12824"/>
                  </a:lnTo>
                  <a:lnTo>
                    <a:pt x="24093" y="14852"/>
                  </a:lnTo>
                  <a:lnTo>
                    <a:pt x="24526" y="15848"/>
                  </a:lnTo>
                  <a:lnTo>
                    <a:pt x="25003" y="17683"/>
                  </a:lnTo>
                  <a:lnTo>
                    <a:pt x="24838" y="18862"/>
                  </a:lnTo>
                  <a:lnTo>
                    <a:pt x="24626" y="19471"/>
                  </a:lnTo>
                  <a:lnTo>
                    <a:pt x="24615" y="19944"/>
                  </a:lnTo>
                  <a:lnTo>
                    <a:pt x="25070" y="19292"/>
                  </a:lnTo>
                  <a:lnTo>
                    <a:pt x="25327" y="18775"/>
                  </a:lnTo>
                  <a:lnTo>
                    <a:pt x="25403" y="17545"/>
                  </a:lnTo>
                  <a:lnTo>
                    <a:pt x="25775" y="16018"/>
                  </a:lnTo>
                  <a:lnTo>
                    <a:pt x="26274" y="15991"/>
                  </a:lnTo>
                  <a:lnTo>
                    <a:pt x="26670" y="16900"/>
                  </a:lnTo>
                  <a:lnTo>
                    <a:pt x="27494" y="20857"/>
                  </a:lnTo>
                  <a:lnTo>
                    <a:pt x="27804" y="21666"/>
                  </a:lnTo>
                  <a:lnTo>
                    <a:pt x="27923" y="22922"/>
                  </a:lnTo>
                  <a:lnTo>
                    <a:pt x="27877" y="2348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43379" y="2211074"/>
              <a:ext cx="3722" cy="6262"/>
            </a:xfrm>
            <a:custGeom>
              <a:avLst/>
              <a:pathLst>
                <a:path w="3722" h="6262">
                  <a:moveTo>
                    <a:pt x="3722" y="5311"/>
                  </a:moveTo>
                  <a:lnTo>
                    <a:pt x="3624" y="6107"/>
                  </a:lnTo>
                  <a:lnTo>
                    <a:pt x="3383" y="6262"/>
                  </a:lnTo>
                  <a:lnTo>
                    <a:pt x="3030" y="5600"/>
                  </a:lnTo>
                  <a:lnTo>
                    <a:pt x="1475" y="5693"/>
                  </a:lnTo>
                  <a:lnTo>
                    <a:pt x="1238" y="5101"/>
                  </a:lnTo>
                  <a:lnTo>
                    <a:pt x="1224" y="4820"/>
                  </a:lnTo>
                  <a:lnTo>
                    <a:pt x="1971" y="3813"/>
                  </a:lnTo>
                  <a:lnTo>
                    <a:pt x="1092" y="3543"/>
                  </a:lnTo>
                  <a:lnTo>
                    <a:pt x="743" y="3109"/>
                  </a:lnTo>
                  <a:lnTo>
                    <a:pt x="0" y="988"/>
                  </a:lnTo>
                  <a:lnTo>
                    <a:pt x="60" y="372"/>
                  </a:lnTo>
                  <a:lnTo>
                    <a:pt x="368" y="46"/>
                  </a:lnTo>
                  <a:lnTo>
                    <a:pt x="873" y="0"/>
                  </a:lnTo>
                  <a:lnTo>
                    <a:pt x="1822" y="685"/>
                  </a:lnTo>
                  <a:lnTo>
                    <a:pt x="2527" y="1660"/>
                  </a:lnTo>
                  <a:lnTo>
                    <a:pt x="2768" y="1675"/>
                  </a:lnTo>
                  <a:lnTo>
                    <a:pt x="2848" y="1951"/>
                  </a:lnTo>
                  <a:lnTo>
                    <a:pt x="2706" y="2637"/>
                  </a:lnTo>
                  <a:lnTo>
                    <a:pt x="3127" y="3218"/>
                  </a:lnTo>
                  <a:lnTo>
                    <a:pt x="3309" y="364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42446" y="2195299"/>
              <a:ext cx="1087" cy="1677"/>
            </a:xfrm>
            <a:custGeom>
              <a:avLst/>
              <a:pathLst>
                <a:path w="1087" h="1677">
                  <a:moveTo>
                    <a:pt x="831" y="1622"/>
                  </a:moveTo>
                  <a:lnTo>
                    <a:pt x="304" y="1677"/>
                  </a:lnTo>
                  <a:lnTo>
                    <a:pt x="72" y="1556"/>
                  </a:lnTo>
                  <a:lnTo>
                    <a:pt x="0" y="717"/>
                  </a:lnTo>
                  <a:lnTo>
                    <a:pt x="407" y="140"/>
                  </a:lnTo>
                  <a:lnTo>
                    <a:pt x="647" y="0"/>
                  </a:lnTo>
                  <a:lnTo>
                    <a:pt x="1003" y="646"/>
                  </a:lnTo>
                  <a:lnTo>
                    <a:pt x="1087" y="118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37945" y="2190431"/>
              <a:ext cx="2287" cy="5484"/>
            </a:xfrm>
            <a:custGeom>
              <a:avLst/>
              <a:pathLst>
                <a:path w="2287" h="5484">
                  <a:moveTo>
                    <a:pt x="1935" y="4858"/>
                  </a:moveTo>
                  <a:lnTo>
                    <a:pt x="1169" y="5484"/>
                  </a:lnTo>
                  <a:lnTo>
                    <a:pt x="793" y="5291"/>
                  </a:lnTo>
                  <a:lnTo>
                    <a:pt x="327" y="4089"/>
                  </a:lnTo>
                  <a:lnTo>
                    <a:pt x="0" y="757"/>
                  </a:lnTo>
                  <a:lnTo>
                    <a:pt x="255" y="206"/>
                  </a:lnTo>
                  <a:lnTo>
                    <a:pt x="435" y="0"/>
                  </a:lnTo>
                  <a:lnTo>
                    <a:pt x="1443" y="408"/>
                  </a:lnTo>
                  <a:lnTo>
                    <a:pt x="1864" y="879"/>
                  </a:lnTo>
                  <a:lnTo>
                    <a:pt x="2287" y="1176"/>
                  </a:lnTo>
                  <a:lnTo>
                    <a:pt x="2072" y="1787"/>
                  </a:lnTo>
                  <a:lnTo>
                    <a:pt x="2178" y="428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40349" y="2188320"/>
              <a:ext cx="3475" cy="4007"/>
            </a:xfrm>
            <a:custGeom>
              <a:avLst/>
              <a:pathLst>
                <a:path w="3475" h="4007">
                  <a:moveTo>
                    <a:pt x="2013" y="3852"/>
                  </a:moveTo>
                  <a:lnTo>
                    <a:pt x="900" y="4007"/>
                  </a:lnTo>
                  <a:lnTo>
                    <a:pt x="168" y="3886"/>
                  </a:lnTo>
                  <a:lnTo>
                    <a:pt x="0" y="2887"/>
                  </a:lnTo>
                  <a:lnTo>
                    <a:pt x="372" y="2042"/>
                  </a:lnTo>
                  <a:lnTo>
                    <a:pt x="104" y="1016"/>
                  </a:lnTo>
                  <a:lnTo>
                    <a:pt x="277" y="403"/>
                  </a:lnTo>
                  <a:lnTo>
                    <a:pt x="650" y="0"/>
                  </a:lnTo>
                  <a:lnTo>
                    <a:pt x="1263" y="534"/>
                  </a:lnTo>
                  <a:lnTo>
                    <a:pt x="1360" y="1300"/>
                  </a:lnTo>
                  <a:lnTo>
                    <a:pt x="1745" y="2000"/>
                  </a:lnTo>
                  <a:lnTo>
                    <a:pt x="3475" y="349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103605" y="1818494"/>
              <a:ext cx="9373" cy="22826"/>
            </a:xfrm>
            <a:custGeom>
              <a:avLst/>
              <a:pathLst>
                <a:path w="9373" h="22826">
                  <a:moveTo>
                    <a:pt x="8654" y="3013"/>
                  </a:moveTo>
                  <a:lnTo>
                    <a:pt x="8406" y="5061"/>
                  </a:lnTo>
                  <a:lnTo>
                    <a:pt x="8586" y="5661"/>
                  </a:lnTo>
                  <a:lnTo>
                    <a:pt x="8928" y="6079"/>
                  </a:lnTo>
                  <a:lnTo>
                    <a:pt x="9087" y="6539"/>
                  </a:lnTo>
                  <a:lnTo>
                    <a:pt x="9373" y="12002"/>
                  </a:lnTo>
                  <a:lnTo>
                    <a:pt x="9319" y="12437"/>
                  </a:lnTo>
                  <a:lnTo>
                    <a:pt x="8162" y="14632"/>
                  </a:lnTo>
                  <a:lnTo>
                    <a:pt x="7902" y="15276"/>
                  </a:lnTo>
                  <a:lnTo>
                    <a:pt x="7844" y="17996"/>
                  </a:lnTo>
                  <a:lnTo>
                    <a:pt x="7649" y="18727"/>
                  </a:lnTo>
                  <a:lnTo>
                    <a:pt x="7239" y="19448"/>
                  </a:lnTo>
                  <a:lnTo>
                    <a:pt x="6507" y="21778"/>
                  </a:lnTo>
                  <a:lnTo>
                    <a:pt x="5870" y="22826"/>
                  </a:lnTo>
                  <a:lnTo>
                    <a:pt x="4138" y="21548"/>
                  </a:lnTo>
                  <a:lnTo>
                    <a:pt x="3116" y="20996"/>
                  </a:lnTo>
                  <a:lnTo>
                    <a:pt x="2615" y="20400"/>
                  </a:lnTo>
                  <a:lnTo>
                    <a:pt x="2288" y="19988"/>
                  </a:lnTo>
                  <a:lnTo>
                    <a:pt x="2499" y="19440"/>
                  </a:lnTo>
                  <a:lnTo>
                    <a:pt x="2964" y="18870"/>
                  </a:lnTo>
                  <a:lnTo>
                    <a:pt x="3038" y="18422"/>
                  </a:lnTo>
                  <a:lnTo>
                    <a:pt x="1942" y="17914"/>
                  </a:lnTo>
                  <a:lnTo>
                    <a:pt x="1441" y="17575"/>
                  </a:lnTo>
                  <a:lnTo>
                    <a:pt x="1447" y="16981"/>
                  </a:lnTo>
                  <a:lnTo>
                    <a:pt x="1826" y="16055"/>
                  </a:lnTo>
                  <a:lnTo>
                    <a:pt x="1653" y="15291"/>
                  </a:lnTo>
                  <a:lnTo>
                    <a:pt x="1021" y="15330"/>
                  </a:lnTo>
                  <a:lnTo>
                    <a:pt x="532" y="15213"/>
                  </a:lnTo>
                  <a:lnTo>
                    <a:pt x="468" y="14817"/>
                  </a:lnTo>
                  <a:lnTo>
                    <a:pt x="830" y="14309"/>
                  </a:lnTo>
                  <a:lnTo>
                    <a:pt x="1295" y="13646"/>
                  </a:lnTo>
                  <a:lnTo>
                    <a:pt x="1280" y="12914"/>
                  </a:lnTo>
                  <a:lnTo>
                    <a:pt x="718" y="12598"/>
                  </a:lnTo>
                  <a:lnTo>
                    <a:pt x="209" y="12004"/>
                  </a:lnTo>
                  <a:lnTo>
                    <a:pt x="5" y="11195"/>
                  </a:lnTo>
                  <a:lnTo>
                    <a:pt x="400" y="10642"/>
                  </a:lnTo>
                  <a:lnTo>
                    <a:pt x="1039" y="10285"/>
                  </a:lnTo>
                  <a:lnTo>
                    <a:pt x="570" y="9457"/>
                  </a:lnTo>
                  <a:lnTo>
                    <a:pt x="253" y="9439"/>
                  </a:lnTo>
                  <a:lnTo>
                    <a:pt x="0" y="9258"/>
                  </a:lnTo>
                  <a:lnTo>
                    <a:pt x="206" y="8873"/>
                  </a:lnTo>
                  <a:lnTo>
                    <a:pt x="704" y="8297"/>
                  </a:lnTo>
                  <a:lnTo>
                    <a:pt x="1395" y="6579"/>
                  </a:lnTo>
                  <a:lnTo>
                    <a:pt x="2357" y="5768"/>
                  </a:lnTo>
                  <a:lnTo>
                    <a:pt x="4061" y="5246"/>
                  </a:lnTo>
                  <a:lnTo>
                    <a:pt x="4522" y="5018"/>
                  </a:lnTo>
                  <a:lnTo>
                    <a:pt x="4945" y="4414"/>
                  </a:lnTo>
                  <a:lnTo>
                    <a:pt x="5414" y="4024"/>
                  </a:lnTo>
                  <a:lnTo>
                    <a:pt x="5983" y="4076"/>
                  </a:lnTo>
                  <a:lnTo>
                    <a:pt x="6507" y="4310"/>
                  </a:lnTo>
                  <a:lnTo>
                    <a:pt x="6831" y="4558"/>
                  </a:lnTo>
                  <a:lnTo>
                    <a:pt x="7074" y="4300"/>
                  </a:lnTo>
                  <a:lnTo>
                    <a:pt x="7310" y="3550"/>
                  </a:lnTo>
                  <a:lnTo>
                    <a:pt x="7165" y="2893"/>
                  </a:lnTo>
                  <a:lnTo>
                    <a:pt x="7240" y="1083"/>
                  </a:lnTo>
                  <a:lnTo>
                    <a:pt x="7545" y="57"/>
                  </a:lnTo>
                  <a:lnTo>
                    <a:pt x="8037" y="0"/>
                  </a:lnTo>
                  <a:lnTo>
                    <a:pt x="8492" y="564"/>
                  </a:lnTo>
                  <a:lnTo>
                    <a:pt x="8469" y="1063"/>
                  </a:lnTo>
                  <a:lnTo>
                    <a:pt x="8637" y="224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009427" y="1776247"/>
              <a:ext cx="1991" cy="3260"/>
            </a:xfrm>
            <a:custGeom>
              <a:avLst/>
              <a:pathLst>
                <a:path w="1991" h="3260">
                  <a:moveTo>
                    <a:pt x="1991" y="2041"/>
                  </a:moveTo>
                  <a:lnTo>
                    <a:pt x="1658" y="3260"/>
                  </a:lnTo>
                  <a:lnTo>
                    <a:pt x="1027" y="2137"/>
                  </a:lnTo>
                  <a:lnTo>
                    <a:pt x="190" y="1153"/>
                  </a:lnTo>
                  <a:lnTo>
                    <a:pt x="0" y="243"/>
                  </a:lnTo>
                  <a:lnTo>
                    <a:pt x="1" y="0"/>
                  </a:lnTo>
                  <a:lnTo>
                    <a:pt x="982" y="66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977510" y="1705856"/>
              <a:ext cx="122071" cy="122136"/>
            </a:xfrm>
            <a:custGeom>
              <a:avLst/>
              <a:pathLst>
                <a:path w="122071" h="122136">
                  <a:moveTo>
                    <a:pt x="99832" y="21742"/>
                  </a:moveTo>
                  <a:lnTo>
                    <a:pt x="100151" y="22205"/>
                  </a:lnTo>
                  <a:lnTo>
                    <a:pt x="100888" y="22419"/>
                  </a:lnTo>
                  <a:lnTo>
                    <a:pt x="101149" y="22589"/>
                  </a:lnTo>
                  <a:lnTo>
                    <a:pt x="101438" y="22909"/>
                  </a:lnTo>
                  <a:lnTo>
                    <a:pt x="101930" y="23037"/>
                  </a:lnTo>
                  <a:lnTo>
                    <a:pt x="102523" y="22909"/>
                  </a:lnTo>
                  <a:lnTo>
                    <a:pt x="102956" y="22482"/>
                  </a:lnTo>
                  <a:lnTo>
                    <a:pt x="103534" y="22291"/>
                  </a:lnTo>
                  <a:lnTo>
                    <a:pt x="104113" y="22355"/>
                  </a:lnTo>
                  <a:lnTo>
                    <a:pt x="104445" y="22589"/>
                  </a:lnTo>
                  <a:lnTo>
                    <a:pt x="105079" y="22935"/>
                  </a:lnTo>
                  <a:lnTo>
                    <a:pt x="105438" y="22860"/>
                  </a:lnTo>
                  <a:lnTo>
                    <a:pt x="106155" y="23073"/>
                  </a:lnTo>
                  <a:lnTo>
                    <a:pt x="106876" y="23745"/>
                  </a:lnTo>
                  <a:lnTo>
                    <a:pt x="107179" y="24421"/>
                  </a:lnTo>
                  <a:lnTo>
                    <a:pt x="107259" y="24791"/>
                  </a:lnTo>
                  <a:lnTo>
                    <a:pt x="107570" y="25193"/>
                  </a:lnTo>
                  <a:lnTo>
                    <a:pt x="108779" y="27010"/>
                  </a:lnTo>
                  <a:lnTo>
                    <a:pt x="109166" y="27100"/>
                  </a:lnTo>
                  <a:lnTo>
                    <a:pt x="109586" y="26824"/>
                  </a:lnTo>
                  <a:lnTo>
                    <a:pt x="109858" y="26433"/>
                  </a:lnTo>
                  <a:lnTo>
                    <a:pt x="110253" y="26355"/>
                  </a:lnTo>
                  <a:lnTo>
                    <a:pt x="110888" y="26535"/>
                  </a:lnTo>
                  <a:lnTo>
                    <a:pt x="111296" y="26741"/>
                  </a:lnTo>
                  <a:lnTo>
                    <a:pt x="111492" y="27528"/>
                  </a:lnTo>
                  <a:lnTo>
                    <a:pt x="111630" y="27678"/>
                  </a:lnTo>
                  <a:lnTo>
                    <a:pt x="111904" y="27508"/>
                  </a:lnTo>
                  <a:lnTo>
                    <a:pt x="112393" y="27471"/>
                  </a:lnTo>
                  <a:lnTo>
                    <a:pt x="113173" y="27665"/>
                  </a:lnTo>
                  <a:lnTo>
                    <a:pt x="114247" y="27443"/>
                  </a:lnTo>
                  <a:lnTo>
                    <a:pt x="115106" y="27115"/>
                  </a:lnTo>
                  <a:lnTo>
                    <a:pt x="115545" y="27127"/>
                  </a:lnTo>
                  <a:lnTo>
                    <a:pt x="116254" y="28045"/>
                  </a:lnTo>
                  <a:lnTo>
                    <a:pt x="117062" y="28388"/>
                  </a:lnTo>
                  <a:lnTo>
                    <a:pt x="118843" y="28665"/>
                  </a:lnTo>
                  <a:lnTo>
                    <a:pt x="120755" y="29097"/>
                  </a:lnTo>
                  <a:lnTo>
                    <a:pt x="121506" y="29447"/>
                  </a:lnTo>
                  <a:lnTo>
                    <a:pt x="122019" y="29618"/>
                  </a:lnTo>
                  <a:lnTo>
                    <a:pt x="122071" y="30834"/>
                  </a:lnTo>
                  <a:lnTo>
                    <a:pt x="121916" y="31017"/>
                  </a:lnTo>
                  <a:lnTo>
                    <a:pt x="120012" y="33455"/>
                  </a:lnTo>
                  <a:lnTo>
                    <a:pt x="119210" y="34326"/>
                  </a:lnTo>
                  <a:lnTo>
                    <a:pt x="118802" y="35571"/>
                  </a:lnTo>
                  <a:lnTo>
                    <a:pt x="118521" y="37479"/>
                  </a:lnTo>
                  <a:lnTo>
                    <a:pt x="117958" y="39292"/>
                  </a:lnTo>
                  <a:lnTo>
                    <a:pt x="117116" y="41011"/>
                  </a:lnTo>
                  <a:lnTo>
                    <a:pt x="116809" y="42301"/>
                  </a:lnTo>
                  <a:lnTo>
                    <a:pt x="117039" y="43162"/>
                  </a:lnTo>
                  <a:lnTo>
                    <a:pt x="116895" y="44514"/>
                  </a:lnTo>
                  <a:lnTo>
                    <a:pt x="116378" y="46355"/>
                  </a:lnTo>
                  <a:lnTo>
                    <a:pt x="116291" y="47746"/>
                  </a:lnTo>
                  <a:lnTo>
                    <a:pt x="116632" y="48686"/>
                  </a:lnTo>
                  <a:lnTo>
                    <a:pt x="117107" y="48878"/>
                  </a:lnTo>
                  <a:lnTo>
                    <a:pt x="115965" y="49511"/>
                  </a:lnTo>
                  <a:lnTo>
                    <a:pt x="115704" y="50065"/>
                  </a:lnTo>
                  <a:lnTo>
                    <a:pt x="115256" y="50797"/>
                  </a:lnTo>
                  <a:lnTo>
                    <a:pt x="114529" y="51105"/>
                  </a:lnTo>
                  <a:lnTo>
                    <a:pt x="113796" y="51207"/>
                  </a:lnTo>
                  <a:lnTo>
                    <a:pt x="113204" y="51110"/>
                  </a:lnTo>
                  <a:lnTo>
                    <a:pt x="112867" y="50817"/>
                  </a:lnTo>
                  <a:lnTo>
                    <a:pt x="112883" y="50545"/>
                  </a:lnTo>
                  <a:lnTo>
                    <a:pt x="112569" y="50313"/>
                  </a:lnTo>
                  <a:lnTo>
                    <a:pt x="111788" y="50320"/>
                  </a:lnTo>
                  <a:lnTo>
                    <a:pt x="110983" y="50824"/>
                  </a:lnTo>
                  <a:lnTo>
                    <a:pt x="110340" y="51647"/>
                  </a:lnTo>
                  <a:lnTo>
                    <a:pt x="110539" y="52107"/>
                  </a:lnTo>
                  <a:lnTo>
                    <a:pt x="111132" y="52228"/>
                  </a:lnTo>
                  <a:lnTo>
                    <a:pt x="111288" y="52411"/>
                  </a:lnTo>
                  <a:lnTo>
                    <a:pt x="111288" y="52647"/>
                  </a:lnTo>
                  <a:lnTo>
                    <a:pt x="111079" y="52933"/>
                  </a:lnTo>
                  <a:lnTo>
                    <a:pt x="110829" y="53419"/>
                  </a:lnTo>
                  <a:lnTo>
                    <a:pt x="109586" y="54870"/>
                  </a:lnTo>
                  <a:lnTo>
                    <a:pt x="108331" y="56333"/>
                  </a:lnTo>
                  <a:lnTo>
                    <a:pt x="108131" y="56776"/>
                  </a:lnTo>
                  <a:lnTo>
                    <a:pt x="107733" y="57085"/>
                  </a:lnTo>
                  <a:lnTo>
                    <a:pt x="106138" y="57866"/>
                  </a:lnTo>
                  <a:lnTo>
                    <a:pt x="105971" y="58179"/>
                  </a:lnTo>
                  <a:lnTo>
                    <a:pt x="105880" y="59485"/>
                  </a:lnTo>
                  <a:lnTo>
                    <a:pt x="105702" y="60557"/>
                  </a:lnTo>
                  <a:lnTo>
                    <a:pt x="104519" y="61566"/>
                  </a:lnTo>
                  <a:lnTo>
                    <a:pt x="103342" y="62571"/>
                  </a:lnTo>
                  <a:lnTo>
                    <a:pt x="103048" y="63185"/>
                  </a:lnTo>
                  <a:lnTo>
                    <a:pt x="102834" y="63895"/>
                  </a:lnTo>
                  <a:lnTo>
                    <a:pt x="102464" y="64698"/>
                  </a:lnTo>
                  <a:lnTo>
                    <a:pt x="102391" y="65121"/>
                  </a:lnTo>
                  <a:lnTo>
                    <a:pt x="102987" y="65813"/>
                  </a:lnTo>
                  <a:lnTo>
                    <a:pt x="102918" y="66384"/>
                  </a:lnTo>
                  <a:lnTo>
                    <a:pt x="102729" y="67197"/>
                  </a:lnTo>
                  <a:lnTo>
                    <a:pt x="102163" y="67773"/>
                  </a:lnTo>
                  <a:lnTo>
                    <a:pt x="101538" y="68099"/>
                  </a:lnTo>
                  <a:lnTo>
                    <a:pt x="101552" y="68984"/>
                  </a:lnTo>
                  <a:lnTo>
                    <a:pt x="101884" y="69108"/>
                  </a:lnTo>
                  <a:lnTo>
                    <a:pt x="102641" y="69043"/>
                  </a:lnTo>
                  <a:lnTo>
                    <a:pt x="103708" y="68401"/>
                  </a:lnTo>
                  <a:lnTo>
                    <a:pt x="104404" y="67575"/>
                  </a:lnTo>
                  <a:lnTo>
                    <a:pt x="103994" y="66791"/>
                  </a:lnTo>
                  <a:lnTo>
                    <a:pt x="103943" y="66638"/>
                  </a:lnTo>
                  <a:lnTo>
                    <a:pt x="104042" y="66454"/>
                  </a:lnTo>
                  <a:lnTo>
                    <a:pt x="104867" y="65602"/>
                  </a:lnTo>
                  <a:lnTo>
                    <a:pt x="105879" y="65089"/>
                  </a:lnTo>
                  <a:lnTo>
                    <a:pt x="107292" y="64993"/>
                  </a:lnTo>
                  <a:lnTo>
                    <a:pt x="108994" y="65294"/>
                  </a:lnTo>
                  <a:lnTo>
                    <a:pt x="109164" y="65422"/>
                  </a:lnTo>
                  <a:lnTo>
                    <a:pt x="109081" y="65944"/>
                  </a:lnTo>
                  <a:lnTo>
                    <a:pt x="109240" y="66714"/>
                  </a:lnTo>
                  <a:lnTo>
                    <a:pt x="109549" y="67255"/>
                  </a:lnTo>
                  <a:lnTo>
                    <a:pt x="109126" y="68790"/>
                  </a:lnTo>
                  <a:lnTo>
                    <a:pt x="109444" y="69271"/>
                  </a:lnTo>
                  <a:lnTo>
                    <a:pt x="109939" y="69846"/>
                  </a:lnTo>
                  <a:lnTo>
                    <a:pt x="110310" y="70372"/>
                  </a:lnTo>
                  <a:lnTo>
                    <a:pt x="110844" y="70854"/>
                  </a:lnTo>
                  <a:lnTo>
                    <a:pt x="111319" y="71668"/>
                  </a:lnTo>
                  <a:lnTo>
                    <a:pt x="111482" y="72129"/>
                  </a:lnTo>
                  <a:lnTo>
                    <a:pt x="110722" y="72930"/>
                  </a:lnTo>
                  <a:lnTo>
                    <a:pt x="109433" y="73680"/>
                  </a:lnTo>
                  <a:lnTo>
                    <a:pt x="109288" y="74161"/>
                  </a:lnTo>
                  <a:lnTo>
                    <a:pt x="109304" y="74708"/>
                  </a:lnTo>
                  <a:lnTo>
                    <a:pt x="109449" y="75138"/>
                  </a:lnTo>
                  <a:lnTo>
                    <a:pt x="110161" y="75691"/>
                  </a:lnTo>
                  <a:lnTo>
                    <a:pt x="110927" y="76944"/>
                  </a:lnTo>
                  <a:lnTo>
                    <a:pt x="111412" y="78061"/>
                  </a:lnTo>
                  <a:lnTo>
                    <a:pt x="112475" y="79132"/>
                  </a:lnTo>
                  <a:lnTo>
                    <a:pt x="112734" y="79449"/>
                  </a:lnTo>
                  <a:lnTo>
                    <a:pt x="112667" y="79717"/>
                  </a:lnTo>
                  <a:lnTo>
                    <a:pt x="112387" y="80173"/>
                  </a:lnTo>
                  <a:lnTo>
                    <a:pt x="112023" y="81695"/>
                  </a:lnTo>
                  <a:lnTo>
                    <a:pt x="111589" y="81936"/>
                  </a:lnTo>
                  <a:lnTo>
                    <a:pt x="111105" y="82035"/>
                  </a:lnTo>
                  <a:lnTo>
                    <a:pt x="109790" y="83149"/>
                  </a:lnTo>
                  <a:lnTo>
                    <a:pt x="109204" y="83015"/>
                  </a:lnTo>
                  <a:lnTo>
                    <a:pt x="108371" y="83029"/>
                  </a:lnTo>
                  <a:lnTo>
                    <a:pt x="107760" y="83396"/>
                  </a:lnTo>
                  <a:lnTo>
                    <a:pt x="107827" y="84091"/>
                  </a:lnTo>
                  <a:lnTo>
                    <a:pt x="108363" y="84726"/>
                  </a:lnTo>
                  <a:lnTo>
                    <a:pt x="108678" y="85418"/>
                  </a:lnTo>
                  <a:lnTo>
                    <a:pt x="108805" y="86138"/>
                  </a:lnTo>
                  <a:lnTo>
                    <a:pt x="109400" y="86671"/>
                  </a:lnTo>
                  <a:lnTo>
                    <a:pt x="110235" y="86990"/>
                  </a:lnTo>
                  <a:lnTo>
                    <a:pt x="110713" y="87012"/>
                  </a:lnTo>
                  <a:lnTo>
                    <a:pt x="111025" y="87203"/>
                  </a:lnTo>
                  <a:lnTo>
                    <a:pt x="111213" y="87450"/>
                  </a:lnTo>
                  <a:lnTo>
                    <a:pt x="111572" y="88993"/>
                  </a:lnTo>
                  <a:lnTo>
                    <a:pt x="111357" y="89380"/>
                  </a:lnTo>
                  <a:lnTo>
                    <a:pt x="110907" y="89544"/>
                  </a:lnTo>
                  <a:lnTo>
                    <a:pt x="110638" y="90179"/>
                  </a:lnTo>
                  <a:lnTo>
                    <a:pt x="110101" y="91115"/>
                  </a:lnTo>
                  <a:lnTo>
                    <a:pt x="109797" y="91866"/>
                  </a:lnTo>
                  <a:lnTo>
                    <a:pt x="110134" y="92527"/>
                  </a:lnTo>
                  <a:lnTo>
                    <a:pt x="110278" y="93017"/>
                  </a:lnTo>
                  <a:lnTo>
                    <a:pt x="110098" y="93521"/>
                  </a:lnTo>
                  <a:lnTo>
                    <a:pt x="110338" y="94306"/>
                  </a:lnTo>
                  <a:lnTo>
                    <a:pt x="110973" y="95083"/>
                  </a:lnTo>
                  <a:lnTo>
                    <a:pt x="112696" y="96176"/>
                  </a:lnTo>
                  <a:lnTo>
                    <a:pt x="114296" y="97065"/>
                  </a:lnTo>
                  <a:lnTo>
                    <a:pt x="114791" y="97212"/>
                  </a:lnTo>
                  <a:lnTo>
                    <a:pt x="116953" y="96641"/>
                  </a:lnTo>
                  <a:lnTo>
                    <a:pt x="117311" y="96690"/>
                  </a:lnTo>
                  <a:lnTo>
                    <a:pt x="117574" y="97371"/>
                  </a:lnTo>
                  <a:lnTo>
                    <a:pt x="117689" y="97829"/>
                  </a:lnTo>
                  <a:lnTo>
                    <a:pt x="117446" y="98520"/>
                  </a:lnTo>
                  <a:lnTo>
                    <a:pt x="116861" y="99471"/>
                  </a:lnTo>
                  <a:lnTo>
                    <a:pt x="116227" y="100229"/>
                  </a:lnTo>
                  <a:lnTo>
                    <a:pt x="115843" y="100874"/>
                  </a:lnTo>
                  <a:lnTo>
                    <a:pt x="115923" y="101459"/>
                  </a:lnTo>
                  <a:lnTo>
                    <a:pt x="115948" y="102237"/>
                  </a:lnTo>
                  <a:lnTo>
                    <a:pt x="115432" y="102470"/>
                  </a:lnTo>
                  <a:lnTo>
                    <a:pt x="115416" y="102316"/>
                  </a:lnTo>
                  <a:lnTo>
                    <a:pt x="115203" y="102185"/>
                  </a:lnTo>
                  <a:lnTo>
                    <a:pt x="115019" y="102262"/>
                  </a:lnTo>
                  <a:lnTo>
                    <a:pt x="114878" y="102431"/>
                  </a:lnTo>
                  <a:lnTo>
                    <a:pt x="114856" y="102731"/>
                  </a:lnTo>
                  <a:lnTo>
                    <a:pt x="113756" y="103228"/>
                  </a:lnTo>
                  <a:lnTo>
                    <a:pt x="112999" y="103744"/>
                  </a:lnTo>
                  <a:lnTo>
                    <a:pt x="110003" y="106823"/>
                  </a:lnTo>
                  <a:lnTo>
                    <a:pt x="108601" y="107726"/>
                  </a:lnTo>
                  <a:lnTo>
                    <a:pt x="108325" y="108271"/>
                  </a:lnTo>
                  <a:lnTo>
                    <a:pt x="108039" y="109287"/>
                  </a:lnTo>
                  <a:lnTo>
                    <a:pt x="107216" y="110161"/>
                  </a:lnTo>
                  <a:lnTo>
                    <a:pt x="106495" y="110576"/>
                  </a:lnTo>
                  <a:lnTo>
                    <a:pt x="104710" y="111002"/>
                  </a:lnTo>
                  <a:lnTo>
                    <a:pt x="102918" y="111928"/>
                  </a:lnTo>
                  <a:lnTo>
                    <a:pt x="102111" y="111529"/>
                  </a:lnTo>
                  <a:lnTo>
                    <a:pt x="100019" y="111572"/>
                  </a:lnTo>
                  <a:lnTo>
                    <a:pt x="98714" y="110457"/>
                  </a:lnTo>
                  <a:lnTo>
                    <a:pt x="96207" y="109750"/>
                  </a:lnTo>
                  <a:lnTo>
                    <a:pt x="95390" y="108126"/>
                  </a:lnTo>
                  <a:lnTo>
                    <a:pt x="94248" y="108021"/>
                  </a:lnTo>
                  <a:lnTo>
                    <a:pt x="93500" y="108070"/>
                  </a:lnTo>
                  <a:lnTo>
                    <a:pt x="93053" y="107824"/>
                  </a:lnTo>
                  <a:lnTo>
                    <a:pt x="92936" y="107270"/>
                  </a:lnTo>
                  <a:lnTo>
                    <a:pt x="92926" y="106737"/>
                  </a:lnTo>
                  <a:lnTo>
                    <a:pt x="92133" y="106982"/>
                  </a:lnTo>
                  <a:lnTo>
                    <a:pt x="91527" y="106982"/>
                  </a:lnTo>
                  <a:lnTo>
                    <a:pt x="91166" y="107196"/>
                  </a:lnTo>
                  <a:lnTo>
                    <a:pt x="90881" y="107442"/>
                  </a:lnTo>
                  <a:lnTo>
                    <a:pt x="90543" y="107285"/>
                  </a:lnTo>
                  <a:lnTo>
                    <a:pt x="90347" y="107338"/>
                  </a:lnTo>
                  <a:lnTo>
                    <a:pt x="90365" y="107652"/>
                  </a:lnTo>
                  <a:lnTo>
                    <a:pt x="89637" y="107731"/>
                  </a:lnTo>
                  <a:lnTo>
                    <a:pt x="88848" y="107538"/>
                  </a:lnTo>
                  <a:lnTo>
                    <a:pt x="86777" y="106699"/>
                  </a:lnTo>
                  <a:lnTo>
                    <a:pt x="86459" y="106571"/>
                  </a:lnTo>
                  <a:lnTo>
                    <a:pt x="85021" y="106247"/>
                  </a:lnTo>
                  <a:lnTo>
                    <a:pt x="84440" y="105912"/>
                  </a:lnTo>
                  <a:lnTo>
                    <a:pt x="83970" y="105084"/>
                  </a:lnTo>
                  <a:lnTo>
                    <a:pt x="83610" y="104822"/>
                  </a:lnTo>
                  <a:lnTo>
                    <a:pt x="83398" y="104665"/>
                  </a:lnTo>
                  <a:lnTo>
                    <a:pt x="82056" y="105083"/>
                  </a:lnTo>
                  <a:lnTo>
                    <a:pt x="81591" y="105735"/>
                  </a:lnTo>
                  <a:lnTo>
                    <a:pt x="80864" y="106499"/>
                  </a:lnTo>
                  <a:lnTo>
                    <a:pt x="75888" y="110242"/>
                  </a:lnTo>
                  <a:lnTo>
                    <a:pt x="74980" y="111811"/>
                  </a:lnTo>
                  <a:lnTo>
                    <a:pt x="73929" y="114121"/>
                  </a:lnTo>
                  <a:lnTo>
                    <a:pt x="73846" y="115198"/>
                  </a:lnTo>
                  <a:lnTo>
                    <a:pt x="74299" y="118644"/>
                  </a:lnTo>
                  <a:lnTo>
                    <a:pt x="75311" y="120452"/>
                  </a:lnTo>
                  <a:lnTo>
                    <a:pt x="75439" y="120871"/>
                  </a:lnTo>
                  <a:lnTo>
                    <a:pt x="74878" y="120873"/>
                  </a:lnTo>
                  <a:lnTo>
                    <a:pt x="73937" y="120647"/>
                  </a:lnTo>
                  <a:lnTo>
                    <a:pt x="73155" y="120368"/>
                  </a:lnTo>
                  <a:lnTo>
                    <a:pt x="72412" y="120524"/>
                  </a:lnTo>
                  <a:lnTo>
                    <a:pt x="71695" y="120898"/>
                  </a:lnTo>
                  <a:lnTo>
                    <a:pt x="71068" y="121124"/>
                  </a:lnTo>
                  <a:lnTo>
                    <a:pt x="70618" y="121187"/>
                  </a:lnTo>
                  <a:lnTo>
                    <a:pt x="70317" y="121403"/>
                  </a:lnTo>
                  <a:lnTo>
                    <a:pt x="70173" y="121834"/>
                  </a:lnTo>
                  <a:lnTo>
                    <a:pt x="70143" y="122136"/>
                  </a:lnTo>
                  <a:lnTo>
                    <a:pt x="69352" y="122062"/>
                  </a:lnTo>
                  <a:lnTo>
                    <a:pt x="67520" y="121441"/>
                  </a:lnTo>
                  <a:lnTo>
                    <a:pt x="65874" y="121014"/>
                  </a:lnTo>
                  <a:lnTo>
                    <a:pt x="64909" y="121500"/>
                  </a:lnTo>
                  <a:lnTo>
                    <a:pt x="64288" y="121954"/>
                  </a:lnTo>
                  <a:lnTo>
                    <a:pt x="63851" y="121885"/>
                  </a:lnTo>
                  <a:lnTo>
                    <a:pt x="63519" y="121407"/>
                  </a:lnTo>
                  <a:lnTo>
                    <a:pt x="63296" y="120939"/>
                  </a:lnTo>
                  <a:lnTo>
                    <a:pt x="62651" y="120510"/>
                  </a:lnTo>
                  <a:lnTo>
                    <a:pt x="61197" y="119865"/>
                  </a:lnTo>
                  <a:lnTo>
                    <a:pt x="61272" y="119554"/>
                  </a:lnTo>
                  <a:lnTo>
                    <a:pt x="61521" y="119120"/>
                  </a:lnTo>
                  <a:lnTo>
                    <a:pt x="61513" y="118852"/>
                  </a:lnTo>
                  <a:lnTo>
                    <a:pt x="61233" y="118454"/>
                  </a:lnTo>
                  <a:lnTo>
                    <a:pt x="59893" y="118028"/>
                  </a:lnTo>
                  <a:lnTo>
                    <a:pt x="59261" y="117920"/>
                  </a:lnTo>
                  <a:lnTo>
                    <a:pt x="58859" y="118214"/>
                  </a:lnTo>
                  <a:lnTo>
                    <a:pt x="58570" y="118573"/>
                  </a:lnTo>
                  <a:lnTo>
                    <a:pt x="57823" y="117252"/>
                  </a:lnTo>
                  <a:lnTo>
                    <a:pt x="57292" y="116983"/>
                  </a:lnTo>
                  <a:lnTo>
                    <a:pt x="56488" y="116938"/>
                  </a:lnTo>
                  <a:lnTo>
                    <a:pt x="55569" y="116535"/>
                  </a:lnTo>
                  <a:lnTo>
                    <a:pt x="54613" y="116020"/>
                  </a:lnTo>
                  <a:lnTo>
                    <a:pt x="52289" y="115196"/>
                  </a:lnTo>
                  <a:lnTo>
                    <a:pt x="51650" y="115097"/>
                  </a:lnTo>
                  <a:lnTo>
                    <a:pt x="51394" y="115228"/>
                  </a:lnTo>
                  <a:lnTo>
                    <a:pt x="51223" y="115721"/>
                  </a:lnTo>
                  <a:lnTo>
                    <a:pt x="51130" y="117113"/>
                  </a:lnTo>
                  <a:lnTo>
                    <a:pt x="51032" y="117267"/>
                  </a:lnTo>
                  <a:lnTo>
                    <a:pt x="49954" y="117313"/>
                  </a:lnTo>
                  <a:lnTo>
                    <a:pt x="48626" y="117119"/>
                  </a:lnTo>
                  <a:lnTo>
                    <a:pt x="48017" y="117215"/>
                  </a:lnTo>
                  <a:lnTo>
                    <a:pt x="47474" y="117220"/>
                  </a:lnTo>
                  <a:lnTo>
                    <a:pt x="46962" y="116852"/>
                  </a:lnTo>
                  <a:lnTo>
                    <a:pt x="45057" y="117202"/>
                  </a:lnTo>
                  <a:lnTo>
                    <a:pt x="44667" y="117273"/>
                  </a:lnTo>
                  <a:lnTo>
                    <a:pt x="44286" y="117068"/>
                  </a:lnTo>
                  <a:lnTo>
                    <a:pt x="43732" y="116439"/>
                  </a:lnTo>
                  <a:lnTo>
                    <a:pt x="43114" y="115932"/>
                  </a:lnTo>
                  <a:lnTo>
                    <a:pt x="42634" y="115672"/>
                  </a:lnTo>
                  <a:lnTo>
                    <a:pt x="42225" y="115373"/>
                  </a:lnTo>
                  <a:lnTo>
                    <a:pt x="41853" y="115325"/>
                  </a:lnTo>
                  <a:lnTo>
                    <a:pt x="41287" y="115614"/>
                  </a:lnTo>
                  <a:lnTo>
                    <a:pt x="40504" y="115736"/>
                  </a:lnTo>
                  <a:lnTo>
                    <a:pt x="39855" y="115699"/>
                  </a:lnTo>
                  <a:lnTo>
                    <a:pt x="39509" y="115741"/>
                  </a:lnTo>
                  <a:lnTo>
                    <a:pt x="38054" y="114199"/>
                  </a:lnTo>
                  <a:lnTo>
                    <a:pt x="37841" y="113777"/>
                  </a:lnTo>
                  <a:lnTo>
                    <a:pt x="37117" y="113660"/>
                  </a:lnTo>
                  <a:lnTo>
                    <a:pt x="36222" y="113641"/>
                  </a:lnTo>
                  <a:lnTo>
                    <a:pt x="33936" y="112642"/>
                  </a:lnTo>
                  <a:lnTo>
                    <a:pt x="32895" y="112106"/>
                  </a:lnTo>
                  <a:lnTo>
                    <a:pt x="32743" y="111787"/>
                  </a:lnTo>
                  <a:lnTo>
                    <a:pt x="32757" y="111529"/>
                  </a:lnTo>
                  <a:lnTo>
                    <a:pt x="32579" y="111585"/>
                  </a:lnTo>
                  <a:lnTo>
                    <a:pt x="32259" y="112041"/>
                  </a:lnTo>
                  <a:lnTo>
                    <a:pt x="32090" y="112413"/>
                  </a:lnTo>
                  <a:lnTo>
                    <a:pt x="31868" y="112482"/>
                  </a:lnTo>
                  <a:lnTo>
                    <a:pt x="31539" y="112424"/>
                  </a:lnTo>
                  <a:lnTo>
                    <a:pt x="31236" y="112215"/>
                  </a:lnTo>
                  <a:lnTo>
                    <a:pt x="31050" y="111945"/>
                  </a:lnTo>
                  <a:lnTo>
                    <a:pt x="31249" y="111473"/>
                  </a:lnTo>
                  <a:lnTo>
                    <a:pt x="31598" y="110857"/>
                  </a:lnTo>
                  <a:lnTo>
                    <a:pt x="31742" y="110188"/>
                  </a:lnTo>
                  <a:lnTo>
                    <a:pt x="31710" y="109588"/>
                  </a:lnTo>
                  <a:lnTo>
                    <a:pt x="31133" y="109204"/>
                  </a:lnTo>
                  <a:lnTo>
                    <a:pt x="30284" y="109043"/>
                  </a:lnTo>
                  <a:lnTo>
                    <a:pt x="29662" y="108997"/>
                  </a:lnTo>
                  <a:lnTo>
                    <a:pt x="28852" y="108655"/>
                  </a:lnTo>
                  <a:lnTo>
                    <a:pt x="28469" y="108408"/>
                  </a:lnTo>
                  <a:lnTo>
                    <a:pt x="28096" y="107741"/>
                  </a:lnTo>
                  <a:lnTo>
                    <a:pt x="28083" y="107256"/>
                  </a:lnTo>
                  <a:lnTo>
                    <a:pt x="29622" y="106827"/>
                  </a:lnTo>
                  <a:lnTo>
                    <a:pt x="31009" y="105074"/>
                  </a:lnTo>
                  <a:lnTo>
                    <a:pt x="32322" y="98707"/>
                  </a:lnTo>
                  <a:lnTo>
                    <a:pt x="33273" y="91180"/>
                  </a:lnTo>
                  <a:lnTo>
                    <a:pt x="33980" y="89758"/>
                  </a:lnTo>
                  <a:lnTo>
                    <a:pt x="34868" y="89367"/>
                  </a:lnTo>
                  <a:lnTo>
                    <a:pt x="34149" y="88333"/>
                  </a:lnTo>
                  <a:lnTo>
                    <a:pt x="33700" y="88857"/>
                  </a:lnTo>
                  <a:lnTo>
                    <a:pt x="33511" y="89412"/>
                  </a:lnTo>
                  <a:lnTo>
                    <a:pt x="33276" y="89690"/>
                  </a:lnTo>
                  <a:lnTo>
                    <a:pt x="33807" y="82789"/>
                  </a:lnTo>
                  <a:lnTo>
                    <a:pt x="34185" y="80262"/>
                  </a:lnTo>
                  <a:lnTo>
                    <a:pt x="34829" y="77615"/>
                  </a:lnTo>
                  <a:lnTo>
                    <a:pt x="36147" y="78666"/>
                  </a:lnTo>
                  <a:lnTo>
                    <a:pt x="37239" y="79732"/>
                  </a:lnTo>
                  <a:lnTo>
                    <a:pt x="37803" y="80657"/>
                  </a:lnTo>
                  <a:lnTo>
                    <a:pt x="38518" y="83738"/>
                  </a:lnTo>
                  <a:lnTo>
                    <a:pt x="39059" y="84384"/>
                  </a:lnTo>
                  <a:lnTo>
                    <a:pt x="39867" y="85033"/>
                  </a:lnTo>
                  <a:lnTo>
                    <a:pt x="39548" y="84325"/>
                  </a:lnTo>
                  <a:lnTo>
                    <a:pt x="38991" y="83783"/>
                  </a:lnTo>
                  <a:lnTo>
                    <a:pt x="38121" y="79677"/>
                  </a:lnTo>
                  <a:lnTo>
                    <a:pt x="37575" y="78514"/>
                  </a:lnTo>
                  <a:lnTo>
                    <a:pt x="36725" y="77535"/>
                  </a:lnTo>
                  <a:lnTo>
                    <a:pt x="33988" y="75474"/>
                  </a:lnTo>
                  <a:lnTo>
                    <a:pt x="33741" y="75076"/>
                  </a:lnTo>
                  <a:lnTo>
                    <a:pt x="33609" y="74289"/>
                  </a:lnTo>
                  <a:lnTo>
                    <a:pt x="34514" y="74322"/>
                  </a:lnTo>
                  <a:lnTo>
                    <a:pt x="35296" y="74705"/>
                  </a:lnTo>
                  <a:lnTo>
                    <a:pt x="35203" y="74264"/>
                  </a:lnTo>
                  <a:lnTo>
                    <a:pt x="34971" y="73804"/>
                  </a:lnTo>
                  <a:lnTo>
                    <a:pt x="34608" y="72135"/>
                  </a:lnTo>
                  <a:lnTo>
                    <a:pt x="34306" y="68236"/>
                  </a:lnTo>
                  <a:lnTo>
                    <a:pt x="34347" y="67569"/>
                  </a:lnTo>
                  <a:lnTo>
                    <a:pt x="34212" y="66750"/>
                  </a:lnTo>
                  <a:lnTo>
                    <a:pt x="33336" y="66567"/>
                  </a:lnTo>
                  <a:lnTo>
                    <a:pt x="32637" y="66534"/>
                  </a:lnTo>
                  <a:lnTo>
                    <a:pt x="31883" y="66210"/>
                  </a:lnTo>
                  <a:lnTo>
                    <a:pt x="28155" y="63912"/>
                  </a:lnTo>
                  <a:lnTo>
                    <a:pt x="26878" y="61542"/>
                  </a:lnTo>
                  <a:lnTo>
                    <a:pt x="25573" y="59791"/>
                  </a:lnTo>
                  <a:lnTo>
                    <a:pt x="25260" y="59028"/>
                  </a:lnTo>
                  <a:lnTo>
                    <a:pt x="25281" y="58254"/>
                  </a:lnTo>
                  <a:lnTo>
                    <a:pt x="25956" y="56621"/>
                  </a:lnTo>
                  <a:lnTo>
                    <a:pt x="25360" y="55589"/>
                  </a:lnTo>
                  <a:lnTo>
                    <a:pt x="24777" y="55384"/>
                  </a:lnTo>
                  <a:lnTo>
                    <a:pt x="24271" y="54873"/>
                  </a:lnTo>
                  <a:lnTo>
                    <a:pt x="24729" y="54022"/>
                  </a:lnTo>
                  <a:lnTo>
                    <a:pt x="25110" y="53478"/>
                  </a:lnTo>
                  <a:lnTo>
                    <a:pt x="25874" y="53330"/>
                  </a:lnTo>
                  <a:lnTo>
                    <a:pt x="26875" y="53510"/>
                  </a:lnTo>
                  <a:lnTo>
                    <a:pt x="27826" y="54003"/>
                  </a:lnTo>
                  <a:lnTo>
                    <a:pt x="28571" y="54133"/>
                  </a:lnTo>
                  <a:lnTo>
                    <a:pt x="26368" y="52812"/>
                  </a:lnTo>
                  <a:lnTo>
                    <a:pt x="22795" y="53258"/>
                  </a:lnTo>
                  <a:lnTo>
                    <a:pt x="22025" y="53087"/>
                  </a:lnTo>
                  <a:lnTo>
                    <a:pt x="21375" y="52793"/>
                  </a:lnTo>
                  <a:lnTo>
                    <a:pt x="21120" y="51823"/>
                  </a:lnTo>
                  <a:lnTo>
                    <a:pt x="21629" y="51386"/>
                  </a:lnTo>
                  <a:lnTo>
                    <a:pt x="22089" y="50578"/>
                  </a:lnTo>
                  <a:lnTo>
                    <a:pt x="21568" y="50010"/>
                  </a:lnTo>
                  <a:lnTo>
                    <a:pt x="20893" y="49794"/>
                  </a:lnTo>
                  <a:lnTo>
                    <a:pt x="19835" y="49807"/>
                  </a:lnTo>
                  <a:lnTo>
                    <a:pt x="18847" y="49978"/>
                  </a:lnTo>
                  <a:lnTo>
                    <a:pt x="18597" y="49652"/>
                  </a:lnTo>
                  <a:lnTo>
                    <a:pt x="19199" y="48752"/>
                  </a:lnTo>
                  <a:lnTo>
                    <a:pt x="18687" y="48421"/>
                  </a:lnTo>
                  <a:lnTo>
                    <a:pt x="18005" y="48575"/>
                  </a:lnTo>
                  <a:lnTo>
                    <a:pt x="17014" y="48762"/>
                  </a:lnTo>
                  <a:lnTo>
                    <a:pt x="16067" y="48479"/>
                  </a:lnTo>
                  <a:lnTo>
                    <a:pt x="15171" y="47456"/>
                  </a:lnTo>
                  <a:lnTo>
                    <a:pt x="14578" y="47464"/>
                  </a:lnTo>
                  <a:lnTo>
                    <a:pt x="14170" y="47590"/>
                  </a:lnTo>
                  <a:lnTo>
                    <a:pt x="13565" y="47196"/>
                  </a:lnTo>
                  <a:lnTo>
                    <a:pt x="12929" y="47097"/>
                  </a:lnTo>
                  <a:lnTo>
                    <a:pt x="12474" y="47228"/>
                  </a:lnTo>
                  <a:lnTo>
                    <a:pt x="11870" y="46641"/>
                  </a:lnTo>
                  <a:lnTo>
                    <a:pt x="8151" y="45464"/>
                  </a:lnTo>
                  <a:lnTo>
                    <a:pt x="6544" y="45320"/>
                  </a:lnTo>
                  <a:lnTo>
                    <a:pt x="5071" y="45853"/>
                  </a:lnTo>
                  <a:lnTo>
                    <a:pt x="4261" y="45668"/>
                  </a:lnTo>
                  <a:lnTo>
                    <a:pt x="3665" y="44907"/>
                  </a:lnTo>
                  <a:lnTo>
                    <a:pt x="3164" y="43631"/>
                  </a:lnTo>
                  <a:lnTo>
                    <a:pt x="791" y="42647"/>
                  </a:lnTo>
                  <a:lnTo>
                    <a:pt x="1261" y="42001"/>
                  </a:lnTo>
                  <a:lnTo>
                    <a:pt x="2366" y="41849"/>
                  </a:lnTo>
                  <a:lnTo>
                    <a:pt x="3639" y="41401"/>
                  </a:lnTo>
                  <a:lnTo>
                    <a:pt x="4097" y="40827"/>
                  </a:lnTo>
                  <a:lnTo>
                    <a:pt x="3102" y="40158"/>
                  </a:lnTo>
                  <a:lnTo>
                    <a:pt x="2367" y="39993"/>
                  </a:lnTo>
                  <a:lnTo>
                    <a:pt x="2064" y="39753"/>
                  </a:lnTo>
                  <a:lnTo>
                    <a:pt x="1753" y="39152"/>
                  </a:lnTo>
                  <a:lnTo>
                    <a:pt x="2193" y="38878"/>
                  </a:lnTo>
                  <a:lnTo>
                    <a:pt x="2503" y="39024"/>
                  </a:lnTo>
                  <a:lnTo>
                    <a:pt x="3398" y="39110"/>
                  </a:lnTo>
                  <a:lnTo>
                    <a:pt x="4929" y="38962"/>
                  </a:lnTo>
                  <a:lnTo>
                    <a:pt x="4358" y="38357"/>
                  </a:lnTo>
                  <a:lnTo>
                    <a:pt x="3766" y="38222"/>
                  </a:lnTo>
                  <a:lnTo>
                    <a:pt x="3494" y="38070"/>
                  </a:lnTo>
                  <a:lnTo>
                    <a:pt x="2248" y="38005"/>
                  </a:lnTo>
                  <a:lnTo>
                    <a:pt x="1681" y="38211"/>
                  </a:lnTo>
                  <a:lnTo>
                    <a:pt x="407" y="38133"/>
                  </a:lnTo>
                  <a:lnTo>
                    <a:pt x="132" y="37479"/>
                  </a:lnTo>
                  <a:lnTo>
                    <a:pt x="0" y="36918"/>
                  </a:lnTo>
                  <a:lnTo>
                    <a:pt x="394" y="35667"/>
                  </a:lnTo>
                  <a:lnTo>
                    <a:pt x="2188" y="34550"/>
                  </a:lnTo>
                  <a:lnTo>
                    <a:pt x="6656" y="33329"/>
                  </a:lnTo>
                  <a:lnTo>
                    <a:pt x="8579" y="33508"/>
                  </a:lnTo>
                  <a:lnTo>
                    <a:pt x="9912" y="33288"/>
                  </a:lnTo>
                  <a:lnTo>
                    <a:pt x="11509" y="32518"/>
                  </a:lnTo>
                  <a:lnTo>
                    <a:pt x="12214" y="31859"/>
                  </a:lnTo>
                  <a:lnTo>
                    <a:pt x="14485" y="31470"/>
                  </a:lnTo>
                  <a:lnTo>
                    <a:pt x="16644" y="32169"/>
                  </a:lnTo>
                  <a:lnTo>
                    <a:pt x="18634" y="34814"/>
                  </a:lnTo>
                  <a:lnTo>
                    <a:pt x="19585" y="35710"/>
                  </a:lnTo>
                  <a:lnTo>
                    <a:pt x="21914" y="34155"/>
                  </a:lnTo>
                  <a:lnTo>
                    <a:pt x="25383" y="34201"/>
                  </a:lnTo>
                  <a:lnTo>
                    <a:pt x="26100" y="35079"/>
                  </a:lnTo>
                  <a:lnTo>
                    <a:pt x="26389" y="34339"/>
                  </a:lnTo>
                  <a:lnTo>
                    <a:pt x="27027" y="33474"/>
                  </a:lnTo>
                  <a:lnTo>
                    <a:pt x="27536" y="33869"/>
                  </a:lnTo>
                  <a:lnTo>
                    <a:pt x="27793" y="34403"/>
                  </a:lnTo>
                  <a:lnTo>
                    <a:pt x="31455" y="34251"/>
                  </a:lnTo>
                  <a:lnTo>
                    <a:pt x="32034" y="34096"/>
                  </a:lnTo>
                  <a:lnTo>
                    <a:pt x="31050" y="33468"/>
                  </a:lnTo>
                  <a:lnTo>
                    <a:pt x="30246" y="31963"/>
                  </a:lnTo>
                  <a:lnTo>
                    <a:pt x="30079" y="26427"/>
                  </a:lnTo>
                  <a:lnTo>
                    <a:pt x="29065" y="24882"/>
                  </a:lnTo>
                  <a:lnTo>
                    <a:pt x="27900" y="22414"/>
                  </a:lnTo>
                  <a:lnTo>
                    <a:pt x="27364" y="20949"/>
                  </a:lnTo>
                  <a:lnTo>
                    <a:pt x="27314" y="20443"/>
                  </a:lnTo>
                  <a:lnTo>
                    <a:pt x="27493" y="19712"/>
                  </a:lnTo>
                  <a:lnTo>
                    <a:pt x="28925" y="19752"/>
                  </a:lnTo>
                  <a:lnTo>
                    <a:pt x="30031" y="19937"/>
                  </a:lnTo>
                  <a:lnTo>
                    <a:pt x="32136" y="19385"/>
                  </a:lnTo>
                  <a:lnTo>
                    <a:pt x="33149" y="19763"/>
                  </a:lnTo>
                  <a:lnTo>
                    <a:pt x="33089" y="20906"/>
                  </a:lnTo>
                  <a:lnTo>
                    <a:pt x="33398" y="22347"/>
                  </a:lnTo>
                  <a:lnTo>
                    <a:pt x="33751" y="23045"/>
                  </a:lnTo>
                  <a:lnTo>
                    <a:pt x="34285" y="23840"/>
                  </a:lnTo>
                  <a:lnTo>
                    <a:pt x="35982" y="23766"/>
                  </a:lnTo>
                  <a:lnTo>
                    <a:pt x="37814" y="24233"/>
                  </a:lnTo>
                  <a:lnTo>
                    <a:pt x="40128" y="24305"/>
                  </a:lnTo>
                  <a:lnTo>
                    <a:pt x="43510" y="25110"/>
                  </a:lnTo>
                  <a:lnTo>
                    <a:pt x="45057" y="24568"/>
                  </a:lnTo>
                  <a:lnTo>
                    <a:pt x="46345" y="23650"/>
                  </a:lnTo>
                  <a:lnTo>
                    <a:pt x="49001" y="22996"/>
                  </a:lnTo>
                  <a:lnTo>
                    <a:pt x="49212" y="22650"/>
                  </a:lnTo>
                  <a:lnTo>
                    <a:pt x="47683" y="22788"/>
                  </a:lnTo>
                  <a:lnTo>
                    <a:pt x="46281" y="22158"/>
                  </a:lnTo>
                  <a:lnTo>
                    <a:pt x="46091" y="21474"/>
                  </a:lnTo>
                  <a:lnTo>
                    <a:pt x="46254" y="20859"/>
                  </a:lnTo>
                  <a:lnTo>
                    <a:pt x="46823" y="19444"/>
                  </a:lnTo>
                  <a:lnTo>
                    <a:pt x="50886" y="17214"/>
                  </a:lnTo>
                  <a:lnTo>
                    <a:pt x="53800" y="16554"/>
                  </a:lnTo>
                  <a:lnTo>
                    <a:pt x="56840" y="15327"/>
                  </a:lnTo>
                  <a:lnTo>
                    <a:pt x="58370" y="14067"/>
                  </a:lnTo>
                  <a:lnTo>
                    <a:pt x="59381" y="12442"/>
                  </a:lnTo>
                  <a:lnTo>
                    <a:pt x="59706" y="12084"/>
                  </a:lnTo>
                  <a:lnTo>
                    <a:pt x="60126" y="11784"/>
                  </a:lnTo>
                  <a:lnTo>
                    <a:pt x="59736" y="11202"/>
                  </a:lnTo>
                  <a:lnTo>
                    <a:pt x="60000" y="4991"/>
                  </a:lnTo>
                  <a:lnTo>
                    <a:pt x="60284" y="3872"/>
                  </a:lnTo>
                  <a:lnTo>
                    <a:pt x="60878" y="2958"/>
                  </a:lnTo>
                  <a:lnTo>
                    <a:pt x="61780" y="2251"/>
                  </a:lnTo>
                  <a:lnTo>
                    <a:pt x="63150" y="1485"/>
                  </a:lnTo>
                  <a:lnTo>
                    <a:pt x="68195" y="426"/>
                  </a:lnTo>
                  <a:lnTo>
                    <a:pt x="68944" y="0"/>
                  </a:lnTo>
                  <a:lnTo>
                    <a:pt x="69050" y="664"/>
                  </a:lnTo>
                  <a:lnTo>
                    <a:pt x="69416" y="1513"/>
                  </a:lnTo>
                  <a:lnTo>
                    <a:pt x="69669" y="1978"/>
                  </a:lnTo>
                  <a:lnTo>
                    <a:pt x="69459" y="2585"/>
                  </a:lnTo>
                  <a:lnTo>
                    <a:pt x="69624" y="3085"/>
                  </a:lnTo>
                  <a:lnTo>
                    <a:pt x="70309" y="3984"/>
                  </a:lnTo>
                  <a:lnTo>
                    <a:pt x="71162" y="4832"/>
                  </a:lnTo>
                  <a:lnTo>
                    <a:pt x="71923" y="5374"/>
                  </a:lnTo>
                  <a:lnTo>
                    <a:pt x="72137" y="5315"/>
                  </a:lnTo>
                  <a:lnTo>
                    <a:pt x="72701" y="5161"/>
                  </a:lnTo>
                  <a:lnTo>
                    <a:pt x="73655" y="4605"/>
                  </a:lnTo>
                  <a:lnTo>
                    <a:pt x="74450" y="4430"/>
                  </a:lnTo>
                  <a:lnTo>
                    <a:pt x="74904" y="4856"/>
                  </a:lnTo>
                  <a:lnTo>
                    <a:pt x="75161" y="5096"/>
                  </a:lnTo>
                  <a:lnTo>
                    <a:pt x="75662" y="6055"/>
                  </a:lnTo>
                  <a:lnTo>
                    <a:pt x="75802" y="7056"/>
                  </a:lnTo>
                  <a:lnTo>
                    <a:pt x="76025" y="7888"/>
                  </a:lnTo>
                  <a:lnTo>
                    <a:pt x="76431" y="8225"/>
                  </a:lnTo>
                  <a:lnTo>
                    <a:pt x="77951" y="8335"/>
                  </a:lnTo>
                  <a:lnTo>
                    <a:pt x="79072" y="8644"/>
                  </a:lnTo>
                  <a:lnTo>
                    <a:pt x="79369" y="8923"/>
                  </a:lnTo>
                  <a:lnTo>
                    <a:pt x="79752" y="10772"/>
                  </a:lnTo>
                  <a:lnTo>
                    <a:pt x="79961" y="11033"/>
                  </a:lnTo>
                  <a:lnTo>
                    <a:pt x="80240" y="10815"/>
                  </a:lnTo>
                  <a:lnTo>
                    <a:pt x="80516" y="10511"/>
                  </a:lnTo>
                  <a:lnTo>
                    <a:pt x="80900" y="10462"/>
                  </a:lnTo>
                  <a:lnTo>
                    <a:pt x="81557" y="10580"/>
                  </a:lnTo>
                  <a:lnTo>
                    <a:pt x="82424" y="10616"/>
                  </a:lnTo>
                  <a:lnTo>
                    <a:pt x="83317" y="10820"/>
                  </a:lnTo>
                  <a:lnTo>
                    <a:pt x="84552" y="11864"/>
                  </a:lnTo>
                  <a:lnTo>
                    <a:pt x="84505" y="12209"/>
                  </a:lnTo>
                  <a:lnTo>
                    <a:pt x="84263" y="12813"/>
                  </a:lnTo>
                  <a:lnTo>
                    <a:pt x="84179" y="13296"/>
                  </a:lnTo>
                  <a:lnTo>
                    <a:pt x="84392" y="13490"/>
                  </a:lnTo>
                  <a:lnTo>
                    <a:pt x="84718" y="13989"/>
                  </a:lnTo>
                  <a:lnTo>
                    <a:pt x="84640" y="14565"/>
                  </a:lnTo>
                  <a:lnTo>
                    <a:pt x="84322" y="14969"/>
                  </a:lnTo>
                  <a:lnTo>
                    <a:pt x="84194" y="15302"/>
                  </a:lnTo>
                  <a:lnTo>
                    <a:pt x="84196" y="15519"/>
                  </a:lnTo>
                  <a:lnTo>
                    <a:pt x="84312" y="15698"/>
                  </a:lnTo>
                  <a:lnTo>
                    <a:pt x="84566" y="15856"/>
                  </a:lnTo>
                  <a:lnTo>
                    <a:pt x="86388" y="16070"/>
                  </a:lnTo>
                  <a:lnTo>
                    <a:pt x="88056" y="15856"/>
                  </a:lnTo>
                  <a:lnTo>
                    <a:pt x="89108" y="15268"/>
                  </a:lnTo>
                  <a:lnTo>
                    <a:pt x="89287" y="14648"/>
                  </a:lnTo>
                  <a:lnTo>
                    <a:pt x="89585" y="13948"/>
                  </a:lnTo>
                  <a:lnTo>
                    <a:pt x="90212" y="13362"/>
                  </a:lnTo>
                  <a:lnTo>
                    <a:pt x="90645" y="13166"/>
                  </a:lnTo>
                  <a:lnTo>
                    <a:pt x="91041" y="13407"/>
                  </a:lnTo>
                  <a:lnTo>
                    <a:pt x="90374" y="15866"/>
                  </a:lnTo>
                  <a:lnTo>
                    <a:pt x="90861" y="16494"/>
                  </a:lnTo>
                  <a:lnTo>
                    <a:pt x="90933" y="17434"/>
                  </a:lnTo>
                  <a:lnTo>
                    <a:pt x="91108" y="18257"/>
                  </a:lnTo>
                  <a:lnTo>
                    <a:pt x="91704" y="18241"/>
                  </a:lnTo>
                  <a:lnTo>
                    <a:pt x="92426" y="18393"/>
                  </a:lnTo>
                  <a:lnTo>
                    <a:pt x="92938" y="18698"/>
                  </a:lnTo>
                  <a:lnTo>
                    <a:pt x="93535" y="19187"/>
                  </a:lnTo>
                  <a:lnTo>
                    <a:pt x="94395" y="19636"/>
                  </a:lnTo>
                  <a:lnTo>
                    <a:pt x="94998" y="19794"/>
                  </a:lnTo>
                  <a:lnTo>
                    <a:pt x="95217" y="20170"/>
                  </a:lnTo>
                  <a:lnTo>
                    <a:pt x="95705" y="20605"/>
                  </a:lnTo>
                  <a:lnTo>
                    <a:pt x="96473" y="21516"/>
                  </a:lnTo>
                  <a:lnTo>
                    <a:pt x="97160" y="22124"/>
                  </a:lnTo>
                  <a:lnTo>
                    <a:pt x="97492" y="22122"/>
                  </a:lnTo>
                  <a:lnTo>
                    <a:pt x="98132" y="21882"/>
                  </a:lnTo>
                  <a:lnTo>
                    <a:pt x="99082" y="2172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956958" y="1558884"/>
              <a:ext cx="2414" cy="3068"/>
            </a:xfrm>
            <a:custGeom>
              <a:avLst/>
              <a:pathLst>
                <a:path w="2414" h="3068">
                  <a:moveTo>
                    <a:pt x="2227" y="2645"/>
                  </a:moveTo>
                  <a:lnTo>
                    <a:pt x="2414" y="3068"/>
                  </a:lnTo>
                  <a:lnTo>
                    <a:pt x="2193" y="3021"/>
                  </a:lnTo>
                  <a:lnTo>
                    <a:pt x="1554" y="2539"/>
                  </a:lnTo>
                  <a:lnTo>
                    <a:pt x="442" y="1388"/>
                  </a:lnTo>
                  <a:lnTo>
                    <a:pt x="53" y="437"/>
                  </a:lnTo>
                  <a:lnTo>
                    <a:pt x="0" y="0"/>
                  </a:lnTo>
                  <a:lnTo>
                    <a:pt x="273" y="49"/>
                  </a:lnTo>
                  <a:lnTo>
                    <a:pt x="503" y="440"/>
                  </a:lnTo>
                  <a:lnTo>
                    <a:pt x="1559" y="696"/>
                  </a:lnTo>
                  <a:lnTo>
                    <a:pt x="1837" y="890"/>
                  </a:lnTo>
                  <a:lnTo>
                    <a:pt x="1833" y="1366"/>
                  </a:lnTo>
                  <a:lnTo>
                    <a:pt x="2188" y="193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957432" y="1555127"/>
              <a:ext cx="2474" cy="1888"/>
            </a:xfrm>
            <a:custGeom>
              <a:avLst/>
              <a:pathLst>
                <a:path w="2474" h="1888">
                  <a:moveTo>
                    <a:pt x="2474" y="1363"/>
                  </a:moveTo>
                  <a:lnTo>
                    <a:pt x="2289" y="1888"/>
                  </a:lnTo>
                  <a:lnTo>
                    <a:pt x="2030" y="1883"/>
                  </a:lnTo>
                  <a:lnTo>
                    <a:pt x="1140" y="1232"/>
                  </a:lnTo>
                  <a:lnTo>
                    <a:pt x="431" y="877"/>
                  </a:lnTo>
                  <a:lnTo>
                    <a:pt x="196" y="578"/>
                  </a:lnTo>
                  <a:lnTo>
                    <a:pt x="0" y="64"/>
                  </a:lnTo>
                  <a:lnTo>
                    <a:pt x="406" y="0"/>
                  </a:lnTo>
                  <a:lnTo>
                    <a:pt x="889" y="116"/>
                  </a:lnTo>
                  <a:lnTo>
                    <a:pt x="2106" y="585"/>
                  </a:lnTo>
                  <a:lnTo>
                    <a:pt x="2449" y="107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952343" y="1551675"/>
              <a:ext cx="3381" cy="1550"/>
            </a:xfrm>
            <a:custGeom>
              <a:avLst/>
              <a:pathLst>
                <a:path w="3381" h="1550">
                  <a:moveTo>
                    <a:pt x="2230" y="166"/>
                  </a:moveTo>
                  <a:lnTo>
                    <a:pt x="3079" y="706"/>
                  </a:lnTo>
                  <a:lnTo>
                    <a:pt x="3381" y="1087"/>
                  </a:lnTo>
                  <a:lnTo>
                    <a:pt x="2893" y="1456"/>
                  </a:lnTo>
                  <a:lnTo>
                    <a:pt x="2300" y="1550"/>
                  </a:lnTo>
                  <a:lnTo>
                    <a:pt x="1586" y="1465"/>
                  </a:lnTo>
                  <a:lnTo>
                    <a:pt x="411" y="1065"/>
                  </a:lnTo>
                  <a:lnTo>
                    <a:pt x="0" y="152"/>
                  </a:lnTo>
                  <a:lnTo>
                    <a:pt x="812" y="174"/>
                  </a:lnTo>
                  <a:lnTo>
                    <a:pt x="1772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954713" y="1549373"/>
              <a:ext cx="5119" cy="5088"/>
            </a:xfrm>
            <a:custGeom>
              <a:avLst/>
              <a:pathLst>
                <a:path w="5119" h="5088">
                  <a:moveTo>
                    <a:pt x="5119" y="1232"/>
                  </a:moveTo>
                  <a:lnTo>
                    <a:pt x="4885" y="3105"/>
                  </a:lnTo>
                  <a:lnTo>
                    <a:pt x="4500" y="3095"/>
                  </a:lnTo>
                  <a:lnTo>
                    <a:pt x="3815" y="2577"/>
                  </a:lnTo>
                  <a:lnTo>
                    <a:pt x="3299" y="2470"/>
                  </a:lnTo>
                  <a:lnTo>
                    <a:pt x="3137" y="2747"/>
                  </a:lnTo>
                  <a:lnTo>
                    <a:pt x="3164" y="3080"/>
                  </a:lnTo>
                  <a:lnTo>
                    <a:pt x="3431" y="3289"/>
                  </a:lnTo>
                  <a:lnTo>
                    <a:pt x="4253" y="4545"/>
                  </a:lnTo>
                  <a:lnTo>
                    <a:pt x="4330" y="4911"/>
                  </a:lnTo>
                  <a:lnTo>
                    <a:pt x="4228" y="5088"/>
                  </a:lnTo>
                  <a:lnTo>
                    <a:pt x="3429" y="4725"/>
                  </a:lnTo>
                  <a:lnTo>
                    <a:pt x="1500" y="3100"/>
                  </a:lnTo>
                  <a:lnTo>
                    <a:pt x="0" y="427"/>
                  </a:lnTo>
                  <a:lnTo>
                    <a:pt x="2020" y="0"/>
                  </a:lnTo>
                  <a:lnTo>
                    <a:pt x="3486" y="70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0509" y="1548823"/>
              <a:ext cx="1451" cy="2359"/>
            </a:xfrm>
            <a:custGeom>
              <a:avLst/>
              <a:pathLst>
                <a:path w="1451" h="2359">
                  <a:moveTo>
                    <a:pt x="1451" y="1353"/>
                  </a:moveTo>
                  <a:lnTo>
                    <a:pt x="999" y="2359"/>
                  </a:lnTo>
                  <a:lnTo>
                    <a:pt x="328" y="2201"/>
                  </a:lnTo>
                  <a:lnTo>
                    <a:pt x="145" y="2092"/>
                  </a:lnTo>
                  <a:lnTo>
                    <a:pt x="0" y="1829"/>
                  </a:lnTo>
                  <a:lnTo>
                    <a:pt x="70" y="1081"/>
                  </a:lnTo>
                  <a:lnTo>
                    <a:pt x="46" y="0"/>
                  </a:lnTo>
                  <a:lnTo>
                    <a:pt x="817" y="88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5563932" y="2344141"/>
              <a:ext cx="684" cy="805"/>
            </a:xfrm>
            <a:custGeom>
              <a:avLst/>
              <a:pathLst>
                <a:path w="684" h="805">
                  <a:moveTo>
                    <a:pt x="587" y="129"/>
                  </a:moveTo>
                  <a:lnTo>
                    <a:pt x="684" y="805"/>
                  </a:lnTo>
                  <a:lnTo>
                    <a:pt x="83" y="477"/>
                  </a:lnTo>
                  <a:lnTo>
                    <a:pt x="0" y="238"/>
                  </a:lnTo>
                  <a:lnTo>
                    <a:pt x="351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5518582" y="2321228"/>
              <a:ext cx="1961" cy="2604"/>
            </a:xfrm>
            <a:custGeom>
              <a:avLst/>
              <a:pathLst>
                <a:path w="1961" h="2604">
                  <a:moveTo>
                    <a:pt x="1771" y="2288"/>
                  </a:moveTo>
                  <a:lnTo>
                    <a:pt x="1219" y="2604"/>
                  </a:lnTo>
                  <a:lnTo>
                    <a:pt x="527" y="2461"/>
                  </a:lnTo>
                  <a:lnTo>
                    <a:pt x="314" y="1323"/>
                  </a:lnTo>
                  <a:lnTo>
                    <a:pt x="0" y="1019"/>
                  </a:lnTo>
                  <a:lnTo>
                    <a:pt x="67" y="459"/>
                  </a:lnTo>
                  <a:lnTo>
                    <a:pt x="553" y="0"/>
                  </a:lnTo>
                  <a:lnTo>
                    <a:pt x="1579" y="371"/>
                  </a:lnTo>
                  <a:lnTo>
                    <a:pt x="1961" y="1179"/>
                  </a:lnTo>
                  <a:lnTo>
                    <a:pt x="1719" y="171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5456589" y="2315472"/>
              <a:ext cx="713" cy="800"/>
            </a:xfrm>
            <a:custGeom>
              <a:avLst/>
              <a:pathLst>
                <a:path w="713" h="800">
                  <a:moveTo>
                    <a:pt x="687" y="617"/>
                  </a:moveTo>
                  <a:lnTo>
                    <a:pt x="608" y="800"/>
                  </a:lnTo>
                  <a:lnTo>
                    <a:pt x="0" y="545"/>
                  </a:lnTo>
                  <a:lnTo>
                    <a:pt x="276" y="463"/>
                  </a:lnTo>
                  <a:lnTo>
                    <a:pt x="309" y="209"/>
                  </a:lnTo>
                  <a:lnTo>
                    <a:pt x="168" y="155"/>
                  </a:lnTo>
                  <a:lnTo>
                    <a:pt x="289" y="23"/>
                  </a:lnTo>
                  <a:lnTo>
                    <a:pt x="514" y="0"/>
                  </a:lnTo>
                  <a:lnTo>
                    <a:pt x="645" y="155"/>
                  </a:lnTo>
                  <a:lnTo>
                    <a:pt x="713" y="38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5459247" y="2314403"/>
              <a:ext cx="535" cy="492"/>
            </a:xfrm>
            <a:custGeom>
              <a:avLst/>
              <a:pathLst>
                <a:path w="535" h="492">
                  <a:moveTo>
                    <a:pt x="241" y="488"/>
                  </a:moveTo>
                  <a:lnTo>
                    <a:pt x="0" y="492"/>
                  </a:lnTo>
                  <a:lnTo>
                    <a:pt x="88" y="12"/>
                  </a:lnTo>
                  <a:lnTo>
                    <a:pt x="244" y="0"/>
                  </a:lnTo>
                  <a:lnTo>
                    <a:pt x="535" y="18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5328744" y="2284746"/>
              <a:ext cx="1434" cy="2430"/>
            </a:xfrm>
            <a:custGeom>
              <a:avLst/>
              <a:pathLst>
                <a:path w="1434" h="2430">
                  <a:moveTo>
                    <a:pt x="764" y="1291"/>
                  </a:moveTo>
                  <a:lnTo>
                    <a:pt x="48" y="2430"/>
                  </a:lnTo>
                  <a:lnTo>
                    <a:pt x="0" y="2058"/>
                  </a:lnTo>
                  <a:lnTo>
                    <a:pt x="218" y="1377"/>
                  </a:lnTo>
                  <a:lnTo>
                    <a:pt x="519" y="601"/>
                  </a:lnTo>
                  <a:lnTo>
                    <a:pt x="804" y="135"/>
                  </a:lnTo>
                  <a:lnTo>
                    <a:pt x="1172" y="0"/>
                  </a:lnTo>
                  <a:lnTo>
                    <a:pt x="1434" y="642"/>
                  </a:lnTo>
                  <a:lnTo>
                    <a:pt x="1140" y="119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104906" y="2386442"/>
              <a:ext cx="54659" cy="86734"/>
            </a:xfrm>
            <a:custGeom>
              <a:avLst/>
              <a:pathLst>
                <a:path w="54659" h="86734">
                  <a:moveTo>
                    <a:pt x="43429" y="1961"/>
                  </a:moveTo>
                  <a:lnTo>
                    <a:pt x="43382" y="2935"/>
                  </a:lnTo>
                  <a:lnTo>
                    <a:pt x="42633" y="5325"/>
                  </a:lnTo>
                  <a:lnTo>
                    <a:pt x="42280" y="7163"/>
                  </a:lnTo>
                  <a:lnTo>
                    <a:pt x="42191" y="9123"/>
                  </a:lnTo>
                  <a:lnTo>
                    <a:pt x="42398" y="10699"/>
                  </a:lnTo>
                  <a:lnTo>
                    <a:pt x="42759" y="11822"/>
                  </a:lnTo>
                  <a:lnTo>
                    <a:pt x="42992" y="13048"/>
                  </a:lnTo>
                  <a:lnTo>
                    <a:pt x="42811" y="13902"/>
                  </a:lnTo>
                  <a:lnTo>
                    <a:pt x="42450" y="14267"/>
                  </a:lnTo>
                  <a:lnTo>
                    <a:pt x="42698" y="14697"/>
                  </a:lnTo>
                  <a:lnTo>
                    <a:pt x="43245" y="14801"/>
                  </a:lnTo>
                  <a:lnTo>
                    <a:pt x="44174" y="14428"/>
                  </a:lnTo>
                  <a:lnTo>
                    <a:pt x="45603" y="13774"/>
                  </a:lnTo>
                  <a:lnTo>
                    <a:pt x="47474" y="12830"/>
                  </a:lnTo>
                  <a:lnTo>
                    <a:pt x="48706" y="12322"/>
                  </a:lnTo>
                  <a:lnTo>
                    <a:pt x="50739" y="12640"/>
                  </a:lnTo>
                  <a:lnTo>
                    <a:pt x="51823" y="12999"/>
                  </a:lnTo>
                  <a:lnTo>
                    <a:pt x="52380" y="13663"/>
                  </a:lnTo>
                  <a:lnTo>
                    <a:pt x="52979" y="16477"/>
                  </a:lnTo>
                  <a:lnTo>
                    <a:pt x="53277" y="16904"/>
                  </a:lnTo>
                  <a:lnTo>
                    <a:pt x="53768" y="18100"/>
                  </a:lnTo>
                  <a:lnTo>
                    <a:pt x="54179" y="19537"/>
                  </a:lnTo>
                  <a:lnTo>
                    <a:pt x="54267" y="20267"/>
                  </a:lnTo>
                  <a:lnTo>
                    <a:pt x="54223" y="20792"/>
                  </a:lnTo>
                  <a:lnTo>
                    <a:pt x="53808" y="21570"/>
                  </a:lnTo>
                  <a:lnTo>
                    <a:pt x="53343" y="22712"/>
                  </a:lnTo>
                  <a:lnTo>
                    <a:pt x="53180" y="23404"/>
                  </a:lnTo>
                  <a:lnTo>
                    <a:pt x="52791" y="23917"/>
                  </a:lnTo>
                  <a:lnTo>
                    <a:pt x="52297" y="24423"/>
                  </a:lnTo>
                  <a:lnTo>
                    <a:pt x="50940" y="24626"/>
                  </a:lnTo>
                  <a:lnTo>
                    <a:pt x="50732" y="24927"/>
                  </a:lnTo>
                  <a:lnTo>
                    <a:pt x="50351" y="26144"/>
                  </a:lnTo>
                  <a:lnTo>
                    <a:pt x="49635" y="27175"/>
                  </a:lnTo>
                  <a:lnTo>
                    <a:pt x="49309" y="28149"/>
                  </a:lnTo>
                  <a:lnTo>
                    <a:pt x="49020" y="29449"/>
                  </a:lnTo>
                  <a:lnTo>
                    <a:pt x="49077" y="31060"/>
                  </a:lnTo>
                  <a:lnTo>
                    <a:pt x="48934" y="33377"/>
                  </a:lnTo>
                  <a:lnTo>
                    <a:pt x="48788" y="34946"/>
                  </a:lnTo>
                  <a:lnTo>
                    <a:pt x="49148" y="35494"/>
                  </a:lnTo>
                  <a:lnTo>
                    <a:pt x="50769" y="35878"/>
                  </a:lnTo>
                  <a:lnTo>
                    <a:pt x="51085" y="36188"/>
                  </a:lnTo>
                  <a:lnTo>
                    <a:pt x="51516" y="37158"/>
                  </a:lnTo>
                  <a:lnTo>
                    <a:pt x="52068" y="38071"/>
                  </a:lnTo>
                  <a:lnTo>
                    <a:pt x="53554" y="38646"/>
                  </a:lnTo>
                  <a:lnTo>
                    <a:pt x="54130" y="39344"/>
                  </a:lnTo>
                  <a:lnTo>
                    <a:pt x="54598" y="40109"/>
                  </a:lnTo>
                  <a:lnTo>
                    <a:pt x="54659" y="40735"/>
                  </a:lnTo>
                  <a:lnTo>
                    <a:pt x="54322" y="43252"/>
                  </a:lnTo>
                  <a:lnTo>
                    <a:pt x="53997" y="45669"/>
                  </a:lnTo>
                  <a:lnTo>
                    <a:pt x="54124" y="47507"/>
                  </a:lnTo>
                  <a:lnTo>
                    <a:pt x="54246" y="49263"/>
                  </a:lnTo>
                  <a:lnTo>
                    <a:pt x="54422" y="51821"/>
                  </a:lnTo>
                  <a:lnTo>
                    <a:pt x="54344" y="53382"/>
                  </a:lnTo>
                  <a:lnTo>
                    <a:pt x="53924" y="54334"/>
                  </a:lnTo>
                  <a:lnTo>
                    <a:pt x="53924" y="55082"/>
                  </a:lnTo>
                  <a:lnTo>
                    <a:pt x="54116" y="55982"/>
                  </a:lnTo>
                  <a:lnTo>
                    <a:pt x="53745" y="58472"/>
                  </a:lnTo>
                  <a:lnTo>
                    <a:pt x="53505" y="58893"/>
                  </a:lnTo>
                  <a:lnTo>
                    <a:pt x="52841" y="59358"/>
                  </a:lnTo>
                  <a:lnTo>
                    <a:pt x="52491" y="60026"/>
                  </a:lnTo>
                  <a:lnTo>
                    <a:pt x="52379" y="61077"/>
                  </a:lnTo>
                  <a:lnTo>
                    <a:pt x="52021" y="62515"/>
                  </a:lnTo>
                  <a:lnTo>
                    <a:pt x="51653" y="63041"/>
                  </a:lnTo>
                  <a:lnTo>
                    <a:pt x="51653" y="63710"/>
                  </a:lnTo>
                  <a:lnTo>
                    <a:pt x="52008" y="64199"/>
                  </a:lnTo>
                  <a:lnTo>
                    <a:pt x="52003" y="64946"/>
                  </a:lnTo>
                  <a:lnTo>
                    <a:pt x="51340" y="65836"/>
                  </a:lnTo>
                  <a:lnTo>
                    <a:pt x="50939" y="66518"/>
                  </a:lnTo>
                  <a:lnTo>
                    <a:pt x="50054" y="66849"/>
                  </a:lnTo>
                  <a:lnTo>
                    <a:pt x="49042" y="66498"/>
                  </a:lnTo>
                  <a:lnTo>
                    <a:pt x="48805" y="66002"/>
                  </a:lnTo>
                  <a:lnTo>
                    <a:pt x="49050" y="65230"/>
                  </a:lnTo>
                  <a:lnTo>
                    <a:pt x="48963" y="64611"/>
                  </a:lnTo>
                  <a:lnTo>
                    <a:pt x="48614" y="63963"/>
                  </a:lnTo>
                  <a:lnTo>
                    <a:pt x="48072" y="62290"/>
                  </a:lnTo>
                  <a:lnTo>
                    <a:pt x="47594" y="61937"/>
                  </a:lnTo>
                  <a:lnTo>
                    <a:pt x="47327" y="62621"/>
                  </a:lnTo>
                  <a:lnTo>
                    <a:pt x="46503" y="63892"/>
                  </a:lnTo>
                  <a:lnTo>
                    <a:pt x="45050" y="65521"/>
                  </a:lnTo>
                  <a:lnTo>
                    <a:pt x="44032" y="65652"/>
                  </a:lnTo>
                  <a:lnTo>
                    <a:pt x="42152" y="65155"/>
                  </a:lnTo>
                  <a:lnTo>
                    <a:pt x="40576" y="64377"/>
                  </a:lnTo>
                  <a:lnTo>
                    <a:pt x="39834" y="62465"/>
                  </a:lnTo>
                  <a:lnTo>
                    <a:pt x="39369" y="60889"/>
                  </a:lnTo>
                  <a:lnTo>
                    <a:pt x="38698" y="59055"/>
                  </a:lnTo>
                  <a:lnTo>
                    <a:pt x="37942" y="58185"/>
                  </a:lnTo>
                  <a:lnTo>
                    <a:pt x="37136" y="57629"/>
                  </a:lnTo>
                  <a:lnTo>
                    <a:pt x="36777" y="57591"/>
                  </a:lnTo>
                  <a:lnTo>
                    <a:pt x="35624" y="58611"/>
                  </a:lnTo>
                  <a:lnTo>
                    <a:pt x="35279" y="59014"/>
                  </a:lnTo>
                  <a:lnTo>
                    <a:pt x="35282" y="59871"/>
                  </a:lnTo>
                  <a:lnTo>
                    <a:pt x="35389" y="60669"/>
                  </a:lnTo>
                  <a:lnTo>
                    <a:pt x="35567" y="61056"/>
                  </a:lnTo>
                  <a:lnTo>
                    <a:pt x="35718" y="61568"/>
                  </a:lnTo>
                  <a:lnTo>
                    <a:pt x="35691" y="62367"/>
                  </a:lnTo>
                  <a:lnTo>
                    <a:pt x="35484" y="63432"/>
                  </a:lnTo>
                  <a:lnTo>
                    <a:pt x="35414" y="64609"/>
                  </a:lnTo>
                  <a:lnTo>
                    <a:pt x="31800" y="65761"/>
                  </a:lnTo>
                  <a:lnTo>
                    <a:pt x="31174" y="65345"/>
                  </a:lnTo>
                  <a:lnTo>
                    <a:pt x="30720" y="64816"/>
                  </a:lnTo>
                  <a:lnTo>
                    <a:pt x="30172" y="64908"/>
                  </a:lnTo>
                  <a:lnTo>
                    <a:pt x="28606" y="65512"/>
                  </a:lnTo>
                  <a:lnTo>
                    <a:pt x="28030" y="65091"/>
                  </a:lnTo>
                  <a:lnTo>
                    <a:pt x="27458" y="64784"/>
                  </a:lnTo>
                  <a:lnTo>
                    <a:pt x="27196" y="65040"/>
                  </a:lnTo>
                  <a:lnTo>
                    <a:pt x="27172" y="65544"/>
                  </a:lnTo>
                  <a:lnTo>
                    <a:pt x="27439" y="68311"/>
                  </a:lnTo>
                  <a:lnTo>
                    <a:pt x="27355" y="69365"/>
                  </a:lnTo>
                  <a:lnTo>
                    <a:pt x="27001" y="70741"/>
                  </a:lnTo>
                  <a:lnTo>
                    <a:pt x="26818" y="71676"/>
                  </a:lnTo>
                  <a:lnTo>
                    <a:pt x="27776" y="71937"/>
                  </a:lnTo>
                  <a:lnTo>
                    <a:pt x="28122" y="72373"/>
                  </a:lnTo>
                  <a:lnTo>
                    <a:pt x="28460" y="73069"/>
                  </a:lnTo>
                  <a:lnTo>
                    <a:pt x="28921" y="73718"/>
                  </a:lnTo>
                  <a:lnTo>
                    <a:pt x="28953" y="74111"/>
                  </a:lnTo>
                  <a:lnTo>
                    <a:pt x="28428" y="74834"/>
                  </a:lnTo>
                  <a:lnTo>
                    <a:pt x="28249" y="75725"/>
                  </a:lnTo>
                  <a:lnTo>
                    <a:pt x="28498" y="76422"/>
                  </a:lnTo>
                  <a:lnTo>
                    <a:pt x="29151" y="77149"/>
                  </a:lnTo>
                  <a:lnTo>
                    <a:pt x="30103" y="77904"/>
                  </a:lnTo>
                  <a:lnTo>
                    <a:pt x="30568" y="78397"/>
                  </a:lnTo>
                  <a:lnTo>
                    <a:pt x="30522" y="78849"/>
                  </a:lnTo>
                  <a:lnTo>
                    <a:pt x="30082" y="79815"/>
                  </a:lnTo>
                  <a:lnTo>
                    <a:pt x="29911" y="80630"/>
                  </a:lnTo>
                  <a:lnTo>
                    <a:pt x="29610" y="81366"/>
                  </a:lnTo>
                  <a:lnTo>
                    <a:pt x="29672" y="82045"/>
                  </a:lnTo>
                  <a:lnTo>
                    <a:pt x="30100" y="82677"/>
                  </a:lnTo>
                  <a:lnTo>
                    <a:pt x="30054" y="83242"/>
                  </a:lnTo>
                  <a:lnTo>
                    <a:pt x="29763" y="83671"/>
                  </a:lnTo>
                  <a:lnTo>
                    <a:pt x="29170" y="83581"/>
                  </a:lnTo>
                  <a:lnTo>
                    <a:pt x="28668" y="83641"/>
                  </a:lnTo>
                  <a:lnTo>
                    <a:pt x="28217" y="83467"/>
                  </a:lnTo>
                  <a:lnTo>
                    <a:pt x="26809" y="81277"/>
                  </a:lnTo>
                  <a:lnTo>
                    <a:pt x="26501" y="81211"/>
                  </a:lnTo>
                  <a:lnTo>
                    <a:pt x="24457" y="82896"/>
                  </a:lnTo>
                  <a:lnTo>
                    <a:pt x="23948" y="83589"/>
                  </a:lnTo>
                  <a:lnTo>
                    <a:pt x="23528" y="84582"/>
                  </a:lnTo>
                  <a:lnTo>
                    <a:pt x="22961" y="86734"/>
                  </a:lnTo>
                  <a:lnTo>
                    <a:pt x="22033" y="85481"/>
                  </a:lnTo>
                  <a:lnTo>
                    <a:pt x="21231" y="83189"/>
                  </a:lnTo>
                  <a:lnTo>
                    <a:pt x="20297" y="81783"/>
                  </a:lnTo>
                  <a:lnTo>
                    <a:pt x="18331" y="79506"/>
                  </a:lnTo>
                  <a:lnTo>
                    <a:pt x="17808" y="77832"/>
                  </a:lnTo>
                  <a:lnTo>
                    <a:pt x="15558" y="74136"/>
                  </a:lnTo>
                  <a:lnTo>
                    <a:pt x="12327" y="70444"/>
                  </a:lnTo>
                  <a:lnTo>
                    <a:pt x="9993" y="67239"/>
                  </a:lnTo>
                  <a:lnTo>
                    <a:pt x="9640" y="66528"/>
                  </a:lnTo>
                  <a:lnTo>
                    <a:pt x="10033" y="66615"/>
                  </a:lnTo>
                  <a:lnTo>
                    <a:pt x="12287" y="68213"/>
                  </a:lnTo>
                  <a:lnTo>
                    <a:pt x="12595" y="68034"/>
                  </a:lnTo>
                  <a:lnTo>
                    <a:pt x="12856" y="67676"/>
                  </a:lnTo>
                  <a:lnTo>
                    <a:pt x="11882" y="66838"/>
                  </a:lnTo>
                  <a:lnTo>
                    <a:pt x="10952" y="66179"/>
                  </a:lnTo>
                  <a:lnTo>
                    <a:pt x="10080" y="65768"/>
                  </a:lnTo>
                  <a:lnTo>
                    <a:pt x="9207" y="65803"/>
                  </a:lnTo>
                  <a:lnTo>
                    <a:pt x="8717" y="65126"/>
                  </a:lnTo>
                  <a:lnTo>
                    <a:pt x="8400" y="64095"/>
                  </a:lnTo>
                  <a:lnTo>
                    <a:pt x="8239" y="63214"/>
                  </a:lnTo>
                  <a:lnTo>
                    <a:pt x="7853" y="62292"/>
                  </a:lnTo>
                  <a:lnTo>
                    <a:pt x="6614" y="60391"/>
                  </a:lnTo>
                  <a:lnTo>
                    <a:pt x="6313" y="59657"/>
                  </a:lnTo>
                  <a:lnTo>
                    <a:pt x="5636" y="58653"/>
                  </a:lnTo>
                  <a:lnTo>
                    <a:pt x="6048" y="58523"/>
                  </a:lnTo>
                  <a:lnTo>
                    <a:pt x="7376" y="59480"/>
                  </a:lnTo>
                  <a:lnTo>
                    <a:pt x="7494" y="59099"/>
                  </a:lnTo>
                  <a:lnTo>
                    <a:pt x="7380" y="58536"/>
                  </a:lnTo>
                  <a:lnTo>
                    <a:pt x="6046" y="57626"/>
                  </a:lnTo>
                  <a:lnTo>
                    <a:pt x="5321" y="57567"/>
                  </a:lnTo>
                  <a:lnTo>
                    <a:pt x="5154" y="56928"/>
                  </a:lnTo>
                  <a:lnTo>
                    <a:pt x="5253" y="56188"/>
                  </a:lnTo>
                  <a:lnTo>
                    <a:pt x="4298" y="53419"/>
                  </a:lnTo>
                  <a:lnTo>
                    <a:pt x="3308" y="51346"/>
                  </a:lnTo>
                  <a:lnTo>
                    <a:pt x="3152" y="50366"/>
                  </a:lnTo>
                  <a:lnTo>
                    <a:pt x="5825" y="54874"/>
                  </a:lnTo>
                  <a:lnTo>
                    <a:pt x="6182" y="54951"/>
                  </a:lnTo>
                  <a:lnTo>
                    <a:pt x="6653" y="54909"/>
                  </a:lnTo>
                  <a:lnTo>
                    <a:pt x="7759" y="54404"/>
                  </a:lnTo>
                  <a:lnTo>
                    <a:pt x="7549" y="53802"/>
                  </a:lnTo>
                  <a:lnTo>
                    <a:pt x="7050" y="53156"/>
                  </a:lnTo>
                  <a:lnTo>
                    <a:pt x="6566" y="53453"/>
                  </a:lnTo>
                  <a:lnTo>
                    <a:pt x="5937" y="53514"/>
                  </a:lnTo>
                  <a:lnTo>
                    <a:pt x="5607" y="53245"/>
                  </a:lnTo>
                  <a:lnTo>
                    <a:pt x="5459" y="52780"/>
                  </a:lnTo>
                  <a:lnTo>
                    <a:pt x="6088" y="50591"/>
                  </a:lnTo>
                  <a:lnTo>
                    <a:pt x="5815" y="50702"/>
                  </a:lnTo>
                  <a:lnTo>
                    <a:pt x="5615" y="51092"/>
                  </a:lnTo>
                  <a:lnTo>
                    <a:pt x="5269" y="51278"/>
                  </a:lnTo>
                  <a:lnTo>
                    <a:pt x="4736" y="51392"/>
                  </a:lnTo>
                  <a:lnTo>
                    <a:pt x="3420" y="50219"/>
                  </a:lnTo>
                  <a:lnTo>
                    <a:pt x="2258" y="47055"/>
                  </a:lnTo>
                  <a:lnTo>
                    <a:pt x="1951" y="46407"/>
                  </a:lnTo>
                  <a:lnTo>
                    <a:pt x="1640" y="45306"/>
                  </a:lnTo>
                  <a:lnTo>
                    <a:pt x="1335" y="44853"/>
                  </a:lnTo>
                  <a:lnTo>
                    <a:pt x="0" y="40354"/>
                  </a:lnTo>
                  <a:lnTo>
                    <a:pt x="511" y="40687"/>
                  </a:lnTo>
                  <a:lnTo>
                    <a:pt x="1118" y="41991"/>
                  </a:lnTo>
                  <a:lnTo>
                    <a:pt x="2301" y="41717"/>
                  </a:lnTo>
                  <a:lnTo>
                    <a:pt x="2763" y="40963"/>
                  </a:lnTo>
                  <a:lnTo>
                    <a:pt x="3167" y="40991"/>
                  </a:lnTo>
                  <a:lnTo>
                    <a:pt x="3580" y="40818"/>
                  </a:lnTo>
                  <a:lnTo>
                    <a:pt x="4100" y="40107"/>
                  </a:lnTo>
                  <a:lnTo>
                    <a:pt x="5615" y="37010"/>
                  </a:lnTo>
                  <a:lnTo>
                    <a:pt x="6016" y="32923"/>
                  </a:lnTo>
                  <a:lnTo>
                    <a:pt x="5886" y="30495"/>
                  </a:lnTo>
                  <a:lnTo>
                    <a:pt x="5664" y="28086"/>
                  </a:lnTo>
                  <a:lnTo>
                    <a:pt x="6166" y="27318"/>
                  </a:lnTo>
                  <a:lnTo>
                    <a:pt x="6363" y="27825"/>
                  </a:lnTo>
                  <a:lnTo>
                    <a:pt x="6461" y="28681"/>
                  </a:lnTo>
                  <a:lnTo>
                    <a:pt x="6698" y="29315"/>
                  </a:lnTo>
                  <a:lnTo>
                    <a:pt x="7237" y="29882"/>
                  </a:lnTo>
                  <a:lnTo>
                    <a:pt x="8242" y="30033"/>
                  </a:lnTo>
                  <a:lnTo>
                    <a:pt x="9794" y="30925"/>
                  </a:lnTo>
                  <a:lnTo>
                    <a:pt x="10346" y="31493"/>
                  </a:lnTo>
                  <a:lnTo>
                    <a:pt x="10497" y="30359"/>
                  </a:lnTo>
                  <a:lnTo>
                    <a:pt x="12283" y="29391"/>
                  </a:lnTo>
                  <a:lnTo>
                    <a:pt x="11743" y="29044"/>
                  </a:lnTo>
                  <a:lnTo>
                    <a:pt x="10156" y="29426"/>
                  </a:lnTo>
                  <a:lnTo>
                    <a:pt x="7978" y="27982"/>
                  </a:lnTo>
                  <a:lnTo>
                    <a:pt x="7256" y="27062"/>
                  </a:lnTo>
                  <a:lnTo>
                    <a:pt x="6581" y="25322"/>
                  </a:lnTo>
                  <a:lnTo>
                    <a:pt x="5881" y="24410"/>
                  </a:lnTo>
                  <a:lnTo>
                    <a:pt x="5930" y="23590"/>
                  </a:lnTo>
                  <a:lnTo>
                    <a:pt x="7494" y="22837"/>
                  </a:lnTo>
                  <a:lnTo>
                    <a:pt x="7907" y="22923"/>
                  </a:lnTo>
                  <a:lnTo>
                    <a:pt x="8074" y="23823"/>
                  </a:lnTo>
                  <a:lnTo>
                    <a:pt x="8495" y="24192"/>
                  </a:lnTo>
                  <a:lnTo>
                    <a:pt x="8655" y="24069"/>
                  </a:lnTo>
                  <a:lnTo>
                    <a:pt x="8724" y="23300"/>
                  </a:lnTo>
                  <a:lnTo>
                    <a:pt x="8729" y="21239"/>
                  </a:lnTo>
                  <a:lnTo>
                    <a:pt x="8252" y="18284"/>
                  </a:lnTo>
                  <a:lnTo>
                    <a:pt x="8398" y="17716"/>
                  </a:lnTo>
                  <a:lnTo>
                    <a:pt x="8826" y="17511"/>
                  </a:lnTo>
                  <a:lnTo>
                    <a:pt x="9208" y="17120"/>
                  </a:lnTo>
                  <a:lnTo>
                    <a:pt x="9474" y="17047"/>
                  </a:lnTo>
                  <a:lnTo>
                    <a:pt x="10004" y="17120"/>
                  </a:lnTo>
                  <a:lnTo>
                    <a:pt x="10270" y="17804"/>
                  </a:lnTo>
                  <a:lnTo>
                    <a:pt x="10414" y="18180"/>
                  </a:lnTo>
                  <a:lnTo>
                    <a:pt x="10948" y="18354"/>
                  </a:lnTo>
                  <a:lnTo>
                    <a:pt x="11387" y="18719"/>
                  </a:lnTo>
                  <a:lnTo>
                    <a:pt x="11765" y="18621"/>
                  </a:lnTo>
                  <a:lnTo>
                    <a:pt x="12078" y="18194"/>
                  </a:lnTo>
                  <a:lnTo>
                    <a:pt x="12539" y="18107"/>
                  </a:lnTo>
                  <a:lnTo>
                    <a:pt x="13962" y="18113"/>
                  </a:lnTo>
                  <a:lnTo>
                    <a:pt x="15253" y="18119"/>
                  </a:lnTo>
                  <a:lnTo>
                    <a:pt x="17824" y="18132"/>
                  </a:lnTo>
                  <a:lnTo>
                    <a:pt x="20395" y="18145"/>
                  </a:lnTo>
                  <a:lnTo>
                    <a:pt x="22966" y="18157"/>
                  </a:lnTo>
                  <a:lnTo>
                    <a:pt x="24902" y="18166"/>
                  </a:lnTo>
                  <a:lnTo>
                    <a:pt x="24896" y="16478"/>
                  </a:lnTo>
                  <a:lnTo>
                    <a:pt x="24886" y="13872"/>
                  </a:lnTo>
                  <a:lnTo>
                    <a:pt x="24874" y="10793"/>
                  </a:lnTo>
                  <a:lnTo>
                    <a:pt x="24863" y="7838"/>
                  </a:lnTo>
                  <a:lnTo>
                    <a:pt x="24853" y="5109"/>
                  </a:lnTo>
                  <a:lnTo>
                    <a:pt x="24840" y="1879"/>
                  </a:lnTo>
                  <a:lnTo>
                    <a:pt x="24946" y="953"/>
                  </a:lnTo>
                  <a:lnTo>
                    <a:pt x="25072" y="568"/>
                  </a:lnTo>
                  <a:lnTo>
                    <a:pt x="25026" y="34"/>
                  </a:lnTo>
                  <a:lnTo>
                    <a:pt x="27018" y="0"/>
                  </a:lnTo>
                  <a:lnTo>
                    <a:pt x="30621" y="237"/>
                  </a:lnTo>
                  <a:lnTo>
                    <a:pt x="32195" y="204"/>
                  </a:lnTo>
                  <a:lnTo>
                    <a:pt x="32642" y="248"/>
                  </a:lnTo>
                  <a:lnTo>
                    <a:pt x="34609" y="86"/>
                  </a:lnTo>
                  <a:lnTo>
                    <a:pt x="36203" y="290"/>
                  </a:lnTo>
                  <a:lnTo>
                    <a:pt x="36880" y="518"/>
                  </a:lnTo>
                  <a:lnTo>
                    <a:pt x="37489" y="633"/>
                  </a:lnTo>
                  <a:lnTo>
                    <a:pt x="39398" y="772"/>
                  </a:lnTo>
                  <a:lnTo>
                    <a:pt x="41889" y="596"/>
                  </a:lnTo>
                  <a:lnTo>
                    <a:pt x="42736" y="638"/>
                  </a:lnTo>
                  <a:lnTo>
                    <a:pt x="43205" y="108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007776" y="1710370"/>
              <a:ext cx="4710" cy="2579"/>
            </a:xfrm>
            <a:custGeom>
              <a:avLst/>
              <a:pathLst>
                <a:path w="4710" h="2579">
                  <a:moveTo>
                    <a:pt x="4710" y="1161"/>
                  </a:moveTo>
                  <a:lnTo>
                    <a:pt x="3917" y="1642"/>
                  </a:lnTo>
                  <a:lnTo>
                    <a:pt x="3666" y="2207"/>
                  </a:lnTo>
                  <a:lnTo>
                    <a:pt x="3475" y="2430"/>
                  </a:lnTo>
                  <a:lnTo>
                    <a:pt x="2951" y="2575"/>
                  </a:lnTo>
                  <a:lnTo>
                    <a:pt x="2432" y="2579"/>
                  </a:lnTo>
                  <a:lnTo>
                    <a:pt x="455" y="1446"/>
                  </a:lnTo>
                  <a:lnTo>
                    <a:pt x="0" y="1497"/>
                  </a:lnTo>
                  <a:lnTo>
                    <a:pt x="451" y="978"/>
                  </a:lnTo>
                  <a:lnTo>
                    <a:pt x="1680" y="557"/>
                  </a:lnTo>
                  <a:lnTo>
                    <a:pt x="2371" y="0"/>
                  </a:lnTo>
                  <a:lnTo>
                    <a:pt x="3965" y="54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79351" y="1673467"/>
              <a:ext cx="4905" cy="3976"/>
            </a:xfrm>
            <a:custGeom>
              <a:avLst/>
              <a:pathLst>
                <a:path w="4905" h="3976">
                  <a:moveTo>
                    <a:pt x="3510" y="1364"/>
                  </a:moveTo>
                  <a:lnTo>
                    <a:pt x="3907" y="1624"/>
                  </a:lnTo>
                  <a:lnTo>
                    <a:pt x="4905" y="1583"/>
                  </a:lnTo>
                  <a:lnTo>
                    <a:pt x="4575" y="2161"/>
                  </a:lnTo>
                  <a:lnTo>
                    <a:pt x="3476" y="2806"/>
                  </a:lnTo>
                  <a:lnTo>
                    <a:pt x="2736" y="3443"/>
                  </a:lnTo>
                  <a:lnTo>
                    <a:pt x="1843" y="3976"/>
                  </a:lnTo>
                  <a:lnTo>
                    <a:pt x="1409" y="3365"/>
                  </a:lnTo>
                  <a:lnTo>
                    <a:pt x="907" y="3388"/>
                  </a:lnTo>
                  <a:lnTo>
                    <a:pt x="138" y="2215"/>
                  </a:lnTo>
                  <a:lnTo>
                    <a:pt x="0" y="457"/>
                  </a:lnTo>
                  <a:lnTo>
                    <a:pt x="1004" y="0"/>
                  </a:lnTo>
                  <a:lnTo>
                    <a:pt x="2391" y="2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45511" y="1648047"/>
              <a:ext cx="25302" cy="16605"/>
            </a:xfrm>
            <a:custGeom>
              <a:avLst/>
              <a:pathLst>
                <a:path w="25302" h="16605">
                  <a:moveTo>
                    <a:pt x="18229" y="16083"/>
                  </a:moveTo>
                  <a:lnTo>
                    <a:pt x="17418" y="15997"/>
                  </a:lnTo>
                  <a:lnTo>
                    <a:pt x="16851" y="16245"/>
                  </a:lnTo>
                  <a:lnTo>
                    <a:pt x="16482" y="16474"/>
                  </a:lnTo>
                  <a:lnTo>
                    <a:pt x="16126" y="16433"/>
                  </a:lnTo>
                  <a:lnTo>
                    <a:pt x="15105" y="16521"/>
                  </a:lnTo>
                  <a:lnTo>
                    <a:pt x="14144" y="16502"/>
                  </a:lnTo>
                  <a:lnTo>
                    <a:pt x="14007" y="16138"/>
                  </a:lnTo>
                  <a:lnTo>
                    <a:pt x="14171" y="15040"/>
                  </a:lnTo>
                  <a:lnTo>
                    <a:pt x="13957" y="14744"/>
                  </a:lnTo>
                  <a:lnTo>
                    <a:pt x="13039" y="14592"/>
                  </a:lnTo>
                  <a:lnTo>
                    <a:pt x="12698" y="14330"/>
                  </a:lnTo>
                  <a:lnTo>
                    <a:pt x="12171" y="13573"/>
                  </a:lnTo>
                  <a:lnTo>
                    <a:pt x="12068" y="13219"/>
                  </a:lnTo>
                  <a:lnTo>
                    <a:pt x="11992" y="12730"/>
                  </a:lnTo>
                  <a:lnTo>
                    <a:pt x="11435" y="12099"/>
                  </a:lnTo>
                  <a:lnTo>
                    <a:pt x="10757" y="11648"/>
                  </a:lnTo>
                  <a:lnTo>
                    <a:pt x="10360" y="11626"/>
                  </a:lnTo>
                  <a:lnTo>
                    <a:pt x="9567" y="12363"/>
                  </a:lnTo>
                  <a:lnTo>
                    <a:pt x="8914" y="13110"/>
                  </a:lnTo>
                  <a:lnTo>
                    <a:pt x="9146" y="13486"/>
                  </a:lnTo>
                  <a:lnTo>
                    <a:pt x="9360" y="13979"/>
                  </a:lnTo>
                  <a:lnTo>
                    <a:pt x="9004" y="14334"/>
                  </a:lnTo>
                  <a:lnTo>
                    <a:pt x="7928" y="15144"/>
                  </a:lnTo>
                  <a:lnTo>
                    <a:pt x="7760" y="15459"/>
                  </a:lnTo>
                  <a:lnTo>
                    <a:pt x="7470" y="15629"/>
                  </a:lnTo>
                  <a:lnTo>
                    <a:pt x="6957" y="15405"/>
                  </a:lnTo>
                  <a:lnTo>
                    <a:pt x="5680" y="15457"/>
                  </a:lnTo>
                  <a:lnTo>
                    <a:pt x="5092" y="15314"/>
                  </a:lnTo>
                  <a:lnTo>
                    <a:pt x="4409" y="14716"/>
                  </a:lnTo>
                  <a:lnTo>
                    <a:pt x="2742" y="14317"/>
                  </a:lnTo>
                  <a:lnTo>
                    <a:pt x="2463" y="13362"/>
                  </a:lnTo>
                  <a:lnTo>
                    <a:pt x="2141" y="13183"/>
                  </a:lnTo>
                  <a:lnTo>
                    <a:pt x="251" y="11542"/>
                  </a:lnTo>
                  <a:lnTo>
                    <a:pt x="0" y="10994"/>
                  </a:lnTo>
                  <a:lnTo>
                    <a:pt x="244" y="10667"/>
                  </a:lnTo>
                  <a:lnTo>
                    <a:pt x="950" y="10172"/>
                  </a:lnTo>
                  <a:lnTo>
                    <a:pt x="3320" y="9352"/>
                  </a:lnTo>
                  <a:lnTo>
                    <a:pt x="3693" y="9022"/>
                  </a:lnTo>
                  <a:lnTo>
                    <a:pt x="3770" y="8731"/>
                  </a:lnTo>
                  <a:lnTo>
                    <a:pt x="3074" y="8398"/>
                  </a:lnTo>
                  <a:lnTo>
                    <a:pt x="2447" y="8030"/>
                  </a:lnTo>
                  <a:lnTo>
                    <a:pt x="2233" y="7789"/>
                  </a:lnTo>
                  <a:lnTo>
                    <a:pt x="2215" y="7580"/>
                  </a:lnTo>
                  <a:lnTo>
                    <a:pt x="2572" y="7307"/>
                  </a:lnTo>
                  <a:lnTo>
                    <a:pt x="3288" y="7287"/>
                  </a:lnTo>
                  <a:lnTo>
                    <a:pt x="3853" y="7411"/>
                  </a:lnTo>
                  <a:lnTo>
                    <a:pt x="4303" y="7166"/>
                  </a:lnTo>
                  <a:lnTo>
                    <a:pt x="5093" y="6919"/>
                  </a:lnTo>
                  <a:lnTo>
                    <a:pt x="5623" y="6608"/>
                  </a:lnTo>
                  <a:lnTo>
                    <a:pt x="6079" y="5807"/>
                  </a:lnTo>
                  <a:lnTo>
                    <a:pt x="6561" y="5086"/>
                  </a:lnTo>
                  <a:lnTo>
                    <a:pt x="6611" y="4695"/>
                  </a:lnTo>
                  <a:lnTo>
                    <a:pt x="7033" y="3326"/>
                  </a:lnTo>
                  <a:lnTo>
                    <a:pt x="7265" y="2986"/>
                  </a:lnTo>
                  <a:lnTo>
                    <a:pt x="8762" y="2089"/>
                  </a:lnTo>
                  <a:lnTo>
                    <a:pt x="9141" y="2579"/>
                  </a:lnTo>
                  <a:lnTo>
                    <a:pt x="9878" y="2699"/>
                  </a:lnTo>
                  <a:lnTo>
                    <a:pt x="10539" y="2248"/>
                  </a:lnTo>
                  <a:lnTo>
                    <a:pt x="11330" y="826"/>
                  </a:lnTo>
                  <a:lnTo>
                    <a:pt x="11881" y="737"/>
                  </a:lnTo>
                  <a:lnTo>
                    <a:pt x="12487" y="852"/>
                  </a:lnTo>
                  <a:lnTo>
                    <a:pt x="13680" y="674"/>
                  </a:lnTo>
                  <a:lnTo>
                    <a:pt x="15797" y="10"/>
                  </a:lnTo>
                  <a:lnTo>
                    <a:pt x="16741" y="0"/>
                  </a:lnTo>
                  <a:lnTo>
                    <a:pt x="18075" y="348"/>
                  </a:lnTo>
                  <a:lnTo>
                    <a:pt x="19069" y="340"/>
                  </a:lnTo>
                  <a:lnTo>
                    <a:pt x="19953" y="1356"/>
                  </a:lnTo>
                  <a:lnTo>
                    <a:pt x="20426" y="2958"/>
                  </a:lnTo>
                  <a:lnTo>
                    <a:pt x="21529" y="4541"/>
                  </a:lnTo>
                  <a:lnTo>
                    <a:pt x="22970" y="5918"/>
                  </a:lnTo>
                  <a:lnTo>
                    <a:pt x="23028" y="6760"/>
                  </a:lnTo>
                  <a:lnTo>
                    <a:pt x="22513" y="7212"/>
                  </a:lnTo>
                  <a:lnTo>
                    <a:pt x="21435" y="7774"/>
                  </a:lnTo>
                  <a:lnTo>
                    <a:pt x="21440" y="8375"/>
                  </a:lnTo>
                  <a:lnTo>
                    <a:pt x="22151" y="8072"/>
                  </a:lnTo>
                  <a:lnTo>
                    <a:pt x="22764" y="7932"/>
                  </a:lnTo>
                  <a:lnTo>
                    <a:pt x="24241" y="8067"/>
                  </a:lnTo>
                  <a:lnTo>
                    <a:pt x="24757" y="8677"/>
                  </a:lnTo>
                  <a:lnTo>
                    <a:pt x="25115" y="9592"/>
                  </a:lnTo>
                  <a:lnTo>
                    <a:pt x="25302" y="10343"/>
                  </a:lnTo>
                  <a:lnTo>
                    <a:pt x="25174" y="11160"/>
                  </a:lnTo>
                  <a:lnTo>
                    <a:pt x="24777" y="10901"/>
                  </a:lnTo>
                  <a:lnTo>
                    <a:pt x="24373" y="10170"/>
                  </a:lnTo>
                  <a:lnTo>
                    <a:pt x="23925" y="9834"/>
                  </a:lnTo>
                  <a:lnTo>
                    <a:pt x="23403" y="9652"/>
                  </a:lnTo>
                  <a:lnTo>
                    <a:pt x="23639" y="10655"/>
                  </a:lnTo>
                  <a:lnTo>
                    <a:pt x="23546" y="11996"/>
                  </a:lnTo>
                  <a:lnTo>
                    <a:pt x="23774" y="12122"/>
                  </a:lnTo>
                  <a:lnTo>
                    <a:pt x="24475" y="12145"/>
                  </a:lnTo>
                  <a:lnTo>
                    <a:pt x="24011" y="13518"/>
                  </a:lnTo>
                  <a:lnTo>
                    <a:pt x="23053" y="13891"/>
                  </a:lnTo>
                  <a:lnTo>
                    <a:pt x="21936" y="14030"/>
                  </a:lnTo>
                  <a:lnTo>
                    <a:pt x="21666" y="14517"/>
                  </a:lnTo>
                  <a:lnTo>
                    <a:pt x="21464" y="15143"/>
                  </a:lnTo>
                  <a:lnTo>
                    <a:pt x="20880" y="16078"/>
                  </a:lnTo>
                  <a:lnTo>
                    <a:pt x="20111" y="16605"/>
                  </a:lnTo>
                  <a:lnTo>
                    <a:pt x="19160" y="1649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71548" y="1641419"/>
              <a:ext cx="2818" cy="3749"/>
            </a:xfrm>
            <a:custGeom>
              <a:avLst/>
              <a:pathLst>
                <a:path w="2818" h="3749">
                  <a:moveTo>
                    <a:pt x="2717" y="3739"/>
                  </a:moveTo>
                  <a:lnTo>
                    <a:pt x="1524" y="3749"/>
                  </a:lnTo>
                  <a:lnTo>
                    <a:pt x="1093" y="3629"/>
                  </a:lnTo>
                  <a:lnTo>
                    <a:pt x="578" y="3290"/>
                  </a:lnTo>
                  <a:lnTo>
                    <a:pt x="0" y="1375"/>
                  </a:lnTo>
                  <a:lnTo>
                    <a:pt x="206" y="697"/>
                  </a:lnTo>
                  <a:lnTo>
                    <a:pt x="444" y="365"/>
                  </a:lnTo>
                  <a:lnTo>
                    <a:pt x="705" y="108"/>
                  </a:lnTo>
                  <a:lnTo>
                    <a:pt x="1334" y="0"/>
                  </a:lnTo>
                  <a:lnTo>
                    <a:pt x="1960" y="362"/>
                  </a:lnTo>
                  <a:lnTo>
                    <a:pt x="2197" y="699"/>
                  </a:lnTo>
                  <a:lnTo>
                    <a:pt x="2721" y="1994"/>
                  </a:lnTo>
                  <a:lnTo>
                    <a:pt x="2818" y="310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1113" y="1638440"/>
              <a:ext cx="4165" cy="4514"/>
            </a:xfrm>
            <a:custGeom>
              <a:avLst/>
              <a:pathLst>
                <a:path w="4165" h="4514">
                  <a:moveTo>
                    <a:pt x="3469" y="0"/>
                  </a:moveTo>
                  <a:lnTo>
                    <a:pt x="3811" y="1791"/>
                  </a:lnTo>
                  <a:lnTo>
                    <a:pt x="4144" y="2901"/>
                  </a:lnTo>
                  <a:lnTo>
                    <a:pt x="4165" y="3281"/>
                  </a:lnTo>
                  <a:lnTo>
                    <a:pt x="3853" y="3808"/>
                  </a:lnTo>
                  <a:lnTo>
                    <a:pt x="2294" y="4509"/>
                  </a:lnTo>
                  <a:lnTo>
                    <a:pt x="1803" y="4514"/>
                  </a:lnTo>
                  <a:lnTo>
                    <a:pt x="1782" y="4343"/>
                  </a:lnTo>
                  <a:lnTo>
                    <a:pt x="2134" y="3629"/>
                  </a:lnTo>
                  <a:lnTo>
                    <a:pt x="1831" y="2820"/>
                  </a:lnTo>
                  <a:lnTo>
                    <a:pt x="1979" y="2204"/>
                  </a:lnTo>
                  <a:lnTo>
                    <a:pt x="1834" y="2091"/>
                  </a:lnTo>
                  <a:lnTo>
                    <a:pt x="1530" y="2178"/>
                  </a:lnTo>
                  <a:lnTo>
                    <a:pt x="413" y="3156"/>
                  </a:lnTo>
                  <a:lnTo>
                    <a:pt x="40" y="3253"/>
                  </a:lnTo>
                  <a:lnTo>
                    <a:pt x="0" y="3054"/>
                  </a:lnTo>
                  <a:lnTo>
                    <a:pt x="276" y="2253"/>
                  </a:lnTo>
                  <a:lnTo>
                    <a:pt x="310" y="1706"/>
                  </a:lnTo>
                  <a:lnTo>
                    <a:pt x="476" y="1369"/>
                  </a:lnTo>
                  <a:lnTo>
                    <a:pt x="780" y="1059"/>
                  </a:lnTo>
                  <a:lnTo>
                    <a:pt x="1141" y="826"/>
                  </a:lnTo>
                  <a:lnTo>
                    <a:pt x="1433" y="792"/>
                  </a:lnTo>
                  <a:lnTo>
                    <a:pt x="1744" y="1033"/>
                  </a:lnTo>
                  <a:lnTo>
                    <a:pt x="2648" y="36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5121" y="1635793"/>
              <a:ext cx="3281" cy="4414"/>
            </a:xfrm>
            <a:custGeom>
              <a:avLst/>
              <a:pathLst>
                <a:path w="3281" h="4414">
                  <a:moveTo>
                    <a:pt x="964" y="4264"/>
                  </a:moveTo>
                  <a:lnTo>
                    <a:pt x="766" y="4414"/>
                  </a:lnTo>
                  <a:lnTo>
                    <a:pt x="287" y="4372"/>
                  </a:lnTo>
                  <a:lnTo>
                    <a:pt x="109" y="4148"/>
                  </a:lnTo>
                  <a:lnTo>
                    <a:pt x="12" y="3802"/>
                  </a:lnTo>
                  <a:lnTo>
                    <a:pt x="0" y="3168"/>
                  </a:lnTo>
                  <a:lnTo>
                    <a:pt x="290" y="2715"/>
                  </a:lnTo>
                  <a:lnTo>
                    <a:pt x="1515" y="2030"/>
                  </a:lnTo>
                  <a:lnTo>
                    <a:pt x="961" y="1787"/>
                  </a:lnTo>
                  <a:lnTo>
                    <a:pt x="939" y="1616"/>
                  </a:lnTo>
                  <a:lnTo>
                    <a:pt x="1257" y="1046"/>
                  </a:lnTo>
                  <a:lnTo>
                    <a:pt x="2576" y="160"/>
                  </a:lnTo>
                  <a:lnTo>
                    <a:pt x="2930" y="0"/>
                  </a:lnTo>
                  <a:lnTo>
                    <a:pt x="3281" y="24"/>
                  </a:lnTo>
                  <a:lnTo>
                    <a:pt x="2599" y="159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2720" y="1628407"/>
              <a:ext cx="5345" cy="5037"/>
            </a:xfrm>
            <a:custGeom>
              <a:avLst/>
              <a:pathLst>
                <a:path w="5345" h="5037">
                  <a:moveTo>
                    <a:pt x="5184" y="4261"/>
                  </a:moveTo>
                  <a:lnTo>
                    <a:pt x="1415" y="5037"/>
                  </a:lnTo>
                  <a:lnTo>
                    <a:pt x="117" y="4968"/>
                  </a:lnTo>
                  <a:lnTo>
                    <a:pt x="0" y="4587"/>
                  </a:lnTo>
                  <a:lnTo>
                    <a:pt x="258" y="4333"/>
                  </a:lnTo>
                  <a:lnTo>
                    <a:pt x="1333" y="4086"/>
                  </a:lnTo>
                  <a:lnTo>
                    <a:pt x="1768" y="2220"/>
                  </a:lnTo>
                  <a:lnTo>
                    <a:pt x="143" y="1362"/>
                  </a:lnTo>
                  <a:lnTo>
                    <a:pt x="58" y="1121"/>
                  </a:lnTo>
                  <a:lnTo>
                    <a:pt x="185" y="712"/>
                  </a:lnTo>
                  <a:lnTo>
                    <a:pt x="373" y="529"/>
                  </a:lnTo>
                  <a:lnTo>
                    <a:pt x="1359" y="96"/>
                  </a:lnTo>
                  <a:lnTo>
                    <a:pt x="1774" y="0"/>
                  </a:lnTo>
                  <a:lnTo>
                    <a:pt x="2110" y="58"/>
                  </a:lnTo>
                  <a:lnTo>
                    <a:pt x="2802" y="558"/>
                  </a:lnTo>
                  <a:lnTo>
                    <a:pt x="3587" y="1608"/>
                  </a:lnTo>
                  <a:lnTo>
                    <a:pt x="4633" y="1775"/>
                  </a:lnTo>
                  <a:lnTo>
                    <a:pt x="5345" y="222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59477" y="1628093"/>
              <a:ext cx="1748" cy="1296"/>
            </a:xfrm>
            <a:custGeom>
              <a:avLst/>
              <a:pathLst>
                <a:path w="1748" h="1296">
                  <a:moveTo>
                    <a:pt x="576" y="1218"/>
                  </a:moveTo>
                  <a:lnTo>
                    <a:pt x="38" y="1296"/>
                  </a:lnTo>
                  <a:lnTo>
                    <a:pt x="0" y="1098"/>
                  </a:lnTo>
                  <a:lnTo>
                    <a:pt x="933" y="155"/>
                  </a:lnTo>
                  <a:lnTo>
                    <a:pt x="1537" y="0"/>
                  </a:lnTo>
                  <a:lnTo>
                    <a:pt x="1748" y="91"/>
                  </a:lnTo>
                  <a:lnTo>
                    <a:pt x="1310" y="63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51205" y="1623259"/>
              <a:ext cx="1362" cy="938"/>
            </a:xfrm>
            <a:custGeom>
              <a:avLst/>
              <a:pathLst>
                <a:path w="1362" h="938">
                  <a:moveTo>
                    <a:pt x="1192" y="746"/>
                  </a:moveTo>
                  <a:lnTo>
                    <a:pt x="361" y="938"/>
                  </a:lnTo>
                  <a:lnTo>
                    <a:pt x="52" y="826"/>
                  </a:lnTo>
                  <a:lnTo>
                    <a:pt x="0" y="649"/>
                  </a:lnTo>
                  <a:lnTo>
                    <a:pt x="189" y="169"/>
                  </a:lnTo>
                  <a:lnTo>
                    <a:pt x="827" y="0"/>
                  </a:lnTo>
                  <a:lnTo>
                    <a:pt x="1289" y="260"/>
                  </a:lnTo>
                  <a:lnTo>
                    <a:pt x="1362" y="49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1709" y="1622819"/>
              <a:ext cx="1627" cy="1377"/>
            </a:xfrm>
            <a:custGeom>
              <a:avLst/>
              <a:pathLst>
                <a:path w="1627" h="1377">
                  <a:moveTo>
                    <a:pt x="1452" y="1197"/>
                  </a:moveTo>
                  <a:lnTo>
                    <a:pt x="1171" y="1377"/>
                  </a:lnTo>
                  <a:lnTo>
                    <a:pt x="817" y="1342"/>
                  </a:lnTo>
                  <a:lnTo>
                    <a:pt x="465" y="1110"/>
                  </a:lnTo>
                  <a:lnTo>
                    <a:pt x="0" y="454"/>
                  </a:lnTo>
                  <a:lnTo>
                    <a:pt x="1043" y="0"/>
                  </a:lnTo>
                  <a:lnTo>
                    <a:pt x="1460" y="266"/>
                  </a:lnTo>
                  <a:lnTo>
                    <a:pt x="1620" y="572"/>
                  </a:lnTo>
                  <a:lnTo>
                    <a:pt x="1627" y="91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52346" y="1618172"/>
              <a:ext cx="1653" cy="3820"/>
            </a:xfrm>
            <a:custGeom>
              <a:avLst/>
              <a:pathLst>
                <a:path w="1653" h="3820">
                  <a:moveTo>
                    <a:pt x="1632" y="3743"/>
                  </a:moveTo>
                  <a:lnTo>
                    <a:pt x="1232" y="3820"/>
                  </a:lnTo>
                  <a:lnTo>
                    <a:pt x="709" y="3745"/>
                  </a:lnTo>
                  <a:lnTo>
                    <a:pt x="386" y="3529"/>
                  </a:lnTo>
                  <a:lnTo>
                    <a:pt x="60" y="2671"/>
                  </a:lnTo>
                  <a:lnTo>
                    <a:pt x="0" y="2152"/>
                  </a:lnTo>
                  <a:lnTo>
                    <a:pt x="145" y="1188"/>
                  </a:lnTo>
                  <a:lnTo>
                    <a:pt x="111" y="36"/>
                  </a:lnTo>
                  <a:lnTo>
                    <a:pt x="1191" y="0"/>
                  </a:lnTo>
                  <a:lnTo>
                    <a:pt x="1468" y="166"/>
                  </a:lnTo>
                  <a:lnTo>
                    <a:pt x="1653" y="358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58601" y="1614151"/>
              <a:ext cx="10335" cy="8752"/>
            </a:xfrm>
            <a:custGeom>
              <a:avLst/>
              <a:pathLst>
                <a:path w="10335" h="8752">
                  <a:moveTo>
                    <a:pt x="5831" y="2329"/>
                  </a:moveTo>
                  <a:lnTo>
                    <a:pt x="5818" y="2945"/>
                  </a:lnTo>
                  <a:lnTo>
                    <a:pt x="5651" y="3670"/>
                  </a:lnTo>
                  <a:lnTo>
                    <a:pt x="5868" y="4439"/>
                  </a:lnTo>
                  <a:lnTo>
                    <a:pt x="5918" y="4989"/>
                  </a:lnTo>
                  <a:lnTo>
                    <a:pt x="6317" y="5164"/>
                  </a:lnTo>
                  <a:lnTo>
                    <a:pt x="6561" y="5417"/>
                  </a:lnTo>
                  <a:lnTo>
                    <a:pt x="8333" y="5701"/>
                  </a:lnTo>
                  <a:lnTo>
                    <a:pt x="9982" y="5621"/>
                  </a:lnTo>
                  <a:lnTo>
                    <a:pt x="10299" y="5848"/>
                  </a:lnTo>
                  <a:lnTo>
                    <a:pt x="10335" y="6207"/>
                  </a:lnTo>
                  <a:lnTo>
                    <a:pt x="10075" y="6604"/>
                  </a:lnTo>
                  <a:lnTo>
                    <a:pt x="9136" y="7328"/>
                  </a:lnTo>
                  <a:lnTo>
                    <a:pt x="8016" y="8498"/>
                  </a:lnTo>
                  <a:lnTo>
                    <a:pt x="7682" y="8742"/>
                  </a:lnTo>
                  <a:lnTo>
                    <a:pt x="7321" y="8752"/>
                  </a:lnTo>
                  <a:lnTo>
                    <a:pt x="7061" y="8647"/>
                  </a:lnTo>
                  <a:lnTo>
                    <a:pt x="6875" y="6566"/>
                  </a:lnTo>
                  <a:lnTo>
                    <a:pt x="5661" y="6832"/>
                  </a:lnTo>
                  <a:lnTo>
                    <a:pt x="4683" y="6801"/>
                  </a:lnTo>
                  <a:lnTo>
                    <a:pt x="4147" y="6548"/>
                  </a:lnTo>
                  <a:lnTo>
                    <a:pt x="3772" y="6060"/>
                  </a:lnTo>
                  <a:lnTo>
                    <a:pt x="3015" y="4804"/>
                  </a:lnTo>
                  <a:lnTo>
                    <a:pt x="810" y="4311"/>
                  </a:lnTo>
                  <a:lnTo>
                    <a:pt x="187" y="3619"/>
                  </a:lnTo>
                  <a:lnTo>
                    <a:pt x="0" y="3202"/>
                  </a:lnTo>
                  <a:lnTo>
                    <a:pt x="79" y="2971"/>
                  </a:lnTo>
                  <a:lnTo>
                    <a:pt x="538" y="2457"/>
                  </a:lnTo>
                  <a:lnTo>
                    <a:pt x="1113" y="2641"/>
                  </a:lnTo>
                  <a:lnTo>
                    <a:pt x="1469" y="2528"/>
                  </a:lnTo>
                  <a:lnTo>
                    <a:pt x="1685" y="2299"/>
                  </a:lnTo>
                  <a:lnTo>
                    <a:pt x="1680" y="2110"/>
                  </a:lnTo>
                  <a:lnTo>
                    <a:pt x="1379" y="1663"/>
                  </a:lnTo>
                  <a:lnTo>
                    <a:pt x="1365" y="1524"/>
                  </a:lnTo>
                  <a:lnTo>
                    <a:pt x="3619" y="957"/>
                  </a:lnTo>
                  <a:lnTo>
                    <a:pt x="3817" y="72"/>
                  </a:lnTo>
                  <a:lnTo>
                    <a:pt x="4306" y="0"/>
                  </a:lnTo>
                  <a:lnTo>
                    <a:pt x="4864" y="289"/>
                  </a:lnTo>
                  <a:lnTo>
                    <a:pt x="5629" y="120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51463" y="1613998"/>
              <a:ext cx="4000" cy="2087"/>
            </a:xfrm>
            <a:custGeom>
              <a:avLst/>
              <a:pathLst>
                <a:path w="4000" h="2087">
                  <a:moveTo>
                    <a:pt x="2933" y="0"/>
                  </a:moveTo>
                  <a:lnTo>
                    <a:pt x="4000" y="785"/>
                  </a:lnTo>
                  <a:lnTo>
                    <a:pt x="3150" y="2087"/>
                  </a:lnTo>
                  <a:lnTo>
                    <a:pt x="1845" y="2081"/>
                  </a:lnTo>
                  <a:lnTo>
                    <a:pt x="8" y="1129"/>
                  </a:lnTo>
                  <a:lnTo>
                    <a:pt x="0" y="935"/>
                  </a:lnTo>
                  <a:lnTo>
                    <a:pt x="153" y="650"/>
                  </a:lnTo>
                  <a:lnTo>
                    <a:pt x="428" y="424"/>
                  </a:lnTo>
                  <a:lnTo>
                    <a:pt x="715" y="370"/>
                  </a:lnTo>
                  <a:lnTo>
                    <a:pt x="1170" y="526"/>
                  </a:lnTo>
                  <a:lnTo>
                    <a:pt x="1804" y="276"/>
                  </a:lnTo>
                  <a:lnTo>
                    <a:pt x="2312" y="35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55437" y="1602562"/>
              <a:ext cx="8527" cy="10500"/>
            </a:xfrm>
            <a:custGeom>
              <a:avLst/>
              <a:pathLst>
                <a:path w="8527" h="10500">
                  <a:moveTo>
                    <a:pt x="8485" y="1946"/>
                  </a:moveTo>
                  <a:lnTo>
                    <a:pt x="7282" y="4379"/>
                  </a:lnTo>
                  <a:lnTo>
                    <a:pt x="6811" y="4439"/>
                  </a:lnTo>
                  <a:lnTo>
                    <a:pt x="6398" y="5047"/>
                  </a:lnTo>
                  <a:lnTo>
                    <a:pt x="5118" y="5718"/>
                  </a:lnTo>
                  <a:lnTo>
                    <a:pt x="6235" y="5731"/>
                  </a:lnTo>
                  <a:lnTo>
                    <a:pt x="6549" y="5955"/>
                  </a:lnTo>
                  <a:lnTo>
                    <a:pt x="6557" y="6436"/>
                  </a:lnTo>
                  <a:lnTo>
                    <a:pt x="6342" y="6716"/>
                  </a:lnTo>
                  <a:lnTo>
                    <a:pt x="4895" y="7831"/>
                  </a:lnTo>
                  <a:lnTo>
                    <a:pt x="3900" y="8254"/>
                  </a:lnTo>
                  <a:lnTo>
                    <a:pt x="2829" y="9418"/>
                  </a:lnTo>
                  <a:lnTo>
                    <a:pt x="2288" y="9433"/>
                  </a:lnTo>
                  <a:lnTo>
                    <a:pt x="1752" y="10174"/>
                  </a:lnTo>
                  <a:lnTo>
                    <a:pt x="1311" y="10499"/>
                  </a:lnTo>
                  <a:lnTo>
                    <a:pt x="1064" y="10500"/>
                  </a:lnTo>
                  <a:lnTo>
                    <a:pt x="779" y="10336"/>
                  </a:lnTo>
                  <a:lnTo>
                    <a:pt x="115" y="9610"/>
                  </a:lnTo>
                  <a:lnTo>
                    <a:pt x="1321" y="8897"/>
                  </a:lnTo>
                  <a:lnTo>
                    <a:pt x="1432" y="8496"/>
                  </a:lnTo>
                  <a:lnTo>
                    <a:pt x="2258" y="8079"/>
                  </a:lnTo>
                  <a:lnTo>
                    <a:pt x="2189" y="7949"/>
                  </a:lnTo>
                  <a:lnTo>
                    <a:pt x="880" y="7363"/>
                  </a:lnTo>
                  <a:lnTo>
                    <a:pt x="364" y="6969"/>
                  </a:lnTo>
                  <a:lnTo>
                    <a:pt x="413" y="6762"/>
                  </a:lnTo>
                  <a:lnTo>
                    <a:pt x="1043" y="6309"/>
                  </a:lnTo>
                  <a:lnTo>
                    <a:pt x="744" y="6249"/>
                  </a:lnTo>
                  <a:lnTo>
                    <a:pt x="542" y="6004"/>
                  </a:lnTo>
                  <a:lnTo>
                    <a:pt x="176" y="5911"/>
                  </a:lnTo>
                  <a:lnTo>
                    <a:pt x="67" y="5683"/>
                  </a:lnTo>
                  <a:lnTo>
                    <a:pt x="0" y="5084"/>
                  </a:lnTo>
                  <a:lnTo>
                    <a:pt x="97" y="4472"/>
                  </a:lnTo>
                  <a:lnTo>
                    <a:pt x="479" y="4202"/>
                  </a:lnTo>
                  <a:lnTo>
                    <a:pt x="635" y="3912"/>
                  </a:lnTo>
                  <a:lnTo>
                    <a:pt x="790" y="3823"/>
                  </a:lnTo>
                  <a:lnTo>
                    <a:pt x="1381" y="3977"/>
                  </a:lnTo>
                  <a:lnTo>
                    <a:pt x="1980" y="4466"/>
                  </a:lnTo>
                  <a:lnTo>
                    <a:pt x="2680" y="4278"/>
                  </a:lnTo>
                  <a:lnTo>
                    <a:pt x="3509" y="4257"/>
                  </a:lnTo>
                  <a:lnTo>
                    <a:pt x="2912" y="3053"/>
                  </a:lnTo>
                  <a:lnTo>
                    <a:pt x="3019" y="2807"/>
                  </a:lnTo>
                  <a:lnTo>
                    <a:pt x="3342" y="2527"/>
                  </a:lnTo>
                  <a:lnTo>
                    <a:pt x="5216" y="1669"/>
                  </a:lnTo>
                  <a:lnTo>
                    <a:pt x="7553" y="226"/>
                  </a:lnTo>
                  <a:lnTo>
                    <a:pt x="8118" y="0"/>
                  </a:lnTo>
                  <a:lnTo>
                    <a:pt x="8289" y="196"/>
                  </a:lnTo>
                  <a:lnTo>
                    <a:pt x="8527" y="94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37" y="1600510"/>
              <a:ext cx="74553" cy="120350"/>
            </a:xfrm>
            <a:custGeom>
              <a:avLst/>
              <a:pathLst>
                <a:path w="74553" h="120350">
                  <a:moveTo>
                    <a:pt x="28609" y="1876"/>
                  </a:moveTo>
                  <a:lnTo>
                    <a:pt x="28690" y="3017"/>
                  </a:lnTo>
                  <a:lnTo>
                    <a:pt x="28579" y="3362"/>
                  </a:lnTo>
                  <a:lnTo>
                    <a:pt x="28353" y="3789"/>
                  </a:lnTo>
                  <a:lnTo>
                    <a:pt x="27638" y="4585"/>
                  </a:lnTo>
                  <a:lnTo>
                    <a:pt x="25758" y="5723"/>
                  </a:lnTo>
                  <a:lnTo>
                    <a:pt x="22315" y="8339"/>
                  </a:lnTo>
                  <a:lnTo>
                    <a:pt x="20280" y="9637"/>
                  </a:lnTo>
                  <a:lnTo>
                    <a:pt x="20000" y="10262"/>
                  </a:lnTo>
                  <a:lnTo>
                    <a:pt x="19849" y="11130"/>
                  </a:lnTo>
                  <a:lnTo>
                    <a:pt x="21067" y="11302"/>
                  </a:lnTo>
                  <a:lnTo>
                    <a:pt x="21538" y="11596"/>
                  </a:lnTo>
                  <a:lnTo>
                    <a:pt x="21246" y="12038"/>
                  </a:lnTo>
                  <a:lnTo>
                    <a:pt x="19444" y="13570"/>
                  </a:lnTo>
                  <a:lnTo>
                    <a:pt x="18913" y="14955"/>
                  </a:lnTo>
                  <a:lnTo>
                    <a:pt x="20295" y="14906"/>
                  </a:lnTo>
                  <a:lnTo>
                    <a:pt x="21433" y="14640"/>
                  </a:lnTo>
                  <a:lnTo>
                    <a:pt x="23703" y="13776"/>
                  </a:lnTo>
                  <a:lnTo>
                    <a:pt x="25836" y="13135"/>
                  </a:lnTo>
                  <a:lnTo>
                    <a:pt x="26860" y="13108"/>
                  </a:lnTo>
                  <a:lnTo>
                    <a:pt x="28853" y="13620"/>
                  </a:lnTo>
                  <a:lnTo>
                    <a:pt x="29306" y="13636"/>
                  </a:lnTo>
                  <a:lnTo>
                    <a:pt x="30151" y="13400"/>
                  </a:lnTo>
                  <a:lnTo>
                    <a:pt x="31006" y="13358"/>
                  </a:lnTo>
                  <a:lnTo>
                    <a:pt x="36798" y="13517"/>
                  </a:lnTo>
                  <a:lnTo>
                    <a:pt x="38407" y="13217"/>
                  </a:lnTo>
                  <a:lnTo>
                    <a:pt x="39472" y="13576"/>
                  </a:lnTo>
                  <a:lnTo>
                    <a:pt x="40362" y="14473"/>
                  </a:lnTo>
                  <a:lnTo>
                    <a:pt x="41209" y="16127"/>
                  </a:lnTo>
                  <a:lnTo>
                    <a:pt x="41183" y="16402"/>
                  </a:lnTo>
                  <a:lnTo>
                    <a:pt x="40671" y="17156"/>
                  </a:lnTo>
                  <a:lnTo>
                    <a:pt x="39727" y="18101"/>
                  </a:lnTo>
                  <a:lnTo>
                    <a:pt x="38915" y="19403"/>
                  </a:lnTo>
                  <a:lnTo>
                    <a:pt x="38677" y="20105"/>
                  </a:lnTo>
                  <a:lnTo>
                    <a:pt x="38518" y="20873"/>
                  </a:lnTo>
                  <a:lnTo>
                    <a:pt x="38260" y="21583"/>
                  </a:lnTo>
                  <a:lnTo>
                    <a:pt x="36645" y="24920"/>
                  </a:lnTo>
                  <a:lnTo>
                    <a:pt x="35071" y="26770"/>
                  </a:lnTo>
                  <a:lnTo>
                    <a:pt x="34368" y="28083"/>
                  </a:lnTo>
                  <a:lnTo>
                    <a:pt x="33500" y="29129"/>
                  </a:lnTo>
                  <a:lnTo>
                    <a:pt x="32665" y="29787"/>
                  </a:lnTo>
                  <a:lnTo>
                    <a:pt x="31774" y="30225"/>
                  </a:lnTo>
                  <a:lnTo>
                    <a:pt x="29198" y="30694"/>
                  </a:lnTo>
                  <a:lnTo>
                    <a:pt x="28478" y="31029"/>
                  </a:lnTo>
                  <a:lnTo>
                    <a:pt x="27618" y="31606"/>
                  </a:lnTo>
                  <a:lnTo>
                    <a:pt x="26714" y="31892"/>
                  </a:lnTo>
                  <a:lnTo>
                    <a:pt x="27774" y="31856"/>
                  </a:lnTo>
                  <a:lnTo>
                    <a:pt x="28824" y="31535"/>
                  </a:lnTo>
                  <a:lnTo>
                    <a:pt x="30733" y="31417"/>
                  </a:lnTo>
                  <a:lnTo>
                    <a:pt x="32932" y="32522"/>
                  </a:lnTo>
                  <a:lnTo>
                    <a:pt x="32728" y="33427"/>
                  </a:lnTo>
                  <a:lnTo>
                    <a:pt x="31846" y="34142"/>
                  </a:lnTo>
                  <a:lnTo>
                    <a:pt x="29838" y="34254"/>
                  </a:lnTo>
                  <a:lnTo>
                    <a:pt x="27961" y="35844"/>
                  </a:lnTo>
                  <a:lnTo>
                    <a:pt x="27113" y="36333"/>
                  </a:lnTo>
                  <a:lnTo>
                    <a:pt x="26220" y="36576"/>
                  </a:lnTo>
                  <a:lnTo>
                    <a:pt x="25102" y="36504"/>
                  </a:lnTo>
                  <a:lnTo>
                    <a:pt x="23070" y="36078"/>
                  </a:lnTo>
                  <a:lnTo>
                    <a:pt x="22182" y="35633"/>
                  </a:lnTo>
                  <a:lnTo>
                    <a:pt x="22985" y="36359"/>
                  </a:lnTo>
                  <a:lnTo>
                    <a:pt x="23896" y="36738"/>
                  </a:lnTo>
                  <a:lnTo>
                    <a:pt x="29186" y="37632"/>
                  </a:lnTo>
                  <a:lnTo>
                    <a:pt x="29504" y="37539"/>
                  </a:lnTo>
                  <a:lnTo>
                    <a:pt x="31190" y="36595"/>
                  </a:lnTo>
                  <a:lnTo>
                    <a:pt x="33438" y="36581"/>
                  </a:lnTo>
                  <a:lnTo>
                    <a:pt x="37716" y="38315"/>
                  </a:lnTo>
                  <a:lnTo>
                    <a:pt x="38948" y="39640"/>
                  </a:lnTo>
                  <a:lnTo>
                    <a:pt x="40713" y="41540"/>
                  </a:lnTo>
                  <a:lnTo>
                    <a:pt x="41674" y="42282"/>
                  </a:lnTo>
                  <a:lnTo>
                    <a:pt x="42368" y="42954"/>
                  </a:lnTo>
                  <a:lnTo>
                    <a:pt x="42796" y="43962"/>
                  </a:lnTo>
                  <a:lnTo>
                    <a:pt x="43625" y="47290"/>
                  </a:lnTo>
                  <a:lnTo>
                    <a:pt x="44570" y="50541"/>
                  </a:lnTo>
                  <a:lnTo>
                    <a:pt x="45808" y="54063"/>
                  </a:lnTo>
                  <a:lnTo>
                    <a:pt x="46369" y="55042"/>
                  </a:lnTo>
                  <a:lnTo>
                    <a:pt x="47108" y="55728"/>
                  </a:lnTo>
                  <a:lnTo>
                    <a:pt x="50845" y="57306"/>
                  </a:lnTo>
                  <a:lnTo>
                    <a:pt x="51677" y="57829"/>
                  </a:lnTo>
                  <a:lnTo>
                    <a:pt x="53127" y="59346"/>
                  </a:lnTo>
                  <a:lnTo>
                    <a:pt x="54525" y="60963"/>
                  </a:lnTo>
                  <a:lnTo>
                    <a:pt x="55826" y="62205"/>
                  </a:lnTo>
                  <a:lnTo>
                    <a:pt x="57231" y="63210"/>
                  </a:lnTo>
                  <a:lnTo>
                    <a:pt x="56550" y="63733"/>
                  </a:lnTo>
                  <a:lnTo>
                    <a:pt x="56084" y="64554"/>
                  </a:lnTo>
                  <a:lnTo>
                    <a:pt x="56433" y="65671"/>
                  </a:lnTo>
                  <a:lnTo>
                    <a:pt x="57005" y="66737"/>
                  </a:lnTo>
                  <a:lnTo>
                    <a:pt x="58029" y="68293"/>
                  </a:lnTo>
                  <a:lnTo>
                    <a:pt x="58129" y="68444"/>
                  </a:lnTo>
                  <a:lnTo>
                    <a:pt x="59120" y="70307"/>
                  </a:lnTo>
                  <a:lnTo>
                    <a:pt x="58755" y="70026"/>
                  </a:lnTo>
                  <a:lnTo>
                    <a:pt x="58371" y="69871"/>
                  </a:lnTo>
                  <a:lnTo>
                    <a:pt x="58029" y="69901"/>
                  </a:lnTo>
                  <a:lnTo>
                    <a:pt x="57845" y="69917"/>
                  </a:lnTo>
                  <a:lnTo>
                    <a:pt x="57332" y="69827"/>
                  </a:lnTo>
                  <a:lnTo>
                    <a:pt x="56385" y="69244"/>
                  </a:lnTo>
                  <a:lnTo>
                    <a:pt x="55475" y="68529"/>
                  </a:lnTo>
                  <a:lnTo>
                    <a:pt x="53664" y="68816"/>
                  </a:lnTo>
                  <a:lnTo>
                    <a:pt x="52658" y="68687"/>
                  </a:lnTo>
                  <a:lnTo>
                    <a:pt x="51786" y="68706"/>
                  </a:lnTo>
                  <a:lnTo>
                    <a:pt x="53440" y="69120"/>
                  </a:lnTo>
                  <a:lnTo>
                    <a:pt x="55251" y="69148"/>
                  </a:lnTo>
                  <a:lnTo>
                    <a:pt x="58029" y="71324"/>
                  </a:lnTo>
                  <a:lnTo>
                    <a:pt x="59243" y="72274"/>
                  </a:lnTo>
                  <a:lnTo>
                    <a:pt x="60593" y="74126"/>
                  </a:lnTo>
                  <a:lnTo>
                    <a:pt x="61395" y="76574"/>
                  </a:lnTo>
                  <a:lnTo>
                    <a:pt x="60849" y="77674"/>
                  </a:lnTo>
                  <a:lnTo>
                    <a:pt x="59999" y="78386"/>
                  </a:lnTo>
                  <a:lnTo>
                    <a:pt x="59206" y="79201"/>
                  </a:lnTo>
                  <a:lnTo>
                    <a:pt x="58463" y="80122"/>
                  </a:lnTo>
                  <a:lnTo>
                    <a:pt x="60676" y="81473"/>
                  </a:lnTo>
                  <a:lnTo>
                    <a:pt x="61153" y="81433"/>
                  </a:lnTo>
                  <a:lnTo>
                    <a:pt x="61643" y="81243"/>
                  </a:lnTo>
                  <a:lnTo>
                    <a:pt x="62113" y="80783"/>
                  </a:lnTo>
                  <a:lnTo>
                    <a:pt x="62906" y="79665"/>
                  </a:lnTo>
                  <a:lnTo>
                    <a:pt x="63316" y="79266"/>
                  </a:lnTo>
                  <a:lnTo>
                    <a:pt x="64694" y="79122"/>
                  </a:lnTo>
                  <a:lnTo>
                    <a:pt x="65851" y="79208"/>
                  </a:lnTo>
                  <a:lnTo>
                    <a:pt x="67003" y="79455"/>
                  </a:lnTo>
                  <a:lnTo>
                    <a:pt x="68016" y="79377"/>
                  </a:lnTo>
                  <a:lnTo>
                    <a:pt x="70057" y="79857"/>
                  </a:lnTo>
                  <a:lnTo>
                    <a:pt x="71105" y="80290"/>
                  </a:lnTo>
                  <a:lnTo>
                    <a:pt x="73703" y="82240"/>
                  </a:lnTo>
                  <a:lnTo>
                    <a:pt x="74265" y="83307"/>
                  </a:lnTo>
                  <a:lnTo>
                    <a:pt x="74523" y="84684"/>
                  </a:lnTo>
                  <a:lnTo>
                    <a:pt x="74553" y="86211"/>
                  </a:lnTo>
                  <a:lnTo>
                    <a:pt x="74116" y="87608"/>
                  </a:lnTo>
                  <a:lnTo>
                    <a:pt x="73615" y="88868"/>
                  </a:lnTo>
                  <a:lnTo>
                    <a:pt x="73305" y="90496"/>
                  </a:lnTo>
                  <a:lnTo>
                    <a:pt x="73085" y="91082"/>
                  </a:lnTo>
                  <a:lnTo>
                    <a:pt x="72778" y="91541"/>
                  </a:lnTo>
                  <a:lnTo>
                    <a:pt x="71402" y="92826"/>
                  </a:lnTo>
                  <a:lnTo>
                    <a:pt x="70487" y="93354"/>
                  </a:lnTo>
                  <a:lnTo>
                    <a:pt x="70101" y="93122"/>
                  </a:lnTo>
                  <a:lnTo>
                    <a:pt x="69689" y="93154"/>
                  </a:lnTo>
                  <a:lnTo>
                    <a:pt x="69645" y="93463"/>
                  </a:lnTo>
                  <a:lnTo>
                    <a:pt x="70081" y="94118"/>
                  </a:lnTo>
                  <a:lnTo>
                    <a:pt x="70086" y="94910"/>
                  </a:lnTo>
                  <a:lnTo>
                    <a:pt x="69273" y="95496"/>
                  </a:lnTo>
                  <a:lnTo>
                    <a:pt x="68447" y="95745"/>
                  </a:lnTo>
                  <a:lnTo>
                    <a:pt x="67065" y="95434"/>
                  </a:lnTo>
                  <a:lnTo>
                    <a:pt x="65146" y="96525"/>
                  </a:lnTo>
                  <a:lnTo>
                    <a:pt x="66525" y="97085"/>
                  </a:lnTo>
                  <a:lnTo>
                    <a:pt x="66804" y="97682"/>
                  </a:lnTo>
                  <a:lnTo>
                    <a:pt x="66458" y="98731"/>
                  </a:lnTo>
                  <a:lnTo>
                    <a:pt x="65590" y="99198"/>
                  </a:lnTo>
                  <a:lnTo>
                    <a:pt x="64629" y="99405"/>
                  </a:lnTo>
                  <a:lnTo>
                    <a:pt x="63644" y="99455"/>
                  </a:lnTo>
                  <a:lnTo>
                    <a:pt x="62828" y="99712"/>
                  </a:lnTo>
                  <a:lnTo>
                    <a:pt x="62045" y="100206"/>
                  </a:lnTo>
                  <a:lnTo>
                    <a:pt x="63027" y="99943"/>
                  </a:lnTo>
                  <a:lnTo>
                    <a:pt x="63708" y="100174"/>
                  </a:lnTo>
                  <a:lnTo>
                    <a:pt x="64136" y="101056"/>
                  </a:lnTo>
                  <a:lnTo>
                    <a:pt x="64524" y="101309"/>
                  </a:lnTo>
                  <a:lnTo>
                    <a:pt x="66443" y="101686"/>
                  </a:lnTo>
                  <a:lnTo>
                    <a:pt x="67631" y="101683"/>
                  </a:lnTo>
                  <a:lnTo>
                    <a:pt x="69923" y="101469"/>
                  </a:lnTo>
                  <a:lnTo>
                    <a:pt x="71023" y="101474"/>
                  </a:lnTo>
                  <a:lnTo>
                    <a:pt x="71416" y="101634"/>
                  </a:lnTo>
                  <a:lnTo>
                    <a:pt x="71422" y="102365"/>
                  </a:lnTo>
                  <a:lnTo>
                    <a:pt x="71251" y="104162"/>
                  </a:lnTo>
                  <a:lnTo>
                    <a:pt x="70948" y="104532"/>
                  </a:lnTo>
                  <a:lnTo>
                    <a:pt x="67910" y="106042"/>
                  </a:lnTo>
                  <a:lnTo>
                    <a:pt x="67288" y="107096"/>
                  </a:lnTo>
                  <a:lnTo>
                    <a:pt x="67113" y="107735"/>
                  </a:lnTo>
                  <a:lnTo>
                    <a:pt x="65336" y="107622"/>
                  </a:lnTo>
                  <a:lnTo>
                    <a:pt x="64504" y="108297"/>
                  </a:lnTo>
                  <a:lnTo>
                    <a:pt x="63065" y="108745"/>
                  </a:lnTo>
                  <a:lnTo>
                    <a:pt x="61953" y="109223"/>
                  </a:lnTo>
                  <a:lnTo>
                    <a:pt x="60865" y="109825"/>
                  </a:lnTo>
                  <a:lnTo>
                    <a:pt x="59969" y="110006"/>
                  </a:lnTo>
                  <a:lnTo>
                    <a:pt x="58029" y="109647"/>
                  </a:lnTo>
                  <a:lnTo>
                    <a:pt x="56100" y="109290"/>
                  </a:lnTo>
                  <a:lnTo>
                    <a:pt x="53764" y="109349"/>
                  </a:lnTo>
                  <a:lnTo>
                    <a:pt x="50600" y="109973"/>
                  </a:lnTo>
                  <a:lnTo>
                    <a:pt x="49785" y="109870"/>
                  </a:lnTo>
                  <a:lnTo>
                    <a:pt x="48563" y="109272"/>
                  </a:lnTo>
                  <a:lnTo>
                    <a:pt x="47311" y="108869"/>
                  </a:lnTo>
                  <a:lnTo>
                    <a:pt x="45871" y="108691"/>
                  </a:lnTo>
                  <a:lnTo>
                    <a:pt x="44628" y="108139"/>
                  </a:lnTo>
                  <a:lnTo>
                    <a:pt x="45404" y="109200"/>
                  </a:lnTo>
                  <a:lnTo>
                    <a:pt x="43679" y="110223"/>
                  </a:lnTo>
                  <a:lnTo>
                    <a:pt x="42884" y="110427"/>
                  </a:lnTo>
                  <a:lnTo>
                    <a:pt x="42060" y="110395"/>
                  </a:lnTo>
                  <a:lnTo>
                    <a:pt x="40375" y="110673"/>
                  </a:lnTo>
                  <a:lnTo>
                    <a:pt x="38814" y="110531"/>
                  </a:lnTo>
                  <a:lnTo>
                    <a:pt x="39048" y="111258"/>
                  </a:lnTo>
                  <a:lnTo>
                    <a:pt x="39466" y="111892"/>
                  </a:lnTo>
                  <a:lnTo>
                    <a:pt x="39127" y="112168"/>
                  </a:lnTo>
                  <a:lnTo>
                    <a:pt x="38768" y="112237"/>
                  </a:lnTo>
                  <a:lnTo>
                    <a:pt x="35795" y="111758"/>
                  </a:lnTo>
                  <a:lnTo>
                    <a:pt x="35374" y="111849"/>
                  </a:lnTo>
                  <a:lnTo>
                    <a:pt x="35007" y="112291"/>
                  </a:lnTo>
                  <a:lnTo>
                    <a:pt x="33925" y="112052"/>
                  </a:lnTo>
                  <a:lnTo>
                    <a:pt x="32874" y="111307"/>
                  </a:lnTo>
                  <a:lnTo>
                    <a:pt x="31757" y="110808"/>
                  </a:lnTo>
                  <a:lnTo>
                    <a:pt x="30585" y="110573"/>
                  </a:lnTo>
                  <a:lnTo>
                    <a:pt x="29652" y="110654"/>
                  </a:lnTo>
                  <a:lnTo>
                    <a:pt x="25819" y="111828"/>
                  </a:lnTo>
                  <a:lnTo>
                    <a:pt x="25054" y="113006"/>
                  </a:lnTo>
                  <a:lnTo>
                    <a:pt x="24672" y="114677"/>
                  </a:lnTo>
                  <a:lnTo>
                    <a:pt x="24118" y="116160"/>
                  </a:lnTo>
                  <a:lnTo>
                    <a:pt x="23215" y="117302"/>
                  </a:lnTo>
                  <a:lnTo>
                    <a:pt x="22141" y="117451"/>
                  </a:lnTo>
                  <a:lnTo>
                    <a:pt x="21130" y="116660"/>
                  </a:lnTo>
                  <a:lnTo>
                    <a:pt x="19208" y="115787"/>
                  </a:lnTo>
                  <a:lnTo>
                    <a:pt x="18553" y="115198"/>
                  </a:lnTo>
                  <a:lnTo>
                    <a:pt x="18345" y="115163"/>
                  </a:lnTo>
                  <a:lnTo>
                    <a:pt x="18130" y="115374"/>
                  </a:lnTo>
                  <a:lnTo>
                    <a:pt x="17376" y="115640"/>
                  </a:lnTo>
                  <a:lnTo>
                    <a:pt x="16596" y="115652"/>
                  </a:lnTo>
                  <a:lnTo>
                    <a:pt x="15392" y="115888"/>
                  </a:lnTo>
                  <a:lnTo>
                    <a:pt x="13299" y="116597"/>
                  </a:lnTo>
                  <a:lnTo>
                    <a:pt x="12453" y="117079"/>
                  </a:lnTo>
                  <a:lnTo>
                    <a:pt x="10635" y="118407"/>
                  </a:lnTo>
                  <a:lnTo>
                    <a:pt x="10265" y="118774"/>
                  </a:lnTo>
                  <a:lnTo>
                    <a:pt x="9604" y="120114"/>
                  </a:lnTo>
                  <a:lnTo>
                    <a:pt x="8594" y="120350"/>
                  </a:lnTo>
                  <a:lnTo>
                    <a:pt x="7671" y="119492"/>
                  </a:lnTo>
                  <a:lnTo>
                    <a:pt x="6619" y="119192"/>
                  </a:lnTo>
                  <a:lnTo>
                    <a:pt x="5510" y="119485"/>
                  </a:lnTo>
                  <a:lnTo>
                    <a:pt x="4839" y="119942"/>
                  </a:lnTo>
                  <a:lnTo>
                    <a:pt x="4527" y="119571"/>
                  </a:lnTo>
                  <a:lnTo>
                    <a:pt x="4516" y="118809"/>
                  </a:lnTo>
                  <a:lnTo>
                    <a:pt x="5326" y="117901"/>
                  </a:lnTo>
                  <a:lnTo>
                    <a:pt x="7487" y="117215"/>
                  </a:lnTo>
                  <a:lnTo>
                    <a:pt x="9384" y="115436"/>
                  </a:lnTo>
                  <a:lnTo>
                    <a:pt x="10314" y="114351"/>
                  </a:lnTo>
                  <a:lnTo>
                    <a:pt x="10683" y="113741"/>
                  </a:lnTo>
                  <a:lnTo>
                    <a:pt x="11138" y="113352"/>
                  </a:lnTo>
                  <a:lnTo>
                    <a:pt x="11732" y="113205"/>
                  </a:lnTo>
                  <a:lnTo>
                    <a:pt x="12038" y="112531"/>
                  </a:lnTo>
                  <a:lnTo>
                    <a:pt x="14671" y="109820"/>
                  </a:lnTo>
                  <a:lnTo>
                    <a:pt x="14888" y="109198"/>
                  </a:lnTo>
                  <a:lnTo>
                    <a:pt x="15019" y="108086"/>
                  </a:lnTo>
                  <a:lnTo>
                    <a:pt x="15237" y="107015"/>
                  </a:lnTo>
                  <a:lnTo>
                    <a:pt x="17381" y="106322"/>
                  </a:lnTo>
                  <a:lnTo>
                    <a:pt x="18406" y="104071"/>
                  </a:lnTo>
                  <a:lnTo>
                    <a:pt x="18687" y="103893"/>
                  </a:lnTo>
                  <a:lnTo>
                    <a:pt x="21678" y="103480"/>
                  </a:lnTo>
                  <a:lnTo>
                    <a:pt x="23895" y="103513"/>
                  </a:lnTo>
                  <a:lnTo>
                    <a:pt x="26098" y="103953"/>
                  </a:lnTo>
                  <a:lnTo>
                    <a:pt x="27227" y="103993"/>
                  </a:lnTo>
                  <a:lnTo>
                    <a:pt x="28360" y="103841"/>
                  </a:lnTo>
                  <a:lnTo>
                    <a:pt x="29249" y="103234"/>
                  </a:lnTo>
                  <a:lnTo>
                    <a:pt x="30770" y="101043"/>
                  </a:lnTo>
                  <a:lnTo>
                    <a:pt x="31626" y="100078"/>
                  </a:lnTo>
                  <a:lnTo>
                    <a:pt x="32606" y="99207"/>
                  </a:lnTo>
                  <a:lnTo>
                    <a:pt x="33523" y="98212"/>
                  </a:lnTo>
                  <a:lnTo>
                    <a:pt x="35010" y="96369"/>
                  </a:lnTo>
                  <a:lnTo>
                    <a:pt x="34005" y="97004"/>
                  </a:lnTo>
                  <a:lnTo>
                    <a:pt x="32791" y="98011"/>
                  </a:lnTo>
                  <a:lnTo>
                    <a:pt x="32086" y="98596"/>
                  </a:lnTo>
                  <a:lnTo>
                    <a:pt x="29850" y="99185"/>
                  </a:lnTo>
                  <a:lnTo>
                    <a:pt x="28886" y="99785"/>
                  </a:lnTo>
                  <a:lnTo>
                    <a:pt x="27198" y="101143"/>
                  </a:lnTo>
                  <a:lnTo>
                    <a:pt x="26874" y="101255"/>
                  </a:lnTo>
                  <a:lnTo>
                    <a:pt x="24326" y="100929"/>
                  </a:lnTo>
                  <a:lnTo>
                    <a:pt x="22431" y="99170"/>
                  </a:lnTo>
                  <a:lnTo>
                    <a:pt x="21219" y="98449"/>
                  </a:lnTo>
                  <a:lnTo>
                    <a:pt x="20719" y="98367"/>
                  </a:lnTo>
                  <a:lnTo>
                    <a:pt x="20202" y="98581"/>
                  </a:lnTo>
                  <a:lnTo>
                    <a:pt x="19095" y="98801"/>
                  </a:lnTo>
                  <a:lnTo>
                    <a:pt x="17967" y="98763"/>
                  </a:lnTo>
                  <a:lnTo>
                    <a:pt x="18543" y="97951"/>
                  </a:lnTo>
                  <a:lnTo>
                    <a:pt x="19325" y="97496"/>
                  </a:lnTo>
                  <a:lnTo>
                    <a:pt x="17573" y="97181"/>
                  </a:lnTo>
                  <a:lnTo>
                    <a:pt x="17086" y="96934"/>
                  </a:lnTo>
                  <a:lnTo>
                    <a:pt x="16531" y="96365"/>
                  </a:lnTo>
                  <a:lnTo>
                    <a:pt x="15158" y="96267"/>
                  </a:lnTo>
                  <a:lnTo>
                    <a:pt x="14502" y="96412"/>
                  </a:lnTo>
                  <a:lnTo>
                    <a:pt x="13397" y="97165"/>
                  </a:lnTo>
                  <a:lnTo>
                    <a:pt x="11649" y="97966"/>
                  </a:lnTo>
                  <a:lnTo>
                    <a:pt x="9545" y="96856"/>
                  </a:lnTo>
                  <a:lnTo>
                    <a:pt x="9132" y="96369"/>
                  </a:lnTo>
                  <a:lnTo>
                    <a:pt x="9143" y="95430"/>
                  </a:lnTo>
                  <a:lnTo>
                    <a:pt x="8827" y="94686"/>
                  </a:lnTo>
                  <a:lnTo>
                    <a:pt x="8244" y="94424"/>
                  </a:lnTo>
                  <a:lnTo>
                    <a:pt x="8990" y="93455"/>
                  </a:lnTo>
                  <a:lnTo>
                    <a:pt x="9892" y="92810"/>
                  </a:lnTo>
                  <a:lnTo>
                    <a:pt x="11874" y="92169"/>
                  </a:lnTo>
                  <a:lnTo>
                    <a:pt x="14877" y="90648"/>
                  </a:lnTo>
                  <a:lnTo>
                    <a:pt x="16561" y="90001"/>
                  </a:lnTo>
                  <a:lnTo>
                    <a:pt x="18126" y="88883"/>
                  </a:lnTo>
                  <a:lnTo>
                    <a:pt x="18773" y="88202"/>
                  </a:lnTo>
                  <a:lnTo>
                    <a:pt x="19242" y="87270"/>
                  </a:lnTo>
                  <a:lnTo>
                    <a:pt x="19708" y="86126"/>
                  </a:lnTo>
                  <a:lnTo>
                    <a:pt x="20372" y="85197"/>
                  </a:lnTo>
                  <a:lnTo>
                    <a:pt x="19728" y="84975"/>
                  </a:lnTo>
                  <a:lnTo>
                    <a:pt x="19439" y="84275"/>
                  </a:lnTo>
                  <a:lnTo>
                    <a:pt x="19517" y="83563"/>
                  </a:lnTo>
                  <a:lnTo>
                    <a:pt x="19815" y="82933"/>
                  </a:lnTo>
                  <a:lnTo>
                    <a:pt x="19548" y="82142"/>
                  </a:lnTo>
                  <a:lnTo>
                    <a:pt x="19074" y="81315"/>
                  </a:lnTo>
                  <a:lnTo>
                    <a:pt x="19100" y="80672"/>
                  </a:lnTo>
                  <a:lnTo>
                    <a:pt x="19226" y="79984"/>
                  </a:lnTo>
                  <a:lnTo>
                    <a:pt x="18018" y="80021"/>
                  </a:lnTo>
                  <a:lnTo>
                    <a:pt x="16814" y="80236"/>
                  </a:lnTo>
                  <a:lnTo>
                    <a:pt x="15722" y="80724"/>
                  </a:lnTo>
                  <a:lnTo>
                    <a:pt x="14664" y="81386"/>
                  </a:lnTo>
                  <a:lnTo>
                    <a:pt x="13724" y="81509"/>
                  </a:lnTo>
                  <a:lnTo>
                    <a:pt x="13739" y="80979"/>
                  </a:lnTo>
                  <a:lnTo>
                    <a:pt x="14147" y="80324"/>
                  </a:lnTo>
                  <a:lnTo>
                    <a:pt x="15213" y="79388"/>
                  </a:lnTo>
                  <a:lnTo>
                    <a:pt x="16354" y="78612"/>
                  </a:lnTo>
                  <a:lnTo>
                    <a:pt x="16759" y="78023"/>
                  </a:lnTo>
                  <a:lnTo>
                    <a:pt x="17079" y="77339"/>
                  </a:lnTo>
                  <a:lnTo>
                    <a:pt x="17645" y="76789"/>
                  </a:lnTo>
                  <a:lnTo>
                    <a:pt x="19135" y="75751"/>
                  </a:lnTo>
                  <a:lnTo>
                    <a:pt x="21990" y="74583"/>
                  </a:lnTo>
                  <a:lnTo>
                    <a:pt x="22417" y="74514"/>
                  </a:lnTo>
                  <a:lnTo>
                    <a:pt x="23536" y="74650"/>
                  </a:lnTo>
                  <a:lnTo>
                    <a:pt x="24636" y="74474"/>
                  </a:lnTo>
                  <a:lnTo>
                    <a:pt x="25600" y="74053"/>
                  </a:lnTo>
                  <a:lnTo>
                    <a:pt x="26561" y="73963"/>
                  </a:lnTo>
                  <a:lnTo>
                    <a:pt x="28724" y="75174"/>
                  </a:lnTo>
                  <a:lnTo>
                    <a:pt x="28080" y="73300"/>
                  </a:lnTo>
                  <a:lnTo>
                    <a:pt x="29034" y="72851"/>
                  </a:lnTo>
                  <a:lnTo>
                    <a:pt x="30417" y="74546"/>
                  </a:lnTo>
                  <a:lnTo>
                    <a:pt x="30932" y="74724"/>
                  </a:lnTo>
                  <a:lnTo>
                    <a:pt x="32017" y="74478"/>
                  </a:lnTo>
                  <a:lnTo>
                    <a:pt x="31598" y="74192"/>
                  </a:lnTo>
                  <a:lnTo>
                    <a:pt x="31109" y="74175"/>
                  </a:lnTo>
                  <a:lnTo>
                    <a:pt x="30469" y="73920"/>
                  </a:lnTo>
                  <a:lnTo>
                    <a:pt x="29931" y="73376"/>
                  </a:lnTo>
                  <a:lnTo>
                    <a:pt x="29036" y="71652"/>
                  </a:lnTo>
                  <a:lnTo>
                    <a:pt x="29084" y="70628"/>
                  </a:lnTo>
                  <a:lnTo>
                    <a:pt x="29687" y="69564"/>
                  </a:lnTo>
                  <a:lnTo>
                    <a:pt x="30355" y="68585"/>
                  </a:lnTo>
                  <a:lnTo>
                    <a:pt x="29795" y="68390"/>
                  </a:lnTo>
                  <a:lnTo>
                    <a:pt x="29346" y="68015"/>
                  </a:lnTo>
                  <a:lnTo>
                    <a:pt x="29218" y="67035"/>
                  </a:lnTo>
                  <a:lnTo>
                    <a:pt x="29394" y="66170"/>
                  </a:lnTo>
                  <a:lnTo>
                    <a:pt x="30594" y="65405"/>
                  </a:lnTo>
                  <a:lnTo>
                    <a:pt x="30949" y="64246"/>
                  </a:lnTo>
                  <a:lnTo>
                    <a:pt x="31099" y="62970"/>
                  </a:lnTo>
                  <a:lnTo>
                    <a:pt x="30900" y="62385"/>
                  </a:lnTo>
                  <a:lnTo>
                    <a:pt x="29708" y="62479"/>
                  </a:lnTo>
                  <a:lnTo>
                    <a:pt x="29129" y="62717"/>
                  </a:lnTo>
                  <a:lnTo>
                    <a:pt x="28609" y="63095"/>
                  </a:lnTo>
                  <a:lnTo>
                    <a:pt x="28077" y="63073"/>
                  </a:lnTo>
                  <a:lnTo>
                    <a:pt x="26605" y="61662"/>
                  </a:lnTo>
                  <a:lnTo>
                    <a:pt x="25765" y="60594"/>
                  </a:lnTo>
                  <a:lnTo>
                    <a:pt x="24260" y="58335"/>
                  </a:lnTo>
                  <a:lnTo>
                    <a:pt x="24046" y="56986"/>
                  </a:lnTo>
                  <a:lnTo>
                    <a:pt x="25251" y="54074"/>
                  </a:lnTo>
                  <a:lnTo>
                    <a:pt x="27112" y="52212"/>
                  </a:lnTo>
                  <a:lnTo>
                    <a:pt x="29304" y="51564"/>
                  </a:lnTo>
                  <a:lnTo>
                    <a:pt x="28880" y="51440"/>
                  </a:lnTo>
                  <a:lnTo>
                    <a:pt x="25540" y="51415"/>
                  </a:lnTo>
                  <a:lnTo>
                    <a:pt x="24439" y="51643"/>
                  </a:lnTo>
                  <a:lnTo>
                    <a:pt x="23419" y="52403"/>
                  </a:lnTo>
                  <a:lnTo>
                    <a:pt x="22842" y="52637"/>
                  </a:lnTo>
                  <a:lnTo>
                    <a:pt x="22237" y="52724"/>
                  </a:lnTo>
                  <a:lnTo>
                    <a:pt x="21685" y="53102"/>
                  </a:lnTo>
                  <a:lnTo>
                    <a:pt x="21145" y="53628"/>
                  </a:lnTo>
                  <a:lnTo>
                    <a:pt x="20584" y="53964"/>
                  </a:lnTo>
                  <a:lnTo>
                    <a:pt x="19469" y="53877"/>
                  </a:lnTo>
                  <a:lnTo>
                    <a:pt x="18928" y="53988"/>
                  </a:lnTo>
                  <a:lnTo>
                    <a:pt x="18540" y="53684"/>
                  </a:lnTo>
                  <a:lnTo>
                    <a:pt x="18214" y="53181"/>
                  </a:lnTo>
                  <a:lnTo>
                    <a:pt x="17788" y="53046"/>
                  </a:lnTo>
                  <a:lnTo>
                    <a:pt x="17313" y="53201"/>
                  </a:lnTo>
                  <a:lnTo>
                    <a:pt x="16308" y="53879"/>
                  </a:lnTo>
                  <a:lnTo>
                    <a:pt x="15290" y="54280"/>
                  </a:lnTo>
                  <a:lnTo>
                    <a:pt x="14060" y="53852"/>
                  </a:lnTo>
                  <a:lnTo>
                    <a:pt x="12446" y="53055"/>
                  </a:lnTo>
                  <a:lnTo>
                    <a:pt x="12128" y="53346"/>
                  </a:lnTo>
                  <a:lnTo>
                    <a:pt x="11771" y="54086"/>
                  </a:lnTo>
                  <a:lnTo>
                    <a:pt x="11565" y="55241"/>
                  </a:lnTo>
                  <a:lnTo>
                    <a:pt x="10419" y="54238"/>
                  </a:lnTo>
                  <a:lnTo>
                    <a:pt x="9443" y="52897"/>
                  </a:lnTo>
                  <a:lnTo>
                    <a:pt x="9116" y="52054"/>
                  </a:lnTo>
                  <a:lnTo>
                    <a:pt x="9091" y="51106"/>
                  </a:lnTo>
                  <a:lnTo>
                    <a:pt x="9621" y="50738"/>
                  </a:lnTo>
                  <a:lnTo>
                    <a:pt x="10197" y="51075"/>
                  </a:lnTo>
                  <a:lnTo>
                    <a:pt x="11054" y="48825"/>
                  </a:lnTo>
                  <a:lnTo>
                    <a:pt x="12761" y="45896"/>
                  </a:lnTo>
                  <a:lnTo>
                    <a:pt x="13363" y="45037"/>
                  </a:lnTo>
                  <a:lnTo>
                    <a:pt x="13783" y="43917"/>
                  </a:lnTo>
                  <a:lnTo>
                    <a:pt x="13711" y="43183"/>
                  </a:lnTo>
                  <a:lnTo>
                    <a:pt x="13335" y="42564"/>
                  </a:lnTo>
                  <a:lnTo>
                    <a:pt x="11748" y="41158"/>
                  </a:lnTo>
                  <a:lnTo>
                    <a:pt x="11769" y="40013"/>
                  </a:lnTo>
                  <a:lnTo>
                    <a:pt x="11939" y="38720"/>
                  </a:lnTo>
                  <a:lnTo>
                    <a:pt x="12371" y="37944"/>
                  </a:lnTo>
                  <a:lnTo>
                    <a:pt x="12553" y="37796"/>
                  </a:lnTo>
                  <a:lnTo>
                    <a:pt x="14660" y="37817"/>
                  </a:lnTo>
                  <a:lnTo>
                    <a:pt x="13838" y="37416"/>
                  </a:lnTo>
                  <a:lnTo>
                    <a:pt x="12200" y="36248"/>
                  </a:lnTo>
                  <a:lnTo>
                    <a:pt x="12229" y="35834"/>
                  </a:lnTo>
                  <a:lnTo>
                    <a:pt x="12615" y="34753"/>
                  </a:lnTo>
                  <a:lnTo>
                    <a:pt x="12436" y="34862"/>
                  </a:lnTo>
                  <a:lnTo>
                    <a:pt x="12085" y="35362"/>
                  </a:lnTo>
                  <a:lnTo>
                    <a:pt x="11415" y="36570"/>
                  </a:lnTo>
                  <a:lnTo>
                    <a:pt x="11006" y="36852"/>
                  </a:lnTo>
                  <a:lnTo>
                    <a:pt x="9847" y="37138"/>
                  </a:lnTo>
                  <a:lnTo>
                    <a:pt x="9637" y="37734"/>
                  </a:lnTo>
                  <a:lnTo>
                    <a:pt x="9451" y="37889"/>
                  </a:lnTo>
                  <a:lnTo>
                    <a:pt x="8872" y="37956"/>
                  </a:lnTo>
                  <a:lnTo>
                    <a:pt x="8695" y="38511"/>
                  </a:lnTo>
                  <a:lnTo>
                    <a:pt x="8566" y="38547"/>
                  </a:lnTo>
                  <a:lnTo>
                    <a:pt x="8402" y="37948"/>
                  </a:lnTo>
                  <a:lnTo>
                    <a:pt x="8385" y="36956"/>
                  </a:lnTo>
                  <a:lnTo>
                    <a:pt x="8616" y="36043"/>
                  </a:lnTo>
                  <a:lnTo>
                    <a:pt x="9056" y="35330"/>
                  </a:lnTo>
                  <a:lnTo>
                    <a:pt x="10754" y="33707"/>
                  </a:lnTo>
                  <a:lnTo>
                    <a:pt x="9927" y="34207"/>
                  </a:lnTo>
                  <a:lnTo>
                    <a:pt x="8054" y="35707"/>
                  </a:lnTo>
                  <a:lnTo>
                    <a:pt x="7097" y="36693"/>
                  </a:lnTo>
                  <a:lnTo>
                    <a:pt x="6842" y="37026"/>
                  </a:lnTo>
                  <a:lnTo>
                    <a:pt x="6762" y="37307"/>
                  </a:lnTo>
                  <a:lnTo>
                    <a:pt x="6768" y="37630"/>
                  </a:lnTo>
                  <a:lnTo>
                    <a:pt x="7197" y="39365"/>
                  </a:lnTo>
                  <a:lnTo>
                    <a:pt x="7075" y="40168"/>
                  </a:lnTo>
                  <a:lnTo>
                    <a:pt x="5461" y="45475"/>
                  </a:lnTo>
                  <a:lnTo>
                    <a:pt x="5155" y="46008"/>
                  </a:lnTo>
                  <a:lnTo>
                    <a:pt x="4874" y="46286"/>
                  </a:lnTo>
                  <a:lnTo>
                    <a:pt x="4608" y="46350"/>
                  </a:lnTo>
                  <a:lnTo>
                    <a:pt x="3812" y="46249"/>
                  </a:lnTo>
                  <a:lnTo>
                    <a:pt x="3457" y="45851"/>
                  </a:lnTo>
                  <a:lnTo>
                    <a:pt x="3460" y="45400"/>
                  </a:lnTo>
                  <a:lnTo>
                    <a:pt x="3610" y="44724"/>
                  </a:lnTo>
                  <a:lnTo>
                    <a:pt x="4279" y="42206"/>
                  </a:lnTo>
                  <a:lnTo>
                    <a:pt x="4570" y="41507"/>
                  </a:lnTo>
                  <a:lnTo>
                    <a:pt x="5001" y="40856"/>
                  </a:lnTo>
                  <a:lnTo>
                    <a:pt x="5929" y="39643"/>
                  </a:lnTo>
                  <a:lnTo>
                    <a:pt x="5296" y="39867"/>
                  </a:lnTo>
                  <a:lnTo>
                    <a:pt x="5026" y="39793"/>
                  </a:lnTo>
                  <a:lnTo>
                    <a:pt x="4832" y="39568"/>
                  </a:lnTo>
                  <a:lnTo>
                    <a:pt x="4958" y="36190"/>
                  </a:lnTo>
                  <a:lnTo>
                    <a:pt x="5472" y="35079"/>
                  </a:lnTo>
                  <a:lnTo>
                    <a:pt x="5664" y="33463"/>
                  </a:lnTo>
                  <a:lnTo>
                    <a:pt x="6109" y="32079"/>
                  </a:lnTo>
                  <a:lnTo>
                    <a:pt x="6625" y="31071"/>
                  </a:lnTo>
                  <a:lnTo>
                    <a:pt x="7017" y="29781"/>
                  </a:lnTo>
                  <a:lnTo>
                    <a:pt x="7608" y="29208"/>
                  </a:lnTo>
                  <a:lnTo>
                    <a:pt x="7767" y="28330"/>
                  </a:lnTo>
                  <a:lnTo>
                    <a:pt x="8430" y="27381"/>
                  </a:lnTo>
                  <a:lnTo>
                    <a:pt x="8943" y="26388"/>
                  </a:lnTo>
                  <a:lnTo>
                    <a:pt x="8667" y="26486"/>
                  </a:lnTo>
                  <a:lnTo>
                    <a:pt x="5387" y="29071"/>
                  </a:lnTo>
                  <a:lnTo>
                    <a:pt x="4553" y="29541"/>
                  </a:lnTo>
                  <a:lnTo>
                    <a:pt x="3414" y="29415"/>
                  </a:lnTo>
                  <a:lnTo>
                    <a:pt x="2543" y="29125"/>
                  </a:lnTo>
                  <a:lnTo>
                    <a:pt x="1863" y="28513"/>
                  </a:lnTo>
                  <a:lnTo>
                    <a:pt x="1559" y="27339"/>
                  </a:lnTo>
                  <a:lnTo>
                    <a:pt x="718" y="27308"/>
                  </a:lnTo>
                  <a:lnTo>
                    <a:pt x="0" y="27105"/>
                  </a:lnTo>
                  <a:lnTo>
                    <a:pt x="8" y="26947"/>
                  </a:lnTo>
                  <a:lnTo>
                    <a:pt x="936" y="26306"/>
                  </a:lnTo>
                  <a:lnTo>
                    <a:pt x="2422" y="26087"/>
                  </a:lnTo>
                  <a:lnTo>
                    <a:pt x="3813" y="25063"/>
                  </a:lnTo>
                  <a:lnTo>
                    <a:pt x="2575" y="24371"/>
                  </a:lnTo>
                  <a:lnTo>
                    <a:pt x="2680" y="24152"/>
                  </a:lnTo>
                  <a:lnTo>
                    <a:pt x="3759" y="23562"/>
                  </a:lnTo>
                  <a:lnTo>
                    <a:pt x="5131" y="21586"/>
                  </a:lnTo>
                  <a:lnTo>
                    <a:pt x="5409" y="19768"/>
                  </a:lnTo>
                  <a:lnTo>
                    <a:pt x="4753" y="18914"/>
                  </a:lnTo>
                  <a:lnTo>
                    <a:pt x="4516" y="18354"/>
                  </a:lnTo>
                  <a:lnTo>
                    <a:pt x="3205" y="17730"/>
                  </a:lnTo>
                  <a:lnTo>
                    <a:pt x="2986" y="16931"/>
                  </a:lnTo>
                  <a:lnTo>
                    <a:pt x="3138" y="16486"/>
                  </a:lnTo>
                  <a:lnTo>
                    <a:pt x="3566" y="16050"/>
                  </a:lnTo>
                  <a:lnTo>
                    <a:pt x="4210" y="15711"/>
                  </a:lnTo>
                  <a:lnTo>
                    <a:pt x="5221" y="15387"/>
                  </a:lnTo>
                  <a:lnTo>
                    <a:pt x="4304" y="15040"/>
                  </a:lnTo>
                  <a:lnTo>
                    <a:pt x="3961" y="14630"/>
                  </a:lnTo>
                  <a:lnTo>
                    <a:pt x="3702" y="14036"/>
                  </a:lnTo>
                  <a:lnTo>
                    <a:pt x="3678" y="13692"/>
                  </a:lnTo>
                  <a:lnTo>
                    <a:pt x="4152" y="12159"/>
                  </a:lnTo>
                  <a:lnTo>
                    <a:pt x="4429" y="11527"/>
                  </a:lnTo>
                  <a:lnTo>
                    <a:pt x="4970" y="10721"/>
                  </a:lnTo>
                  <a:lnTo>
                    <a:pt x="7423" y="10766"/>
                  </a:lnTo>
                  <a:lnTo>
                    <a:pt x="7705" y="10410"/>
                  </a:lnTo>
                  <a:lnTo>
                    <a:pt x="7983" y="10396"/>
                  </a:lnTo>
                  <a:lnTo>
                    <a:pt x="9238" y="10721"/>
                  </a:lnTo>
                  <a:lnTo>
                    <a:pt x="9051" y="10371"/>
                  </a:lnTo>
                  <a:lnTo>
                    <a:pt x="7000" y="8457"/>
                  </a:lnTo>
                  <a:lnTo>
                    <a:pt x="6816" y="8093"/>
                  </a:lnTo>
                  <a:lnTo>
                    <a:pt x="7401" y="7061"/>
                  </a:lnTo>
                  <a:lnTo>
                    <a:pt x="7443" y="6602"/>
                  </a:lnTo>
                  <a:lnTo>
                    <a:pt x="7357" y="6110"/>
                  </a:lnTo>
                  <a:lnTo>
                    <a:pt x="7525" y="5736"/>
                  </a:lnTo>
                  <a:lnTo>
                    <a:pt x="8175" y="5559"/>
                  </a:lnTo>
                  <a:lnTo>
                    <a:pt x="10158" y="5577"/>
                  </a:lnTo>
                  <a:lnTo>
                    <a:pt x="10647" y="5402"/>
                  </a:lnTo>
                  <a:lnTo>
                    <a:pt x="10424" y="4905"/>
                  </a:lnTo>
                  <a:lnTo>
                    <a:pt x="9962" y="4251"/>
                  </a:lnTo>
                  <a:lnTo>
                    <a:pt x="9872" y="3702"/>
                  </a:lnTo>
                  <a:lnTo>
                    <a:pt x="9980" y="3218"/>
                  </a:lnTo>
                  <a:lnTo>
                    <a:pt x="10006" y="2242"/>
                  </a:lnTo>
                  <a:lnTo>
                    <a:pt x="10096" y="1810"/>
                  </a:lnTo>
                  <a:lnTo>
                    <a:pt x="10567" y="1163"/>
                  </a:lnTo>
                  <a:lnTo>
                    <a:pt x="10956" y="971"/>
                  </a:lnTo>
                  <a:lnTo>
                    <a:pt x="11438" y="859"/>
                  </a:lnTo>
                  <a:lnTo>
                    <a:pt x="12526" y="1075"/>
                  </a:lnTo>
                  <a:lnTo>
                    <a:pt x="12941" y="1336"/>
                  </a:lnTo>
                  <a:lnTo>
                    <a:pt x="13417" y="1952"/>
                  </a:lnTo>
                  <a:lnTo>
                    <a:pt x="13769" y="1902"/>
                  </a:lnTo>
                  <a:lnTo>
                    <a:pt x="15125" y="1233"/>
                  </a:lnTo>
                  <a:lnTo>
                    <a:pt x="15532" y="1137"/>
                  </a:lnTo>
                  <a:lnTo>
                    <a:pt x="16087" y="1913"/>
                  </a:lnTo>
                  <a:lnTo>
                    <a:pt x="18401" y="1293"/>
                  </a:lnTo>
                  <a:lnTo>
                    <a:pt x="21515" y="1016"/>
                  </a:lnTo>
                  <a:lnTo>
                    <a:pt x="23385" y="609"/>
                  </a:lnTo>
                  <a:lnTo>
                    <a:pt x="25356" y="461"/>
                  </a:lnTo>
                  <a:lnTo>
                    <a:pt x="27195" y="0"/>
                  </a:lnTo>
                  <a:lnTo>
                    <a:pt x="29145" y="211"/>
                  </a:lnTo>
                  <a:lnTo>
                    <a:pt x="29210" y="480"/>
                  </a:lnTo>
                  <a:lnTo>
                    <a:pt x="29108" y="85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93849" y="1597920"/>
              <a:ext cx="1315" cy="1353"/>
            </a:xfrm>
            <a:custGeom>
              <a:avLst/>
              <a:pathLst>
                <a:path w="1315" h="1353">
                  <a:moveTo>
                    <a:pt x="912" y="1353"/>
                  </a:moveTo>
                  <a:lnTo>
                    <a:pt x="568" y="1098"/>
                  </a:lnTo>
                  <a:lnTo>
                    <a:pt x="0" y="181"/>
                  </a:lnTo>
                  <a:lnTo>
                    <a:pt x="891" y="0"/>
                  </a:lnTo>
                  <a:lnTo>
                    <a:pt x="1315" y="113"/>
                  </a:lnTo>
                  <a:lnTo>
                    <a:pt x="1157" y="50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90393" y="1596758"/>
              <a:ext cx="2231" cy="1925"/>
            </a:xfrm>
            <a:custGeom>
              <a:avLst/>
              <a:pathLst>
                <a:path w="2231" h="1925">
                  <a:moveTo>
                    <a:pt x="2231" y="1740"/>
                  </a:moveTo>
                  <a:lnTo>
                    <a:pt x="1690" y="1925"/>
                  </a:lnTo>
                  <a:lnTo>
                    <a:pt x="1154" y="1911"/>
                  </a:lnTo>
                  <a:lnTo>
                    <a:pt x="318" y="1105"/>
                  </a:lnTo>
                  <a:lnTo>
                    <a:pt x="0" y="519"/>
                  </a:lnTo>
                  <a:lnTo>
                    <a:pt x="57" y="130"/>
                  </a:lnTo>
                  <a:lnTo>
                    <a:pt x="410" y="0"/>
                  </a:lnTo>
                  <a:lnTo>
                    <a:pt x="1219" y="191"/>
                  </a:lnTo>
                  <a:lnTo>
                    <a:pt x="1638" y="862"/>
                  </a:lnTo>
                  <a:lnTo>
                    <a:pt x="1690" y="1298"/>
                  </a:lnTo>
                  <a:lnTo>
                    <a:pt x="1790" y="147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90838" y="1593620"/>
              <a:ext cx="5593" cy="3534"/>
            </a:xfrm>
            <a:custGeom>
              <a:avLst/>
              <a:pathLst>
                <a:path w="5593" h="3534">
                  <a:moveTo>
                    <a:pt x="2803" y="1594"/>
                  </a:moveTo>
                  <a:lnTo>
                    <a:pt x="2677" y="1938"/>
                  </a:lnTo>
                  <a:lnTo>
                    <a:pt x="3396" y="1930"/>
                  </a:lnTo>
                  <a:lnTo>
                    <a:pt x="4438" y="2223"/>
                  </a:lnTo>
                  <a:lnTo>
                    <a:pt x="5069" y="2260"/>
                  </a:lnTo>
                  <a:lnTo>
                    <a:pt x="5593" y="2624"/>
                  </a:lnTo>
                  <a:lnTo>
                    <a:pt x="5304" y="3305"/>
                  </a:lnTo>
                  <a:lnTo>
                    <a:pt x="4990" y="3496"/>
                  </a:lnTo>
                  <a:lnTo>
                    <a:pt x="4635" y="3534"/>
                  </a:lnTo>
                  <a:lnTo>
                    <a:pt x="3395" y="2853"/>
                  </a:lnTo>
                  <a:lnTo>
                    <a:pt x="1770" y="3136"/>
                  </a:lnTo>
                  <a:lnTo>
                    <a:pt x="1446" y="3049"/>
                  </a:lnTo>
                  <a:lnTo>
                    <a:pt x="1233" y="2861"/>
                  </a:lnTo>
                  <a:lnTo>
                    <a:pt x="1145" y="2628"/>
                  </a:lnTo>
                  <a:lnTo>
                    <a:pt x="1143" y="2152"/>
                  </a:lnTo>
                  <a:lnTo>
                    <a:pt x="1055" y="2011"/>
                  </a:lnTo>
                  <a:lnTo>
                    <a:pt x="467" y="2461"/>
                  </a:lnTo>
                  <a:lnTo>
                    <a:pt x="208" y="2408"/>
                  </a:lnTo>
                  <a:lnTo>
                    <a:pt x="62" y="2193"/>
                  </a:lnTo>
                  <a:lnTo>
                    <a:pt x="0" y="1746"/>
                  </a:lnTo>
                  <a:lnTo>
                    <a:pt x="65" y="1101"/>
                  </a:lnTo>
                  <a:lnTo>
                    <a:pt x="410" y="183"/>
                  </a:lnTo>
                  <a:lnTo>
                    <a:pt x="994" y="0"/>
                  </a:lnTo>
                  <a:lnTo>
                    <a:pt x="1865" y="106"/>
                  </a:lnTo>
                  <a:lnTo>
                    <a:pt x="2862" y="626"/>
                  </a:lnTo>
                  <a:lnTo>
                    <a:pt x="3164" y="947"/>
                  </a:lnTo>
                  <a:lnTo>
                    <a:pt x="3156" y="120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97382" y="1591386"/>
              <a:ext cx="2413" cy="1031"/>
            </a:xfrm>
            <a:custGeom>
              <a:avLst/>
              <a:pathLst>
                <a:path w="2413" h="1031">
                  <a:moveTo>
                    <a:pt x="1070" y="1015"/>
                  </a:moveTo>
                  <a:lnTo>
                    <a:pt x="0" y="1031"/>
                  </a:lnTo>
                  <a:lnTo>
                    <a:pt x="552" y="207"/>
                  </a:lnTo>
                  <a:lnTo>
                    <a:pt x="1195" y="0"/>
                  </a:lnTo>
                  <a:lnTo>
                    <a:pt x="2413" y="91"/>
                  </a:lnTo>
                  <a:lnTo>
                    <a:pt x="2197" y="46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93692" y="1590786"/>
              <a:ext cx="3142" cy="2583"/>
            </a:xfrm>
            <a:custGeom>
              <a:avLst/>
              <a:pathLst>
                <a:path w="3142" h="2583">
                  <a:moveTo>
                    <a:pt x="3052" y="2236"/>
                  </a:moveTo>
                  <a:lnTo>
                    <a:pt x="2240" y="2583"/>
                  </a:lnTo>
                  <a:lnTo>
                    <a:pt x="1894" y="2296"/>
                  </a:lnTo>
                  <a:lnTo>
                    <a:pt x="1803" y="1398"/>
                  </a:lnTo>
                  <a:lnTo>
                    <a:pt x="835" y="1014"/>
                  </a:lnTo>
                  <a:lnTo>
                    <a:pt x="364" y="776"/>
                  </a:lnTo>
                  <a:lnTo>
                    <a:pt x="0" y="324"/>
                  </a:lnTo>
                  <a:lnTo>
                    <a:pt x="92" y="185"/>
                  </a:lnTo>
                  <a:lnTo>
                    <a:pt x="723" y="0"/>
                  </a:lnTo>
                  <a:lnTo>
                    <a:pt x="1801" y="819"/>
                  </a:lnTo>
                  <a:lnTo>
                    <a:pt x="2242" y="1482"/>
                  </a:lnTo>
                  <a:lnTo>
                    <a:pt x="3142" y="178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006827" y="1573178"/>
              <a:ext cx="5783" cy="10194"/>
            </a:xfrm>
            <a:custGeom>
              <a:avLst/>
              <a:pathLst>
                <a:path w="5783" h="10194">
                  <a:moveTo>
                    <a:pt x="3364" y="1005"/>
                  </a:moveTo>
                  <a:lnTo>
                    <a:pt x="3560" y="1987"/>
                  </a:lnTo>
                  <a:lnTo>
                    <a:pt x="4049" y="1733"/>
                  </a:lnTo>
                  <a:lnTo>
                    <a:pt x="4787" y="2675"/>
                  </a:lnTo>
                  <a:lnTo>
                    <a:pt x="5163" y="2677"/>
                  </a:lnTo>
                  <a:lnTo>
                    <a:pt x="5783" y="2302"/>
                  </a:lnTo>
                  <a:lnTo>
                    <a:pt x="5658" y="3179"/>
                  </a:lnTo>
                  <a:lnTo>
                    <a:pt x="5014" y="5615"/>
                  </a:lnTo>
                  <a:lnTo>
                    <a:pt x="4834" y="6028"/>
                  </a:lnTo>
                  <a:lnTo>
                    <a:pt x="4711" y="6768"/>
                  </a:lnTo>
                  <a:lnTo>
                    <a:pt x="4583" y="6913"/>
                  </a:lnTo>
                  <a:lnTo>
                    <a:pt x="4394" y="8410"/>
                  </a:lnTo>
                  <a:lnTo>
                    <a:pt x="3958" y="8903"/>
                  </a:lnTo>
                  <a:lnTo>
                    <a:pt x="3594" y="10079"/>
                  </a:lnTo>
                  <a:lnTo>
                    <a:pt x="3446" y="10194"/>
                  </a:lnTo>
                  <a:lnTo>
                    <a:pt x="2913" y="9741"/>
                  </a:lnTo>
                  <a:lnTo>
                    <a:pt x="3446" y="7946"/>
                  </a:lnTo>
                  <a:lnTo>
                    <a:pt x="3666" y="6903"/>
                  </a:lnTo>
                  <a:lnTo>
                    <a:pt x="3527" y="6361"/>
                  </a:lnTo>
                  <a:lnTo>
                    <a:pt x="3225" y="5874"/>
                  </a:lnTo>
                  <a:lnTo>
                    <a:pt x="2410" y="5859"/>
                  </a:lnTo>
                  <a:lnTo>
                    <a:pt x="1724" y="6083"/>
                  </a:lnTo>
                  <a:lnTo>
                    <a:pt x="1578" y="5796"/>
                  </a:lnTo>
                  <a:lnTo>
                    <a:pt x="1557" y="5408"/>
                  </a:lnTo>
                  <a:lnTo>
                    <a:pt x="1392" y="5280"/>
                  </a:lnTo>
                  <a:lnTo>
                    <a:pt x="479" y="5306"/>
                  </a:lnTo>
                  <a:lnTo>
                    <a:pt x="212" y="5199"/>
                  </a:lnTo>
                  <a:lnTo>
                    <a:pt x="35" y="4844"/>
                  </a:lnTo>
                  <a:lnTo>
                    <a:pt x="0" y="4561"/>
                  </a:lnTo>
                  <a:lnTo>
                    <a:pt x="824" y="4340"/>
                  </a:lnTo>
                  <a:lnTo>
                    <a:pt x="1602" y="4422"/>
                  </a:lnTo>
                  <a:lnTo>
                    <a:pt x="2735" y="3858"/>
                  </a:lnTo>
                  <a:lnTo>
                    <a:pt x="2026" y="1966"/>
                  </a:lnTo>
                  <a:lnTo>
                    <a:pt x="1087" y="1789"/>
                  </a:lnTo>
                  <a:lnTo>
                    <a:pt x="870" y="1605"/>
                  </a:lnTo>
                  <a:lnTo>
                    <a:pt x="1051" y="1285"/>
                  </a:lnTo>
                  <a:lnTo>
                    <a:pt x="1566" y="1112"/>
                  </a:lnTo>
                  <a:lnTo>
                    <a:pt x="2361" y="151"/>
                  </a:lnTo>
                  <a:lnTo>
                    <a:pt x="2836" y="0"/>
                  </a:lnTo>
                  <a:lnTo>
                    <a:pt x="3425" y="2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011540" y="1571634"/>
              <a:ext cx="1645" cy="3039"/>
            </a:xfrm>
            <a:custGeom>
              <a:avLst/>
              <a:pathLst>
                <a:path w="1645" h="3039">
                  <a:moveTo>
                    <a:pt x="1163" y="2878"/>
                  </a:moveTo>
                  <a:lnTo>
                    <a:pt x="923" y="3039"/>
                  </a:lnTo>
                  <a:lnTo>
                    <a:pt x="0" y="1622"/>
                  </a:lnTo>
                  <a:lnTo>
                    <a:pt x="683" y="0"/>
                  </a:lnTo>
                  <a:lnTo>
                    <a:pt x="1512" y="51"/>
                  </a:lnTo>
                  <a:lnTo>
                    <a:pt x="1645" y="476"/>
                  </a:lnTo>
                  <a:lnTo>
                    <a:pt x="1562" y="867"/>
                  </a:lnTo>
                  <a:lnTo>
                    <a:pt x="1102" y="1022"/>
                  </a:lnTo>
                  <a:lnTo>
                    <a:pt x="1233" y="1775"/>
                  </a:lnTo>
                  <a:lnTo>
                    <a:pt x="1242" y="265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013692" y="1570077"/>
              <a:ext cx="1549" cy="2063"/>
            </a:xfrm>
            <a:custGeom>
              <a:avLst/>
              <a:pathLst>
                <a:path w="1549" h="2063">
                  <a:moveTo>
                    <a:pt x="1549" y="277"/>
                  </a:moveTo>
                  <a:lnTo>
                    <a:pt x="1549" y="437"/>
                  </a:lnTo>
                  <a:lnTo>
                    <a:pt x="1058" y="1614"/>
                  </a:lnTo>
                  <a:lnTo>
                    <a:pt x="1065" y="2063"/>
                  </a:lnTo>
                  <a:lnTo>
                    <a:pt x="273" y="2020"/>
                  </a:lnTo>
                  <a:lnTo>
                    <a:pt x="149" y="1877"/>
                  </a:lnTo>
                  <a:lnTo>
                    <a:pt x="0" y="1202"/>
                  </a:lnTo>
                  <a:lnTo>
                    <a:pt x="99" y="484"/>
                  </a:lnTo>
                  <a:lnTo>
                    <a:pt x="210" y="298"/>
                  </a:lnTo>
                  <a:lnTo>
                    <a:pt x="441" y="222"/>
                  </a:lnTo>
                  <a:lnTo>
                    <a:pt x="692" y="363"/>
                  </a:lnTo>
                  <a:lnTo>
                    <a:pt x="1084" y="0"/>
                  </a:lnTo>
                  <a:lnTo>
                    <a:pt x="1289" y="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00794" y="1810847"/>
              <a:ext cx="63332" cy="34863"/>
            </a:xfrm>
            <a:custGeom>
              <a:avLst/>
              <a:pathLst>
                <a:path w="63332" h="34863">
                  <a:moveTo>
                    <a:pt x="61036" y="23415"/>
                  </a:moveTo>
                  <a:lnTo>
                    <a:pt x="60805" y="23916"/>
                  </a:lnTo>
                  <a:lnTo>
                    <a:pt x="60264" y="24821"/>
                  </a:lnTo>
                  <a:lnTo>
                    <a:pt x="59832" y="25283"/>
                  </a:lnTo>
                  <a:lnTo>
                    <a:pt x="59352" y="25357"/>
                  </a:lnTo>
                  <a:lnTo>
                    <a:pt x="58879" y="25565"/>
                  </a:lnTo>
                  <a:lnTo>
                    <a:pt x="58713" y="26049"/>
                  </a:lnTo>
                  <a:lnTo>
                    <a:pt x="58693" y="26678"/>
                  </a:lnTo>
                  <a:lnTo>
                    <a:pt x="58772" y="27127"/>
                  </a:lnTo>
                  <a:lnTo>
                    <a:pt x="58895" y="27298"/>
                  </a:lnTo>
                  <a:lnTo>
                    <a:pt x="59379" y="27444"/>
                  </a:lnTo>
                  <a:lnTo>
                    <a:pt x="59859" y="28761"/>
                  </a:lnTo>
                  <a:lnTo>
                    <a:pt x="60611" y="29428"/>
                  </a:lnTo>
                  <a:lnTo>
                    <a:pt x="61783" y="30186"/>
                  </a:lnTo>
                  <a:lnTo>
                    <a:pt x="62825" y="31048"/>
                  </a:lnTo>
                  <a:lnTo>
                    <a:pt x="63332" y="31842"/>
                  </a:lnTo>
                  <a:lnTo>
                    <a:pt x="63236" y="32418"/>
                  </a:lnTo>
                  <a:lnTo>
                    <a:pt x="62895" y="33615"/>
                  </a:lnTo>
                  <a:lnTo>
                    <a:pt x="62025" y="34607"/>
                  </a:lnTo>
                  <a:lnTo>
                    <a:pt x="61302" y="34863"/>
                  </a:lnTo>
                  <a:lnTo>
                    <a:pt x="61047" y="34768"/>
                  </a:lnTo>
                  <a:lnTo>
                    <a:pt x="60572" y="34457"/>
                  </a:lnTo>
                  <a:lnTo>
                    <a:pt x="59618" y="33688"/>
                  </a:lnTo>
                  <a:lnTo>
                    <a:pt x="58584" y="33083"/>
                  </a:lnTo>
                  <a:lnTo>
                    <a:pt x="57788" y="33278"/>
                  </a:lnTo>
                  <a:lnTo>
                    <a:pt x="57265" y="33509"/>
                  </a:lnTo>
                  <a:lnTo>
                    <a:pt x="56231" y="33238"/>
                  </a:lnTo>
                  <a:lnTo>
                    <a:pt x="55009" y="32712"/>
                  </a:lnTo>
                  <a:lnTo>
                    <a:pt x="54372" y="32193"/>
                  </a:lnTo>
                  <a:lnTo>
                    <a:pt x="54091" y="31811"/>
                  </a:lnTo>
                  <a:lnTo>
                    <a:pt x="54279" y="31133"/>
                  </a:lnTo>
                  <a:lnTo>
                    <a:pt x="51504" y="29911"/>
                  </a:lnTo>
                  <a:lnTo>
                    <a:pt x="50167" y="29572"/>
                  </a:lnTo>
                  <a:lnTo>
                    <a:pt x="49563" y="29940"/>
                  </a:lnTo>
                  <a:lnTo>
                    <a:pt x="47522" y="31784"/>
                  </a:lnTo>
                  <a:lnTo>
                    <a:pt x="47280" y="31972"/>
                  </a:lnTo>
                  <a:lnTo>
                    <a:pt x="45724" y="32225"/>
                  </a:lnTo>
                  <a:lnTo>
                    <a:pt x="45720" y="32375"/>
                  </a:lnTo>
                  <a:lnTo>
                    <a:pt x="46008" y="32894"/>
                  </a:lnTo>
                  <a:lnTo>
                    <a:pt x="43392" y="32938"/>
                  </a:lnTo>
                  <a:lnTo>
                    <a:pt x="42523" y="33178"/>
                  </a:lnTo>
                  <a:lnTo>
                    <a:pt x="40199" y="32867"/>
                  </a:lnTo>
                  <a:lnTo>
                    <a:pt x="39434" y="33006"/>
                  </a:lnTo>
                  <a:lnTo>
                    <a:pt x="38779" y="33297"/>
                  </a:lnTo>
                  <a:lnTo>
                    <a:pt x="37189" y="33625"/>
                  </a:lnTo>
                  <a:lnTo>
                    <a:pt x="36091" y="34014"/>
                  </a:lnTo>
                  <a:lnTo>
                    <a:pt x="34689" y="34215"/>
                  </a:lnTo>
                  <a:lnTo>
                    <a:pt x="33242" y="34231"/>
                  </a:lnTo>
                  <a:lnTo>
                    <a:pt x="32745" y="34348"/>
                  </a:lnTo>
                  <a:lnTo>
                    <a:pt x="32765" y="34085"/>
                  </a:lnTo>
                  <a:lnTo>
                    <a:pt x="32687" y="33673"/>
                  </a:lnTo>
                  <a:lnTo>
                    <a:pt x="32394" y="33380"/>
                  </a:lnTo>
                  <a:lnTo>
                    <a:pt x="31983" y="33190"/>
                  </a:lnTo>
                  <a:lnTo>
                    <a:pt x="31229" y="33259"/>
                  </a:lnTo>
                  <a:lnTo>
                    <a:pt x="30531" y="33064"/>
                  </a:lnTo>
                  <a:lnTo>
                    <a:pt x="30033" y="32545"/>
                  </a:lnTo>
                  <a:lnTo>
                    <a:pt x="29921" y="32148"/>
                  </a:lnTo>
                  <a:lnTo>
                    <a:pt x="30208" y="31826"/>
                  </a:lnTo>
                  <a:lnTo>
                    <a:pt x="29997" y="31559"/>
                  </a:lnTo>
                  <a:lnTo>
                    <a:pt x="29128" y="30921"/>
                  </a:lnTo>
                  <a:lnTo>
                    <a:pt x="27705" y="29331"/>
                  </a:lnTo>
                  <a:lnTo>
                    <a:pt x="26900" y="28975"/>
                  </a:lnTo>
                  <a:lnTo>
                    <a:pt x="26580" y="27980"/>
                  </a:lnTo>
                  <a:lnTo>
                    <a:pt x="26261" y="27768"/>
                  </a:lnTo>
                  <a:lnTo>
                    <a:pt x="25582" y="27673"/>
                  </a:lnTo>
                  <a:lnTo>
                    <a:pt x="24867" y="27769"/>
                  </a:lnTo>
                  <a:lnTo>
                    <a:pt x="24712" y="27882"/>
                  </a:lnTo>
                  <a:lnTo>
                    <a:pt x="24494" y="28042"/>
                  </a:lnTo>
                  <a:lnTo>
                    <a:pt x="23931" y="29286"/>
                  </a:lnTo>
                  <a:lnTo>
                    <a:pt x="23539" y="29708"/>
                  </a:lnTo>
                  <a:lnTo>
                    <a:pt x="22573" y="29510"/>
                  </a:lnTo>
                  <a:lnTo>
                    <a:pt x="21775" y="29217"/>
                  </a:lnTo>
                  <a:lnTo>
                    <a:pt x="21124" y="29054"/>
                  </a:lnTo>
                  <a:lnTo>
                    <a:pt x="19862" y="28951"/>
                  </a:lnTo>
                  <a:lnTo>
                    <a:pt x="18424" y="28929"/>
                  </a:lnTo>
                  <a:lnTo>
                    <a:pt x="17457" y="29812"/>
                  </a:lnTo>
                  <a:lnTo>
                    <a:pt x="17039" y="29698"/>
                  </a:lnTo>
                  <a:lnTo>
                    <a:pt x="16305" y="29265"/>
                  </a:lnTo>
                  <a:lnTo>
                    <a:pt x="15120" y="28906"/>
                  </a:lnTo>
                  <a:lnTo>
                    <a:pt x="14491" y="28625"/>
                  </a:lnTo>
                  <a:lnTo>
                    <a:pt x="16305" y="26003"/>
                  </a:lnTo>
                  <a:lnTo>
                    <a:pt x="16844" y="24445"/>
                  </a:lnTo>
                  <a:lnTo>
                    <a:pt x="16863" y="23500"/>
                  </a:lnTo>
                  <a:lnTo>
                    <a:pt x="16884" y="22313"/>
                  </a:lnTo>
                  <a:lnTo>
                    <a:pt x="15941" y="19846"/>
                  </a:lnTo>
                  <a:lnTo>
                    <a:pt x="15131" y="16345"/>
                  </a:lnTo>
                  <a:lnTo>
                    <a:pt x="14290" y="12698"/>
                  </a:lnTo>
                  <a:lnTo>
                    <a:pt x="13634" y="11606"/>
                  </a:lnTo>
                  <a:lnTo>
                    <a:pt x="10883" y="10344"/>
                  </a:lnTo>
                  <a:lnTo>
                    <a:pt x="10248" y="8911"/>
                  </a:lnTo>
                  <a:lnTo>
                    <a:pt x="8120" y="7061"/>
                  </a:lnTo>
                  <a:lnTo>
                    <a:pt x="5162" y="6258"/>
                  </a:lnTo>
                  <a:lnTo>
                    <a:pt x="4577" y="5914"/>
                  </a:lnTo>
                  <a:lnTo>
                    <a:pt x="2008" y="3589"/>
                  </a:lnTo>
                  <a:lnTo>
                    <a:pt x="0" y="2091"/>
                  </a:lnTo>
                  <a:lnTo>
                    <a:pt x="429" y="1184"/>
                  </a:lnTo>
                  <a:lnTo>
                    <a:pt x="1005" y="232"/>
                  </a:lnTo>
                  <a:lnTo>
                    <a:pt x="1626" y="0"/>
                  </a:lnTo>
                  <a:lnTo>
                    <a:pt x="3443" y="377"/>
                  </a:lnTo>
                  <a:lnTo>
                    <a:pt x="5114" y="805"/>
                  </a:lnTo>
                  <a:lnTo>
                    <a:pt x="6336" y="500"/>
                  </a:lnTo>
                  <a:lnTo>
                    <a:pt x="7789" y="1253"/>
                  </a:lnTo>
                  <a:lnTo>
                    <a:pt x="9117" y="2116"/>
                  </a:lnTo>
                  <a:lnTo>
                    <a:pt x="10452" y="2724"/>
                  </a:lnTo>
                  <a:lnTo>
                    <a:pt x="13054" y="3297"/>
                  </a:lnTo>
                  <a:lnTo>
                    <a:pt x="14024" y="4093"/>
                  </a:lnTo>
                  <a:lnTo>
                    <a:pt x="15158" y="4889"/>
                  </a:lnTo>
                  <a:lnTo>
                    <a:pt x="19599" y="5295"/>
                  </a:lnTo>
                  <a:lnTo>
                    <a:pt x="19957" y="5169"/>
                  </a:lnTo>
                  <a:lnTo>
                    <a:pt x="20283" y="5055"/>
                  </a:lnTo>
                  <a:lnTo>
                    <a:pt x="21772" y="4766"/>
                  </a:lnTo>
                  <a:lnTo>
                    <a:pt x="23091" y="4819"/>
                  </a:lnTo>
                  <a:lnTo>
                    <a:pt x="24481" y="5783"/>
                  </a:lnTo>
                  <a:lnTo>
                    <a:pt x="25373" y="5728"/>
                  </a:lnTo>
                  <a:lnTo>
                    <a:pt x="26323" y="5581"/>
                  </a:lnTo>
                  <a:lnTo>
                    <a:pt x="27547" y="6097"/>
                  </a:lnTo>
                  <a:lnTo>
                    <a:pt x="28508" y="6670"/>
                  </a:lnTo>
                  <a:lnTo>
                    <a:pt x="28589" y="7254"/>
                  </a:lnTo>
                  <a:lnTo>
                    <a:pt x="29431" y="8099"/>
                  </a:lnTo>
                  <a:lnTo>
                    <a:pt x="31879" y="9388"/>
                  </a:lnTo>
                  <a:lnTo>
                    <a:pt x="33864" y="10116"/>
                  </a:lnTo>
                  <a:lnTo>
                    <a:pt x="34482" y="10629"/>
                  </a:lnTo>
                  <a:lnTo>
                    <a:pt x="35991" y="11475"/>
                  </a:lnTo>
                  <a:lnTo>
                    <a:pt x="36144" y="11744"/>
                  </a:lnTo>
                  <a:lnTo>
                    <a:pt x="36112" y="12090"/>
                  </a:lnTo>
                  <a:lnTo>
                    <a:pt x="35682" y="12724"/>
                  </a:lnTo>
                  <a:lnTo>
                    <a:pt x="35573" y="13289"/>
                  </a:lnTo>
                  <a:lnTo>
                    <a:pt x="35776" y="13612"/>
                  </a:lnTo>
                  <a:lnTo>
                    <a:pt x="36401" y="13923"/>
                  </a:lnTo>
                  <a:lnTo>
                    <a:pt x="37645" y="13992"/>
                  </a:lnTo>
                  <a:lnTo>
                    <a:pt x="38092" y="13587"/>
                  </a:lnTo>
                  <a:lnTo>
                    <a:pt x="39020" y="13298"/>
                  </a:lnTo>
                  <a:lnTo>
                    <a:pt x="39937" y="12778"/>
                  </a:lnTo>
                  <a:lnTo>
                    <a:pt x="41165" y="12082"/>
                  </a:lnTo>
                  <a:lnTo>
                    <a:pt x="42834" y="11453"/>
                  </a:lnTo>
                  <a:lnTo>
                    <a:pt x="43502" y="11455"/>
                  </a:lnTo>
                  <a:lnTo>
                    <a:pt x="44144" y="11647"/>
                  </a:lnTo>
                  <a:lnTo>
                    <a:pt x="44593" y="11997"/>
                  </a:lnTo>
                  <a:lnTo>
                    <a:pt x="45343" y="13292"/>
                  </a:lnTo>
                  <a:lnTo>
                    <a:pt x="46094" y="11478"/>
                  </a:lnTo>
                  <a:lnTo>
                    <a:pt x="46288" y="11344"/>
                  </a:lnTo>
                  <a:lnTo>
                    <a:pt x="46973" y="11709"/>
                  </a:lnTo>
                  <a:lnTo>
                    <a:pt x="48186" y="12213"/>
                  </a:lnTo>
                  <a:lnTo>
                    <a:pt x="49025" y="12480"/>
                  </a:lnTo>
                  <a:lnTo>
                    <a:pt x="49478" y="12853"/>
                  </a:lnTo>
                  <a:lnTo>
                    <a:pt x="50761" y="14505"/>
                  </a:lnTo>
                  <a:lnTo>
                    <a:pt x="52834" y="14422"/>
                  </a:lnTo>
                  <a:lnTo>
                    <a:pt x="53711" y="14674"/>
                  </a:lnTo>
                  <a:lnTo>
                    <a:pt x="54181" y="14947"/>
                  </a:lnTo>
                  <a:lnTo>
                    <a:pt x="54392" y="15269"/>
                  </a:lnTo>
                  <a:lnTo>
                    <a:pt x="54021" y="16910"/>
                  </a:lnTo>
                  <a:lnTo>
                    <a:pt x="53509" y="18621"/>
                  </a:lnTo>
                  <a:lnTo>
                    <a:pt x="53550" y="19034"/>
                  </a:lnTo>
                  <a:lnTo>
                    <a:pt x="54382" y="19678"/>
                  </a:lnTo>
                  <a:lnTo>
                    <a:pt x="55512" y="20361"/>
                  </a:lnTo>
                  <a:lnTo>
                    <a:pt x="56121" y="20908"/>
                  </a:lnTo>
                  <a:lnTo>
                    <a:pt x="56534" y="21401"/>
                  </a:lnTo>
                  <a:lnTo>
                    <a:pt x="57428" y="21773"/>
                  </a:lnTo>
                  <a:lnTo>
                    <a:pt x="58481" y="22006"/>
                  </a:lnTo>
                  <a:lnTo>
                    <a:pt x="58982" y="22036"/>
                  </a:lnTo>
                  <a:lnTo>
                    <a:pt x="59503" y="22448"/>
                  </a:lnTo>
                  <a:lnTo>
                    <a:pt x="60863" y="2322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97532" y="1728041"/>
              <a:ext cx="1266" cy="1086"/>
            </a:xfrm>
            <a:custGeom>
              <a:avLst/>
              <a:pathLst>
                <a:path w="1266" h="1086">
                  <a:moveTo>
                    <a:pt x="1266" y="168"/>
                  </a:moveTo>
                  <a:lnTo>
                    <a:pt x="934" y="1086"/>
                  </a:lnTo>
                  <a:lnTo>
                    <a:pt x="67" y="776"/>
                  </a:lnTo>
                  <a:lnTo>
                    <a:pt x="0" y="535"/>
                  </a:lnTo>
                  <a:lnTo>
                    <a:pt x="983" y="0"/>
                  </a:lnTo>
                  <a:lnTo>
                    <a:pt x="1184" y="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91877" y="2262798"/>
              <a:ext cx="41921" cy="89328"/>
            </a:xfrm>
            <a:custGeom>
              <a:avLst/>
              <a:pathLst>
                <a:path w="41921" h="89328">
                  <a:moveTo>
                    <a:pt x="30040" y="715"/>
                  </a:moveTo>
                  <a:lnTo>
                    <a:pt x="30645" y="1552"/>
                  </a:lnTo>
                  <a:lnTo>
                    <a:pt x="30689" y="1714"/>
                  </a:lnTo>
                  <a:lnTo>
                    <a:pt x="30779" y="2034"/>
                  </a:lnTo>
                  <a:lnTo>
                    <a:pt x="30689" y="2766"/>
                  </a:lnTo>
                  <a:lnTo>
                    <a:pt x="30558" y="3843"/>
                  </a:lnTo>
                  <a:lnTo>
                    <a:pt x="30116" y="5109"/>
                  </a:lnTo>
                  <a:lnTo>
                    <a:pt x="29836" y="6295"/>
                  </a:lnTo>
                  <a:lnTo>
                    <a:pt x="29873" y="6888"/>
                  </a:lnTo>
                  <a:lnTo>
                    <a:pt x="30143" y="7479"/>
                  </a:lnTo>
                  <a:lnTo>
                    <a:pt x="30689" y="8032"/>
                  </a:lnTo>
                  <a:lnTo>
                    <a:pt x="31063" y="8410"/>
                  </a:lnTo>
                  <a:lnTo>
                    <a:pt x="31534" y="9014"/>
                  </a:lnTo>
                  <a:lnTo>
                    <a:pt x="32092" y="9932"/>
                  </a:lnTo>
                  <a:lnTo>
                    <a:pt x="32733" y="10828"/>
                  </a:lnTo>
                  <a:lnTo>
                    <a:pt x="33829" y="11994"/>
                  </a:lnTo>
                  <a:lnTo>
                    <a:pt x="34293" y="12205"/>
                  </a:lnTo>
                  <a:lnTo>
                    <a:pt x="34271" y="12529"/>
                  </a:lnTo>
                  <a:lnTo>
                    <a:pt x="34121" y="12977"/>
                  </a:lnTo>
                  <a:lnTo>
                    <a:pt x="34018" y="17323"/>
                  </a:lnTo>
                  <a:lnTo>
                    <a:pt x="33935" y="18443"/>
                  </a:lnTo>
                  <a:lnTo>
                    <a:pt x="33855" y="19010"/>
                  </a:lnTo>
                  <a:lnTo>
                    <a:pt x="33754" y="20633"/>
                  </a:lnTo>
                  <a:lnTo>
                    <a:pt x="33638" y="20864"/>
                  </a:lnTo>
                  <a:lnTo>
                    <a:pt x="33430" y="20846"/>
                  </a:lnTo>
                  <a:lnTo>
                    <a:pt x="33239" y="20907"/>
                  </a:lnTo>
                  <a:lnTo>
                    <a:pt x="33192" y="21231"/>
                  </a:lnTo>
                  <a:lnTo>
                    <a:pt x="33270" y="21562"/>
                  </a:lnTo>
                  <a:lnTo>
                    <a:pt x="33930" y="21796"/>
                  </a:lnTo>
                  <a:lnTo>
                    <a:pt x="33786" y="22042"/>
                  </a:lnTo>
                  <a:lnTo>
                    <a:pt x="33296" y="22264"/>
                  </a:lnTo>
                  <a:lnTo>
                    <a:pt x="33069" y="22752"/>
                  </a:lnTo>
                  <a:lnTo>
                    <a:pt x="33167" y="23310"/>
                  </a:lnTo>
                  <a:lnTo>
                    <a:pt x="32898" y="23758"/>
                  </a:lnTo>
                  <a:lnTo>
                    <a:pt x="32974" y="24060"/>
                  </a:lnTo>
                  <a:lnTo>
                    <a:pt x="33149" y="24281"/>
                  </a:lnTo>
                  <a:lnTo>
                    <a:pt x="33427" y="24200"/>
                  </a:lnTo>
                  <a:lnTo>
                    <a:pt x="34199" y="23451"/>
                  </a:lnTo>
                  <a:lnTo>
                    <a:pt x="34524" y="23368"/>
                  </a:lnTo>
                  <a:lnTo>
                    <a:pt x="34924" y="23524"/>
                  </a:lnTo>
                  <a:lnTo>
                    <a:pt x="35663" y="24665"/>
                  </a:lnTo>
                  <a:lnTo>
                    <a:pt x="35694" y="25226"/>
                  </a:lnTo>
                  <a:lnTo>
                    <a:pt x="35393" y="27137"/>
                  </a:lnTo>
                  <a:lnTo>
                    <a:pt x="35099" y="28614"/>
                  </a:lnTo>
                  <a:lnTo>
                    <a:pt x="35045" y="30583"/>
                  </a:lnTo>
                  <a:lnTo>
                    <a:pt x="35356" y="31689"/>
                  </a:lnTo>
                  <a:lnTo>
                    <a:pt x="35314" y="32295"/>
                  </a:lnTo>
                  <a:lnTo>
                    <a:pt x="34976" y="32821"/>
                  </a:lnTo>
                  <a:lnTo>
                    <a:pt x="34214" y="33581"/>
                  </a:lnTo>
                  <a:lnTo>
                    <a:pt x="34271" y="34100"/>
                  </a:lnTo>
                  <a:lnTo>
                    <a:pt x="34619" y="35067"/>
                  </a:lnTo>
                  <a:lnTo>
                    <a:pt x="35262" y="36147"/>
                  </a:lnTo>
                  <a:lnTo>
                    <a:pt x="36519" y="37481"/>
                  </a:lnTo>
                  <a:lnTo>
                    <a:pt x="37183" y="39221"/>
                  </a:lnTo>
                  <a:lnTo>
                    <a:pt x="37199" y="39927"/>
                  </a:lnTo>
                  <a:lnTo>
                    <a:pt x="36811" y="40636"/>
                  </a:lnTo>
                  <a:lnTo>
                    <a:pt x="36358" y="41248"/>
                  </a:lnTo>
                  <a:lnTo>
                    <a:pt x="36211" y="42137"/>
                  </a:lnTo>
                  <a:lnTo>
                    <a:pt x="36415" y="47962"/>
                  </a:lnTo>
                  <a:lnTo>
                    <a:pt x="35420" y="50491"/>
                  </a:lnTo>
                  <a:lnTo>
                    <a:pt x="35410" y="51213"/>
                  </a:lnTo>
                  <a:lnTo>
                    <a:pt x="35510" y="52050"/>
                  </a:lnTo>
                  <a:lnTo>
                    <a:pt x="35773" y="52557"/>
                  </a:lnTo>
                  <a:lnTo>
                    <a:pt x="36281" y="52696"/>
                  </a:lnTo>
                  <a:lnTo>
                    <a:pt x="36695" y="53186"/>
                  </a:lnTo>
                  <a:lnTo>
                    <a:pt x="36551" y="54959"/>
                  </a:lnTo>
                  <a:lnTo>
                    <a:pt x="36330" y="56771"/>
                  </a:lnTo>
                  <a:lnTo>
                    <a:pt x="36295" y="57645"/>
                  </a:lnTo>
                  <a:lnTo>
                    <a:pt x="36172" y="58062"/>
                  </a:lnTo>
                  <a:lnTo>
                    <a:pt x="35780" y="58402"/>
                  </a:lnTo>
                  <a:lnTo>
                    <a:pt x="35638" y="58972"/>
                  </a:lnTo>
                  <a:lnTo>
                    <a:pt x="35736" y="59676"/>
                  </a:lnTo>
                  <a:lnTo>
                    <a:pt x="35662" y="60198"/>
                  </a:lnTo>
                  <a:lnTo>
                    <a:pt x="35874" y="60874"/>
                  </a:lnTo>
                  <a:lnTo>
                    <a:pt x="36325" y="61715"/>
                  </a:lnTo>
                  <a:lnTo>
                    <a:pt x="37054" y="63802"/>
                  </a:lnTo>
                  <a:lnTo>
                    <a:pt x="37333" y="63966"/>
                  </a:lnTo>
                  <a:lnTo>
                    <a:pt x="37458" y="64405"/>
                  </a:lnTo>
                  <a:lnTo>
                    <a:pt x="37380" y="64831"/>
                  </a:lnTo>
                  <a:lnTo>
                    <a:pt x="37661" y="65754"/>
                  </a:lnTo>
                  <a:lnTo>
                    <a:pt x="38471" y="66678"/>
                  </a:lnTo>
                  <a:lnTo>
                    <a:pt x="39320" y="67484"/>
                  </a:lnTo>
                  <a:lnTo>
                    <a:pt x="40008" y="67599"/>
                  </a:lnTo>
                  <a:lnTo>
                    <a:pt x="40170" y="68321"/>
                  </a:lnTo>
                  <a:lnTo>
                    <a:pt x="40622" y="69240"/>
                  </a:lnTo>
                  <a:lnTo>
                    <a:pt x="40949" y="69643"/>
                  </a:lnTo>
                  <a:lnTo>
                    <a:pt x="41471" y="69904"/>
                  </a:lnTo>
                  <a:lnTo>
                    <a:pt x="41901" y="70044"/>
                  </a:lnTo>
                  <a:lnTo>
                    <a:pt x="41921" y="70820"/>
                  </a:lnTo>
                  <a:lnTo>
                    <a:pt x="41149" y="71350"/>
                  </a:lnTo>
                  <a:lnTo>
                    <a:pt x="40626" y="72150"/>
                  </a:lnTo>
                  <a:lnTo>
                    <a:pt x="40226" y="73372"/>
                  </a:lnTo>
                  <a:lnTo>
                    <a:pt x="39674" y="74713"/>
                  </a:lnTo>
                  <a:lnTo>
                    <a:pt x="37774" y="75413"/>
                  </a:lnTo>
                  <a:lnTo>
                    <a:pt x="37046" y="75418"/>
                  </a:lnTo>
                  <a:lnTo>
                    <a:pt x="33146" y="75452"/>
                  </a:lnTo>
                  <a:lnTo>
                    <a:pt x="30689" y="77226"/>
                  </a:lnTo>
                  <a:lnTo>
                    <a:pt x="29492" y="78090"/>
                  </a:lnTo>
                  <a:lnTo>
                    <a:pt x="27390" y="79030"/>
                  </a:lnTo>
                  <a:lnTo>
                    <a:pt x="26097" y="80516"/>
                  </a:lnTo>
                  <a:lnTo>
                    <a:pt x="24356" y="81571"/>
                  </a:lnTo>
                  <a:lnTo>
                    <a:pt x="23142" y="82852"/>
                  </a:lnTo>
                  <a:lnTo>
                    <a:pt x="20620" y="83467"/>
                  </a:lnTo>
                  <a:lnTo>
                    <a:pt x="16482" y="85485"/>
                  </a:lnTo>
                  <a:lnTo>
                    <a:pt x="15188" y="86282"/>
                  </a:lnTo>
                  <a:lnTo>
                    <a:pt x="13879" y="87683"/>
                  </a:lnTo>
                  <a:lnTo>
                    <a:pt x="11750" y="89328"/>
                  </a:lnTo>
                  <a:lnTo>
                    <a:pt x="10915" y="89305"/>
                  </a:lnTo>
                  <a:lnTo>
                    <a:pt x="9247" y="87771"/>
                  </a:lnTo>
                  <a:lnTo>
                    <a:pt x="7994" y="87000"/>
                  </a:lnTo>
                  <a:lnTo>
                    <a:pt x="4927" y="85823"/>
                  </a:lnTo>
                  <a:lnTo>
                    <a:pt x="2638" y="85369"/>
                  </a:lnTo>
                  <a:lnTo>
                    <a:pt x="1532" y="84864"/>
                  </a:lnTo>
                  <a:lnTo>
                    <a:pt x="1228" y="84778"/>
                  </a:lnTo>
                  <a:lnTo>
                    <a:pt x="1487" y="84225"/>
                  </a:lnTo>
                  <a:lnTo>
                    <a:pt x="2126" y="84190"/>
                  </a:lnTo>
                  <a:lnTo>
                    <a:pt x="2796" y="84357"/>
                  </a:lnTo>
                  <a:lnTo>
                    <a:pt x="3303" y="83936"/>
                  </a:lnTo>
                  <a:lnTo>
                    <a:pt x="4051" y="83880"/>
                  </a:lnTo>
                  <a:lnTo>
                    <a:pt x="4244" y="83441"/>
                  </a:lnTo>
                  <a:lnTo>
                    <a:pt x="4306" y="82331"/>
                  </a:lnTo>
                  <a:lnTo>
                    <a:pt x="4298" y="81437"/>
                  </a:lnTo>
                  <a:lnTo>
                    <a:pt x="4559" y="81036"/>
                  </a:lnTo>
                  <a:lnTo>
                    <a:pt x="4625" y="79982"/>
                  </a:lnTo>
                  <a:lnTo>
                    <a:pt x="4259" y="77645"/>
                  </a:lnTo>
                  <a:lnTo>
                    <a:pt x="3999" y="77378"/>
                  </a:lnTo>
                  <a:lnTo>
                    <a:pt x="2664" y="77046"/>
                  </a:lnTo>
                  <a:lnTo>
                    <a:pt x="2564" y="76582"/>
                  </a:lnTo>
                  <a:lnTo>
                    <a:pt x="2323" y="76093"/>
                  </a:lnTo>
                  <a:lnTo>
                    <a:pt x="2068" y="74888"/>
                  </a:lnTo>
                  <a:lnTo>
                    <a:pt x="1776" y="73095"/>
                  </a:lnTo>
                  <a:lnTo>
                    <a:pt x="1308" y="70872"/>
                  </a:lnTo>
                  <a:lnTo>
                    <a:pt x="409" y="67209"/>
                  </a:lnTo>
                  <a:lnTo>
                    <a:pt x="188" y="65915"/>
                  </a:lnTo>
                  <a:lnTo>
                    <a:pt x="34" y="64596"/>
                  </a:lnTo>
                  <a:lnTo>
                    <a:pt x="0" y="63019"/>
                  </a:lnTo>
                  <a:lnTo>
                    <a:pt x="187" y="62432"/>
                  </a:lnTo>
                  <a:lnTo>
                    <a:pt x="158" y="61618"/>
                  </a:lnTo>
                  <a:lnTo>
                    <a:pt x="76" y="60808"/>
                  </a:lnTo>
                  <a:lnTo>
                    <a:pt x="709" y="58942"/>
                  </a:lnTo>
                  <a:lnTo>
                    <a:pt x="1950" y="56660"/>
                  </a:lnTo>
                  <a:lnTo>
                    <a:pt x="2211" y="55835"/>
                  </a:lnTo>
                  <a:lnTo>
                    <a:pt x="2441" y="55261"/>
                  </a:lnTo>
                  <a:lnTo>
                    <a:pt x="2474" y="54442"/>
                  </a:lnTo>
                  <a:lnTo>
                    <a:pt x="2694" y="51779"/>
                  </a:lnTo>
                  <a:lnTo>
                    <a:pt x="3288" y="48564"/>
                  </a:lnTo>
                  <a:lnTo>
                    <a:pt x="3661" y="47350"/>
                  </a:lnTo>
                  <a:lnTo>
                    <a:pt x="3914" y="46695"/>
                  </a:lnTo>
                  <a:lnTo>
                    <a:pt x="4217" y="45622"/>
                  </a:lnTo>
                  <a:lnTo>
                    <a:pt x="4296" y="45120"/>
                  </a:lnTo>
                  <a:lnTo>
                    <a:pt x="5440" y="43861"/>
                  </a:lnTo>
                  <a:lnTo>
                    <a:pt x="5965" y="43520"/>
                  </a:lnTo>
                  <a:lnTo>
                    <a:pt x="6082" y="43024"/>
                  </a:lnTo>
                  <a:lnTo>
                    <a:pt x="5902" y="42482"/>
                  </a:lnTo>
                  <a:lnTo>
                    <a:pt x="5980" y="42113"/>
                  </a:lnTo>
                  <a:lnTo>
                    <a:pt x="6254" y="41928"/>
                  </a:lnTo>
                  <a:lnTo>
                    <a:pt x="6675" y="41777"/>
                  </a:lnTo>
                  <a:lnTo>
                    <a:pt x="6982" y="41259"/>
                  </a:lnTo>
                  <a:lnTo>
                    <a:pt x="6499" y="37294"/>
                  </a:lnTo>
                  <a:lnTo>
                    <a:pt x="6110" y="33342"/>
                  </a:lnTo>
                  <a:lnTo>
                    <a:pt x="6088" y="33007"/>
                  </a:lnTo>
                  <a:lnTo>
                    <a:pt x="5856" y="32460"/>
                  </a:lnTo>
                  <a:lnTo>
                    <a:pt x="5626" y="30829"/>
                  </a:lnTo>
                  <a:lnTo>
                    <a:pt x="5241" y="29873"/>
                  </a:lnTo>
                  <a:lnTo>
                    <a:pt x="4701" y="29594"/>
                  </a:lnTo>
                  <a:lnTo>
                    <a:pt x="4704" y="28694"/>
                  </a:lnTo>
                  <a:lnTo>
                    <a:pt x="5247" y="27174"/>
                  </a:lnTo>
                  <a:lnTo>
                    <a:pt x="5389" y="26281"/>
                  </a:lnTo>
                  <a:lnTo>
                    <a:pt x="5128" y="26016"/>
                  </a:lnTo>
                  <a:lnTo>
                    <a:pt x="5091" y="25322"/>
                  </a:lnTo>
                  <a:lnTo>
                    <a:pt x="5276" y="24201"/>
                  </a:lnTo>
                  <a:lnTo>
                    <a:pt x="5184" y="23509"/>
                  </a:lnTo>
                  <a:lnTo>
                    <a:pt x="5087" y="22776"/>
                  </a:lnTo>
                  <a:lnTo>
                    <a:pt x="4521" y="21045"/>
                  </a:lnTo>
                  <a:lnTo>
                    <a:pt x="4383" y="19820"/>
                  </a:lnTo>
                  <a:lnTo>
                    <a:pt x="4674" y="19104"/>
                  </a:lnTo>
                  <a:lnTo>
                    <a:pt x="4665" y="17535"/>
                  </a:lnTo>
                  <a:lnTo>
                    <a:pt x="4358" y="15116"/>
                  </a:lnTo>
                  <a:lnTo>
                    <a:pt x="4308" y="13589"/>
                  </a:lnTo>
                  <a:lnTo>
                    <a:pt x="4516" y="12953"/>
                  </a:lnTo>
                  <a:lnTo>
                    <a:pt x="4416" y="12348"/>
                  </a:lnTo>
                  <a:lnTo>
                    <a:pt x="4007" y="11772"/>
                  </a:lnTo>
                  <a:lnTo>
                    <a:pt x="3977" y="11213"/>
                  </a:lnTo>
                  <a:lnTo>
                    <a:pt x="4326" y="10669"/>
                  </a:lnTo>
                  <a:lnTo>
                    <a:pt x="4283" y="10244"/>
                  </a:lnTo>
                  <a:lnTo>
                    <a:pt x="3847" y="9934"/>
                  </a:lnTo>
                  <a:lnTo>
                    <a:pt x="3457" y="9190"/>
                  </a:lnTo>
                  <a:lnTo>
                    <a:pt x="3112" y="8013"/>
                  </a:lnTo>
                  <a:lnTo>
                    <a:pt x="3184" y="6121"/>
                  </a:lnTo>
                  <a:lnTo>
                    <a:pt x="3834" y="2641"/>
                  </a:lnTo>
                  <a:lnTo>
                    <a:pt x="3916" y="2350"/>
                  </a:lnTo>
                  <a:lnTo>
                    <a:pt x="4652" y="2370"/>
                  </a:lnTo>
                  <a:lnTo>
                    <a:pt x="4656" y="2517"/>
                  </a:lnTo>
                  <a:lnTo>
                    <a:pt x="6951" y="2485"/>
                  </a:lnTo>
                  <a:lnTo>
                    <a:pt x="9573" y="2447"/>
                  </a:lnTo>
                  <a:lnTo>
                    <a:pt x="12708" y="2402"/>
                  </a:lnTo>
                  <a:lnTo>
                    <a:pt x="15555" y="2360"/>
                  </a:lnTo>
                  <a:lnTo>
                    <a:pt x="15680" y="2203"/>
                  </a:lnTo>
                  <a:lnTo>
                    <a:pt x="16150" y="2011"/>
                  </a:lnTo>
                  <a:lnTo>
                    <a:pt x="19028" y="2366"/>
                  </a:lnTo>
                  <a:lnTo>
                    <a:pt x="20827" y="2187"/>
                  </a:lnTo>
                  <a:lnTo>
                    <a:pt x="21590" y="2303"/>
                  </a:lnTo>
                  <a:lnTo>
                    <a:pt x="22147" y="2540"/>
                  </a:lnTo>
                  <a:lnTo>
                    <a:pt x="23390" y="2393"/>
                  </a:lnTo>
                  <a:lnTo>
                    <a:pt x="24053" y="2481"/>
                  </a:lnTo>
                  <a:lnTo>
                    <a:pt x="24554" y="3349"/>
                  </a:lnTo>
                  <a:lnTo>
                    <a:pt x="24756" y="3340"/>
                  </a:lnTo>
                  <a:lnTo>
                    <a:pt x="25035" y="2974"/>
                  </a:lnTo>
                  <a:lnTo>
                    <a:pt x="25531" y="2555"/>
                  </a:lnTo>
                  <a:lnTo>
                    <a:pt x="26037" y="2221"/>
                  </a:lnTo>
                  <a:lnTo>
                    <a:pt x="26399" y="1542"/>
                  </a:lnTo>
                  <a:lnTo>
                    <a:pt x="26618" y="1027"/>
                  </a:lnTo>
                  <a:lnTo>
                    <a:pt x="26947" y="1132"/>
                  </a:lnTo>
                  <a:lnTo>
                    <a:pt x="27418" y="1101"/>
                  </a:lnTo>
                  <a:lnTo>
                    <a:pt x="27732" y="669"/>
                  </a:lnTo>
                  <a:lnTo>
                    <a:pt x="27856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880170" y="2241778"/>
              <a:ext cx="69726" cy="76127"/>
            </a:xfrm>
            <a:custGeom>
              <a:avLst/>
              <a:pathLst>
                <a:path w="69726" h="76127">
                  <a:moveTo>
                    <a:pt x="34643" y="3759"/>
                  </a:moveTo>
                  <a:lnTo>
                    <a:pt x="34372" y="4131"/>
                  </a:lnTo>
                  <a:lnTo>
                    <a:pt x="34093" y="4947"/>
                  </a:lnTo>
                  <a:lnTo>
                    <a:pt x="33838" y="5952"/>
                  </a:lnTo>
                  <a:lnTo>
                    <a:pt x="33576" y="6629"/>
                  </a:lnTo>
                  <a:lnTo>
                    <a:pt x="33669" y="7071"/>
                  </a:lnTo>
                  <a:lnTo>
                    <a:pt x="34404" y="7949"/>
                  </a:lnTo>
                  <a:lnTo>
                    <a:pt x="35440" y="9184"/>
                  </a:lnTo>
                  <a:lnTo>
                    <a:pt x="35861" y="9343"/>
                  </a:lnTo>
                  <a:lnTo>
                    <a:pt x="36344" y="9053"/>
                  </a:lnTo>
                  <a:lnTo>
                    <a:pt x="37105" y="8074"/>
                  </a:lnTo>
                  <a:lnTo>
                    <a:pt x="37705" y="7017"/>
                  </a:lnTo>
                  <a:lnTo>
                    <a:pt x="38284" y="6505"/>
                  </a:lnTo>
                  <a:lnTo>
                    <a:pt x="38959" y="6538"/>
                  </a:lnTo>
                  <a:lnTo>
                    <a:pt x="39499" y="7281"/>
                  </a:lnTo>
                  <a:lnTo>
                    <a:pt x="40158" y="8921"/>
                  </a:lnTo>
                  <a:lnTo>
                    <a:pt x="40759" y="10414"/>
                  </a:lnTo>
                  <a:lnTo>
                    <a:pt x="40835" y="10565"/>
                  </a:lnTo>
                  <a:lnTo>
                    <a:pt x="41078" y="10812"/>
                  </a:lnTo>
                  <a:lnTo>
                    <a:pt x="41380" y="10802"/>
                  </a:lnTo>
                  <a:lnTo>
                    <a:pt x="41698" y="10438"/>
                  </a:lnTo>
                  <a:lnTo>
                    <a:pt x="41932" y="10219"/>
                  </a:lnTo>
                  <a:lnTo>
                    <a:pt x="42211" y="9535"/>
                  </a:lnTo>
                  <a:lnTo>
                    <a:pt x="43381" y="7465"/>
                  </a:lnTo>
                  <a:lnTo>
                    <a:pt x="44262" y="6895"/>
                  </a:lnTo>
                  <a:lnTo>
                    <a:pt x="44572" y="6745"/>
                  </a:lnTo>
                  <a:lnTo>
                    <a:pt x="45188" y="6433"/>
                  </a:lnTo>
                  <a:lnTo>
                    <a:pt x="46207" y="6924"/>
                  </a:lnTo>
                  <a:lnTo>
                    <a:pt x="47687" y="7775"/>
                  </a:lnTo>
                  <a:lnTo>
                    <a:pt x="49484" y="8807"/>
                  </a:lnTo>
                  <a:lnTo>
                    <a:pt x="50115" y="8982"/>
                  </a:lnTo>
                  <a:lnTo>
                    <a:pt x="50487" y="8807"/>
                  </a:lnTo>
                  <a:lnTo>
                    <a:pt x="51021" y="7403"/>
                  </a:lnTo>
                  <a:lnTo>
                    <a:pt x="51688" y="6854"/>
                  </a:lnTo>
                  <a:lnTo>
                    <a:pt x="52643" y="6210"/>
                  </a:lnTo>
                  <a:lnTo>
                    <a:pt x="53417" y="5878"/>
                  </a:lnTo>
                  <a:lnTo>
                    <a:pt x="53861" y="5837"/>
                  </a:lnTo>
                  <a:lnTo>
                    <a:pt x="54030" y="5455"/>
                  </a:lnTo>
                  <a:lnTo>
                    <a:pt x="54112" y="4884"/>
                  </a:lnTo>
                  <a:lnTo>
                    <a:pt x="54024" y="4294"/>
                  </a:lnTo>
                  <a:lnTo>
                    <a:pt x="53525" y="3231"/>
                  </a:lnTo>
                  <a:lnTo>
                    <a:pt x="53508" y="2918"/>
                  </a:lnTo>
                  <a:lnTo>
                    <a:pt x="53794" y="2714"/>
                  </a:lnTo>
                  <a:lnTo>
                    <a:pt x="54411" y="2561"/>
                  </a:lnTo>
                  <a:lnTo>
                    <a:pt x="55210" y="2664"/>
                  </a:lnTo>
                  <a:lnTo>
                    <a:pt x="56109" y="3123"/>
                  </a:lnTo>
                  <a:lnTo>
                    <a:pt x="56841" y="3787"/>
                  </a:lnTo>
                  <a:lnTo>
                    <a:pt x="57259" y="4575"/>
                  </a:lnTo>
                  <a:lnTo>
                    <a:pt x="57714" y="6253"/>
                  </a:lnTo>
                  <a:lnTo>
                    <a:pt x="58064" y="7885"/>
                  </a:lnTo>
                  <a:lnTo>
                    <a:pt x="58968" y="10480"/>
                  </a:lnTo>
                  <a:lnTo>
                    <a:pt x="58951" y="12089"/>
                  </a:lnTo>
                  <a:lnTo>
                    <a:pt x="58933" y="13957"/>
                  </a:lnTo>
                  <a:lnTo>
                    <a:pt x="59333" y="14306"/>
                  </a:lnTo>
                  <a:lnTo>
                    <a:pt x="59774" y="14455"/>
                  </a:lnTo>
                  <a:lnTo>
                    <a:pt x="59979" y="14731"/>
                  </a:lnTo>
                  <a:lnTo>
                    <a:pt x="60419" y="16164"/>
                  </a:lnTo>
                  <a:lnTo>
                    <a:pt x="60833" y="16581"/>
                  </a:lnTo>
                  <a:lnTo>
                    <a:pt x="61329" y="16679"/>
                  </a:lnTo>
                  <a:lnTo>
                    <a:pt x="62256" y="17598"/>
                  </a:lnTo>
                  <a:lnTo>
                    <a:pt x="62855" y="17959"/>
                  </a:lnTo>
                  <a:lnTo>
                    <a:pt x="62939" y="18235"/>
                  </a:lnTo>
                  <a:lnTo>
                    <a:pt x="62919" y="18613"/>
                  </a:lnTo>
                  <a:lnTo>
                    <a:pt x="62686" y="19097"/>
                  </a:lnTo>
                  <a:lnTo>
                    <a:pt x="62324" y="19432"/>
                  </a:lnTo>
                  <a:lnTo>
                    <a:pt x="61787" y="20056"/>
                  </a:lnTo>
                  <a:lnTo>
                    <a:pt x="61343" y="20878"/>
                  </a:lnTo>
                  <a:lnTo>
                    <a:pt x="60429" y="22847"/>
                  </a:lnTo>
                  <a:lnTo>
                    <a:pt x="60402" y="23215"/>
                  </a:lnTo>
                  <a:lnTo>
                    <a:pt x="60596" y="23480"/>
                  </a:lnTo>
                  <a:lnTo>
                    <a:pt x="60975" y="23529"/>
                  </a:lnTo>
                  <a:lnTo>
                    <a:pt x="61378" y="23394"/>
                  </a:lnTo>
                  <a:lnTo>
                    <a:pt x="62219" y="22672"/>
                  </a:lnTo>
                  <a:lnTo>
                    <a:pt x="62883" y="22930"/>
                  </a:lnTo>
                  <a:lnTo>
                    <a:pt x="63518" y="23478"/>
                  </a:lnTo>
                  <a:lnTo>
                    <a:pt x="63751" y="24048"/>
                  </a:lnTo>
                  <a:lnTo>
                    <a:pt x="63811" y="24796"/>
                  </a:lnTo>
                  <a:lnTo>
                    <a:pt x="63666" y="25761"/>
                  </a:lnTo>
                  <a:lnTo>
                    <a:pt x="63643" y="26841"/>
                  </a:lnTo>
                  <a:lnTo>
                    <a:pt x="63857" y="28681"/>
                  </a:lnTo>
                  <a:lnTo>
                    <a:pt x="64187" y="30517"/>
                  </a:lnTo>
                  <a:lnTo>
                    <a:pt x="64520" y="31186"/>
                  </a:lnTo>
                  <a:lnTo>
                    <a:pt x="66641" y="32806"/>
                  </a:lnTo>
                  <a:lnTo>
                    <a:pt x="66845" y="33412"/>
                  </a:lnTo>
                  <a:lnTo>
                    <a:pt x="66951" y="34093"/>
                  </a:lnTo>
                  <a:lnTo>
                    <a:pt x="66798" y="35029"/>
                  </a:lnTo>
                  <a:lnTo>
                    <a:pt x="66582" y="35548"/>
                  </a:lnTo>
                  <a:lnTo>
                    <a:pt x="65973" y="36359"/>
                  </a:lnTo>
                  <a:lnTo>
                    <a:pt x="65417" y="36987"/>
                  </a:lnTo>
                  <a:lnTo>
                    <a:pt x="65242" y="37669"/>
                  </a:lnTo>
                  <a:lnTo>
                    <a:pt x="65330" y="38945"/>
                  </a:lnTo>
                  <a:lnTo>
                    <a:pt x="65328" y="41831"/>
                  </a:lnTo>
                  <a:lnTo>
                    <a:pt x="65414" y="44329"/>
                  </a:lnTo>
                  <a:lnTo>
                    <a:pt x="65871" y="45236"/>
                  </a:lnTo>
                  <a:lnTo>
                    <a:pt x="66416" y="45697"/>
                  </a:lnTo>
                  <a:lnTo>
                    <a:pt x="67063" y="45610"/>
                  </a:lnTo>
                  <a:lnTo>
                    <a:pt x="67692" y="45442"/>
                  </a:lnTo>
                  <a:lnTo>
                    <a:pt x="67656" y="46937"/>
                  </a:lnTo>
                  <a:lnTo>
                    <a:pt x="67485" y="48613"/>
                  </a:lnTo>
                  <a:lnTo>
                    <a:pt x="68229" y="49128"/>
                  </a:lnTo>
                  <a:lnTo>
                    <a:pt x="68604" y="49638"/>
                  </a:lnTo>
                  <a:lnTo>
                    <a:pt x="68810" y="50115"/>
                  </a:lnTo>
                  <a:lnTo>
                    <a:pt x="67636" y="51005"/>
                  </a:lnTo>
                  <a:lnTo>
                    <a:pt x="67295" y="51525"/>
                  </a:lnTo>
                  <a:lnTo>
                    <a:pt x="67136" y="52924"/>
                  </a:lnTo>
                  <a:lnTo>
                    <a:pt x="67174" y="54216"/>
                  </a:lnTo>
                  <a:lnTo>
                    <a:pt x="68753" y="55140"/>
                  </a:lnTo>
                  <a:lnTo>
                    <a:pt x="69363" y="56222"/>
                  </a:lnTo>
                  <a:lnTo>
                    <a:pt x="69633" y="57345"/>
                  </a:lnTo>
                  <a:lnTo>
                    <a:pt x="69726" y="59467"/>
                  </a:lnTo>
                  <a:lnTo>
                    <a:pt x="69585" y="59952"/>
                  </a:lnTo>
                  <a:lnTo>
                    <a:pt x="69179" y="59957"/>
                  </a:lnTo>
                  <a:lnTo>
                    <a:pt x="68721" y="59305"/>
                  </a:lnTo>
                  <a:lnTo>
                    <a:pt x="68379" y="58668"/>
                  </a:lnTo>
                  <a:lnTo>
                    <a:pt x="67951" y="58670"/>
                  </a:lnTo>
                  <a:lnTo>
                    <a:pt x="67153" y="58527"/>
                  </a:lnTo>
                  <a:lnTo>
                    <a:pt x="66245" y="58282"/>
                  </a:lnTo>
                  <a:lnTo>
                    <a:pt x="65122" y="58347"/>
                  </a:lnTo>
                  <a:lnTo>
                    <a:pt x="64723" y="58451"/>
                  </a:lnTo>
                  <a:lnTo>
                    <a:pt x="64468" y="58835"/>
                  </a:lnTo>
                  <a:lnTo>
                    <a:pt x="64400" y="59501"/>
                  </a:lnTo>
                  <a:lnTo>
                    <a:pt x="64287" y="61652"/>
                  </a:lnTo>
                  <a:lnTo>
                    <a:pt x="64655" y="62127"/>
                  </a:lnTo>
                  <a:lnTo>
                    <a:pt x="65379" y="62660"/>
                  </a:lnTo>
                  <a:lnTo>
                    <a:pt x="65853" y="62888"/>
                  </a:lnTo>
                  <a:lnTo>
                    <a:pt x="66250" y="62824"/>
                  </a:lnTo>
                  <a:lnTo>
                    <a:pt x="66551" y="63169"/>
                  </a:lnTo>
                  <a:lnTo>
                    <a:pt x="66616" y="64096"/>
                  </a:lnTo>
                  <a:lnTo>
                    <a:pt x="66409" y="64776"/>
                  </a:lnTo>
                  <a:lnTo>
                    <a:pt x="66011" y="65408"/>
                  </a:lnTo>
                  <a:lnTo>
                    <a:pt x="65510" y="67036"/>
                  </a:lnTo>
                  <a:lnTo>
                    <a:pt x="65595" y="67645"/>
                  </a:lnTo>
                  <a:lnTo>
                    <a:pt x="65618" y="68528"/>
                  </a:lnTo>
                  <a:lnTo>
                    <a:pt x="64761" y="70906"/>
                  </a:lnTo>
                  <a:lnTo>
                    <a:pt x="64516" y="71373"/>
                  </a:lnTo>
                  <a:lnTo>
                    <a:pt x="63382" y="70901"/>
                  </a:lnTo>
                  <a:lnTo>
                    <a:pt x="62642" y="70744"/>
                  </a:lnTo>
                  <a:lnTo>
                    <a:pt x="62108" y="71349"/>
                  </a:lnTo>
                  <a:lnTo>
                    <a:pt x="61769" y="70972"/>
                  </a:lnTo>
                  <a:lnTo>
                    <a:pt x="61370" y="70420"/>
                  </a:lnTo>
                  <a:lnTo>
                    <a:pt x="61233" y="69695"/>
                  </a:lnTo>
                  <a:lnTo>
                    <a:pt x="60964" y="69543"/>
                  </a:lnTo>
                  <a:lnTo>
                    <a:pt x="60468" y="69537"/>
                  </a:lnTo>
                  <a:lnTo>
                    <a:pt x="60009" y="69949"/>
                  </a:lnTo>
                  <a:lnTo>
                    <a:pt x="59809" y="70696"/>
                  </a:lnTo>
                  <a:lnTo>
                    <a:pt x="59779" y="71557"/>
                  </a:lnTo>
                  <a:lnTo>
                    <a:pt x="59707" y="72225"/>
                  </a:lnTo>
                  <a:lnTo>
                    <a:pt x="59433" y="72628"/>
                  </a:lnTo>
                  <a:lnTo>
                    <a:pt x="58877" y="73672"/>
                  </a:lnTo>
                  <a:lnTo>
                    <a:pt x="58616" y="74636"/>
                  </a:lnTo>
                  <a:lnTo>
                    <a:pt x="58293" y="75475"/>
                  </a:lnTo>
                  <a:lnTo>
                    <a:pt x="57831" y="75426"/>
                  </a:lnTo>
                  <a:lnTo>
                    <a:pt x="57618" y="75308"/>
                  </a:lnTo>
                  <a:lnTo>
                    <a:pt x="57471" y="75528"/>
                  </a:lnTo>
                  <a:lnTo>
                    <a:pt x="56754" y="75994"/>
                  </a:lnTo>
                  <a:lnTo>
                    <a:pt x="56137" y="76127"/>
                  </a:lnTo>
                  <a:lnTo>
                    <a:pt x="55973" y="75644"/>
                  </a:lnTo>
                  <a:lnTo>
                    <a:pt x="55614" y="75255"/>
                  </a:lnTo>
                  <a:lnTo>
                    <a:pt x="55213" y="74490"/>
                  </a:lnTo>
                  <a:lnTo>
                    <a:pt x="54758" y="73870"/>
                  </a:lnTo>
                  <a:lnTo>
                    <a:pt x="53887" y="73438"/>
                  </a:lnTo>
                  <a:lnTo>
                    <a:pt x="53544" y="73630"/>
                  </a:lnTo>
                  <a:lnTo>
                    <a:pt x="53132" y="73581"/>
                  </a:lnTo>
                  <a:lnTo>
                    <a:pt x="52861" y="73338"/>
                  </a:lnTo>
                  <a:lnTo>
                    <a:pt x="52899" y="72966"/>
                  </a:lnTo>
                  <a:lnTo>
                    <a:pt x="53356" y="72026"/>
                  </a:lnTo>
                  <a:lnTo>
                    <a:pt x="53616" y="71162"/>
                  </a:lnTo>
                  <a:lnTo>
                    <a:pt x="53758" y="70218"/>
                  </a:lnTo>
                  <a:lnTo>
                    <a:pt x="53757" y="69322"/>
                  </a:lnTo>
                  <a:lnTo>
                    <a:pt x="53513" y="68055"/>
                  </a:lnTo>
                  <a:lnTo>
                    <a:pt x="53121" y="67050"/>
                  </a:lnTo>
                  <a:lnTo>
                    <a:pt x="53026" y="66467"/>
                  </a:lnTo>
                  <a:lnTo>
                    <a:pt x="53071" y="65638"/>
                  </a:lnTo>
                  <a:lnTo>
                    <a:pt x="52981" y="64867"/>
                  </a:lnTo>
                  <a:lnTo>
                    <a:pt x="52854" y="64464"/>
                  </a:lnTo>
                  <a:lnTo>
                    <a:pt x="52792" y="63699"/>
                  </a:lnTo>
                  <a:lnTo>
                    <a:pt x="52669" y="63001"/>
                  </a:lnTo>
                  <a:lnTo>
                    <a:pt x="52438" y="62732"/>
                  </a:lnTo>
                  <a:lnTo>
                    <a:pt x="52308" y="61564"/>
                  </a:lnTo>
                  <a:lnTo>
                    <a:pt x="52346" y="60364"/>
                  </a:lnTo>
                  <a:lnTo>
                    <a:pt x="52009" y="59910"/>
                  </a:lnTo>
                  <a:lnTo>
                    <a:pt x="51476" y="59579"/>
                  </a:lnTo>
                  <a:lnTo>
                    <a:pt x="51164" y="59109"/>
                  </a:lnTo>
                  <a:lnTo>
                    <a:pt x="50971" y="58586"/>
                  </a:lnTo>
                  <a:lnTo>
                    <a:pt x="50779" y="58434"/>
                  </a:lnTo>
                  <a:lnTo>
                    <a:pt x="50615" y="58465"/>
                  </a:lnTo>
                  <a:lnTo>
                    <a:pt x="50467" y="58790"/>
                  </a:lnTo>
                  <a:lnTo>
                    <a:pt x="50290" y="58859"/>
                  </a:lnTo>
                  <a:lnTo>
                    <a:pt x="49981" y="57735"/>
                  </a:lnTo>
                  <a:lnTo>
                    <a:pt x="49851" y="57691"/>
                  </a:lnTo>
                  <a:lnTo>
                    <a:pt x="49635" y="57949"/>
                  </a:lnTo>
                  <a:lnTo>
                    <a:pt x="47179" y="59195"/>
                  </a:lnTo>
                  <a:lnTo>
                    <a:pt x="47072" y="58711"/>
                  </a:lnTo>
                  <a:lnTo>
                    <a:pt x="46864" y="58135"/>
                  </a:lnTo>
                  <a:lnTo>
                    <a:pt x="46393" y="57942"/>
                  </a:lnTo>
                  <a:lnTo>
                    <a:pt x="45583" y="58373"/>
                  </a:lnTo>
                  <a:lnTo>
                    <a:pt x="45109" y="58424"/>
                  </a:lnTo>
                  <a:lnTo>
                    <a:pt x="44382" y="58280"/>
                  </a:lnTo>
                  <a:lnTo>
                    <a:pt x="44056" y="58483"/>
                  </a:lnTo>
                  <a:lnTo>
                    <a:pt x="43091" y="60140"/>
                  </a:lnTo>
                  <a:lnTo>
                    <a:pt x="42512" y="60788"/>
                  </a:lnTo>
                  <a:lnTo>
                    <a:pt x="42074" y="60735"/>
                  </a:lnTo>
                  <a:lnTo>
                    <a:pt x="41614" y="60584"/>
                  </a:lnTo>
                  <a:lnTo>
                    <a:pt x="41289" y="60704"/>
                  </a:lnTo>
                  <a:lnTo>
                    <a:pt x="41051" y="60515"/>
                  </a:lnTo>
                  <a:lnTo>
                    <a:pt x="41145" y="60111"/>
                  </a:lnTo>
                  <a:lnTo>
                    <a:pt x="41380" y="59604"/>
                  </a:lnTo>
                  <a:lnTo>
                    <a:pt x="41842" y="57799"/>
                  </a:lnTo>
                  <a:lnTo>
                    <a:pt x="43028" y="55981"/>
                  </a:lnTo>
                  <a:lnTo>
                    <a:pt x="43053" y="55601"/>
                  </a:lnTo>
                  <a:lnTo>
                    <a:pt x="42568" y="54538"/>
                  </a:lnTo>
                  <a:lnTo>
                    <a:pt x="42058" y="53090"/>
                  </a:lnTo>
                  <a:lnTo>
                    <a:pt x="42057" y="51539"/>
                  </a:lnTo>
                  <a:lnTo>
                    <a:pt x="41961" y="50418"/>
                  </a:lnTo>
                  <a:lnTo>
                    <a:pt x="40911" y="50104"/>
                  </a:lnTo>
                  <a:lnTo>
                    <a:pt x="40721" y="49914"/>
                  </a:lnTo>
                  <a:lnTo>
                    <a:pt x="40693" y="49536"/>
                  </a:lnTo>
                  <a:lnTo>
                    <a:pt x="40965" y="48530"/>
                  </a:lnTo>
                  <a:lnTo>
                    <a:pt x="41282" y="47601"/>
                  </a:lnTo>
                  <a:lnTo>
                    <a:pt x="41329" y="47207"/>
                  </a:lnTo>
                  <a:lnTo>
                    <a:pt x="41255" y="46860"/>
                  </a:lnTo>
                  <a:lnTo>
                    <a:pt x="40611" y="45868"/>
                  </a:lnTo>
                  <a:lnTo>
                    <a:pt x="39606" y="44040"/>
                  </a:lnTo>
                  <a:lnTo>
                    <a:pt x="38677" y="42015"/>
                  </a:lnTo>
                  <a:lnTo>
                    <a:pt x="37878" y="40275"/>
                  </a:lnTo>
                  <a:lnTo>
                    <a:pt x="37233" y="39483"/>
                  </a:lnTo>
                  <a:lnTo>
                    <a:pt x="36616" y="38336"/>
                  </a:lnTo>
                  <a:lnTo>
                    <a:pt x="36382" y="37606"/>
                  </a:lnTo>
                  <a:lnTo>
                    <a:pt x="35739" y="37343"/>
                  </a:lnTo>
                  <a:lnTo>
                    <a:pt x="33863" y="37358"/>
                  </a:lnTo>
                  <a:lnTo>
                    <a:pt x="31610" y="37376"/>
                  </a:lnTo>
                  <a:lnTo>
                    <a:pt x="29708" y="37392"/>
                  </a:lnTo>
                  <a:lnTo>
                    <a:pt x="29597" y="38373"/>
                  </a:lnTo>
                  <a:lnTo>
                    <a:pt x="27520" y="39033"/>
                  </a:lnTo>
                  <a:lnTo>
                    <a:pt x="26239" y="38274"/>
                  </a:lnTo>
                  <a:lnTo>
                    <a:pt x="24817" y="38716"/>
                  </a:lnTo>
                  <a:lnTo>
                    <a:pt x="24122" y="39218"/>
                  </a:lnTo>
                  <a:lnTo>
                    <a:pt x="23906" y="40263"/>
                  </a:lnTo>
                  <a:lnTo>
                    <a:pt x="23589" y="41410"/>
                  </a:lnTo>
                  <a:lnTo>
                    <a:pt x="23286" y="41882"/>
                  </a:lnTo>
                  <a:lnTo>
                    <a:pt x="23156" y="42397"/>
                  </a:lnTo>
                  <a:lnTo>
                    <a:pt x="22980" y="42865"/>
                  </a:lnTo>
                  <a:lnTo>
                    <a:pt x="22701" y="43405"/>
                  </a:lnTo>
                  <a:lnTo>
                    <a:pt x="22391" y="44490"/>
                  </a:lnTo>
                  <a:lnTo>
                    <a:pt x="21715" y="46032"/>
                  </a:lnTo>
                  <a:lnTo>
                    <a:pt x="21004" y="47027"/>
                  </a:lnTo>
                  <a:lnTo>
                    <a:pt x="19796" y="47570"/>
                  </a:lnTo>
                  <a:lnTo>
                    <a:pt x="19419" y="49194"/>
                  </a:lnTo>
                  <a:lnTo>
                    <a:pt x="19141" y="49798"/>
                  </a:lnTo>
                  <a:lnTo>
                    <a:pt x="18674" y="50272"/>
                  </a:lnTo>
                  <a:lnTo>
                    <a:pt x="18177" y="50580"/>
                  </a:lnTo>
                  <a:lnTo>
                    <a:pt x="17718" y="50394"/>
                  </a:lnTo>
                  <a:lnTo>
                    <a:pt x="17190" y="50265"/>
                  </a:lnTo>
                  <a:lnTo>
                    <a:pt x="16637" y="50556"/>
                  </a:lnTo>
                  <a:lnTo>
                    <a:pt x="16543" y="50150"/>
                  </a:lnTo>
                  <a:lnTo>
                    <a:pt x="16856" y="48864"/>
                  </a:lnTo>
                  <a:lnTo>
                    <a:pt x="16606" y="48195"/>
                  </a:lnTo>
                  <a:lnTo>
                    <a:pt x="15658" y="46859"/>
                  </a:lnTo>
                  <a:lnTo>
                    <a:pt x="15569" y="46213"/>
                  </a:lnTo>
                  <a:lnTo>
                    <a:pt x="15278" y="45381"/>
                  </a:lnTo>
                  <a:lnTo>
                    <a:pt x="14029" y="43664"/>
                  </a:lnTo>
                  <a:lnTo>
                    <a:pt x="12865" y="43770"/>
                  </a:lnTo>
                  <a:lnTo>
                    <a:pt x="13189" y="42329"/>
                  </a:lnTo>
                  <a:lnTo>
                    <a:pt x="13174" y="40414"/>
                  </a:lnTo>
                  <a:lnTo>
                    <a:pt x="12779" y="39370"/>
                  </a:lnTo>
                  <a:lnTo>
                    <a:pt x="12880" y="38302"/>
                  </a:lnTo>
                  <a:lnTo>
                    <a:pt x="12663" y="38370"/>
                  </a:lnTo>
                  <a:lnTo>
                    <a:pt x="12275" y="39105"/>
                  </a:lnTo>
                  <a:lnTo>
                    <a:pt x="11647" y="38868"/>
                  </a:lnTo>
                  <a:lnTo>
                    <a:pt x="10374" y="37732"/>
                  </a:lnTo>
                  <a:lnTo>
                    <a:pt x="9738" y="36628"/>
                  </a:lnTo>
                  <a:lnTo>
                    <a:pt x="9662" y="35689"/>
                  </a:lnTo>
                  <a:lnTo>
                    <a:pt x="9519" y="35325"/>
                  </a:lnTo>
                  <a:lnTo>
                    <a:pt x="9129" y="35520"/>
                  </a:lnTo>
                  <a:lnTo>
                    <a:pt x="8333" y="35501"/>
                  </a:lnTo>
                  <a:lnTo>
                    <a:pt x="5906" y="33831"/>
                  </a:lnTo>
                  <a:lnTo>
                    <a:pt x="4178" y="29626"/>
                  </a:lnTo>
                  <a:lnTo>
                    <a:pt x="4140" y="28678"/>
                  </a:lnTo>
                  <a:lnTo>
                    <a:pt x="4388" y="27045"/>
                  </a:lnTo>
                  <a:lnTo>
                    <a:pt x="4330" y="26601"/>
                  </a:lnTo>
                  <a:lnTo>
                    <a:pt x="3537" y="27685"/>
                  </a:lnTo>
                  <a:lnTo>
                    <a:pt x="3385" y="26959"/>
                  </a:lnTo>
                  <a:lnTo>
                    <a:pt x="2780" y="25271"/>
                  </a:lnTo>
                  <a:lnTo>
                    <a:pt x="2604" y="24301"/>
                  </a:lnTo>
                  <a:lnTo>
                    <a:pt x="2022" y="23870"/>
                  </a:lnTo>
                  <a:lnTo>
                    <a:pt x="1556" y="23793"/>
                  </a:lnTo>
                  <a:lnTo>
                    <a:pt x="1195" y="24115"/>
                  </a:lnTo>
                  <a:lnTo>
                    <a:pt x="721" y="26089"/>
                  </a:lnTo>
                  <a:lnTo>
                    <a:pt x="367" y="26076"/>
                  </a:lnTo>
                  <a:lnTo>
                    <a:pt x="0" y="25655"/>
                  </a:lnTo>
                  <a:lnTo>
                    <a:pt x="77" y="24182"/>
                  </a:lnTo>
                  <a:lnTo>
                    <a:pt x="493" y="23456"/>
                  </a:lnTo>
                  <a:lnTo>
                    <a:pt x="1010" y="22341"/>
                  </a:lnTo>
                  <a:lnTo>
                    <a:pt x="2572" y="17691"/>
                  </a:lnTo>
                  <a:lnTo>
                    <a:pt x="3131" y="16625"/>
                  </a:lnTo>
                  <a:lnTo>
                    <a:pt x="3484" y="16255"/>
                  </a:lnTo>
                  <a:lnTo>
                    <a:pt x="4223" y="16211"/>
                  </a:lnTo>
                  <a:lnTo>
                    <a:pt x="5664" y="15589"/>
                  </a:lnTo>
                  <a:lnTo>
                    <a:pt x="6843" y="14563"/>
                  </a:lnTo>
                  <a:lnTo>
                    <a:pt x="7432" y="14143"/>
                  </a:lnTo>
                  <a:lnTo>
                    <a:pt x="8788" y="14254"/>
                  </a:lnTo>
                  <a:lnTo>
                    <a:pt x="10387" y="14077"/>
                  </a:lnTo>
                  <a:lnTo>
                    <a:pt x="12473" y="13081"/>
                  </a:lnTo>
                  <a:lnTo>
                    <a:pt x="12513" y="11713"/>
                  </a:lnTo>
                  <a:lnTo>
                    <a:pt x="12493" y="9959"/>
                  </a:lnTo>
                  <a:lnTo>
                    <a:pt x="12424" y="9264"/>
                  </a:lnTo>
                  <a:lnTo>
                    <a:pt x="11683" y="8639"/>
                  </a:lnTo>
                  <a:lnTo>
                    <a:pt x="11251" y="8098"/>
                  </a:lnTo>
                  <a:lnTo>
                    <a:pt x="10880" y="7407"/>
                  </a:lnTo>
                  <a:lnTo>
                    <a:pt x="10429" y="6914"/>
                  </a:lnTo>
                  <a:lnTo>
                    <a:pt x="10443" y="6397"/>
                  </a:lnTo>
                  <a:lnTo>
                    <a:pt x="11009" y="5956"/>
                  </a:lnTo>
                  <a:lnTo>
                    <a:pt x="11369" y="5731"/>
                  </a:lnTo>
                  <a:lnTo>
                    <a:pt x="12218" y="5740"/>
                  </a:lnTo>
                  <a:lnTo>
                    <a:pt x="12499" y="5483"/>
                  </a:lnTo>
                  <a:lnTo>
                    <a:pt x="12708" y="5038"/>
                  </a:lnTo>
                  <a:lnTo>
                    <a:pt x="12950" y="3912"/>
                  </a:lnTo>
                  <a:lnTo>
                    <a:pt x="13034" y="2725"/>
                  </a:lnTo>
                  <a:lnTo>
                    <a:pt x="12475" y="1131"/>
                  </a:lnTo>
                  <a:lnTo>
                    <a:pt x="12506" y="0"/>
                  </a:lnTo>
                  <a:lnTo>
                    <a:pt x="15567" y="162"/>
                  </a:lnTo>
                  <a:lnTo>
                    <a:pt x="15881" y="283"/>
                  </a:lnTo>
                  <a:lnTo>
                    <a:pt x="17248" y="478"/>
                  </a:lnTo>
                  <a:lnTo>
                    <a:pt x="18096" y="476"/>
                  </a:lnTo>
                  <a:lnTo>
                    <a:pt x="18621" y="563"/>
                  </a:lnTo>
                  <a:lnTo>
                    <a:pt x="18840" y="821"/>
                  </a:lnTo>
                  <a:lnTo>
                    <a:pt x="18796" y="1295"/>
                  </a:lnTo>
                  <a:lnTo>
                    <a:pt x="18650" y="1919"/>
                  </a:lnTo>
                  <a:lnTo>
                    <a:pt x="18826" y="2565"/>
                  </a:lnTo>
                  <a:lnTo>
                    <a:pt x="19293" y="2737"/>
                  </a:lnTo>
                  <a:lnTo>
                    <a:pt x="19542" y="2542"/>
                  </a:lnTo>
                  <a:lnTo>
                    <a:pt x="19779" y="2225"/>
                  </a:lnTo>
                  <a:lnTo>
                    <a:pt x="20061" y="1975"/>
                  </a:lnTo>
                  <a:lnTo>
                    <a:pt x="20464" y="2146"/>
                  </a:lnTo>
                  <a:lnTo>
                    <a:pt x="21323" y="3096"/>
                  </a:lnTo>
                  <a:lnTo>
                    <a:pt x="22121" y="3358"/>
                  </a:lnTo>
                  <a:lnTo>
                    <a:pt x="22993" y="3873"/>
                  </a:lnTo>
                  <a:lnTo>
                    <a:pt x="23812" y="4158"/>
                  </a:lnTo>
                  <a:lnTo>
                    <a:pt x="24539" y="4122"/>
                  </a:lnTo>
                  <a:lnTo>
                    <a:pt x="25091" y="4656"/>
                  </a:lnTo>
                  <a:lnTo>
                    <a:pt x="26111" y="4824"/>
                  </a:lnTo>
                  <a:lnTo>
                    <a:pt x="27429" y="4146"/>
                  </a:lnTo>
                  <a:lnTo>
                    <a:pt x="28466" y="3847"/>
                  </a:lnTo>
                  <a:lnTo>
                    <a:pt x="29921" y="3774"/>
                  </a:lnTo>
                  <a:lnTo>
                    <a:pt x="30682" y="3997"/>
                  </a:lnTo>
                  <a:lnTo>
                    <a:pt x="32900" y="3453"/>
                  </a:lnTo>
                  <a:lnTo>
                    <a:pt x="34006" y="357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863391" y="2225903"/>
              <a:ext cx="28364" cy="10432"/>
            </a:xfrm>
            <a:custGeom>
              <a:avLst/>
              <a:pathLst>
                <a:path w="28364" h="10432">
                  <a:moveTo>
                    <a:pt x="581" y="10432"/>
                  </a:moveTo>
                  <a:lnTo>
                    <a:pt x="524" y="9256"/>
                  </a:lnTo>
                  <a:lnTo>
                    <a:pt x="0" y="6570"/>
                  </a:lnTo>
                  <a:lnTo>
                    <a:pt x="704" y="5393"/>
                  </a:lnTo>
                  <a:lnTo>
                    <a:pt x="1470" y="4701"/>
                  </a:lnTo>
                  <a:lnTo>
                    <a:pt x="1986" y="5255"/>
                  </a:lnTo>
                  <a:lnTo>
                    <a:pt x="2142" y="6350"/>
                  </a:lnTo>
                  <a:lnTo>
                    <a:pt x="2538" y="7097"/>
                  </a:lnTo>
                  <a:lnTo>
                    <a:pt x="3892" y="7565"/>
                  </a:lnTo>
                  <a:lnTo>
                    <a:pt x="5233" y="7229"/>
                  </a:lnTo>
                  <a:lnTo>
                    <a:pt x="6052" y="7383"/>
                  </a:lnTo>
                  <a:lnTo>
                    <a:pt x="6025" y="6777"/>
                  </a:lnTo>
                  <a:lnTo>
                    <a:pt x="6304" y="5970"/>
                  </a:lnTo>
                  <a:lnTo>
                    <a:pt x="7931" y="5624"/>
                  </a:lnTo>
                  <a:lnTo>
                    <a:pt x="9652" y="5393"/>
                  </a:lnTo>
                  <a:lnTo>
                    <a:pt x="11420" y="4909"/>
                  </a:lnTo>
                  <a:lnTo>
                    <a:pt x="12805" y="4930"/>
                  </a:lnTo>
                  <a:lnTo>
                    <a:pt x="13219" y="4794"/>
                  </a:lnTo>
                  <a:lnTo>
                    <a:pt x="13119" y="4587"/>
                  </a:lnTo>
                  <a:lnTo>
                    <a:pt x="11875" y="4355"/>
                  </a:lnTo>
                  <a:lnTo>
                    <a:pt x="9223" y="4911"/>
                  </a:lnTo>
                  <a:lnTo>
                    <a:pt x="6521" y="5075"/>
                  </a:lnTo>
                  <a:lnTo>
                    <a:pt x="4474" y="6538"/>
                  </a:lnTo>
                  <a:lnTo>
                    <a:pt x="3635" y="6401"/>
                  </a:lnTo>
                  <a:lnTo>
                    <a:pt x="2788" y="4939"/>
                  </a:lnTo>
                  <a:lnTo>
                    <a:pt x="2483" y="3135"/>
                  </a:lnTo>
                  <a:lnTo>
                    <a:pt x="4882" y="3002"/>
                  </a:lnTo>
                  <a:lnTo>
                    <a:pt x="7788" y="3059"/>
                  </a:lnTo>
                  <a:lnTo>
                    <a:pt x="10951" y="3121"/>
                  </a:lnTo>
                  <a:lnTo>
                    <a:pt x="12442" y="3150"/>
                  </a:lnTo>
                  <a:lnTo>
                    <a:pt x="13225" y="1187"/>
                  </a:lnTo>
                  <a:lnTo>
                    <a:pt x="14714" y="320"/>
                  </a:lnTo>
                  <a:lnTo>
                    <a:pt x="16239" y="0"/>
                  </a:lnTo>
                  <a:lnTo>
                    <a:pt x="17032" y="85"/>
                  </a:lnTo>
                  <a:lnTo>
                    <a:pt x="17871" y="375"/>
                  </a:lnTo>
                  <a:lnTo>
                    <a:pt x="19477" y="1994"/>
                  </a:lnTo>
                  <a:lnTo>
                    <a:pt x="20479" y="2363"/>
                  </a:lnTo>
                  <a:lnTo>
                    <a:pt x="21324" y="2733"/>
                  </a:lnTo>
                  <a:lnTo>
                    <a:pt x="21928" y="3520"/>
                  </a:lnTo>
                  <a:lnTo>
                    <a:pt x="22888" y="4301"/>
                  </a:lnTo>
                  <a:lnTo>
                    <a:pt x="23645" y="4512"/>
                  </a:lnTo>
                  <a:lnTo>
                    <a:pt x="24094" y="4392"/>
                  </a:lnTo>
                  <a:lnTo>
                    <a:pt x="24842" y="4091"/>
                  </a:lnTo>
                  <a:lnTo>
                    <a:pt x="25334" y="3849"/>
                  </a:lnTo>
                  <a:lnTo>
                    <a:pt x="26938" y="3747"/>
                  </a:lnTo>
                  <a:lnTo>
                    <a:pt x="28117" y="4652"/>
                  </a:lnTo>
                  <a:lnTo>
                    <a:pt x="28364" y="5639"/>
                  </a:lnTo>
                  <a:lnTo>
                    <a:pt x="28167" y="6650"/>
                  </a:lnTo>
                  <a:lnTo>
                    <a:pt x="26584" y="7193"/>
                  </a:lnTo>
                  <a:lnTo>
                    <a:pt x="24390" y="8037"/>
                  </a:lnTo>
                  <a:lnTo>
                    <a:pt x="22575" y="7576"/>
                  </a:lnTo>
                  <a:lnTo>
                    <a:pt x="20367" y="6421"/>
                  </a:lnTo>
                  <a:lnTo>
                    <a:pt x="19078" y="5592"/>
                  </a:lnTo>
                  <a:lnTo>
                    <a:pt x="18540" y="5261"/>
                  </a:lnTo>
                  <a:lnTo>
                    <a:pt x="17734" y="4735"/>
                  </a:lnTo>
                  <a:lnTo>
                    <a:pt x="17031" y="4167"/>
                  </a:lnTo>
                  <a:lnTo>
                    <a:pt x="16352" y="3800"/>
                  </a:lnTo>
                  <a:lnTo>
                    <a:pt x="15834" y="3565"/>
                  </a:lnTo>
                  <a:lnTo>
                    <a:pt x="15451" y="3861"/>
                  </a:lnTo>
                  <a:lnTo>
                    <a:pt x="15257" y="4561"/>
                  </a:lnTo>
                  <a:lnTo>
                    <a:pt x="14950" y="5342"/>
                  </a:lnTo>
                  <a:lnTo>
                    <a:pt x="14556" y="5803"/>
                  </a:lnTo>
                  <a:lnTo>
                    <a:pt x="12705" y="6077"/>
                  </a:lnTo>
                  <a:lnTo>
                    <a:pt x="11045" y="6364"/>
                  </a:lnTo>
                  <a:lnTo>
                    <a:pt x="10153" y="6607"/>
                  </a:lnTo>
                  <a:lnTo>
                    <a:pt x="9559" y="6792"/>
                  </a:lnTo>
                  <a:lnTo>
                    <a:pt x="9371" y="9145"/>
                  </a:lnTo>
                  <a:lnTo>
                    <a:pt x="7490" y="9118"/>
                  </a:lnTo>
                  <a:lnTo>
                    <a:pt x="5643" y="9091"/>
                  </a:lnTo>
                  <a:lnTo>
                    <a:pt x="3727" y="9132"/>
                  </a:lnTo>
                  <a:lnTo>
                    <a:pt x="1665" y="9177"/>
                  </a:lnTo>
                  <a:lnTo>
                    <a:pt x="1137" y="965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871535" y="2262437"/>
              <a:ext cx="643" cy="1925"/>
            </a:xfrm>
            <a:custGeom>
              <a:avLst/>
              <a:pathLst>
                <a:path w="643" h="1925">
                  <a:moveTo>
                    <a:pt x="643" y="1538"/>
                  </a:moveTo>
                  <a:lnTo>
                    <a:pt x="556" y="1925"/>
                  </a:lnTo>
                  <a:lnTo>
                    <a:pt x="0" y="1866"/>
                  </a:lnTo>
                  <a:lnTo>
                    <a:pt x="4" y="1359"/>
                  </a:lnTo>
                  <a:lnTo>
                    <a:pt x="165" y="181"/>
                  </a:lnTo>
                  <a:lnTo>
                    <a:pt x="248" y="0"/>
                  </a:lnTo>
                  <a:lnTo>
                    <a:pt x="518" y="438"/>
                  </a:lnTo>
                  <a:lnTo>
                    <a:pt x="555" y="61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868957" y="2262353"/>
              <a:ext cx="1737" cy="2150"/>
            </a:xfrm>
            <a:custGeom>
              <a:avLst/>
              <a:pathLst>
                <a:path w="1737" h="2150">
                  <a:moveTo>
                    <a:pt x="1153" y="1943"/>
                  </a:moveTo>
                  <a:lnTo>
                    <a:pt x="396" y="2150"/>
                  </a:lnTo>
                  <a:lnTo>
                    <a:pt x="51" y="1458"/>
                  </a:lnTo>
                  <a:lnTo>
                    <a:pt x="0" y="1190"/>
                  </a:lnTo>
                  <a:lnTo>
                    <a:pt x="395" y="957"/>
                  </a:lnTo>
                  <a:lnTo>
                    <a:pt x="572" y="948"/>
                  </a:lnTo>
                  <a:lnTo>
                    <a:pt x="874" y="445"/>
                  </a:lnTo>
                  <a:lnTo>
                    <a:pt x="1245" y="108"/>
                  </a:lnTo>
                  <a:lnTo>
                    <a:pt x="1409" y="0"/>
                  </a:lnTo>
                  <a:lnTo>
                    <a:pt x="1599" y="21"/>
                  </a:lnTo>
                  <a:lnTo>
                    <a:pt x="1737" y="1133"/>
                  </a:lnTo>
                  <a:lnTo>
                    <a:pt x="1553" y="159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3873278" y="2260917"/>
              <a:ext cx="1148" cy="1774"/>
            </a:xfrm>
            <a:custGeom>
              <a:avLst/>
              <a:pathLst>
                <a:path w="1148" h="1774">
                  <a:moveTo>
                    <a:pt x="516" y="1203"/>
                  </a:moveTo>
                  <a:lnTo>
                    <a:pt x="516" y="1774"/>
                  </a:lnTo>
                  <a:lnTo>
                    <a:pt x="116" y="1666"/>
                  </a:lnTo>
                  <a:lnTo>
                    <a:pt x="0" y="1495"/>
                  </a:lnTo>
                  <a:lnTo>
                    <a:pt x="237" y="461"/>
                  </a:lnTo>
                  <a:lnTo>
                    <a:pt x="589" y="0"/>
                  </a:lnTo>
                  <a:lnTo>
                    <a:pt x="1020" y="73"/>
                  </a:lnTo>
                  <a:lnTo>
                    <a:pt x="1148" y="213"/>
                  </a:lnTo>
                  <a:lnTo>
                    <a:pt x="1065" y="612"/>
                  </a:lnTo>
                  <a:lnTo>
                    <a:pt x="876" y="94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3870975" y="2256781"/>
              <a:ext cx="1148" cy="2285"/>
            </a:xfrm>
            <a:custGeom>
              <a:avLst/>
              <a:pathLst>
                <a:path w="1148" h="2285">
                  <a:moveTo>
                    <a:pt x="1148" y="1847"/>
                  </a:moveTo>
                  <a:lnTo>
                    <a:pt x="704" y="2285"/>
                  </a:lnTo>
                  <a:lnTo>
                    <a:pt x="245" y="2079"/>
                  </a:lnTo>
                  <a:lnTo>
                    <a:pt x="0" y="1689"/>
                  </a:lnTo>
                  <a:lnTo>
                    <a:pt x="36" y="990"/>
                  </a:lnTo>
                  <a:lnTo>
                    <a:pt x="554" y="0"/>
                  </a:lnTo>
                  <a:lnTo>
                    <a:pt x="1020" y="12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874793" y="2256306"/>
              <a:ext cx="1297" cy="1653"/>
            </a:xfrm>
            <a:custGeom>
              <a:avLst/>
              <a:pathLst>
                <a:path w="1297" h="1653">
                  <a:moveTo>
                    <a:pt x="626" y="1329"/>
                  </a:moveTo>
                  <a:lnTo>
                    <a:pt x="537" y="1653"/>
                  </a:lnTo>
                  <a:lnTo>
                    <a:pt x="0" y="1378"/>
                  </a:lnTo>
                  <a:lnTo>
                    <a:pt x="785" y="204"/>
                  </a:lnTo>
                  <a:lnTo>
                    <a:pt x="1297" y="0"/>
                  </a:lnTo>
                  <a:lnTo>
                    <a:pt x="1279" y="903"/>
                  </a:lnTo>
                  <a:lnTo>
                    <a:pt x="883" y="109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869752" y="2252759"/>
              <a:ext cx="1570" cy="1770"/>
            </a:xfrm>
            <a:custGeom>
              <a:avLst/>
              <a:pathLst>
                <a:path w="1570" h="1770">
                  <a:moveTo>
                    <a:pt x="1570" y="64"/>
                  </a:moveTo>
                  <a:lnTo>
                    <a:pt x="1079" y="1770"/>
                  </a:lnTo>
                  <a:lnTo>
                    <a:pt x="473" y="1582"/>
                  </a:lnTo>
                  <a:lnTo>
                    <a:pt x="48" y="567"/>
                  </a:lnTo>
                  <a:lnTo>
                    <a:pt x="0" y="137"/>
                  </a:lnTo>
                  <a:lnTo>
                    <a:pt x="1235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864460" y="2241694"/>
              <a:ext cx="28744" cy="24266"/>
            </a:xfrm>
            <a:custGeom>
              <a:avLst/>
              <a:pathLst>
                <a:path w="28744" h="24266">
                  <a:moveTo>
                    <a:pt x="15788" y="24266"/>
                  </a:moveTo>
                  <a:lnTo>
                    <a:pt x="15308" y="23277"/>
                  </a:lnTo>
                  <a:lnTo>
                    <a:pt x="15678" y="21451"/>
                  </a:lnTo>
                  <a:lnTo>
                    <a:pt x="15279" y="21478"/>
                  </a:lnTo>
                  <a:lnTo>
                    <a:pt x="14482" y="22954"/>
                  </a:lnTo>
                  <a:lnTo>
                    <a:pt x="14093" y="23000"/>
                  </a:lnTo>
                  <a:lnTo>
                    <a:pt x="14145" y="21252"/>
                  </a:lnTo>
                  <a:lnTo>
                    <a:pt x="13703" y="21187"/>
                  </a:lnTo>
                  <a:lnTo>
                    <a:pt x="13191" y="21311"/>
                  </a:lnTo>
                  <a:lnTo>
                    <a:pt x="12475" y="20401"/>
                  </a:lnTo>
                  <a:lnTo>
                    <a:pt x="12405" y="19718"/>
                  </a:lnTo>
                  <a:lnTo>
                    <a:pt x="12462" y="18766"/>
                  </a:lnTo>
                  <a:lnTo>
                    <a:pt x="12898" y="18158"/>
                  </a:lnTo>
                  <a:lnTo>
                    <a:pt x="12839" y="17903"/>
                  </a:lnTo>
                  <a:lnTo>
                    <a:pt x="12418" y="17831"/>
                  </a:lnTo>
                  <a:lnTo>
                    <a:pt x="11947" y="17995"/>
                  </a:lnTo>
                  <a:lnTo>
                    <a:pt x="11658" y="17708"/>
                  </a:lnTo>
                  <a:lnTo>
                    <a:pt x="12135" y="16473"/>
                  </a:lnTo>
                  <a:lnTo>
                    <a:pt x="13805" y="15435"/>
                  </a:lnTo>
                  <a:lnTo>
                    <a:pt x="14645" y="15328"/>
                  </a:lnTo>
                  <a:lnTo>
                    <a:pt x="15507" y="15093"/>
                  </a:lnTo>
                  <a:lnTo>
                    <a:pt x="15037" y="14203"/>
                  </a:lnTo>
                  <a:lnTo>
                    <a:pt x="14015" y="13852"/>
                  </a:lnTo>
                  <a:lnTo>
                    <a:pt x="13198" y="14097"/>
                  </a:lnTo>
                  <a:lnTo>
                    <a:pt x="12792" y="14743"/>
                  </a:lnTo>
                  <a:lnTo>
                    <a:pt x="12287" y="14850"/>
                  </a:lnTo>
                  <a:lnTo>
                    <a:pt x="11446" y="13336"/>
                  </a:lnTo>
                  <a:lnTo>
                    <a:pt x="11462" y="12574"/>
                  </a:lnTo>
                  <a:lnTo>
                    <a:pt x="11775" y="11675"/>
                  </a:lnTo>
                  <a:lnTo>
                    <a:pt x="12262" y="11272"/>
                  </a:lnTo>
                  <a:lnTo>
                    <a:pt x="14200" y="11283"/>
                  </a:lnTo>
                  <a:lnTo>
                    <a:pt x="14935" y="10776"/>
                  </a:lnTo>
                  <a:lnTo>
                    <a:pt x="15232" y="10683"/>
                  </a:lnTo>
                  <a:lnTo>
                    <a:pt x="15514" y="10222"/>
                  </a:lnTo>
                  <a:lnTo>
                    <a:pt x="15454" y="9916"/>
                  </a:lnTo>
                  <a:lnTo>
                    <a:pt x="15140" y="9898"/>
                  </a:lnTo>
                  <a:lnTo>
                    <a:pt x="14415" y="10497"/>
                  </a:lnTo>
                  <a:lnTo>
                    <a:pt x="12081" y="10270"/>
                  </a:lnTo>
                  <a:lnTo>
                    <a:pt x="11337" y="10633"/>
                  </a:lnTo>
                  <a:lnTo>
                    <a:pt x="10039" y="12017"/>
                  </a:lnTo>
                  <a:lnTo>
                    <a:pt x="8443" y="12782"/>
                  </a:lnTo>
                  <a:lnTo>
                    <a:pt x="7285" y="12459"/>
                  </a:lnTo>
                  <a:lnTo>
                    <a:pt x="7654" y="10603"/>
                  </a:lnTo>
                  <a:lnTo>
                    <a:pt x="7489" y="10351"/>
                  </a:lnTo>
                  <a:lnTo>
                    <a:pt x="7124" y="10046"/>
                  </a:lnTo>
                  <a:lnTo>
                    <a:pt x="5424" y="10637"/>
                  </a:lnTo>
                  <a:lnTo>
                    <a:pt x="4139" y="9788"/>
                  </a:lnTo>
                  <a:lnTo>
                    <a:pt x="3630" y="8763"/>
                  </a:lnTo>
                  <a:lnTo>
                    <a:pt x="3717" y="7478"/>
                  </a:lnTo>
                  <a:lnTo>
                    <a:pt x="4324" y="6609"/>
                  </a:lnTo>
                  <a:lnTo>
                    <a:pt x="4420" y="6176"/>
                  </a:lnTo>
                  <a:lnTo>
                    <a:pt x="3779" y="6094"/>
                  </a:lnTo>
                  <a:lnTo>
                    <a:pt x="2601" y="6636"/>
                  </a:lnTo>
                  <a:lnTo>
                    <a:pt x="0" y="4534"/>
                  </a:lnTo>
                  <a:lnTo>
                    <a:pt x="519" y="4401"/>
                  </a:lnTo>
                  <a:lnTo>
                    <a:pt x="1802" y="4620"/>
                  </a:lnTo>
                  <a:lnTo>
                    <a:pt x="2795" y="4355"/>
                  </a:lnTo>
                  <a:lnTo>
                    <a:pt x="3496" y="3911"/>
                  </a:lnTo>
                  <a:lnTo>
                    <a:pt x="4449" y="3300"/>
                  </a:lnTo>
                  <a:lnTo>
                    <a:pt x="5370" y="3103"/>
                  </a:lnTo>
                  <a:lnTo>
                    <a:pt x="8252" y="3375"/>
                  </a:lnTo>
                  <a:lnTo>
                    <a:pt x="10757" y="2643"/>
                  </a:lnTo>
                  <a:lnTo>
                    <a:pt x="12619" y="1268"/>
                  </a:lnTo>
                  <a:lnTo>
                    <a:pt x="14339" y="0"/>
                  </a:lnTo>
                  <a:lnTo>
                    <a:pt x="16567" y="13"/>
                  </a:lnTo>
                  <a:lnTo>
                    <a:pt x="18956" y="27"/>
                  </a:lnTo>
                  <a:lnTo>
                    <a:pt x="22352" y="49"/>
                  </a:lnTo>
                  <a:lnTo>
                    <a:pt x="25042" y="64"/>
                  </a:lnTo>
                  <a:lnTo>
                    <a:pt x="28217" y="83"/>
                  </a:lnTo>
                  <a:lnTo>
                    <a:pt x="28185" y="1214"/>
                  </a:lnTo>
                  <a:lnTo>
                    <a:pt x="28744" y="2809"/>
                  </a:lnTo>
                  <a:lnTo>
                    <a:pt x="28660" y="3996"/>
                  </a:lnTo>
                  <a:lnTo>
                    <a:pt x="28419" y="5122"/>
                  </a:lnTo>
                  <a:lnTo>
                    <a:pt x="28209" y="5566"/>
                  </a:lnTo>
                  <a:lnTo>
                    <a:pt x="27928" y="5824"/>
                  </a:lnTo>
                  <a:lnTo>
                    <a:pt x="27080" y="5815"/>
                  </a:lnTo>
                  <a:lnTo>
                    <a:pt x="26720" y="6040"/>
                  </a:lnTo>
                  <a:lnTo>
                    <a:pt x="26154" y="6481"/>
                  </a:lnTo>
                  <a:lnTo>
                    <a:pt x="26139" y="6998"/>
                  </a:lnTo>
                  <a:lnTo>
                    <a:pt x="26590" y="7490"/>
                  </a:lnTo>
                  <a:lnTo>
                    <a:pt x="26962" y="8182"/>
                  </a:lnTo>
                  <a:lnTo>
                    <a:pt x="27393" y="8723"/>
                  </a:lnTo>
                  <a:lnTo>
                    <a:pt x="28134" y="9348"/>
                  </a:lnTo>
                  <a:lnTo>
                    <a:pt x="28204" y="10043"/>
                  </a:lnTo>
                  <a:lnTo>
                    <a:pt x="28223" y="11797"/>
                  </a:lnTo>
                  <a:lnTo>
                    <a:pt x="28184" y="13165"/>
                  </a:lnTo>
                  <a:lnTo>
                    <a:pt x="26098" y="14161"/>
                  </a:lnTo>
                  <a:lnTo>
                    <a:pt x="24498" y="14338"/>
                  </a:lnTo>
                  <a:lnTo>
                    <a:pt x="23143" y="14227"/>
                  </a:lnTo>
                  <a:lnTo>
                    <a:pt x="22554" y="14647"/>
                  </a:lnTo>
                  <a:lnTo>
                    <a:pt x="21375" y="15673"/>
                  </a:lnTo>
                  <a:lnTo>
                    <a:pt x="19934" y="16295"/>
                  </a:lnTo>
                  <a:lnTo>
                    <a:pt x="19194" y="16339"/>
                  </a:lnTo>
                  <a:lnTo>
                    <a:pt x="18841" y="16709"/>
                  </a:lnTo>
                  <a:lnTo>
                    <a:pt x="18283" y="17775"/>
                  </a:lnTo>
                  <a:lnTo>
                    <a:pt x="16720" y="22424"/>
                  </a:lnTo>
                  <a:lnTo>
                    <a:pt x="16204" y="2354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111366" y="2386411"/>
              <a:ext cx="18443" cy="18750"/>
            </a:xfrm>
            <a:custGeom>
              <a:avLst/>
              <a:pathLst>
                <a:path w="18443" h="18750">
                  <a:moveTo>
                    <a:pt x="1938" y="17748"/>
                  </a:moveTo>
                  <a:lnTo>
                    <a:pt x="2019" y="17434"/>
                  </a:lnTo>
                  <a:lnTo>
                    <a:pt x="1172" y="16593"/>
                  </a:lnTo>
                  <a:lnTo>
                    <a:pt x="561" y="16511"/>
                  </a:lnTo>
                  <a:lnTo>
                    <a:pt x="0" y="16251"/>
                  </a:lnTo>
                  <a:lnTo>
                    <a:pt x="455" y="14060"/>
                  </a:lnTo>
                  <a:lnTo>
                    <a:pt x="1024" y="12122"/>
                  </a:lnTo>
                  <a:lnTo>
                    <a:pt x="1876" y="10659"/>
                  </a:lnTo>
                  <a:lnTo>
                    <a:pt x="2329" y="10306"/>
                  </a:lnTo>
                  <a:lnTo>
                    <a:pt x="2476" y="9580"/>
                  </a:lnTo>
                  <a:lnTo>
                    <a:pt x="3149" y="7193"/>
                  </a:lnTo>
                  <a:lnTo>
                    <a:pt x="3983" y="5257"/>
                  </a:lnTo>
                  <a:lnTo>
                    <a:pt x="3725" y="3294"/>
                  </a:lnTo>
                  <a:lnTo>
                    <a:pt x="3924" y="0"/>
                  </a:lnTo>
                  <a:lnTo>
                    <a:pt x="4164" y="92"/>
                  </a:lnTo>
                  <a:lnTo>
                    <a:pt x="4204" y="403"/>
                  </a:lnTo>
                  <a:lnTo>
                    <a:pt x="4266" y="865"/>
                  </a:lnTo>
                  <a:lnTo>
                    <a:pt x="4580" y="1271"/>
                  </a:lnTo>
                  <a:lnTo>
                    <a:pt x="5619" y="1906"/>
                  </a:lnTo>
                  <a:lnTo>
                    <a:pt x="8714" y="1906"/>
                  </a:lnTo>
                  <a:lnTo>
                    <a:pt x="10561" y="1908"/>
                  </a:lnTo>
                  <a:lnTo>
                    <a:pt x="13292" y="1908"/>
                  </a:lnTo>
                  <a:lnTo>
                    <a:pt x="16184" y="1910"/>
                  </a:lnTo>
                  <a:lnTo>
                    <a:pt x="18380" y="1911"/>
                  </a:lnTo>
                  <a:lnTo>
                    <a:pt x="18393" y="5140"/>
                  </a:lnTo>
                  <a:lnTo>
                    <a:pt x="18403" y="7870"/>
                  </a:lnTo>
                  <a:lnTo>
                    <a:pt x="18414" y="10824"/>
                  </a:lnTo>
                  <a:lnTo>
                    <a:pt x="18426" y="13903"/>
                  </a:lnTo>
                  <a:lnTo>
                    <a:pt x="18436" y="16509"/>
                  </a:lnTo>
                  <a:lnTo>
                    <a:pt x="18443" y="18198"/>
                  </a:lnTo>
                  <a:lnTo>
                    <a:pt x="16506" y="18188"/>
                  </a:lnTo>
                  <a:lnTo>
                    <a:pt x="13935" y="18176"/>
                  </a:lnTo>
                  <a:lnTo>
                    <a:pt x="11364" y="18164"/>
                  </a:lnTo>
                  <a:lnTo>
                    <a:pt x="8793" y="18151"/>
                  </a:lnTo>
                  <a:lnTo>
                    <a:pt x="7502" y="18144"/>
                  </a:lnTo>
                  <a:lnTo>
                    <a:pt x="6079" y="18138"/>
                  </a:lnTo>
                  <a:lnTo>
                    <a:pt x="5618" y="18226"/>
                  </a:lnTo>
                  <a:lnTo>
                    <a:pt x="5305" y="18652"/>
                  </a:lnTo>
                  <a:lnTo>
                    <a:pt x="4927" y="18750"/>
                  </a:lnTo>
                  <a:lnTo>
                    <a:pt x="4488" y="18386"/>
                  </a:lnTo>
                  <a:lnTo>
                    <a:pt x="3954" y="18211"/>
                  </a:lnTo>
                  <a:lnTo>
                    <a:pt x="3810" y="17835"/>
                  </a:lnTo>
                  <a:lnTo>
                    <a:pt x="3544" y="17152"/>
                  </a:lnTo>
                  <a:lnTo>
                    <a:pt x="3014" y="17078"/>
                  </a:lnTo>
                  <a:lnTo>
                    <a:pt x="2748" y="17152"/>
                  </a:lnTo>
                  <a:lnTo>
                    <a:pt x="2367" y="1754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102362" y="2366132"/>
              <a:ext cx="4885" cy="7548"/>
            </a:xfrm>
            <a:custGeom>
              <a:avLst/>
              <a:pathLst>
                <a:path w="4885" h="7548">
                  <a:moveTo>
                    <a:pt x="2852" y="0"/>
                  </a:moveTo>
                  <a:lnTo>
                    <a:pt x="3085" y="55"/>
                  </a:lnTo>
                  <a:lnTo>
                    <a:pt x="4501" y="1"/>
                  </a:lnTo>
                  <a:lnTo>
                    <a:pt x="4885" y="738"/>
                  </a:lnTo>
                  <a:lnTo>
                    <a:pt x="4842" y="1823"/>
                  </a:lnTo>
                  <a:lnTo>
                    <a:pt x="3386" y="4992"/>
                  </a:lnTo>
                  <a:lnTo>
                    <a:pt x="3114" y="6327"/>
                  </a:lnTo>
                  <a:lnTo>
                    <a:pt x="2551" y="7457"/>
                  </a:lnTo>
                  <a:lnTo>
                    <a:pt x="2063" y="7548"/>
                  </a:lnTo>
                  <a:lnTo>
                    <a:pt x="384" y="6885"/>
                  </a:lnTo>
                  <a:lnTo>
                    <a:pt x="100" y="6482"/>
                  </a:lnTo>
                  <a:lnTo>
                    <a:pt x="0" y="5940"/>
                  </a:lnTo>
                  <a:lnTo>
                    <a:pt x="165" y="4678"/>
                  </a:lnTo>
                  <a:lnTo>
                    <a:pt x="287" y="4291"/>
                  </a:lnTo>
                  <a:lnTo>
                    <a:pt x="1092" y="4054"/>
                  </a:lnTo>
                  <a:lnTo>
                    <a:pt x="1352" y="3848"/>
                  </a:lnTo>
                  <a:lnTo>
                    <a:pt x="1783" y="2487"/>
                  </a:lnTo>
                  <a:lnTo>
                    <a:pt x="1924" y="1247"/>
                  </a:lnTo>
                  <a:lnTo>
                    <a:pt x="2285" y="31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245346" y="1921234"/>
              <a:ext cx="26231" cy="10057"/>
            </a:xfrm>
            <a:custGeom>
              <a:avLst/>
              <a:pathLst>
                <a:path w="26231" h="10057">
                  <a:moveTo>
                    <a:pt x="2882" y="1674"/>
                  </a:moveTo>
                  <a:lnTo>
                    <a:pt x="3529" y="1776"/>
                  </a:lnTo>
                  <a:lnTo>
                    <a:pt x="4406" y="1758"/>
                  </a:lnTo>
                  <a:lnTo>
                    <a:pt x="4605" y="1675"/>
                  </a:lnTo>
                  <a:lnTo>
                    <a:pt x="5163" y="860"/>
                  </a:lnTo>
                  <a:lnTo>
                    <a:pt x="5851" y="841"/>
                  </a:lnTo>
                  <a:lnTo>
                    <a:pt x="6151" y="1646"/>
                  </a:lnTo>
                  <a:lnTo>
                    <a:pt x="5453" y="2017"/>
                  </a:lnTo>
                  <a:lnTo>
                    <a:pt x="5311" y="2227"/>
                  </a:lnTo>
                  <a:lnTo>
                    <a:pt x="5445" y="2397"/>
                  </a:lnTo>
                  <a:lnTo>
                    <a:pt x="5969" y="2733"/>
                  </a:lnTo>
                  <a:lnTo>
                    <a:pt x="6696" y="2607"/>
                  </a:lnTo>
                  <a:lnTo>
                    <a:pt x="6718" y="3241"/>
                  </a:lnTo>
                  <a:lnTo>
                    <a:pt x="6881" y="3759"/>
                  </a:lnTo>
                  <a:lnTo>
                    <a:pt x="7240" y="4068"/>
                  </a:lnTo>
                  <a:lnTo>
                    <a:pt x="7629" y="4129"/>
                  </a:lnTo>
                  <a:lnTo>
                    <a:pt x="8489" y="4037"/>
                  </a:lnTo>
                  <a:lnTo>
                    <a:pt x="9337" y="3832"/>
                  </a:lnTo>
                  <a:lnTo>
                    <a:pt x="10211" y="3425"/>
                  </a:lnTo>
                  <a:lnTo>
                    <a:pt x="11104" y="3217"/>
                  </a:lnTo>
                  <a:lnTo>
                    <a:pt x="13770" y="3426"/>
                  </a:lnTo>
                  <a:lnTo>
                    <a:pt x="14728" y="4304"/>
                  </a:lnTo>
                  <a:lnTo>
                    <a:pt x="16549" y="4409"/>
                  </a:lnTo>
                  <a:lnTo>
                    <a:pt x="18241" y="4872"/>
                  </a:lnTo>
                  <a:lnTo>
                    <a:pt x="19130" y="4567"/>
                  </a:lnTo>
                  <a:lnTo>
                    <a:pt x="20649" y="4281"/>
                  </a:lnTo>
                  <a:lnTo>
                    <a:pt x="20892" y="4590"/>
                  </a:lnTo>
                  <a:lnTo>
                    <a:pt x="20696" y="6576"/>
                  </a:lnTo>
                  <a:lnTo>
                    <a:pt x="20789" y="7152"/>
                  </a:lnTo>
                  <a:lnTo>
                    <a:pt x="21227" y="7429"/>
                  </a:lnTo>
                  <a:lnTo>
                    <a:pt x="21661" y="7294"/>
                  </a:lnTo>
                  <a:lnTo>
                    <a:pt x="22193" y="6643"/>
                  </a:lnTo>
                  <a:lnTo>
                    <a:pt x="23467" y="6140"/>
                  </a:lnTo>
                  <a:lnTo>
                    <a:pt x="24790" y="6143"/>
                  </a:lnTo>
                  <a:lnTo>
                    <a:pt x="25903" y="4822"/>
                  </a:lnTo>
                  <a:lnTo>
                    <a:pt x="26231" y="4747"/>
                  </a:lnTo>
                  <a:lnTo>
                    <a:pt x="26027" y="5396"/>
                  </a:lnTo>
                  <a:lnTo>
                    <a:pt x="25859" y="6922"/>
                  </a:lnTo>
                  <a:lnTo>
                    <a:pt x="25619" y="7815"/>
                  </a:lnTo>
                  <a:lnTo>
                    <a:pt x="25513" y="8519"/>
                  </a:lnTo>
                  <a:lnTo>
                    <a:pt x="24769" y="8883"/>
                  </a:lnTo>
                  <a:lnTo>
                    <a:pt x="23643" y="8945"/>
                  </a:lnTo>
                  <a:lnTo>
                    <a:pt x="21590" y="8791"/>
                  </a:lnTo>
                  <a:lnTo>
                    <a:pt x="19521" y="9040"/>
                  </a:lnTo>
                  <a:lnTo>
                    <a:pt x="15687" y="9711"/>
                  </a:lnTo>
                  <a:lnTo>
                    <a:pt x="11847" y="10057"/>
                  </a:lnTo>
                  <a:lnTo>
                    <a:pt x="11330" y="9831"/>
                  </a:lnTo>
                  <a:lnTo>
                    <a:pt x="11318" y="8942"/>
                  </a:lnTo>
                  <a:lnTo>
                    <a:pt x="11235" y="8329"/>
                  </a:lnTo>
                  <a:lnTo>
                    <a:pt x="10987" y="7900"/>
                  </a:lnTo>
                  <a:lnTo>
                    <a:pt x="9799" y="7534"/>
                  </a:lnTo>
                  <a:lnTo>
                    <a:pt x="8667" y="6906"/>
                  </a:lnTo>
                  <a:lnTo>
                    <a:pt x="4226" y="6047"/>
                  </a:lnTo>
                  <a:lnTo>
                    <a:pt x="3179" y="5710"/>
                  </a:lnTo>
                  <a:lnTo>
                    <a:pt x="1479" y="5886"/>
                  </a:lnTo>
                  <a:lnTo>
                    <a:pt x="856" y="5863"/>
                  </a:lnTo>
                  <a:lnTo>
                    <a:pt x="427" y="5555"/>
                  </a:lnTo>
                  <a:lnTo>
                    <a:pt x="133" y="5026"/>
                  </a:lnTo>
                  <a:lnTo>
                    <a:pt x="0" y="3346"/>
                  </a:lnTo>
                  <a:lnTo>
                    <a:pt x="210" y="1684"/>
                  </a:lnTo>
                  <a:lnTo>
                    <a:pt x="578" y="1244"/>
                  </a:lnTo>
                  <a:lnTo>
                    <a:pt x="747" y="1745"/>
                  </a:lnTo>
                  <a:lnTo>
                    <a:pt x="1183" y="1975"/>
                  </a:lnTo>
                  <a:lnTo>
                    <a:pt x="1588" y="1469"/>
                  </a:lnTo>
                  <a:lnTo>
                    <a:pt x="1584" y="708"/>
                  </a:lnTo>
                  <a:lnTo>
                    <a:pt x="1791" y="0"/>
                  </a:lnTo>
                  <a:lnTo>
                    <a:pt x="2112" y="296"/>
                  </a:lnTo>
                  <a:lnTo>
                    <a:pt x="2325" y="138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278678" y="1918933"/>
              <a:ext cx="1541" cy="5737"/>
            </a:xfrm>
            <a:custGeom>
              <a:avLst/>
              <a:pathLst>
                <a:path w="1541" h="5737">
                  <a:moveTo>
                    <a:pt x="996" y="4953"/>
                  </a:moveTo>
                  <a:lnTo>
                    <a:pt x="635" y="5737"/>
                  </a:lnTo>
                  <a:lnTo>
                    <a:pt x="268" y="5077"/>
                  </a:lnTo>
                  <a:lnTo>
                    <a:pt x="426" y="4314"/>
                  </a:lnTo>
                  <a:lnTo>
                    <a:pt x="0" y="3106"/>
                  </a:lnTo>
                  <a:lnTo>
                    <a:pt x="807" y="1313"/>
                  </a:lnTo>
                  <a:lnTo>
                    <a:pt x="825" y="443"/>
                  </a:lnTo>
                  <a:lnTo>
                    <a:pt x="1442" y="0"/>
                  </a:lnTo>
                  <a:lnTo>
                    <a:pt x="1289" y="1478"/>
                  </a:lnTo>
                  <a:lnTo>
                    <a:pt x="818" y="2663"/>
                  </a:lnTo>
                  <a:lnTo>
                    <a:pt x="1307" y="3647"/>
                  </a:lnTo>
                  <a:lnTo>
                    <a:pt x="1541" y="476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239273" y="1911074"/>
              <a:ext cx="1810" cy="3313"/>
            </a:xfrm>
            <a:custGeom>
              <a:avLst/>
              <a:pathLst>
                <a:path w="1810" h="3313">
                  <a:moveTo>
                    <a:pt x="1401" y="2707"/>
                  </a:moveTo>
                  <a:lnTo>
                    <a:pt x="1291" y="3313"/>
                  </a:lnTo>
                  <a:lnTo>
                    <a:pt x="319" y="2897"/>
                  </a:lnTo>
                  <a:lnTo>
                    <a:pt x="48" y="2272"/>
                  </a:lnTo>
                  <a:lnTo>
                    <a:pt x="0" y="887"/>
                  </a:lnTo>
                  <a:lnTo>
                    <a:pt x="254" y="211"/>
                  </a:lnTo>
                  <a:lnTo>
                    <a:pt x="424" y="0"/>
                  </a:lnTo>
                  <a:lnTo>
                    <a:pt x="872" y="778"/>
                  </a:lnTo>
                  <a:lnTo>
                    <a:pt x="1810" y="191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284778" y="1910381"/>
              <a:ext cx="4884" cy="7327"/>
            </a:xfrm>
            <a:custGeom>
              <a:avLst/>
              <a:pathLst>
                <a:path w="4884" h="7327">
                  <a:moveTo>
                    <a:pt x="1203" y="7034"/>
                  </a:moveTo>
                  <a:lnTo>
                    <a:pt x="521" y="7327"/>
                  </a:lnTo>
                  <a:lnTo>
                    <a:pt x="285" y="7289"/>
                  </a:lnTo>
                  <a:lnTo>
                    <a:pt x="0" y="6643"/>
                  </a:lnTo>
                  <a:lnTo>
                    <a:pt x="395" y="5083"/>
                  </a:lnTo>
                  <a:lnTo>
                    <a:pt x="29" y="4080"/>
                  </a:lnTo>
                  <a:lnTo>
                    <a:pt x="7" y="3655"/>
                  </a:lnTo>
                  <a:lnTo>
                    <a:pt x="557" y="3066"/>
                  </a:lnTo>
                  <a:lnTo>
                    <a:pt x="943" y="2185"/>
                  </a:lnTo>
                  <a:lnTo>
                    <a:pt x="1881" y="1232"/>
                  </a:lnTo>
                  <a:lnTo>
                    <a:pt x="4313" y="103"/>
                  </a:lnTo>
                  <a:lnTo>
                    <a:pt x="4884" y="0"/>
                  </a:lnTo>
                  <a:lnTo>
                    <a:pt x="4868" y="884"/>
                  </a:lnTo>
                  <a:lnTo>
                    <a:pt x="4054" y="3121"/>
                  </a:lnTo>
                  <a:lnTo>
                    <a:pt x="3331" y="4239"/>
                  </a:lnTo>
                  <a:lnTo>
                    <a:pt x="3521" y="5137"/>
                  </a:lnTo>
                  <a:lnTo>
                    <a:pt x="2365" y="538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262593" y="1909821"/>
              <a:ext cx="1058" cy="1863"/>
            </a:xfrm>
            <a:custGeom>
              <a:avLst/>
              <a:pathLst>
                <a:path w="1058" h="1863">
                  <a:moveTo>
                    <a:pt x="1058" y="1131"/>
                  </a:moveTo>
                  <a:lnTo>
                    <a:pt x="619" y="1863"/>
                  </a:lnTo>
                  <a:lnTo>
                    <a:pt x="0" y="1601"/>
                  </a:lnTo>
                  <a:lnTo>
                    <a:pt x="252" y="1321"/>
                  </a:lnTo>
                  <a:lnTo>
                    <a:pt x="400" y="960"/>
                  </a:lnTo>
                  <a:lnTo>
                    <a:pt x="417" y="438"/>
                  </a:lnTo>
                  <a:lnTo>
                    <a:pt x="364" y="0"/>
                  </a:lnTo>
                  <a:lnTo>
                    <a:pt x="916" y="53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271101" y="1907522"/>
              <a:ext cx="1805" cy="1774"/>
            </a:xfrm>
            <a:custGeom>
              <a:avLst/>
              <a:pathLst>
                <a:path w="1805" h="1774">
                  <a:moveTo>
                    <a:pt x="1805" y="741"/>
                  </a:moveTo>
                  <a:lnTo>
                    <a:pt x="1057" y="1074"/>
                  </a:lnTo>
                  <a:lnTo>
                    <a:pt x="582" y="1774"/>
                  </a:lnTo>
                  <a:lnTo>
                    <a:pt x="1" y="1278"/>
                  </a:lnTo>
                  <a:lnTo>
                    <a:pt x="0" y="602"/>
                  </a:lnTo>
                  <a:lnTo>
                    <a:pt x="635" y="809"/>
                  </a:lnTo>
                  <a:lnTo>
                    <a:pt x="1081" y="428"/>
                  </a:lnTo>
                  <a:lnTo>
                    <a:pt x="947" y="0"/>
                  </a:lnTo>
                  <a:lnTo>
                    <a:pt x="1432" y="20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285443" y="1907486"/>
              <a:ext cx="795" cy="1439"/>
            </a:xfrm>
            <a:custGeom>
              <a:avLst/>
              <a:pathLst>
                <a:path w="795" h="1439">
                  <a:moveTo>
                    <a:pt x="704" y="1217"/>
                  </a:moveTo>
                  <a:lnTo>
                    <a:pt x="497" y="1439"/>
                  </a:lnTo>
                  <a:lnTo>
                    <a:pt x="22" y="801"/>
                  </a:lnTo>
                  <a:lnTo>
                    <a:pt x="0" y="469"/>
                  </a:lnTo>
                  <a:lnTo>
                    <a:pt x="483" y="87"/>
                  </a:lnTo>
                  <a:lnTo>
                    <a:pt x="726" y="0"/>
                  </a:lnTo>
                  <a:lnTo>
                    <a:pt x="795" y="260"/>
                  </a:lnTo>
                  <a:lnTo>
                    <a:pt x="788" y="81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252710" y="1905776"/>
              <a:ext cx="2001" cy="1508"/>
            </a:xfrm>
            <a:custGeom>
              <a:avLst/>
              <a:pathLst>
                <a:path w="2001" h="1508">
                  <a:moveTo>
                    <a:pt x="1984" y="0"/>
                  </a:moveTo>
                  <a:lnTo>
                    <a:pt x="2001" y="819"/>
                  </a:lnTo>
                  <a:lnTo>
                    <a:pt x="1936" y="1112"/>
                  </a:lnTo>
                  <a:lnTo>
                    <a:pt x="0" y="1508"/>
                  </a:lnTo>
                  <a:lnTo>
                    <a:pt x="179" y="568"/>
                  </a:lnTo>
                  <a:lnTo>
                    <a:pt x="297" y="271"/>
                  </a:lnTo>
                  <a:lnTo>
                    <a:pt x="938" y="708"/>
                  </a:lnTo>
                  <a:lnTo>
                    <a:pt x="1175" y="485"/>
                  </a:lnTo>
                  <a:lnTo>
                    <a:pt x="1271" y="22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261547" y="1905422"/>
              <a:ext cx="1390" cy="1824"/>
            </a:xfrm>
            <a:custGeom>
              <a:avLst/>
              <a:pathLst>
                <a:path w="1390" h="1824">
                  <a:moveTo>
                    <a:pt x="1152" y="1605"/>
                  </a:moveTo>
                  <a:lnTo>
                    <a:pt x="987" y="1824"/>
                  </a:lnTo>
                  <a:lnTo>
                    <a:pt x="271" y="943"/>
                  </a:lnTo>
                  <a:lnTo>
                    <a:pt x="0" y="428"/>
                  </a:lnTo>
                  <a:lnTo>
                    <a:pt x="340" y="0"/>
                  </a:lnTo>
                  <a:lnTo>
                    <a:pt x="1390" y="100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277236" y="1903804"/>
              <a:ext cx="4103" cy="2499"/>
            </a:xfrm>
            <a:custGeom>
              <a:avLst/>
              <a:pathLst>
                <a:path w="4103" h="2499">
                  <a:moveTo>
                    <a:pt x="295" y="2483"/>
                  </a:moveTo>
                  <a:lnTo>
                    <a:pt x="0" y="2499"/>
                  </a:lnTo>
                  <a:lnTo>
                    <a:pt x="352" y="1825"/>
                  </a:lnTo>
                  <a:lnTo>
                    <a:pt x="1350" y="903"/>
                  </a:lnTo>
                  <a:lnTo>
                    <a:pt x="2805" y="90"/>
                  </a:lnTo>
                  <a:lnTo>
                    <a:pt x="3285" y="0"/>
                  </a:lnTo>
                  <a:lnTo>
                    <a:pt x="4103" y="505"/>
                  </a:lnTo>
                  <a:lnTo>
                    <a:pt x="2599" y="1338"/>
                  </a:lnTo>
                  <a:lnTo>
                    <a:pt x="2200" y="1778"/>
                  </a:lnTo>
                  <a:lnTo>
                    <a:pt x="1090" y="187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266118" y="1903354"/>
              <a:ext cx="3039" cy="2164"/>
            </a:xfrm>
            <a:custGeom>
              <a:avLst/>
              <a:pathLst>
                <a:path w="3039" h="2164">
                  <a:moveTo>
                    <a:pt x="1099" y="2050"/>
                  </a:moveTo>
                  <a:lnTo>
                    <a:pt x="264" y="2164"/>
                  </a:lnTo>
                  <a:lnTo>
                    <a:pt x="0" y="2059"/>
                  </a:lnTo>
                  <a:lnTo>
                    <a:pt x="507" y="1818"/>
                  </a:lnTo>
                  <a:lnTo>
                    <a:pt x="862" y="1562"/>
                  </a:lnTo>
                  <a:lnTo>
                    <a:pt x="1033" y="1253"/>
                  </a:lnTo>
                  <a:lnTo>
                    <a:pt x="1881" y="708"/>
                  </a:lnTo>
                  <a:lnTo>
                    <a:pt x="2436" y="0"/>
                  </a:lnTo>
                  <a:lnTo>
                    <a:pt x="3039" y="483"/>
                  </a:lnTo>
                  <a:lnTo>
                    <a:pt x="2284" y="80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255975" y="1902149"/>
              <a:ext cx="872" cy="1488"/>
            </a:xfrm>
            <a:custGeom>
              <a:avLst/>
              <a:pathLst>
                <a:path w="872" h="1488">
                  <a:moveTo>
                    <a:pt x="472" y="1428"/>
                  </a:moveTo>
                  <a:lnTo>
                    <a:pt x="299" y="1488"/>
                  </a:lnTo>
                  <a:lnTo>
                    <a:pt x="51" y="900"/>
                  </a:lnTo>
                  <a:lnTo>
                    <a:pt x="0" y="352"/>
                  </a:lnTo>
                  <a:lnTo>
                    <a:pt x="98" y="30"/>
                  </a:lnTo>
                  <a:lnTo>
                    <a:pt x="426" y="0"/>
                  </a:lnTo>
                  <a:lnTo>
                    <a:pt x="872" y="104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276956" y="1901264"/>
              <a:ext cx="1432" cy="1981"/>
            </a:xfrm>
            <a:custGeom>
              <a:avLst/>
              <a:pathLst>
                <a:path w="1432" h="1981">
                  <a:moveTo>
                    <a:pt x="1239" y="1788"/>
                  </a:moveTo>
                  <a:lnTo>
                    <a:pt x="295" y="1981"/>
                  </a:lnTo>
                  <a:lnTo>
                    <a:pt x="463" y="873"/>
                  </a:lnTo>
                  <a:lnTo>
                    <a:pt x="0" y="0"/>
                  </a:lnTo>
                  <a:lnTo>
                    <a:pt x="737" y="490"/>
                  </a:lnTo>
                  <a:lnTo>
                    <a:pt x="1204" y="1082"/>
                  </a:lnTo>
                  <a:lnTo>
                    <a:pt x="1432" y="1195"/>
                  </a:lnTo>
                  <a:lnTo>
                    <a:pt x="1380" y="155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260085" y="1900409"/>
              <a:ext cx="1640" cy="2193"/>
            </a:xfrm>
            <a:custGeom>
              <a:avLst/>
              <a:pathLst>
                <a:path w="1640" h="2193">
                  <a:moveTo>
                    <a:pt x="1640" y="1117"/>
                  </a:moveTo>
                  <a:lnTo>
                    <a:pt x="888" y="2193"/>
                  </a:lnTo>
                  <a:lnTo>
                    <a:pt x="263" y="2076"/>
                  </a:lnTo>
                  <a:lnTo>
                    <a:pt x="0" y="1584"/>
                  </a:lnTo>
                  <a:lnTo>
                    <a:pt x="388" y="573"/>
                  </a:lnTo>
                  <a:lnTo>
                    <a:pt x="1226" y="0"/>
                  </a:lnTo>
                  <a:lnTo>
                    <a:pt x="1606" y="149"/>
                  </a:lnTo>
                  <a:lnTo>
                    <a:pt x="1570" y="89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262511" y="1899742"/>
              <a:ext cx="2137" cy="3719"/>
            </a:xfrm>
            <a:custGeom>
              <a:avLst/>
              <a:pathLst>
                <a:path w="2137" h="3719">
                  <a:moveTo>
                    <a:pt x="1740" y="3191"/>
                  </a:moveTo>
                  <a:lnTo>
                    <a:pt x="897" y="3719"/>
                  </a:lnTo>
                  <a:lnTo>
                    <a:pt x="321" y="2957"/>
                  </a:lnTo>
                  <a:lnTo>
                    <a:pt x="0" y="1757"/>
                  </a:lnTo>
                  <a:lnTo>
                    <a:pt x="1545" y="0"/>
                  </a:lnTo>
                  <a:lnTo>
                    <a:pt x="1915" y="157"/>
                  </a:lnTo>
                  <a:lnTo>
                    <a:pt x="2137" y="611"/>
                  </a:lnTo>
                  <a:lnTo>
                    <a:pt x="2103" y="219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253645" y="1899549"/>
              <a:ext cx="1051" cy="1396"/>
            </a:xfrm>
            <a:custGeom>
              <a:avLst/>
              <a:pathLst>
                <a:path w="1051" h="1396">
                  <a:moveTo>
                    <a:pt x="934" y="1187"/>
                  </a:moveTo>
                  <a:lnTo>
                    <a:pt x="583" y="1396"/>
                  </a:lnTo>
                  <a:lnTo>
                    <a:pt x="0" y="1091"/>
                  </a:lnTo>
                  <a:lnTo>
                    <a:pt x="155" y="325"/>
                  </a:lnTo>
                  <a:lnTo>
                    <a:pt x="558" y="0"/>
                  </a:lnTo>
                  <a:lnTo>
                    <a:pt x="986" y="249"/>
                  </a:lnTo>
                  <a:lnTo>
                    <a:pt x="1051" y="59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253124" y="1895853"/>
              <a:ext cx="1056" cy="2246"/>
            </a:xfrm>
            <a:custGeom>
              <a:avLst/>
              <a:pathLst>
                <a:path w="1056" h="2246">
                  <a:moveTo>
                    <a:pt x="624" y="1823"/>
                  </a:moveTo>
                  <a:lnTo>
                    <a:pt x="86" y="2246"/>
                  </a:lnTo>
                  <a:lnTo>
                    <a:pt x="265" y="1279"/>
                  </a:lnTo>
                  <a:lnTo>
                    <a:pt x="0" y="775"/>
                  </a:lnTo>
                  <a:lnTo>
                    <a:pt x="237" y="346"/>
                  </a:lnTo>
                  <a:lnTo>
                    <a:pt x="582" y="0"/>
                  </a:lnTo>
                  <a:lnTo>
                    <a:pt x="745" y="357"/>
                  </a:lnTo>
                  <a:lnTo>
                    <a:pt x="1056" y="93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258097" y="1895383"/>
              <a:ext cx="449" cy="1662"/>
            </a:xfrm>
            <a:custGeom>
              <a:avLst/>
              <a:pathLst>
                <a:path w="449" h="1662">
                  <a:moveTo>
                    <a:pt x="449" y="214"/>
                  </a:moveTo>
                  <a:lnTo>
                    <a:pt x="402" y="1662"/>
                  </a:lnTo>
                  <a:lnTo>
                    <a:pt x="153" y="1650"/>
                  </a:lnTo>
                  <a:lnTo>
                    <a:pt x="8" y="1426"/>
                  </a:lnTo>
                  <a:lnTo>
                    <a:pt x="0" y="872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261993" y="1895379"/>
              <a:ext cx="1474" cy="1341"/>
            </a:xfrm>
            <a:custGeom>
              <a:avLst/>
              <a:pathLst>
                <a:path w="1474" h="1341">
                  <a:moveTo>
                    <a:pt x="904" y="1255"/>
                  </a:moveTo>
                  <a:lnTo>
                    <a:pt x="0" y="1341"/>
                  </a:lnTo>
                  <a:lnTo>
                    <a:pt x="52" y="277"/>
                  </a:lnTo>
                  <a:lnTo>
                    <a:pt x="388" y="0"/>
                  </a:lnTo>
                  <a:lnTo>
                    <a:pt x="1474" y="531"/>
                  </a:lnTo>
                  <a:lnTo>
                    <a:pt x="1421" y="86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268382" y="1893076"/>
              <a:ext cx="3490" cy="2074"/>
            </a:xfrm>
            <a:custGeom>
              <a:avLst/>
              <a:pathLst>
                <a:path w="3490" h="2074">
                  <a:moveTo>
                    <a:pt x="443" y="2021"/>
                  </a:moveTo>
                  <a:lnTo>
                    <a:pt x="0" y="2074"/>
                  </a:lnTo>
                  <a:lnTo>
                    <a:pt x="135" y="1516"/>
                  </a:lnTo>
                  <a:lnTo>
                    <a:pt x="983" y="549"/>
                  </a:lnTo>
                  <a:lnTo>
                    <a:pt x="2167" y="502"/>
                  </a:lnTo>
                  <a:lnTo>
                    <a:pt x="3246" y="17"/>
                  </a:lnTo>
                  <a:lnTo>
                    <a:pt x="3490" y="0"/>
                  </a:lnTo>
                  <a:lnTo>
                    <a:pt x="2974" y="763"/>
                  </a:lnTo>
                  <a:lnTo>
                    <a:pt x="2104" y="147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259054" y="1892987"/>
              <a:ext cx="2453" cy="2030"/>
            </a:xfrm>
            <a:custGeom>
              <a:avLst/>
              <a:pathLst>
                <a:path w="2453" h="2030">
                  <a:moveTo>
                    <a:pt x="2453" y="1130"/>
                  </a:moveTo>
                  <a:lnTo>
                    <a:pt x="2102" y="2030"/>
                  </a:lnTo>
                  <a:lnTo>
                    <a:pt x="1512" y="1891"/>
                  </a:lnTo>
                  <a:lnTo>
                    <a:pt x="524" y="923"/>
                  </a:lnTo>
                  <a:lnTo>
                    <a:pt x="187" y="484"/>
                  </a:lnTo>
                  <a:lnTo>
                    <a:pt x="0" y="52"/>
                  </a:lnTo>
                  <a:lnTo>
                    <a:pt x="405" y="0"/>
                  </a:lnTo>
                  <a:lnTo>
                    <a:pt x="901" y="455"/>
                  </a:lnTo>
                  <a:lnTo>
                    <a:pt x="2165" y="69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4252251" y="1892959"/>
              <a:ext cx="1166" cy="2154"/>
            </a:xfrm>
            <a:custGeom>
              <a:avLst/>
              <a:pathLst>
                <a:path w="1166" h="2154">
                  <a:moveTo>
                    <a:pt x="742" y="1476"/>
                  </a:moveTo>
                  <a:lnTo>
                    <a:pt x="109" y="2154"/>
                  </a:lnTo>
                  <a:lnTo>
                    <a:pt x="0" y="1137"/>
                  </a:lnTo>
                  <a:lnTo>
                    <a:pt x="406" y="69"/>
                  </a:lnTo>
                  <a:lnTo>
                    <a:pt x="961" y="0"/>
                  </a:lnTo>
                  <a:lnTo>
                    <a:pt x="1166" y="46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4274045" y="1891163"/>
              <a:ext cx="4484" cy="2325"/>
            </a:xfrm>
            <a:custGeom>
              <a:avLst/>
              <a:pathLst>
                <a:path w="4484" h="2325">
                  <a:moveTo>
                    <a:pt x="2302" y="0"/>
                  </a:moveTo>
                  <a:lnTo>
                    <a:pt x="3465" y="459"/>
                  </a:lnTo>
                  <a:lnTo>
                    <a:pt x="3788" y="410"/>
                  </a:lnTo>
                  <a:lnTo>
                    <a:pt x="4338" y="577"/>
                  </a:lnTo>
                  <a:lnTo>
                    <a:pt x="4484" y="1424"/>
                  </a:lnTo>
                  <a:lnTo>
                    <a:pt x="3756" y="1547"/>
                  </a:lnTo>
                  <a:lnTo>
                    <a:pt x="2496" y="2325"/>
                  </a:lnTo>
                  <a:lnTo>
                    <a:pt x="1960" y="2154"/>
                  </a:lnTo>
                  <a:lnTo>
                    <a:pt x="1319" y="1477"/>
                  </a:lnTo>
                  <a:lnTo>
                    <a:pt x="301" y="1407"/>
                  </a:lnTo>
                  <a:lnTo>
                    <a:pt x="0" y="1223"/>
                  </a:lnTo>
                  <a:lnTo>
                    <a:pt x="545" y="426"/>
                  </a:lnTo>
                  <a:lnTo>
                    <a:pt x="1535" y="2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4217644" y="1889516"/>
              <a:ext cx="3542" cy="3693"/>
            </a:xfrm>
            <a:custGeom>
              <a:avLst/>
              <a:pathLst>
                <a:path w="3542" h="3693">
                  <a:moveTo>
                    <a:pt x="2544" y="1731"/>
                  </a:moveTo>
                  <a:lnTo>
                    <a:pt x="3542" y="3089"/>
                  </a:lnTo>
                  <a:lnTo>
                    <a:pt x="2739" y="2753"/>
                  </a:lnTo>
                  <a:lnTo>
                    <a:pt x="1882" y="3693"/>
                  </a:lnTo>
                  <a:lnTo>
                    <a:pt x="797" y="2595"/>
                  </a:lnTo>
                  <a:lnTo>
                    <a:pt x="146" y="1483"/>
                  </a:lnTo>
                  <a:lnTo>
                    <a:pt x="0" y="1039"/>
                  </a:lnTo>
                  <a:lnTo>
                    <a:pt x="680" y="0"/>
                  </a:lnTo>
                  <a:lnTo>
                    <a:pt x="1316" y="1067"/>
                  </a:lnTo>
                  <a:lnTo>
                    <a:pt x="2084" y="123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4256251" y="1888671"/>
              <a:ext cx="2757" cy="4153"/>
            </a:xfrm>
            <a:custGeom>
              <a:avLst/>
              <a:pathLst>
                <a:path w="2757" h="4153">
                  <a:moveTo>
                    <a:pt x="2757" y="3215"/>
                  </a:moveTo>
                  <a:lnTo>
                    <a:pt x="2478" y="4153"/>
                  </a:lnTo>
                  <a:lnTo>
                    <a:pt x="1739" y="3063"/>
                  </a:lnTo>
                  <a:lnTo>
                    <a:pt x="930" y="2316"/>
                  </a:lnTo>
                  <a:lnTo>
                    <a:pt x="627" y="1665"/>
                  </a:lnTo>
                  <a:lnTo>
                    <a:pt x="133" y="1272"/>
                  </a:lnTo>
                  <a:lnTo>
                    <a:pt x="0" y="397"/>
                  </a:lnTo>
                  <a:lnTo>
                    <a:pt x="597" y="36"/>
                  </a:lnTo>
                  <a:lnTo>
                    <a:pt x="853" y="0"/>
                  </a:lnTo>
                  <a:lnTo>
                    <a:pt x="1465" y="1066"/>
                  </a:lnTo>
                  <a:lnTo>
                    <a:pt x="2423" y="1190"/>
                  </a:lnTo>
                  <a:lnTo>
                    <a:pt x="2348" y="1847"/>
                  </a:lnTo>
                  <a:lnTo>
                    <a:pt x="2651" y="269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4244133" y="1888657"/>
              <a:ext cx="1245" cy="1254"/>
            </a:xfrm>
            <a:custGeom>
              <a:avLst/>
              <a:pathLst>
                <a:path w="1245" h="1254">
                  <a:moveTo>
                    <a:pt x="1245" y="909"/>
                  </a:moveTo>
                  <a:lnTo>
                    <a:pt x="871" y="1254"/>
                  </a:lnTo>
                  <a:lnTo>
                    <a:pt x="449" y="1237"/>
                  </a:lnTo>
                  <a:lnTo>
                    <a:pt x="150" y="1110"/>
                  </a:lnTo>
                  <a:lnTo>
                    <a:pt x="0" y="834"/>
                  </a:lnTo>
                  <a:lnTo>
                    <a:pt x="186" y="703"/>
                  </a:lnTo>
                  <a:lnTo>
                    <a:pt x="405" y="149"/>
                  </a:lnTo>
                  <a:lnTo>
                    <a:pt x="608" y="0"/>
                  </a:lnTo>
                  <a:lnTo>
                    <a:pt x="910" y="70"/>
                  </a:lnTo>
                  <a:lnTo>
                    <a:pt x="1092" y="29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4215116" y="1881909"/>
              <a:ext cx="4130" cy="5640"/>
            </a:xfrm>
            <a:custGeom>
              <a:avLst/>
              <a:pathLst>
                <a:path w="4130" h="5640">
                  <a:moveTo>
                    <a:pt x="2460" y="1277"/>
                  </a:moveTo>
                  <a:lnTo>
                    <a:pt x="2577" y="2888"/>
                  </a:lnTo>
                  <a:lnTo>
                    <a:pt x="3244" y="3190"/>
                  </a:lnTo>
                  <a:lnTo>
                    <a:pt x="4130" y="4642"/>
                  </a:lnTo>
                  <a:lnTo>
                    <a:pt x="4054" y="5385"/>
                  </a:lnTo>
                  <a:lnTo>
                    <a:pt x="3870" y="5640"/>
                  </a:lnTo>
                  <a:lnTo>
                    <a:pt x="2402" y="4954"/>
                  </a:lnTo>
                  <a:lnTo>
                    <a:pt x="2050" y="5262"/>
                  </a:lnTo>
                  <a:lnTo>
                    <a:pt x="1620" y="5137"/>
                  </a:lnTo>
                  <a:lnTo>
                    <a:pt x="1355" y="4334"/>
                  </a:lnTo>
                  <a:lnTo>
                    <a:pt x="1385" y="4052"/>
                  </a:lnTo>
                  <a:lnTo>
                    <a:pt x="1145" y="3572"/>
                  </a:lnTo>
                  <a:lnTo>
                    <a:pt x="945" y="3358"/>
                  </a:lnTo>
                  <a:lnTo>
                    <a:pt x="366" y="3996"/>
                  </a:lnTo>
                  <a:lnTo>
                    <a:pt x="2" y="4115"/>
                  </a:lnTo>
                  <a:lnTo>
                    <a:pt x="0" y="3531"/>
                  </a:lnTo>
                  <a:lnTo>
                    <a:pt x="534" y="1927"/>
                  </a:lnTo>
                  <a:lnTo>
                    <a:pt x="783" y="1656"/>
                  </a:lnTo>
                  <a:lnTo>
                    <a:pt x="1222" y="2186"/>
                  </a:lnTo>
                  <a:lnTo>
                    <a:pt x="1583" y="1989"/>
                  </a:lnTo>
                  <a:lnTo>
                    <a:pt x="1855" y="1121"/>
                  </a:lnTo>
                  <a:lnTo>
                    <a:pt x="1873" y="256"/>
                  </a:lnTo>
                  <a:lnTo>
                    <a:pt x="1995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4217683" y="1881783"/>
              <a:ext cx="1277" cy="2306"/>
            </a:xfrm>
            <a:custGeom>
              <a:avLst/>
              <a:pathLst>
                <a:path w="1277" h="2306">
                  <a:moveTo>
                    <a:pt x="1277" y="2155"/>
                  </a:moveTo>
                  <a:lnTo>
                    <a:pt x="810" y="2306"/>
                  </a:lnTo>
                  <a:lnTo>
                    <a:pt x="215" y="971"/>
                  </a:lnTo>
                  <a:lnTo>
                    <a:pt x="0" y="51"/>
                  </a:lnTo>
                  <a:lnTo>
                    <a:pt x="246" y="0"/>
                  </a:lnTo>
                  <a:lnTo>
                    <a:pt x="484" y="106"/>
                  </a:lnTo>
                  <a:lnTo>
                    <a:pt x="734" y="454"/>
                  </a:lnTo>
                  <a:lnTo>
                    <a:pt x="732" y="809"/>
                  </a:lnTo>
                  <a:lnTo>
                    <a:pt x="832" y="1190"/>
                  </a:lnTo>
                  <a:lnTo>
                    <a:pt x="1092" y="164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4267092" y="1880141"/>
              <a:ext cx="2973" cy="6139"/>
            </a:xfrm>
            <a:custGeom>
              <a:avLst/>
              <a:pathLst>
                <a:path w="2973" h="6139">
                  <a:moveTo>
                    <a:pt x="2345" y="5350"/>
                  </a:moveTo>
                  <a:lnTo>
                    <a:pt x="1442" y="6139"/>
                  </a:lnTo>
                  <a:lnTo>
                    <a:pt x="433" y="4998"/>
                  </a:lnTo>
                  <a:lnTo>
                    <a:pt x="266" y="4631"/>
                  </a:lnTo>
                  <a:lnTo>
                    <a:pt x="1007" y="4171"/>
                  </a:lnTo>
                  <a:lnTo>
                    <a:pt x="1374" y="3461"/>
                  </a:lnTo>
                  <a:lnTo>
                    <a:pt x="1077" y="2590"/>
                  </a:lnTo>
                  <a:lnTo>
                    <a:pt x="48" y="1301"/>
                  </a:lnTo>
                  <a:lnTo>
                    <a:pt x="0" y="386"/>
                  </a:lnTo>
                  <a:lnTo>
                    <a:pt x="1574" y="0"/>
                  </a:lnTo>
                  <a:lnTo>
                    <a:pt x="2501" y="796"/>
                  </a:lnTo>
                  <a:lnTo>
                    <a:pt x="2973" y="850"/>
                  </a:lnTo>
                  <a:lnTo>
                    <a:pt x="2792" y="1611"/>
                  </a:lnTo>
                  <a:lnTo>
                    <a:pt x="2871" y="1858"/>
                  </a:lnTo>
                  <a:lnTo>
                    <a:pt x="2941" y="4167"/>
                  </a:lnTo>
                  <a:lnTo>
                    <a:pt x="2503" y="4492"/>
                  </a:lnTo>
                  <a:lnTo>
                    <a:pt x="2431" y="512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4217031" y="1876758"/>
              <a:ext cx="1560" cy="3649"/>
            </a:xfrm>
            <a:custGeom>
              <a:avLst/>
              <a:pathLst>
                <a:path w="1560" h="3649">
                  <a:moveTo>
                    <a:pt x="1249" y="3285"/>
                  </a:moveTo>
                  <a:lnTo>
                    <a:pt x="881" y="3392"/>
                  </a:lnTo>
                  <a:lnTo>
                    <a:pt x="564" y="3319"/>
                  </a:lnTo>
                  <a:lnTo>
                    <a:pt x="277" y="3382"/>
                  </a:lnTo>
                  <a:lnTo>
                    <a:pt x="0" y="3649"/>
                  </a:lnTo>
                  <a:lnTo>
                    <a:pt x="30" y="2543"/>
                  </a:lnTo>
                  <a:lnTo>
                    <a:pt x="357" y="1172"/>
                  </a:lnTo>
                  <a:lnTo>
                    <a:pt x="756" y="371"/>
                  </a:lnTo>
                  <a:lnTo>
                    <a:pt x="1319" y="0"/>
                  </a:lnTo>
                  <a:lnTo>
                    <a:pt x="1560" y="628"/>
                  </a:lnTo>
                  <a:lnTo>
                    <a:pt x="1515" y="287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4253988" y="1874861"/>
              <a:ext cx="2021" cy="2726"/>
            </a:xfrm>
            <a:custGeom>
              <a:avLst/>
              <a:pathLst>
                <a:path w="2021" h="2726">
                  <a:moveTo>
                    <a:pt x="2021" y="2385"/>
                  </a:moveTo>
                  <a:lnTo>
                    <a:pt x="1021" y="2726"/>
                  </a:lnTo>
                  <a:lnTo>
                    <a:pt x="756" y="2672"/>
                  </a:lnTo>
                  <a:lnTo>
                    <a:pt x="979" y="2243"/>
                  </a:lnTo>
                  <a:lnTo>
                    <a:pt x="996" y="2062"/>
                  </a:lnTo>
                  <a:lnTo>
                    <a:pt x="0" y="1278"/>
                  </a:lnTo>
                  <a:lnTo>
                    <a:pt x="117" y="259"/>
                  </a:lnTo>
                  <a:lnTo>
                    <a:pt x="232" y="0"/>
                  </a:lnTo>
                  <a:lnTo>
                    <a:pt x="974" y="530"/>
                  </a:lnTo>
                  <a:lnTo>
                    <a:pt x="1137" y="141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4238939" y="1874098"/>
              <a:ext cx="16254" cy="14854"/>
            </a:xfrm>
            <a:custGeom>
              <a:avLst/>
              <a:pathLst>
                <a:path w="16254" h="14854">
                  <a:moveTo>
                    <a:pt x="5157" y="1063"/>
                  </a:moveTo>
                  <a:lnTo>
                    <a:pt x="5692" y="2577"/>
                  </a:lnTo>
                  <a:lnTo>
                    <a:pt x="6193" y="3088"/>
                  </a:lnTo>
                  <a:lnTo>
                    <a:pt x="7246" y="3691"/>
                  </a:lnTo>
                  <a:lnTo>
                    <a:pt x="7740" y="3768"/>
                  </a:lnTo>
                  <a:lnTo>
                    <a:pt x="9535" y="4858"/>
                  </a:lnTo>
                  <a:lnTo>
                    <a:pt x="11624" y="5075"/>
                  </a:lnTo>
                  <a:lnTo>
                    <a:pt x="11894" y="5389"/>
                  </a:lnTo>
                  <a:lnTo>
                    <a:pt x="12151" y="6229"/>
                  </a:lnTo>
                  <a:lnTo>
                    <a:pt x="12577" y="6888"/>
                  </a:lnTo>
                  <a:lnTo>
                    <a:pt x="12684" y="7401"/>
                  </a:lnTo>
                  <a:lnTo>
                    <a:pt x="12461" y="7970"/>
                  </a:lnTo>
                  <a:lnTo>
                    <a:pt x="12770" y="9711"/>
                  </a:lnTo>
                  <a:lnTo>
                    <a:pt x="13296" y="11366"/>
                  </a:lnTo>
                  <a:lnTo>
                    <a:pt x="14090" y="12168"/>
                  </a:lnTo>
                  <a:lnTo>
                    <a:pt x="15077" y="12410"/>
                  </a:lnTo>
                  <a:lnTo>
                    <a:pt x="16016" y="12377"/>
                  </a:lnTo>
                  <a:lnTo>
                    <a:pt x="16254" y="12705"/>
                  </a:lnTo>
                  <a:lnTo>
                    <a:pt x="16160" y="14153"/>
                  </a:lnTo>
                  <a:lnTo>
                    <a:pt x="15763" y="14717"/>
                  </a:lnTo>
                  <a:lnTo>
                    <a:pt x="15440" y="14854"/>
                  </a:lnTo>
                  <a:lnTo>
                    <a:pt x="15159" y="14706"/>
                  </a:lnTo>
                  <a:lnTo>
                    <a:pt x="14905" y="14365"/>
                  </a:lnTo>
                  <a:lnTo>
                    <a:pt x="14628" y="14203"/>
                  </a:lnTo>
                  <a:lnTo>
                    <a:pt x="14088" y="14176"/>
                  </a:lnTo>
                  <a:lnTo>
                    <a:pt x="13694" y="13593"/>
                  </a:lnTo>
                  <a:lnTo>
                    <a:pt x="12693" y="12795"/>
                  </a:lnTo>
                  <a:lnTo>
                    <a:pt x="12509" y="12319"/>
                  </a:lnTo>
                  <a:lnTo>
                    <a:pt x="12476" y="11585"/>
                  </a:lnTo>
                  <a:lnTo>
                    <a:pt x="12051" y="11044"/>
                  </a:lnTo>
                  <a:lnTo>
                    <a:pt x="11660" y="10015"/>
                  </a:lnTo>
                  <a:lnTo>
                    <a:pt x="11289" y="9731"/>
                  </a:lnTo>
                  <a:lnTo>
                    <a:pt x="11084" y="9216"/>
                  </a:lnTo>
                  <a:lnTo>
                    <a:pt x="11067" y="8995"/>
                  </a:lnTo>
                  <a:lnTo>
                    <a:pt x="9611" y="8845"/>
                  </a:lnTo>
                  <a:lnTo>
                    <a:pt x="8405" y="8838"/>
                  </a:lnTo>
                  <a:lnTo>
                    <a:pt x="7383" y="8255"/>
                  </a:lnTo>
                  <a:lnTo>
                    <a:pt x="7067" y="6728"/>
                  </a:lnTo>
                  <a:lnTo>
                    <a:pt x="6461" y="6317"/>
                  </a:lnTo>
                  <a:lnTo>
                    <a:pt x="6007" y="5885"/>
                  </a:lnTo>
                  <a:lnTo>
                    <a:pt x="5628" y="5287"/>
                  </a:lnTo>
                  <a:lnTo>
                    <a:pt x="4671" y="4182"/>
                  </a:lnTo>
                  <a:lnTo>
                    <a:pt x="3612" y="3259"/>
                  </a:lnTo>
                  <a:lnTo>
                    <a:pt x="2588" y="2651"/>
                  </a:lnTo>
                  <a:lnTo>
                    <a:pt x="1502" y="2252"/>
                  </a:lnTo>
                  <a:lnTo>
                    <a:pt x="619" y="2723"/>
                  </a:lnTo>
                  <a:lnTo>
                    <a:pt x="104" y="2611"/>
                  </a:lnTo>
                  <a:lnTo>
                    <a:pt x="0" y="2293"/>
                  </a:lnTo>
                  <a:lnTo>
                    <a:pt x="1097" y="1659"/>
                  </a:lnTo>
                  <a:lnTo>
                    <a:pt x="2606" y="449"/>
                  </a:lnTo>
                  <a:lnTo>
                    <a:pt x="3669" y="49"/>
                  </a:lnTo>
                  <a:lnTo>
                    <a:pt x="4185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4245785" y="1871676"/>
              <a:ext cx="1758" cy="1785"/>
            </a:xfrm>
            <a:custGeom>
              <a:avLst/>
              <a:pathLst>
                <a:path w="1758" h="1785">
                  <a:moveTo>
                    <a:pt x="1758" y="1313"/>
                  </a:moveTo>
                  <a:lnTo>
                    <a:pt x="1335" y="1785"/>
                  </a:lnTo>
                  <a:lnTo>
                    <a:pt x="682" y="15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4248124" y="1870851"/>
              <a:ext cx="1226" cy="1689"/>
            </a:xfrm>
            <a:custGeom>
              <a:avLst/>
              <a:pathLst>
                <a:path w="1226" h="1689">
                  <a:moveTo>
                    <a:pt x="442" y="1526"/>
                  </a:moveTo>
                  <a:lnTo>
                    <a:pt x="0" y="1689"/>
                  </a:lnTo>
                  <a:lnTo>
                    <a:pt x="443" y="576"/>
                  </a:lnTo>
                  <a:lnTo>
                    <a:pt x="1226" y="0"/>
                  </a:lnTo>
                  <a:lnTo>
                    <a:pt x="932" y="93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4267074" y="1869243"/>
              <a:ext cx="7109" cy="5721"/>
            </a:xfrm>
            <a:custGeom>
              <a:avLst/>
              <a:pathLst>
                <a:path w="7109" h="5721">
                  <a:moveTo>
                    <a:pt x="5354" y="747"/>
                  </a:moveTo>
                  <a:lnTo>
                    <a:pt x="5190" y="1574"/>
                  </a:lnTo>
                  <a:lnTo>
                    <a:pt x="6498" y="2946"/>
                  </a:lnTo>
                  <a:lnTo>
                    <a:pt x="6944" y="3814"/>
                  </a:lnTo>
                  <a:lnTo>
                    <a:pt x="7109" y="4661"/>
                  </a:lnTo>
                  <a:lnTo>
                    <a:pt x="6999" y="4903"/>
                  </a:lnTo>
                  <a:lnTo>
                    <a:pt x="6503" y="4444"/>
                  </a:lnTo>
                  <a:lnTo>
                    <a:pt x="6097" y="4298"/>
                  </a:lnTo>
                  <a:lnTo>
                    <a:pt x="6234" y="4903"/>
                  </a:lnTo>
                  <a:lnTo>
                    <a:pt x="6651" y="5423"/>
                  </a:lnTo>
                  <a:lnTo>
                    <a:pt x="5909" y="5721"/>
                  </a:lnTo>
                  <a:lnTo>
                    <a:pt x="5165" y="5705"/>
                  </a:lnTo>
                  <a:lnTo>
                    <a:pt x="2996" y="4981"/>
                  </a:lnTo>
                  <a:lnTo>
                    <a:pt x="2495" y="4211"/>
                  </a:lnTo>
                  <a:lnTo>
                    <a:pt x="3793" y="3053"/>
                  </a:lnTo>
                  <a:lnTo>
                    <a:pt x="4058" y="2586"/>
                  </a:lnTo>
                  <a:lnTo>
                    <a:pt x="3139" y="2632"/>
                  </a:lnTo>
                  <a:lnTo>
                    <a:pt x="2159" y="4008"/>
                  </a:lnTo>
                  <a:lnTo>
                    <a:pt x="587" y="3403"/>
                  </a:lnTo>
                  <a:lnTo>
                    <a:pt x="107" y="2850"/>
                  </a:lnTo>
                  <a:lnTo>
                    <a:pt x="0" y="2551"/>
                  </a:lnTo>
                  <a:lnTo>
                    <a:pt x="618" y="1331"/>
                  </a:lnTo>
                  <a:lnTo>
                    <a:pt x="1724" y="1372"/>
                  </a:lnTo>
                  <a:lnTo>
                    <a:pt x="2310" y="1097"/>
                  </a:lnTo>
                  <a:lnTo>
                    <a:pt x="3034" y="711"/>
                  </a:lnTo>
                  <a:lnTo>
                    <a:pt x="3039" y="132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4208439" y="1863147"/>
              <a:ext cx="4286" cy="6185"/>
            </a:xfrm>
            <a:custGeom>
              <a:avLst/>
              <a:pathLst>
                <a:path w="4286" h="6185">
                  <a:moveTo>
                    <a:pt x="4081" y="5403"/>
                  </a:moveTo>
                  <a:lnTo>
                    <a:pt x="4286" y="6185"/>
                  </a:lnTo>
                  <a:lnTo>
                    <a:pt x="3108" y="5700"/>
                  </a:lnTo>
                  <a:lnTo>
                    <a:pt x="2246" y="5001"/>
                  </a:lnTo>
                  <a:lnTo>
                    <a:pt x="1536" y="3275"/>
                  </a:lnTo>
                  <a:lnTo>
                    <a:pt x="23" y="1310"/>
                  </a:lnTo>
                  <a:lnTo>
                    <a:pt x="0" y="739"/>
                  </a:lnTo>
                  <a:lnTo>
                    <a:pt x="575" y="307"/>
                  </a:lnTo>
                  <a:lnTo>
                    <a:pt x="1817" y="0"/>
                  </a:lnTo>
                  <a:lnTo>
                    <a:pt x="2319" y="318"/>
                  </a:lnTo>
                  <a:lnTo>
                    <a:pt x="2645" y="646"/>
                  </a:lnTo>
                  <a:lnTo>
                    <a:pt x="2746" y="1023"/>
                  </a:lnTo>
                  <a:lnTo>
                    <a:pt x="2040" y="1778"/>
                  </a:lnTo>
                  <a:lnTo>
                    <a:pt x="1894" y="2120"/>
                  </a:lnTo>
                  <a:lnTo>
                    <a:pt x="2437" y="2798"/>
                  </a:lnTo>
                  <a:lnTo>
                    <a:pt x="2428" y="3070"/>
                  </a:lnTo>
                  <a:lnTo>
                    <a:pt x="2657" y="4382"/>
                  </a:lnTo>
                  <a:lnTo>
                    <a:pt x="2921" y="4877"/>
                  </a:lnTo>
                  <a:lnTo>
                    <a:pt x="3606" y="527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4259582" y="1860152"/>
              <a:ext cx="3753" cy="3190"/>
            </a:xfrm>
            <a:custGeom>
              <a:avLst/>
              <a:pathLst>
                <a:path w="3753" h="3190">
                  <a:moveTo>
                    <a:pt x="3645" y="718"/>
                  </a:moveTo>
                  <a:lnTo>
                    <a:pt x="3288" y="1189"/>
                  </a:lnTo>
                  <a:lnTo>
                    <a:pt x="3024" y="2001"/>
                  </a:lnTo>
                  <a:lnTo>
                    <a:pt x="2882" y="3162"/>
                  </a:lnTo>
                  <a:lnTo>
                    <a:pt x="2331" y="3190"/>
                  </a:lnTo>
                  <a:lnTo>
                    <a:pt x="1996" y="2955"/>
                  </a:lnTo>
                  <a:lnTo>
                    <a:pt x="1886" y="2516"/>
                  </a:lnTo>
                  <a:lnTo>
                    <a:pt x="1864" y="1962"/>
                  </a:lnTo>
                  <a:lnTo>
                    <a:pt x="1622" y="1983"/>
                  </a:lnTo>
                  <a:lnTo>
                    <a:pt x="1427" y="2585"/>
                  </a:lnTo>
                  <a:lnTo>
                    <a:pt x="1256" y="2857"/>
                  </a:lnTo>
                  <a:lnTo>
                    <a:pt x="701" y="2914"/>
                  </a:lnTo>
                  <a:lnTo>
                    <a:pt x="93" y="2544"/>
                  </a:lnTo>
                  <a:lnTo>
                    <a:pt x="121" y="1742"/>
                  </a:lnTo>
                  <a:lnTo>
                    <a:pt x="0" y="815"/>
                  </a:lnTo>
                  <a:lnTo>
                    <a:pt x="53" y="490"/>
                  </a:lnTo>
                  <a:lnTo>
                    <a:pt x="1720" y="410"/>
                  </a:lnTo>
                  <a:lnTo>
                    <a:pt x="2208" y="1095"/>
                  </a:lnTo>
                  <a:lnTo>
                    <a:pt x="2797" y="698"/>
                  </a:lnTo>
                  <a:lnTo>
                    <a:pt x="3039" y="269"/>
                  </a:lnTo>
                  <a:lnTo>
                    <a:pt x="3753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4263326" y="1853442"/>
              <a:ext cx="2248" cy="1609"/>
            </a:xfrm>
            <a:custGeom>
              <a:avLst/>
              <a:pathLst>
                <a:path w="2248" h="1609">
                  <a:moveTo>
                    <a:pt x="2248" y="1245"/>
                  </a:moveTo>
                  <a:lnTo>
                    <a:pt x="1178" y="1609"/>
                  </a:lnTo>
                  <a:lnTo>
                    <a:pt x="0" y="461"/>
                  </a:lnTo>
                  <a:lnTo>
                    <a:pt x="1140" y="0"/>
                  </a:lnTo>
                  <a:lnTo>
                    <a:pt x="1667" y="333"/>
                  </a:lnTo>
                  <a:lnTo>
                    <a:pt x="2045" y="72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4254504" y="1849578"/>
              <a:ext cx="2561" cy="2977"/>
            </a:xfrm>
            <a:custGeom>
              <a:avLst/>
              <a:pathLst>
                <a:path w="2561" h="2977">
                  <a:moveTo>
                    <a:pt x="2447" y="2479"/>
                  </a:moveTo>
                  <a:lnTo>
                    <a:pt x="1233" y="2977"/>
                  </a:lnTo>
                  <a:lnTo>
                    <a:pt x="0" y="2034"/>
                  </a:lnTo>
                  <a:lnTo>
                    <a:pt x="11" y="1474"/>
                  </a:lnTo>
                  <a:lnTo>
                    <a:pt x="662" y="337"/>
                  </a:lnTo>
                  <a:lnTo>
                    <a:pt x="1019" y="0"/>
                  </a:lnTo>
                  <a:lnTo>
                    <a:pt x="1926" y="92"/>
                  </a:lnTo>
                  <a:lnTo>
                    <a:pt x="2441" y="873"/>
                  </a:lnTo>
                  <a:lnTo>
                    <a:pt x="2561" y="1242"/>
                  </a:lnTo>
                  <a:lnTo>
                    <a:pt x="2394" y="186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4211795" y="1836315"/>
              <a:ext cx="62664" cy="73880"/>
            </a:xfrm>
            <a:custGeom>
              <a:avLst/>
              <a:pathLst>
                <a:path w="62664" h="73880">
                  <a:moveTo>
                    <a:pt x="57121" y="14185"/>
                  </a:moveTo>
                  <a:lnTo>
                    <a:pt x="56854" y="13594"/>
                  </a:lnTo>
                  <a:lnTo>
                    <a:pt x="55387" y="12549"/>
                  </a:lnTo>
                  <a:lnTo>
                    <a:pt x="51991" y="11939"/>
                  </a:lnTo>
                  <a:lnTo>
                    <a:pt x="50369" y="11167"/>
                  </a:lnTo>
                  <a:lnTo>
                    <a:pt x="49658" y="11311"/>
                  </a:lnTo>
                  <a:lnTo>
                    <a:pt x="48280" y="10447"/>
                  </a:lnTo>
                  <a:lnTo>
                    <a:pt x="47336" y="10827"/>
                  </a:lnTo>
                  <a:lnTo>
                    <a:pt x="45333" y="12361"/>
                  </a:lnTo>
                  <a:lnTo>
                    <a:pt x="44252" y="12194"/>
                  </a:lnTo>
                  <a:lnTo>
                    <a:pt x="43096" y="11272"/>
                  </a:lnTo>
                  <a:lnTo>
                    <a:pt x="42344" y="11103"/>
                  </a:lnTo>
                  <a:lnTo>
                    <a:pt x="41462" y="11591"/>
                  </a:lnTo>
                  <a:lnTo>
                    <a:pt x="40048" y="13357"/>
                  </a:lnTo>
                  <a:lnTo>
                    <a:pt x="38610" y="14222"/>
                  </a:lnTo>
                  <a:lnTo>
                    <a:pt x="37321" y="13884"/>
                  </a:lnTo>
                  <a:lnTo>
                    <a:pt x="35587" y="13892"/>
                  </a:lnTo>
                  <a:lnTo>
                    <a:pt x="35402" y="14879"/>
                  </a:lnTo>
                  <a:lnTo>
                    <a:pt x="35737" y="15563"/>
                  </a:lnTo>
                  <a:lnTo>
                    <a:pt x="36685" y="16729"/>
                  </a:lnTo>
                  <a:lnTo>
                    <a:pt x="36241" y="17605"/>
                  </a:lnTo>
                  <a:lnTo>
                    <a:pt x="36570" y="18484"/>
                  </a:lnTo>
                  <a:lnTo>
                    <a:pt x="37188" y="18662"/>
                  </a:lnTo>
                  <a:lnTo>
                    <a:pt x="38120" y="18613"/>
                  </a:lnTo>
                  <a:lnTo>
                    <a:pt x="39844" y="19750"/>
                  </a:lnTo>
                  <a:lnTo>
                    <a:pt x="40598" y="20949"/>
                  </a:lnTo>
                  <a:lnTo>
                    <a:pt x="41079" y="22262"/>
                  </a:lnTo>
                  <a:lnTo>
                    <a:pt x="40030" y="21320"/>
                  </a:lnTo>
                  <a:lnTo>
                    <a:pt x="39333" y="20416"/>
                  </a:lnTo>
                  <a:lnTo>
                    <a:pt x="38361" y="20088"/>
                  </a:lnTo>
                  <a:lnTo>
                    <a:pt x="37009" y="19317"/>
                  </a:lnTo>
                  <a:lnTo>
                    <a:pt x="36160" y="19189"/>
                  </a:lnTo>
                  <a:lnTo>
                    <a:pt x="35257" y="19723"/>
                  </a:lnTo>
                  <a:lnTo>
                    <a:pt x="35186" y="20329"/>
                  </a:lnTo>
                  <a:lnTo>
                    <a:pt x="36160" y="21461"/>
                  </a:lnTo>
                  <a:lnTo>
                    <a:pt x="37051" y="22157"/>
                  </a:lnTo>
                  <a:lnTo>
                    <a:pt x="37523" y="22724"/>
                  </a:lnTo>
                  <a:lnTo>
                    <a:pt x="37838" y="23979"/>
                  </a:lnTo>
                  <a:lnTo>
                    <a:pt x="37659" y="24405"/>
                  </a:lnTo>
                  <a:lnTo>
                    <a:pt x="37330" y="24802"/>
                  </a:lnTo>
                  <a:lnTo>
                    <a:pt x="36273" y="24011"/>
                  </a:lnTo>
                  <a:lnTo>
                    <a:pt x="34657" y="21200"/>
                  </a:lnTo>
                  <a:lnTo>
                    <a:pt x="32403" y="20640"/>
                  </a:lnTo>
                  <a:lnTo>
                    <a:pt x="32026" y="21226"/>
                  </a:lnTo>
                  <a:lnTo>
                    <a:pt x="32468" y="22712"/>
                  </a:lnTo>
                  <a:lnTo>
                    <a:pt x="32789" y="23291"/>
                  </a:lnTo>
                  <a:lnTo>
                    <a:pt x="34748" y="24895"/>
                  </a:lnTo>
                  <a:lnTo>
                    <a:pt x="34591" y="25236"/>
                  </a:lnTo>
                  <a:lnTo>
                    <a:pt x="34305" y="25381"/>
                  </a:lnTo>
                  <a:lnTo>
                    <a:pt x="32113" y="24463"/>
                  </a:lnTo>
                  <a:lnTo>
                    <a:pt x="31475" y="23067"/>
                  </a:lnTo>
                  <a:lnTo>
                    <a:pt x="31322" y="21303"/>
                  </a:lnTo>
                  <a:lnTo>
                    <a:pt x="29298" y="20077"/>
                  </a:lnTo>
                  <a:lnTo>
                    <a:pt x="27391" y="18744"/>
                  </a:lnTo>
                  <a:lnTo>
                    <a:pt x="26964" y="17479"/>
                  </a:lnTo>
                  <a:lnTo>
                    <a:pt x="27356" y="17009"/>
                  </a:lnTo>
                  <a:lnTo>
                    <a:pt x="27634" y="16080"/>
                  </a:lnTo>
                  <a:lnTo>
                    <a:pt x="26586" y="16251"/>
                  </a:lnTo>
                  <a:lnTo>
                    <a:pt x="25928" y="16839"/>
                  </a:lnTo>
                  <a:lnTo>
                    <a:pt x="24865" y="17410"/>
                  </a:lnTo>
                  <a:lnTo>
                    <a:pt x="24821" y="18343"/>
                  </a:lnTo>
                  <a:lnTo>
                    <a:pt x="24989" y="19208"/>
                  </a:lnTo>
                  <a:lnTo>
                    <a:pt x="24637" y="20466"/>
                  </a:lnTo>
                  <a:lnTo>
                    <a:pt x="24295" y="22657"/>
                  </a:lnTo>
                  <a:lnTo>
                    <a:pt x="24512" y="23807"/>
                  </a:lnTo>
                  <a:lnTo>
                    <a:pt x="26816" y="27103"/>
                  </a:lnTo>
                  <a:lnTo>
                    <a:pt x="27604" y="29498"/>
                  </a:lnTo>
                  <a:lnTo>
                    <a:pt x="28169" y="30406"/>
                  </a:lnTo>
                  <a:lnTo>
                    <a:pt x="29348" y="31407"/>
                  </a:lnTo>
                  <a:lnTo>
                    <a:pt x="30578" y="33270"/>
                  </a:lnTo>
                  <a:lnTo>
                    <a:pt x="31099" y="34241"/>
                  </a:lnTo>
                  <a:lnTo>
                    <a:pt x="31471" y="35830"/>
                  </a:lnTo>
                  <a:lnTo>
                    <a:pt x="30436" y="36814"/>
                  </a:lnTo>
                  <a:lnTo>
                    <a:pt x="29833" y="36854"/>
                  </a:lnTo>
                  <a:lnTo>
                    <a:pt x="29500" y="36418"/>
                  </a:lnTo>
                  <a:lnTo>
                    <a:pt x="29966" y="35334"/>
                  </a:lnTo>
                  <a:lnTo>
                    <a:pt x="29900" y="34674"/>
                  </a:lnTo>
                  <a:lnTo>
                    <a:pt x="28302" y="33652"/>
                  </a:lnTo>
                  <a:lnTo>
                    <a:pt x="27626" y="33997"/>
                  </a:lnTo>
                  <a:lnTo>
                    <a:pt x="26846" y="34663"/>
                  </a:lnTo>
                  <a:lnTo>
                    <a:pt x="27292" y="35899"/>
                  </a:lnTo>
                  <a:lnTo>
                    <a:pt x="27792" y="36714"/>
                  </a:lnTo>
                  <a:lnTo>
                    <a:pt x="28044" y="37839"/>
                  </a:lnTo>
                  <a:lnTo>
                    <a:pt x="29001" y="37740"/>
                  </a:lnTo>
                  <a:lnTo>
                    <a:pt x="27712" y="38999"/>
                  </a:lnTo>
                  <a:lnTo>
                    <a:pt x="26503" y="39642"/>
                  </a:lnTo>
                  <a:lnTo>
                    <a:pt x="25313" y="39679"/>
                  </a:lnTo>
                  <a:lnTo>
                    <a:pt x="24555" y="39796"/>
                  </a:lnTo>
                  <a:lnTo>
                    <a:pt x="24294" y="40118"/>
                  </a:lnTo>
                  <a:lnTo>
                    <a:pt x="24910" y="40352"/>
                  </a:lnTo>
                  <a:lnTo>
                    <a:pt x="25413" y="40373"/>
                  </a:lnTo>
                  <a:lnTo>
                    <a:pt x="26232" y="41054"/>
                  </a:lnTo>
                  <a:lnTo>
                    <a:pt x="28562" y="41870"/>
                  </a:lnTo>
                  <a:lnTo>
                    <a:pt x="29673" y="42901"/>
                  </a:lnTo>
                  <a:lnTo>
                    <a:pt x="30763" y="42995"/>
                  </a:lnTo>
                  <a:lnTo>
                    <a:pt x="31860" y="44887"/>
                  </a:lnTo>
                  <a:lnTo>
                    <a:pt x="33759" y="45391"/>
                  </a:lnTo>
                  <a:lnTo>
                    <a:pt x="34841" y="47302"/>
                  </a:lnTo>
                  <a:lnTo>
                    <a:pt x="36279" y="47678"/>
                  </a:lnTo>
                  <a:lnTo>
                    <a:pt x="37518" y="48382"/>
                  </a:lnTo>
                  <a:lnTo>
                    <a:pt x="37882" y="49054"/>
                  </a:lnTo>
                  <a:lnTo>
                    <a:pt x="38063" y="50268"/>
                  </a:lnTo>
                  <a:lnTo>
                    <a:pt x="38143" y="52841"/>
                  </a:lnTo>
                  <a:lnTo>
                    <a:pt x="38411" y="54757"/>
                  </a:lnTo>
                  <a:lnTo>
                    <a:pt x="38420" y="55363"/>
                  </a:lnTo>
                  <a:lnTo>
                    <a:pt x="38355" y="56268"/>
                  </a:lnTo>
                  <a:lnTo>
                    <a:pt x="38017" y="56712"/>
                  </a:lnTo>
                  <a:lnTo>
                    <a:pt x="37562" y="56726"/>
                  </a:lnTo>
                  <a:lnTo>
                    <a:pt x="36670" y="55317"/>
                  </a:lnTo>
                  <a:lnTo>
                    <a:pt x="35303" y="53834"/>
                  </a:lnTo>
                  <a:lnTo>
                    <a:pt x="33862" y="52070"/>
                  </a:lnTo>
                  <a:lnTo>
                    <a:pt x="33452" y="51761"/>
                  </a:lnTo>
                  <a:lnTo>
                    <a:pt x="33117" y="51731"/>
                  </a:lnTo>
                  <a:lnTo>
                    <a:pt x="32345" y="52328"/>
                  </a:lnTo>
                  <a:lnTo>
                    <a:pt x="30202" y="52789"/>
                  </a:lnTo>
                  <a:lnTo>
                    <a:pt x="29197" y="53433"/>
                  </a:lnTo>
                  <a:lnTo>
                    <a:pt x="28819" y="53576"/>
                  </a:lnTo>
                  <a:lnTo>
                    <a:pt x="28714" y="53914"/>
                  </a:lnTo>
                  <a:lnTo>
                    <a:pt x="29185" y="54266"/>
                  </a:lnTo>
                  <a:lnTo>
                    <a:pt x="29762" y="55073"/>
                  </a:lnTo>
                  <a:lnTo>
                    <a:pt x="29762" y="56175"/>
                  </a:lnTo>
                  <a:lnTo>
                    <a:pt x="30239" y="57515"/>
                  </a:lnTo>
                  <a:lnTo>
                    <a:pt x="30855" y="57861"/>
                  </a:lnTo>
                  <a:lnTo>
                    <a:pt x="31658" y="57831"/>
                  </a:lnTo>
                  <a:lnTo>
                    <a:pt x="32118" y="58079"/>
                  </a:lnTo>
                  <a:lnTo>
                    <a:pt x="32237" y="58612"/>
                  </a:lnTo>
                  <a:lnTo>
                    <a:pt x="32704" y="59234"/>
                  </a:lnTo>
                  <a:lnTo>
                    <a:pt x="33012" y="59695"/>
                  </a:lnTo>
                  <a:lnTo>
                    <a:pt x="32999" y="60026"/>
                  </a:lnTo>
                  <a:lnTo>
                    <a:pt x="30759" y="60903"/>
                  </a:lnTo>
                  <a:lnTo>
                    <a:pt x="30291" y="61304"/>
                  </a:lnTo>
                  <a:lnTo>
                    <a:pt x="29898" y="61509"/>
                  </a:lnTo>
                  <a:lnTo>
                    <a:pt x="29316" y="61092"/>
                  </a:lnTo>
                  <a:lnTo>
                    <a:pt x="29283" y="60020"/>
                  </a:lnTo>
                  <a:lnTo>
                    <a:pt x="28513" y="59446"/>
                  </a:lnTo>
                  <a:lnTo>
                    <a:pt x="27807" y="58953"/>
                  </a:lnTo>
                  <a:lnTo>
                    <a:pt x="26961" y="58742"/>
                  </a:lnTo>
                  <a:lnTo>
                    <a:pt x="26241" y="58004"/>
                  </a:lnTo>
                  <a:lnTo>
                    <a:pt x="25772" y="58604"/>
                  </a:lnTo>
                  <a:lnTo>
                    <a:pt x="26147" y="60680"/>
                  </a:lnTo>
                  <a:lnTo>
                    <a:pt x="26961" y="62109"/>
                  </a:lnTo>
                  <a:lnTo>
                    <a:pt x="28323" y="65944"/>
                  </a:lnTo>
                  <a:lnTo>
                    <a:pt x="28941" y="68209"/>
                  </a:lnTo>
                  <a:lnTo>
                    <a:pt x="29066" y="69304"/>
                  </a:lnTo>
                  <a:lnTo>
                    <a:pt x="28758" y="71123"/>
                  </a:lnTo>
                  <a:lnTo>
                    <a:pt x="29427" y="72475"/>
                  </a:lnTo>
                  <a:lnTo>
                    <a:pt x="29885" y="73863"/>
                  </a:lnTo>
                  <a:lnTo>
                    <a:pt x="29381" y="73811"/>
                  </a:lnTo>
                  <a:lnTo>
                    <a:pt x="28943" y="73321"/>
                  </a:lnTo>
                  <a:lnTo>
                    <a:pt x="28208" y="72744"/>
                  </a:lnTo>
                  <a:lnTo>
                    <a:pt x="26784" y="70530"/>
                  </a:lnTo>
                  <a:lnTo>
                    <a:pt x="26287" y="69148"/>
                  </a:lnTo>
                  <a:lnTo>
                    <a:pt x="25694" y="69039"/>
                  </a:lnTo>
                  <a:lnTo>
                    <a:pt x="24665" y="69238"/>
                  </a:lnTo>
                  <a:lnTo>
                    <a:pt x="23536" y="72189"/>
                  </a:lnTo>
                  <a:lnTo>
                    <a:pt x="23540" y="73880"/>
                  </a:lnTo>
                  <a:lnTo>
                    <a:pt x="22956" y="73477"/>
                  </a:lnTo>
                  <a:lnTo>
                    <a:pt x="22455" y="72950"/>
                  </a:lnTo>
                  <a:lnTo>
                    <a:pt x="22516" y="71100"/>
                  </a:lnTo>
                  <a:lnTo>
                    <a:pt x="22466" y="70323"/>
                  </a:lnTo>
                  <a:lnTo>
                    <a:pt x="21096" y="67803"/>
                  </a:lnTo>
                  <a:lnTo>
                    <a:pt x="20468" y="67521"/>
                  </a:lnTo>
                  <a:lnTo>
                    <a:pt x="20175" y="66669"/>
                  </a:lnTo>
                  <a:lnTo>
                    <a:pt x="19670" y="65762"/>
                  </a:lnTo>
                  <a:lnTo>
                    <a:pt x="19020" y="65935"/>
                  </a:lnTo>
                  <a:lnTo>
                    <a:pt x="18489" y="66304"/>
                  </a:lnTo>
                  <a:lnTo>
                    <a:pt x="18342" y="67675"/>
                  </a:lnTo>
                  <a:lnTo>
                    <a:pt x="18287" y="68904"/>
                  </a:lnTo>
                  <a:lnTo>
                    <a:pt x="17891" y="69829"/>
                  </a:lnTo>
                  <a:lnTo>
                    <a:pt x="16431" y="68073"/>
                  </a:lnTo>
                  <a:lnTo>
                    <a:pt x="14963" y="65036"/>
                  </a:lnTo>
                  <a:lnTo>
                    <a:pt x="14924" y="63370"/>
                  </a:lnTo>
                  <a:lnTo>
                    <a:pt x="16000" y="61852"/>
                  </a:lnTo>
                  <a:lnTo>
                    <a:pt x="15871" y="60765"/>
                  </a:lnTo>
                  <a:lnTo>
                    <a:pt x="14853" y="58619"/>
                  </a:lnTo>
                  <a:lnTo>
                    <a:pt x="13386" y="57240"/>
                  </a:lnTo>
                  <a:lnTo>
                    <a:pt x="12564" y="56830"/>
                  </a:lnTo>
                  <a:lnTo>
                    <a:pt x="12178" y="55363"/>
                  </a:lnTo>
                  <a:lnTo>
                    <a:pt x="11390" y="54605"/>
                  </a:lnTo>
                  <a:lnTo>
                    <a:pt x="10754" y="54252"/>
                  </a:lnTo>
                  <a:lnTo>
                    <a:pt x="10628" y="53729"/>
                  </a:lnTo>
                  <a:lnTo>
                    <a:pt x="10820" y="53343"/>
                  </a:lnTo>
                  <a:lnTo>
                    <a:pt x="12363" y="51835"/>
                  </a:lnTo>
                  <a:lnTo>
                    <a:pt x="13268" y="49474"/>
                  </a:lnTo>
                  <a:lnTo>
                    <a:pt x="13717" y="49362"/>
                  </a:lnTo>
                  <a:lnTo>
                    <a:pt x="14640" y="49922"/>
                  </a:lnTo>
                  <a:lnTo>
                    <a:pt x="15677" y="49775"/>
                  </a:lnTo>
                  <a:lnTo>
                    <a:pt x="16529" y="48393"/>
                  </a:lnTo>
                  <a:lnTo>
                    <a:pt x="17251" y="47641"/>
                  </a:lnTo>
                  <a:lnTo>
                    <a:pt x="18467" y="47738"/>
                  </a:lnTo>
                  <a:lnTo>
                    <a:pt x="21215" y="49585"/>
                  </a:lnTo>
                  <a:lnTo>
                    <a:pt x="24168" y="50638"/>
                  </a:lnTo>
                  <a:lnTo>
                    <a:pt x="25641" y="51563"/>
                  </a:lnTo>
                  <a:lnTo>
                    <a:pt x="26474" y="52480"/>
                  </a:lnTo>
                  <a:lnTo>
                    <a:pt x="26917" y="52670"/>
                  </a:lnTo>
                  <a:lnTo>
                    <a:pt x="27616" y="52799"/>
                  </a:lnTo>
                  <a:lnTo>
                    <a:pt x="27585" y="52113"/>
                  </a:lnTo>
                  <a:lnTo>
                    <a:pt x="27359" y="51507"/>
                  </a:lnTo>
                  <a:lnTo>
                    <a:pt x="27942" y="51177"/>
                  </a:lnTo>
                  <a:lnTo>
                    <a:pt x="29525" y="51195"/>
                  </a:lnTo>
                  <a:lnTo>
                    <a:pt x="29813" y="50873"/>
                  </a:lnTo>
                  <a:lnTo>
                    <a:pt x="30106" y="50353"/>
                  </a:lnTo>
                  <a:lnTo>
                    <a:pt x="29779" y="49762"/>
                  </a:lnTo>
                  <a:lnTo>
                    <a:pt x="29255" y="49478"/>
                  </a:lnTo>
                  <a:lnTo>
                    <a:pt x="28695" y="49399"/>
                  </a:lnTo>
                  <a:lnTo>
                    <a:pt x="28326" y="49211"/>
                  </a:lnTo>
                  <a:lnTo>
                    <a:pt x="27731" y="49401"/>
                  </a:lnTo>
                  <a:lnTo>
                    <a:pt x="26803" y="48944"/>
                  </a:lnTo>
                  <a:lnTo>
                    <a:pt x="26323" y="48567"/>
                  </a:lnTo>
                  <a:lnTo>
                    <a:pt x="26042" y="48180"/>
                  </a:lnTo>
                  <a:lnTo>
                    <a:pt x="24429" y="47407"/>
                  </a:lnTo>
                  <a:lnTo>
                    <a:pt x="22899" y="46101"/>
                  </a:lnTo>
                  <a:lnTo>
                    <a:pt x="22554" y="46840"/>
                  </a:lnTo>
                  <a:lnTo>
                    <a:pt x="21936" y="47240"/>
                  </a:lnTo>
                  <a:lnTo>
                    <a:pt x="21055" y="47296"/>
                  </a:lnTo>
                  <a:lnTo>
                    <a:pt x="18581" y="46465"/>
                  </a:lnTo>
                  <a:lnTo>
                    <a:pt x="17061" y="47099"/>
                  </a:lnTo>
                  <a:lnTo>
                    <a:pt x="16233" y="47266"/>
                  </a:lnTo>
                  <a:lnTo>
                    <a:pt x="15599" y="47280"/>
                  </a:lnTo>
                  <a:lnTo>
                    <a:pt x="14819" y="47565"/>
                  </a:lnTo>
                  <a:lnTo>
                    <a:pt x="13919" y="47735"/>
                  </a:lnTo>
                  <a:lnTo>
                    <a:pt x="13139" y="46529"/>
                  </a:lnTo>
                  <a:lnTo>
                    <a:pt x="12811" y="45595"/>
                  </a:lnTo>
                  <a:lnTo>
                    <a:pt x="12580" y="45421"/>
                  </a:lnTo>
                  <a:lnTo>
                    <a:pt x="12568" y="46299"/>
                  </a:lnTo>
                  <a:lnTo>
                    <a:pt x="12318" y="47002"/>
                  </a:lnTo>
                  <a:lnTo>
                    <a:pt x="11176" y="47398"/>
                  </a:lnTo>
                  <a:lnTo>
                    <a:pt x="10519" y="46852"/>
                  </a:lnTo>
                  <a:lnTo>
                    <a:pt x="10014" y="45198"/>
                  </a:lnTo>
                  <a:lnTo>
                    <a:pt x="9374" y="43096"/>
                  </a:lnTo>
                  <a:lnTo>
                    <a:pt x="8249" y="41398"/>
                  </a:lnTo>
                  <a:lnTo>
                    <a:pt x="7337" y="40954"/>
                  </a:lnTo>
                  <a:lnTo>
                    <a:pt x="7259" y="40021"/>
                  </a:lnTo>
                  <a:lnTo>
                    <a:pt x="7342" y="39276"/>
                  </a:lnTo>
                  <a:lnTo>
                    <a:pt x="8438" y="39091"/>
                  </a:lnTo>
                  <a:lnTo>
                    <a:pt x="10150" y="39872"/>
                  </a:lnTo>
                  <a:lnTo>
                    <a:pt x="10504" y="39716"/>
                  </a:lnTo>
                  <a:lnTo>
                    <a:pt x="10890" y="39357"/>
                  </a:lnTo>
                  <a:lnTo>
                    <a:pt x="10816" y="38560"/>
                  </a:lnTo>
                  <a:lnTo>
                    <a:pt x="10568" y="37851"/>
                  </a:lnTo>
                  <a:lnTo>
                    <a:pt x="10097" y="37820"/>
                  </a:lnTo>
                  <a:lnTo>
                    <a:pt x="9771" y="37903"/>
                  </a:lnTo>
                  <a:lnTo>
                    <a:pt x="8717" y="37757"/>
                  </a:lnTo>
                  <a:lnTo>
                    <a:pt x="7364" y="38150"/>
                  </a:lnTo>
                  <a:lnTo>
                    <a:pt x="6737" y="37779"/>
                  </a:lnTo>
                  <a:lnTo>
                    <a:pt x="6528" y="37328"/>
                  </a:lnTo>
                  <a:lnTo>
                    <a:pt x="5396" y="36209"/>
                  </a:lnTo>
                  <a:lnTo>
                    <a:pt x="4418" y="34709"/>
                  </a:lnTo>
                  <a:lnTo>
                    <a:pt x="2833" y="33707"/>
                  </a:lnTo>
                  <a:lnTo>
                    <a:pt x="1798" y="30657"/>
                  </a:lnTo>
                  <a:lnTo>
                    <a:pt x="928" y="29325"/>
                  </a:lnTo>
                  <a:lnTo>
                    <a:pt x="0" y="28375"/>
                  </a:lnTo>
                  <a:lnTo>
                    <a:pt x="201" y="28357"/>
                  </a:lnTo>
                  <a:lnTo>
                    <a:pt x="553" y="28518"/>
                  </a:lnTo>
                  <a:lnTo>
                    <a:pt x="1227" y="29041"/>
                  </a:lnTo>
                  <a:lnTo>
                    <a:pt x="1944" y="29154"/>
                  </a:lnTo>
                  <a:lnTo>
                    <a:pt x="2336" y="28808"/>
                  </a:lnTo>
                  <a:lnTo>
                    <a:pt x="2561" y="28490"/>
                  </a:lnTo>
                  <a:lnTo>
                    <a:pt x="2708" y="27968"/>
                  </a:lnTo>
                  <a:lnTo>
                    <a:pt x="2768" y="27359"/>
                  </a:lnTo>
                  <a:lnTo>
                    <a:pt x="2884" y="27158"/>
                  </a:lnTo>
                  <a:lnTo>
                    <a:pt x="3432" y="27226"/>
                  </a:lnTo>
                  <a:lnTo>
                    <a:pt x="3605" y="27075"/>
                  </a:lnTo>
                  <a:lnTo>
                    <a:pt x="3598" y="26528"/>
                  </a:lnTo>
                  <a:lnTo>
                    <a:pt x="3244" y="25847"/>
                  </a:lnTo>
                  <a:lnTo>
                    <a:pt x="2933" y="25008"/>
                  </a:lnTo>
                  <a:lnTo>
                    <a:pt x="2931" y="24609"/>
                  </a:lnTo>
                  <a:lnTo>
                    <a:pt x="3190" y="24446"/>
                  </a:lnTo>
                  <a:lnTo>
                    <a:pt x="3618" y="24082"/>
                  </a:lnTo>
                  <a:lnTo>
                    <a:pt x="3848" y="23632"/>
                  </a:lnTo>
                  <a:lnTo>
                    <a:pt x="4302" y="23407"/>
                  </a:lnTo>
                  <a:lnTo>
                    <a:pt x="4974" y="23366"/>
                  </a:lnTo>
                  <a:lnTo>
                    <a:pt x="5723" y="23169"/>
                  </a:lnTo>
                  <a:lnTo>
                    <a:pt x="6207" y="22685"/>
                  </a:lnTo>
                  <a:lnTo>
                    <a:pt x="6278" y="22205"/>
                  </a:lnTo>
                  <a:lnTo>
                    <a:pt x="6581" y="20885"/>
                  </a:lnTo>
                  <a:lnTo>
                    <a:pt x="6779" y="20240"/>
                  </a:lnTo>
                  <a:lnTo>
                    <a:pt x="7099" y="19650"/>
                  </a:lnTo>
                  <a:lnTo>
                    <a:pt x="7272" y="18856"/>
                  </a:lnTo>
                  <a:lnTo>
                    <a:pt x="7613" y="18109"/>
                  </a:lnTo>
                  <a:lnTo>
                    <a:pt x="8329" y="17795"/>
                  </a:lnTo>
                  <a:lnTo>
                    <a:pt x="8977" y="17426"/>
                  </a:lnTo>
                  <a:lnTo>
                    <a:pt x="9467" y="16464"/>
                  </a:lnTo>
                  <a:lnTo>
                    <a:pt x="9740" y="15640"/>
                  </a:lnTo>
                  <a:lnTo>
                    <a:pt x="9742" y="15135"/>
                  </a:lnTo>
                  <a:lnTo>
                    <a:pt x="9334" y="14310"/>
                  </a:lnTo>
                  <a:lnTo>
                    <a:pt x="9030" y="13508"/>
                  </a:lnTo>
                  <a:lnTo>
                    <a:pt x="9110" y="12467"/>
                  </a:lnTo>
                  <a:lnTo>
                    <a:pt x="10394" y="12380"/>
                  </a:lnTo>
                  <a:lnTo>
                    <a:pt x="10844" y="12283"/>
                  </a:lnTo>
                  <a:lnTo>
                    <a:pt x="12511" y="12227"/>
                  </a:lnTo>
                  <a:lnTo>
                    <a:pt x="13271" y="11669"/>
                  </a:lnTo>
                  <a:lnTo>
                    <a:pt x="13797" y="11718"/>
                  </a:lnTo>
                  <a:lnTo>
                    <a:pt x="14896" y="12202"/>
                  </a:lnTo>
                  <a:lnTo>
                    <a:pt x="15385" y="11820"/>
                  </a:lnTo>
                  <a:lnTo>
                    <a:pt x="16823" y="11065"/>
                  </a:lnTo>
                  <a:lnTo>
                    <a:pt x="18242" y="8876"/>
                  </a:lnTo>
                  <a:lnTo>
                    <a:pt x="18846" y="8547"/>
                  </a:lnTo>
                  <a:lnTo>
                    <a:pt x="20223" y="8414"/>
                  </a:lnTo>
                  <a:lnTo>
                    <a:pt x="20654" y="8161"/>
                  </a:lnTo>
                  <a:lnTo>
                    <a:pt x="21158" y="8210"/>
                  </a:lnTo>
                  <a:lnTo>
                    <a:pt x="22701" y="8653"/>
                  </a:lnTo>
                  <a:lnTo>
                    <a:pt x="23579" y="8721"/>
                  </a:lnTo>
                  <a:lnTo>
                    <a:pt x="24620" y="8419"/>
                  </a:lnTo>
                  <a:lnTo>
                    <a:pt x="25766" y="7884"/>
                  </a:lnTo>
                  <a:lnTo>
                    <a:pt x="26053" y="6012"/>
                  </a:lnTo>
                  <a:lnTo>
                    <a:pt x="26325" y="5743"/>
                  </a:lnTo>
                  <a:lnTo>
                    <a:pt x="27039" y="5669"/>
                  </a:lnTo>
                  <a:lnTo>
                    <a:pt x="27575" y="5684"/>
                  </a:lnTo>
                  <a:lnTo>
                    <a:pt x="28612" y="5832"/>
                  </a:lnTo>
                  <a:lnTo>
                    <a:pt x="29845" y="5882"/>
                  </a:lnTo>
                  <a:lnTo>
                    <a:pt x="30639" y="5005"/>
                  </a:lnTo>
                  <a:lnTo>
                    <a:pt x="31890" y="4939"/>
                  </a:lnTo>
                  <a:lnTo>
                    <a:pt x="32470" y="4812"/>
                  </a:lnTo>
                  <a:lnTo>
                    <a:pt x="33439" y="4990"/>
                  </a:lnTo>
                  <a:lnTo>
                    <a:pt x="34379" y="4979"/>
                  </a:lnTo>
                  <a:lnTo>
                    <a:pt x="35582" y="4614"/>
                  </a:lnTo>
                  <a:lnTo>
                    <a:pt x="36704" y="4014"/>
                  </a:lnTo>
                  <a:lnTo>
                    <a:pt x="37580" y="4065"/>
                  </a:lnTo>
                  <a:lnTo>
                    <a:pt x="37938" y="3957"/>
                  </a:lnTo>
                  <a:lnTo>
                    <a:pt x="38142" y="3831"/>
                  </a:lnTo>
                  <a:lnTo>
                    <a:pt x="38361" y="3020"/>
                  </a:lnTo>
                  <a:lnTo>
                    <a:pt x="40010" y="2970"/>
                  </a:lnTo>
                  <a:lnTo>
                    <a:pt x="40569" y="3051"/>
                  </a:lnTo>
                  <a:lnTo>
                    <a:pt x="41489" y="3072"/>
                  </a:lnTo>
                  <a:lnTo>
                    <a:pt x="42447" y="2630"/>
                  </a:lnTo>
                  <a:lnTo>
                    <a:pt x="42734" y="2667"/>
                  </a:lnTo>
                  <a:lnTo>
                    <a:pt x="43217" y="3855"/>
                  </a:lnTo>
                  <a:lnTo>
                    <a:pt x="43469" y="4199"/>
                  </a:lnTo>
                  <a:lnTo>
                    <a:pt x="43990" y="4516"/>
                  </a:lnTo>
                  <a:lnTo>
                    <a:pt x="45151" y="5407"/>
                  </a:lnTo>
                  <a:lnTo>
                    <a:pt x="45360" y="5173"/>
                  </a:lnTo>
                  <a:lnTo>
                    <a:pt x="45843" y="4875"/>
                  </a:lnTo>
                  <a:lnTo>
                    <a:pt x="47231" y="5283"/>
                  </a:lnTo>
                  <a:lnTo>
                    <a:pt x="48554" y="5970"/>
                  </a:lnTo>
                  <a:lnTo>
                    <a:pt x="49668" y="6977"/>
                  </a:lnTo>
                  <a:lnTo>
                    <a:pt x="50905" y="6687"/>
                  </a:lnTo>
                  <a:lnTo>
                    <a:pt x="52278" y="6192"/>
                  </a:lnTo>
                  <a:lnTo>
                    <a:pt x="53171" y="6049"/>
                  </a:lnTo>
                  <a:lnTo>
                    <a:pt x="54140" y="5980"/>
                  </a:lnTo>
                  <a:lnTo>
                    <a:pt x="54718" y="5765"/>
                  </a:lnTo>
                  <a:lnTo>
                    <a:pt x="56027" y="6023"/>
                  </a:lnTo>
                  <a:lnTo>
                    <a:pt x="57381" y="5483"/>
                  </a:lnTo>
                  <a:lnTo>
                    <a:pt x="58033" y="4994"/>
                  </a:lnTo>
                  <a:lnTo>
                    <a:pt x="58220" y="4308"/>
                  </a:lnTo>
                  <a:lnTo>
                    <a:pt x="58110" y="3100"/>
                  </a:lnTo>
                  <a:lnTo>
                    <a:pt x="57805" y="1891"/>
                  </a:lnTo>
                  <a:lnTo>
                    <a:pt x="57480" y="1445"/>
                  </a:lnTo>
                  <a:lnTo>
                    <a:pt x="57377" y="984"/>
                  </a:lnTo>
                  <a:lnTo>
                    <a:pt x="57562" y="552"/>
                  </a:lnTo>
                  <a:lnTo>
                    <a:pt x="57769" y="252"/>
                  </a:lnTo>
                  <a:lnTo>
                    <a:pt x="58650" y="0"/>
                  </a:lnTo>
                  <a:lnTo>
                    <a:pt x="59788" y="380"/>
                  </a:lnTo>
                  <a:lnTo>
                    <a:pt x="60636" y="661"/>
                  </a:lnTo>
                  <a:lnTo>
                    <a:pt x="61128" y="1121"/>
                  </a:lnTo>
                  <a:lnTo>
                    <a:pt x="61436" y="1541"/>
                  </a:lnTo>
                  <a:lnTo>
                    <a:pt x="61904" y="1904"/>
                  </a:lnTo>
                  <a:lnTo>
                    <a:pt x="62252" y="1987"/>
                  </a:lnTo>
                  <a:lnTo>
                    <a:pt x="62521" y="3230"/>
                  </a:lnTo>
                  <a:lnTo>
                    <a:pt x="62664" y="4770"/>
                  </a:lnTo>
                  <a:lnTo>
                    <a:pt x="62451" y="5434"/>
                  </a:lnTo>
                  <a:lnTo>
                    <a:pt x="61827" y="5588"/>
                  </a:lnTo>
                  <a:lnTo>
                    <a:pt x="59881" y="7044"/>
                  </a:lnTo>
                  <a:lnTo>
                    <a:pt x="59834" y="8376"/>
                  </a:lnTo>
                  <a:lnTo>
                    <a:pt x="59859" y="9021"/>
                  </a:lnTo>
                  <a:lnTo>
                    <a:pt x="59899" y="9477"/>
                  </a:lnTo>
                  <a:lnTo>
                    <a:pt x="60102" y="9861"/>
                  </a:lnTo>
                  <a:lnTo>
                    <a:pt x="60102" y="10415"/>
                  </a:lnTo>
                  <a:lnTo>
                    <a:pt x="59884" y="11009"/>
                  </a:lnTo>
                  <a:lnTo>
                    <a:pt x="59034" y="12003"/>
                  </a:lnTo>
                  <a:lnTo>
                    <a:pt x="58445" y="12794"/>
                  </a:lnTo>
                  <a:lnTo>
                    <a:pt x="57785" y="13866"/>
                  </a:lnTo>
                  <a:lnTo>
                    <a:pt x="57412" y="1399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438058" y="2247872"/>
              <a:ext cx="1657" cy="3187"/>
            </a:xfrm>
            <a:custGeom>
              <a:avLst/>
              <a:pathLst>
                <a:path w="1657" h="3187">
                  <a:moveTo>
                    <a:pt x="630" y="3129"/>
                  </a:moveTo>
                  <a:lnTo>
                    <a:pt x="0" y="3187"/>
                  </a:lnTo>
                  <a:lnTo>
                    <a:pt x="249" y="2671"/>
                  </a:lnTo>
                  <a:lnTo>
                    <a:pt x="305" y="1793"/>
                  </a:lnTo>
                  <a:lnTo>
                    <a:pt x="635" y="723"/>
                  </a:lnTo>
                  <a:lnTo>
                    <a:pt x="1151" y="0"/>
                  </a:lnTo>
                  <a:lnTo>
                    <a:pt x="1657" y="191"/>
                  </a:lnTo>
                  <a:lnTo>
                    <a:pt x="1466" y="255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579896" y="1568520"/>
              <a:ext cx="5532" cy="3950"/>
            </a:xfrm>
            <a:custGeom>
              <a:avLst/>
              <a:pathLst>
                <a:path w="5532" h="3950">
                  <a:moveTo>
                    <a:pt x="4950" y="2261"/>
                  </a:moveTo>
                  <a:lnTo>
                    <a:pt x="3864" y="3950"/>
                  </a:lnTo>
                  <a:lnTo>
                    <a:pt x="2778" y="3582"/>
                  </a:lnTo>
                  <a:lnTo>
                    <a:pt x="2240" y="2827"/>
                  </a:lnTo>
                  <a:lnTo>
                    <a:pt x="1171" y="2476"/>
                  </a:lnTo>
                  <a:lnTo>
                    <a:pt x="18" y="2581"/>
                  </a:lnTo>
                  <a:lnTo>
                    <a:pt x="0" y="2282"/>
                  </a:lnTo>
                  <a:lnTo>
                    <a:pt x="3747" y="484"/>
                  </a:lnTo>
                  <a:lnTo>
                    <a:pt x="5532" y="0"/>
                  </a:lnTo>
                  <a:lnTo>
                    <a:pt x="5405" y="757"/>
                  </a:lnTo>
                  <a:lnTo>
                    <a:pt x="5066" y="142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670262" y="1501866"/>
              <a:ext cx="2699" cy="2662"/>
            </a:xfrm>
            <a:custGeom>
              <a:avLst/>
              <a:pathLst>
                <a:path w="2699" h="2662">
                  <a:moveTo>
                    <a:pt x="1960" y="2654"/>
                  </a:moveTo>
                  <a:lnTo>
                    <a:pt x="488" y="2662"/>
                  </a:lnTo>
                  <a:lnTo>
                    <a:pt x="0" y="1567"/>
                  </a:lnTo>
                  <a:lnTo>
                    <a:pt x="146" y="373"/>
                  </a:lnTo>
                  <a:lnTo>
                    <a:pt x="1806" y="0"/>
                  </a:lnTo>
                  <a:lnTo>
                    <a:pt x="2699" y="822"/>
                  </a:lnTo>
                  <a:lnTo>
                    <a:pt x="2379" y="204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536752" y="1443259"/>
              <a:ext cx="6350" cy="5677"/>
            </a:xfrm>
            <a:custGeom>
              <a:avLst/>
              <a:pathLst>
                <a:path w="6350" h="5677">
                  <a:moveTo>
                    <a:pt x="3184" y="5184"/>
                  </a:moveTo>
                  <a:lnTo>
                    <a:pt x="1701" y="5677"/>
                  </a:lnTo>
                  <a:lnTo>
                    <a:pt x="1402" y="5567"/>
                  </a:lnTo>
                  <a:lnTo>
                    <a:pt x="1100" y="5192"/>
                  </a:lnTo>
                  <a:lnTo>
                    <a:pt x="334" y="3488"/>
                  </a:lnTo>
                  <a:lnTo>
                    <a:pt x="108" y="2679"/>
                  </a:lnTo>
                  <a:lnTo>
                    <a:pt x="296" y="1675"/>
                  </a:lnTo>
                  <a:lnTo>
                    <a:pt x="0" y="967"/>
                  </a:lnTo>
                  <a:lnTo>
                    <a:pt x="1337" y="143"/>
                  </a:lnTo>
                  <a:lnTo>
                    <a:pt x="2419" y="0"/>
                  </a:lnTo>
                  <a:lnTo>
                    <a:pt x="3879" y="215"/>
                  </a:lnTo>
                  <a:lnTo>
                    <a:pt x="6350" y="1054"/>
                  </a:lnTo>
                  <a:lnTo>
                    <a:pt x="6172" y="1326"/>
                  </a:lnTo>
                  <a:lnTo>
                    <a:pt x="5637" y="1764"/>
                  </a:lnTo>
                  <a:lnTo>
                    <a:pt x="4149" y="2335"/>
                  </a:lnTo>
                  <a:lnTo>
                    <a:pt x="3624" y="3625"/>
                  </a:lnTo>
                  <a:lnTo>
                    <a:pt x="3523" y="4272"/>
                  </a:lnTo>
                  <a:lnTo>
                    <a:pt x="3593" y="475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502988" y="1437776"/>
              <a:ext cx="28561" cy="14793"/>
            </a:xfrm>
            <a:custGeom>
              <a:avLst/>
              <a:pathLst>
                <a:path w="28561" h="14793">
                  <a:moveTo>
                    <a:pt x="20700" y="5196"/>
                  </a:moveTo>
                  <a:lnTo>
                    <a:pt x="23849" y="6330"/>
                  </a:lnTo>
                  <a:lnTo>
                    <a:pt x="27188" y="7114"/>
                  </a:lnTo>
                  <a:lnTo>
                    <a:pt x="27515" y="7472"/>
                  </a:lnTo>
                  <a:lnTo>
                    <a:pt x="27774" y="8014"/>
                  </a:lnTo>
                  <a:lnTo>
                    <a:pt x="27834" y="8297"/>
                  </a:lnTo>
                  <a:lnTo>
                    <a:pt x="27758" y="8559"/>
                  </a:lnTo>
                  <a:lnTo>
                    <a:pt x="27546" y="8801"/>
                  </a:lnTo>
                  <a:lnTo>
                    <a:pt x="27790" y="9112"/>
                  </a:lnTo>
                  <a:lnTo>
                    <a:pt x="28490" y="9493"/>
                  </a:lnTo>
                  <a:lnTo>
                    <a:pt x="28561" y="9937"/>
                  </a:lnTo>
                  <a:lnTo>
                    <a:pt x="27726" y="10701"/>
                  </a:lnTo>
                  <a:lnTo>
                    <a:pt x="26552" y="11551"/>
                  </a:lnTo>
                  <a:lnTo>
                    <a:pt x="20328" y="13297"/>
                  </a:lnTo>
                  <a:lnTo>
                    <a:pt x="18127" y="13594"/>
                  </a:lnTo>
                  <a:lnTo>
                    <a:pt x="12684" y="14793"/>
                  </a:lnTo>
                  <a:lnTo>
                    <a:pt x="11019" y="14744"/>
                  </a:lnTo>
                  <a:lnTo>
                    <a:pt x="10652" y="14688"/>
                  </a:lnTo>
                  <a:lnTo>
                    <a:pt x="9622" y="14161"/>
                  </a:lnTo>
                  <a:lnTo>
                    <a:pt x="8211" y="13670"/>
                  </a:lnTo>
                  <a:lnTo>
                    <a:pt x="7550" y="13290"/>
                  </a:lnTo>
                  <a:lnTo>
                    <a:pt x="6967" y="12745"/>
                  </a:lnTo>
                  <a:lnTo>
                    <a:pt x="7199" y="12406"/>
                  </a:lnTo>
                  <a:lnTo>
                    <a:pt x="8247" y="12273"/>
                  </a:lnTo>
                  <a:lnTo>
                    <a:pt x="9740" y="12282"/>
                  </a:lnTo>
                  <a:lnTo>
                    <a:pt x="11928" y="11885"/>
                  </a:lnTo>
                  <a:lnTo>
                    <a:pt x="11323" y="11528"/>
                  </a:lnTo>
                  <a:lnTo>
                    <a:pt x="10748" y="11311"/>
                  </a:lnTo>
                  <a:lnTo>
                    <a:pt x="10351" y="10836"/>
                  </a:lnTo>
                  <a:lnTo>
                    <a:pt x="9438" y="10929"/>
                  </a:lnTo>
                  <a:lnTo>
                    <a:pt x="8754" y="10657"/>
                  </a:lnTo>
                  <a:lnTo>
                    <a:pt x="7435" y="10486"/>
                  </a:lnTo>
                  <a:lnTo>
                    <a:pt x="3994" y="10322"/>
                  </a:lnTo>
                  <a:lnTo>
                    <a:pt x="1750" y="9857"/>
                  </a:lnTo>
                  <a:lnTo>
                    <a:pt x="1088" y="9578"/>
                  </a:lnTo>
                  <a:lnTo>
                    <a:pt x="504" y="9097"/>
                  </a:lnTo>
                  <a:lnTo>
                    <a:pt x="0" y="8419"/>
                  </a:lnTo>
                  <a:lnTo>
                    <a:pt x="736" y="5793"/>
                  </a:lnTo>
                  <a:lnTo>
                    <a:pt x="1241" y="5124"/>
                  </a:lnTo>
                  <a:lnTo>
                    <a:pt x="2408" y="4904"/>
                  </a:lnTo>
                  <a:lnTo>
                    <a:pt x="5260" y="5487"/>
                  </a:lnTo>
                  <a:lnTo>
                    <a:pt x="5643" y="5235"/>
                  </a:lnTo>
                  <a:lnTo>
                    <a:pt x="2523" y="4269"/>
                  </a:lnTo>
                  <a:lnTo>
                    <a:pt x="1376" y="3692"/>
                  </a:lnTo>
                  <a:lnTo>
                    <a:pt x="1038" y="3238"/>
                  </a:lnTo>
                  <a:lnTo>
                    <a:pt x="836" y="2570"/>
                  </a:lnTo>
                  <a:lnTo>
                    <a:pt x="838" y="2178"/>
                  </a:lnTo>
                  <a:lnTo>
                    <a:pt x="979" y="1783"/>
                  </a:lnTo>
                  <a:lnTo>
                    <a:pt x="1257" y="1387"/>
                  </a:lnTo>
                  <a:lnTo>
                    <a:pt x="2016" y="852"/>
                  </a:lnTo>
                  <a:lnTo>
                    <a:pt x="5179" y="0"/>
                  </a:lnTo>
                  <a:lnTo>
                    <a:pt x="8627" y="290"/>
                  </a:lnTo>
                  <a:lnTo>
                    <a:pt x="14607" y="1338"/>
                  </a:lnTo>
                  <a:lnTo>
                    <a:pt x="15349" y="1560"/>
                  </a:lnTo>
                  <a:lnTo>
                    <a:pt x="17182" y="246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529205" y="1428582"/>
              <a:ext cx="5119" cy="1728"/>
            </a:xfrm>
            <a:custGeom>
              <a:avLst/>
              <a:pathLst>
                <a:path w="5119" h="1728">
                  <a:moveTo>
                    <a:pt x="4474" y="1691"/>
                  </a:moveTo>
                  <a:lnTo>
                    <a:pt x="3210" y="1728"/>
                  </a:lnTo>
                  <a:lnTo>
                    <a:pt x="271" y="1475"/>
                  </a:lnTo>
                  <a:lnTo>
                    <a:pt x="36" y="1313"/>
                  </a:lnTo>
                  <a:lnTo>
                    <a:pt x="0" y="1005"/>
                  </a:lnTo>
                  <a:lnTo>
                    <a:pt x="390" y="117"/>
                  </a:lnTo>
                  <a:lnTo>
                    <a:pt x="1686" y="0"/>
                  </a:lnTo>
                  <a:lnTo>
                    <a:pt x="3227" y="485"/>
                  </a:lnTo>
                  <a:lnTo>
                    <a:pt x="4888" y="1176"/>
                  </a:lnTo>
                  <a:lnTo>
                    <a:pt x="5119" y="150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757316" y="1427644"/>
              <a:ext cx="25454" cy="8224"/>
            </a:xfrm>
            <a:custGeom>
              <a:avLst/>
              <a:pathLst>
                <a:path w="25454" h="8224">
                  <a:moveTo>
                    <a:pt x="24640" y="1706"/>
                  </a:moveTo>
                  <a:lnTo>
                    <a:pt x="24972" y="2527"/>
                  </a:lnTo>
                  <a:lnTo>
                    <a:pt x="25006" y="2914"/>
                  </a:lnTo>
                  <a:lnTo>
                    <a:pt x="24933" y="3241"/>
                  </a:lnTo>
                  <a:lnTo>
                    <a:pt x="24749" y="3473"/>
                  </a:lnTo>
                  <a:lnTo>
                    <a:pt x="24305" y="3681"/>
                  </a:lnTo>
                  <a:lnTo>
                    <a:pt x="25134" y="4227"/>
                  </a:lnTo>
                  <a:lnTo>
                    <a:pt x="25403" y="4593"/>
                  </a:lnTo>
                  <a:lnTo>
                    <a:pt x="25454" y="4886"/>
                  </a:lnTo>
                  <a:lnTo>
                    <a:pt x="24925" y="5453"/>
                  </a:lnTo>
                  <a:lnTo>
                    <a:pt x="21156" y="6203"/>
                  </a:lnTo>
                  <a:lnTo>
                    <a:pt x="20108" y="6564"/>
                  </a:lnTo>
                  <a:lnTo>
                    <a:pt x="18799" y="7455"/>
                  </a:lnTo>
                  <a:lnTo>
                    <a:pt x="17208" y="8223"/>
                  </a:lnTo>
                  <a:lnTo>
                    <a:pt x="16678" y="8219"/>
                  </a:lnTo>
                  <a:lnTo>
                    <a:pt x="16061" y="7423"/>
                  </a:lnTo>
                  <a:lnTo>
                    <a:pt x="13549" y="6838"/>
                  </a:lnTo>
                  <a:lnTo>
                    <a:pt x="8817" y="7143"/>
                  </a:lnTo>
                  <a:lnTo>
                    <a:pt x="3280" y="7880"/>
                  </a:lnTo>
                  <a:lnTo>
                    <a:pt x="1313" y="8224"/>
                  </a:lnTo>
                  <a:lnTo>
                    <a:pt x="319" y="8041"/>
                  </a:lnTo>
                  <a:lnTo>
                    <a:pt x="14" y="7766"/>
                  </a:lnTo>
                  <a:lnTo>
                    <a:pt x="0" y="7382"/>
                  </a:lnTo>
                  <a:lnTo>
                    <a:pt x="655" y="6260"/>
                  </a:lnTo>
                  <a:lnTo>
                    <a:pt x="920" y="5974"/>
                  </a:lnTo>
                  <a:lnTo>
                    <a:pt x="2190" y="5601"/>
                  </a:lnTo>
                  <a:lnTo>
                    <a:pt x="3052" y="4614"/>
                  </a:lnTo>
                  <a:lnTo>
                    <a:pt x="2770" y="3541"/>
                  </a:lnTo>
                  <a:lnTo>
                    <a:pt x="3102" y="2043"/>
                  </a:lnTo>
                  <a:lnTo>
                    <a:pt x="3969" y="1811"/>
                  </a:lnTo>
                  <a:lnTo>
                    <a:pt x="6143" y="2343"/>
                  </a:lnTo>
                  <a:lnTo>
                    <a:pt x="7549" y="2455"/>
                  </a:lnTo>
                  <a:lnTo>
                    <a:pt x="10040" y="2524"/>
                  </a:lnTo>
                  <a:lnTo>
                    <a:pt x="13387" y="2343"/>
                  </a:lnTo>
                  <a:lnTo>
                    <a:pt x="16077" y="1735"/>
                  </a:lnTo>
                  <a:lnTo>
                    <a:pt x="20983" y="0"/>
                  </a:lnTo>
                  <a:lnTo>
                    <a:pt x="21854" y="22"/>
                  </a:lnTo>
                  <a:lnTo>
                    <a:pt x="22478" y="637"/>
                  </a:lnTo>
                  <a:lnTo>
                    <a:pt x="22937" y="939"/>
                  </a:lnTo>
                  <a:lnTo>
                    <a:pt x="24395" y="141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512083" y="1424110"/>
              <a:ext cx="4973" cy="3665"/>
            </a:xfrm>
            <a:custGeom>
              <a:avLst/>
              <a:pathLst>
                <a:path w="4973" h="3665">
                  <a:moveTo>
                    <a:pt x="3998" y="3574"/>
                  </a:moveTo>
                  <a:lnTo>
                    <a:pt x="3112" y="3665"/>
                  </a:lnTo>
                  <a:lnTo>
                    <a:pt x="570" y="2955"/>
                  </a:lnTo>
                  <a:lnTo>
                    <a:pt x="157" y="2688"/>
                  </a:lnTo>
                  <a:lnTo>
                    <a:pt x="0" y="2361"/>
                  </a:lnTo>
                  <a:lnTo>
                    <a:pt x="97" y="1974"/>
                  </a:lnTo>
                  <a:lnTo>
                    <a:pt x="907" y="1253"/>
                  </a:lnTo>
                  <a:lnTo>
                    <a:pt x="2429" y="196"/>
                  </a:lnTo>
                  <a:lnTo>
                    <a:pt x="3532" y="0"/>
                  </a:lnTo>
                  <a:lnTo>
                    <a:pt x="4214" y="662"/>
                  </a:lnTo>
                  <a:lnTo>
                    <a:pt x="4885" y="1551"/>
                  </a:lnTo>
                  <a:lnTo>
                    <a:pt x="4973" y="2003"/>
                  </a:lnTo>
                  <a:lnTo>
                    <a:pt x="4928" y="2536"/>
                  </a:lnTo>
                  <a:lnTo>
                    <a:pt x="4752" y="2987"/>
                  </a:lnTo>
                  <a:lnTo>
                    <a:pt x="4446" y="335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490730" y="1402566"/>
              <a:ext cx="11333" cy="3867"/>
            </a:xfrm>
            <a:custGeom>
              <a:avLst/>
              <a:pathLst>
                <a:path w="11333" h="3867">
                  <a:moveTo>
                    <a:pt x="11333" y="704"/>
                  </a:moveTo>
                  <a:lnTo>
                    <a:pt x="9996" y="1650"/>
                  </a:lnTo>
                  <a:lnTo>
                    <a:pt x="8904" y="2194"/>
                  </a:lnTo>
                  <a:lnTo>
                    <a:pt x="6538" y="3811"/>
                  </a:lnTo>
                  <a:lnTo>
                    <a:pt x="6132" y="3867"/>
                  </a:lnTo>
                  <a:lnTo>
                    <a:pt x="5493" y="3657"/>
                  </a:lnTo>
                  <a:lnTo>
                    <a:pt x="4997" y="3232"/>
                  </a:lnTo>
                  <a:lnTo>
                    <a:pt x="4104" y="3130"/>
                  </a:lnTo>
                  <a:lnTo>
                    <a:pt x="3792" y="2861"/>
                  </a:lnTo>
                  <a:lnTo>
                    <a:pt x="3667" y="2643"/>
                  </a:lnTo>
                  <a:lnTo>
                    <a:pt x="3271" y="2504"/>
                  </a:lnTo>
                  <a:lnTo>
                    <a:pt x="2640" y="2417"/>
                  </a:lnTo>
                  <a:lnTo>
                    <a:pt x="1628" y="2583"/>
                  </a:lnTo>
                  <a:lnTo>
                    <a:pt x="699" y="2415"/>
                  </a:lnTo>
                  <a:lnTo>
                    <a:pt x="0" y="1708"/>
                  </a:lnTo>
                  <a:lnTo>
                    <a:pt x="1293" y="1233"/>
                  </a:lnTo>
                  <a:lnTo>
                    <a:pt x="2093" y="828"/>
                  </a:lnTo>
                  <a:lnTo>
                    <a:pt x="5187" y="668"/>
                  </a:lnTo>
                  <a:lnTo>
                    <a:pt x="6060" y="854"/>
                  </a:lnTo>
                  <a:lnTo>
                    <a:pt x="6608" y="849"/>
                  </a:lnTo>
                  <a:lnTo>
                    <a:pt x="7444" y="739"/>
                  </a:lnTo>
                  <a:lnTo>
                    <a:pt x="9272" y="235"/>
                  </a:lnTo>
                  <a:lnTo>
                    <a:pt x="9545" y="0"/>
                  </a:lnTo>
                  <a:lnTo>
                    <a:pt x="11180" y="29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843840" y="1366780"/>
              <a:ext cx="14184" cy="5782"/>
            </a:xfrm>
            <a:custGeom>
              <a:avLst/>
              <a:pathLst>
                <a:path w="14184" h="5782">
                  <a:moveTo>
                    <a:pt x="8427" y="0"/>
                  </a:moveTo>
                  <a:lnTo>
                    <a:pt x="9178" y="1475"/>
                  </a:lnTo>
                  <a:lnTo>
                    <a:pt x="9512" y="2829"/>
                  </a:lnTo>
                  <a:lnTo>
                    <a:pt x="10680" y="3689"/>
                  </a:lnTo>
                  <a:lnTo>
                    <a:pt x="13183" y="3568"/>
                  </a:lnTo>
                  <a:lnTo>
                    <a:pt x="14184" y="5166"/>
                  </a:lnTo>
                  <a:lnTo>
                    <a:pt x="12348" y="5782"/>
                  </a:lnTo>
                  <a:lnTo>
                    <a:pt x="5089" y="5535"/>
                  </a:lnTo>
                  <a:lnTo>
                    <a:pt x="2086" y="5658"/>
                  </a:lnTo>
                  <a:lnTo>
                    <a:pt x="0" y="4674"/>
                  </a:lnTo>
                  <a:lnTo>
                    <a:pt x="83" y="2952"/>
                  </a:lnTo>
                  <a:lnTo>
                    <a:pt x="333" y="1230"/>
                  </a:lnTo>
                  <a:lnTo>
                    <a:pt x="2419" y="246"/>
                  </a:lnTo>
                  <a:lnTo>
                    <a:pt x="4171" y="1106"/>
                  </a:lnTo>
                  <a:lnTo>
                    <a:pt x="6257" y="49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842004" y="1348697"/>
              <a:ext cx="4756" cy="9595"/>
            </a:xfrm>
            <a:custGeom>
              <a:avLst/>
              <a:pathLst>
                <a:path w="4756" h="9595">
                  <a:moveTo>
                    <a:pt x="4756" y="9226"/>
                  </a:moveTo>
                  <a:lnTo>
                    <a:pt x="3671" y="9595"/>
                  </a:lnTo>
                  <a:lnTo>
                    <a:pt x="0" y="3813"/>
                  </a:lnTo>
                  <a:lnTo>
                    <a:pt x="0" y="1723"/>
                  </a:lnTo>
                  <a:lnTo>
                    <a:pt x="250" y="123"/>
                  </a:lnTo>
                  <a:lnTo>
                    <a:pt x="1919" y="0"/>
                  </a:lnTo>
                  <a:lnTo>
                    <a:pt x="3337" y="861"/>
                  </a:lnTo>
                  <a:lnTo>
                    <a:pt x="4005" y="418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336707" y="1338051"/>
              <a:ext cx="10042" cy="2100"/>
            </a:xfrm>
            <a:custGeom>
              <a:avLst/>
              <a:pathLst>
                <a:path w="10042" h="2100">
                  <a:moveTo>
                    <a:pt x="7829" y="1977"/>
                  </a:moveTo>
                  <a:lnTo>
                    <a:pt x="4459" y="2100"/>
                  </a:lnTo>
                  <a:lnTo>
                    <a:pt x="1140" y="1557"/>
                  </a:lnTo>
                  <a:lnTo>
                    <a:pt x="0" y="1137"/>
                  </a:lnTo>
                  <a:lnTo>
                    <a:pt x="50" y="494"/>
                  </a:lnTo>
                  <a:lnTo>
                    <a:pt x="553" y="272"/>
                  </a:lnTo>
                  <a:lnTo>
                    <a:pt x="2347" y="49"/>
                  </a:lnTo>
                  <a:lnTo>
                    <a:pt x="3839" y="0"/>
                  </a:lnTo>
                  <a:lnTo>
                    <a:pt x="4845" y="99"/>
                  </a:lnTo>
                  <a:lnTo>
                    <a:pt x="7209" y="494"/>
                  </a:lnTo>
                  <a:lnTo>
                    <a:pt x="8919" y="890"/>
                  </a:lnTo>
                  <a:lnTo>
                    <a:pt x="10042" y="1014"/>
                  </a:lnTo>
                  <a:lnTo>
                    <a:pt x="9724" y="158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850191" y="1332367"/>
              <a:ext cx="5474" cy="3239"/>
            </a:xfrm>
            <a:custGeom>
              <a:avLst/>
              <a:pathLst>
                <a:path w="5474" h="3239">
                  <a:moveTo>
                    <a:pt x="2519" y="3239"/>
                  </a:moveTo>
                  <a:lnTo>
                    <a:pt x="681" y="3239"/>
                  </a:lnTo>
                  <a:lnTo>
                    <a:pt x="0" y="2876"/>
                  </a:lnTo>
                  <a:lnTo>
                    <a:pt x="435" y="2235"/>
                  </a:lnTo>
                  <a:lnTo>
                    <a:pt x="2992" y="167"/>
                  </a:lnTo>
                  <a:lnTo>
                    <a:pt x="3845" y="0"/>
                  </a:lnTo>
                  <a:lnTo>
                    <a:pt x="5095" y="223"/>
                  </a:lnTo>
                  <a:lnTo>
                    <a:pt x="5474" y="1285"/>
                  </a:lnTo>
                  <a:lnTo>
                    <a:pt x="4640" y="234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839835" y="1324464"/>
              <a:ext cx="4089" cy="7011"/>
            </a:xfrm>
            <a:custGeom>
              <a:avLst/>
              <a:pathLst>
                <a:path w="4089" h="7011">
                  <a:moveTo>
                    <a:pt x="3004" y="6519"/>
                  </a:moveTo>
                  <a:lnTo>
                    <a:pt x="1752" y="7011"/>
                  </a:lnTo>
                  <a:lnTo>
                    <a:pt x="918" y="5535"/>
                  </a:lnTo>
                  <a:lnTo>
                    <a:pt x="167" y="3567"/>
                  </a:lnTo>
                  <a:lnTo>
                    <a:pt x="0" y="1353"/>
                  </a:lnTo>
                  <a:lnTo>
                    <a:pt x="1919" y="245"/>
                  </a:lnTo>
                  <a:lnTo>
                    <a:pt x="2920" y="0"/>
                  </a:lnTo>
                  <a:lnTo>
                    <a:pt x="3588" y="245"/>
                  </a:lnTo>
                  <a:lnTo>
                    <a:pt x="3421" y="1230"/>
                  </a:lnTo>
                  <a:lnTo>
                    <a:pt x="3421" y="3198"/>
                  </a:lnTo>
                  <a:lnTo>
                    <a:pt x="4089" y="455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841504" y="1301953"/>
              <a:ext cx="16437" cy="4797"/>
            </a:xfrm>
            <a:custGeom>
              <a:avLst/>
              <a:pathLst>
                <a:path w="16437" h="4797">
                  <a:moveTo>
                    <a:pt x="14435" y="3198"/>
                  </a:moveTo>
                  <a:lnTo>
                    <a:pt x="10429" y="4797"/>
                  </a:lnTo>
                  <a:lnTo>
                    <a:pt x="4505" y="4674"/>
                  </a:lnTo>
                  <a:lnTo>
                    <a:pt x="1001" y="3936"/>
                  </a:lnTo>
                  <a:lnTo>
                    <a:pt x="0" y="2829"/>
                  </a:lnTo>
                  <a:lnTo>
                    <a:pt x="1335" y="1599"/>
                  </a:lnTo>
                  <a:lnTo>
                    <a:pt x="5590" y="614"/>
                  </a:lnTo>
                  <a:lnTo>
                    <a:pt x="10930" y="0"/>
                  </a:lnTo>
                  <a:lnTo>
                    <a:pt x="15770" y="369"/>
                  </a:lnTo>
                  <a:lnTo>
                    <a:pt x="16437" y="159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837036" y="1273108"/>
              <a:ext cx="8948" cy="4308"/>
            </a:xfrm>
            <a:custGeom>
              <a:avLst/>
              <a:pathLst>
                <a:path w="8948" h="4308">
                  <a:moveTo>
                    <a:pt x="8948" y="3859"/>
                  </a:moveTo>
                  <a:lnTo>
                    <a:pt x="7974" y="4308"/>
                  </a:lnTo>
                  <a:lnTo>
                    <a:pt x="5478" y="4128"/>
                  </a:lnTo>
                  <a:lnTo>
                    <a:pt x="2282" y="2872"/>
                  </a:lnTo>
                  <a:lnTo>
                    <a:pt x="151" y="1840"/>
                  </a:lnTo>
                  <a:lnTo>
                    <a:pt x="0" y="628"/>
                  </a:lnTo>
                  <a:lnTo>
                    <a:pt x="1095" y="90"/>
                  </a:lnTo>
                  <a:lnTo>
                    <a:pt x="2800" y="0"/>
                  </a:lnTo>
                  <a:lnTo>
                    <a:pt x="5143" y="1032"/>
                  </a:lnTo>
                  <a:lnTo>
                    <a:pt x="7548" y="242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574586" y="1265173"/>
              <a:ext cx="24610" cy="8733"/>
            </a:xfrm>
            <a:custGeom>
              <a:avLst/>
              <a:pathLst>
                <a:path w="24610" h="8733">
                  <a:moveTo>
                    <a:pt x="23525" y="8487"/>
                  </a:moveTo>
                  <a:lnTo>
                    <a:pt x="21606" y="8733"/>
                  </a:lnTo>
                  <a:lnTo>
                    <a:pt x="17601" y="7257"/>
                  </a:lnTo>
                  <a:lnTo>
                    <a:pt x="11260" y="5780"/>
                  </a:lnTo>
                  <a:lnTo>
                    <a:pt x="5670" y="4797"/>
                  </a:lnTo>
                  <a:lnTo>
                    <a:pt x="413" y="2214"/>
                  </a:lnTo>
                  <a:lnTo>
                    <a:pt x="0" y="1296"/>
                  </a:lnTo>
                  <a:lnTo>
                    <a:pt x="746" y="490"/>
                  </a:lnTo>
                  <a:lnTo>
                    <a:pt x="5336" y="368"/>
                  </a:lnTo>
                  <a:lnTo>
                    <a:pt x="9007" y="0"/>
                  </a:lnTo>
                  <a:lnTo>
                    <a:pt x="18352" y="1598"/>
                  </a:lnTo>
                  <a:lnTo>
                    <a:pt x="23025" y="2951"/>
                  </a:lnTo>
                  <a:lnTo>
                    <a:pt x="24610" y="4059"/>
                  </a:lnTo>
                  <a:lnTo>
                    <a:pt x="24360" y="627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333650" y="1252515"/>
              <a:ext cx="580822" cy="331738"/>
            </a:xfrm>
            <a:custGeom>
              <a:avLst/>
              <a:pathLst>
                <a:path w="580822" h="331738">
                  <a:moveTo>
                    <a:pt x="405539" y="484"/>
                  </a:moveTo>
                  <a:lnTo>
                    <a:pt x="414629" y="1322"/>
                  </a:lnTo>
                  <a:lnTo>
                    <a:pt x="419437" y="2297"/>
                  </a:lnTo>
                  <a:lnTo>
                    <a:pt x="420447" y="2265"/>
                  </a:lnTo>
                  <a:lnTo>
                    <a:pt x="426963" y="2639"/>
                  </a:lnTo>
                  <a:lnTo>
                    <a:pt x="433150" y="3106"/>
                  </a:lnTo>
                  <a:lnTo>
                    <a:pt x="443434" y="4323"/>
                  </a:lnTo>
                  <a:lnTo>
                    <a:pt x="444875" y="4723"/>
                  </a:lnTo>
                  <a:lnTo>
                    <a:pt x="443764" y="5050"/>
                  </a:lnTo>
                  <a:lnTo>
                    <a:pt x="441207" y="5275"/>
                  </a:lnTo>
                  <a:lnTo>
                    <a:pt x="428065" y="5676"/>
                  </a:lnTo>
                  <a:lnTo>
                    <a:pt x="404223" y="6167"/>
                  </a:lnTo>
                  <a:lnTo>
                    <a:pt x="390580" y="7123"/>
                  </a:lnTo>
                  <a:lnTo>
                    <a:pt x="386241" y="7172"/>
                  </a:lnTo>
                  <a:lnTo>
                    <a:pt x="385862" y="8594"/>
                  </a:lnTo>
                  <a:lnTo>
                    <a:pt x="387716" y="8671"/>
                  </a:lnTo>
                  <a:lnTo>
                    <a:pt x="390754" y="8479"/>
                  </a:lnTo>
                  <a:lnTo>
                    <a:pt x="401441" y="7056"/>
                  </a:lnTo>
                  <a:lnTo>
                    <a:pt x="405438" y="6822"/>
                  </a:lnTo>
                  <a:lnTo>
                    <a:pt x="412898" y="6940"/>
                  </a:lnTo>
                  <a:lnTo>
                    <a:pt x="422582" y="7474"/>
                  </a:lnTo>
                  <a:lnTo>
                    <a:pt x="426488" y="7286"/>
                  </a:lnTo>
                  <a:lnTo>
                    <a:pt x="433456" y="7426"/>
                  </a:lnTo>
                  <a:lnTo>
                    <a:pt x="441604" y="7018"/>
                  </a:lnTo>
                  <a:lnTo>
                    <a:pt x="451230" y="6136"/>
                  </a:lnTo>
                  <a:lnTo>
                    <a:pt x="453862" y="8104"/>
                  </a:lnTo>
                  <a:lnTo>
                    <a:pt x="457408" y="10073"/>
                  </a:lnTo>
                  <a:lnTo>
                    <a:pt x="460215" y="9855"/>
                  </a:lnTo>
                  <a:lnTo>
                    <a:pt x="462619" y="9965"/>
                  </a:lnTo>
                  <a:lnTo>
                    <a:pt x="463433" y="10612"/>
                  </a:lnTo>
                  <a:lnTo>
                    <a:pt x="464747" y="10885"/>
                  </a:lnTo>
                  <a:lnTo>
                    <a:pt x="467469" y="10738"/>
                  </a:lnTo>
                  <a:lnTo>
                    <a:pt x="475813" y="11304"/>
                  </a:lnTo>
                  <a:lnTo>
                    <a:pt x="481539" y="12318"/>
                  </a:lnTo>
                  <a:lnTo>
                    <a:pt x="483695" y="12791"/>
                  </a:lnTo>
                  <a:lnTo>
                    <a:pt x="484729" y="13465"/>
                  </a:lnTo>
                  <a:lnTo>
                    <a:pt x="485314" y="14006"/>
                  </a:lnTo>
                  <a:lnTo>
                    <a:pt x="484414" y="14671"/>
                  </a:lnTo>
                  <a:lnTo>
                    <a:pt x="480837" y="15856"/>
                  </a:lnTo>
                  <a:lnTo>
                    <a:pt x="476309" y="16945"/>
                  </a:lnTo>
                  <a:lnTo>
                    <a:pt x="470202" y="17782"/>
                  </a:lnTo>
                  <a:lnTo>
                    <a:pt x="463161" y="18307"/>
                  </a:lnTo>
                  <a:lnTo>
                    <a:pt x="409072" y="20063"/>
                  </a:lnTo>
                  <a:lnTo>
                    <a:pt x="407243" y="20480"/>
                  </a:lnTo>
                  <a:lnTo>
                    <a:pt x="406158" y="21546"/>
                  </a:lnTo>
                  <a:lnTo>
                    <a:pt x="406881" y="22932"/>
                  </a:lnTo>
                  <a:lnTo>
                    <a:pt x="409408" y="23148"/>
                  </a:lnTo>
                  <a:lnTo>
                    <a:pt x="415316" y="22368"/>
                  </a:lnTo>
                  <a:lnTo>
                    <a:pt x="425533" y="21629"/>
                  </a:lnTo>
                  <a:lnTo>
                    <a:pt x="433041" y="21664"/>
                  </a:lnTo>
                  <a:lnTo>
                    <a:pt x="450989" y="22295"/>
                  </a:lnTo>
                  <a:lnTo>
                    <a:pt x="456284" y="23945"/>
                  </a:lnTo>
                  <a:lnTo>
                    <a:pt x="459085" y="26481"/>
                  </a:lnTo>
                  <a:lnTo>
                    <a:pt x="465297" y="25911"/>
                  </a:lnTo>
                  <a:lnTo>
                    <a:pt x="466625" y="25476"/>
                  </a:lnTo>
                  <a:lnTo>
                    <a:pt x="467601" y="24721"/>
                  </a:lnTo>
                  <a:lnTo>
                    <a:pt x="468381" y="23910"/>
                  </a:lnTo>
                  <a:lnTo>
                    <a:pt x="468965" y="23046"/>
                  </a:lnTo>
                  <a:lnTo>
                    <a:pt x="469617" y="22458"/>
                  </a:lnTo>
                  <a:lnTo>
                    <a:pt x="470337" y="22146"/>
                  </a:lnTo>
                  <a:lnTo>
                    <a:pt x="471885" y="21885"/>
                  </a:lnTo>
                  <a:lnTo>
                    <a:pt x="475449" y="21571"/>
                  </a:lnTo>
                  <a:lnTo>
                    <a:pt x="484795" y="21265"/>
                  </a:lnTo>
                  <a:lnTo>
                    <a:pt x="487043" y="21353"/>
                  </a:lnTo>
                  <a:lnTo>
                    <a:pt x="488657" y="22536"/>
                  </a:lnTo>
                  <a:lnTo>
                    <a:pt x="489007" y="23228"/>
                  </a:lnTo>
                  <a:lnTo>
                    <a:pt x="489124" y="24129"/>
                  </a:lnTo>
                  <a:lnTo>
                    <a:pt x="489072" y="25240"/>
                  </a:lnTo>
                  <a:lnTo>
                    <a:pt x="488853" y="26562"/>
                  </a:lnTo>
                  <a:lnTo>
                    <a:pt x="488059" y="27871"/>
                  </a:lnTo>
                  <a:lnTo>
                    <a:pt x="485473" y="30156"/>
                  </a:lnTo>
                  <a:lnTo>
                    <a:pt x="483394" y="31401"/>
                  </a:lnTo>
                  <a:lnTo>
                    <a:pt x="481151" y="32298"/>
                  </a:lnTo>
                  <a:lnTo>
                    <a:pt x="476850" y="34346"/>
                  </a:lnTo>
                  <a:lnTo>
                    <a:pt x="475361" y="34893"/>
                  </a:lnTo>
                  <a:lnTo>
                    <a:pt x="470633" y="37281"/>
                  </a:lnTo>
                  <a:lnTo>
                    <a:pt x="469461" y="38387"/>
                  </a:lnTo>
                  <a:lnTo>
                    <a:pt x="469392" y="39198"/>
                  </a:lnTo>
                  <a:lnTo>
                    <a:pt x="470205" y="39353"/>
                  </a:lnTo>
                  <a:lnTo>
                    <a:pt x="471575" y="38590"/>
                  </a:lnTo>
                  <a:lnTo>
                    <a:pt x="472085" y="38046"/>
                  </a:lnTo>
                  <a:lnTo>
                    <a:pt x="472968" y="37477"/>
                  </a:lnTo>
                  <a:lnTo>
                    <a:pt x="479934" y="35977"/>
                  </a:lnTo>
                  <a:lnTo>
                    <a:pt x="481429" y="35558"/>
                  </a:lnTo>
                  <a:lnTo>
                    <a:pt x="485985" y="33773"/>
                  </a:lnTo>
                  <a:lnTo>
                    <a:pt x="488893" y="33104"/>
                  </a:lnTo>
                  <a:lnTo>
                    <a:pt x="491283" y="32404"/>
                  </a:lnTo>
                  <a:lnTo>
                    <a:pt x="492550" y="31907"/>
                  </a:lnTo>
                  <a:lnTo>
                    <a:pt x="499552" y="28387"/>
                  </a:lnTo>
                  <a:lnTo>
                    <a:pt x="503202" y="27333"/>
                  </a:lnTo>
                  <a:lnTo>
                    <a:pt x="507035" y="27331"/>
                  </a:lnTo>
                  <a:lnTo>
                    <a:pt x="507714" y="29114"/>
                  </a:lnTo>
                  <a:lnTo>
                    <a:pt x="512309" y="29390"/>
                  </a:lnTo>
                  <a:lnTo>
                    <a:pt x="514303" y="29313"/>
                  </a:lnTo>
                  <a:lnTo>
                    <a:pt x="517507" y="29747"/>
                  </a:lnTo>
                  <a:lnTo>
                    <a:pt x="518912" y="30105"/>
                  </a:lnTo>
                  <a:lnTo>
                    <a:pt x="521303" y="30286"/>
                  </a:lnTo>
                  <a:lnTo>
                    <a:pt x="523769" y="30711"/>
                  </a:lnTo>
                  <a:lnTo>
                    <a:pt x="525943" y="30255"/>
                  </a:lnTo>
                  <a:lnTo>
                    <a:pt x="526579" y="29969"/>
                  </a:lnTo>
                  <a:lnTo>
                    <a:pt x="528679" y="28672"/>
                  </a:lnTo>
                  <a:lnTo>
                    <a:pt x="531517" y="27524"/>
                  </a:lnTo>
                  <a:lnTo>
                    <a:pt x="534148" y="26090"/>
                  </a:lnTo>
                  <a:lnTo>
                    <a:pt x="535020" y="25742"/>
                  </a:lnTo>
                  <a:lnTo>
                    <a:pt x="536402" y="25426"/>
                  </a:lnTo>
                  <a:lnTo>
                    <a:pt x="537838" y="25302"/>
                  </a:lnTo>
                  <a:lnTo>
                    <a:pt x="541749" y="24632"/>
                  </a:lnTo>
                  <a:lnTo>
                    <a:pt x="542742" y="24585"/>
                  </a:lnTo>
                  <a:lnTo>
                    <a:pt x="544853" y="24796"/>
                  </a:lnTo>
                  <a:lnTo>
                    <a:pt x="554176" y="24907"/>
                  </a:lnTo>
                  <a:lnTo>
                    <a:pt x="559262" y="25253"/>
                  </a:lnTo>
                  <a:lnTo>
                    <a:pt x="566343" y="26213"/>
                  </a:lnTo>
                  <a:lnTo>
                    <a:pt x="571277" y="26739"/>
                  </a:lnTo>
                  <a:lnTo>
                    <a:pt x="573563" y="27205"/>
                  </a:lnTo>
                  <a:lnTo>
                    <a:pt x="576891" y="28203"/>
                  </a:lnTo>
                  <a:lnTo>
                    <a:pt x="579574" y="29248"/>
                  </a:lnTo>
                  <a:lnTo>
                    <a:pt x="580822" y="29555"/>
                  </a:lnTo>
                  <a:lnTo>
                    <a:pt x="580774" y="29887"/>
                  </a:lnTo>
                  <a:lnTo>
                    <a:pt x="579845" y="30344"/>
                  </a:lnTo>
                  <a:lnTo>
                    <a:pt x="573199" y="31945"/>
                  </a:lnTo>
                  <a:lnTo>
                    <a:pt x="571024" y="33015"/>
                  </a:lnTo>
                  <a:lnTo>
                    <a:pt x="564732" y="35034"/>
                  </a:lnTo>
                  <a:lnTo>
                    <a:pt x="561658" y="35727"/>
                  </a:lnTo>
                  <a:lnTo>
                    <a:pt x="558317" y="35999"/>
                  </a:lnTo>
                  <a:lnTo>
                    <a:pt x="554599" y="36064"/>
                  </a:lnTo>
                  <a:lnTo>
                    <a:pt x="552186" y="36355"/>
                  </a:lnTo>
                  <a:lnTo>
                    <a:pt x="551829" y="36631"/>
                  </a:lnTo>
                  <a:lnTo>
                    <a:pt x="553547" y="37469"/>
                  </a:lnTo>
                  <a:lnTo>
                    <a:pt x="554303" y="38065"/>
                  </a:lnTo>
                  <a:lnTo>
                    <a:pt x="554193" y="38596"/>
                  </a:lnTo>
                  <a:lnTo>
                    <a:pt x="552386" y="39382"/>
                  </a:lnTo>
                  <a:lnTo>
                    <a:pt x="551702" y="39560"/>
                  </a:lnTo>
                  <a:lnTo>
                    <a:pt x="545167" y="40144"/>
                  </a:lnTo>
                  <a:lnTo>
                    <a:pt x="541871" y="41135"/>
                  </a:lnTo>
                  <a:lnTo>
                    <a:pt x="537568" y="41256"/>
                  </a:lnTo>
                  <a:lnTo>
                    <a:pt x="534527" y="41143"/>
                  </a:lnTo>
                  <a:lnTo>
                    <a:pt x="530348" y="42209"/>
                  </a:lnTo>
                  <a:lnTo>
                    <a:pt x="531983" y="43076"/>
                  </a:lnTo>
                  <a:lnTo>
                    <a:pt x="533481" y="43452"/>
                  </a:lnTo>
                  <a:lnTo>
                    <a:pt x="538138" y="44242"/>
                  </a:lnTo>
                  <a:lnTo>
                    <a:pt x="538182" y="44695"/>
                  </a:lnTo>
                  <a:lnTo>
                    <a:pt x="535957" y="45612"/>
                  </a:lnTo>
                  <a:lnTo>
                    <a:pt x="532920" y="46692"/>
                  </a:lnTo>
                  <a:lnTo>
                    <a:pt x="529328" y="47441"/>
                  </a:lnTo>
                  <a:lnTo>
                    <a:pt x="527978" y="47554"/>
                  </a:lnTo>
                  <a:lnTo>
                    <a:pt x="526275" y="47366"/>
                  </a:lnTo>
                  <a:lnTo>
                    <a:pt x="524704" y="47406"/>
                  </a:lnTo>
                  <a:lnTo>
                    <a:pt x="521245" y="47751"/>
                  </a:lnTo>
                  <a:lnTo>
                    <a:pt x="517951" y="47806"/>
                  </a:lnTo>
                  <a:lnTo>
                    <a:pt x="512070" y="47318"/>
                  </a:lnTo>
                  <a:lnTo>
                    <a:pt x="508887" y="46753"/>
                  </a:lnTo>
                  <a:lnTo>
                    <a:pt x="507213" y="46557"/>
                  </a:lnTo>
                  <a:lnTo>
                    <a:pt x="505101" y="46612"/>
                  </a:lnTo>
                  <a:lnTo>
                    <a:pt x="504289" y="46839"/>
                  </a:lnTo>
                  <a:lnTo>
                    <a:pt x="500961" y="48188"/>
                  </a:lnTo>
                  <a:lnTo>
                    <a:pt x="499327" y="49109"/>
                  </a:lnTo>
                  <a:lnTo>
                    <a:pt x="498280" y="50050"/>
                  </a:lnTo>
                  <a:lnTo>
                    <a:pt x="497833" y="51076"/>
                  </a:lnTo>
                  <a:lnTo>
                    <a:pt x="497985" y="52188"/>
                  </a:lnTo>
                  <a:lnTo>
                    <a:pt x="498391" y="52949"/>
                  </a:lnTo>
                  <a:lnTo>
                    <a:pt x="499050" y="53362"/>
                  </a:lnTo>
                  <a:lnTo>
                    <a:pt x="499839" y="53612"/>
                  </a:lnTo>
                  <a:lnTo>
                    <a:pt x="501221" y="53742"/>
                  </a:lnTo>
                  <a:lnTo>
                    <a:pt x="504262" y="53618"/>
                  </a:lnTo>
                  <a:lnTo>
                    <a:pt x="505458" y="53689"/>
                  </a:lnTo>
                  <a:lnTo>
                    <a:pt x="505822" y="53914"/>
                  </a:lnTo>
                  <a:lnTo>
                    <a:pt x="506479" y="54626"/>
                  </a:lnTo>
                  <a:lnTo>
                    <a:pt x="506361" y="55297"/>
                  </a:lnTo>
                  <a:lnTo>
                    <a:pt x="505811" y="56241"/>
                  </a:lnTo>
                  <a:lnTo>
                    <a:pt x="505384" y="57342"/>
                  </a:lnTo>
                  <a:lnTo>
                    <a:pt x="505082" y="58601"/>
                  </a:lnTo>
                  <a:lnTo>
                    <a:pt x="505245" y="59289"/>
                  </a:lnTo>
                  <a:lnTo>
                    <a:pt x="506475" y="59439"/>
                  </a:lnTo>
                  <a:lnTo>
                    <a:pt x="507052" y="59390"/>
                  </a:lnTo>
                  <a:lnTo>
                    <a:pt x="507722" y="59616"/>
                  </a:lnTo>
                  <a:lnTo>
                    <a:pt x="508483" y="60117"/>
                  </a:lnTo>
                  <a:lnTo>
                    <a:pt x="509055" y="60647"/>
                  </a:lnTo>
                  <a:lnTo>
                    <a:pt x="509438" y="61206"/>
                  </a:lnTo>
                  <a:lnTo>
                    <a:pt x="509238" y="61666"/>
                  </a:lnTo>
                  <a:lnTo>
                    <a:pt x="508453" y="62029"/>
                  </a:lnTo>
                  <a:lnTo>
                    <a:pt x="506681" y="62439"/>
                  </a:lnTo>
                  <a:lnTo>
                    <a:pt x="502321" y="63247"/>
                  </a:lnTo>
                  <a:lnTo>
                    <a:pt x="501879" y="63494"/>
                  </a:lnTo>
                  <a:lnTo>
                    <a:pt x="501536" y="63985"/>
                  </a:lnTo>
                  <a:lnTo>
                    <a:pt x="501294" y="64724"/>
                  </a:lnTo>
                  <a:lnTo>
                    <a:pt x="500768" y="65397"/>
                  </a:lnTo>
                  <a:lnTo>
                    <a:pt x="499957" y="66001"/>
                  </a:lnTo>
                  <a:lnTo>
                    <a:pt x="499223" y="66361"/>
                  </a:lnTo>
                  <a:lnTo>
                    <a:pt x="497810" y="66521"/>
                  </a:lnTo>
                  <a:lnTo>
                    <a:pt x="495957" y="66542"/>
                  </a:lnTo>
                  <a:lnTo>
                    <a:pt x="493877" y="66889"/>
                  </a:lnTo>
                  <a:lnTo>
                    <a:pt x="488975" y="68915"/>
                  </a:lnTo>
                  <a:lnTo>
                    <a:pt x="488902" y="69140"/>
                  </a:lnTo>
                  <a:lnTo>
                    <a:pt x="490737" y="69791"/>
                  </a:lnTo>
                  <a:lnTo>
                    <a:pt x="490660" y="70361"/>
                  </a:lnTo>
                  <a:lnTo>
                    <a:pt x="488397" y="72804"/>
                  </a:lnTo>
                  <a:lnTo>
                    <a:pt x="487778" y="74015"/>
                  </a:lnTo>
                  <a:lnTo>
                    <a:pt x="487288" y="75676"/>
                  </a:lnTo>
                  <a:lnTo>
                    <a:pt x="486482" y="77076"/>
                  </a:lnTo>
                  <a:lnTo>
                    <a:pt x="485359" y="78216"/>
                  </a:lnTo>
                  <a:lnTo>
                    <a:pt x="484255" y="79532"/>
                  </a:lnTo>
                  <a:lnTo>
                    <a:pt x="483168" y="81022"/>
                  </a:lnTo>
                  <a:lnTo>
                    <a:pt x="483338" y="82167"/>
                  </a:lnTo>
                  <a:lnTo>
                    <a:pt x="484763" y="82965"/>
                  </a:lnTo>
                  <a:lnTo>
                    <a:pt x="486648" y="82321"/>
                  </a:lnTo>
                  <a:lnTo>
                    <a:pt x="488992" y="80233"/>
                  </a:lnTo>
                  <a:lnTo>
                    <a:pt x="491540" y="79331"/>
                  </a:lnTo>
                  <a:lnTo>
                    <a:pt x="494291" y="79615"/>
                  </a:lnTo>
                  <a:lnTo>
                    <a:pt x="496687" y="80028"/>
                  </a:lnTo>
                  <a:lnTo>
                    <a:pt x="499747" y="80844"/>
                  </a:lnTo>
                  <a:lnTo>
                    <a:pt x="502309" y="81353"/>
                  </a:lnTo>
                  <a:lnTo>
                    <a:pt x="504522" y="82023"/>
                  </a:lnTo>
                  <a:lnTo>
                    <a:pt x="505434" y="82588"/>
                  </a:lnTo>
                  <a:lnTo>
                    <a:pt x="506353" y="83384"/>
                  </a:lnTo>
                  <a:lnTo>
                    <a:pt x="506360" y="83887"/>
                  </a:lnTo>
                  <a:lnTo>
                    <a:pt x="504739" y="84158"/>
                  </a:lnTo>
                  <a:lnTo>
                    <a:pt x="504203" y="84072"/>
                  </a:lnTo>
                  <a:lnTo>
                    <a:pt x="500144" y="82756"/>
                  </a:lnTo>
                  <a:lnTo>
                    <a:pt x="498168" y="82428"/>
                  </a:lnTo>
                  <a:lnTo>
                    <a:pt x="495546" y="82822"/>
                  </a:lnTo>
                  <a:lnTo>
                    <a:pt x="493260" y="83416"/>
                  </a:lnTo>
                  <a:lnTo>
                    <a:pt x="495313" y="85811"/>
                  </a:lnTo>
                  <a:lnTo>
                    <a:pt x="497507" y="86912"/>
                  </a:lnTo>
                  <a:lnTo>
                    <a:pt x="501511" y="87414"/>
                  </a:lnTo>
                  <a:lnTo>
                    <a:pt x="503603" y="87943"/>
                  </a:lnTo>
                  <a:lnTo>
                    <a:pt x="505128" y="88619"/>
                  </a:lnTo>
                  <a:lnTo>
                    <a:pt x="506321" y="88949"/>
                  </a:lnTo>
                  <a:lnTo>
                    <a:pt x="507922" y="88803"/>
                  </a:lnTo>
                  <a:lnTo>
                    <a:pt x="510076" y="88138"/>
                  </a:lnTo>
                  <a:lnTo>
                    <a:pt x="513080" y="88102"/>
                  </a:lnTo>
                  <a:lnTo>
                    <a:pt x="514435" y="88432"/>
                  </a:lnTo>
                  <a:lnTo>
                    <a:pt x="515415" y="89047"/>
                  </a:lnTo>
                  <a:lnTo>
                    <a:pt x="515856" y="90197"/>
                  </a:lnTo>
                  <a:lnTo>
                    <a:pt x="515758" y="91881"/>
                  </a:lnTo>
                  <a:lnTo>
                    <a:pt x="515432" y="93149"/>
                  </a:lnTo>
                  <a:lnTo>
                    <a:pt x="514876" y="94002"/>
                  </a:lnTo>
                  <a:lnTo>
                    <a:pt x="513795" y="95144"/>
                  </a:lnTo>
                  <a:lnTo>
                    <a:pt x="512892" y="95352"/>
                  </a:lnTo>
                  <a:lnTo>
                    <a:pt x="511619" y="95290"/>
                  </a:lnTo>
                  <a:lnTo>
                    <a:pt x="510436" y="95055"/>
                  </a:lnTo>
                  <a:lnTo>
                    <a:pt x="509341" y="94648"/>
                  </a:lnTo>
                  <a:lnTo>
                    <a:pt x="507683" y="94329"/>
                  </a:lnTo>
                  <a:lnTo>
                    <a:pt x="504348" y="93988"/>
                  </a:lnTo>
                  <a:lnTo>
                    <a:pt x="500979" y="93244"/>
                  </a:lnTo>
                  <a:lnTo>
                    <a:pt x="499092" y="93060"/>
                  </a:lnTo>
                  <a:lnTo>
                    <a:pt x="495096" y="93155"/>
                  </a:lnTo>
                  <a:lnTo>
                    <a:pt x="490788" y="93626"/>
                  </a:lnTo>
                  <a:lnTo>
                    <a:pt x="490619" y="94244"/>
                  </a:lnTo>
                  <a:lnTo>
                    <a:pt x="484425" y="96403"/>
                  </a:lnTo>
                  <a:lnTo>
                    <a:pt x="483154" y="96374"/>
                  </a:lnTo>
                  <a:lnTo>
                    <a:pt x="481434" y="95632"/>
                  </a:lnTo>
                  <a:lnTo>
                    <a:pt x="479027" y="94922"/>
                  </a:lnTo>
                  <a:lnTo>
                    <a:pt x="477616" y="94927"/>
                  </a:lnTo>
                  <a:lnTo>
                    <a:pt x="475533" y="95826"/>
                  </a:lnTo>
                  <a:lnTo>
                    <a:pt x="475015" y="96175"/>
                  </a:lnTo>
                  <a:lnTo>
                    <a:pt x="475040" y="96503"/>
                  </a:lnTo>
                  <a:lnTo>
                    <a:pt x="476575" y="97280"/>
                  </a:lnTo>
                  <a:lnTo>
                    <a:pt x="477197" y="97459"/>
                  </a:lnTo>
                  <a:lnTo>
                    <a:pt x="477990" y="97609"/>
                  </a:lnTo>
                  <a:lnTo>
                    <a:pt x="480744" y="97795"/>
                  </a:lnTo>
                  <a:lnTo>
                    <a:pt x="481940" y="97999"/>
                  </a:lnTo>
                  <a:lnTo>
                    <a:pt x="483068" y="100411"/>
                  </a:lnTo>
                  <a:lnTo>
                    <a:pt x="484856" y="101901"/>
                  </a:lnTo>
                  <a:lnTo>
                    <a:pt x="485621" y="102206"/>
                  </a:lnTo>
                  <a:lnTo>
                    <a:pt x="486296" y="102315"/>
                  </a:lnTo>
                  <a:lnTo>
                    <a:pt x="488486" y="102260"/>
                  </a:lnTo>
                  <a:lnTo>
                    <a:pt x="491305" y="101758"/>
                  </a:lnTo>
                  <a:lnTo>
                    <a:pt x="492290" y="102160"/>
                  </a:lnTo>
                  <a:lnTo>
                    <a:pt x="494367" y="102653"/>
                  </a:lnTo>
                  <a:lnTo>
                    <a:pt x="495582" y="102775"/>
                  </a:lnTo>
                  <a:lnTo>
                    <a:pt x="497059" y="102755"/>
                  </a:lnTo>
                  <a:lnTo>
                    <a:pt x="498721" y="102942"/>
                  </a:lnTo>
                  <a:lnTo>
                    <a:pt x="500998" y="104315"/>
                  </a:lnTo>
                  <a:lnTo>
                    <a:pt x="500101" y="106044"/>
                  </a:lnTo>
                  <a:lnTo>
                    <a:pt x="501528" y="107430"/>
                  </a:lnTo>
                  <a:lnTo>
                    <a:pt x="503807" y="108858"/>
                  </a:lnTo>
                  <a:lnTo>
                    <a:pt x="504346" y="109380"/>
                  </a:lnTo>
                  <a:lnTo>
                    <a:pt x="504567" y="110327"/>
                  </a:lnTo>
                  <a:lnTo>
                    <a:pt x="504618" y="110953"/>
                  </a:lnTo>
                  <a:lnTo>
                    <a:pt x="504789" y="111523"/>
                  </a:lnTo>
                  <a:lnTo>
                    <a:pt x="505080" y="112039"/>
                  </a:lnTo>
                  <a:lnTo>
                    <a:pt x="505382" y="113049"/>
                  </a:lnTo>
                  <a:lnTo>
                    <a:pt x="505695" y="114556"/>
                  </a:lnTo>
                  <a:lnTo>
                    <a:pt x="505611" y="115787"/>
                  </a:lnTo>
                  <a:lnTo>
                    <a:pt x="505132" y="116740"/>
                  </a:lnTo>
                  <a:lnTo>
                    <a:pt x="504182" y="117432"/>
                  </a:lnTo>
                  <a:lnTo>
                    <a:pt x="502764" y="117862"/>
                  </a:lnTo>
                  <a:lnTo>
                    <a:pt x="501607" y="117749"/>
                  </a:lnTo>
                  <a:lnTo>
                    <a:pt x="500712" y="117093"/>
                  </a:lnTo>
                  <a:lnTo>
                    <a:pt x="499450" y="116393"/>
                  </a:lnTo>
                  <a:lnTo>
                    <a:pt x="497821" y="115650"/>
                  </a:lnTo>
                  <a:lnTo>
                    <a:pt x="495113" y="115563"/>
                  </a:lnTo>
                  <a:lnTo>
                    <a:pt x="491131" y="117757"/>
                  </a:lnTo>
                  <a:lnTo>
                    <a:pt x="489352" y="117867"/>
                  </a:lnTo>
                  <a:lnTo>
                    <a:pt x="487908" y="118085"/>
                  </a:lnTo>
                  <a:lnTo>
                    <a:pt x="486367" y="119042"/>
                  </a:lnTo>
                  <a:lnTo>
                    <a:pt x="484097" y="119619"/>
                  </a:lnTo>
                  <a:lnTo>
                    <a:pt x="482094" y="119390"/>
                  </a:lnTo>
                  <a:lnTo>
                    <a:pt x="478576" y="118276"/>
                  </a:lnTo>
                  <a:lnTo>
                    <a:pt x="479855" y="119020"/>
                  </a:lnTo>
                  <a:lnTo>
                    <a:pt x="481684" y="119891"/>
                  </a:lnTo>
                  <a:lnTo>
                    <a:pt x="482823" y="120344"/>
                  </a:lnTo>
                  <a:lnTo>
                    <a:pt x="483664" y="120442"/>
                  </a:lnTo>
                  <a:lnTo>
                    <a:pt x="484586" y="120337"/>
                  </a:lnTo>
                  <a:lnTo>
                    <a:pt x="485913" y="119980"/>
                  </a:lnTo>
                  <a:lnTo>
                    <a:pt x="488910" y="118990"/>
                  </a:lnTo>
                  <a:lnTo>
                    <a:pt x="489704" y="118838"/>
                  </a:lnTo>
                  <a:lnTo>
                    <a:pt x="490375" y="118909"/>
                  </a:lnTo>
                  <a:lnTo>
                    <a:pt x="490923" y="119201"/>
                  </a:lnTo>
                  <a:lnTo>
                    <a:pt x="491554" y="120049"/>
                  </a:lnTo>
                  <a:lnTo>
                    <a:pt x="492268" y="121456"/>
                  </a:lnTo>
                  <a:lnTo>
                    <a:pt x="492177" y="122652"/>
                  </a:lnTo>
                  <a:lnTo>
                    <a:pt x="491281" y="123639"/>
                  </a:lnTo>
                  <a:lnTo>
                    <a:pt x="490515" y="124272"/>
                  </a:lnTo>
                  <a:lnTo>
                    <a:pt x="489878" y="124550"/>
                  </a:lnTo>
                  <a:lnTo>
                    <a:pt x="489876" y="124770"/>
                  </a:lnTo>
                  <a:lnTo>
                    <a:pt x="491550" y="125024"/>
                  </a:lnTo>
                  <a:lnTo>
                    <a:pt x="493919" y="123736"/>
                  </a:lnTo>
                  <a:lnTo>
                    <a:pt x="494670" y="122137"/>
                  </a:lnTo>
                  <a:lnTo>
                    <a:pt x="495755" y="120292"/>
                  </a:lnTo>
                  <a:lnTo>
                    <a:pt x="497674" y="119677"/>
                  </a:lnTo>
                  <a:lnTo>
                    <a:pt x="499844" y="120292"/>
                  </a:lnTo>
                  <a:lnTo>
                    <a:pt x="501596" y="122014"/>
                  </a:lnTo>
                  <a:lnTo>
                    <a:pt x="504074" y="125182"/>
                  </a:lnTo>
                  <a:lnTo>
                    <a:pt x="505119" y="125512"/>
                  </a:lnTo>
                  <a:lnTo>
                    <a:pt x="506446" y="126273"/>
                  </a:lnTo>
                  <a:lnTo>
                    <a:pt x="507032" y="127206"/>
                  </a:lnTo>
                  <a:lnTo>
                    <a:pt x="506876" y="128312"/>
                  </a:lnTo>
                  <a:lnTo>
                    <a:pt x="506592" y="129115"/>
                  </a:lnTo>
                  <a:lnTo>
                    <a:pt x="506182" y="129615"/>
                  </a:lnTo>
                  <a:lnTo>
                    <a:pt x="505669" y="129932"/>
                  </a:lnTo>
                  <a:lnTo>
                    <a:pt x="504746" y="130135"/>
                  </a:lnTo>
                  <a:lnTo>
                    <a:pt x="503048" y="130296"/>
                  </a:lnTo>
                  <a:lnTo>
                    <a:pt x="499251" y="129957"/>
                  </a:lnTo>
                  <a:lnTo>
                    <a:pt x="497275" y="129949"/>
                  </a:lnTo>
                  <a:lnTo>
                    <a:pt x="497520" y="131039"/>
                  </a:lnTo>
                  <a:lnTo>
                    <a:pt x="493522" y="131978"/>
                  </a:lnTo>
                  <a:lnTo>
                    <a:pt x="489016" y="132347"/>
                  </a:lnTo>
                  <a:lnTo>
                    <a:pt x="484748" y="131614"/>
                  </a:lnTo>
                  <a:lnTo>
                    <a:pt x="481206" y="130486"/>
                  </a:lnTo>
                  <a:lnTo>
                    <a:pt x="482368" y="128910"/>
                  </a:lnTo>
                  <a:lnTo>
                    <a:pt x="483031" y="127160"/>
                  </a:lnTo>
                  <a:lnTo>
                    <a:pt x="481319" y="126003"/>
                  </a:lnTo>
                  <a:lnTo>
                    <a:pt x="480944" y="125979"/>
                  </a:lnTo>
                  <a:lnTo>
                    <a:pt x="481535" y="127768"/>
                  </a:lnTo>
                  <a:lnTo>
                    <a:pt x="481038" y="128453"/>
                  </a:lnTo>
                  <a:lnTo>
                    <a:pt x="479103" y="129288"/>
                  </a:lnTo>
                  <a:lnTo>
                    <a:pt x="477737" y="129674"/>
                  </a:lnTo>
                  <a:lnTo>
                    <a:pt x="477616" y="129899"/>
                  </a:lnTo>
                  <a:lnTo>
                    <a:pt x="478286" y="130094"/>
                  </a:lnTo>
                  <a:lnTo>
                    <a:pt x="478723" y="130469"/>
                  </a:lnTo>
                  <a:lnTo>
                    <a:pt x="478928" y="131024"/>
                  </a:lnTo>
                  <a:lnTo>
                    <a:pt x="478698" y="131585"/>
                  </a:lnTo>
                  <a:lnTo>
                    <a:pt x="478030" y="132150"/>
                  </a:lnTo>
                  <a:lnTo>
                    <a:pt x="477667" y="132625"/>
                  </a:lnTo>
                  <a:lnTo>
                    <a:pt x="477608" y="133009"/>
                  </a:lnTo>
                  <a:lnTo>
                    <a:pt x="478220" y="133477"/>
                  </a:lnTo>
                  <a:lnTo>
                    <a:pt x="479504" y="134026"/>
                  </a:lnTo>
                  <a:lnTo>
                    <a:pt x="480896" y="134298"/>
                  </a:lnTo>
                  <a:lnTo>
                    <a:pt x="487418" y="134417"/>
                  </a:lnTo>
                  <a:lnTo>
                    <a:pt x="490030" y="134713"/>
                  </a:lnTo>
                  <a:lnTo>
                    <a:pt x="496226" y="136010"/>
                  </a:lnTo>
                  <a:lnTo>
                    <a:pt x="496503" y="136409"/>
                  </a:lnTo>
                  <a:lnTo>
                    <a:pt x="495454" y="138733"/>
                  </a:lnTo>
                  <a:lnTo>
                    <a:pt x="494879" y="140967"/>
                  </a:lnTo>
                  <a:lnTo>
                    <a:pt x="493677" y="141376"/>
                  </a:lnTo>
                  <a:lnTo>
                    <a:pt x="487157" y="141472"/>
                  </a:lnTo>
                  <a:lnTo>
                    <a:pt x="485056" y="141820"/>
                  </a:lnTo>
                  <a:lnTo>
                    <a:pt x="481982" y="142847"/>
                  </a:lnTo>
                  <a:lnTo>
                    <a:pt x="479029" y="144077"/>
                  </a:lnTo>
                  <a:lnTo>
                    <a:pt x="477498" y="144086"/>
                  </a:lnTo>
                  <a:lnTo>
                    <a:pt x="471437" y="143012"/>
                  </a:lnTo>
                  <a:lnTo>
                    <a:pt x="469112" y="142294"/>
                  </a:lnTo>
                  <a:lnTo>
                    <a:pt x="464123" y="140266"/>
                  </a:lnTo>
                  <a:lnTo>
                    <a:pt x="460366" y="137179"/>
                  </a:lnTo>
                  <a:lnTo>
                    <a:pt x="458642" y="138463"/>
                  </a:lnTo>
                  <a:lnTo>
                    <a:pt x="457588" y="139075"/>
                  </a:lnTo>
                  <a:lnTo>
                    <a:pt x="456500" y="139393"/>
                  </a:lnTo>
                  <a:lnTo>
                    <a:pt x="455450" y="139442"/>
                  </a:lnTo>
                  <a:lnTo>
                    <a:pt x="454439" y="139223"/>
                  </a:lnTo>
                  <a:lnTo>
                    <a:pt x="453291" y="138737"/>
                  </a:lnTo>
                  <a:lnTo>
                    <a:pt x="451367" y="137608"/>
                  </a:lnTo>
                  <a:lnTo>
                    <a:pt x="449072" y="136493"/>
                  </a:lnTo>
                  <a:lnTo>
                    <a:pt x="447465" y="135963"/>
                  </a:lnTo>
                  <a:lnTo>
                    <a:pt x="447404" y="136114"/>
                  </a:lnTo>
                  <a:lnTo>
                    <a:pt x="448353" y="136770"/>
                  </a:lnTo>
                  <a:lnTo>
                    <a:pt x="449743" y="137526"/>
                  </a:lnTo>
                  <a:lnTo>
                    <a:pt x="453259" y="139749"/>
                  </a:lnTo>
                  <a:lnTo>
                    <a:pt x="454494" y="140311"/>
                  </a:lnTo>
                  <a:lnTo>
                    <a:pt x="454372" y="140710"/>
                  </a:lnTo>
                  <a:lnTo>
                    <a:pt x="452152" y="141066"/>
                  </a:lnTo>
                  <a:lnTo>
                    <a:pt x="449457" y="141830"/>
                  </a:lnTo>
                  <a:lnTo>
                    <a:pt x="448139" y="142392"/>
                  </a:lnTo>
                  <a:lnTo>
                    <a:pt x="446101" y="143757"/>
                  </a:lnTo>
                  <a:lnTo>
                    <a:pt x="445394" y="143969"/>
                  </a:lnTo>
                  <a:lnTo>
                    <a:pt x="442347" y="144312"/>
                  </a:lnTo>
                  <a:lnTo>
                    <a:pt x="441341" y="144229"/>
                  </a:lnTo>
                  <a:lnTo>
                    <a:pt x="439088" y="143477"/>
                  </a:lnTo>
                  <a:lnTo>
                    <a:pt x="435694" y="142985"/>
                  </a:lnTo>
                  <a:lnTo>
                    <a:pt x="433696" y="142548"/>
                  </a:lnTo>
                  <a:lnTo>
                    <a:pt x="430917" y="141756"/>
                  </a:lnTo>
                  <a:lnTo>
                    <a:pt x="431873" y="142623"/>
                  </a:lnTo>
                  <a:lnTo>
                    <a:pt x="437225" y="143943"/>
                  </a:lnTo>
                  <a:lnTo>
                    <a:pt x="437810" y="144369"/>
                  </a:lnTo>
                  <a:lnTo>
                    <a:pt x="436715" y="145162"/>
                  </a:lnTo>
                  <a:lnTo>
                    <a:pt x="436043" y="145451"/>
                  </a:lnTo>
                  <a:lnTo>
                    <a:pt x="434768" y="145512"/>
                  </a:lnTo>
                  <a:lnTo>
                    <a:pt x="432890" y="145346"/>
                  </a:lnTo>
                  <a:lnTo>
                    <a:pt x="430969" y="145380"/>
                  </a:lnTo>
                  <a:lnTo>
                    <a:pt x="429006" y="145613"/>
                  </a:lnTo>
                  <a:lnTo>
                    <a:pt x="428162" y="145910"/>
                  </a:lnTo>
                  <a:lnTo>
                    <a:pt x="428437" y="146272"/>
                  </a:lnTo>
                  <a:lnTo>
                    <a:pt x="428904" y="146601"/>
                  </a:lnTo>
                  <a:lnTo>
                    <a:pt x="429565" y="146898"/>
                  </a:lnTo>
                  <a:lnTo>
                    <a:pt x="430183" y="146896"/>
                  </a:lnTo>
                  <a:lnTo>
                    <a:pt x="431679" y="145995"/>
                  </a:lnTo>
                  <a:lnTo>
                    <a:pt x="432813" y="145931"/>
                  </a:lnTo>
                  <a:lnTo>
                    <a:pt x="435810" y="146153"/>
                  </a:lnTo>
                  <a:lnTo>
                    <a:pt x="438841" y="145450"/>
                  </a:lnTo>
                  <a:lnTo>
                    <a:pt x="441025" y="145147"/>
                  </a:lnTo>
                  <a:lnTo>
                    <a:pt x="442664" y="145069"/>
                  </a:lnTo>
                  <a:lnTo>
                    <a:pt x="448622" y="143995"/>
                  </a:lnTo>
                  <a:lnTo>
                    <a:pt x="449858" y="142793"/>
                  </a:lnTo>
                  <a:lnTo>
                    <a:pt x="451857" y="142311"/>
                  </a:lnTo>
                  <a:lnTo>
                    <a:pt x="456302" y="141942"/>
                  </a:lnTo>
                  <a:lnTo>
                    <a:pt x="460603" y="142132"/>
                  </a:lnTo>
                  <a:lnTo>
                    <a:pt x="462814" y="142286"/>
                  </a:lnTo>
                  <a:lnTo>
                    <a:pt x="464605" y="143423"/>
                  </a:lnTo>
                  <a:lnTo>
                    <a:pt x="467007" y="144228"/>
                  </a:lnTo>
                  <a:lnTo>
                    <a:pt x="469009" y="145146"/>
                  </a:lnTo>
                  <a:lnTo>
                    <a:pt x="471356" y="145448"/>
                  </a:lnTo>
                  <a:lnTo>
                    <a:pt x="472716" y="146670"/>
                  </a:lnTo>
                  <a:lnTo>
                    <a:pt x="476520" y="148036"/>
                  </a:lnTo>
                  <a:lnTo>
                    <a:pt x="478942" y="148329"/>
                  </a:lnTo>
                  <a:lnTo>
                    <a:pt x="480436" y="148979"/>
                  </a:lnTo>
                  <a:lnTo>
                    <a:pt x="480557" y="151736"/>
                  </a:lnTo>
                  <a:lnTo>
                    <a:pt x="480716" y="152926"/>
                  </a:lnTo>
                  <a:lnTo>
                    <a:pt x="480072" y="156221"/>
                  </a:lnTo>
                  <a:lnTo>
                    <a:pt x="478128" y="156980"/>
                  </a:lnTo>
                  <a:lnTo>
                    <a:pt x="478516" y="158717"/>
                  </a:lnTo>
                  <a:lnTo>
                    <a:pt x="478005" y="160122"/>
                  </a:lnTo>
                  <a:lnTo>
                    <a:pt x="476073" y="159589"/>
                  </a:lnTo>
                  <a:lnTo>
                    <a:pt x="474092" y="158666"/>
                  </a:lnTo>
                  <a:lnTo>
                    <a:pt x="469351" y="157235"/>
                  </a:lnTo>
                  <a:lnTo>
                    <a:pt x="464939" y="156314"/>
                  </a:lnTo>
                  <a:lnTo>
                    <a:pt x="463224" y="155479"/>
                  </a:lnTo>
                  <a:lnTo>
                    <a:pt x="461205" y="154833"/>
                  </a:lnTo>
                  <a:lnTo>
                    <a:pt x="458465" y="152203"/>
                  </a:lnTo>
                  <a:lnTo>
                    <a:pt x="456681" y="148933"/>
                  </a:lnTo>
                  <a:lnTo>
                    <a:pt x="455898" y="147317"/>
                  </a:lnTo>
                  <a:lnTo>
                    <a:pt x="454397" y="147226"/>
                  </a:lnTo>
                  <a:lnTo>
                    <a:pt x="452468" y="147659"/>
                  </a:lnTo>
                  <a:lnTo>
                    <a:pt x="450783" y="148117"/>
                  </a:lnTo>
                  <a:lnTo>
                    <a:pt x="449976" y="148900"/>
                  </a:lnTo>
                  <a:lnTo>
                    <a:pt x="444253" y="149977"/>
                  </a:lnTo>
                  <a:lnTo>
                    <a:pt x="442175" y="150715"/>
                  </a:lnTo>
                  <a:lnTo>
                    <a:pt x="440989" y="150693"/>
                  </a:lnTo>
                  <a:lnTo>
                    <a:pt x="436715" y="151805"/>
                  </a:lnTo>
                  <a:lnTo>
                    <a:pt x="438427" y="152338"/>
                  </a:lnTo>
                  <a:lnTo>
                    <a:pt x="439227" y="152405"/>
                  </a:lnTo>
                  <a:lnTo>
                    <a:pt x="440954" y="152104"/>
                  </a:lnTo>
                  <a:lnTo>
                    <a:pt x="441992" y="151720"/>
                  </a:lnTo>
                  <a:lnTo>
                    <a:pt x="445888" y="150668"/>
                  </a:lnTo>
                  <a:lnTo>
                    <a:pt x="449015" y="150488"/>
                  </a:lnTo>
                  <a:lnTo>
                    <a:pt x="450150" y="150035"/>
                  </a:lnTo>
                  <a:lnTo>
                    <a:pt x="452541" y="149387"/>
                  </a:lnTo>
                  <a:lnTo>
                    <a:pt x="454163" y="149215"/>
                  </a:lnTo>
                  <a:lnTo>
                    <a:pt x="454389" y="149379"/>
                  </a:lnTo>
                  <a:lnTo>
                    <a:pt x="454563" y="149674"/>
                  </a:lnTo>
                  <a:lnTo>
                    <a:pt x="455708" y="153665"/>
                  </a:lnTo>
                  <a:lnTo>
                    <a:pt x="455229" y="154727"/>
                  </a:lnTo>
                  <a:lnTo>
                    <a:pt x="453940" y="155187"/>
                  </a:lnTo>
                  <a:lnTo>
                    <a:pt x="451186" y="155943"/>
                  </a:lnTo>
                  <a:lnTo>
                    <a:pt x="450470" y="156308"/>
                  </a:lnTo>
                  <a:lnTo>
                    <a:pt x="451282" y="156950"/>
                  </a:lnTo>
                  <a:lnTo>
                    <a:pt x="453871" y="156345"/>
                  </a:lnTo>
                  <a:lnTo>
                    <a:pt x="455549" y="155689"/>
                  </a:lnTo>
                  <a:lnTo>
                    <a:pt x="456443" y="155928"/>
                  </a:lnTo>
                  <a:lnTo>
                    <a:pt x="457911" y="156932"/>
                  </a:lnTo>
                  <a:lnTo>
                    <a:pt x="459566" y="157447"/>
                  </a:lnTo>
                  <a:lnTo>
                    <a:pt x="463772" y="158990"/>
                  </a:lnTo>
                  <a:lnTo>
                    <a:pt x="465764" y="159840"/>
                  </a:lnTo>
                  <a:lnTo>
                    <a:pt x="468566" y="160660"/>
                  </a:lnTo>
                  <a:lnTo>
                    <a:pt x="471737" y="161798"/>
                  </a:lnTo>
                  <a:lnTo>
                    <a:pt x="472563" y="162199"/>
                  </a:lnTo>
                  <a:lnTo>
                    <a:pt x="475461" y="162790"/>
                  </a:lnTo>
                  <a:lnTo>
                    <a:pt x="476078" y="162991"/>
                  </a:lnTo>
                  <a:lnTo>
                    <a:pt x="477277" y="165000"/>
                  </a:lnTo>
                  <a:lnTo>
                    <a:pt x="478277" y="165223"/>
                  </a:lnTo>
                  <a:lnTo>
                    <a:pt x="481161" y="165351"/>
                  </a:lnTo>
                  <a:lnTo>
                    <a:pt x="480653" y="166130"/>
                  </a:lnTo>
                  <a:lnTo>
                    <a:pt x="477837" y="167863"/>
                  </a:lnTo>
                  <a:lnTo>
                    <a:pt x="476380" y="168416"/>
                  </a:lnTo>
                  <a:lnTo>
                    <a:pt x="476018" y="168757"/>
                  </a:lnTo>
                  <a:lnTo>
                    <a:pt x="476157" y="169367"/>
                  </a:lnTo>
                  <a:lnTo>
                    <a:pt x="476242" y="170389"/>
                  </a:lnTo>
                  <a:lnTo>
                    <a:pt x="476829" y="172269"/>
                  </a:lnTo>
                  <a:lnTo>
                    <a:pt x="477489" y="170528"/>
                  </a:lnTo>
                  <a:lnTo>
                    <a:pt x="477950" y="169707"/>
                  </a:lnTo>
                  <a:lnTo>
                    <a:pt x="478568" y="169461"/>
                  </a:lnTo>
                  <a:lnTo>
                    <a:pt x="479175" y="169425"/>
                  </a:lnTo>
                  <a:lnTo>
                    <a:pt x="481144" y="168649"/>
                  </a:lnTo>
                  <a:lnTo>
                    <a:pt x="483123" y="169066"/>
                  </a:lnTo>
                  <a:lnTo>
                    <a:pt x="483637" y="171031"/>
                  </a:lnTo>
                  <a:lnTo>
                    <a:pt x="483890" y="172865"/>
                  </a:lnTo>
                  <a:lnTo>
                    <a:pt x="483716" y="174449"/>
                  </a:lnTo>
                  <a:lnTo>
                    <a:pt x="483934" y="176911"/>
                  </a:lnTo>
                  <a:lnTo>
                    <a:pt x="483859" y="177742"/>
                  </a:lnTo>
                  <a:lnTo>
                    <a:pt x="484326" y="178462"/>
                  </a:lnTo>
                  <a:lnTo>
                    <a:pt x="484810" y="181449"/>
                  </a:lnTo>
                  <a:lnTo>
                    <a:pt x="485295" y="182346"/>
                  </a:lnTo>
                  <a:lnTo>
                    <a:pt x="484322" y="183150"/>
                  </a:lnTo>
                  <a:lnTo>
                    <a:pt x="481314" y="183500"/>
                  </a:lnTo>
                  <a:lnTo>
                    <a:pt x="480124" y="183104"/>
                  </a:lnTo>
                  <a:lnTo>
                    <a:pt x="477145" y="183236"/>
                  </a:lnTo>
                  <a:lnTo>
                    <a:pt x="477141" y="182528"/>
                  </a:lnTo>
                  <a:lnTo>
                    <a:pt x="476996" y="181717"/>
                  </a:lnTo>
                  <a:lnTo>
                    <a:pt x="476984" y="181150"/>
                  </a:lnTo>
                  <a:lnTo>
                    <a:pt x="476786" y="180637"/>
                  </a:lnTo>
                  <a:lnTo>
                    <a:pt x="476645" y="177690"/>
                  </a:lnTo>
                  <a:lnTo>
                    <a:pt x="475802" y="178418"/>
                  </a:lnTo>
                  <a:lnTo>
                    <a:pt x="475752" y="179015"/>
                  </a:lnTo>
                  <a:lnTo>
                    <a:pt x="475528" y="179623"/>
                  </a:lnTo>
                  <a:lnTo>
                    <a:pt x="475011" y="182805"/>
                  </a:lnTo>
                  <a:lnTo>
                    <a:pt x="474245" y="183586"/>
                  </a:lnTo>
                  <a:lnTo>
                    <a:pt x="471862" y="183398"/>
                  </a:lnTo>
                  <a:lnTo>
                    <a:pt x="469515" y="183514"/>
                  </a:lnTo>
                  <a:lnTo>
                    <a:pt x="468217" y="183395"/>
                  </a:lnTo>
                  <a:lnTo>
                    <a:pt x="463828" y="181942"/>
                  </a:lnTo>
                  <a:lnTo>
                    <a:pt x="462128" y="180627"/>
                  </a:lnTo>
                  <a:lnTo>
                    <a:pt x="460624" y="178651"/>
                  </a:lnTo>
                  <a:lnTo>
                    <a:pt x="459696" y="176806"/>
                  </a:lnTo>
                  <a:lnTo>
                    <a:pt x="459344" y="175091"/>
                  </a:lnTo>
                  <a:lnTo>
                    <a:pt x="458291" y="173696"/>
                  </a:lnTo>
                  <a:lnTo>
                    <a:pt x="456539" y="172620"/>
                  </a:lnTo>
                  <a:lnTo>
                    <a:pt x="454469" y="171747"/>
                  </a:lnTo>
                  <a:lnTo>
                    <a:pt x="452081" y="171080"/>
                  </a:lnTo>
                  <a:lnTo>
                    <a:pt x="449985" y="170218"/>
                  </a:lnTo>
                  <a:lnTo>
                    <a:pt x="448179" y="169164"/>
                  </a:lnTo>
                  <a:lnTo>
                    <a:pt x="446192" y="168345"/>
                  </a:lnTo>
                  <a:lnTo>
                    <a:pt x="444023" y="167760"/>
                  </a:lnTo>
                  <a:lnTo>
                    <a:pt x="440936" y="167509"/>
                  </a:lnTo>
                  <a:lnTo>
                    <a:pt x="436422" y="167601"/>
                  </a:lnTo>
                  <a:lnTo>
                    <a:pt x="433375" y="166942"/>
                  </a:lnTo>
                  <a:lnTo>
                    <a:pt x="432650" y="166998"/>
                  </a:lnTo>
                  <a:lnTo>
                    <a:pt x="431940" y="167338"/>
                  </a:lnTo>
                  <a:lnTo>
                    <a:pt x="432463" y="168308"/>
                  </a:lnTo>
                  <a:lnTo>
                    <a:pt x="435962" y="168752"/>
                  </a:lnTo>
                  <a:lnTo>
                    <a:pt x="438660" y="168854"/>
                  </a:lnTo>
                  <a:lnTo>
                    <a:pt x="442235" y="168791"/>
                  </a:lnTo>
                  <a:lnTo>
                    <a:pt x="444424" y="169040"/>
                  </a:lnTo>
                  <a:lnTo>
                    <a:pt x="445227" y="169601"/>
                  </a:lnTo>
                  <a:lnTo>
                    <a:pt x="445780" y="170600"/>
                  </a:lnTo>
                  <a:lnTo>
                    <a:pt x="446081" y="172036"/>
                  </a:lnTo>
                  <a:lnTo>
                    <a:pt x="445375" y="173177"/>
                  </a:lnTo>
                  <a:lnTo>
                    <a:pt x="442803" y="174443"/>
                  </a:lnTo>
                  <a:lnTo>
                    <a:pt x="441446" y="175036"/>
                  </a:lnTo>
                  <a:lnTo>
                    <a:pt x="437487" y="176174"/>
                  </a:lnTo>
                  <a:lnTo>
                    <a:pt x="436144" y="176428"/>
                  </a:lnTo>
                  <a:lnTo>
                    <a:pt x="432838" y="176506"/>
                  </a:lnTo>
                  <a:lnTo>
                    <a:pt x="430299" y="176396"/>
                  </a:lnTo>
                  <a:lnTo>
                    <a:pt x="426959" y="175829"/>
                  </a:lnTo>
                  <a:lnTo>
                    <a:pt x="425065" y="175713"/>
                  </a:lnTo>
                  <a:lnTo>
                    <a:pt x="421147" y="175637"/>
                  </a:lnTo>
                  <a:lnTo>
                    <a:pt x="420245" y="175836"/>
                  </a:lnTo>
                  <a:lnTo>
                    <a:pt x="421256" y="176444"/>
                  </a:lnTo>
                  <a:lnTo>
                    <a:pt x="422918" y="176789"/>
                  </a:lnTo>
                  <a:lnTo>
                    <a:pt x="424088" y="177199"/>
                  </a:lnTo>
                  <a:lnTo>
                    <a:pt x="424210" y="177976"/>
                  </a:lnTo>
                  <a:lnTo>
                    <a:pt x="423789" y="179130"/>
                  </a:lnTo>
                  <a:lnTo>
                    <a:pt x="423353" y="179935"/>
                  </a:lnTo>
                  <a:lnTo>
                    <a:pt x="422636" y="180540"/>
                  </a:lnTo>
                  <a:lnTo>
                    <a:pt x="420065" y="181686"/>
                  </a:lnTo>
                  <a:lnTo>
                    <a:pt x="419000" y="182048"/>
                  </a:lnTo>
                  <a:lnTo>
                    <a:pt x="414205" y="183248"/>
                  </a:lnTo>
                  <a:lnTo>
                    <a:pt x="413872" y="183479"/>
                  </a:lnTo>
                  <a:lnTo>
                    <a:pt x="414994" y="183447"/>
                  </a:lnTo>
                  <a:lnTo>
                    <a:pt x="418025" y="183021"/>
                  </a:lnTo>
                  <a:lnTo>
                    <a:pt x="418897" y="183033"/>
                  </a:lnTo>
                  <a:lnTo>
                    <a:pt x="423872" y="184075"/>
                  </a:lnTo>
                  <a:lnTo>
                    <a:pt x="427836" y="184013"/>
                  </a:lnTo>
                  <a:lnTo>
                    <a:pt x="435866" y="183052"/>
                  </a:lnTo>
                  <a:lnTo>
                    <a:pt x="436527" y="183071"/>
                  </a:lnTo>
                  <a:lnTo>
                    <a:pt x="437054" y="183222"/>
                  </a:lnTo>
                  <a:lnTo>
                    <a:pt x="437587" y="183582"/>
                  </a:lnTo>
                  <a:lnTo>
                    <a:pt x="438126" y="184153"/>
                  </a:lnTo>
                  <a:lnTo>
                    <a:pt x="437479" y="184705"/>
                  </a:lnTo>
                  <a:lnTo>
                    <a:pt x="435645" y="185237"/>
                  </a:lnTo>
                  <a:lnTo>
                    <a:pt x="432789" y="185763"/>
                  </a:lnTo>
                  <a:lnTo>
                    <a:pt x="431553" y="186119"/>
                  </a:lnTo>
                  <a:lnTo>
                    <a:pt x="430371" y="186657"/>
                  </a:lnTo>
                  <a:lnTo>
                    <a:pt x="428169" y="187949"/>
                  </a:lnTo>
                  <a:lnTo>
                    <a:pt x="427526" y="189292"/>
                  </a:lnTo>
                  <a:lnTo>
                    <a:pt x="429841" y="189802"/>
                  </a:lnTo>
                  <a:lnTo>
                    <a:pt x="430881" y="189156"/>
                  </a:lnTo>
                  <a:lnTo>
                    <a:pt x="432108" y="187721"/>
                  </a:lnTo>
                  <a:lnTo>
                    <a:pt x="433213" y="186879"/>
                  </a:lnTo>
                  <a:lnTo>
                    <a:pt x="435820" y="186307"/>
                  </a:lnTo>
                  <a:lnTo>
                    <a:pt x="439004" y="186598"/>
                  </a:lnTo>
                  <a:lnTo>
                    <a:pt x="441463" y="186260"/>
                  </a:lnTo>
                  <a:lnTo>
                    <a:pt x="446485" y="184846"/>
                  </a:lnTo>
                  <a:lnTo>
                    <a:pt x="447384" y="184759"/>
                  </a:lnTo>
                  <a:lnTo>
                    <a:pt x="454773" y="185570"/>
                  </a:lnTo>
                  <a:lnTo>
                    <a:pt x="461470" y="187158"/>
                  </a:lnTo>
                  <a:lnTo>
                    <a:pt x="465005" y="187742"/>
                  </a:lnTo>
                  <a:lnTo>
                    <a:pt x="469680" y="188087"/>
                  </a:lnTo>
                  <a:lnTo>
                    <a:pt x="478088" y="187930"/>
                  </a:lnTo>
                  <a:lnTo>
                    <a:pt x="478825" y="188180"/>
                  </a:lnTo>
                  <a:lnTo>
                    <a:pt x="478552" y="188743"/>
                  </a:lnTo>
                  <a:lnTo>
                    <a:pt x="478064" y="189219"/>
                  </a:lnTo>
                  <a:lnTo>
                    <a:pt x="476663" y="189884"/>
                  </a:lnTo>
                  <a:lnTo>
                    <a:pt x="474962" y="190323"/>
                  </a:lnTo>
                  <a:lnTo>
                    <a:pt x="473909" y="190447"/>
                  </a:lnTo>
                  <a:lnTo>
                    <a:pt x="473013" y="190761"/>
                  </a:lnTo>
                  <a:lnTo>
                    <a:pt x="471000" y="191068"/>
                  </a:lnTo>
                  <a:lnTo>
                    <a:pt x="470484" y="191318"/>
                  </a:lnTo>
                  <a:lnTo>
                    <a:pt x="471181" y="192407"/>
                  </a:lnTo>
                  <a:lnTo>
                    <a:pt x="470850" y="192576"/>
                  </a:lnTo>
                  <a:lnTo>
                    <a:pt x="469077" y="192594"/>
                  </a:lnTo>
                  <a:lnTo>
                    <a:pt x="466091" y="193304"/>
                  </a:lnTo>
                  <a:lnTo>
                    <a:pt x="463640" y="193253"/>
                  </a:lnTo>
                  <a:lnTo>
                    <a:pt x="463128" y="193357"/>
                  </a:lnTo>
                  <a:lnTo>
                    <a:pt x="463593" y="193621"/>
                  </a:lnTo>
                  <a:lnTo>
                    <a:pt x="464088" y="194130"/>
                  </a:lnTo>
                  <a:lnTo>
                    <a:pt x="464611" y="194884"/>
                  </a:lnTo>
                  <a:lnTo>
                    <a:pt x="464323" y="195423"/>
                  </a:lnTo>
                  <a:lnTo>
                    <a:pt x="463224" y="195744"/>
                  </a:lnTo>
                  <a:lnTo>
                    <a:pt x="462391" y="195849"/>
                  </a:lnTo>
                  <a:lnTo>
                    <a:pt x="459516" y="195399"/>
                  </a:lnTo>
                  <a:lnTo>
                    <a:pt x="459051" y="195466"/>
                  </a:lnTo>
                  <a:lnTo>
                    <a:pt x="459471" y="195789"/>
                  </a:lnTo>
                  <a:lnTo>
                    <a:pt x="459710" y="196283"/>
                  </a:lnTo>
                  <a:lnTo>
                    <a:pt x="459768" y="196948"/>
                  </a:lnTo>
                  <a:lnTo>
                    <a:pt x="459062" y="197506"/>
                  </a:lnTo>
                  <a:lnTo>
                    <a:pt x="457590" y="197955"/>
                  </a:lnTo>
                  <a:lnTo>
                    <a:pt x="454851" y="199192"/>
                  </a:lnTo>
                  <a:lnTo>
                    <a:pt x="453659" y="199545"/>
                  </a:lnTo>
                  <a:lnTo>
                    <a:pt x="451143" y="199838"/>
                  </a:lnTo>
                  <a:lnTo>
                    <a:pt x="450613" y="199999"/>
                  </a:lnTo>
                  <a:lnTo>
                    <a:pt x="451636" y="200948"/>
                  </a:lnTo>
                  <a:lnTo>
                    <a:pt x="451522" y="201329"/>
                  </a:lnTo>
                  <a:lnTo>
                    <a:pt x="449822" y="202355"/>
                  </a:lnTo>
                  <a:lnTo>
                    <a:pt x="447250" y="202996"/>
                  </a:lnTo>
                  <a:lnTo>
                    <a:pt x="446899" y="203341"/>
                  </a:lnTo>
                  <a:lnTo>
                    <a:pt x="446660" y="204268"/>
                  </a:lnTo>
                  <a:lnTo>
                    <a:pt x="446473" y="204638"/>
                  </a:lnTo>
                  <a:lnTo>
                    <a:pt x="445793" y="205169"/>
                  </a:lnTo>
                  <a:lnTo>
                    <a:pt x="443354" y="206182"/>
                  </a:lnTo>
                  <a:lnTo>
                    <a:pt x="441625" y="206686"/>
                  </a:lnTo>
                  <a:lnTo>
                    <a:pt x="440767" y="207098"/>
                  </a:lnTo>
                  <a:lnTo>
                    <a:pt x="439706" y="207787"/>
                  </a:lnTo>
                  <a:lnTo>
                    <a:pt x="438367" y="208153"/>
                  </a:lnTo>
                  <a:lnTo>
                    <a:pt x="436752" y="208196"/>
                  </a:lnTo>
                  <a:lnTo>
                    <a:pt x="435222" y="208454"/>
                  </a:lnTo>
                  <a:lnTo>
                    <a:pt x="432708" y="209187"/>
                  </a:lnTo>
                  <a:lnTo>
                    <a:pt x="430956" y="209431"/>
                  </a:lnTo>
                  <a:lnTo>
                    <a:pt x="425422" y="210698"/>
                  </a:lnTo>
                  <a:lnTo>
                    <a:pt x="422818" y="210900"/>
                  </a:lnTo>
                  <a:lnTo>
                    <a:pt x="420566" y="211353"/>
                  </a:lnTo>
                  <a:lnTo>
                    <a:pt x="415932" y="212562"/>
                  </a:lnTo>
                  <a:lnTo>
                    <a:pt x="413724" y="212951"/>
                  </a:lnTo>
                  <a:lnTo>
                    <a:pt x="412193" y="213414"/>
                  </a:lnTo>
                  <a:lnTo>
                    <a:pt x="410521" y="213546"/>
                  </a:lnTo>
                  <a:lnTo>
                    <a:pt x="407803" y="213245"/>
                  </a:lnTo>
                  <a:lnTo>
                    <a:pt x="406337" y="213235"/>
                  </a:lnTo>
                  <a:lnTo>
                    <a:pt x="405436" y="213417"/>
                  </a:lnTo>
                  <a:lnTo>
                    <a:pt x="404609" y="213788"/>
                  </a:lnTo>
                  <a:lnTo>
                    <a:pt x="403243" y="214806"/>
                  </a:lnTo>
                  <a:lnTo>
                    <a:pt x="402083" y="214885"/>
                  </a:lnTo>
                  <a:lnTo>
                    <a:pt x="398281" y="214078"/>
                  </a:lnTo>
                  <a:lnTo>
                    <a:pt x="398358" y="214443"/>
                  </a:lnTo>
                  <a:lnTo>
                    <a:pt x="399363" y="215316"/>
                  </a:lnTo>
                  <a:lnTo>
                    <a:pt x="399315" y="215936"/>
                  </a:lnTo>
                  <a:lnTo>
                    <a:pt x="397054" y="216565"/>
                  </a:lnTo>
                  <a:lnTo>
                    <a:pt x="395835" y="216726"/>
                  </a:lnTo>
                  <a:lnTo>
                    <a:pt x="394038" y="216467"/>
                  </a:lnTo>
                  <a:lnTo>
                    <a:pt x="391663" y="215789"/>
                  </a:lnTo>
                  <a:lnTo>
                    <a:pt x="388612" y="214373"/>
                  </a:lnTo>
                  <a:lnTo>
                    <a:pt x="384873" y="212212"/>
                  </a:lnTo>
                  <a:lnTo>
                    <a:pt x="383073" y="211481"/>
                  </a:lnTo>
                  <a:lnTo>
                    <a:pt x="383204" y="212175"/>
                  </a:lnTo>
                  <a:lnTo>
                    <a:pt x="383620" y="212852"/>
                  </a:lnTo>
                  <a:lnTo>
                    <a:pt x="384324" y="213513"/>
                  </a:lnTo>
                  <a:lnTo>
                    <a:pt x="384467" y="213992"/>
                  </a:lnTo>
                  <a:lnTo>
                    <a:pt x="384050" y="214289"/>
                  </a:lnTo>
                  <a:lnTo>
                    <a:pt x="383500" y="214439"/>
                  </a:lnTo>
                  <a:lnTo>
                    <a:pt x="382817" y="214441"/>
                  </a:lnTo>
                  <a:lnTo>
                    <a:pt x="382701" y="214610"/>
                  </a:lnTo>
                  <a:lnTo>
                    <a:pt x="383816" y="215641"/>
                  </a:lnTo>
                  <a:lnTo>
                    <a:pt x="384696" y="216700"/>
                  </a:lnTo>
                  <a:lnTo>
                    <a:pt x="384615" y="217705"/>
                  </a:lnTo>
                  <a:lnTo>
                    <a:pt x="383571" y="218657"/>
                  </a:lnTo>
                  <a:lnTo>
                    <a:pt x="382675" y="219216"/>
                  </a:lnTo>
                  <a:lnTo>
                    <a:pt x="381926" y="219381"/>
                  </a:lnTo>
                  <a:lnTo>
                    <a:pt x="377486" y="221756"/>
                  </a:lnTo>
                  <a:lnTo>
                    <a:pt x="376249" y="222055"/>
                  </a:lnTo>
                  <a:lnTo>
                    <a:pt x="375687" y="222348"/>
                  </a:lnTo>
                  <a:lnTo>
                    <a:pt x="375225" y="222788"/>
                  </a:lnTo>
                  <a:lnTo>
                    <a:pt x="373933" y="224754"/>
                  </a:lnTo>
                  <a:lnTo>
                    <a:pt x="373410" y="225354"/>
                  </a:lnTo>
                  <a:lnTo>
                    <a:pt x="372373" y="226135"/>
                  </a:lnTo>
                  <a:lnTo>
                    <a:pt x="371938" y="226271"/>
                  </a:lnTo>
                  <a:lnTo>
                    <a:pt x="371814" y="226589"/>
                  </a:lnTo>
                  <a:lnTo>
                    <a:pt x="372001" y="227091"/>
                  </a:lnTo>
                  <a:lnTo>
                    <a:pt x="371715" y="227928"/>
                  </a:lnTo>
                  <a:lnTo>
                    <a:pt x="370956" y="229099"/>
                  </a:lnTo>
                  <a:lnTo>
                    <a:pt x="368372" y="232334"/>
                  </a:lnTo>
                  <a:lnTo>
                    <a:pt x="366288" y="235352"/>
                  </a:lnTo>
                  <a:lnTo>
                    <a:pt x="365374" y="236340"/>
                  </a:lnTo>
                  <a:lnTo>
                    <a:pt x="364706" y="236759"/>
                  </a:lnTo>
                  <a:lnTo>
                    <a:pt x="364283" y="236609"/>
                  </a:lnTo>
                  <a:lnTo>
                    <a:pt x="363249" y="236687"/>
                  </a:lnTo>
                  <a:lnTo>
                    <a:pt x="362747" y="237218"/>
                  </a:lnTo>
                  <a:lnTo>
                    <a:pt x="362293" y="238177"/>
                  </a:lnTo>
                  <a:lnTo>
                    <a:pt x="361798" y="238909"/>
                  </a:lnTo>
                  <a:lnTo>
                    <a:pt x="361263" y="239413"/>
                  </a:lnTo>
                  <a:lnTo>
                    <a:pt x="357083" y="241583"/>
                  </a:lnTo>
                  <a:lnTo>
                    <a:pt x="356005" y="241986"/>
                  </a:lnTo>
                  <a:lnTo>
                    <a:pt x="355037" y="241731"/>
                  </a:lnTo>
                  <a:lnTo>
                    <a:pt x="353894" y="241829"/>
                  </a:lnTo>
                  <a:lnTo>
                    <a:pt x="351525" y="240682"/>
                  </a:lnTo>
                  <a:lnTo>
                    <a:pt x="351115" y="240261"/>
                  </a:lnTo>
                  <a:lnTo>
                    <a:pt x="349584" y="239320"/>
                  </a:lnTo>
                  <a:lnTo>
                    <a:pt x="349635" y="239810"/>
                  </a:lnTo>
                  <a:lnTo>
                    <a:pt x="349892" y="240081"/>
                  </a:lnTo>
                  <a:lnTo>
                    <a:pt x="350106" y="240478"/>
                  </a:lnTo>
                  <a:lnTo>
                    <a:pt x="350641" y="240964"/>
                  </a:lnTo>
                  <a:lnTo>
                    <a:pt x="351828" y="243525"/>
                  </a:lnTo>
                  <a:lnTo>
                    <a:pt x="350889" y="244051"/>
                  </a:lnTo>
                  <a:lnTo>
                    <a:pt x="350051" y="244651"/>
                  </a:lnTo>
                  <a:lnTo>
                    <a:pt x="347910" y="245663"/>
                  </a:lnTo>
                  <a:lnTo>
                    <a:pt x="345597" y="247362"/>
                  </a:lnTo>
                  <a:lnTo>
                    <a:pt x="344741" y="247837"/>
                  </a:lnTo>
                  <a:lnTo>
                    <a:pt x="344551" y="246452"/>
                  </a:lnTo>
                  <a:lnTo>
                    <a:pt x="344648" y="246039"/>
                  </a:lnTo>
                  <a:lnTo>
                    <a:pt x="343340" y="245369"/>
                  </a:lnTo>
                  <a:lnTo>
                    <a:pt x="343382" y="245851"/>
                  </a:lnTo>
                  <a:lnTo>
                    <a:pt x="343248" y="246302"/>
                  </a:lnTo>
                  <a:lnTo>
                    <a:pt x="342299" y="248095"/>
                  </a:lnTo>
                  <a:lnTo>
                    <a:pt x="342035" y="248404"/>
                  </a:lnTo>
                  <a:lnTo>
                    <a:pt x="341568" y="248335"/>
                  </a:lnTo>
                  <a:lnTo>
                    <a:pt x="340550" y="248666"/>
                  </a:lnTo>
                  <a:lnTo>
                    <a:pt x="339507" y="248509"/>
                  </a:lnTo>
                  <a:lnTo>
                    <a:pt x="338622" y="247693"/>
                  </a:lnTo>
                  <a:lnTo>
                    <a:pt x="338273" y="247270"/>
                  </a:lnTo>
                  <a:lnTo>
                    <a:pt x="336661" y="248432"/>
                  </a:lnTo>
                  <a:lnTo>
                    <a:pt x="335878" y="248403"/>
                  </a:lnTo>
                  <a:lnTo>
                    <a:pt x="335747" y="249380"/>
                  </a:lnTo>
                  <a:lnTo>
                    <a:pt x="334988" y="250270"/>
                  </a:lnTo>
                  <a:lnTo>
                    <a:pt x="333985" y="250655"/>
                  </a:lnTo>
                  <a:lnTo>
                    <a:pt x="332587" y="250625"/>
                  </a:lnTo>
                  <a:lnTo>
                    <a:pt x="331732" y="251153"/>
                  </a:lnTo>
                  <a:lnTo>
                    <a:pt x="329834" y="250587"/>
                  </a:lnTo>
                  <a:lnTo>
                    <a:pt x="329394" y="249527"/>
                  </a:lnTo>
                  <a:lnTo>
                    <a:pt x="330899" y="248074"/>
                  </a:lnTo>
                  <a:lnTo>
                    <a:pt x="331324" y="247474"/>
                  </a:lnTo>
                  <a:lnTo>
                    <a:pt x="331048" y="246737"/>
                  </a:lnTo>
                  <a:lnTo>
                    <a:pt x="331414" y="245784"/>
                  </a:lnTo>
                  <a:lnTo>
                    <a:pt x="334284" y="242762"/>
                  </a:lnTo>
                  <a:lnTo>
                    <a:pt x="336230" y="241231"/>
                  </a:lnTo>
                  <a:lnTo>
                    <a:pt x="336117" y="240959"/>
                  </a:lnTo>
                  <a:lnTo>
                    <a:pt x="333475" y="240625"/>
                  </a:lnTo>
                  <a:lnTo>
                    <a:pt x="331167" y="240100"/>
                  </a:lnTo>
                  <a:lnTo>
                    <a:pt x="328918" y="239919"/>
                  </a:lnTo>
                  <a:lnTo>
                    <a:pt x="327925" y="240099"/>
                  </a:lnTo>
                  <a:lnTo>
                    <a:pt x="329509" y="240976"/>
                  </a:lnTo>
                  <a:lnTo>
                    <a:pt x="331750" y="241829"/>
                  </a:lnTo>
                  <a:lnTo>
                    <a:pt x="330647" y="242644"/>
                  </a:lnTo>
                  <a:lnTo>
                    <a:pt x="329696" y="243508"/>
                  </a:lnTo>
                  <a:lnTo>
                    <a:pt x="328712" y="245859"/>
                  </a:lnTo>
                  <a:lnTo>
                    <a:pt x="328083" y="246822"/>
                  </a:lnTo>
                  <a:lnTo>
                    <a:pt x="325640" y="245716"/>
                  </a:lnTo>
                  <a:lnTo>
                    <a:pt x="324483" y="245342"/>
                  </a:lnTo>
                  <a:lnTo>
                    <a:pt x="325218" y="246569"/>
                  </a:lnTo>
                  <a:lnTo>
                    <a:pt x="327360" y="247732"/>
                  </a:lnTo>
                  <a:lnTo>
                    <a:pt x="327497" y="248114"/>
                  </a:lnTo>
                  <a:lnTo>
                    <a:pt x="327482" y="249498"/>
                  </a:lnTo>
                  <a:lnTo>
                    <a:pt x="323383" y="250716"/>
                  </a:lnTo>
                  <a:lnTo>
                    <a:pt x="319104" y="250901"/>
                  </a:lnTo>
                  <a:lnTo>
                    <a:pt x="316035" y="251247"/>
                  </a:lnTo>
                  <a:lnTo>
                    <a:pt x="310854" y="251667"/>
                  </a:lnTo>
                  <a:lnTo>
                    <a:pt x="308843" y="251667"/>
                  </a:lnTo>
                  <a:lnTo>
                    <a:pt x="308673" y="252137"/>
                  </a:lnTo>
                  <a:lnTo>
                    <a:pt x="313740" y="254279"/>
                  </a:lnTo>
                  <a:lnTo>
                    <a:pt x="314478" y="254672"/>
                  </a:lnTo>
                  <a:lnTo>
                    <a:pt x="313772" y="255410"/>
                  </a:lnTo>
                  <a:lnTo>
                    <a:pt x="312725" y="255869"/>
                  </a:lnTo>
                  <a:lnTo>
                    <a:pt x="311078" y="257450"/>
                  </a:lnTo>
                  <a:lnTo>
                    <a:pt x="310220" y="257994"/>
                  </a:lnTo>
                  <a:lnTo>
                    <a:pt x="308090" y="258743"/>
                  </a:lnTo>
                  <a:lnTo>
                    <a:pt x="304169" y="257908"/>
                  </a:lnTo>
                  <a:lnTo>
                    <a:pt x="302154" y="258281"/>
                  </a:lnTo>
                  <a:lnTo>
                    <a:pt x="300225" y="258018"/>
                  </a:lnTo>
                  <a:lnTo>
                    <a:pt x="300185" y="258931"/>
                  </a:lnTo>
                  <a:lnTo>
                    <a:pt x="300762" y="259598"/>
                  </a:lnTo>
                  <a:lnTo>
                    <a:pt x="301346" y="261254"/>
                  </a:lnTo>
                  <a:lnTo>
                    <a:pt x="302639" y="261125"/>
                  </a:lnTo>
                  <a:lnTo>
                    <a:pt x="304284" y="260605"/>
                  </a:lnTo>
                  <a:lnTo>
                    <a:pt x="305555" y="261859"/>
                  </a:lnTo>
                  <a:lnTo>
                    <a:pt x="306391" y="263983"/>
                  </a:lnTo>
                  <a:lnTo>
                    <a:pt x="307851" y="265060"/>
                  </a:lnTo>
                  <a:lnTo>
                    <a:pt x="308499" y="265893"/>
                  </a:lnTo>
                  <a:lnTo>
                    <a:pt x="308761" y="266679"/>
                  </a:lnTo>
                  <a:lnTo>
                    <a:pt x="307850" y="267461"/>
                  </a:lnTo>
                  <a:lnTo>
                    <a:pt x="305966" y="268568"/>
                  </a:lnTo>
                  <a:lnTo>
                    <a:pt x="303876" y="268773"/>
                  </a:lnTo>
                  <a:lnTo>
                    <a:pt x="303991" y="269649"/>
                  </a:lnTo>
                  <a:lnTo>
                    <a:pt x="303089" y="270279"/>
                  </a:lnTo>
                  <a:lnTo>
                    <a:pt x="301170" y="270095"/>
                  </a:lnTo>
                  <a:lnTo>
                    <a:pt x="300273" y="269655"/>
                  </a:lnTo>
                  <a:lnTo>
                    <a:pt x="299343" y="269447"/>
                  </a:lnTo>
                  <a:lnTo>
                    <a:pt x="295527" y="269211"/>
                  </a:lnTo>
                  <a:lnTo>
                    <a:pt x="299368" y="270898"/>
                  </a:lnTo>
                  <a:lnTo>
                    <a:pt x="300735" y="271684"/>
                  </a:lnTo>
                  <a:lnTo>
                    <a:pt x="301343" y="271218"/>
                  </a:lnTo>
                  <a:lnTo>
                    <a:pt x="302673" y="271105"/>
                  </a:lnTo>
                  <a:lnTo>
                    <a:pt x="304640" y="271535"/>
                  </a:lnTo>
                  <a:lnTo>
                    <a:pt x="304313" y="274380"/>
                  </a:lnTo>
                  <a:lnTo>
                    <a:pt x="305175" y="276687"/>
                  </a:lnTo>
                  <a:lnTo>
                    <a:pt x="305278" y="277205"/>
                  </a:lnTo>
                  <a:lnTo>
                    <a:pt x="303186" y="278587"/>
                  </a:lnTo>
                  <a:lnTo>
                    <a:pt x="303151" y="279877"/>
                  </a:lnTo>
                  <a:lnTo>
                    <a:pt x="301905" y="280237"/>
                  </a:lnTo>
                  <a:lnTo>
                    <a:pt x="300563" y="280154"/>
                  </a:lnTo>
                  <a:lnTo>
                    <a:pt x="300493" y="281570"/>
                  </a:lnTo>
                  <a:lnTo>
                    <a:pt x="299584" y="282454"/>
                  </a:lnTo>
                  <a:lnTo>
                    <a:pt x="299745" y="283007"/>
                  </a:lnTo>
                  <a:lnTo>
                    <a:pt x="300005" y="283502"/>
                  </a:lnTo>
                  <a:lnTo>
                    <a:pt x="299175" y="284402"/>
                  </a:lnTo>
                  <a:lnTo>
                    <a:pt x="298425" y="285498"/>
                  </a:lnTo>
                  <a:lnTo>
                    <a:pt x="297354" y="286457"/>
                  </a:lnTo>
                  <a:lnTo>
                    <a:pt x="296787" y="286359"/>
                  </a:lnTo>
                  <a:lnTo>
                    <a:pt x="295083" y="286421"/>
                  </a:lnTo>
                  <a:lnTo>
                    <a:pt x="293035" y="286340"/>
                  </a:lnTo>
                  <a:lnTo>
                    <a:pt x="291377" y="285094"/>
                  </a:lnTo>
                  <a:lnTo>
                    <a:pt x="290689" y="284679"/>
                  </a:lnTo>
                  <a:lnTo>
                    <a:pt x="289912" y="284408"/>
                  </a:lnTo>
                  <a:lnTo>
                    <a:pt x="290211" y="285210"/>
                  </a:lnTo>
                  <a:lnTo>
                    <a:pt x="290674" y="285692"/>
                  </a:lnTo>
                  <a:lnTo>
                    <a:pt x="292204" y="286592"/>
                  </a:lnTo>
                  <a:lnTo>
                    <a:pt x="295021" y="287705"/>
                  </a:lnTo>
                  <a:lnTo>
                    <a:pt x="294935" y="288494"/>
                  </a:lnTo>
                  <a:lnTo>
                    <a:pt x="294182" y="288837"/>
                  </a:lnTo>
                  <a:lnTo>
                    <a:pt x="292424" y="290987"/>
                  </a:lnTo>
                  <a:lnTo>
                    <a:pt x="291801" y="291033"/>
                  </a:lnTo>
                  <a:lnTo>
                    <a:pt x="291012" y="291589"/>
                  </a:lnTo>
                  <a:lnTo>
                    <a:pt x="288577" y="291403"/>
                  </a:lnTo>
                  <a:lnTo>
                    <a:pt x="287554" y="291182"/>
                  </a:lnTo>
                  <a:lnTo>
                    <a:pt x="284552" y="291323"/>
                  </a:lnTo>
                  <a:lnTo>
                    <a:pt x="283530" y="291133"/>
                  </a:lnTo>
                  <a:lnTo>
                    <a:pt x="282654" y="291223"/>
                  </a:lnTo>
                  <a:lnTo>
                    <a:pt x="283472" y="291830"/>
                  </a:lnTo>
                  <a:lnTo>
                    <a:pt x="285190" y="292376"/>
                  </a:lnTo>
                  <a:lnTo>
                    <a:pt x="287144" y="292925"/>
                  </a:lnTo>
                  <a:lnTo>
                    <a:pt x="290116" y="293339"/>
                  </a:lnTo>
                  <a:lnTo>
                    <a:pt x="290008" y="294124"/>
                  </a:lnTo>
                  <a:lnTo>
                    <a:pt x="289263" y="294768"/>
                  </a:lnTo>
                  <a:lnTo>
                    <a:pt x="289690" y="295729"/>
                  </a:lnTo>
                  <a:lnTo>
                    <a:pt x="289358" y="296419"/>
                  </a:lnTo>
                  <a:lnTo>
                    <a:pt x="289216" y="297236"/>
                  </a:lnTo>
                  <a:lnTo>
                    <a:pt x="288522" y="299138"/>
                  </a:lnTo>
                  <a:lnTo>
                    <a:pt x="289329" y="300443"/>
                  </a:lnTo>
                  <a:lnTo>
                    <a:pt x="290210" y="301080"/>
                  </a:lnTo>
                  <a:lnTo>
                    <a:pt x="290108" y="301918"/>
                  </a:lnTo>
                  <a:lnTo>
                    <a:pt x="290521" y="303260"/>
                  </a:lnTo>
                  <a:lnTo>
                    <a:pt x="289201" y="304457"/>
                  </a:lnTo>
                  <a:lnTo>
                    <a:pt x="288106" y="304412"/>
                  </a:lnTo>
                  <a:lnTo>
                    <a:pt x="286545" y="304681"/>
                  </a:lnTo>
                  <a:lnTo>
                    <a:pt x="286026" y="305209"/>
                  </a:lnTo>
                  <a:lnTo>
                    <a:pt x="288501" y="305707"/>
                  </a:lnTo>
                  <a:lnTo>
                    <a:pt x="288277" y="306604"/>
                  </a:lnTo>
                  <a:lnTo>
                    <a:pt x="287602" y="307726"/>
                  </a:lnTo>
                  <a:lnTo>
                    <a:pt x="286892" y="310156"/>
                  </a:lnTo>
                  <a:lnTo>
                    <a:pt x="285452" y="314322"/>
                  </a:lnTo>
                  <a:lnTo>
                    <a:pt x="284779" y="318459"/>
                  </a:lnTo>
                  <a:lnTo>
                    <a:pt x="281685" y="321860"/>
                  </a:lnTo>
                  <a:lnTo>
                    <a:pt x="280589" y="321954"/>
                  </a:lnTo>
                  <a:lnTo>
                    <a:pt x="280314" y="322089"/>
                  </a:lnTo>
                  <a:lnTo>
                    <a:pt x="278807" y="321914"/>
                  </a:lnTo>
                  <a:lnTo>
                    <a:pt x="276442" y="321130"/>
                  </a:lnTo>
                  <a:lnTo>
                    <a:pt x="274610" y="320871"/>
                  </a:lnTo>
                  <a:lnTo>
                    <a:pt x="273373" y="320860"/>
                  </a:lnTo>
                  <a:lnTo>
                    <a:pt x="273214" y="321250"/>
                  </a:lnTo>
                  <a:lnTo>
                    <a:pt x="274239" y="321884"/>
                  </a:lnTo>
                  <a:lnTo>
                    <a:pt x="275806" y="322149"/>
                  </a:lnTo>
                  <a:lnTo>
                    <a:pt x="277059" y="322567"/>
                  </a:lnTo>
                  <a:lnTo>
                    <a:pt x="279305" y="322958"/>
                  </a:lnTo>
                  <a:lnTo>
                    <a:pt x="280087" y="323715"/>
                  </a:lnTo>
                  <a:lnTo>
                    <a:pt x="280622" y="324521"/>
                  </a:lnTo>
                  <a:lnTo>
                    <a:pt x="280543" y="324965"/>
                  </a:lnTo>
                  <a:lnTo>
                    <a:pt x="280538" y="325490"/>
                  </a:lnTo>
                  <a:lnTo>
                    <a:pt x="280940" y="328310"/>
                  </a:lnTo>
                  <a:lnTo>
                    <a:pt x="279881" y="329285"/>
                  </a:lnTo>
                  <a:lnTo>
                    <a:pt x="279074" y="330166"/>
                  </a:lnTo>
                  <a:lnTo>
                    <a:pt x="276266" y="330044"/>
                  </a:lnTo>
                  <a:lnTo>
                    <a:pt x="275778" y="329737"/>
                  </a:lnTo>
                  <a:lnTo>
                    <a:pt x="273067" y="328808"/>
                  </a:lnTo>
                  <a:lnTo>
                    <a:pt x="273234" y="329244"/>
                  </a:lnTo>
                  <a:lnTo>
                    <a:pt x="275195" y="330506"/>
                  </a:lnTo>
                  <a:lnTo>
                    <a:pt x="275878" y="331136"/>
                  </a:lnTo>
                  <a:lnTo>
                    <a:pt x="275421" y="331266"/>
                  </a:lnTo>
                  <a:lnTo>
                    <a:pt x="274630" y="331313"/>
                  </a:lnTo>
                  <a:lnTo>
                    <a:pt x="273526" y="331738"/>
                  </a:lnTo>
                  <a:lnTo>
                    <a:pt x="271535" y="331508"/>
                  </a:lnTo>
                  <a:lnTo>
                    <a:pt x="271644" y="330869"/>
                  </a:lnTo>
                  <a:lnTo>
                    <a:pt x="272022" y="330213"/>
                  </a:lnTo>
                  <a:lnTo>
                    <a:pt x="271112" y="330324"/>
                  </a:lnTo>
                  <a:lnTo>
                    <a:pt x="270097" y="330658"/>
                  </a:lnTo>
                  <a:lnTo>
                    <a:pt x="269508" y="330535"/>
                  </a:lnTo>
                  <a:lnTo>
                    <a:pt x="269013" y="330572"/>
                  </a:lnTo>
                  <a:lnTo>
                    <a:pt x="268735" y="330243"/>
                  </a:lnTo>
                  <a:lnTo>
                    <a:pt x="268351" y="328961"/>
                  </a:lnTo>
                  <a:lnTo>
                    <a:pt x="268811" y="328316"/>
                  </a:lnTo>
                  <a:lnTo>
                    <a:pt x="270453" y="326650"/>
                  </a:lnTo>
                  <a:lnTo>
                    <a:pt x="270975" y="325755"/>
                  </a:lnTo>
                  <a:lnTo>
                    <a:pt x="270519" y="325349"/>
                  </a:lnTo>
                  <a:lnTo>
                    <a:pt x="269346" y="326308"/>
                  </a:lnTo>
                  <a:lnTo>
                    <a:pt x="268135" y="327832"/>
                  </a:lnTo>
                  <a:lnTo>
                    <a:pt x="267598" y="328753"/>
                  </a:lnTo>
                  <a:lnTo>
                    <a:pt x="266839" y="328932"/>
                  </a:lnTo>
                  <a:lnTo>
                    <a:pt x="264957" y="328468"/>
                  </a:lnTo>
                  <a:lnTo>
                    <a:pt x="259593" y="326334"/>
                  </a:lnTo>
                  <a:lnTo>
                    <a:pt x="259753" y="325036"/>
                  </a:lnTo>
                  <a:lnTo>
                    <a:pt x="259701" y="323962"/>
                  </a:lnTo>
                  <a:lnTo>
                    <a:pt x="261265" y="323826"/>
                  </a:lnTo>
                  <a:lnTo>
                    <a:pt x="262402" y="323359"/>
                  </a:lnTo>
                  <a:lnTo>
                    <a:pt x="263420" y="322787"/>
                  </a:lnTo>
                  <a:lnTo>
                    <a:pt x="264567" y="321745"/>
                  </a:lnTo>
                  <a:lnTo>
                    <a:pt x="265618" y="320024"/>
                  </a:lnTo>
                  <a:lnTo>
                    <a:pt x="265482" y="319894"/>
                  </a:lnTo>
                  <a:lnTo>
                    <a:pt x="262398" y="322090"/>
                  </a:lnTo>
                  <a:lnTo>
                    <a:pt x="260501" y="322824"/>
                  </a:lnTo>
                  <a:lnTo>
                    <a:pt x="259581" y="322958"/>
                  </a:lnTo>
                  <a:lnTo>
                    <a:pt x="259123" y="322633"/>
                  </a:lnTo>
                  <a:lnTo>
                    <a:pt x="257596" y="321927"/>
                  </a:lnTo>
                  <a:lnTo>
                    <a:pt x="256604" y="321606"/>
                  </a:lnTo>
                  <a:lnTo>
                    <a:pt x="254341" y="321082"/>
                  </a:lnTo>
                  <a:lnTo>
                    <a:pt x="253942" y="320799"/>
                  </a:lnTo>
                  <a:lnTo>
                    <a:pt x="253279" y="320576"/>
                  </a:lnTo>
                  <a:lnTo>
                    <a:pt x="252377" y="318333"/>
                  </a:lnTo>
                  <a:lnTo>
                    <a:pt x="253544" y="315610"/>
                  </a:lnTo>
                  <a:lnTo>
                    <a:pt x="254347" y="314820"/>
                  </a:lnTo>
                  <a:lnTo>
                    <a:pt x="254856" y="313903"/>
                  </a:lnTo>
                  <a:lnTo>
                    <a:pt x="255145" y="312689"/>
                  </a:lnTo>
                  <a:lnTo>
                    <a:pt x="254948" y="312171"/>
                  </a:lnTo>
                  <a:lnTo>
                    <a:pt x="254266" y="312349"/>
                  </a:lnTo>
                  <a:lnTo>
                    <a:pt x="253950" y="312764"/>
                  </a:lnTo>
                  <a:lnTo>
                    <a:pt x="254000" y="313414"/>
                  </a:lnTo>
                  <a:lnTo>
                    <a:pt x="253609" y="313866"/>
                  </a:lnTo>
                  <a:lnTo>
                    <a:pt x="250913" y="314904"/>
                  </a:lnTo>
                  <a:lnTo>
                    <a:pt x="248210" y="315745"/>
                  </a:lnTo>
                  <a:lnTo>
                    <a:pt x="246929" y="316542"/>
                  </a:lnTo>
                  <a:lnTo>
                    <a:pt x="246098" y="317165"/>
                  </a:lnTo>
                  <a:lnTo>
                    <a:pt x="245447" y="317777"/>
                  </a:lnTo>
                  <a:lnTo>
                    <a:pt x="244451" y="317722"/>
                  </a:lnTo>
                  <a:lnTo>
                    <a:pt x="243078" y="317848"/>
                  </a:lnTo>
                  <a:lnTo>
                    <a:pt x="242136" y="318245"/>
                  </a:lnTo>
                  <a:lnTo>
                    <a:pt x="240761" y="318001"/>
                  </a:lnTo>
                  <a:lnTo>
                    <a:pt x="239863" y="317411"/>
                  </a:lnTo>
                  <a:lnTo>
                    <a:pt x="238781" y="317344"/>
                  </a:lnTo>
                  <a:lnTo>
                    <a:pt x="237566" y="317628"/>
                  </a:lnTo>
                  <a:lnTo>
                    <a:pt x="236726" y="317603"/>
                  </a:lnTo>
                  <a:lnTo>
                    <a:pt x="236796" y="318004"/>
                  </a:lnTo>
                  <a:lnTo>
                    <a:pt x="237353" y="318989"/>
                  </a:lnTo>
                  <a:lnTo>
                    <a:pt x="236426" y="319055"/>
                  </a:lnTo>
                  <a:lnTo>
                    <a:pt x="234666" y="319094"/>
                  </a:lnTo>
                  <a:lnTo>
                    <a:pt x="233781" y="318809"/>
                  </a:lnTo>
                  <a:lnTo>
                    <a:pt x="233088" y="318435"/>
                  </a:lnTo>
                  <a:lnTo>
                    <a:pt x="232509" y="317910"/>
                  </a:lnTo>
                  <a:lnTo>
                    <a:pt x="232857" y="317226"/>
                  </a:lnTo>
                  <a:lnTo>
                    <a:pt x="235688" y="315973"/>
                  </a:lnTo>
                  <a:lnTo>
                    <a:pt x="236971" y="315247"/>
                  </a:lnTo>
                  <a:lnTo>
                    <a:pt x="236134" y="314998"/>
                  </a:lnTo>
                  <a:lnTo>
                    <a:pt x="233416" y="315224"/>
                  </a:lnTo>
                  <a:lnTo>
                    <a:pt x="232964" y="315036"/>
                  </a:lnTo>
                  <a:lnTo>
                    <a:pt x="231143" y="315150"/>
                  </a:lnTo>
                  <a:lnTo>
                    <a:pt x="231221" y="313285"/>
                  </a:lnTo>
                  <a:lnTo>
                    <a:pt x="230778" y="312822"/>
                  </a:lnTo>
                  <a:lnTo>
                    <a:pt x="230748" y="312602"/>
                  </a:lnTo>
                  <a:lnTo>
                    <a:pt x="230117" y="312082"/>
                  </a:lnTo>
                  <a:lnTo>
                    <a:pt x="229520" y="311953"/>
                  </a:lnTo>
                  <a:lnTo>
                    <a:pt x="229149" y="311765"/>
                  </a:lnTo>
                  <a:lnTo>
                    <a:pt x="226075" y="311346"/>
                  </a:lnTo>
                  <a:lnTo>
                    <a:pt x="225673" y="310306"/>
                  </a:lnTo>
                  <a:lnTo>
                    <a:pt x="225459" y="309236"/>
                  </a:lnTo>
                  <a:lnTo>
                    <a:pt x="224872" y="307909"/>
                  </a:lnTo>
                  <a:lnTo>
                    <a:pt x="223401" y="307563"/>
                  </a:lnTo>
                  <a:lnTo>
                    <a:pt x="222603" y="306988"/>
                  </a:lnTo>
                  <a:lnTo>
                    <a:pt x="223235" y="306399"/>
                  </a:lnTo>
                  <a:lnTo>
                    <a:pt x="223511" y="305653"/>
                  </a:lnTo>
                  <a:lnTo>
                    <a:pt x="222828" y="305312"/>
                  </a:lnTo>
                  <a:lnTo>
                    <a:pt x="222393" y="304786"/>
                  </a:lnTo>
                  <a:lnTo>
                    <a:pt x="222457" y="304444"/>
                  </a:lnTo>
                  <a:lnTo>
                    <a:pt x="221904" y="303520"/>
                  </a:lnTo>
                  <a:lnTo>
                    <a:pt x="221740" y="302800"/>
                  </a:lnTo>
                  <a:lnTo>
                    <a:pt x="222372" y="302124"/>
                  </a:lnTo>
                  <a:lnTo>
                    <a:pt x="224110" y="301360"/>
                  </a:lnTo>
                  <a:lnTo>
                    <a:pt x="224670" y="301052"/>
                  </a:lnTo>
                  <a:lnTo>
                    <a:pt x="224962" y="300719"/>
                  </a:lnTo>
                  <a:lnTo>
                    <a:pt x="226958" y="300157"/>
                  </a:lnTo>
                  <a:lnTo>
                    <a:pt x="225260" y="299759"/>
                  </a:lnTo>
                  <a:lnTo>
                    <a:pt x="224198" y="299698"/>
                  </a:lnTo>
                  <a:lnTo>
                    <a:pt x="223424" y="299883"/>
                  </a:lnTo>
                  <a:lnTo>
                    <a:pt x="222708" y="300630"/>
                  </a:lnTo>
                  <a:lnTo>
                    <a:pt x="222040" y="301126"/>
                  </a:lnTo>
                  <a:lnTo>
                    <a:pt x="219436" y="301288"/>
                  </a:lnTo>
                  <a:lnTo>
                    <a:pt x="219053" y="301032"/>
                  </a:lnTo>
                  <a:lnTo>
                    <a:pt x="218872" y="299977"/>
                  </a:lnTo>
                  <a:lnTo>
                    <a:pt x="219020" y="299164"/>
                  </a:lnTo>
                  <a:lnTo>
                    <a:pt x="220101" y="298022"/>
                  </a:lnTo>
                  <a:lnTo>
                    <a:pt x="218855" y="297456"/>
                  </a:lnTo>
                  <a:lnTo>
                    <a:pt x="217712" y="297272"/>
                  </a:lnTo>
                  <a:lnTo>
                    <a:pt x="216413" y="296743"/>
                  </a:lnTo>
                  <a:lnTo>
                    <a:pt x="215213" y="296184"/>
                  </a:lnTo>
                  <a:lnTo>
                    <a:pt x="214182" y="295534"/>
                  </a:lnTo>
                  <a:lnTo>
                    <a:pt x="213179" y="294766"/>
                  </a:lnTo>
                  <a:lnTo>
                    <a:pt x="212857" y="294668"/>
                  </a:lnTo>
                  <a:lnTo>
                    <a:pt x="213219" y="293865"/>
                  </a:lnTo>
                  <a:lnTo>
                    <a:pt x="213423" y="293205"/>
                  </a:lnTo>
                  <a:lnTo>
                    <a:pt x="213455" y="291787"/>
                  </a:lnTo>
                  <a:lnTo>
                    <a:pt x="213051" y="291198"/>
                  </a:lnTo>
                  <a:lnTo>
                    <a:pt x="213949" y="289987"/>
                  </a:lnTo>
                  <a:lnTo>
                    <a:pt x="215158" y="288663"/>
                  </a:lnTo>
                  <a:lnTo>
                    <a:pt x="217834" y="286698"/>
                  </a:lnTo>
                  <a:lnTo>
                    <a:pt x="215004" y="287645"/>
                  </a:lnTo>
                  <a:lnTo>
                    <a:pt x="212676" y="289709"/>
                  </a:lnTo>
                  <a:lnTo>
                    <a:pt x="212186" y="289803"/>
                  </a:lnTo>
                  <a:lnTo>
                    <a:pt x="212015" y="289429"/>
                  </a:lnTo>
                  <a:lnTo>
                    <a:pt x="211132" y="288089"/>
                  </a:lnTo>
                  <a:lnTo>
                    <a:pt x="210465" y="287723"/>
                  </a:lnTo>
                  <a:lnTo>
                    <a:pt x="210167" y="287320"/>
                  </a:lnTo>
                  <a:lnTo>
                    <a:pt x="208843" y="286605"/>
                  </a:lnTo>
                  <a:lnTo>
                    <a:pt x="208268" y="286054"/>
                  </a:lnTo>
                  <a:lnTo>
                    <a:pt x="207452" y="284992"/>
                  </a:lnTo>
                  <a:lnTo>
                    <a:pt x="206292" y="283728"/>
                  </a:lnTo>
                  <a:lnTo>
                    <a:pt x="204641" y="281233"/>
                  </a:lnTo>
                  <a:lnTo>
                    <a:pt x="201980" y="278362"/>
                  </a:lnTo>
                  <a:lnTo>
                    <a:pt x="201324" y="276748"/>
                  </a:lnTo>
                  <a:lnTo>
                    <a:pt x="202148" y="274701"/>
                  </a:lnTo>
                  <a:lnTo>
                    <a:pt x="201236" y="273287"/>
                  </a:lnTo>
                  <a:lnTo>
                    <a:pt x="203766" y="272634"/>
                  </a:lnTo>
                  <a:lnTo>
                    <a:pt x="207385" y="271900"/>
                  </a:lnTo>
                  <a:lnTo>
                    <a:pt x="209260" y="271290"/>
                  </a:lnTo>
                  <a:lnTo>
                    <a:pt x="210342" y="271108"/>
                  </a:lnTo>
                  <a:lnTo>
                    <a:pt x="212642" y="270996"/>
                  </a:lnTo>
                  <a:lnTo>
                    <a:pt x="213410" y="270384"/>
                  </a:lnTo>
                  <a:lnTo>
                    <a:pt x="212131" y="270539"/>
                  </a:lnTo>
                  <a:lnTo>
                    <a:pt x="211273" y="270459"/>
                  </a:lnTo>
                  <a:lnTo>
                    <a:pt x="211219" y="270174"/>
                  </a:lnTo>
                  <a:lnTo>
                    <a:pt x="211537" y="269665"/>
                  </a:lnTo>
                  <a:lnTo>
                    <a:pt x="211742" y="269009"/>
                  </a:lnTo>
                  <a:lnTo>
                    <a:pt x="211303" y="269128"/>
                  </a:lnTo>
                  <a:lnTo>
                    <a:pt x="209055" y="270257"/>
                  </a:lnTo>
                  <a:lnTo>
                    <a:pt x="205732" y="271154"/>
                  </a:lnTo>
                  <a:lnTo>
                    <a:pt x="203136" y="271656"/>
                  </a:lnTo>
                  <a:lnTo>
                    <a:pt x="202716" y="271629"/>
                  </a:lnTo>
                  <a:lnTo>
                    <a:pt x="201808" y="271932"/>
                  </a:lnTo>
                  <a:lnTo>
                    <a:pt x="201286" y="272019"/>
                  </a:lnTo>
                  <a:lnTo>
                    <a:pt x="200882" y="271933"/>
                  </a:lnTo>
                  <a:lnTo>
                    <a:pt x="199963" y="271075"/>
                  </a:lnTo>
                  <a:lnTo>
                    <a:pt x="199719" y="270512"/>
                  </a:lnTo>
                  <a:lnTo>
                    <a:pt x="201366" y="268990"/>
                  </a:lnTo>
                  <a:lnTo>
                    <a:pt x="202596" y="266912"/>
                  </a:lnTo>
                  <a:lnTo>
                    <a:pt x="204225" y="265553"/>
                  </a:lnTo>
                  <a:lnTo>
                    <a:pt x="205376" y="265383"/>
                  </a:lnTo>
                  <a:lnTo>
                    <a:pt x="207300" y="265456"/>
                  </a:lnTo>
                  <a:lnTo>
                    <a:pt x="207978" y="265576"/>
                  </a:lnTo>
                  <a:lnTo>
                    <a:pt x="207762" y="264769"/>
                  </a:lnTo>
                  <a:lnTo>
                    <a:pt x="207843" y="264381"/>
                  </a:lnTo>
                  <a:lnTo>
                    <a:pt x="209403" y="263913"/>
                  </a:lnTo>
                  <a:lnTo>
                    <a:pt x="211221" y="263704"/>
                  </a:lnTo>
                  <a:lnTo>
                    <a:pt x="212517" y="263852"/>
                  </a:lnTo>
                  <a:lnTo>
                    <a:pt x="213332" y="264798"/>
                  </a:lnTo>
                  <a:lnTo>
                    <a:pt x="214380" y="266544"/>
                  </a:lnTo>
                  <a:lnTo>
                    <a:pt x="215792" y="267134"/>
                  </a:lnTo>
                  <a:lnTo>
                    <a:pt x="215730" y="266295"/>
                  </a:lnTo>
                  <a:lnTo>
                    <a:pt x="214997" y="265214"/>
                  </a:lnTo>
                  <a:lnTo>
                    <a:pt x="214726" y="263557"/>
                  </a:lnTo>
                  <a:lnTo>
                    <a:pt x="213796" y="262858"/>
                  </a:lnTo>
                  <a:lnTo>
                    <a:pt x="213049" y="262513"/>
                  </a:lnTo>
                  <a:lnTo>
                    <a:pt x="210986" y="262681"/>
                  </a:lnTo>
                  <a:lnTo>
                    <a:pt x="209745" y="261470"/>
                  </a:lnTo>
                  <a:lnTo>
                    <a:pt x="209464" y="261026"/>
                  </a:lnTo>
                  <a:lnTo>
                    <a:pt x="209431" y="260435"/>
                  </a:lnTo>
                  <a:lnTo>
                    <a:pt x="208193" y="258701"/>
                  </a:lnTo>
                  <a:lnTo>
                    <a:pt x="207795" y="257835"/>
                  </a:lnTo>
                  <a:lnTo>
                    <a:pt x="207138" y="256681"/>
                  </a:lnTo>
                  <a:lnTo>
                    <a:pt x="206788" y="256619"/>
                  </a:lnTo>
                  <a:lnTo>
                    <a:pt x="207232" y="258072"/>
                  </a:lnTo>
                  <a:lnTo>
                    <a:pt x="207813" y="259094"/>
                  </a:lnTo>
                  <a:lnTo>
                    <a:pt x="208641" y="261342"/>
                  </a:lnTo>
                  <a:lnTo>
                    <a:pt x="209050" y="262248"/>
                  </a:lnTo>
                  <a:lnTo>
                    <a:pt x="208496" y="262965"/>
                  </a:lnTo>
                  <a:lnTo>
                    <a:pt x="207447" y="263676"/>
                  </a:lnTo>
                  <a:lnTo>
                    <a:pt x="206519" y="264099"/>
                  </a:lnTo>
                  <a:lnTo>
                    <a:pt x="204329" y="264607"/>
                  </a:lnTo>
                  <a:lnTo>
                    <a:pt x="204800" y="263501"/>
                  </a:lnTo>
                  <a:lnTo>
                    <a:pt x="205101" y="262413"/>
                  </a:lnTo>
                  <a:lnTo>
                    <a:pt x="204000" y="262799"/>
                  </a:lnTo>
                  <a:lnTo>
                    <a:pt x="202976" y="263587"/>
                  </a:lnTo>
                  <a:lnTo>
                    <a:pt x="202623" y="264682"/>
                  </a:lnTo>
                  <a:lnTo>
                    <a:pt x="201965" y="265676"/>
                  </a:lnTo>
                  <a:lnTo>
                    <a:pt x="200013" y="268113"/>
                  </a:lnTo>
                  <a:lnTo>
                    <a:pt x="199244" y="269468"/>
                  </a:lnTo>
                  <a:lnTo>
                    <a:pt x="198517" y="270137"/>
                  </a:lnTo>
                  <a:lnTo>
                    <a:pt x="197687" y="270321"/>
                  </a:lnTo>
                  <a:lnTo>
                    <a:pt x="196968" y="269791"/>
                  </a:lnTo>
                  <a:lnTo>
                    <a:pt x="196357" y="268545"/>
                  </a:lnTo>
                  <a:lnTo>
                    <a:pt x="196071" y="267571"/>
                  </a:lnTo>
                  <a:lnTo>
                    <a:pt x="196037" y="265045"/>
                  </a:lnTo>
                  <a:lnTo>
                    <a:pt x="196114" y="263866"/>
                  </a:lnTo>
                  <a:lnTo>
                    <a:pt x="195782" y="262278"/>
                  </a:lnTo>
                  <a:lnTo>
                    <a:pt x="194728" y="258580"/>
                  </a:lnTo>
                  <a:lnTo>
                    <a:pt x="194505" y="257264"/>
                  </a:lnTo>
                  <a:lnTo>
                    <a:pt x="192720" y="256564"/>
                  </a:lnTo>
                  <a:lnTo>
                    <a:pt x="192695" y="256337"/>
                  </a:lnTo>
                  <a:lnTo>
                    <a:pt x="192228" y="255588"/>
                  </a:lnTo>
                  <a:lnTo>
                    <a:pt x="191868" y="254838"/>
                  </a:lnTo>
                  <a:lnTo>
                    <a:pt x="192166" y="254564"/>
                  </a:lnTo>
                  <a:lnTo>
                    <a:pt x="192590" y="254366"/>
                  </a:lnTo>
                  <a:lnTo>
                    <a:pt x="195256" y="253260"/>
                  </a:lnTo>
                  <a:lnTo>
                    <a:pt x="197232" y="252022"/>
                  </a:lnTo>
                  <a:lnTo>
                    <a:pt x="199594" y="250081"/>
                  </a:lnTo>
                  <a:lnTo>
                    <a:pt x="200558" y="249477"/>
                  </a:lnTo>
                  <a:lnTo>
                    <a:pt x="204023" y="249013"/>
                  </a:lnTo>
                  <a:lnTo>
                    <a:pt x="205561" y="248949"/>
                  </a:lnTo>
                  <a:lnTo>
                    <a:pt x="205547" y="248604"/>
                  </a:lnTo>
                  <a:lnTo>
                    <a:pt x="205031" y="248467"/>
                  </a:lnTo>
                  <a:lnTo>
                    <a:pt x="202690" y="248557"/>
                  </a:lnTo>
                  <a:lnTo>
                    <a:pt x="199572" y="249333"/>
                  </a:lnTo>
                  <a:lnTo>
                    <a:pt x="199038" y="249613"/>
                  </a:lnTo>
                  <a:lnTo>
                    <a:pt x="197673" y="250822"/>
                  </a:lnTo>
                  <a:lnTo>
                    <a:pt x="196621" y="251482"/>
                  </a:lnTo>
                  <a:lnTo>
                    <a:pt x="193661" y="252990"/>
                  </a:lnTo>
                  <a:lnTo>
                    <a:pt x="191740" y="252989"/>
                  </a:lnTo>
                  <a:lnTo>
                    <a:pt x="189756" y="251184"/>
                  </a:lnTo>
                  <a:lnTo>
                    <a:pt x="187542" y="251530"/>
                  </a:lnTo>
                  <a:lnTo>
                    <a:pt x="186048" y="251411"/>
                  </a:lnTo>
                  <a:lnTo>
                    <a:pt x="185612" y="251139"/>
                  </a:lnTo>
                  <a:lnTo>
                    <a:pt x="185283" y="248673"/>
                  </a:lnTo>
                  <a:lnTo>
                    <a:pt x="186488" y="245795"/>
                  </a:lnTo>
                  <a:lnTo>
                    <a:pt x="185188" y="245769"/>
                  </a:lnTo>
                  <a:lnTo>
                    <a:pt x="184919" y="245652"/>
                  </a:lnTo>
                  <a:lnTo>
                    <a:pt x="184233" y="244997"/>
                  </a:lnTo>
                  <a:lnTo>
                    <a:pt x="183785" y="244802"/>
                  </a:lnTo>
                  <a:lnTo>
                    <a:pt x="184118" y="244455"/>
                  </a:lnTo>
                  <a:lnTo>
                    <a:pt x="187325" y="243093"/>
                  </a:lnTo>
                  <a:lnTo>
                    <a:pt x="192122" y="240422"/>
                  </a:lnTo>
                  <a:lnTo>
                    <a:pt x="194187" y="239372"/>
                  </a:lnTo>
                  <a:lnTo>
                    <a:pt x="195461" y="238920"/>
                  </a:lnTo>
                  <a:lnTo>
                    <a:pt x="196424" y="238401"/>
                  </a:lnTo>
                  <a:lnTo>
                    <a:pt x="197597" y="237277"/>
                  </a:lnTo>
                  <a:lnTo>
                    <a:pt x="197984" y="236785"/>
                  </a:lnTo>
                  <a:lnTo>
                    <a:pt x="198638" y="236389"/>
                  </a:lnTo>
                  <a:lnTo>
                    <a:pt x="200017" y="235942"/>
                  </a:lnTo>
                  <a:lnTo>
                    <a:pt x="201524" y="235266"/>
                  </a:lnTo>
                  <a:lnTo>
                    <a:pt x="203970" y="233744"/>
                  </a:lnTo>
                  <a:lnTo>
                    <a:pt x="204287" y="233181"/>
                  </a:lnTo>
                  <a:lnTo>
                    <a:pt x="203757" y="233050"/>
                  </a:lnTo>
                  <a:lnTo>
                    <a:pt x="202613" y="233569"/>
                  </a:lnTo>
                  <a:lnTo>
                    <a:pt x="200288" y="234960"/>
                  </a:lnTo>
                  <a:lnTo>
                    <a:pt x="198629" y="235743"/>
                  </a:lnTo>
                  <a:lnTo>
                    <a:pt x="192970" y="239246"/>
                  </a:lnTo>
                  <a:lnTo>
                    <a:pt x="190561" y="240522"/>
                  </a:lnTo>
                  <a:lnTo>
                    <a:pt x="189250" y="241336"/>
                  </a:lnTo>
                  <a:lnTo>
                    <a:pt x="188233" y="242114"/>
                  </a:lnTo>
                  <a:lnTo>
                    <a:pt x="187156" y="242667"/>
                  </a:lnTo>
                  <a:lnTo>
                    <a:pt x="186018" y="242998"/>
                  </a:lnTo>
                  <a:lnTo>
                    <a:pt x="183589" y="243246"/>
                  </a:lnTo>
                  <a:lnTo>
                    <a:pt x="182397" y="243533"/>
                  </a:lnTo>
                  <a:lnTo>
                    <a:pt x="181679" y="243322"/>
                  </a:lnTo>
                  <a:lnTo>
                    <a:pt x="181363" y="241661"/>
                  </a:lnTo>
                  <a:lnTo>
                    <a:pt x="181604" y="240678"/>
                  </a:lnTo>
                  <a:lnTo>
                    <a:pt x="181489" y="239707"/>
                  </a:lnTo>
                  <a:lnTo>
                    <a:pt x="182095" y="238318"/>
                  </a:lnTo>
                  <a:lnTo>
                    <a:pt x="182994" y="237333"/>
                  </a:lnTo>
                  <a:lnTo>
                    <a:pt x="183371" y="236799"/>
                  </a:lnTo>
                  <a:lnTo>
                    <a:pt x="183533" y="236431"/>
                  </a:lnTo>
                  <a:lnTo>
                    <a:pt x="185387" y="235414"/>
                  </a:lnTo>
                  <a:lnTo>
                    <a:pt x="186410" y="234963"/>
                  </a:lnTo>
                  <a:lnTo>
                    <a:pt x="187132" y="233945"/>
                  </a:lnTo>
                  <a:lnTo>
                    <a:pt x="191249" y="233583"/>
                  </a:lnTo>
                  <a:lnTo>
                    <a:pt x="192309" y="233619"/>
                  </a:lnTo>
                  <a:lnTo>
                    <a:pt x="192873" y="233483"/>
                  </a:lnTo>
                  <a:lnTo>
                    <a:pt x="193295" y="233187"/>
                  </a:lnTo>
                  <a:lnTo>
                    <a:pt x="192890" y="232958"/>
                  </a:lnTo>
                  <a:lnTo>
                    <a:pt x="191656" y="232797"/>
                  </a:lnTo>
                  <a:lnTo>
                    <a:pt x="188377" y="232828"/>
                  </a:lnTo>
                  <a:lnTo>
                    <a:pt x="185347" y="232653"/>
                  </a:lnTo>
                  <a:lnTo>
                    <a:pt x="183965" y="232478"/>
                  </a:lnTo>
                  <a:lnTo>
                    <a:pt x="183298" y="232580"/>
                  </a:lnTo>
                  <a:lnTo>
                    <a:pt x="182196" y="232283"/>
                  </a:lnTo>
                  <a:lnTo>
                    <a:pt x="180993" y="231718"/>
                  </a:lnTo>
                  <a:lnTo>
                    <a:pt x="179127" y="229638"/>
                  </a:lnTo>
                  <a:lnTo>
                    <a:pt x="179874" y="226969"/>
                  </a:lnTo>
                  <a:lnTo>
                    <a:pt x="179939" y="225696"/>
                  </a:lnTo>
                  <a:lnTo>
                    <a:pt x="182311" y="224580"/>
                  </a:lnTo>
                  <a:lnTo>
                    <a:pt x="183579" y="224210"/>
                  </a:lnTo>
                  <a:lnTo>
                    <a:pt x="185379" y="223370"/>
                  </a:lnTo>
                  <a:lnTo>
                    <a:pt x="187783" y="221943"/>
                  </a:lnTo>
                  <a:lnTo>
                    <a:pt x="190650" y="221072"/>
                  </a:lnTo>
                  <a:lnTo>
                    <a:pt x="192111" y="220911"/>
                  </a:lnTo>
                  <a:lnTo>
                    <a:pt x="193326" y="221035"/>
                  </a:lnTo>
                  <a:lnTo>
                    <a:pt x="197815" y="222271"/>
                  </a:lnTo>
                  <a:lnTo>
                    <a:pt x="200124" y="222513"/>
                  </a:lnTo>
                  <a:lnTo>
                    <a:pt x="202153" y="222215"/>
                  </a:lnTo>
                  <a:lnTo>
                    <a:pt x="204699" y="222651"/>
                  </a:lnTo>
                  <a:lnTo>
                    <a:pt x="209203" y="224431"/>
                  </a:lnTo>
                  <a:lnTo>
                    <a:pt x="210073" y="224165"/>
                  </a:lnTo>
                  <a:lnTo>
                    <a:pt x="209821" y="223734"/>
                  </a:lnTo>
                  <a:lnTo>
                    <a:pt x="204798" y="221855"/>
                  </a:lnTo>
                  <a:lnTo>
                    <a:pt x="204827" y="221293"/>
                  </a:lnTo>
                  <a:lnTo>
                    <a:pt x="206113" y="221146"/>
                  </a:lnTo>
                  <a:lnTo>
                    <a:pt x="207485" y="220600"/>
                  </a:lnTo>
                  <a:lnTo>
                    <a:pt x="206711" y="220278"/>
                  </a:lnTo>
                  <a:lnTo>
                    <a:pt x="203375" y="220558"/>
                  </a:lnTo>
                  <a:lnTo>
                    <a:pt x="202412" y="221005"/>
                  </a:lnTo>
                  <a:lnTo>
                    <a:pt x="199176" y="221238"/>
                  </a:lnTo>
                  <a:lnTo>
                    <a:pt x="197486" y="220856"/>
                  </a:lnTo>
                  <a:lnTo>
                    <a:pt x="195969" y="220667"/>
                  </a:lnTo>
                  <a:lnTo>
                    <a:pt x="193693" y="219856"/>
                  </a:lnTo>
                  <a:lnTo>
                    <a:pt x="191788" y="220121"/>
                  </a:lnTo>
                  <a:lnTo>
                    <a:pt x="190586" y="220441"/>
                  </a:lnTo>
                  <a:lnTo>
                    <a:pt x="188456" y="220744"/>
                  </a:lnTo>
                  <a:lnTo>
                    <a:pt x="187688" y="220960"/>
                  </a:lnTo>
                  <a:lnTo>
                    <a:pt x="183532" y="223515"/>
                  </a:lnTo>
                  <a:lnTo>
                    <a:pt x="181784" y="224046"/>
                  </a:lnTo>
                  <a:lnTo>
                    <a:pt x="180539" y="223871"/>
                  </a:lnTo>
                  <a:lnTo>
                    <a:pt x="181413" y="222208"/>
                  </a:lnTo>
                  <a:lnTo>
                    <a:pt x="181665" y="221551"/>
                  </a:lnTo>
                  <a:lnTo>
                    <a:pt x="181663" y="220836"/>
                  </a:lnTo>
                  <a:lnTo>
                    <a:pt x="182026" y="219857"/>
                  </a:lnTo>
                  <a:lnTo>
                    <a:pt x="184155" y="217992"/>
                  </a:lnTo>
                  <a:lnTo>
                    <a:pt x="185495" y="215950"/>
                  </a:lnTo>
                  <a:lnTo>
                    <a:pt x="186060" y="214683"/>
                  </a:lnTo>
                  <a:lnTo>
                    <a:pt x="187107" y="214541"/>
                  </a:lnTo>
                  <a:lnTo>
                    <a:pt x="188537" y="214728"/>
                  </a:lnTo>
                  <a:lnTo>
                    <a:pt x="192829" y="215549"/>
                  </a:lnTo>
                  <a:lnTo>
                    <a:pt x="196402" y="216528"/>
                  </a:lnTo>
                  <a:lnTo>
                    <a:pt x="199037" y="216790"/>
                  </a:lnTo>
                  <a:lnTo>
                    <a:pt x="200769" y="216817"/>
                  </a:lnTo>
                  <a:lnTo>
                    <a:pt x="201512" y="216505"/>
                  </a:lnTo>
                  <a:lnTo>
                    <a:pt x="202097" y="215962"/>
                  </a:lnTo>
                  <a:lnTo>
                    <a:pt x="202323" y="215586"/>
                  </a:lnTo>
                  <a:lnTo>
                    <a:pt x="202493" y="214817"/>
                  </a:lnTo>
                  <a:lnTo>
                    <a:pt x="202691" y="214543"/>
                  </a:lnTo>
                  <a:lnTo>
                    <a:pt x="203270" y="214208"/>
                  </a:lnTo>
                  <a:lnTo>
                    <a:pt x="204455" y="213040"/>
                  </a:lnTo>
                  <a:lnTo>
                    <a:pt x="204816" y="212208"/>
                  </a:lnTo>
                  <a:lnTo>
                    <a:pt x="204428" y="211724"/>
                  </a:lnTo>
                  <a:lnTo>
                    <a:pt x="203640" y="211774"/>
                  </a:lnTo>
                  <a:lnTo>
                    <a:pt x="202101" y="212092"/>
                  </a:lnTo>
                  <a:lnTo>
                    <a:pt x="201893" y="212225"/>
                  </a:lnTo>
                  <a:lnTo>
                    <a:pt x="201922" y="212485"/>
                  </a:lnTo>
                  <a:lnTo>
                    <a:pt x="200433" y="213773"/>
                  </a:lnTo>
                  <a:lnTo>
                    <a:pt x="198809" y="214069"/>
                  </a:lnTo>
                  <a:lnTo>
                    <a:pt x="195077" y="214501"/>
                  </a:lnTo>
                  <a:lnTo>
                    <a:pt x="193374" y="214532"/>
                  </a:lnTo>
                  <a:lnTo>
                    <a:pt x="190348" y="213933"/>
                  </a:lnTo>
                  <a:lnTo>
                    <a:pt x="189890" y="213698"/>
                  </a:lnTo>
                  <a:lnTo>
                    <a:pt x="189575" y="213259"/>
                  </a:lnTo>
                  <a:lnTo>
                    <a:pt x="185862" y="213358"/>
                  </a:lnTo>
                  <a:lnTo>
                    <a:pt x="184752" y="213491"/>
                  </a:lnTo>
                  <a:lnTo>
                    <a:pt x="183869" y="213433"/>
                  </a:lnTo>
                  <a:lnTo>
                    <a:pt x="184302" y="212669"/>
                  </a:lnTo>
                  <a:lnTo>
                    <a:pt x="185477" y="211821"/>
                  </a:lnTo>
                  <a:lnTo>
                    <a:pt x="187121" y="209060"/>
                  </a:lnTo>
                  <a:lnTo>
                    <a:pt x="188499" y="208354"/>
                  </a:lnTo>
                  <a:lnTo>
                    <a:pt x="191235" y="207696"/>
                  </a:lnTo>
                  <a:lnTo>
                    <a:pt x="194091" y="207802"/>
                  </a:lnTo>
                  <a:lnTo>
                    <a:pt x="199030" y="209935"/>
                  </a:lnTo>
                  <a:lnTo>
                    <a:pt x="200521" y="210121"/>
                  </a:lnTo>
                  <a:lnTo>
                    <a:pt x="201887" y="209949"/>
                  </a:lnTo>
                  <a:lnTo>
                    <a:pt x="205155" y="209234"/>
                  </a:lnTo>
                  <a:lnTo>
                    <a:pt x="205754" y="208945"/>
                  </a:lnTo>
                  <a:lnTo>
                    <a:pt x="206930" y="208059"/>
                  </a:lnTo>
                  <a:lnTo>
                    <a:pt x="208302" y="206545"/>
                  </a:lnTo>
                  <a:lnTo>
                    <a:pt x="208235" y="206186"/>
                  </a:lnTo>
                  <a:lnTo>
                    <a:pt x="206130" y="207032"/>
                  </a:lnTo>
                  <a:lnTo>
                    <a:pt x="205008" y="207260"/>
                  </a:lnTo>
                  <a:lnTo>
                    <a:pt x="204056" y="207260"/>
                  </a:lnTo>
                  <a:lnTo>
                    <a:pt x="204940" y="204492"/>
                  </a:lnTo>
                  <a:lnTo>
                    <a:pt x="205283" y="202370"/>
                  </a:lnTo>
                  <a:lnTo>
                    <a:pt x="205613" y="201844"/>
                  </a:lnTo>
                  <a:lnTo>
                    <a:pt x="208381" y="202003"/>
                  </a:lnTo>
                  <a:lnTo>
                    <a:pt x="212162" y="201717"/>
                  </a:lnTo>
                  <a:lnTo>
                    <a:pt x="213064" y="201254"/>
                  </a:lnTo>
                  <a:lnTo>
                    <a:pt x="213049" y="201048"/>
                  </a:lnTo>
                  <a:lnTo>
                    <a:pt x="211531" y="200767"/>
                  </a:lnTo>
                  <a:lnTo>
                    <a:pt x="210800" y="200176"/>
                  </a:lnTo>
                  <a:lnTo>
                    <a:pt x="209528" y="200363"/>
                  </a:lnTo>
                  <a:lnTo>
                    <a:pt x="207825" y="200756"/>
                  </a:lnTo>
                  <a:lnTo>
                    <a:pt x="205688" y="200711"/>
                  </a:lnTo>
                  <a:lnTo>
                    <a:pt x="205869" y="199800"/>
                  </a:lnTo>
                  <a:lnTo>
                    <a:pt x="207436" y="197890"/>
                  </a:lnTo>
                  <a:lnTo>
                    <a:pt x="207597" y="197019"/>
                  </a:lnTo>
                  <a:lnTo>
                    <a:pt x="208208" y="195278"/>
                  </a:lnTo>
                  <a:lnTo>
                    <a:pt x="208269" y="194385"/>
                  </a:lnTo>
                  <a:lnTo>
                    <a:pt x="209063" y="193516"/>
                  </a:lnTo>
                  <a:lnTo>
                    <a:pt x="211534" y="192897"/>
                  </a:lnTo>
                  <a:lnTo>
                    <a:pt x="212571" y="192527"/>
                  </a:lnTo>
                  <a:lnTo>
                    <a:pt x="212627" y="192123"/>
                  </a:lnTo>
                  <a:lnTo>
                    <a:pt x="211146" y="190581"/>
                  </a:lnTo>
                  <a:lnTo>
                    <a:pt x="211522" y="190155"/>
                  </a:lnTo>
                  <a:lnTo>
                    <a:pt x="212684" y="189767"/>
                  </a:lnTo>
                  <a:lnTo>
                    <a:pt x="213117" y="189484"/>
                  </a:lnTo>
                  <a:lnTo>
                    <a:pt x="212821" y="189306"/>
                  </a:lnTo>
                  <a:lnTo>
                    <a:pt x="211751" y="189136"/>
                  </a:lnTo>
                  <a:lnTo>
                    <a:pt x="210107" y="189477"/>
                  </a:lnTo>
                  <a:lnTo>
                    <a:pt x="208286" y="189640"/>
                  </a:lnTo>
                  <a:lnTo>
                    <a:pt x="206674" y="189129"/>
                  </a:lnTo>
                  <a:lnTo>
                    <a:pt x="205416" y="188884"/>
                  </a:lnTo>
                  <a:lnTo>
                    <a:pt x="204619" y="188961"/>
                  </a:lnTo>
                  <a:lnTo>
                    <a:pt x="202453" y="189836"/>
                  </a:lnTo>
                  <a:lnTo>
                    <a:pt x="201694" y="189864"/>
                  </a:lnTo>
                  <a:lnTo>
                    <a:pt x="200758" y="189622"/>
                  </a:lnTo>
                  <a:lnTo>
                    <a:pt x="194546" y="188863"/>
                  </a:lnTo>
                  <a:lnTo>
                    <a:pt x="193776" y="188596"/>
                  </a:lnTo>
                  <a:lnTo>
                    <a:pt x="191551" y="187285"/>
                  </a:lnTo>
                  <a:lnTo>
                    <a:pt x="189717" y="186420"/>
                  </a:lnTo>
                  <a:lnTo>
                    <a:pt x="187276" y="185474"/>
                  </a:lnTo>
                  <a:lnTo>
                    <a:pt x="184112" y="184757"/>
                  </a:lnTo>
                  <a:lnTo>
                    <a:pt x="180224" y="184266"/>
                  </a:lnTo>
                  <a:lnTo>
                    <a:pt x="177897" y="183804"/>
                  </a:lnTo>
                  <a:lnTo>
                    <a:pt x="176750" y="183152"/>
                  </a:lnTo>
                  <a:lnTo>
                    <a:pt x="174786" y="181718"/>
                  </a:lnTo>
                  <a:lnTo>
                    <a:pt x="173292" y="180523"/>
                  </a:lnTo>
                  <a:lnTo>
                    <a:pt x="173012" y="179932"/>
                  </a:lnTo>
                  <a:lnTo>
                    <a:pt x="173890" y="179202"/>
                  </a:lnTo>
                  <a:lnTo>
                    <a:pt x="174783" y="178677"/>
                  </a:lnTo>
                  <a:lnTo>
                    <a:pt x="176465" y="178246"/>
                  </a:lnTo>
                  <a:lnTo>
                    <a:pt x="179366" y="178389"/>
                  </a:lnTo>
                  <a:lnTo>
                    <a:pt x="180925" y="178581"/>
                  </a:lnTo>
                  <a:lnTo>
                    <a:pt x="182640" y="178993"/>
                  </a:lnTo>
                  <a:lnTo>
                    <a:pt x="183937" y="179070"/>
                  </a:lnTo>
                  <a:lnTo>
                    <a:pt x="186631" y="178954"/>
                  </a:lnTo>
                  <a:lnTo>
                    <a:pt x="189368" y="179216"/>
                  </a:lnTo>
                  <a:lnTo>
                    <a:pt x="190991" y="179504"/>
                  </a:lnTo>
                  <a:lnTo>
                    <a:pt x="193121" y="180106"/>
                  </a:lnTo>
                  <a:lnTo>
                    <a:pt x="199001" y="182666"/>
                  </a:lnTo>
                  <a:lnTo>
                    <a:pt x="201454" y="183556"/>
                  </a:lnTo>
                  <a:lnTo>
                    <a:pt x="202521" y="183663"/>
                  </a:lnTo>
                  <a:lnTo>
                    <a:pt x="206919" y="184613"/>
                  </a:lnTo>
                  <a:lnTo>
                    <a:pt x="207624" y="184596"/>
                  </a:lnTo>
                  <a:lnTo>
                    <a:pt x="209423" y="184150"/>
                  </a:lnTo>
                  <a:lnTo>
                    <a:pt x="209602" y="183861"/>
                  </a:lnTo>
                  <a:lnTo>
                    <a:pt x="208994" y="183576"/>
                  </a:lnTo>
                  <a:lnTo>
                    <a:pt x="207053" y="183355"/>
                  </a:lnTo>
                  <a:lnTo>
                    <a:pt x="204776" y="182305"/>
                  </a:lnTo>
                  <a:lnTo>
                    <a:pt x="203362" y="181473"/>
                  </a:lnTo>
                  <a:lnTo>
                    <a:pt x="203200" y="180095"/>
                  </a:lnTo>
                  <a:lnTo>
                    <a:pt x="203385" y="179324"/>
                  </a:lnTo>
                  <a:lnTo>
                    <a:pt x="203740" y="178973"/>
                  </a:lnTo>
                  <a:lnTo>
                    <a:pt x="203988" y="177792"/>
                  </a:lnTo>
                  <a:lnTo>
                    <a:pt x="202669" y="177090"/>
                  </a:lnTo>
                  <a:lnTo>
                    <a:pt x="201747" y="176869"/>
                  </a:lnTo>
                  <a:lnTo>
                    <a:pt x="199295" y="175846"/>
                  </a:lnTo>
                  <a:lnTo>
                    <a:pt x="199090" y="175592"/>
                  </a:lnTo>
                  <a:lnTo>
                    <a:pt x="200266" y="175472"/>
                  </a:lnTo>
                  <a:lnTo>
                    <a:pt x="201417" y="175542"/>
                  </a:lnTo>
                  <a:lnTo>
                    <a:pt x="203889" y="176060"/>
                  </a:lnTo>
                  <a:lnTo>
                    <a:pt x="205185" y="176132"/>
                  </a:lnTo>
                  <a:lnTo>
                    <a:pt x="206128" y="175929"/>
                  </a:lnTo>
                  <a:lnTo>
                    <a:pt x="206237" y="175719"/>
                  </a:lnTo>
                  <a:lnTo>
                    <a:pt x="204734" y="175131"/>
                  </a:lnTo>
                  <a:lnTo>
                    <a:pt x="202852" y="174077"/>
                  </a:lnTo>
                  <a:lnTo>
                    <a:pt x="198924" y="173922"/>
                  </a:lnTo>
                  <a:lnTo>
                    <a:pt x="196375" y="174041"/>
                  </a:lnTo>
                  <a:lnTo>
                    <a:pt x="194745" y="173679"/>
                  </a:lnTo>
                  <a:lnTo>
                    <a:pt x="193011" y="173091"/>
                  </a:lnTo>
                  <a:lnTo>
                    <a:pt x="191898" y="172942"/>
                  </a:lnTo>
                  <a:lnTo>
                    <a:pt x="189623" y="173310"/>
                  </a:lnTo>
                  <a:lnTo>
                    <a:pt x="188472" y="173356"/>
                  </a:lnTo>
                  <a:lnTo>
                    <a:pt x="187423" y="173227"/>
                  </a:lnTo>
                  <a:lnTo>
                    <a:pt x="186387" y="171373"/>
                  </a:lnTo>
                  <a:lnTo>
                    <a:pt x="186663" y="170817"/>
                  </a:lnTo>
                  <a:lnTo>
                    <a:pt x="187475" y="170577"/>
                  </a:lnTo>
                  <a:lnTo>
                    <a:pt x="188088" y="169979"/>
                  </a:lnTo>
                  <a:lnTo>
                    <a:pt x="188518" y="169354"/>
                  </a:lnTo>
                  <a:lnTo>
                    <a:pt x="189865" y="168742"/>
                  </a:lnTo>
                  <a:lnTo>
                    <a:pt x="197265" y="167381"/>
                  </a:lnTo>
                  <a:lnTo>
                    <a:pt x="199132" y="166368"/>
                  </a:lnTo>
                  <a:lnTo>
                    <a:pt x="199050" y="166212"/>
                  </a:lnTo>
                  <a:lnTo>
                    <a:pt x="197790" y="166400"/>
                  </a:lnTo>
                  <a:lnTo>
                    <a:pt x="196180" y="166856"/>
                  </a:lnTo>
                  <a:lnTo>
                    <a:pt x="195103" y="166950"/>
                  </a:lnTo>
                  <a:lnTo>
                    <a:pt x="190746" y="166361"/>
                  </a:lnTo>
                  <a:lnTo>
                    <a:pt x="190067" y="166495"/>
                  </a:lnTo>
                  <a:lnTo>
                    <a:pt x="188303" y="167342"/>
                  </a:lnTo>
                  <a:lnTo>
                    <a:pt x="185909" y="168262"/>
                  </a:lnTo>
                  <a:lnTo>
                    <a:pt x="184807" y="168206"/>
                  </a:lnTo>
                  <a:lnTo>
                    <a:pt x="183331" y="167661"/>
                  </a:lnTo>
                  <a:lnTo>
                    <a:pt x="183097" y="167274"/>
                  </a:lnTo>
                  <a:lnTo>
                    <a:pt x="182991" y="166808"/>
                  </a:lnTo>
                  <a:lnTo>
                    <a:pt x="184611" y="166171"/>
                  </a:lnTo>
                  <a:lnTo>
                    <a:pt x="185132" y="165832"/>
                  </a:lnTo>
                  <a:lnTo>
                    <a:pt x="186181" y="164925"/>
                  </a:lnTo>
                  <a:lnTo>
                    <a:pt x="186127" y="164475"/>
                  </a:lnTo>
                  <a:lnTo>
                    <a:pt x="184337" y="164722"/>
                  </a:lnTo>
                  <a:lnTo>
                    <a:pt x="184104" y="164305"/>
                  </a:lnTo>
                  <a:lnTo>
                    <a:pt x="184133" y="163590"/>
                  </a:lnTo>
                  <a:lnTo>
                    <a:pt x="183960" y="162686"/>
                  </a:lnTo>
                  <a:lnTo>
                    <a:pt x="183520" y="161793"/>
                  </a:lnTo>
                  <a:lnTo>
                    <a:pt x="182051" y="160422"/>
                  </a:lnTo>
                  <a:lnTo>
                    <a:pt x="181441" y="160069"/>
                  </a:lnTo>
                  <a:lnTo>
                    <a:pt x="180939" y="159562"/>
                  </a:lnTo>
                  <a:lnTo>
                    <a:pt x="179832" y="157709"/>
                  </a:lnTo>
                  <a:lnTo>
                    <a:pt x="180153" y="157245"/>
                  </a:lnTo>
                  <a:lnTo>
                    <a:pt x="181137" y="156893"/>
                  </a:lnTo>
                  <a:lnTo>
                    <a:pt x="181325" y="156731"/>
                  </a:lnTo>
                  <a:lnTo>
                    <a:pt x="178975" y="157023"/>
                  </a:lnTo>
                  <a:lnTo>
                    <a:pt x="178717" y="157343"/>
                  </a:lnTo>
                  <a:lnTo>
                    <a:pt x="179160" y="157815"/>
                  </a:lnTo>
                  <a:lnTo>
                    <a:pt x="179477" y="158444"/>
                  </a:lnTo>
                  <a:lnTo>
                    <a:pt x="179665" y="159231"/>
                  </a:lnTo>
                  <a:lnTo>
                    <a:pt x="179993" y="159919"/>
                  </a:lnTo>
                  <a:lnTo>
                    <a:pt x="180844" y="160673"/>
                  </a:lnTo>
                  <a:lnTo>
                    <a:pt x="181525" y="161071"/>
                  </a:lnTo>
                  <a:lnTo>
                    <a:pt x="182635" y="162120"/>
                  </a:lnTo>
                  <a:lnTo>
                    <a:pt x="183119" y="163274"/>
                  </a:lnTo>
                  <a:lnTo>
                    <a:pt x="182976" y="163882"/>
                  </a:lnTo>
                  <a:lnTo>
                    <a:pt x="182115" y="164501"/>
                  </a:lnTo>
                  <a:lnTo>
                    <a:pt x="180726" y="165169"/>
                  </a:lnTo>
                  <a:lnTo>
                    <a:pt x="180305" y="165723"/>
                  </a:lnTo>
                  <a:lnTo>
                    <a:pt x="180118" y="166273"/>
                  </a:lnTo>
                  <a:lnTo>
                    <a:pt x="179036" y="166783"/>
                  </a:lnTo>
                  <a:lnTo>
                    <a:pt x="178371" y="166592"/>
                  </a:lnTo>
                  <a:lnTo>
                    <a:pt x="177845" y="166561"/>
                  </a:lnTo>
                  <a:lnTo>
                    <a:pt x="178466" y="167471"/>
                  </a:lnTo>
                  <a:lnTo>
                    <a:pt x="178866" y="168402"/>
                  </a:lnTo>
                  <a:lnTo>
                    <a:pt x="178384" y="169335"/>
                  </a:lnTo>
                  <a:lnTo>
                    <a:pt x="177098" y="169900"/>
                  </a:lnTo>
                  <a:lnTo>
                    <a:pt x="176400" y="169917"/>
                  </a:lnTo>
                  <a:lnTo>
                    <a:pt x="175028" y="170375"/>
                  </a:lnTo>
                  <a:lnTo>
                    <a:pt x="171515" y="170615"/>
                  </a:lnTo>
                  <a:lnTo>
                    <a:pt x="170292" y="170503"/>
                  </a:lnTo>
                  <a:lnTo>
                    <a:pt x="168049" y="170038"/>
                  </a:lnTo>
                  <a:lnTo>
                    <a:pt x="165390" y="169785"/>
                  </a:lnTo>
                  <a:lnTo>
                    <a:pt x="164335" y="169157"/>
                  </a:lnTo>
                  <a:lnTo>
                    <a:pt x="162953" y="168017"/>
                  </a:lnTo>
                  <a:lnTo>
                    <a:pt x="162255" y="166995"/>
                  </a:lnTo>
                  <a:lnTo>
                    <a:pt x="162240" y="166092"/>
                  </a:lnTo>
                  <a:lnTo>
                    <a:pt x="162615" y="165435"/>
                  </a:lnTo>
                  <a:lnTo>
                    <a:pt x="163377" y="165022"/>
                  </a:lnTo>
                  <a:lnTo>
                    <a:pt x="164292" y="162380"/>
                  </a:lnTo>
                  <a:lnTo>
                    <a:pt x="165587" y="160245"/>
                  </a:lnTo>
                  <a:lnTo>
                    <a:pt x="168848" y="158046"/>
                  </a:lnTo>
                  <a:lnTo>
                    <a:pt x="169778" y="157250"/>
                  </a:lnTo>
                  <a:lnTo>
                    <a:pt x="170085" y="156823"/>
                  </a:lnTo>
                  <a:lnTo>
                    <a:pt x="170081" y="156498"/>
                  </a:lnTo>
                  <a:lnTo>
                    <a:pt x="169554" y="156291"/>
                  </a:lnTo>
                  <a:lnTo>
                    <a:pt x="165544" y="159006"/>
                  </a:lnTo>
                  <a:lnTo>
                    <a:pt x="163072" y="159295"/>
                  </a:lnTo>
                  <a:lnTo>
                    <a:pt x="162334" y="158685"/>
                  </a:lnTo>
                  <a:lnTo>
                    <a:pt x="162557" y="157599"/>
                  </a:lnTo>
                  <a:lnTo>
                    <a:pt x="162997" y="157347"/>
                  </a:lnTo>
                  <a:lnTo>
                    <a:pt x="164997" y="157450"/>
                  </a:lnTo>
                  <a:lnTo>
                    <a:pt x="165775" y="156846"/>
                  </a:lnTo>
                  <a:lnTo>
                    <a:pt x="164524" y="155933"/>
                  </a:lnTo>
                  <a:lnTo>
                    <a:pt x="163192" y="155694"/>
                  </a:lnTo>
                  <a:lnTo>
                    <a:pt x="162880" y="155465"/>
                  </a:lnTo>
                  <a:lnTo>
                    <a:pt x="164251" y="154770"/>
                  </a:lnTo>
                  <a:lnTo>
                    <a:pt x="167420" y="154821"/>
                  </a:lnTo>
                  <a:lnTo>
                    <a:pt x="168135" y="154335"/>
                  </a:lnTo>
                  <a:lnTo>
                    <a:pt x="169283" y="153812"/>
                  </a:lnTo>
                  <a:lnTo>
                    <a:pt x="170556" y="152840"/>
                  </a:lnTo>
                  <a:lnTo>
                    <a:pt x="171032" y="152023"/>
                  </a:lnTo>
                  <a:lnTo>
                    <a:pt x="171139" y="151322"/>
                  </a:lnTo>
                  <a:lnTo>
                    <a:pt x="170865" y="150756"/>
                  </a:lnTo>
                  <a:lnTo>
                    <a:pt x="170835" y="150188"/>
                  </a:lnTo>
                  <a:lnTo>
                    <a:pt x="171052" y="149620"/>
                  </a:lnTo>
                  <a:lnTo>
                    <a:pt x="170719" y="148991"/>
                  </a:lnTo>
                  <a:lnTo>
                    <a:pt x="169839" y="148304"/>
                  </a:lnTo>
                  <a:lnTo>
                    <a:pt x="167881" y="147630"/>
                  </a:lnTo>
                  <a:lnTo>
                    <a:pt x="167305" y="148390"/>
                  </a:lnTo>
                  <a:lnTo>
                    <a:pt x="166695" y="148703"/>
                  </a:lnTo>
                  <a:lnTo>
                    <a:pt x="165839" y="148773"/>
                  </a:lnTo>
                  <a:lnTo>
                    <a:pt x="165049" y="148453"/>
                  </a:lnTo>
                  <a:lnTo>
                    <a:pt x="164225" y="148338"/>
                  </a:lnTo>
                  <a:lnTo>
                    <a:pt x="163416" y="148052"/>
                  </a:lnTo>
                  <a:lnTo>
                    <a:pt x="162575" y="147961"/>
                  </a:lnTo>
                  <a:lnTo>
                    <a:pt x="162248" y="147731"/>
                  </a:lnTo>
                  <a:lnTo>
                    <a:pt x="162037" y="147087"/>
                  </a:lnTo>
                  <a:lnTo>
                    <a:pt x="162019" y="146268"/>
                  </a:lnTo>
                  <a:lnTo>
                    <a:pt x="162969" y="145885"/>
                  </a:lnTo>
                  <a:lnTo>
                    <a:pt x="164293" y="145583"/>
                  </a:lnTo>
                  <a:lnTo>
                    <a:pt x="165179" y="145011"/>
                  </a:lnTo>
                  <a:lnTo>
                    <a:pt x="165761" y="144183"/>
                  </a:lnTo>
                  <a:lnTo>
                    <a:pt x="165845" y="143279"/>
                  </a:lnTo>
                  <a:lnTo>
                    <a:pt x="165431" y="142299"/>
                  </a:lnTo>
                  <a:lnTo>
                    <a:pt x="164356" y="141419"/>
                  </a:lnTo>
                  <a:lnTo>
                    <a:pt x="162365" y="142275"/>
                  </a:lnTo>
                  <a:lnTo>
                    <a:pt x="161582" y="142486"/>
                  </a:lnTo>
                  <a:lnTo>
                    <a:pt x="161402" y="141873"/>
                  </a:lnTo>
                  <a:lnTo>
                    <a:pt x="161127" y="141419"/>
                  </a:lnTo>
                  <a:lnTo>
                    <a:pt x="160289" y="140803"/>
                  </a:lnTo>
                  <a:lnTo>
                    <a:pt x="159188" y="140354"/>
                  </a:lnTo>
                  <a:lnTo>
                    <a:pt x="158128" y="140057"/>
                  </a:lnTo>
                  <a:lnTo>
                    <a:pt x="158079" y="139602"/>
                  </a:lnTo>
                  <a:lnTo>
                    <a:pt x="158330" y="139089"/>
                  </a:lnTo>
                  <a:lnTo>
                    <a:pt x="158800" y="138492"/>
                  </a:lnTo>
                  <a:lnTo>
                    <a:pt x="159411" y="137247"/>
                  </a:lnTo>
                  <a:lnTo>
                    <a:pt x="160083" y="137358"/>
                  </a:lnTo>
                  <a:lnTo>
                    <a:pt x="160642" y="137245"/>
                  </a:lnTo>
                  <a:lnTo>
                    <a:pt x="160319" y="136217"/>
                  </a:lnTo>
                  <a:lnTo>
                    <a:pt x="159779" y="135353"/>
                  </a:lnTo>
                  <a:lnTo>
                    <a:pt x="159145" y="134861"/>
                  </a:lnTo>
                  <a:lnTo>
                    <a:pt x="159122" y="134648"/>
                  </a:lnTo>
                  <a:lnTo>
                    <a:pt x="158975" y="134398"/>
                  </a:lnTo>
                  <a:lnTo>
                    <a:pt x="158486" y="133792"/>
                  </a:lnTo>
                  <a:lnTo>
                    <a:pt x="157937" y="133349"/>
                  </a:lnTo>
                  <a:lnTo>
                    <a:pt x="156980" y="132093"/>
                  </a:lnTo>
                  <a:lnTo>
                    <a:pt x="156288" y="131614"/>
                  </a:lnTo>
                  <a:lnTo>
                    <a:pt x="155402" y="131366"/>
                  </a:lnTo>
                  <a:lnTo>
                    <a:pt x="154446" y="131353"/>
                  </a:lnTo>
                  <a:lnTo>
                    <a:pt x="152913" y="131682"/>
                  </a:lnTo>
                  <a:lnTo>
                    <a:pt x="150084" y="132064"/>
                  </a:lnTo>
                  <a:lnTo>
                    <a:pt x="147843" y="132245"/>
                  </a:lnTo>
                  <a:lnTo>
                    <a:pt x="147470" y="132146"/>
                  </a:lnTo>
                  <a:lnTo>
                    <a:pt x="148591" y="131669"/>
                  </a:lnTo>
                  <a:lnTo>
                    <a:pt x="150242" y="131173"/>
                  </a:lnTo>
                  <a:lnTo>
                    <a:pt x="152429" y="130836"/>
                  </a:lnTo>
                  <a:lnTo>
                    <a:pt x="153067" y="130011"/>
                  </a:lnTo>
                  <a:lnTo>
                    <a:pt x="152831" y="129297"/>
                  </a:lnTo>
                  <a:lnTo>
                    <a:pt x="152922" y="128620"/>
                  </a:lnTo>
                  <a:lnTo>
                    <a:pt x="152322" y="127907"/>
                  </a:lnTo>
                  <a:lnTo>
                    <a:pt x="152906" y="127512"/>
                  </a:lnTo>
                  <a:lnTo>
                    <a:pt x="154897" y="127114"/>
                  </a:lnTo>
                  <a:lnTo>
                    <a:pt x="155798" y="127053"/>
                  </a:lnTo>
                  <a:lnTo>
                    <a:pt x="156695" y="126546"/>
                  </a:lnTo>
                  <a:lnTo>
                    <a:pt x="154173" y="125325"/>
                  </a:lnTo>
                  <a:lnTo>
                    <a:pt x="151531" y="124525"/>
                  </a:lnTo>
                  <a:lnTo>
                    <a:pt x="150870" y="124200"/>
                  </a:lnTo>
                  <a:lnTo>
                    <a:pt x="150289" y="123665"/>
                  </a:lnTo>
                  <a:lnTo>
                    <a:pt x="149788" y="122920"/>
                  </a:lnTo>
                  <a:lnTo>
                    <a:pt x="148973" y="122174"/>
                  </a:lnTo>
                  <a:lnTo>
                    <a:pt x="147845" y="121428"/>
                  </a:lnTo>
                  <a:lnTo>
                    <a:pt x="146200" y="120707"/>
                  </a:lnTo>
                  <a:lnTo>
                    <a:pt x="141958" y="119388"/>
                  </a:lnTo>
                  <a:lnTo>
                    <a:pt x="140502" y="118479"/>
                  </a:lnTo>
                  <a:lnTo>
                    <a:pt x="139161" y="117087"/>
                  </a:lnTo>
                  <a:lnTo>
                    <a:pt x="138490" y="116494"/>
                  </a:lnTo>
                  <a:lnTo>
                    <a:pt x="137794" y="116055"/>
                  </a:lnTo>
                  <a:lnTo>
                    <a:pt x="134840" y="115026"/>
                  </a:lnTo>
                  <a:lnTo>
                    <a:pt x="134481" y="114572"/>
                  </a:lnTo>
                  <a:lnTo>
                    <a:pt x="137530" y="113361"/>
                  </a:lnTo>
                  <a:lnTo>
                    <a:pt x="137828" y="112879"/>
                  </a:lnTo>
                  <a:lnTo>
                    <a:pt x="136583" y="111410"/>
                  </a:lnTo>
                  <a:lnTo>
                    <a:pt x="135307" y="110335"/>
                  </a:lnTo>
                  <a:lnTo>
                    <a:pt x="133917" y="109954"/>
                  </a:lnTo>
                  <a:lnTo>
                    <a:pt x="131851" y="109757"/>
                  </a:lnTo>
                  <a:lnTo>
                    <a:pt x="129958" y="109280"/>
                  </a:lnTo>
                  <a:lnTo>
                    <a:pt x="128235" y="108524"/>
                  </a:lnTo>
                  <a:lnTo>
                    <a:pt x="126517" y="107970"/>
                  </a:lnTo>
                  <a:lnTo>
                    <a:pt x="123942" y="107444"/>
                  </a:lnTo>
                  <a:lnTo>
                    <a:pt x="119634" y="106091"/>
                  </a:lnTo>
                  <a:lnTo>
                    <a:pt x="112994" y="104643"/>
                  </a:lnTo>
                  <a:lnTo>
                    <a:pt x="110027" y="103796"/>
                  </a:lnTo>
                  <a:lnTo>
                    <a:pt x="108262" y="103488"/>
                  </a:lnTo>
                  <a:lnTo>
                    <a:pt x="105934" y="103409"/>
                  </a:lnTo>
                  <a:lnTo>
                    <a:pt x="101432" y="102618"/>
                  </a:lnTo>
                  <a:lnTo>
                    <a:pt x="97653" y="102365"/>
                  </a:lnTo>
                  <a:lnTo>
                    <a:pt x="95319" y="102481"/>
                  </a:lnTo>
                  <a:lnTo>
                    <a:pt x="94557" y="102350"/>
                  </a:lnTo>
                  <a:lnTo>
                    <a:pt x="92831" y="101547"/>
                  </a:lnTo>
                  <a:lnTo>
                    <a:pt x="90130" y="101088"/>
                  </a:lnTo>
                  <a:lnTo>
                    <a:pt x="88734" y="101263"/>
                  </a:lnTo>
                  <a:lnTo>
                    <a:pt x="87002" y="102122"/>
                  </a:lnTo>
                  <a:lnTo>
                    <a:pt x="84910" y="102969"/>
                  </a:lnTo>
                  <a:lnTo>
                    <a:pt x="83801" y="103084"/>
                  </a:lnTo>
                  <a:lnTo>
                    <a:pt x="82146" y="102309"/>
                  </a:lnTo>
                  <a:lnTo>
                    <a:pt x="81314" y="101767"/>
                  </a:lnTo>
                  <a:lnTo>
                    <a:pt x="80518" y="101583"/>
                  </a:lnTo>
                  <a:lnTo>
                    <a:pt x="79761" y="101758"/>
                  </a:lnTo>
                  <a:lnTo>
                    <a:pt x="78284" y="102468"/>
                  </a:lnTo>
                  <a:lnTo>
                    <a:pt x="76878" y="102982"/>
                  </a:lnTo>
                  <a:lnTo>
                    <a:pt x="74798" y="103592"/>
                  </a:lnTo>
                  <a:lnTo>
                    <a:pt x="73136" y="103885"/>
                  </a:lnTo>
                  <a:lnTo>
                    <a:pt x="71001" y="103956"/>
                  </a:lnTo>
                  <a:lnTo>
                    <a:pt x="70465" y="104177"/>
                  </a:lnTo>
                  <a:lnTo>
                    <a:pt x="69643" y="104187"/>
                  </a:lnTo>
                  <a:lnTo>
                    <a:pt x="68537" y="103986"/>
                  </a:lnTo>
                  <a:lnTo>
                    <a:pt x="67500" y="103589"/>
                  </a:lnTo>
                  <a:lnTo>
                    <a:pt x="66534" y="102995"/>
                  </a:lnTo>
                  <a:lnTo>
                    <a:pt x="65680" y="102674"/>
                  </a:lnTo>
                  <a:lnTo>
                    <a:pt x="64939" y="102627"/>
                  </a:lnTo>
                  <a:lnTo>
                    <a:pt x="63236" y="102934"/>
                  </a:lnTo>
                  <a:lnTo>
                    <a:pt x="61081" y="103839"/>
                  </a:lnTo>
                  <a:lnTo>
                    <a:pt x="60097" y="104057"/>
                  </a:lnTo>
                  <a:lnTo>
                    <a:pt x="59270" y="103962"/>
                  </a:lnTo>
                  <a:lnTo>
                    <a:pt x="58260" y="103680"/>
                  </a:lnTo>
                  <a:lnTo>
                    <a:pt x="56235" y="102959"/>
                  </a:lnTo>
                  <a:lnTo>
                    <a:pt x="55113" y="103028"/>
                  </a:lnTo>
                  <a:lnTo>
                    <a:pt x="54298" y="103281"/>
                  </a:lnTo>
                  <a:lnTo>
                    <a:pt x="54525" y="103880"/>
                  </a:lnTo>
                  <a:lnTo>
                    <a:pt x="56425" y="105301"/>
                  </a:lnTo>
                  <a:lnTo>
                    <a:pt x="58120" y="106313"/>
                  </a:lnTo>
                  <a:lnTo>
                    <a:pt x="56688" y="106433"/>
                  </a:lnTo>
                  <a:lnTo>
                    <a:pt x="44175" y="105063"/>
                  </a:lnTo>
                  <a:lnTo>
                    <a:pt x="42581" y="104732"/>
                  </a:lnTo>
                  <a:lnTo>
                    <a:pt x="40278" y="103903"/>
                  </a:lnTo>
                  <a:lnTo>
                    <a:pt x="38363" y="103395"/>
                  </a:lnTo>
                  <a:lnTo>
                    <a:pt x="35104" y="102081"/>
                  </a:lnTo>
                  <a:lnTo>
                    <a:pt x="32594" y="101369"/>
                  </a:lnTo>
                  <a:lnTo>
                    <a:pt x="31761" y="100813"/>
                  </a:lnTo>
                  <a:lnTo>
                    <a:pt x="31542" y="100430"/>
                  </a:lnTo>
                  <a:lnTo>
                    <a:pt x="32340" y="99913"/>
                  </a:lnTo>
                  <a:lnTo>
                    <a:pt x="37399" y="98168"/>
                  </a:lnTo>
                  <a:lnTo>
                    <a:pt x="39331" y="97816"/>
                  </a:lnTo>
                  <a:lnTo>
                    <a:pt x="43260" y="97396"/>
                  </a:lnTo>
                  <a:lnTo>
                    <a:pt x="44190" y="97132"/>
                  </a:lnTo>
                  <a:lnTo>
                    <a:pt x="44501" y="96923"/>
                  </a:lnTo>
                  <a:lnTo>
                    <a:pt x="43469" y="96546"/>
                  </a:lnTo>
                  <a:lnTo>
                    <a:pt x="38322" y="96680"/>
                  </a:lnTo>
                  <a:lnTo>
                    <a:pt x="33737" y="96428"/>
                  </a:lnTo>
                  <a:lnTo>
                    <a:pt x="29747" y="95734"/>
                  </a:lnTo>
                  <a:lnTo>
                    <a:pt x="29052" y="95504"/>
                  </a:lnTo>
                  <a:lnTo>
                    <a:pt x="28376" y="95080"/>
                  </a:lnTo>
                  <a:lnTo>
                    <a:pt x="27720" y="94462"/>
                  </a:lnTo>
                  <a:lnTo>
                    <a:pt x="27870" y="93771"/>
                  </a:lnTo>
                  <a:lnTo>
                    <a:pt x="28827" y="93006"/>
                  </a:lnTo>
                  <a:lnTo>
                    <a:pt x="29388" y="92482"/>
                  </a:lnTo>
                  <a:lnTo>
                    <a:pt x="29553" y="92197"/>
                  </a:lnTo>
                  <a:lnTo>
                    <a:pt x="24537" y="94078"/>
                  </a:lnTo>
                  <a:lnTo>
                    <a:pt x="22486" y="94737"/>
                  </a:lnTo>
                  <a:lnTo>
                    <a:pt x="20860" y="94535"/>
                  </a:lnTo>
                  <a:lnTo>
                    <a:pt x="19719" y="94223"/>
                  </a:lnTo>
                  <a:lnTo>
                    <a:pt x="19160" y="93876"/>
                  </a:lnTo>
                  <a:lnTo>
                    <a:pt x="19181" y="93494"/>
                  </a:lnTo>
                  <a:lnTo>
                    <a:pt x="19364" y="93215"/>
                  </a:lnTo>
                  <a:lnTo>
                    <a:pt x="19710" y="93040"/>
                  </a:lnTo>
                  <a:lnTo>
                    <a:pt x="17058" y="92261"/>
                  </a:lnTo>
                  <a:lnTo>
                    <a:pt x="15862" y="91650"/>
                  </a:lnTo>
                  <a:lnTo>
                    <a:pt x="15735" y="91020"/>
                  </a:lnTo>
                  <a:lnTo>
                    <a:pt x="16675" y="90369"/>
                  </a:lnTo>
                  <a:lnTo>
                    <a:pt x="17596" y="89897"/>
                  </a:lnTo>
                  <a:lnTo>
                    <a:pt x="18497" y="89603"/>
                  </a:lnTo>
                  <a:lnTo>
                    <a:pt x="20949" y="89346"/>
                  </a:lnTo>
                  <a:lnTo>
                    <a:pt x="29910" y="88856"/>
                  </a:lnTo>
                  <a:lnTo>
                    <a:pt x="36327" y="89326"/>
                  </a:lnTo>
                  <a:lnTo>
                    <a:pt x="38511" y="87769"/>
                  </a:lnTo>
                  <a:lnTo>
                    <a:pt x="39985" y="87272"/>
                  </a:lnTo>
                  <a:lnTo>
                    <a:pt x="44300" y="86756"/>
                  </a:lnTo>
                  <a:lnTo>
                    <a:pt x="50939" y="86685"/>
                  </a:lnTo>
                  <a:lnTo>
                    <a:pt x="55630" y="86970"/>
                  </a:lnTo>
                  <a:lnTo>
                    <a:pt x="57827" y="87335"/>
                  </a:lnTo>
                  <a:lnTo>
                    <a:pt x="60819" y="88141"/>
                  </a:lnTo>
                  <a:lnTo>
                    <a:pt x="60991" y="87898"/>
                  </a:lnTo>
                  <a:lnTo>
                    <a:pt x="60269" y="87171"/>
                  </a:lnTo>
                  <a:lnTo>
                    <a:pt x="60217" y="86568"/>
                  </a:lnTo>
                  <a:lnTo>
                    <a:pt x="61426" y="85520"/>
                  </a:lnTo>
                  <a:lnTo>
                    <a:pt x="61983" y="84862"/>
                  </a:lnTo>
                  <a:lnTo>
                    <a:pt x="61605" y="84176"/>
                  </a:lnTo>
                  <a:lnTo>
                    <a:pt x="60290" y="83463"/>
                  </a:lnTo>
                  <a:lnTo>
                    <a:pt x="57965" y="82549"/>
                  </a:lnTo>
                  <a:lnTo>
                    <a:pt x="56713" y="82473"/>
                  </a:lnTo>
                  <a:lnTo>
                    <a:pt x="55321" y="82693"/>
                  </a:lnTo>
                  <a:lnTo>
                    <a:pt x="53649" y="83200"/>
                  </a:lnTo>
                  <a:lnTo>
                    <a:pt x="50174" y="84478"/>
                  </a:lnTo>
                  <a:lnTo>
                    <a:pt x="48533" y="84744"/>
                  </a:lnTo>
                  <a:lnTo>
                    <a:pt x="45797" y="84813"/>
                  </a:lnTo>
                  <a:lnTo>
                    <a:pt x="44283" y="84651"/>
                  </a:lnTo>
                  <a:lnTo>
                    <a:pt x="42821" y="84460"/>
                  </a:lnTo>
                  <a:lnTo>
                    <a:pt x="40535" y="83782"/>
                  </a:lnTo>
                  <a:lnTo>
                    <a:pt x="39702" y="83655"/>
                  </a:lnTo>
                  <a:lnTo>
                    <a:pt x="38693" y="83952"/>
                  </a:lnTo>
                  <a:lnTo>
                    <a:pt x="37506" y="84674"/>
                  </a:lnTo>
                  <a:lnTo>
                    <a:pt x="36362" y="85179"/>
                  </a:lnTo>
                  <a:lnTo>
                    <a:pt x="35261" y="85468"/>
                  </a:lnTo>
                  <a:lnTo>
                    <a:pt x="34233" y="85593"/>
                  </a:lnTo>
                  <a:lnTo>
                    <a:pt x="32797" y="85534"/>
                  </a:lnTo>
                  <a:lnTo>
                    <a:pt x="26881" y="84411"/>
                  </a:lnTo>
                  <a:lnTo>
                    <a:pt x="25543" y="83912"/>
                  </a:lnTo>
                  <a:lnTo>
                    <a:pt x="25465" y="83154"/>
                  </a:lnTo>
                  <a:lnTo>
                    <a:pt x="23649" y="82421"/>
                  </a:lnTo>
                  <a:lnTo>
                    <a:pt x="21595" y="82293"/>
                  </a:lnTo>
                  <a:lnTo>
                    <a:pt x="21345" y="82047"/>
                  </a:lnTo>
                  <a:lnTo>
                    <a:pt x="23949" y="80916"/>
                  </a:lnTo>
                  <a:lnTo>
                    <a:pt x="25890" y="80454"/>
                  </a:lnTo>
                  <a:lnTo>
                    <a:pt x="25578" y="80315"/>
                  </a:lnTo>
                  <a:lnTo>
                    <a:pt x="22759" y="80290"/>
                  </a:lnTo>
                  <a:lnTo>
                    <a:pt x="20856" y="80892"/>
                  </a:lnTo>
                  <a:lnTo>
                    <a:pt x="19766" y="80993"/>
                  </a:lnTo>
                  <a:lnTo>
                    <a:pt x="17260" y="81010"/>
                  </a:lnTo>
                  <a:lnTo>
                    <a:pt x="14630" y="80709"/>
                  </a:lnTo>
                  <a:lnTo>
                    <a:pt x="13512" y="80445"/>
                  </a:lnTo>
                  <a:lnTo>
                    <a:pt x="12352" y="79840"/>
                  </a:lnTo>
                  <a:lnTo>
                    <a:pt x="11051" y="79500"/>
                  </a:lnTo>
                  <a:lnTo>
                    <a:pt x="7125" y="78983"/>
                  </a:lnTo>
                  <a:lnTo>
                    <a:pt x="6239" y="78703"/>
                  </a:lnTo>
                  <a:lnTo>
                    <a:pt x="5400" y="78236"/>
                  </a:lnTo>
                  <a:lnTo>
                    <a:pt x="2192" y="76914"/>
                  </a:lnTo>
                  <a:lnTo>
                    <a:pt x="251" y="75942"/>
                  </a:lnTo>
                  <a:lnTo>
                    <a:pt x="0" y="75392"/>
                  </a:lnTo>
                  <a:lnTo>
                    <a:pt x="2240" y="74209"/>
                  </a:lnTo>
                  <a:lnTo>
                    <a:pt x="2337" y="73936"/>
                  </a:lnTo>
                  <a:lnTo>
                    <a:pt x="1377" y="73425"/>
                  </a:lnTo>
                  <a:lnTo>
                    <a:pt x="977" y="73049"/>
                  </a:lnTo>
                  <a:lnTo>
                    <a:pt x="1308" y="72529"/>
                  </a:lnTo>
                  <a:lnTo>
                    <a:pt x="3269" y="71379"/>
                  </a:lnTo>
                  <a:lnTo>
                    <a:pt x="3996" y="71068"/>
                  </a:lnTo>
                  <a:lnTo>
                    <a:pt x="7515" y="70392"/>
                  </a:lnTo>
                  <a:lnTo>
                    <a:pt x="11038" y="69411"/>
                  </a:lnTo>
                  <a:lnTo>
                    <a:pt x="12322" y="69190"/>
                  </a:lnTo>
                  <a:lnTo>
                    <a:pt x="13465" y="69139"/>
                  </a:lnTo>
                  <a:lnTo>
                    <a:pt x="18091" y="69197"/>
                  </a:lnTo>
                  <a:lnTo>
                    <a:pt x="19526" y="68955"/>
                  </a:lnTo>
                  <a:lnTo>
                    <a:pt x="20744" y="68476"/>
                  </a:lnTo>
                  <a:lnTo>
                    <a:pt x="22742" y="67991"/>
                  </a:lnTo>
                  <a:lnTo>
                    <a:pt x="26911" y="67255"/>
                  </a:lnTo>
                  <a:lnTo>
                    <a:pt x="36183" y="66143"/>
                  </a:lnTo>
                  <a:lnTo>
                    <a:pt x="36787" y="66012"/>
                  </a:lnTo>
                  <a:lnTo>
                    <a:pt x="36841" y="65801"/>
                  </a:lnTo>
                  <a:lnTo>
                    <a:pt x="36008" y="65228"/>
                  </a:lnTo>
                  <a:lnTo>
                    <a:pt x="35833" y="64951"/>
                  </a:lnTo>
                  <a:lnTo>
                    <a:pt x="37731" y="64437"/>
                  </a:lnTo>
                  <a:lnTo>
                    <a:pt x="42015" y="63626"/>
                  </a:lnTo>
                  <a:lnTo>
                    <a:pt x="44943" y="63236"/>
                  </a:lnTo>
                  <a:lnTo>
                    <a:pt x="46828" y="63208"/>
                  </a:lnTo>
                  <a:lnTo>
                    <a:pt x="48347" y="63033"/>
                  </a:lnTo>
                  <a:lnTo>
                    <a:pt x="50481" y="62524"/>
                  </a:lnTo>
                  <a:lnTo>
                    <a:pt x="51689" y="62434"/>
                  </a:lnTo>
                  <a:lnTo>
                    <a:pt x="58981" y="62234"/>
                  </a:lnTo>
                  <a:lnTo>
                    <a:pt x="62207" y="62511"/>
                  </a:lnTo>
                  <a:lnTo>
                    <a:pt x="63791" y="62506"/>
                  </a:lnTo>
                  <a:lnTo>
                    <a:pt x="64808" y="62308"/>
                  </a:lnTo>
                  <a:lnTo>
                    <a:pt x="66154" y="61731"/>
                  </a:lnTo>
                  <a:lnTo>
                    <a:pt x="68669" y="60298"/>
                  </a:lnTo>
                  <a:lnTo>
                    <a:pt x="69992" y="59409"/>
                  </a:lnTo>
                  <a:lnTo>
                    <a:pt x="71242" y="58055"/>
                  </a:lnTo>
                  <a:lnTo>
                    <a:pt x="72858" y="55939"/>
                  </a:lnTo>
                  <a:lnTo>
                    <a:pt x="74066" y="53875"/>
                  </a:lnTo>
                  <a:lnTo>
                    <a:pt x="74867" y="51863"/>
                  </a:lnTo>
                  <a:lnTo>
                    <a:pt x="75488" y="50636"/>
                  </a:lnTo>
                  <a:lnTo>
                    <a:pt x="75930" y="50198"/>
                  </a:lnTo>
                  <a:lnTo>
                    <a:pt x="77442" y="49641"/>
                  </a:lnTo>
                  <a:lnTo>
                    <a:pt x="79019" y="49207"/>
                  </a:lnTo>
                  <a:lnTo>
                    <a:pt x="81731" y="48822"/>
                  </a:lnTo>
                  <a:lnTo>
                    <a:pt x="81483" y="48643"/>
                  </a:lnTo>
                  <a:lnTo>
                    <a:pt x="80334" y="48343"/>
                  </a:lnTo>
                  <a:lnTo>
                    <a:pt x="79263" y="48228"/>
                  </a:lnTo>
                  <a:lnTo>
                    <a:pt x="78273" y="48297"/>
                  </a:lnTo>
                  <a:lnTo>
                    <a:pt x="76469" y="48750"/>
                  </a:lnTo>
                  <a:lnTo>
                    <a:pt x="74133" y="49056"/>
                  </a:lnTo>
                  <a:lnTo>
                    <a:pt x="71863" y="49008"/>
                  </a:lnTo>
                  <a:lnTo>
                    <a:pt x="70228" y="49122"/>
                  </a:lnTo>
                  <a:lnTo>
                    <a:pt x="68729" y="49537"/>
                  </a:lnTo>
                  <a:lnTo>
                    <a:pt x="66297" y="49871"/>
                  </a:lnTo>
                  <a:lnTo>
                    <a:pt x="64675" y="49795"/>
                  </a:lnTo>
                  <a:lnTo>
                    <a:pt x="61746" y="49198"/>
                  </a:lnTo>
                  <a:lnTo>
                    <a:pt x="60268" y="49087"/>
                  </a:lnTo>
                  <a:lnTo>
                    <a:pt x="56522" y="49143"/>
                  </a:lnTo>
                  <a:lnTo>
                    <a:pt x="55427" y="48923"/>
                  </a:lnTo>
                  <a:lnTo>
                    <a:pt x="54469" y="48489"/>
                  </a:lnTo>
                  <a:lnTo>
                    <a:pt x="53706" y="47885"/>
                  </a:lnTo>
                  <a:lnTo>
                    <a:pt x="53137" y="47108"/>
                  </a:lnTo>
                  <a:lnTo>
                    <a:pt x="53216" y="46300"/>
                  </a:lnTo>
                  <a:lnTo>
                    <a:pt x="54564" y="44843"/>
                  </a:lnTo>
                  <a:lnTo>
                    <a:pt x="55082" y="44446"/>
                  </a:lnTo>
                  <a:lnTo>
                    <a:pt x="58732" y="42820"/>
                  </a:lnTo>
                  <a:lnTo>
                    <a:pt x="60982" y="42058"/>
                  </a:lnTo>
                  <a:lnTo>
                    <a:pt x="63220" y="41489"/>
                  </a:lnTo>
                  <a:lnTo>
                    <a:pt x="64851" y="41155"/>
                  </a:lnTo>
                  <a:lnTo>
                    <a:pt x="66387" y="41005"/>
                  </a:lnTo>
                  <a:lnTo>
                    <a:pt x="67860" y="40651"/>
                  </a:lnTo>
                  <a:lnTo>
                    <a:pt x="70576" y="39515"/>
                  </a:lnTo>
                  <a:lnTo>
                    <a:pt x="73377" y="38541"/>
                  </a:lnTo>
                  <a:lnTo>
                    <a:pt x="76862" y="36733"/>
                  </a:lnTo>
                  <a:lnTo>
                    <a:pt x="78548" y="36259"/>
                  </a:lnTo>
                  <a:lnTo>
                    <a:pt x="84452" y="35471"/>
                  </a:lnTo>
                  <a:lnTo>
                    <a:pt x="86056" y="35459"/>
                  </a:lnTo>
                  <a:lnTo>
                    <a:pt x="87418" y="35655"/>
                  </a:lnTo>
                  <a:lnTo>
                    <a:pt x="88708" y="36065"/>
                  </a:lnTo>
                  <a:lnTo>
                    <a:pt x="92332" y="37854"/>
                  </a:lnTo>
                  <a:lnTo>
                    <a:pt x="92615" y="37799"/>
                  </a:lnTo>
                  <a:lnTo>
                    <a:pt x="91983" y="37122"/>
                  </a:lnTo>
                  <a:lnTo>
                    <a:pt x="90661" y="35096"/>
                  </a:lnTo>
                  <a:lnTo>
                    <a:pt x="90876" y="34262"/>
                  </a:lnTo>
                  <a:lnTo>
                    <a:pt x="92950" y="33372"/>
                  </a:lnTo>
                  <a:lnTo>
                    <a:pt x="93801" y="33213"/>
                  </a:lnTo>
                  <a:lnTo>
                    <a:pt x="95990" y="33272"/>
                  </a:lnTo>
                  <a:lnTo>
                    <a:pt x="99520" y="33547"/>
                  </a:lnTo>
                  <a:lnTo>
                    <a:pt x="101880" y="33849"/>
                  </a:lnTo>
                  <a:lnTo>
                    <a:pt x="103668" y="34339"/>
                  </a:lnTo>
                  <a:lnTo>
                    <a:pt x="105795" y="34644"/>
                  </a:lnTo>
                  <a:lnTo>
                    <a:pt x="106897" y="34629"/>
                  </a:lnTo>
                  <a:lnTo>
                    <a:pt x="107683" y="34395"/>
                  </a:lnTo>
                  <a:lnTo>
                    <a:pt x="108809" y="33630"/>
                  </a:lnTo>
                  <a:lnTo>
                    <a:pt x="110275" y="32332"/>
                  </a:lnTo>
                  <a:lnTo>
                    <a:pt x="110862" y="30734"/>
                  </a:lnTo>
                  <a:lnTo>
                    <a:pt x="110571" y="28834"/>
                  </a:lnTo>
                  <a:lnTo>
                    <a:pt x="110143" y="27445"/>
                  </a:lnTo>
                  <a:lnTo>
                    <a:pt x="109578" y="26571"/>
                  </a:lnTo>
                  <a:lnTo>
                    <a:pt x="109888" y="25841"/>
                  </a:lnTo>
                  <a:lnTo>
                    <a:pt x="111666" y="24967"/>
                  </a:lnTo>
                  <a:lnTo>
                    <a:pt x="113295" y="24328"/>
                  </a:lnTo>
                  <a:lnTo>
                    <a:pt x="117178" y="23424"/>
                  </a:lnTo>
                  <a:lnTo>
                    <a:pt x="120328" y="23184"/>
                  </a:lnTo>
                  <a:lnTo>
                    <a:pt x="122197" y="23245"/>
                  </a:lnTo>
                  <a:lnTo>
                    <a:pt x="124653" y="23669"/>
                  </a:lnTo>
                  <a:lnTo>
                    <a:pt x="128062" y="23928"/>
                  </a:lnTo>
                  <a:lnTo>
                    <a:pt x="131138" y="24749"/>
                  </a:lnTo>
                  <a:lnTo>
                    <a:pt x="136124" y="26634"/>
                  </a:lnTo>
                  <a:lnTo>
                    <a:pt x="139434" y="27580"/>
                  </a:lnTo>
                  <a:lnTo>
                    <a:pt x="142174" y="28005"/>
                  </a:lnTo>
                  <a:lnTo>
                    <a:pt x="144875" y="28728"/>
                  </a:lnTo>
                  <a:lnTo>
                    <a:pt x="148867" y="30262"/>
                  </a:lnTo>
                  <a:lnTo>
                    <a:pt x="150956" y="30920"/>
                  </a:lnTo>
                  <a:lnTo>
                    <a:pt x="152199" y="31159"/>
                  </a:lnTo>
                  <a:lnTo>
                    <a:pt x="153292" y="31197"/>
                  </a:lnTo>
                  <a:lnTo>
                    <a:pt x="152885" y="30759"/>
                  </a:lnTo>
                  <a:lnTo>
                    <a:pt x="150979" y="29843"/>
                  </a:lnTo>
                  <a:lnTo>
                    <a:pt x="148058" y="28836"/>
                  </a:lnTo>
                  <a:lnTo>
                    <a:pt x="141581" y="27025"/>
                  </a:lnTo>
                  <a:lnTo>
                    <a:pt x="138014" y="25747"/>
                  </a:lnTo>
                  <a:lnTo>
                    <a:pt x="134815" y="24288"/>
                  </a:lnTo>
                  <a:lnTo>
                    <a:pt x="132463" y="23421"/>
                  </a:lnTo>
                  <a:lnTo>
                    <a:pt x="128194" y="22561"/>
                  </a:lnTo>
                  <a:lnTo>
                    <a:pt x="128253" y="22218"/>
                  </a:lnTo>
                  <a:lnTo>
                    <a:pt x="133403" y="21013"/>
                  </a:lnTo>
                  <a:lnTo>
                    <a:pt x="142869" y="19963"/>
                  </a:lnTo>
                  <a:lnTo>
                    <a:pt x="153536" y="19143"/>
                  </a:lnTo>
                  <a:lnTo>
                    <a:pt x="157107" y="19226"/>
                  </a:lnTo>
                  <a:lnTo>
                    <a:pt x="163382" y="18883"/>
                  </a:lnTo>
                  <a:lnTo>
                    <a:pt x="163973" y="18365"/>
                  </a:lnTo>
                  <a:lnTo>
                    <a:pt x="165322" y="18132"/>
                  </a:lnTo>
                  <a:lnTo>
                    <a:pt x="171166" y="17410"/>
                  </a:lnTo>
                  <a:lnTo>
                    <a:pt x="172841" y="17420"/>
                  </a:lnTo>
                  <a:lnTo>
                    <a:pt x="175412" y="17763"/>
                  </a:lnTo>
                  <a:lnTo>
                    <a:pt x="178154" y="18416"/>
                  </a:lnTo>
                  <a:lnTo>
                    <a:pt x="179422" y="19007"/>
                  </a:lnTo>
                  <a:lnTo>
                    <a:pt x="181143" y="20022"/>
                  </a:lnTo>
                  <a:lnTo>
                    <a:pt x="181988" y="21452"/>
                  </a:lnTo>
                  <a:lnTo>
                    <a:pt x="181860" y="25964"/>
                  </a:lnTo>
                  <a:lnTo>
                    <a:pt x="181905" y="26818"/>
                  </a:lnTo>
                  <a:lnTo>
                    <a:pt x="182237" y="27147"/>
                  </a:lnTo>
                  <a:lnTo>
                    <a:pt x="183425" y="26657"/>
                  </a:lnTo>
                  <a:lnTo>
                    <a:pt x="184846" y="25747"/>
                  </a:lnTo>
                  <a:lnTo>
                    <a:pt x="186122" y="25104"/>
                  </a:lnTo>
                  <a:lnTo>
                    <a:pt x="187105" y="24110"/>
                  </a:lnTo>
                  <a:lnTo>
                    <a:pt x="187792" y="22769"/>
                  </a:lnTo>
                  <a:lnTo>
                    <a:pt x="188199" y="21775"/>
                  </a:lnTo>
                  <a:lnTo>
                    <a:pt x="186530" y="20652"/>
                  </a:lnTo>
                  <a:lnTo>
                    <a:pt x="186447" y="18807"/>
                  </a:lnTo>
                  <a:lnTo>
                    <a:pt x="187281" y="17823"/>
                  </a:lnTo>
                  <a:lnTo>
                    <a:pt x="189617" y="17823"/>
                  </a:lnTo>
                  <a:lnTo>
                    <a:pt x="199283" y="21220"/>
                  </a:lnTo>
                  <a:lnTo>
                    <a:pt x="203087" y="21953"/>
                  </a:lnTo>
                  <a:lnTo>
                    <a:pt x="207415" y="23772"/>
                  </a:lnTo>
                  <a:lnTo>
                    <a:pt x="212470" y="23579"/>
                  </a:lnTo>
                  <a:lnTo>
                    <a:pt x="217135" y="23803"/>
                  </a:lnTo>
                  <a:lnTo>
                    <a:pt x="219199" y="23736"/>
                  </a:lnTo>
                  <a:lnTo>
                    <a:pt x="220219" y="23453"/>
                  </a:lnTo>
                  <a:lnTo>
                    <a:pt x="218769" y="22699"/>
                  </a:lnTo>
                  <a:lnTo>
                    <a:pt x="212141" y="20627"/>
                  </a:lnTo>
                  <a:lnTo>
                    <a:pt x="209130" y="19000"/>
                  </a:lnTo>
                  <a:lnTo>
                    <a:pt x="207026" y="16971"/>
                  </a:lnTo>
                  <a:lnTo>
                    <a:pt x="206511" y="15892"/>
                  </a:lnTo>
                  <a:lnTo>
                    <a:pt x="208123" y="15698"/>
                  </a:lnTo>
                  <a:lnTo>
                    <a:pt x="215526" y="15722"/>
                  </a:lnTo>
                  <a:lnTo>
                    <a:pt x="226651" y="16656"/>
                  </a:lnTo>
                  <a:lnTo>
                    <a:pt x="240878" y="19889"/>
                  </a:lnTo>
                  <a:lnTo>
                    <a:pt x="247880" y="20958"/>
                  </a:lnTo>
                  <a:lnTo>
                    <a:pt x="260427" y="24698"/>
                  </a:lnTo>
                  <a:lnTo>
                    <a:pt x="264212" y="25264"/>
                  </a:lnTo>
                  <a:lnTo>
                    <a:pt x="265740" y="25381"/>
                  </a:lnTo>
                  <a:lnTo>
                    <a:pt x="266893" y="24920"/>
                  </a:lnTo>
                  <a:lnTo>
                    <a:pt x="267604" y="24418"/>
                  </a:lnTo>
                  <a:lnTo>
                    <a:pt x="267657" y="23750"/>
                  </a:lnTo>
                  <a:lnTo>
                    <a:pt x="267050" y="22915"/>
                  </a:lnTo>
                  <a:lnTo>
                    <a:pt x="266703" y="21950"/>
                  </a:lnTo>
                  <a:lnTo>
                    <a:pt x="266614" y="20854"/>
                  </a:lnTo>
                  <a:lnTo>
                    <a:pt x="267466" y="18683"/>
                  </a:lnTo>
                  <a:lnTo>
                    <a:pt x="269489" y="17976"/>
                  </a:lnTo>
                  <a:lnTo>
                    <a:pt x="270382" y="17176"/>
                  </a:lnTo>
                  <a:lnTo>
                    <a:pt x="269552" y="15731"/>
                  </a:lnTo>
                  <a:lnTo>
                    <a:pt x="267180" y="14742"/>
                  </a:lnTo>
                  <a:lnTo>
                    <a:pt x="257954" y="12195"/>
                  </a:lnTo>
                  <a:lnTo>
                    <a:pt x="257915" y="11891"/>
                  </a:lnTo>
                  <a:lnTo>
                    <a:pt x="259779" y="11558"/>
                  </a:lnTo>
                  <a:lnTo>
                    <a:pt x="262543" y="11362"/>
                  </a:lnTo>
                  <a:lnTo>
                    <a:pt x="285407" y="11969"/>
                  </a:lnTo>
                  <a:lnTo>
                    <a:pt x="289359" y="12192"/>
                  </a:lnTo>
                  <a:lnTo>
                    <a:pt x="291046" y="12410"/>
                  </a:lnTo>
                  <a:lnTo>
                    <a:pt x="291785" y="12698"/>
                  </a:lnTo>
                  <a:lnTo>
                    <a:pt x="292732" y="12822"/>
                  </a:lnTo>
                  <a:lnTo>
                    <a:pt x="297644" y="12478"/>
                  </a:lnTo>
                  <a:lnTo>
                    <a:pt x="297527" y="11850"/>
                  </a:lnTo>
                  <a:lnTo>
                    <a:pt x="296914" y="11451"/>
                  </a:lnTo>
                  <a:lnTo>
                    <a:pt x="270378" y="10360"/>
                  </a:lnTo>
                  <a:lnTo>
                    <a:pt x="265433" y="9987"/>
                  </a:lnTo>
                  <a:lnTo>
                    <a:pt x="262917" y="9958"/>
                  </a:lnTo>
                  <a:lnTo>
                    <a:pt x="260314" y="10244"/>
                  </a:lnTo>
                  <a:lnTo>
                    <a:pt x="254918" y="10387"/>
                  </a:lnTo>
                  <a:lnTo>
                    <a:pt x="252426" y="10332"/>
                  </a:lnTo>
                  <a:lnTo>
                    <a:pt x="249196" y="9034"/>
                  </a:lnTo>
                  <a:lnTo>
                    <a:pt x="252121" y="7472"/>
                  </a:lnTo>
                  <a:lnTo>
                    <a:pt x="254582" y="7507"/>
                  </a:lnTo>
                  <a:lnTo>
                    <a:pt x="259258" y="8116"/>
                  </a:lnTo>
                  <a:lnTo>
                    <a:pt x="262029" y="7266"/>
                  </a:lnTo>
                  <a:lnTo>
                    <a:pt x="266427" y="6563"/>
                  </a:lnTo>
                  <a:lnTo>
                    <a:pt x="270775" y="6315"/>
                  </a:lnTo>
                  <a:lnTo>
                    <a:pt x="280262" y="4804"/>
                  </a:lnTo>
                  <a:lnTo>
                    <a:pt x="282015" y="4672"/>
                  </a:lnTo>
                  <a:lnTo>
                    <a:pt x="284226" y="4753"/>
                  </a:lnTo>
                  <a:lnTo>
                    <a:pt x="289108" y="5127"/>
                  </a:lnTo>
                  <a:lnTo>
                    <a:pt x="291047" y="5501"/>
                  </a:lnTo>
                  <a:lnTo>
                    <a:pt x="293268" y="6302"/>
                  </a:lnTo>
                  <a:lnTo>
                    <a:pt x="294558" y="6549"/>
                  </a:lnTo>
                  <a:lnTo>
                    <a:pt x="296086" y="6595"/>
                  </a:lnTo>
                  <a:lnTo>
                    <a:pt x="298184" y="6957"/>
                  </a:lnTo>
                  <a:lnTo>
                    <a:pt x="301219" y="5784"/>
                  </a:lnTo>
                  <a:lnTo>
                    <a:pt x="303962" y="4524"/>
                  </a:lnTo>
                  <a:lnTo>
                    <a:pt x="307109" y="3730"/>
                  </a:lnTo>
                  <a:lnTo>
                    <a:pt x="311560" y="4193"/>
                  </a:lnTo>
                  <a:lnTo>
                    <a:pt x="314379" y="4798"/>
                  </a:lnTo>
                  <a:lnTo>
                    <a:pt x="316956" y="5519"/>
                  </a:lnTo>
                  <a:lnTo>
                    <a:pt x="320597" y="5917"/>
                  </a:lnTo>
                  <a:lnTo>
                    <a:pt x="326773" y="8379"/>
                  </a:lnTo>
                  <a:lnTo>
                    <a:pt x="327928" y="8382"/>
                  </a:lnTo>
                  <a:lnTo>
                    <a:pt x="328474" y="8173"/>
                  </a:lnTo>
                  <a:lnTo>
                    <a:pt x="329056" y="7717"/>
                  </a:lnTo>
                  <a:lnTo>
                    <a:pt x="329266" y="7040"/>
                  </a:lnTo>
                  <a:lnTo>
                    <a:pt x="330024" y="6121"/>
                  </a:lnTo>
                  <a:lnTo>
                    <a:pt x="329475" y="5781"/>
                  </a:lnTo>
                  <a:lnTo>
                    <a:pt x="324302" y="4762"/>
                  </a:lnTo>
                  <a:lnTo>
                    <a:pt x="323324" y="4370"/>
                  </a:lnTo>
                  <a:lnTo>
                    <a:pt x="322332" y="3724"/>
                  </a:lnTo>
                  <a:lnTo>
                    <a:pt x="322315" y="3190"/>
                  </a:lnTo>
                  <a:lnTo>
                    <a:pt x="323274" y="2769"/>
                  </a:lnTo>
                  <a:lnTo>
                    <a:pt x="324284" y="2577"/>
                  </a:lnTo>
                  <a:lnTo>
                    <a:pt x="327628" y="2752"/>
                  </a:lnTo>
                  <a:lnTo>
                    <a:pt x="328734" y="2615"/>
                  </a:lnTo>
                  <a:lnTo>
                    <a:pt x="329777" y="2259"/>
                  </a:lnTo>
                  <a:lnTo>
                    <a:pt x="331033" y="1590"/>
                  </a:lnTo>
                  <a:lnTo>
                    <a:pt x="332024" y="1420"/>
                  </a:lnTo>
                  <a:lnTo>
                    <a:pt x="334261" y="1401"/>
                  </a:lnTo>
                  <a:lnTo>
                    <a:pt x="337704" y="1829"/>
                  </a:lnTo>
                  <a:lnTo>
                    <a:pt x="340717" y="1866"/>
                  </a:lnTo>
                  <a:lnTo>
                    <a:pt x="341804" y="1669"/>
                  </a:lnTo>
                  <a:lnTo>
                    <a:pt x="341969" y="1251"/>
                  </a:lnTo>
                  <a:lnTo>
                    <a:pt x="342231" y="985"/>
                  </a:lnTo>
                  <a:lnTo>
                    <a:pt x="342590" y="873"/>
                  </a:lnTo>
                  <a:lnTo>
                    <a:pt x="353514" y="850"/>
                  </a:lnTo>
                  <a:lnTo>
                    <a:pt x="356223" y="751"/>
                  </a:lnTo>
                  <a:lnTo>
                    <a:pt x="358341" y="434"/>
                  </a:lnTo>
                  <a:lnTo>
                    <a:pt x="360932" y="397"/>
                  </a:lnTo>
                  <a:lnTo>
                    <a:pt x="363197" y="586"/>
                  </a:lnTo>
                  <a:lnTo>
                    <a:pt x="366001" y="989"/>
                  </a:lnTo>
                  <a:lnTo>
                    <a:pt x="368788" y="971"/>
                  </a:lnTo>
                  <a:lnTo>
                    <a:pt x="372942" y="311"/>
                  </a:lnTo>
                  <a:lnTo>
                    <a:pt x="376858" y="0"/>
                  </a:lnTo>
                  <a:lnTo>
                    <a:pt x="398443" y="8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149948" y="2170052"/>
              <a:ext cx="37907" cy="56905"/>
            </a:xfrm>
            <a:custGeom>
              <a:avLst/>
              <a:pathLst>
                <a:path w="37907" h="56905">
                  <a:moveTo>
                    <a:pt x="29079" y="21"/>
                  </a:moveTo>
                  <a:lnTo>
                    <a:pt x="28988" y="3405"/>
                  </a:lnTo>
                  <a:lnTo>
                    <a:pt x="28883" y="7325"/>
                  </a:lnTo>
                  <a:lnTo>
                    <a:pt x="28806" y="10206"/>
                  </a:lnTo>
                  <a:lnTo>
                    <a:pt x="28703" y="14051"/>
                  </a:lnTo>
                  <a:lnTo>
                    <a:pt x="28597" y="17982"/>
                  </a:lnTo>
                  <a:lnTo>
                    <a:pt x="28453" y="23342"/>
                  </a:lnTo>
                  <a:lnTo>
                    <a:pt x="28404" y="26887"/>
                  </a:lnTo>
                  <a:lnTo>
                    <a:pt x="29532" y="26720"/>
                  </a:lnTo>
                  <a:lnTo>
                    <a:pt x="31201" y="26871"/>
                  </a:lnTo>
                  <a:lnTo>
                    <a:pt x="31609" y="26860"/>
                  </a:lnTo>
                  <a:lnTo>
                    <a:pt x="32120" y="27162"/>
                  </a:lnTo>
                  <a:lnTo>
                    <a:pt x="32515" y="27252"/>
                  </a:lnTo>
                  <a:lnTo>
                    <a:pt x="33363" y="28033"/>
                  </a:lnTo>
                  <a:lnTo>
                    <a:pt x="34359" y="28624"/>
                  </a:lnTo>
                  <a:lnTo>
                    <a:pt x="34994" y="27432"/>
                  </a:lnTo>
                  <a:lnTo>
                    <a:pt x="34660" y="26714"/>
                  </a:lnTo>
                  <a:lnTo>
                    <a:pt x="34410" y="26348"/>
                  </a:lnTo>
                  <a:lnTo>
                    <a:pt x="34448" y="26028"/>
                  </a:lnTo>
                  <a:lnTo>
                    <a:pt x="37907" y="29114"/>
                  </a:lnTo>
                  <a:lnTo>
                    <a:pt x="37499" y="29590"/>
                  </a:lnTo>
                  <a:lnTo>
                    <a:pt x="36619" y="30690"/>
                  </a:lnTo>
                  <a:lnTo>
                    <a:pt x="35022" y="32571"/>
                  </a:lnTo>
                  <a:lnTo>
                    <a:pt x="33592" y="34254"/>
                  </a:lnTo>
                  <a:lnTo>
                    <a:pt x="32216" y="35781"/>
                  </a:lnTo>
                  <a:lnTo>
                    <a:pt x="30976" y="37156"/>
                  </a:lnTo>
                  <a:lnTo>
                    <a:pt x="30830" y="37292"/>
                  </a:lnTo>
                  <a:lnTo>
                    <a:pt x="29258" y="38274"/>
                  </a:lnTo>
                  <a:lnTo>
                    <a:pt x="28995" y="38726"/>
                  </a:lnTo>
                  <a:lnTo>
                    <a:pt x="28657" y="40669"/>
                  </a:lnTo>
                  <a:lnTo>
                    <a:pt x="28503" y="41151"/>
                  </a:lnTo>
                  <a:lnTo>
                    <a:pt x="28788" y="42229"/>
                  </a:lnTo>
                  <a:lnTo>
                    <a:pt x="29072" y="43896"/>
                  </a:lnTo>
                  <a:lnTo>
                    <a:pt x="28982" y="44766"/>
                  </a:lnTo>
                  <a:lnTo>
                    <a:pt x="27894" y="45838"/>
                  </a:lnTo>
                  <a:lnTo>
                    <a:pt x="27396" y="46804"/>
                  </a:lnTo>
                  <a:lnTo>
                    <a:pt x="27176" y="47428"/>
                  </a:lnTo>
                  <a:lnTo>
                    <a:pt x="26981" y="47266"/>
                  </a:lnTo>
                  <a:lnTo>
                    <a:pt x="26644" y="47217"/>
                  </a:lnTo>
                  <a:lnTo>
                    <a:pt x="25868" y="47459"/>
                  </a:lnTo>
                  <a:lnTo>
                    <a:pt x="25493" y="47513"/>
                  </a:lnTo>
                  <a:lnTo>
                    <a:pt x="25180" y="47789"/>
                  </a:lnTo>
                  <a:lnTo>
                    <a:pt x="25148" y="48389"/>
                  </a:lnTo>
                  <a:lnTo>
                    <a:pt x="25356" y="49363"/>
                  </a:lnTo>
                  <a:lnTo>
                    <a:pt x="25430" y="49865"/>
                  </a:lnTo>
                  <a:lnTo>
                    <a:pt x="25212" y="50097"/>
                  </a:lnTo>
                  <a:lnTo>
                    <a:pt x="24256" y="50682"/>
                  </a:lnTo>
                  <a:lnTo>
                    <a:pt x="23879" y="51259"/>
                  </a:lnTo>
                  <a:lnTo>
                    <a:pt x="23517" y="52156"/>
                  </a:lnTo>
                  <a:lnTo>
                    <a:pt x="23098" y="52532"/>
                  </a:lnTo>
                  <a:lnTo>
                    <a:pt x="22660" y="52462"/>
                  </a:lnTo>
                  <a:lnTo>
                    <a:pt x="22350" y="52594"/>
                  </a:lnTo>
                  <a:lnTo>
                    <a:pt x="21688" y="53267"/>
                  </a:lnTo>
                  <a:lnTo>
                    <a:pt x="20690" y="54569"/>
                  </a:lnTo>
                  <a:lnTo>
                    <a:pt x="20155" y="55535"/>
                  </a:lnTo>
                  <a:lnTo>
                    <a:pt x="20144" y="56257"/>
                  </a:lnTo>
                  <a:lnTo>
                    <a:pt x="20245" y="56905"/>
                  </a:lnTo>
                  <a:lnTo>
                    <a:pt x="16613" y="54612"/>
                  </a:lnTo>
                  <a:lnTo>
                    <a:pt x="15404" y="54221"/>
                  </a:lnTo>
                  <a:lnTo>
                    <a:pt x="10303" y="54268"/>
                  </a:lnTo>
                  <a:lnTo>
                    <a:pt x="8115" y="53367"/>
                  </a:lnTo>
                  <a:lnTo>
                    <a:pt x="5621" y="51627"/>
                  </a:lnTo>
                  <a:lnTo>
                    <a:pt x="3936" y="50047"/>
                  </a:lnTo>
                  <a:lnTo>
                    <a:pt x="0" y="45623"/>
                  </a:lnTo>
                  <a:lnTo>
                    <a:pt x="247" y="45266"/>
                  </a:lnTo>
                  <a:lnTo>
                    <a:pt x="454" y="44442"/>
                  </a:lnTo>
                  <a:lnTo>
                    <a:pt x="711" y="43592"/>
                  </a:lnTo>
                  <a:lnTo>
                    <a:pt x="555" y="42611"/>
                  </a:lnTo>
                  <a:lnTo>
                    <a:pt x="461" y="41816"/>
                  </a:lnTo>
                  <a:lnTo>
                    <a:pt x="752" y="40659"/>
                  </a:lnTo>
                  <a:lnTo>
                    <a:pt x="724" y="39790"/>
                  </a:lnTo>
                  <a:lnTo>
                    <a:pt x="860" y="39255"/>
                  </a:lnTo>
                  <a:lnTo>
                    <a:pt x="1290" y="38909"/>
                  </a:lnTo>
                  <a:lnTo>
                    <a:pt x="1517" y="38247"/>
                  </a:lnTo>
                  <a:lnTo>
                    <a:pt x="291" y="35967"/>
                  </a:lnTo>
                  <a:lnTo>
                    <a:pt x="292" y="35447"/>
                  </a:lnTo>
                  <a:lnTo>
                    <a:pt x="454" y="34807"/>
                  </a:lnTo>
                  <a:lnTo>
                    <a:pt x="1447" y="32370"/>
                  </a:lnTo>
                  <a:lnTo>
                    <a:pt x="2629" y="29474"/>
                  </a:lnTo>
                  <a:lnTo>
                    <a:pt x="3933" y="26278"/>
                  </a:lnTo>
                  <a:lnTo>
                    <a:pt x="4716" y="24356"/>
                  </a:lnTo>
                  <a:lnTo>
                    <a:pt x="7579" y="24352"/>
                  </a:lnTo>
                  <a:lnTo>
                    <a:pt x="9473" y="24349"/>
                  </a:lnTo>
                  <a:lnTo>
                    <a:pt x="11878" y="24347"/>
                  </a:lnTo>
                  <a:lnTo>
                    <a:pt x="14493" y="24344"/>
                  </a:lnTo>
                  <a:lnTo>
                    <a:pt x="16208" y="24342"/>
                  </a:lnTo>
                  <a:lnTo>
                    <a:pt x="16915" y="24320"/>
                  </a:lnTo>
                  <a:lnTo>
                    <a:pt x="16795" y="23070"/>
                  </a:lnTo>
                  <a:lnTo>
                    <a:pt x="16887" y="21689"/>
                  </a:lnTo>
                  <a:lnTo>
                    <a:pt x="17201" y="20434"/>
                  </a:lnTo>
                  <a:lnTo>
                    <a:pt x="17201" y="19881"/>
                  </a:lnTo>
                  <a:lnTo>
                    <a:pt x="16689" y="19204"/>
                  </a:lnTo>
                  <a:lnTo>
                    <a:pt x="15698" y="18809"/>
                  </a:lnTo>
                  <a:lnTo>
                    <a:pt x="15147" y="18211"/>
                  </a:lnTo>
                  <a:lnTo>
                    <a:pt x="15144" y="17452"/>
                  </a:lnTo>
                  <a:lnTo>
                    <a:pt x="14902" y="16535"/>
                  </a:lnTo>
                  <a:lnTo>
                    <a:pt x="14422" y="15458"/>
                  </a:lnTo>
                  <a:lnTo>
                    <a:pt x="13426" y="14356"/>
                  </a:lnTo>
                  <a:lnTo>
                    <a:pt x="11914" y="13230"/>
                  </a:lnTo>
                  <a:lnTo>
                    <a:pt x="10627" y="11719"/>
                  </a:lnTo>
                  <a:lnTo>
                    <a:pt x="9564" y="9821"/>
                  </a:lnTo>
                  <a:lnTo>
                    <a:pt x="8665" y="8600"/>
                  </a:lnTo>
                  <a:lnTo>
                    <a:pt x="7973" y="8089"/>
                  </a:lnTo>
                  <a:lnTo>
                    <a:pt x="7810" y="7818"/>
                  </a:lnTo>
                  <a:lnTo>
                    <a:pt x="9835" y="7842"/>
                  </a:lnTo>
                  <a:lnTo>
                    <a:pt x="11752" y="7866"/>
                  </a:lnTo>
                  <a:lnTo>
                    <a:pt x="11765" y="5146"/>
                  </a:lnTo>
                  <a:lnTo>
                    <a:pt x="11776" y="2728"/>
                  </a:lnTo>
                  <a:lnTo>
                    <a:pt x="11788" y="0"/>
                  </a:lnTo>
                  <a:lnTo>
                    <a:pt x="15261" y="4"/>
                  </a:lnTo>
                  <a:lnTo>
                    <a:pt x="19409" y="9"/>
                  </a:lnTo>
                  <a:lnTo>
                    <a:pt x="23711" y="14"/>
                  </a:lnTo>
                  <a:lnTo>
                    <a:pt x="27092" y="1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391066" y="2228550"/>
              <a:ext cx="2757" cy="5088"/>
            </a:xfrm>
            <a:custGeom>
              <a:avLst/>
              <a:pathLst>
                <a:path w="2757" h="5088">
                  <a:moveTo>
                    <a:pt x="874" y="5064"/>
                  </a:moveTo>
                  <a:lnTo>
                    <a:pt x="474" y="5088"/>
                  </a:lnTo>
                  <a:lnTo>
                    <a:pt x="127" y="4620"/>
                  </a:lnTo>
                  <a:lnTo>
                    <a:pt x="6" y="4308"/>
                  </a:lnTo>
                  <a:lnTo>
                    <a:pt x="0" y="2701"/>
                  </a:lnTo>
                  <a:lnTo>
                    <a:pt x="1334" y="1332"/>
                  </a:lnTo>
                  <a:lnTo>
                    <a:pt x="1772" y="0"/>
                  </a:lnTo>
                  <a:lnTo>
                    <a:pt x="2138" y="107"/>
                  </a:lnTo>
                  <a:lnTo>
                    <a:pt x="2463" y="325"/>
                  </a:lnTo>
                  <a:lnTo>
                    <a:pt x="2757" y="725"/>
                  </a:lnTo>
                  <a:lnTo>
                    <a:pt x="1235" y="294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441761" y="2299308"/>
              <a:ext cx="46433" cy="102490"/>
            </a:xfrm>
            <a:custGeom>
              <a:avLst/>
              <a:pathLst>
                <a:path w="46433" h="102490">
                  <a:moveTo>
                    <a:pt x="39697" y="41855"/>
                  </a:moveTo>
                  <a:lnTo>
                    <a:pt x="39195" y="42737"/>
                  </a:lnTo>
                  <a:lnTo>
                    <a:pt x="39104" y="43296"/>
                  </a:lnTo>
                  <a:lnTo>
                    <a:pt x="38779" y="44289"/>
                  </a:lnTo>
                  <a:lnTo>
                    <a:pt x="38526" y="44827"/>
                  </a:lnTo>
                  <a:lnTo>
                    <a:pt x="38895" y="46063"/>
                  </a:lnTo>
                  <a:lnTo>
                    <a:pt x="39314" y="46117"/>
                  </a:lnTo>
                  <a:lnTo>
                    <a:pt x="39473" y="46275"/>
                  </a:lnTo>
                  <a:lnTo>
                    <a:pt x="39579" y="46517"/>
                  </a:lnTo>
                  <a:lnTo>
                    <a:pt x="39555" y="46779"/>
                  </a:lnTo>
                  <a:lnTo>
                    <a:pt x="39394" y="47015"/>
                  </a:lnTo>
                  <a:lnTo>
                    <a:pt x="38993" y="47315"/>
                  </a:lnTo>
                  <a:lnTo>
                    <a:pt x="38611" y="48028"/>
                  </a:lnTo>
                  <a:lnTo>
                    <a:pt x="38647" y="48814"/>
                  </a:lnTo>
                  <a:lnTo>
                    <a:pt x="38409" y="49224"/>
                  </a:lnTo>
                  <a:lnTo>
                    <a:pt x="37641" y="49441"/>
                  </a:lnTo>
                  <a:lnTo>
                    <a:pt x="36139" y="49442"/>
                  </a:lnTo>
                  <a:lnTo>
                    <a:pt x="35402" y="49495"/>
                  </a:lnTo>
                  <a:lnTo>
                    <a:pt x="34813" y="49630"/>
                  </a:lnTo>
                  <a:lnTo>
                    <a:pt x="34426" y="50140"/>
                  </a:lnTo>
                  <a:lnTo>
                    <a:pt x="33933" y="50494"/>
                  </a:lnTo>
                  <a:lnTo>
                    <a:pt x="33547" y="50578"/>
                  </a:lnTo>
                  <a:lnTo>
                    <a:pt x="33204" y="51170"/>
                  </a:lnTo>
                  <a:lnTo>
                    <a:pt x="32864" y="52010"/>
                  </a:lnTo>
                  <a:lnTo>
                    <a:pt x="32979" y="52583"/>
                  </a:lnTo>
                  <a:lnTo>
                    <a:pt x="33329" y="53350"/>
                  </a:lnTo>
                  <a:lnTo>
                    <a:pt x="33536" y="54133"/>
                  </a:lnTo>
                  <a:lnTo>
                    <a:pt x="33265" y="55403"/>
                  </a:lnTo>
                  <a:lnTo>
                    <a:pt x="32966" y="56384"/>
                  </a:lnTo>
                  <a:lnTo>
                    <a:pt x="32792" y="57133"/>
                  </a:lnTo>
                  <a:lnTo>
                    <a:pt x="32555" y="58572"/>
                  </a:lnTo>
                  <a:lnTo>
                    <a:pt x="31978" y="60154"/>
                  </a:lnTo>
                  <a:lnTo>
                    <a:pt x="31564" y="61055"/>
                  </a:lnTo>
                  <a:lnTo>
                    <a:pt x="31566" y="62035"/>
                  </a:lnTo>
                  <a:lnTo>
                    <a:pt x="31775" y="63426"/>
                  </a:lnTo>
                  <a:lnTo>
                    <a:pt x="32952" y="65452"/>
                  </a:lnTo>
                  <a:lnTo>
                    <a:pt x="33342" y="66420"/>
                  </a:lnTo>
                  <a:lnTo>
                    <a:pt x="33662" y="67972"/>
                  </a:lnTo>
                  <a:lnTo>
                    <a:pt x="34725" y="69195"/>
                  </a:lnTo>
                  <a:lnTo>
                    <a:pt x="35396" y="70184"/>
                  </a:lnTo>
                  <a:lnTo>
                    <a:pt x="35333" y="71491"/>
                  </a:lnTo>
                  <a:lnTo>
                    <a:pt x="35422" y="71898"/>
                  </a:lnTo>
                  <a:lnTo>
                    <a:pt x="35838" y="72227"/>
                  </a:lnTo>
                  <a:lnTo>
                    <a:pt x="36340" y="72479"/>
                  </a:lnTo>
                  <a:lnTo>
                    <a:pt x="36899" y="72459"/>
                  </a:lnTo>
                  <a:lnTo>
                    <a:pt x="37397" y="72348"/>
                  </a:lnTo>
                  <a:lnTo>
                    <a:pt x="37514" y="72164"/>
                  </a:lnTo>
                  <a:lnTo>
                    <a:pt x="38667" y="72141"/>
                  </a:lnTo>
                  <a:lnTo>
                    <a:pt x="38797" y="72469"/>
                  </a:lnTo>
                  <a:lnTo>
                    <a:pt x="38864" y="74348"/>
                  </a:lnTo>
                  <a:lnTo>
                    <a:pt x="38911" y="75109"/>
                  </a:lnTo>
                  <a:lnTo>
                    <a:pt x="39185" y="75416"/>
                  </a:lnTo>
                  <a:lnTo>
                    <a:pt x="39349" y="75882"/>
                  </a:lnTo>
                  <a:lnTo>
                    <a:pt x="39359" y="76305"/>
                  </a:lnTo>
                  <a:lnTo>
                    <a:pt x="39412" y="77358"/>
                  </a:lnTo>
                  <a:lnTo>
                    <a:pt x="39582" y="77911"/>
                  </a:lnTo>
                  <a:lnTo>
                    <a:pt x="39555" y="79035"/>
                  </a:lnTo>
                  <a:lnTo>
                    <a:pt x="39673" y="79447"/>
                  </a:lnTo>
                  <a:lnTo>
                    <a:pt x="39992" y="79726"/>
                  </a:lnTo>
                  <a:lnTo>
                    <a:pt x="40394" y="80531"/>
                  </a:lnTo>
                  <a:lnTo>
                    <a:pt x="40546" y="80633"/>
                  </a:lnTo>
                  <a:lnTo>
                    <a:pt x="40624" y="80918"/>
                  </a:lnTo>
                  <a:lnTo>
                    <a:pt x="40968" y="82064"/>
                  </a:lnTo>
                  <a:lnTo>
                    <a:pt x="41266" y="82457"/>
                  </a:lnTo>
                  <a:lnTo>
                    <a:pt x="41318" y="82855"/>
                  </a:lnTo>
                  <a:lnTo>
                    <a:pt x="41567" y="83926"/>
                  </a:lnTo>
                  <a:lnTo>
                    <a:pt x="41736" y="84190"/>
                  </a:lnTo>
                  <a:lnTo>
                    <a:pt x="42059" y="84977"/>
                  </a:lnTo>
                  <a:lnTo>
                    <a:pt x="42188" y="85834"/>
                  </a:lnTo>
                  <a:lnTo>
                    <a:pt x="42615" y="86802"/>
                  </a:lnTo>
                  <a:lnTo>
                    <a:pt x="43049" y="87483"/>
                  </a:lnTo>
                  <a:lnTo>
                    <a:pt x="43245" y="88187"/>
                  </a:lnTo>
                  <a:lnTo>
                    <a:pt x="43800" y="89746"/>
                  </a:lnTo>
                  <a:lnTo>
                    <a:pt x="44337" y="90840"/>
                  </a:lnTo>
                  <a:lnTo>
                    <a:pt x="45067" y="91125"/>
                  </a:lnTo>
                  <a:lnTo>
                    <a:pt x="45677" y="91278"/>
                  </a:lnTo>
                  <a:lnTo>
                    <a:pt x="46059" y="91700"/>
                  </a:lnTo>
                  <a:lnTo>
                    <a:pt x="46433" y="92156"/>
                  </a:lnTo>
                  <a:lnTo>
                    <a:pt x="46029" y="92363"/>
                  </a:lnTo>
                  <a:lnTo>
                    <a:pt x="45669" y="92643"/>
                  </a:lnTo>
                  <a:lnTo>
                    <a:pt x="45169" y="92427"/>
                  </a:lnTo>
                  <a:lnTo>
                    <a:pt x="44475" y="92544"/>
                  </a:lnTo>
                  <a:lnTo>
                    <a:pt x="43752" y="92852"/>
                  </a:lnTo>
                  <a:lnTo>
                    <a:pt x="43085" y="93005"/>
                  </a:lnTo>
                  <a:lnTo>
                    <a:pt x="41828" y="92515"/>
                  </a:lnTo>
                  <a:lnTo>
                    <a:pt x="41445" y="92447"/>
                  </a:lnTo>
                  <a:lnTo>
                    <a:pt x="41184" y="92235"/>
                  </a:lnTo>
                  <a:lnTo>
                    <a:pt x="40663" y="91268"/>
                  </a:lnTo>
                  <a:lnTo>
                    <a:pt x="40415" y="91154"/>
                  </a:lnTo>
                  <a:lnTo>
                    <a:pt x="39746" y="91605"/>
                  </a:lnTo>
                  <a:lnTo>
                    <a:pt x="38933" y="91917"/>
                  </a:lnTo>
                  <a:lnTo>
                    <a:pt x="38537" y="91858"/>
                  </a:lnTo>
                  <a:lnTo>
                    <a:pt x="38070" y="92184"/>
                  </a:lnTo>
                  <a:lnTo>
                    <a:pt x="37636" y="92619"/>
                  </a:lnTo>
                  <a:lnTo>
                    <a:pt x="36806" y="94503"/>
                  </a:lnTo>
                  <a:lnTo>
                    <a:pt x="36377" y="95169"/>
                  </a:lnTo>
                  <a:lnTo>
                    <a:pt x="35916" y="95476"/>
                  </a:lnTo>
                  <a:lnTo>
                    <a:pt x="34996" y="95466"/>
                  </a:lnTo>
                  <a:lnTo>
                    <a:pt x="34013" y="95533"/>
                  </a:lnTo>
                  <a:lnTo>
                    <a:pt x="33277" y="95989"/>
                  </a:lnTo>
                  <a:lnTo>
                    <a:pt x="32587" y="96222"/>
                  </a:lnTo>
                  <a:lnTo>
                    <a:pt x="32242" y="96252"/>
                  </a:lnTo>
                  <a:lnTo>
                    <a:pt x="32126" y="97286"/>
                  </a:lnTo>
                  <a:lnTo>
                    <a:pt x="31968" y="97765"/>
                  </a:lnTo>
                  <a:lnTo>
                    <a:pt x="31751" y="98040"/>
                  </a:lnTo>
                  <a:lnTo>
                    <a:pt x="31216" y="98122"/>
                  </a:lnTo>
                  <a:lnTo>
                    <a:pt x="30734" y="98086"/>
                  </a:lnTo>
                  <a:lnTo>
                    <a:pt x="30442" y="97655"/>
                  </a:lnTo>
                  <a:lnTo>
                    <a:pt x="29899" y="97440"/>
                  </a:lnTo>
                  <a:lnTo>
                    <a:pt x="29419" y="97286"/>
                  </a:lnTo>
                  <a:lnTo>
                    <a:pt x="29107" y="97040"/>
                  </a:lnTo>
                  <a:lnTo>
                    <a:pt x="28856" y="97101"/>
                  </a:lnTo>
                  <a:lnTo>
                    <a:pt x="28648" y="97532"/>
                  </a:lnTo>
                  <a:lnTo>
                    <a:pt x="28481" y="97901"/>
                  </a:lnTo>
                  <a:lnTo>
                    <a:pt x="28335" y="98577"/>
                  </a:lnTo>
                  <a:lnTo>
                    <a:pt x="27605" y="98793"/>
                  </a:lnTo>
                  <a:lnTo>
                    <a:pt x="27292" y="99178"/>
                  </a:lnTo>
                  <a:lnTo>
                    <a:pt x="27473" y="100446"/>
                  </a:lnTo>
                  <a:lnTo>
                    <a:pt x="27390" y="100941"/>
                  </a:lnTo>
                  <a:lnTo>
                    <a:pt x="27237" y="101326"/>
                  </a:lnTo>
                  <a:lnTo>
                    <a:pt x="26355" y="101403"/>
                  </a:lnTo>
                  <a:lnTo>
                    <a:pt x="25602" y="101376"/>
                  </a:lnTo>
                  <a:lnTo>
                    <a:pt x="25170" y="101844"/>
                  </a:lnTo>
                  <a:lnTo>
                    <a:pt x="24632" y="102388"/>
                  </a:lnTo>
                  <a:lnTo>
                    <a:pt x="24305" y="102490"/>
                  </a:lnTo>
                  <a:lnTo>
                    <a:pt x="23919" y="102456"/>
                  </a:lnTo>
                  <a:lnTo>
                    <a:pt x="23408" y="101825"/>
                  </a:lnTo>
                  <a:lnTo>
                    <a:pt x="22917" y="101048"/>
                  </a:lnTo>
                  <a:lnTo>
                    <a:pt x="21669" y="100503"/>
                  </a:lnTo>
                  <a:lnTo>
                    <a:pt x="20431" y="100052"/>
                  </a:lnTo>
                  <a:lnTo>
                    <a:pt x="19620" y="98816"/>
                  </a:lnTo>
                  <a:lnTo>
                    <a:pt x="19428" y="98208"/>
                  </a:lnTo>
                  <a:lnTo>
                    <a:pt x="19045" y="97941"/>
                  </a:lnTo>
                  <a:lnTo>
                    <a:pt x="18083" y="96476"/>
                  </a:lnTo>
                  <a:lnTo>
                    <a:pt x="17550" y="95533"/>
                  </a:lnTo>
                  <a:lnTo>
                    <a:pt x="16974" y="95282"/>
                  </a:lnTo>
                  <a:lnTo>
                    <a:pt x="16312" y="94887"/>
                  </a:lnTo>
                  <a:lnTo>
                    <a:pt x="16339" y="94205"/>
                  </a:lnTo>
                  <a:lnTo>
                    <a:pt x="16294" y="93548"/>
                  </a:lnTo>
                  <a:lnTo>
                    <a:pt x="16010" y="93281"/>
                  </a:lnTo>
                  <a:lnTo>
                    <a:pt x="15611" y="93104"/>
                  </a:lnTo>
                  <a:lnTo>
                    <a:pt x="15464" y="92735"/>
                  </a:lnTo>
                  <a:lnTo>
                    <a:pt x="15506" y="91873"/>
                  </a:lnTo>
                  <a:lnTo>
                    <a:pt x="15584" y="89652"/>
                  </a:lnTo>
                  <a:lnTo>
                    <a:pt x="15474" y="87525"/>
                  </a:lnTo>
                  <a:lnTo>
                    <a:pt x="14585" y="86787"/>
                  </a:lnTo>
                  <a:lnTo>
                    <a:pt x="14202" y="86286"/>
                  </a:lnTo>
                  <a:lnTo>
                    <a:pt x="13529" y="83142"/>
                  </a:lnTo>
                  <a:lnTo>
                    <a:pt x="13211" y="81725"/>
                  </a:lnTo>
                  <a:lnTo>
                    <a:pt x="13197" y="80672"/>
                  </a:lnTo>
                  <a:lnTo>
                    <a:pt x="13420" y="77533"/>
                  </a:lnTo>
                  <a:lnTo>
                    <a:pt x="13672" y="76175"/>
                  </a:lnTo>
                  <a:lnTo>
                    <a:pt x="14359" y="73452"/>
                  </a:lnTo>
                  <a:lnTo>
                    <a:pt x="14755" y="72530"/>
                  </a:lnTo>
                  <a:lnTo>
                    <a:pt x="14777" y="71841"/>
                  </a:lnTo>
                  <a:lnTo>
                    <a:pt x="14737" y="70955"/>
                  </a:lnTo>
                  <a:lnTo>
                    <a:pt x="14535" y="69206"/>
                  </a:lnTo>
                  <a:lnTo>
                    <a:pt x="15697" y="68104"/>
                  </a:lnTo>
                  <a:lnTo>
                    <a:pt x="16195" y="67640"/>
                  </a:lnTo>
                  <a:lnTo>
                    <a:pt x="16278" y="66902"/>
                  </a:lnTo>
                  <a:lnTo>
                    <a:pt x="16900" y="65968"/>
                  </a:lnTo>
                  <a:lnTo>
                    <a:pt x="17175" y="65078"/>
                  </a:lnTo>
                  <a:lnTo>
                    <a:pt x="17405" y="64380"/>
                  </a:lnTo>
                  <a:lnTo>
                    <a:pt x="17342" y="64011"/>
                  </a:lnTo>
                  <a:lnTo>
                    <a:pt x="17071" y="63796"/>
                  </a:lnTo>
                  <a:lnTo>
                    <a:pt x="16751" y="63130"/>
                  </a:lnTo>
                  <a:lnTo>
                    <a:pt x="16079" y="61216"/>
                  </a:lnTo>
                  <a:lnTo>
                    <a:pt x="15836" y="60828"/>
                  </a:lnTo>
                  <a:lnTo>
                    <a:pt x="15631" y="60290"/>
                  </a:lnTo>
                  <a:lnTo>
                    <a:pt x="15736" y="59441"/>
                  </a:lnTo>
                  <a:lnTo>
                    <a:pt x="15999" y="58522"/>
                  </a:lnTo>
                  <a:lnTo>
                    <a:pt x="15965" y="58137"/>
                  </a:lnTo>
                  <a:lnTo>
                    <a:pt x="15563" y="57641"/>
                  </a:lnTo>
                  <a:lnTo>
                    <a:pt x="14734" y="56815"/>
                  </a:lnTo>
                  <a:lnTo>
                    <a:pt x="14046" y="56753"/>
                  </a:lnTo>
                  <a:lnTo>
                    <a:pt x="13514" y="56455"/>
                  </a:lnTo>
                  <a:lnTo>
                    <a:pt x="12732" y="56415"/>
                  </a:lnTo>
                  <a:lnTo>
                    <a:pt x="12106" y="56323"/>
                  </a:lnTo>
                  <a:lnTo>
                    <a:pt x="11752" y="56015"/>
                  </a:lnTo>
                  <a:lnTo>
                    <a:pt x="11825" y="55508"/>
                  </a:lnTo>
                  <a:lnTo>
                    <a:pt x="11979" y="55117"/>
                  </a:lnTo>
                  <a:lnTo>
                    <a:pt x="12505" y="54154"/>
                  </a:lnTo>
                  <a:lnTo>
                    <a:pt x="12857" y="53124"/>
                  </a:lnTo>
                  <a:lnTo>
                    <a:pt x="12905" y="52117"/>
                  </a:lnTo>
                  <a:lnTo>
                    <a:pt x="13011" y="50795"/>
                  </a:lnTo>
                  <a:lnTo>
                    <a:pt x="13164" y="49647"/>
                  </a:lnTo>
                  <a:lnTo>
                    <a:pt x="13246" y="48349"/>
                  </a:lnTo>
                  <a:lnTo>
                    <a:pt x="12419" y="47497"/>
                  </a:lnTo>
                  <a:lnTo>
                    <a:pt x="12155" y="46796"/>
                  </a:lnTo>
                  <a:lnTo>
                    <a:pt x="11814" y="46174"/>
                  </a:lnTo>
                  <a:lnTo>
                    <a:pt x="11438" y="46174"/>
                  </a:lnTo>
                  <a:lnTo>
                    <a:pt x="10872" y="45907"/>
                  </a:lnTo>
                  <a:lnTo>
                    <a:pt x="9986" y="46725"/>
                  </a:lnTo>
                  <a:lnTo>
                    <a:pt x="9290" y="46574"/>
                  </a:lnTo>
                  <a:lnTo>
                    <a:pt x="8810" y="46882"/>
                  </a:lnTo>
                  <a:lnTo>
                    <a:pt x="7704" y="46820"/>
                  </a:lnTo>
                  <a:lnTo>
                    <a:pt x="6995" y="46420"/>
                  </a:lnTo>
                  <a:lnTo>
                    <a:pt x="6137" y="46687"/>
                  </a:lnTo>
                  <a:lnTo>
                    <a:pt x="4132" y="43404"/>
                  </a:lnTo>
                  <a:lnTo>
                    <a:pt x="2115" y="40101"/>
                  </a:lnTo>
                  <a:lnTo>
                    <a:pt x="132" y="36854"/>
                  </a:lnTo>
                  <a:lnTo>
                    <a:pt x="0" y="36411"/>
                  </a:lnTo>
                  <a:lnTo>
                    <a:pt x="829" y="34866"/>
                  </a:lnTo>
                  <a:lnTo>
                    <a:pt x="1569" y="33755"/>
                  </a:lnTo>
                  <a:lnTo>
                    <a:pt x="2188" y="33124"/>
                  </a:lnTo>
                  <a:lnTo>
                    <a:pt x="2479" y="32568"/>
                  </a:lnTo>
                  <a:lnTo>
                    <a:pt x="2256" y="30186"/>
                  </a:lnTo>
                  <a:lnTo>
                    <a:pt x="2268" y="29329"/>
                  </a:lnTo>
                  <a:lnTo>
                    <a:pt x="1979" y="28397"/>
                  </a:lnTo>
                  <a:lnTo>
                    <a:pt x="1771" y="27350"/>
                  </a:lnTo>
                  <a:lnTo>
                    <a:pt x="2020" y="26478"/>
                  </a:lnTo>
                  <a:lnTo>
                    <a:pt x="2319" y="25870"/>
                  </a:lnTo>
                  <a:lnTo>
                    <a:pt x="2706" y="25635"/>
                  </a:lnTo>
                  <a:lnTo>
                    <a:pt x="3630" y="25422"/>
                  </a:lnTo>
                  <a:lnTo>
                    <a:pt x="4284" y="25337"/>
                  </a:lnTo>
                  <a:lnTo>
                    <a:pt x="4515" y="24987"/>
                  </a:lnTo>
                  <a:lnTo>
                    <a:pt x="4895" y="24581"/>
                  </a:lnTo>
                  <a:lnTo>
                    <a:pt x="5392" y="24559"/>
                  </a:lnTo>
                  <a:lnTo>
                    <a:pt x="6366" y="24841"/>
                  </a:lnTo>
                  <a:lnTo>
                    <a:pt x="6809" y="24316"/>
                  </a:lnTo>
                  <a:lnTo>
                    <a:pt x="7613" y="23603"/>
                  </a:lnTo>
                  <a:lnTo>
                    <a:pt x="9421" y="22371"/>
                  </a:lnTo>
                  <a:lnTo>
                    <a:pt x="9827" y="21569"/>
                  </a:lnTo>
                  <a:lnTo>
                    <a:pt x="10111" y="20325"/>
                  </a:lnTo>
                  <a:lnTo>
                    <a:pt x="10078" y="19740"/>
                  </a:lnTo>
                  <a:lnTo>
                    <a:pt x="9893" y="19517"/>
                  </a:lnTo>
                  <a:lnTo>
                    <a:pt x="9446" y="19314"/>
                  </a:lnTo>
                  <a:lnTo>
                    <a:pt x="8759" y="19286"/>
                  </a:lnTo>
                  <a:lnTo>
                    <a:pt x="8208" y="19605"/>
                  </a:lnTo>
                  <a:lnTo>
                    <a:pt x="7640" y="19431"/>
                  </a:lnTo>
                  <a:lnTo>
                    <a:pt x="7166" y="18665"/>
                  </a:lnTo>
                  <a:lnTo>
                    <a:pt x="7139" y="18030"/>
                  </a:lnTo>
                  <a:lnTo>
                    <a:pt x="7419" y="17134"/>
                  </a:lnTo>
                  <a:lnTo>
                    <a:pt x="7257" y="16541"/>
                  </a:lnTo>
                  <a:lnTo>
                    <a:pt x="6353" y="14654"/>
                  </a:lnTo>
                  <a:lnTo>
                    <a:pt x="6359" y="14134"/>
                  </a:lnTo>
                  <a:lnTo>
                    <a:pt x="7013" y="13287"/>
                  </a:lnTo>
                  <a:lnTo>
                    <a:pt x="7386" y="12566"/>
                  </a:lnTo>
                  <a:lnTo>
                    <a:pt x="7894" y="10841"/>
                  </a:lnTo>
                  <a:lnTo>
                    <a:pt x="8298" y="10267"/>
                  </a:lnTo>
                  <a:lnTo>
                    <a:pt x="9557" y="10065"/>
                  </a:lnTo>
                  <a:lnTo>
                    <a:pt x="9877" y="9698"/>
                  </a:lnTo>
                  <a:lnTo>
                    <a:pt x="10519" y="8785"/>
                  </a:lnTo>
                  <a:lnTo>
                    <a:pt x="11472" y="7744"/>
                  </a:lnTo>
                  <a:lnTo>
                    <a:pt x="12851" y="6914"/>
                  </a:lnTo>
                  <a:lnTo>
                    <a:pt x="13246" y="5402"/>
                  </a:lnTo>
                  <a:lnTo>
                    <a:pt x="13490" y="4989"/>
                  </a:lnTo>
                  <a:lnTo>
                    <a:pt x="14586" y="4193"/>
                  </a:lnTo>
                  <a:lnTo>
                    <a:pt x="14776" y="3768"/>
                  </a:lnTo>
                  <a:lnTo>
                    <a:pt x="14751" y="3394"/>
                  </a:lnTo>
                  <a:lnTo>
                    <a:pt x="12992" y="0"/>
                  </a:lnTo>
                  <a:lnTo>
                    <a:pt x="13341" y="232"/>
                  </a:lnTo>
                  <a:lnTo>
                    <a:pt x="14704" y="2447"/>
                  </a:lnTo>
                  <a:lnTo>
                    <a:pt x="15459" y="2926"/>
                  </a:lnTo>
                  <a:lnTo>
                    <a:pt x="15618" y="2937"/>
                  </a:lnTo>
                  <a:lnTo>
                    <a:pt x="15624" y="2361"/>
                  </a:lnTo>
                  <a:lnTo>
                    <a:pt x="16317" y="2604"/>
                  </a:lnTo>
                  <a:lnTo>
                    <a:pt x="18107" y="4118"/>
                  </a:lnTo>
                  <a:lnTo>
                    <a:pt x="20724" y="6621"/>
                  </a:lnTo>
                  <a:lnTo>
                    <a:pt x="24401" y="11349"/>
                  </a:lnTo>
                  <a:lnTo>
                    <a:pt x="25447" y="13148"/>
                  </a:lnTo>
                  <a:lnTo>
                    <a:pt x="26151" y="13995"/>
                  </a:lnTo>
                  <a:lnTo>
                    <a:pt x="27244" y="16057"/>
                  </a:lnTo>
                  <a:lnTo>
                    <a:pt x="27564" y="17065"/>
                  </a:lnTo>
                  <a:lnTo>
                    <a:pt x="27533" y="21077"/>
                  </a:lnTo>
                  <a:lnTo>
                    <a:pt x="26565" y="23790"/>
                  </a:lnTo>
                  <a:lnTo>
                    <a:pt x="26328" y="25831"/>
                  </a:lnTo>
                  <a:lnTo>
                    <a:pt x="26275" y="28548"/>
                  </a:lnTo>
                  <a:lnTo>
                    <a:pt x="25713" y="30107"/>
                  </a:lnTo>
                  <a:lnTo>
                    <a:pt x="26460" y="29259"/>
                  </a:lnTo>
                  <a:lnTo>
                    <a:pt x="26692" y="26808"/>
                  </a:lnTo>
                  <a:lnTo>
                    <a:pt x="27327" y="25320"/>
                  </a:lnTo>
                  <a:lnTo>
                    <a:pt x="28153" y="23685"/>
                  </a:lnTo>
                  <a:lnTo>
                    <a:pt x="29256" y="23293"/>
                  </a:lnTo>
                  <a:lnTo>
                    <a:pt x="30444" y="23989"/>
                  </a:lnTo>
                  <a:lnTo>
                    <a:pt x="31400" y="24111"/>
                  </a:lnTo>
                  <a:lnTo>
                    <a:pt x="32244" y="24596"/>
                  </a:lnTo>
                  <a:lnTo>
                    <a:pt x="34039" y="27209"/>
                  </a:lnTo>
                  <a:lnTo>
                    <a:pt x="35792" y="29275"/>
                  </a:lnTo>
                  <a:lnTo>
                    <a:pt x="36430" y="30933"/>
                  </a:lnTo>
                  <a:lnTo>
                    <a:pt x="38289" y="31762"/>
                  </a:lnTo>
                  <a:lnTo>
                    <a:pt x="39387" y="33069"/>
                  </a:lnTo>
                  <a:lnTo>
                    <a:pt x="39740" y="34200"/>
                  </a:lnTo>
                  <a:lnTo>
                    <a:pt x="39958" y="37161"/>
                  </a:lnTo>
                  <a:lnTo>
                    <a:pt x="39598" y="4163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102371" y="2107562"/>
              <a:ext cx="1063" cy="1415"/>
            </a:xfrm>
            <a:custGeom>
              <a:avLst/>
              <a:pathLst>
                <a:path w="1063" h="1415">
                  <a:moveTo>
                    <a:pt x="922" y="1200"/>
                  </a:moveTo>
                  <a:lnTo>
                    <a:pt x="688" y="1415"/>
                  </a:lnTo>
                  <a:lnTo>
                    <a:pt x="40" y="394"/>
                  </a:lnTo>
                  <a:lnTo>
                    <a:pt x="0" y="61"/>
                  </a:lnTo>
                  <a:lnTo>
                    <a:pt x="500" y="0"/>
                  </a:lnTo>
                  <a:lnTo>
                    <a:pt x="1063" y="461"/>
                  </a:lnTo>
                  <a:lnTo>
                    <a:pt x="1031" y="87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099574" y="2107049"/>
              <a:ext cx="1940" cy="1714"/>
            </a:xfrm>
            <a:custGeom>
              <a:avLst/>
              <a:pathLst>
                <a:path w="1940" h="1714">
                  <a:moveTo>
                    <a:pt x="1503" y="1714"/>
                  </a:moveTo>
                  <a:lnTo>
                    <a:pt x="364" y="1714"/>
                  </a:lnTo>
                  <a:lnTo>
                    <a:pt x="120" y="1575"/>
                  </a:lnTo>
                  <a:lnTo>
                    <a:pt x="0" y="1279"/>
                  </a:lnTo>
                  <a:lnTo>
                    <a:pt x="403" y="740"/>
                  </a:lnTo>
                  <a:lnTo>
                    <a:pt x="1940" y="0"/>
                  </a:lnTo>
                  <a:lnTo>
                    <a:pt x="1555" y="77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100120" y="2103819"/>
              <a:ext cx="4151" cy="3758"/>
            </a:xfrm>
            <a:custGeom>
              <a:avLst/>
              <a:pathLst>
                <a:path w="4151" h="3758">
                  <a:moveTo>
                    <a:pt x="1152" y="704"/>
                  </a:moveTo>
                  <a:lnTo>
                    <a:pt x="1456" y="307"/>
                  </a:lnTo>
                  <a:lnTo>
                    <a:pt x="1905" y="191"/>
                  </a:lnTo>
                  <a:lnTo>
                    <a:pt x="2141" y="0"/>
                  </a:lnTo>
                  <a:lnTo>
                    <a:pt x="2759" y="0"/>
                  </a:lnTo>
                  <a:lnTo>
                    <a:pt x="3138" y="153"/>
                  </a:lnTo>
                  <a:lnTo>
                    <a:pt x="3530" y="393"/>
                  </a:lnTo>
                  <a:lnTo>
                    <a:pt x="3733" y="913"/>
                  </a:lnTo>
                  <a:lnTo>
                    <a:pt x="3671" y="1497"/>
                  </a:lnTo>
                  <a:lnTo>
                    <a:pt x="4055" y="1779"/>
                  </a:lnTo>
                  <a:lnTo>
                    <a:pt x="4151" y="2353"/>
                  </a:lnTo>
                  <a:lnTo>
                    <a:pt x="3727" y="2666"/>
                  </a:lnTo>
                  <a:lnTo>
                    <a:pt x="3702" y="3343"/>
                  </a:lnTo>
                  <a:lnTo>
                    <a:pt x="3514" y="3758"/>
                  </a:lnTo>
                  <a:lnTo>
                    <a:pt x="2295" y="3020"/>
                  </a:lnTo>
                  <a:lnTo>
                    <a:pt x="1289" y="2637"/>
                  </a:lnTo>
                  <a:lnTo>
                    <a:pt x="386" y="2789"/>
                  </a:lnTo>
                  <a:lnTo>
                    <a:pt x="57" y="2355"/>
                  </a:lnTo>
                  <a:lnTo>
                    <a:pt x="0" y="1908"/>
                  </a:lnTo>
                  <a:lnTo>
                    <a:pt x="1043" y="112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4715582" y="3157320"/>
              <a:ext cx="5549" cy="3044"/>
            </a:xfrm>
            <a:custGeom>
              <a:avLst/>
              <a:pathLst>
                <a:path w="5549" h="3044">
                  <a:moveTo>
                    <a:pt x="4316" y="2382"/>
                  </a:moveTo>
                  <a:lnTo>
                    <a:pt x="3186" y="3044"/>
                  </a:lnTo>
                  <a:lnTo>
                    <a:pt x="2024" y="3038"/>
                  </a:lnTo>
                  <a:lnTo>
                    <a:pt x="1533" y="2517"/>
                  </a:lnTo>
                  <a:lnTo>
                    <a:pt x="805" y="886"/>
                  </a:lnTo>
                  <a:lnTo>
                    <a:pt x="324" y="769"/>
                  </a:lnTo>
                  <a:lnTo>
                    <a:pt x="25" y="321"/>
                  </a:lnTo>
                  <a:lnTo>
                    <a:pt x="0" y="132"/>
                  </a:lnTo>
                  <a:lnTo>
                    <a:pt x="511" y="0"/>
                  </a:lnTo>
                  <a:lnTo>
                    <a:pt x="1295" y="468"/>
                  </a:lnTo>
                  <a:lnTo>
                    <a:pt x="3165" y="848"/>
                  </a:lnTo>
                  <a:lnTo>
                    <a:pt x="4541" y="1742"/>
                  </a:lnTo>
                  <a:lnTo>
                    <a:pt x="5549" y="2043"/>
                  </a:lnTo>
                  <a:lnTo>
                    <a:pt x="5146" y="228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177125" y="2195049"/>
              <a:ext cx="58705" cy="42470"/>
            </a:xfrm>
            <a:custGeom>
              <a:avLst/>
              <a:pathLst>
                <a:path w="58705" h="42470">
                  <a:moveTo>
                    <a:pt x="58705" y="14381"/>
                  </a:moveTo>
                  <a:lnTo>
                    <a:pt x="56268" y="14172"/>
                  </a:lnTo>
                  <a:lnTo>
                    <a:pt x="55119" y="14605"/>
                  </a:lnTo>
                  <a:lnTo>
                    <a:pt x="54615" y="15574"/>
                  </a:lnTo>
                  <a:lnTo>
                    <a:pt x="54182" y="16008"/>
                  </a:lnTo>
                  <a:lnTo>
                    <a:pt x="53822" y="15909"/>
                  </a:lnTo>
                  <a:lnTo>
                    <a:pt x="53090" y="16289"/>
                  </a:lnTo>
                  <a:lnTo>
                    <a:pt x="51990" y="17151"/>
                  </a:lnTo>
                  <a:lnTo>
                    <a:pt x="50996" y="17477"/>
                  </a:lnTo>
                  <a:lnTo>
                    <a:pt x="50111" y="17268"/>
                  </a:lnTo>
                  <a:lnTo>
                    <a:pt x="49854" y="17480"/>
                  </a:lnTo>
                  <a:lnTo>
                    <a:pt x="49785" y="17763"/>
                  </a:lnTo>
                  <a:lnTo>
                    <a:pt x="49652" y="18036"/>
                  </a:lnTo>
                  <a:lnTo>
                    <a:pt x="49307" y="18184"/>
                  </a:lnTo>
                  <a:lnTo>
                    <a:pt x="48914" y="18106"/>
                  </a:lnTo>
                  <a:lnTo>
                    <a:pt x="48471" y="17801"/>
                  </a:lnTo>
                  <a:lnTo>
                    <a:pt x="48237" y="17932"/>
                  </a:lnTo>
                  <a:lnTo>
                    <a:pt x="48211" y="18495"/>
                  </a:lnTo>
                  <a:lnTo>
                    <a:pt x="47972" y="18645"/>
                  </a:lnTo>
                  <a:lnTo>
                    <a:pt x="47519" y="18380"/>
                  </a:lnTo>
                  <a:lnTo>
                    <a:pt x="47010" y="18584"/>
                  </a:lnTo>
                  <a:lnTo>
                    <a:pt x="46443" y="19254"/>
                  </a:lnTo>
                  <a:lnTo>
                    <a:pt x="45647" y="19398"/>
                  </a:lnTo>
                  <a:lnTo>
                    <a:pt x="44623" y="19012"/>
                  </a:lnTo>
                  <a:lnTo>
                    <a:pt x="43830" y="18282"/>
                  </a:lnTo>
                  <a:lnTo>
                    <a:pt x="43268" y="17208"/>
                  </a:lnTo>
                  <a:lnTo>
                    <a:pt x="42593" y="16938"/>
                  </a:lnTo>
                  <a:lnTo>
                    <a:pt x="41414" y="17737"/>
                  </a:lnTo>
                  <a:lnTo>
                    <a:pt x="40920" y="18670"/>
                  </a:lnTo>
                  <a:lnTo>
                    <a:pt x="40813" y="19240"/>
                  </a:lnTo>
                  <a:lnTo>
                    <a:pt x="40928" y="19757"/>
                  </a:lnTo>
                  <a:lnTo>
                    <a:pt x="40711" y="20101"/>
                  </a:lnTo>
                  <a:lnTo>
                    <a:pt x="40164" y="20274"/>
                  </a:lnTo>
                  <a:lnTo>
                    <a:pt x="39747" y="20908"/>
                  </a:lnTo>
                  <a:lnTo>
                    <a:pt x="39461" y="22003"/>
                  </a:lnTo>
                  <a:lnTo>
                    <a:pt x="39404" y="22849"/>
                  </a:lnTo>
                  <a:lnTo>
                    <a:pt x="39575" y="23444"/>
                  </a:lnTo>
                  <a:lnTo>
                    <a:pt x="39302" y="23883"/>
                  </a:lnTo>
                  <a:lnTo>
                    <a:pt x="38585" y="24164"/>
                  </a:lnTo>
                  <a:lnTo>
                    <a:pt x="37737" y="25110"/>
                  </a:lnTo>
                  <a:lnTo>
                    <a:pt x="36760" y="26716"/>
                  </a:lnTo>
                  <a:lnTo>
                    <a:pt x="35788" y="27839"/>
                  </a:lnTo>
                  <a:lnTo>
                    <a:pt x="34821" y="28476"/>
                  </a:lnTo>
                  <a:lnTo>
                    <a:pt x="34355" y="29183"/>
                  </a:lnTo>
                  <a:lnTo>
                    <a:pt x="34388" y="29961"/>
                  </a:lnTo>
                  <a:lnTo>
                    <a:pt x="34330" y="30203"/>
                  </a:lnTo>
                  <a:lnTo>
                    <a:pt x="34145" y="30296"/>
                  </a:lnTo>
                  <a:lnTo>
                    <a:pt x="33830" y="30402"/>
                  </a:lnTo>
                  <a:lnTo>
                    <a:pt x="31966" y="28711"/>
                  </a:lnTo>
                  <a:lnTo>
                    <a:pt x="31430" y="27533"/>
                  </a:lnTo>
                  <a:lnTo>
                    <a:pt x="30968" y="27713"/>
                  </a:lnTo>
                  <a:lnTo>
                    <a:pt x="30382" y="28308"/>
                  </a:lnTo>
                  <a:lnTo>
                    <a:pt x="29558" y="29635"/>
                  </a:lnTo>
                  <a:lnTo>
                    <a:pt x="28674" y="31439"/>
                  </a:lnTo>
                  <a:lnTo>
                    <a:pt x="28246" y="31640"/>
                  </a:lnTo>
                  <a:lnTo>
                    <a:pt x="26039" y="31373"/>
                  </a:lnTo>
                  <a:lnTo>
                    <a:pt x="24872" y="31531"/>
                  </a:lnTo>
                  <a:lnTo>
                    <a:pt x="24632" y="31773"/>
                  </a:lnTo>
                  <a:lnTo>
                    <a:pt x="24522" y="32434"/>
                  </a:lnTo>
                  <a:lnTo>
                    <a:pt x="24589" y="33320"/>
                  </a:lnTo>
                  <a:lnTo>
                    <a:pt x="24910" y="36500"/>
                  </a:lnTo>
                  <a:lnTo>
                    <a:pt x="25089" y="37809"/>
                  </a:lnTo>
                  <a:lnTo>
                    <a:pt x="24913" y="38214"/>
                  </a:lnTo>
                  <a:lnTo>
                    <a:pt x="24318" y="38278"/>
                  </a:lnTo>
                  <a:lnTo>
                    <a:pt x="23548" y="38463"/>
                  </a:lnTo>
                  <a:lnTo>
                    <a:pt x="23125" y="39062"/>
                  </a:lnTo>
                  <a:lnTo>
                    <a:pt x="23025" y="39678"/>
                  </a:lnTo>
                  <a:lnTo>
                    <a:pt x="22984" y="40541"/>
                  </a:lnTo>
                  <a:lnTo>
                    <a:pt x="22741" y="41431"/>
                  </a:lnTo>
                  <a:lnTo>
                    <a:pt x="22263" y="42071"/>
                  </a:lnTo>
                  <a:lnTo>
                    <a:pt x="21792" y="42299"/>
                  </a:lnTo>
                  <a:lnTo>
                    <a:pt x="19161" y="42470"/>
                  </a:lnTo>
                  <a:lnTo>
                    <a:pt x="19206" y="40999"/>
                  </a:lnTo>
                  <a:lnTo>
                    <a:pt x="18446" y="40403"/>
                  </a:lnTo>
                  <a:lnTo>
                    <a:pt x="18014" y="39175"/>
                  </a:lnTo>
                  <a:lnTo>
                    <a:pt x="17636" y="38346"/>
                  </a:lnTo>
                  <a:lnTo>
                    <a:pt x="17762" y="37848"/>
                  </a:lnTo>
                  <a:lnTo>
                    <a:pt x="17724" y="37258"/>
                  </a:lnTo>
                  <a:lnTo>
                    <a:pt x="16654" y="36802"/>
                  </a:lnTo>
                  <a:lnTo>
                    <a:pt x="15650" y="37158"/>
                  </a:lnTo>
                  <a:lnTo>
                    <a:pt x="15073" y="36927"/>
                  </a:lnTo>
                  <a:lnTo>
                    <a:pt x="14648" y="36613"/>
                  </a:lnTo>
                  <a:lnTo>
                    <a:pt x="15379" y="35885"/>
                  </a:lnTo>
                  <a:lnTo>
                    <a:pt x="15430" y="35442"/>
                  </a:lnTo>
                  <a:lnTo>
                    <a:pt x="15195" y="35123"/>
                  </a:lnTo>
                  <a:lnTo>
                    <a:pt x="14954" y="34908"/>
                  </a:lnTo>
                  <a:lnTo>
                    <a:pt x="15027" y="34086"/>
                  </a:lnTo>
                  <a:lnTo>
                    <a:pt x="15175" y="33115"/>
                  </a:lnTo>
                  <a:lnTo>
                    <a:pt x="15584" y="30845"/>
                  </a:lnTo>
                  <a:lnTo>
                    <a:pt x="15431" y="30449"/>
                  </a:lnTo>
                  <a:lnTo>
                    <a:pt x="14762" y="29767"/>
                  </a:lnTo>
                  <a:lnTo>
                    <a:pt x="13913" y="29697"/>
                  </a:lnTo>
                  <a:lnTo>
                    <a:pt x="12976" y="29911"/>
                  </a:lnTo>
                  <a:lnTo>
                    <a:pt x="12524" y="29562"/>
                  </a:lnTo>
                  <a:lnTo>
                    <a:pt x="12129" y="28782"/>
                  </a:lnTo>
                  <a:lnTo>
                    <a:pt x="11462" y="28409"/>
                  </a:lnTo>
                  <a:lnTo>
                    <a:pt x="10277" y="29032"/>
                  </a:lnTo>
                  <a:lnTo>
                    <a:pt x="9026" y="29970"/>
                  </a:lnTo>
                  <a:lnTo>
                    <a:pt x="8642" y="30311"/>
                  </a:lnTo>
                  <a:lnTo>
                    <a:pt x="8324" y="30265"/>
                  </a:lnTo>
                  <a:lnTo>
                    <a:pt x="8182" y="29564"/>
                  </a:lnTo>
                  <a:lnTo>
                    <a:pt x="8119" y="28732"/>
                  </a:lnTo>
                  <a:lnTo>
                    <a:pt x="8042" y="28526"/>
                  </a:lnTo>
                  <a:lnTo>
                    <a:pt x="7374" y="28230"/>
                  </a:lnTo>
                  <a:lnTo>
                    <a:pt x="6593" y="28016"/>
                  </a:lnTo>
                  <a:lnTo>
                    <a:pt x="6196" y="27785"/>
                  </a:lnTo>
                  <a:lnTo>
                    <a:pt x="5820" y="27224"/>
                  </a:lnTo>
                  <a:lnTo>
                    <a:pt x="4887" y="26492"/>
                  </a:lnTo>
                  <a:lnTo>
                    <a:pt x="4676" y="25950"/>
                  </a:lnTo>
                  <a:lnTo>
                    <a:pt x="3428" y="24707"/>
                  </a:lnTo>
                  <a:lnTo>
                    <a:pt x="3176" y="24090"/>
                  </a:lnTo>
                  <a:lnTo>
                    <a:pt x="2889" y="23641"/>
                  </a:lnTo>
                  <a:lnTo>
                    <a:pt x="2290" y="23069"/>
                  </a:lnTo>
                  <a:lnTo>
                    <a:pt x="1821" y="23207"/>
                  </a:lnTo>
                  <a:lnTo>
                    <a:pt x="239" y="22495"/>
                  </a:lnTo>
                  <a:lnTo>
                    <a:pt x="0" y="22430"/>
                  </a:lnTo>
                  <a:lnTo>
                    <a:pt x="219" y="21806"/>
                  </a:lnTo>
                  <a:lnTo>
                    <a:pt x="717" y="20840"/>
                  </a:lnTo>
                  <a:lnTo>
                    <a:pt x="1805" y="19768"/>
                  </a:lnTo>
                  <a:lnTo>
                    <a:pt x="1895" y="18898"/>
                  </a:lnTo>
                  <a:lnTo>
                    <a:pt x="1611" y="17231"/>
                  </a:lnTo>
                  <a:lnTo>
                    <a:pt x="1326" y="16153"/>
                  </a:lnTo>
                  <a:lnTo>
                    <a:pt x="1480" y="15671"/>
                  </a:lnTo>
                  <a:lnTo>
                    <a:pt x="1819" y="13728"/>
                  </a:lnTo>
                  <a:lnTo>
                    <a:pt x="2081" y="13276"/>
                  </a:lnTo>
                  <a:lnTo>
                    <a:pt x="3653" y="12294"/>
                  </a:lnTo>
                  <a:lnTo>
                    <a:pt x="3799" y="12158"/>
                  </a:lnTo>
                  <a:lnTo>
                    <a:pt x="5039" y="10783"/>
                  </a:lnTo>
                  <a:lnTo>
                    <a:pt x="6415" y="9256"/>
                  </a:lnTo>
                  <a:lnTo>
                    <a:pt x="7845" y="7573"/>
                  </a:lnTo>
                  <a:lnTo>
                    <a:pt x="9442" y="5692"/>
                  </a:lnTo>
                  <a:lnTo>
                    <a:pt x="10323" y="4592"/>
                  </a:lnTo>
                  <a:lnTo>
                    <a:pt x="10731" y="4116"/>
                  </a:lnTo>
                  <a:lnTo>
                    <a:pt x="11650" y="4507"/>
                  </a:lnTo>
                  <a:lnTo>
                    <a:pt x="12374" y="3617"/>
                  </a:lnTo>
                  <a:lnTo>
                    <a:pt x="12792" y="3319"/>
                  </a:lnTo>
                  <a:lnTo>
                    <a:pt x="13770" y="2253"/>
                  </a:lnTo>
                  <a:lnTo>
                    <a:pt x="14074" y="2019"/>
                  </a:lnTo>
                  <a:lnTo>
                    <a:pt x="15711" y="1583"/>
                  </a:lnTo>
                  <a:lnTo>
                    <a:pt x="16503" y="1594"/>
                  </a:lnTo>
                  <a:lnTo>
                    <a:pt x="17196" y="2675"/>
                  </a:lnTo>
                  <a:lnTo>
                    <a:pt x="17745" y="3263"/>
                  </a:lnTo>
                  <a:lnTo>
                    <a:pt x="18780" y="2757"/>
                  </a:lnTo>
                  <a:lnTo>
                    <a:pt x="19647" y="2646"/>
                  </a:lnTo>
                  <a:lnTo>
                    <a:pt x="23229" y="3651"/>
                  </a:lnTo>
                  <a:lnTo>
                    <a:pt x="24650" y="3207"/>
                  </a:lnTo>
                  <a:lnTo>
                    <a:pt x="27263" y="3111"/>
                  </a:lnTo>
                  <a:lnTo>
                    <a:pt x="28438" y="3360"/>
                  </a:lnTo>
                  <a:lnTo>
                    <a:pt x="30098" y="1938"/>
                  </a:lnTo>
                  <a:lnTo>
                    <a:pt x="31164" y="1652"/>
                  </a:lnTo>
                  <a:lnTo>
                    <a:pt x="32415" y="986"/>
                  </a:lnTo>
                  <a:lnTo>
                    <a:pt x="32248" y="305"/>
                  </a:lnTo>
                  <a:lnTo>
                    <a:pt x="31948" y="0"/>
                  </a:lnTo>
                  <a:lnTo>
                    <a:pt x="33856" y="297"/>
                  </a:lnTo>
                  <a:lnTo>
                    <a:pt x="36697" y="1738"/>
                  </a:lnTo>
                  <a:lnTo>
                    <a:pt x="39725" y="1478"/>
                  </a:lnTo>
                  <a:lnTo>
                    <a:pt x="40817" y="700"/>
                  </a:lnTo>
                  <a:lnTo>
                    <a:pt x="41522" y="478"/>
                  </a:lnTo>
                  <a:lnTo>
                    <a:pt x="44621" y="1960"/>
                  </a:lnTo>
                  <a:lnTo>
                    <a:pt x="45439" y="3098"/>
                  </a:lnTo>
                  <a:lnTo>
                    <a:pt x="46077" y="3211"/>
                  </a:lnTo>
                  <a:lnTo>
                    <a:pt x="46571" y="2950"/>
                  </a:lnTo>
                  <a:lnTo>
                    <a:pt x="46704" y="2715"/>
                  </a:lnTo>
                  <a:lnTo>
                    <a:pt x="46095" y="2467"/>
                  </a:lnTo>
                  <a:lnTo>
                    <a:pt x="45818" y="2111"/>
                  </a:lnTo>
                  <a:lnTo>
                    <a:pt x="48261" y="2811"/>
                  </a:lnTo>
                  <a:lnTo>
                    <a:pt x="52858" y="8191"/>
                  </a:lnTo>
                  <a:lnTo>
                    <a:pt x="52955" y="8629"/>
                  </a:lnTo>
                  <a:lnTo>
                    <a:pt x="50991" y="7037"/>
                  </a:lnTo>
                  <a:lnTo>
                    <a:pt x="49951" y="7159"/>
                  </a:lnTo>
                  <a:lnTo>
                    <a:pt x="49681" y="7416"/>
                  </a:lnTo>
                  <a:lnTo>
                    <a:pt x="49739" y="8285"/>
                  </a:lnTo>
                  <a:lnTo>
                    <a:pt x="49835" y="8692"/>
                  </a:lnTo>
                  <a:lnTo>
                    <a:pt x="50280" y="8739"/>
                  </a:lnTo>
                  <a:lnTo>
                    <a:pt x="50609" y="8504"/>
                  </a:lnTo>
                  <a:lnTo>
                    <a:pt x="51420" y="8788"/>
                  </a:lnTo>
                  <a:lnTo>
                    <a:pt x="51958" y="9365"/>
                  </a:lnTo>
                  <a:lnTo>
                    <a:pt x="52610" y="10250"/>
                  </a:lnTo>
                  <a:lnTo>
                    <a:pt x="53000" y="11211"/>
                  </a:lnTo>
                  <a:lnTo>
                    <a:pt x="53422" y="11227"/>
                  </a:lnTo>
                  <a:lnTo>
                    <a:pt x="53836" y="10648"/>
                  </a:lnTo>
                  <a:lnTo>
                    <a:pt x="54616" y="10578"/>
                  </a:lnTo>
                  <a:lnTo>
                    <a:pt x="55124" y="11225"/>
                  </a:lnTo>
                  <a:lnTo>
                    <a:pt x="55484" y="11186"/>
                  </a:lnTo>
                  <a:lnTo>
                    <a:pt x="54981" y="10184"/>
                  </a:lnTo>
                  <a:lnTo>
                    <a:pt x="53798" y="9188"/>
                  </a:lnTo>
                  <a:lnTo>
                    <a:pt x="54079" y="9146"/>
                  </a:lnTo>
                  <a:lnTo>
                    <a:pt x="56702" y="10937"/>
                  </a:lnTo>
                  <a:lnTo>
                    <a:pt x="57443" y="13184"/>
                  </a:lnTo>
                  <a:lnTo>
                    <a:pt x="58061" y="1369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202974" y="2189261"/>
              <a:ext cx="3546" cy="1938"/>
            </a:xfrm>
            <a:custGeom>
              <a:avLst/>
              <a:pathLst>
                <a:path w="3546" h="1938">
                  <a:moveTo>
                    <a:pt x="1991" y="848"/>
                  </a:moveTo>
                  <a:lnTo>
                    <a:pt x="474" y="1938"/>
                  </a:lnTo>
                  <a:lnTo>
                    <a:pt x="0" y="1917"/>
                  </a:lnTo>
                  <a:lnTo>
                    <a:pt x="695" y="1075"/>
                  </a:lnTo>
                  <a:lnTo>
                    <a:pt x="1817" y="353"/>
                  </a:lnTo>
                  <a:lnTo>
                    <a:pt x="2768" y="0"/>
                  </a:lnTo>
                  <a:lnTo>
                    <a:pt x="3546" y="15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209307" y="2188218"/>
              <a:ext cx="1203" cy="1539"/>
            </a:xfrm>
            <a:custGeom>
              <a:avLst/>
              <a:pathLst>
                <a:path w="1203" h="1539">
                  <a:moveTo>
                    <a:pt x="851" y="731"/>
                  </a:moveTo>
                  <a:lnTo>
                    <a:pt x="130" y="1539"/>
                  </a:lnTo>
                  <a:lnTo>
                    <a:pt x="0" y="1175"/>
                  </a:lnTo>
                  <a:lnTo>
                    <a:pt x="347" y="427"/>
                  </a:lnTo>
                  <a:lnTo>
                    <a:pt x="783" y="0"/>
                  </a:lnTo>
                  <a:lnTo>
                    <a:pt x="1203" y="42"/>
                  </a:lnTo>
                  <a:lnTo>
                    <a:pt x="1102" y="36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4186657" y="1821578"/>
              <a:ext cx="3785" cy="1395"/>
            </a:xfrm>
            <a:custGeom>
              <a:avLst/>
              <a:pathLst>
                <a:path w="3785" h="1395">
                  <a:moveTo>
                    <a:pt x="2494" y="437"/>
                  </a:moveTo>
                  <a:lnTo>
                    <a:pt x="3785" y="1395"/>
                  </a:lnTo>
                  <a:lnTo>
                    <a:pt x="0" y="139"/>
                  </a:lnTo>
                  <a:lnTo>
                    <a:pt x="429" y="24"/>
                  </a:lnTo>
                  <a:lnTo>
                    <a:pt x="830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4180096" y="1818842"/>
              <a:ext cx="5086" cy="1409"/>
            </a:xfrm>
            <a:custGeom>
              <a:avLst/>
              <a:pathLst>
                <a:path w="5086" h="1409">
                  <a:moveTo>
                    <a:pt x="0" y="0"/>
                  </a:moveTo>
                  <a:lnTo>
                    <a:pt x="1748" y="389"/>
                  </a:lnTo>
                  <a:lnTo>
                    <a:pt x="3031" y="210"/>
                  </a:lnTo>
                  <a:lnTo>
                    <a:pt x="4190" y="449"/>
                  </a:lnTo>
                  <a:lnTo>
                    <a:pt x="4911" y="892"/>
                  </a:lnTo>
                  <a:lnTo>
                    <a:pt x="5086" y="1109"/>
                  </a:lnTo>
                  <a:lnTo>
                    <a:pt x="4150" y="1139"/>
                  </a:lnTo>
                  <a:lnTo>
                    <a:pt x="3092" y="959"/>
                  </a:lnTo>
                  <a:lnTo>
                    <a:pt x="1892" y="1409"/>
                  </a:lnTo>
                  <a:lnTo>
                    <a:pt x="834" y="1169"/>
                  </a:lnTo>
                  <a:lnTo>
                    <a:pt x="432" y="877"/>
                  </a:lnTo>
                  <a:lnTo>
                    <a:pt x="147" y="51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4183830" y="1818433"/>
              <a:ext cx="13926" cy="8270"/>
            </a:xfrm>
            <a:custGeom>
              <a:avLst/>
              <a:pathLst>
                <a:path w="13926" h="8270">
                  <a:moveTo>
                    <a:pt x="5886" y="1795"/>
                  </a:moveTo>
                  <a:lnTo>
                    <a:pt x="6573" y="1539"/>
                  </a:lnTo>
                  <a:lnTo>
                    <a:pt x="7157" y="1724"/>
                  </a:lnTo>
                  <a:lnTo>
                    <a:pt x="7529" y="2521"/>
                  </a:lnTo>
                  <a:lnTo>
                    <a:pt x="8263" y="3047"/>
                  </a:lnTo>
                  <a:lnTo>
                    <a:pt x="9452" y="3969"/>
                  </a:lnTo>
                  <a:lnTo>
                    <a:pt x="10203" y="4676"/>
                  </a:lnTo>
                  <a:lnTo>
                    <a:pt x="11907" y="5948"/>
                  </a:lnTo>
                  <a:lnTo>
                    <a:pt x="12310" y="6126"/>
                  </a:lnTo>
                  <a:lnTo>
                    <a:pt x="13159" y="6501"/>
                  </a:lnTo>
                  <a:lnTo>
                    <a:pt x="13175" y="7014"/>
                  </a:lnTo>
                  <a:lnTo>
                    <a:pt x="13540" y="7598"/>
                  </a:lnTo>
                  <a:lnTo>
                    <a:pt x="13926" y="8270"/>
                  </a:lnTo>
                  <a:lnTo>
                    <a:pt x="12181" y="6946"/>
                  </a:lnTo>
                  <a:lnTo>
                    <a:pt x="10551" y="5465"/>
                  </a:lnTo>
                  <a:lnTo>
                    <a:pt x="7364" y="3186"/>
                  </a:lnTo>
                  <a:lnTo>
                    <a:pt x="5104" y="2632"/>
                  </a:lnTo>
                  <a:lnTo>
                    <a:pt x="2013" y="800"/>
                  </a:lnTo>
                  <a:lnTo>
                    <a:pt x="0" y="153"/>
                  </a:lnTo>
                  <a:lnTo>
                    <a:pt x="766" y="4"/>
                  </a:lnTo>
                  <a:lnTo>
                    <a:pt x="1650" y="0"/>
                  </a:lnTo>
                  <a:lnTo>
                    <a:pt x="6416" y="244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4177502" y="1815596"/>
              <a:ext cx="7734" cy="1587"/>
            </a:xfrm>
            <a:custGeom>
              <a:avLst/>
              <a:pathLst>
                <a:path w="7734" h="1587">
                  <a:moveTo>
                    <a:pt x="7734" y="1443"/>
                  </a:moveTo>
                  <a:lnTo>
                    <a:pt x="7073" y="1587"/>
                  </a:lnTo>
                  <a:lnTo>
                    <a:pt x="2864" y="1479"/>
                  </a:lnTo>
                  <a:lnTo>
                    <a:pt x="1639" y="1190"/>
                  </a:lnTo>
                  <a:lnTo>
                    <a:pt x="278" y="444"/>
                  </a:lnTo>
                  <a:lnTo>
                    <a:pt x="0" y="215"/>
                  </a:lnTo>
                  <a:lnTo>
                    <a:pt x="1371" y="0"/>
                  </a:lnTo>
                  <a:lnTo>
                    <a:pt x="2644" y="215"/>
                  </a:lnTo>
                  <a:lnTo>
                    <a:pt x="3035" y="757"/>
                  </a:lnTo>
                  <a:lnTo>
                    <a:pt x="6477" y="119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4177943" y="1813395"/>
              <a:ext cx="4429" cy="1659"/>
            </a:xfrm>
            <a:custGeom>
              <a:avLst/>
              <a:pathLst>
                <a:path w="4429" h="1659">
                  <a:moveTo>
                    <a:pt x="3425" y="1623"/>
                  </a:moveTo>
                  <a:lnTo>
                    <a:pt x="1932" y="1659"/>
                  </a:lnTo>
                  <a:lnTo>
                    <a:pt x="635" y="1407"/>
                  </a:lnTo>
                  <a:lnTo>
                    <a:pt x="0" y="973"/>
                  </a:lnTo>
                  <a:lnTo>
                    <a:pt x="47" y="608"/>
                  </a:lnTo>
                  <a:lnTo>
                    <a:pt x="243" y="0"/>
                  </a:lnTo>
                  <a:lnTo>
                    <a:pt x="1687" y="72"/>
                  </a:lnTo>
                  <a:lnTo>
                    <a:pt x="3890" y="505"/>
                  </a:lnTo>
                  <a:lnTo>
                    <a:pt x="4429" y="1009"/>
                  </a:lnTo>
                  <a:lnTo>
                    <a:pt x="4261" y="124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4167034" y="1804696"/>
              <a:ext cx="1581" cy="1551"/>
            </a:xfrm>
            <a:custGeom>
              <a:avLst/>
              <a:pathLst>
                <a:path w="1581" h="1551">
                  <a:moveTo>
                    <a:pt x="959" y="514"/>
                  </a:moveTo>
                  <a:lnTo>
                    <a:pt x="1581" y="1551"/>
                  </a:lnTo>
                  <a:lnTo>
                    <a:pt x="985" y="1338"/>
                  </a:lnTo>
                  <a:lnTo>
                    <a:pt x="364" y="6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4165102" y="1802647"/>
              <a:ext cx="1711" cy="1821"/>
            </a:xfrm>
            <a:custGeom>
              <a:avLst/>
              <a:pathLst>
                <a:path w="1711" h="1821">
                  <a:moveTo>
                    <a:pt x="1563" y="1330"/>
                  </a:moveTo>
                  <a:lnTo>
                    <a:pt x="1711" y="1821"/>
                  </a:lnTo>
                  <a:lnTo>
                    <a:pt x="530" y="897"/>
                  </a:lnTo>
                  <a:lnTo>
                    <a:pt x="83" y="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4163202" y="1802503"/>
              <a:ext cx="3197" cy="3768"/>
            </a:xfrm>
            <a:custGeom>
              <a:avLst/>
              <a:pathLst>
                <a:path w="3197" h="3768">
                  <a:moveTo>
                    <a:pt x="3062" y="3425"/>
                  </a:moveTo>
                  <a:lnTo>
                    <a:pt x="3197" y="3629"/>
                  </a:lnTo>
                  <a:lnTo>
                    <a:pt x="3184" y="3768"/>
                  </a:lnTo>
                  <a:lnTo>
                    <a:pt x="2694" y="3572"/>
                  </a:lnTo>
                  <a:lnTo>
                    <a:pt x="2561" y="3636"/>
                  </a:lnTo>
                  <a:lnTo>
                    <a:pt x="248" y="591"/>
                  </a:lnTo>
                  <a:lnTo>
                    <a:pt x="0" y="0"/>
                  </a:lnTo>
                  <a:lnTo>
                    <a:pt x="827" y="70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4162037" y="1795119"/>
              <a:ext cx="4711" cy="5414"/>
            </a:xfrm>
            <a:custGeom>
              <a:avLst/>
              <a:pathLst>
                <a:path w="4711" h="5414">
                  <a:moveTo>
                    <a:pt x="4225" y="5043"/>
                  </a:moveTo>
                  <a:lnTo>
                    <a:pt x="3980" y="5414"/>
                  </a:lnTo>
                  <a:lnTo>
                    <a:pt x="3368" y="4731"/>
                  </a:lnTo>
                  <a:lnTo>
                    <a:pt x="2806" y="4244"/>
                  </a:lnTo>
                  <a:lnTo>
                    <a:pt x="2404" y="3668"/>
                  </a:lnTo>
                  <a:lnTo>
                    <a:pt x="1616" y="2950"/>
                  </a:lnTo>
                  <a:lnTo>
                    <a:pt x="1350" y="2128"/>
                  </a:lnTo>
                  <a:lnTo>
                    <a:pt x="175" y="454"/>
                  </a:lnTo>
                  <a:lnTo>
                    <a:pt x="0" y="0"/>
                  </a:lnTo>
                  <a:lnTo>
                    <a:pt x="585" y="678"/>
                  </a:lnTo>
                  <a:lnTo>
                    <a:pt x="1073" y="1103"/>
                  </a:lnTo>
                  <a:lnTo>
                    <a:pt x="1477" y="1206"/>
                  </a:lnTo>
                  <a:lnTo>
                    <a:pt x="2502" y="2275"/>
                  </a:lnTo>
                  <a:lnTo>
                    <a:pt x="3510" y="3649"/>
                  </a:lnTo>
                  <a:lnTo>
                    <a:pt x="4711" y="4842"/>
                  </a:lnTo>
                  <a:lnTo>
                    <a:pt x="4462" y="487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4161266" y="1793016"/>
              <a:ext cx="1857" cy="1859"/>
            </a:xfrm>
            <a:custGeom>
              <a:avLst/>
              <a:pathLst>
                <a:path w="1857" h="1859">
                  <a:moveTo>
                    <a:pt x="1618" y="1244"/>
                  </a:moveTo>
                  <a:lnTo>
                    <a:pt x="1857" y="1859"/>
                  </a:lnTo>
                  <a:lnTo>
                    <a:pt x="966" y="1304"/>
                  </a:lnTo>
                  <a:lnTo>
                    <a:pt x="169" y="1091"/>
                  </a:lnTo>
                  <a:lnTo>
                    <a:pt x="0" y="674"/>
                  </a:lnTo>
                  <a:lnTo>
                    <a:pt x="114" y="331"/>
                  </a:lnTo>
                  <a:lnTo>
                    <a:pt x="285" y="0"/>
                  </a:lnTo>
                  <a:lnTo>
                    <a:pt x="887" y="46"/>
                  </a:lnTo>
                  <a:lnTo>
                    <a:pt x="978" y="37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4157723" y="1788563"/>
              <a:ext cx="1913" cy="7618"/>
            </a:xfrm>
            <a:custGeom>
              <a:avLst/>
              <a:pathLst>
                <a:path w="1913" h="7618">
                  <a:moveTo>
                    <a:pt x="1913" y="7076"/>
                  </a:moveTo>
                  <a:lnTo>
                    <a:pt x="1840" y="7618"/>
                  </a:lnTo>
                  <a:lnTo>
                    <a:pt x="1264" y="6933"/>
                  </a:lnTo>
                  <a:lnTo>
                    <a:pt x="974" y="5706"/>
                  </a:lnTo>
                  <a:lnTo>
                    <a:pt x="251" y="3724"/>
                  </a:lnTo>
                  <a:lnTo>
                    <a:pt x="157" y="3166"/>
                  </a:lnTo>
                  <a:lnTo>
                    <a:pt x="533" y="2615"/>
                  </a:lnTo>
                  <a:lnTo>
                    <a:pt x="512" y="2056"/>
                  </a:lnTo>
                  <a:lnTo>
                    <a:pt x="0" y="318"/>
                  </a:lnTo>
                  <a:lnTo>
                    <a:pt x="429" y="34"/>
                  </a:lnTo>
                  <a:lnTo>
                    <a:pt x="684" y="0"/>
                  </a:lnTo>
                  <a:lnTo>
                    <a:pt x="788" y="1206"/>
                  </a:lnTo>
                  <a:lnTo>
                    <a:pt x="1020" y="1899"/>
                  </a:lnTo>
                  <a:lnTo>
                    <a:pt x="1717" y="2750"/>
                  </a:lnTo>
                  <a:lnTo>
                    <a:pt x="1577" y="4159"/>
                  </a:lnTo>
                  <a:lnTo>
                    <a:pt x="1719" y="6166"/>
                  </a:lnTo>
                  <a:lnTo>
                    <a:pt x="1860" y="661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4159161" y="1787763"/>
              <a:ext cx="3522" cy="3753"/>
            </a:xfrm>
            <a:custGeom>
              <a:avLst/>
              <a:pathLst>
                <a:path w="3522" h="3753">
                  <a:moveTo>
                    <a:pt x="3522" y="3454"/>
                  </a:moveTo>
                  <a:lnTo>
                    <a:pt x="2356" y="3753"/>
                  </a:lnTo>
                  <a:lnTo>
                    <a:pt x="1801" y="3219"/>
                  </a:lnTo>
                  <a:lnTo>
                    <a:pt x="1656" y="2780"/>
                  </a:lnTo>
                  <a:lnTo>
                    <a:pt x="698" y="2641"/>
                  </a:lnTo>
                  <a:lnTo>
                    <a:pt x="118" y="2030"/>
                  </a:lnTo>
                  <a:lnTo>
                    <a:pt x="0" y="1759"/>
                  </a:lnTo>
                  <a:lnTo>
                    <a:pt x="820" y="1086"/>
                  </a:lnTo>
                  <a:lnTo>
                    <a:pt x="1260" y="0"/>
                  </a:lnTo>
                  <a:lnTo>
                    <a:pt x="1817" y="651"/>
                  </a:lnTo>
                  <a:lnTo>
                    <a:pt x="2490" y="1878"/>
                  </a:lnTo>
                  <a:lnTo>
                    <a:pt x="2850" y="222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4150451" y="1769493"/>
              <a:ext cx="55665" cy="50159"/>
            </a:xfrm>
            <a:custGeom>
              <a:avLst/>
              <a:pathLst>
                <a:path w="55665" h="50159">
                  <a:moveTo>
                    <a:pt x="50976" y="8408"/>
                  </a:moveTo>
                  <a:lnTo>
                    <a:pt x="50935" y="8745"/>
                  </a:lnTo>
                  <a:lnTo>
                    <a:pt x="50864" y="9332"/>
                  </a:lnTo>
                  <a:lnTo>
                    <a:pt x="50349" y="9747"/>
                  </a:lnTo>
                  <a:lnTo>
                    <a:pt x="50873" y="10705"/>
                  </a:lnTo>
                  <a:lnTo>
                    <a:pt x="51372" y="12257"/>
                  </a:lnTo>
                  <a:lnTo>
                    <a:pt x="51094" y="13024"/>
                  </a:lnTo>
                  <a:lnTo>
                    <a:pt x="51433" y="13621"/>
                  </a:lnTo>
                  <a:lnTo>
                    <a:pt x="52392" y="14050"/>
                  </a:lnTo>
                  <a:lnTo>
                    <a:pt x="52479" y="14221"/>
                  </a:lnTo>
                  <a:lnTo>
                    <a:pt x="52186" y="14400"/>
                  </a:lnTo>
                  <a:lnTo>
                    <a:pt x="51943" y="14907"/>
                  </a:lnTo>
                  <a:lnTo>
                    <a:pt x="51916" y="15832"/>
                  </a:lnTo>
                  <a:lnTo>
                    <a:pt x="52752" y="16705"/>
                  </a:lnTo>
                  <a:lnTo>
                    <a:pt x="54453" y="17527"/>
                  </a:lnTo>
                  <a:lnTo>
                    <a:pt x="54996" y="17665"/>
                  </a:lnTo>
                  <a:lnTo>
                    <a:pt x="55204" y="17981"/>
                  </a:lnTo>
                  <a:lnTo>
                    <a:pt x="55488" y="18188"/>
                  </a:lnTo>
                  <a:lnTo>
                    <a:pt x="55656" y="18440"/>
                  </a:lnTo>
                  <a:lnTo>
                    <a:pt x="55665" y="18767"/>
                  </a:lnTo>
                  <a:lnTo>
                    <a:pt x="55543" y="18991"/>
                  </a:lnTo>
                  <a:lnTo>
                    <a:pt x="54738" y="19071"/>
                  </a:lnTo>
                  <a:lnTo>
                    <a:pt x="53820" y="19064"/>
                  </a:lnTo>
                  <a:lnTo>
                    <a:pt x="53167" y="18667"/>
                  </a:lnTo>
                  <a:lnTo>
                    <a:pt x="53108" y="18956"/>
                  </a:lnTo>
                  <a:lnTo>
                    <a:pt x="53098" y="19288"/>
                  </a:lnTo>
                  <a:lnTo>
                    <a:pt x="52466" y="19490"/>
                  </a:lnTo>
                  <a:lnTo>
                    <a:pt x="52817" y="21770"/>
                  </a:lnTo>
                  <a:lnTo>
                    <a:pt x="52678" y="22426"/>
                  </a:lnTo>
                  <a:lnTo>
                    <a:pt x="52444" y="22646"/>
                  </a:lnTo>
                  <a:lnTo>
                    <a:pt x="52227" y="22554"/>
                  </a:lnTo>
                  <a:lnTo>
                    <a:pt x="51962" y="22529"/>
                  </a:lnTo>
                  <a:lnTo>
                    <a:pt x="51829" y="22743"/>
                  </a:lnTo>
                  <a:lnTo>
                    <a:pt x="51939" y="23229"/>
                  </a:lnTo>
                  <a:lnTo>
                    <a:pt x="51316" y="23285"/>
                  </a:lnTo>
                  <a:lnTo>
                    <a:pt x="50324" y="23033"/>
                  </a:lnTo>
                  <a:lnTo>
                    <a:pt x="49869" y="22591"/>
                  </a:lnTo>
                  <a:lnTo>
                    <a:pt x="49792" y="22140"/>
                  </a:lnTo>
                  <a:lnTo>
                    <a:pt x="49784" y="21722"/>
                  </a:lnTo>
                  <a:lnTo>
                    <a:pt x="49469" y="21034"/>
                  </a:lnTo>
                  <a:lnTo>
                    <a:pt x="48679" y="20324"/>
                  </a:lnTo>
                  <a:lnTo>
                    <a:pt x="47030" y="20207"/>
                  </a:lnTo>
                  <a:lnTo>
                    <a:pt x="46421" y="19981"/>
                  </a:lnTo>
                  <a:lnTo>
                    <a:pt x="45794" y="19723"/>
                  </a:lnTo>
                  <a:lnTo>
                    <a:pt x="45106" y="19531"/>
                  </a:lnTo>
                  <a:lnTo>
                    <a:pt x="44473" y="19550"/>
                  </a:lnTo>
                  <a:lnTo>
                    <a:pt x="43709" y="19739"/>
                  </a:lnTo>
                  <a:lnTo>
                    <a:pt x="42375" y="19426"/>
                  </a:lnTo>
                  <a:lnTo>
                    <a:pt x="41925" y="19844"/>
                  </a:lnTo>
                  <a:lnTo>
                    <a:pt x="41222" y="20327"/>
                  </a:lnTo>
                  <a:lnTo>
                    <a:pt x="40639" y="20314"/>
                  </a:lnTo>
                  <a:lnTo>
                    <a:pt x="39479" y="19195"/>
                  </a:lnTo>
                  <a:lnTo>
                    <a:pt x="39132" y="19124"/>
                  </a:lnTo>
                  <a:lnTo>
                    <a:pt x="38118" y="19695"/>
                  </a:lnTo>
                  <a:lnTo>
                    <a:pt x="37705" y="19725"/>
                  </a:lnTo>
                  <a:lnTo>
                    <a:pt x="37388" y="19545"/>
                  </a:lnTo>
                  <a:lnTo>
                    <a:pt x="36016" y="19117"/>
                  </a:lnTo>
                  <a:lnTo>
                    <a:pt x="35397" y="19025"/>
                  </a:lnTo>
                  <a:lnTo>
                    <a:pt x="34943" y="19228"/>
                  </a:lnTo>
                  <a:lnTo>
                    <a:pt x="34136" y="19008"/>
                  </a:lnTo>
                  <a:lnTo>
                    <a:pt x="32180" y="17547"/>
                  </a:lnTo>
                  <a:lnTo>
                    <a:pt x="30971" y="18658"/>
                  </a:lnTo>
                  <a:lnTo>
                    <a:pt x="28509" y="18382"/>
                  </a:lnTo>
                  <a:lnTo>
                    <a:pt x="27780" y="19144"/>
                  </a:lnTo>
                  <a:lnTo>
                    <a:pt x="26942" y="20590"/>
                  </a:lnTo>
                  <a:lnTo>
                    <a:pt x="26264" y="21281"/>
                  </a:lnTo>
                  <a:lnTo>
                    <a:pt x="25675" y="21033"/>
                  </a:lnTo>
                  <a:lnTo>
                    <a:pt x="24977" y="20397"/>
                  </a:lnTo>
                  <a:lnTo>
                    <a:pt x="23757" y="18760"/>
                  </a:lnTo>
                  <a:lnTo>
                    <a:pt x="23141" y="18464"/>
                  </a:lnTo>
                  <a:lnTo>
                    <a:pt x="22432" y="18395"/>
                  </a:lnTo>
                  <a:lnTo>
                    <a:pt x="21813" y="18576"/>
                  </a:lnTo>
                  <a:lnTo>
                    <a:pt x="21484" y="18908"/>
                  </a:lnTo>
                  <a:lnTo>
                    <a:pt x="21233" y="21299"/>
                  </a:lnTo>
                  <a:lnTo>
                    <a:pt x="21010" y="23407"/>
                  </a:lnTo>
                  <a:lnTo>
                    <a:pt x="20997" y="24670"/>
                  </a:lnTo>
                  <a:lnTo>
                    <a:pt x="22354" y="25841"/>
                  </a:lnTo>
                  <a:lnTo>
                    <a:pt x="23953" y="27854"/>
                  </a:lnTo>
                  <a:lnTo>
                    <a:pt x="24467" y="28085"/>
                  </a:lnTo>
                  <a:lnTo>
                    <a:pt x="24721" y="28744"/>
                  </a:lnTo>
                  <a:lnTo>
                    <a:pt x="25096" y="30442"/>
                  </a:lnTo>
                  <a:lnTo>
                    <a:pt x="25516" y="32351"/>
                  </a:lnTo>
                  <a:lnTo>
                    <a:pt x="26328" y="33615"/>
                  </a:lnTo>
                  <a:lnTo>
                    <a:pt x="27061" y="34521"/>
                  </a:lnTo>
                  <a:lnTo>
                    <a:pt x="27955" y="35316"/>
                  </a:lnTo>
                  <a:lnTo>
                    <a:pt x="29076" y="36563"/>
                  </a:lnTo>
                  <a:lnTo>
                    <a:pt x="29995" y="37932"/>
                  </a:lnTo>
                  <a:lnTo>
                    <a:pt x="30239" y="38437"/>
                  </a:lnTo>
                  <a:lnTo>
                    <a:pt x="32021" y="40247"/>
                  </a:lnTo>
                  <a:lnTo>
                    <a:pt x="33750" y="42095"/>
                  </a:lnTo>
                  <a:lnTo>
                    <a:pt x="35296" y="42741"/>
                  </a:lnTo>
                  <a:lnTo>
                    <a:pt x="35540" y="43083"/>
                  </a:lnTo>
                  <a:lnTo>
                    <a:pt x="35554" y="44504"/>
                  </a:lnTo>
                  <a:lnTo>
                    <a:pt x="35722" y="45037"/>
                  </a:lnTo>
                  <a:lnTo>
                    <a:pt x="36755" y="46525"/>
                  </a:lnTo>
                  <a:lnTo>
                    <a:pt x="38861" y="48703"/>
                  </a:lnTo>
                  <a:lnTo>
                    <a:pt x="39104" y="49208"/>
                  </a:lnTo>
                  <a:lnTo>
                    <a:pt x="39173" y="49578"/>
                  </a:lnTo>
                  <a:lnTo>
                    <a:pt x="39037" y="49861"/>
                  </a:lnTo>
                  <a:lnTo>
                    <a:pt x="38486" y="50159"/>
                  </a:lnTo>
                  <a:lnTo>
                    <a:pt x="38033" y="49826"/>
                  </a:lnTo>
                  <a:lnTo>
                    <a:pt x="36071" y="47697"/>
                  </a:lnTo>
                  <a:lnTo>
                    <a:pt x="34174" y="46355"/>
                  </a:lnTo>
                  <a:lnTo>
                    <a:pt x="32033" y="43826"/>
                  </a:lnTo>
                  <a:lnTo>
                    <a:pt x="29168" y="42827"/>
                  </a:lnTo>
                  <a:lnTo>
                    <a:pt x="27216" y="41721"/>
                  </a:lnTo>
                  <a:lnTo>
                    <a:pt x="26033" y="41890"/>
                  </a:lnTo>
                  <a:lnTo>
                    <a:pt x="24729" y="42238"/>
                  </a:lnTo>
                  <a:lnTo>
                    <a:pt x="23924" y="42249"/>
                  </a:lnTo>
                  <a:lnTo>
                    <a:pt x="23352" y="42050"/>
                  </a:lnTo>
                  <a:lnTo>
                    <a:pt x="22946" y="41364"/>
                  </a:lnTo>
                  <a:lnTo>
                    <a:pt x="23008" y="40834"/>
                  </a:lnTo>
                  <a:lnTo>
                    <a:pt x="22935" y="40141"/>
                  </a:lnTo>
                  <a:lnTo>
                    <a:pt x="21792" y="39035"/>
                  </a:lnTo>
                  <a:lnTo>
                    <a:pt x="20231" y="37984"/>
                  </a:lnTo>
                  <a:lnTo>
                    <a:pt x="18753" y="36624"/>
                  </a:lnTo>
                  <a:lnTo>
                    <a:pt x="15786" y="32951"/>
                  </a:lnTo>
                  <a:lnTo>
                    <a:pt x="15191" y="31770"/>
                  </a:lnTo>
                  <a:lnTo>
                    <a:pt x="15775" y="31546"/>
                  </a:lnTo>
                  <a:lnTo>
                    <a:pt x="16217" y="31566"/>
                  </a:lnTo>
                  <a:lnTo>
                    <a:pt x="16718" y="31324"/>
                  </a:lnTo>
                  <a:lnTo>
                    <a:pt x="17526" y="31318"/>
                  </a:lnTo>
                  <a:lnTo>
                    <a:pt x="18484" y="31559"/>
                  </a:lnTo>
                  <a:lnTo>
                    <a:pt x="17636" y="30773"/>
                  </a:lnTo>
                  <a:lnTo>
                    <a:pt x="16581" y="30003"/>
                  </a:lnTo>
                  <a:lnTo>
                    <a:pt x="13852" y="26942"/>
                  </a:lnTo>
                  <a:lnTo>
                    <a:pt x="13037" y="25497"/>
                  </a:lnTo>
                  <a:lnTo>
                    <a:pt x="12942" y="23939"/>
                  </a:lnTo>
                  <a:lnTo>
                    <a:pt x="13144" y="21803"/>
                  </a:lnTo>
                  <a:lnTo>
                    <a:pt x="12652" y="20274"/>
                  </a:lnTo>
                  <a:lnTo>
                    <a:pt x="10547" y="18295"/>
                  </a:lnTo>
                  <a:lnTo>
                    <a:pt x="9775" y="17252"/>
                  </a:lnTo>
                  <a:lnTo>
                    <a:pt x="8220" y="16632"/>
                  </a:lnTo>
                  <a:lnTo>
                    <a:pt x="7526" y="16693"/>
                  </a:lnTo>
                  <a:lnTo>
                    <a:pt x="7108" y="17464"/>
                  </a:lnTo>
                  <a:lnTo>
                    <a:pt x="6803" y="19177"/>
                  </a:lnTo>
                  <a:lnTo>
                    <a:pt x="5425" y="21438"/>
                  </a:lnTo>
                  <a:lnTo>
                    <a:pt x="4965" y="22420"/>
                  </a:lnTo>
                  <a:lnTo>
                    <a:pt x="4244" y="23697"/>
                  </a:lnTo>
                  <a:lnTo>
                    <a:pt x="3619" y="23784"/>
                  </a:lnTo>
                  <a:lnTo>
                    <a:pt x="3250" y="23672"/>
                  </a:lnTo>
                  <a:lnTo>
                    <a:pt x="2131" y="21523"/>
                  </a:lnTo>
                  <a:lnTo>
                    <a:pt x="1060" y="19895"/>
                  </a:lnTo>
                  <a:lnTo>
                    <a:pt x="910" y="19125"/>
                  </a:lnTo>
                  <a:lnTo>
                    <a:pt x="814" y="18177"/>
                  </a:lnTo>
                  <a:lnTo>
                    <a:pt x="0" y="14684"/>
                  </a:lnTo>
                  <a:lnTo>
                    <a:pt x="574" y="14195"/>
                  </a:lnTo>
                  <a:lnTo>
                    <a:pt x="927" y="14754"/>
                  </a:lnTo>
                  <a:lnTo>
                    <a:pt x="3420" y="15429"/>
                  </a:lnTo>
                  <a:lnTo>
                    <a:pt x="3958" y="15130"/>
                  </a:lnTo>
                  <a:lnTo>
                    <a:pt x="4285" y="14673"/>
                  </a:lnTo>
                  <a:lnTo>
                    <a:pt x="4286" y="14383"/>
                  </a:lnTo>
                  <a:lnTo>
                    <a:pt x="4499" y="14299"/>
                  </a:lnTo>
                  <a:lnTo>
                    <a:pt x="5377" y="14739"/>
                  </a:lnTo>
                  <a:lnTo>
                    <a:pt x="6093" y="14637"/>
                  </a:lnTo>
                  <a:lnTo>
                    <a:pt x="7245" y="14617"/>
                  </a:lnTo>
                  <a:lnTo>
                    <a:pt x="8067" y="14689"/>
                  </a:lnTo>
                  <a:lnTo>
                    <a:pt x="8610" y="14350"/>
                  </a:lnTo>
                  <a:lnTo>
                    <a:pt x="9347" y="13102"/>
                  </a:lnTo>
                  <a:lnTo>
                    <a:pt x="9619" y="12404"/>
                  </a:lnTo>
                  <a:lnTo>
                    <a:pt x="9949" y="12237"/>
                  </a:lnTo>
                  <a:lnTo>
                    <a:pt x="10166" y="12320"/>
                  </a:lnTo>
                  <a:lnTo>
                    <a:pt x="10325" y="12894"/>
                  </a:lnTo>
                  <a:lnTo>
                    <a:pt x="10712" y="13433"/>
                  </a:lnTo>
                  <a:lnTo>
                    <a:pt x="11508" y="14312"/>
                  </a:lnTo>
                  <a:lnTo>
                    <a:pt x="12070" y="14734"/>
                  </a:lnTo>
                  <a:lnTo>
                    <a:pt x="12581" y="14886"/>
                  </a:lnTo>
                  <a:lnTo>
                    <a:pt x="13082" y="14532"/>
                  </a:lnTo>
                  <a:lnTo>
                    <a:pt x="13598" y="14432"/>
                  </a:lnTo>
                  <a:lnTo>
                    <a:pt x="15073" y="15117"/>
                  </a:lnTo>
                  <a:lnTo>
                    <a:pt x="16318" y="15247"/>
                  </a:lnTo>
                  <a:lnTo>
                    <a:pt x="17240" y="14890"/>
                  </a:lnTo>
                  <a:lnTo>
                    <a:pt x="17119" y="14398"/>
                  </a:lnTo>
                  <a:lnTo>
                    <a:pt x="16783" y="13851"/>
                  </a:lnTo>
                  <a:lnTo>
                    <a:pt x="16711" y="13319"/>
                  </a:lnTo>
                  <a:lnTo>
                    <a:pt x="16773" y="12859"/>
                  </a:lnTo>
                  <a:lnTo>
                    <a:pt x="17405" y="12401"/>
                  </a:lnTo>
                  <a:lnTo>
                    <a:pt x="17374" y="12200"/>
                  </a:lnTo>
                  <a:lnTo>
                    <a:pt x="16610" y="11393"/>
                  </a:lnTo>
                  <a:lnTo>
                    <a:pt x="16649" y="11186"/>
                  </a:lnTo>
                  <a:lnTo>
                    <a:pt x="18324" y="10279"/>
                  </a:lnTo>
                  <a:lnTo>
                    <a:pt x="19939" y="9771"/>
                  </a:lnTo>
                  <a:lnTo>
                    <a:pt x="20198" y="9379"/>
                  </a:lnTo>
                  <a:lnTo>
                    <a:pt x="20349" y="8789"/>
                  </a:lnTo>
                  <a:lnTo>
                    <a:pt x="20420" y="7684"/>
                  </a:lnTo>
                  <a:lnTo>
                    <a:pt x="20331" y="6780"/>
                  </a:lnTo>
                  <a:lnTo>
                    <a:pt x="19675" y="5933"/>
                  </a:lnTo>
                  <a:lnTo>
                    <a:pt x="19634" y="5504"/>
                  </a:lnTo>
                  <a:lnTo>
                    <a:pt x="19790" y="5058"/>
                  </a:lnTo>
                  <a:lnTo>
                    <a:pt x="20045" y="4656"/>
                  </a:lnTo>
                  <a:lnTo>
                    <a:pt x="20690" y="4482"/>
                  </a:lnTo>
                  <a:lnTo>
                    <a:pt x="21448" y="4193"/>
                  </a:lnTo>
                  <a:lnTo>
                    <a:pt x="22047" y="3860"/>
                  </a:lnTo>
                  <a:lnTo>
                    <a:pt x="22858" y="3584"/>
                  </a:lnTo>
                  <a:lnTo>
                    <a:pt x="23495" y="3197"/>
                  </a:lnTo>
                  <a:lnTo>
                    <a:pt x="24118" y="2277"/>
                  </a:lnTo>
                  <a:lnTo>
                    <a:pt x="24496" y="2125"/>
                  </a:lnTo>
                  <a:lnTo>
                    <a:pt x="25641" y="2256"/>
                  </a:lnTo>
                  <a:lnTo>
                    <a:pt x="25885" y="2029"/>
                  </a:lnTo>
                  <a:lnTo>
                    <a:pt x="25728" y="708"/>
                  </a:lnTo>
                  <a:lnTo>
                    <a:pt x="25934" y="372"/>
                  </a:lnTo>
                  <a:lnTo>
                    <a:pt x="26338" y="184"/>
                  </a:lnTo>
                  <a:lnTo>
                    <a:pt x="26528" y="0"/>
                  </a:lnTo>
                  <a:lnTo>
                    <a:pt x="27535" y="142"/>
                  </a:lnTo>
                  <a:lnTo>
                    <a:pt x="28373" y="484"/>
                  </a:lnTo>
                  <a:lnTo>
                    <a:pt x="28881" y="691"/>
                  </a:lnTo>
                  <a:lnTo>
                    <a:pt x="30566" y="1648"/>
                  </a:lnTo>
                  <a:lnTo>
                    <a:pt x="31734" y="2724"/>
                  </a:lnTo>
                  <a:lnTo>
                    <a:pt x="32382" y="3918"/>
                  </a:lnTo>
                  <a:lnTo>
                    <a:pt x="33259" y="4844"/>
                  </a:lnTo>
                  <a:lnTo>
                    <a:pt x="34365" y="5499"/>
                  </a:lnTo>
                  <a:lnTo>
                    <a:pt x="35241" y="6388"/>
                  </a:lnTo>
                  <a:lnTo>
                    <a:pt x="35889" y="7510"/>
                  </a:lnTo>
                  <a:lnTo>
                    <a:pt x="36794" y="8139"/>
                  </a:lnTo>
                  <a:lnTo>
                    <a:pt x="37956" y="8275"/>
                  </a:lnTo>
                  <a:lnTo>
                    <a:pt x="38693" y="8659"/>
                  </a:lnTo>
                  <a:lnTo>
                    <a:pt x="39001" y="9292"/>
                  </a:lnTo>
                  <a:lnTo>
                    <a:pt x="39633" y="9866"/>
                  </a:lnTo>
                  <a:lnTo>
                    <a:pt x="40586" y="10379"/>
                  </a:lnTo>
                  <a:lnTo>
                    <a:pt x="42069" y="10661"/>
                  </a:lnTo>
                  <a:lnTo>
                    <a:pt x="44908" y="10727"/>
                  </a:lnTo>
                  <a:lnTo>
                    <a:pt x="45160" y="10742"/>
                  </a:lnTo>
                  <a:lnTo>
                    <a:pt x="45800" y="10901"/>
                  </a:lnTo>
                  <a:lnTo>
                    <a:pt x="46548" y="10701"/>
                  </a:lnTo>
                  <a:lnTo>
                    <a:pt x="47459" y="10300"/>
                  </a:lnTo>
                  <a:lnTo>
                    <a:pt x="47753" y="10061"/>
                  </a:lnTo>
                  <a:lnTo>
                    <a:pt x="48712" y="8747"/>
                  </a:lnTo>
                  <a:lnTo>
                    <a:pt x="49239" y="8860"/>
                  </a:lnTo>
                  <a:lnTo>
                    <a:pt x="50291" y="870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3329230" y="2153999"/>
              <a:ext cx="4547" cy="3628"/>
            </a:xfrm>
            <a:custGeom>
              <a:avLst/>
              <a:pathLst>
                <a:path w="4547" h="3628">
                  <a:moveTo>
                    <a:pt x="4547" y="2644"/>
                  </a:moveTo>
                  <a:lnTo>
                    <a:pt x="4380" y="3628"/>
                  </a:lnTo>
                  <a:lnTo>
                    <a:pt x="1960" y="2459"/>
                  </a:lnTo>
                  <a:lnTo>
                    <a:pt x="0" y="984"/>
                  </a:lnTo>
                  <a:lnTo>
                    <a:pt x="83" y="184"/>
                  </a:lnTo>
                  <a:lnTo>
                    <a:pt x="1084" y="0"/>
                  </a:lnTo>
                  <a:lnTo>
                    <a:pt x="2044" y="491"/>
                  </a:lnTo>
                  <a:lnTo>
                    <a:pt x="3462" y="147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3317944" y="2140598"/>
              <a:ext cx="26800" cy="26346"/>
            </a:xfrm>
            <a:custGeom>
              <a:avLst/>
              <a:pathLst>
                <a:path w="26800" h="26346">
                  <a:moveTo>
                    <a:pt x="25533" y="2927"/>
                  </a:moveTo>
                  <a:lnTo>
                    <a:pt x="25740" y="3345"/>
                  </a:lnTo>
                  <a:lnTo>
                    <a:pt x="26174" y="6158"/>
                  </a:lnTo>
                  <a:lnTo>
                    <a:pt x="26217" y="7059"/>
                  </a:lnTo>
                  <a:lnTo>
                    <a:pt x="25780" y="8419"/>
                  </a:lnTo>
                  <a:lnTo>
                    <a:pt x="25843" y="8957"/>
                  </a:lnTo>
                  <a:lnTo>
                    <a:pt x="26782" y="10211"/>
                  </a:lnTo>
                  <a:lnTo>
                    <a:pt x="26800" y="10663"/>
                  </a:lnTo>
                  <a:lnTo>
                    <a:pt x="26689" y="11120"/>
                  </a:lnTo>
                  <a:lnTo>
                    <a:pt x="25885" y="12309"/>
                  </a:lnTo>
                  <a:lnTo>
                    <a:pt x="25269" y="13125"/>
                  </a:lnTo>
                  <a:lnTo>
                    <a:pt x="25466" y="14060"/>
                  </a:lnTo>
                  <a:lnTo>
                    <a:pt x="25965" y="14947"/>
                  </a:lnTo>
                  <a:lnTo>
                    <a:pt x="26027" y="15689"/>
                  </a:lnTo>
                  <a:lnTo>
                    <a:pt x="25874" y="16670"/>
                  </a:lnTo>
                  <a:lnTo>
                    <a:pt x="25108" y="17889"/>
                  </a:lnTo>
                  <a:lnTo>
                    <a:pt x="24708" y="18326"/>
                  </a:lnTo>
                  <a:lnTo>
                    <a:pt x="23569" y="18379"/>
                  </a:lnTo>
                  <a:lnTo>
                    <a:pt x="23441" y="18553"/>
                  </a:lnTo>
                  <a:lnTo>
                    <a:pt x="24009" y="19742"/>
                  </a:lnTo>
                  <a:lnTo>
                    <a:pt x="24650" y="21087"/>
                  </a:lnTo>
                  <a:lnTo>
                    <a:pt x="25697" y="22132"/>
                  </a:lnTo>
                  <a:lnTo>
                    <a:pt x="25930" y="23115"/>
                  </a:lnTo>
                  <a:lnTo>
                    <a:pt x="25680" y="24047"/>
                  </a:lnTo>
                  <a:lnTo>
                    <a:pt x="25637" y="26346"/>
                  </a:lnTo>
                  <a:lnTo>
                    <a:pt x="24836" y="25230"/>
                  </a:lnTo>
                  <a:lnTo>
                    <a:pt x="23955" y="24297"/>
                  </a:lnTo>
                  <a:lnTo>
                    <a:pt x="23425" y="23935"/>
                  </a:lnTo>
                  <a:lnTo>
                    <a:pt x="22878" y="23704"/>
                  </a:lnTo>
                  <a:lnTo>
                    <a:pt x="18680" y="23825"/>
                  </a:lnTo>
                  <a:lnTo>
                    <a:pt x="18211" y="23985"/>
                  </a:lnTo>
                  <a:lnTo>
                    <a:pt x="17845" y="24285"/>
                  </a:lnTo>
                  <a:lnTo>
                    <a:pt x="17453" y="24434"/>
                  </a:lnTo>
                  <a:lnTo>
                    <a:pt x="16299" y="24714"/>
                  </a:lnTo>
                  <a:lnTo>
                    <a:pt x="15151" y="24775"/>
                  </a:lnTo>
                  <a:lnTo>
                    <a:pt x="12469" y="24024"/>
                  </a:lnTo>
                  <a:lnTo>
                    <a:pt x="11408" y="23635"/>
                  </a:lnTo>
                  <a:lnTo>
                    <a:pt x="10340" y="23389"/>
                  </a:lnTo>
                  <a:lnTo>
                    <a:pt x="9113" y="23470"/>
                  </a:lnTo>
                  <a:lnTo>
                    <a:pt x="7891" y="23697"/>
                  </a:lnTo>
                  <a:lnTo>
                    <a:pt x="6914" y="24239"/>
                  </a:lnTo>
                  <a:lnTo>
                    <a:pt x="6181" y="25194"/>
                  </a:lnTo>
                  <a:lnTo>
                    <a:pt x="6045" y="26080"/>
                  </a:lnTo>
                  <a:lnTo>
                    <a:pt x="5611" y="26308"/>
                  </a:lnTo>
                  <a:lnTo>
                    <a:pt x="4623" y="24895"/>
                  </a:lnTo>
                  <a:lnTo>
                    <a:pt x="3715" y="23891"/>
                  </a:lnTo>
                  <a:lnTo>
                    <a:pt x="2682" y="23137"/>
                  </a:lnTo>
                  <a:lnTo>
                    <a:pt x="558" y="22063"/>
                  </a:lnTo>
                  <a:lnTo>
                    <a:pt x="171" y="21410"/>
                  </a:lnTo>
                  <a:lnTo>
                    <a:pt x="0" y="20616"/>
                  </a:lnTo>
                  <a:lnTo>
                    <a:pt x="857" y="18179"/>
                  </a:lnTo>
                  <a:lnTo>
                    <a:pt x="1832" y="17733"/>
                  </a:lnTo>
                  <a:lnTo>
                    <a:pt x="2368" y="17649"/>
                  </a:lnTo>
                  <a:lnTo>
                    <a:pt x="3574" y="17950"/>
                  </a:lnTo>
                  <a:lnTo>
                    <a:pt x="4750" y="18504"/>
                  </a:lnTo>
                  <a:lnTo>
                    <a:pt x="5824" y="18866"/>
                  </a:lnTo>
                  <a:lnTo>
                    <a:pt x="7484" y="19007"/>
                  </a:lnTo>
                  <a:lnTo>
                    <a:pt x="8387" y="19606"/>
                  </a:lnTo>
                  <a:lnTo>
                    <a:pt x="14766" y="20536"/>
                  </a:lnTo>
                  <a:lnTo>
                    <a:pt x="15977" y="20827"/>
                  </a:lnTo>
                  <a:lnTo>
                    <a:pt x="16449" y="20725"/>
                  </a:lnTo>
                  <a:lnTo>
                    <a:pt x="16860" y="20361"/>
                  </a:lnTo>
                  <a:lnTo>
                    <a:pt x="17203" y="19704"/>
                  </a:lnTo>
                  <a:lnTo>
                    <a:pt x="17597" y="19210"/>
                  </a:lnTo>
                  <a:lnTo>
                    <a:pt x="19489" y="19100"/>
                  </a:lnTo>
                  <a:lnTo>
                    <a:pt x="19887" y="18880"/>
                  </a:lnTo>
                  <a:lnTo>
                    <a:pt x="20164" y="18192"/>
                  </a:lnTo>
                  <a:lnTo>
                    <a:pt x="20155" y="17478"/>
                  </a:lnTo>
                  <a:lnTo>
                    <a:pt x="19043" y="16521"/>
                  </a:lnTo>
                  <a:lnTo>
                    <a:pt x="17303" y="14421"/>
                  </a:lnTo>
                  <a:lnTo>
                    <a:pt x="15771" y="11946"/>
                  </a:lnTo>
                  <a:lnTo>
                    <a:pt x="16432" y="11112"/>
                  </a:lnTo>
                  <a:lnTo>
                    <a:pt x="16179" y="9588"/>
                  </a:lnTo>
                  <a:lnTo>
                    <a:pt x="16427" y="8176"/>
                  </a:lnTo>
                  <a:lnTo>
                    <a:pt x="16792" y="6792"/>
                  </a:lnTo>
                  <a:lnTo>
                    <a:pt x="15276" y="5607"/>
                  </a:lnTo>
                  <a:lnTo>
                    <a:pt x="13485" y="4426"/>
                  </a:lnTo>
                  <a:lnTo>
                    <a:pt x="10999" y="4055"/>
                  </a:lnTo>
                  <a:lnTo>
                    <a:pt x="10234" y="3757"/>
                  </a:lnTo>
                  <a:lnTo>
                    <a:pt x="9836" y="2872"/>
                  </a:lnTo>
                  <a:lnTo>
                    <a:pt x="10194" y="1682"/>
                  </a:lnTo>
                  <a:lnTo>
                    <a:pt x="11000" y="1024"/>
                  </a:lnTo>
                  <a:lnTo>
                    <a:pt x="11923" y="619"/>
                  </a:lnTo>
                  <a:lnTo>
                    <a:pt x="12870" y="338"/>
                  </a:lnTo>
                  <a:lnTo>
                    <a:pt x="15152" y="0"/>
                  </a:lnTo>
                  <a:lnTo>
                    <a:pt x="17418" y="379"/>
                  </a:lnTo>
                  <a:lnTo>
                    <a:pt x="19377" y="1601"/>
                  </a:lnTo>
                  <a:lnTo>
                    <a:pt x="21365" y="2558"/>
                  </a:lnTo>
                  <a:lnTo>
                    <a:pt x="23877" y="2878"/>
                  </a:lnTo>
                  <a:lnTo>
                    <a:pt x="25008" y="322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3332303" y="2138289"/>
              <a:ext cx="3187" cy="1503"/>
            </a:xfrm>
            <a:custGeom>
              <a:avLst/>
              <a:pathLst>
                <a:path w="3187" h="1503">
                  <a:moveTo>
                    <a:pt x="2803" y="783"/>
                  </a:moveTo>
                  <a:lnTo>
                    <a:pt x="3187" y="1108"/>
                  </a:lnTo>
                  <a:lnTo>
                    <a:pt x="3041" y="1503"/>
                  </a:lnTo>
                  <a:lnTo>
                    <a:pt x="2086" y="1258"/>
                  </a:lnTo>
                  <a:lnTo>
                    <a:pt x="1098" y="811"/>
                  </a:lnTo>
                  <a:lnTo>
                    <a:pt x="775" y="923"/>
                  </a:lnTo>
                  <a:lnTo>
                    <a:pt x="577" y="867"/>
                  </a:lnTo>
                  <a:lnTo>
                    <a:pt x="0" y="437"/>
                  </a:lnTo>
                  <a:lnTo>
                    <a:pt x="507" y="108"/>
                  </a:lnTo>
                  <a:lnTo>
                    <a:pt x="1030" y="0"/>
                  </a:lnTo>
                  <a:lnTo>
                    <a:pt x="1602" y="2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4174820" y="1741335"/>
              <a:ext cx="64178" cy="39060"/>
            </a:xfrm>
            <a:custGeom>
              <a:avLst/>
              <a:pathLst>
                <a:path w="64178" h="39060">
                  <a:moveTo>
                    <a:pt x="57131" y="2066"/>
                  </a:moveTo>
                  <a:lnTo>
                    <a:pt x="58071" y="1970"/>
                  </a:lnTo>
                  <a:lnTo>
                    <a:pt x="58284" y="2037"/>
                  </a:lnTo>
                  <a:lnTo>
                    <a:pt x="58459" y="2726"/>
                  </a:lnTo>
                  <a:lnTo>
                    <a:pt x="58676" y="3154"/>
                  </a:lnTo>
                  <a:lnTo>
                    <a:pt x="58880" y="3721"/>
                  </a:lnTo>
                  <a:lnTo>
                    <a:pt x="59197" y="4148"/>
                  </a:lnTo>
                  <a:lnTo>
                    <a:pt x="59894" y="4326"/>
                  </a:lnTo>
                  <a:lnTo>
                    <a:pt x="60805" y="4855"/>
                  </a:lnTo>
                  <a:lnTo>
                    <a:pt x="61394" y="5850"/>
                  </a:lnTo>
                  <a:lnTo>
                    <a:pt x="62347" y="6274"/>
                  </a:lnTo>
                  <a:lnTo>
                    <a:pt x="62521" y="6226"/>
                  </a:lnTo>
                  <a:lnTo>
                    <a:pt x="63161" y="6190"/>
                  </a:lnTo>
                  <a:lnTo>
                    <a:pt x="63284" y="6391"/>
                  </a:lnTo>
                  <a:lnTo>
                    <a:pt x="63795" y="6878"/>
                  </a:lnTo>
                  <a:lnTo>
                    <a:pt x="63994" y="7307"/>
                  </a:lnTo>
                  <a:lnTo>
                    <a:pt x="63892" y="7760"/>
                  </a:lnTo>
                  <a:lnTo>
                    <a:pt x="63983" y="8273"/>
                  </a:lnTo>
                  <a:lnTo>
                    <a:pt x="64178" y="8455"/>
                  </a:lnTo>
                  <a:lnTo>
                    <a:pt x="63942" y="8799"/>
                  </a:lnTo>
                  <a:lnTo>
                    <a:pt x="62287" y="10522"/>
                  </a:lnTo>
                  <a:lnTo>
                    <a:pt x="61640" y="10979"/>
                  </a:lnTo>
                  <a:lnTo>
                    <a:pt x="61209" y="11073"/>
                  </a:lnTo>
                  <a:lnTo>
                    <a:pt x="60533" y="10891"/>
                  </a:lnTo>
                  <a:lnTo>
                    <a:pt x="59834" y="11030"/>
                  </a:lnTo>
                  <a:lnTo>
                    <a:pt x="59209" y="11398"/>
                  </a:lnTo>
                  <a:lnTo>
                    <a:pt x="58633" y="11515"/>
                  </a:lnTo>
                  <a:lnTo>
                    <a:pt x="58198" y="11954"/>
                  </a:lnTo>
                  <a:lnTo>
                    <a:pt x="57635" y="12893"/>
                  </a:lnTo>
                  <a:lnTo>
                    <a:pt x="56943" y="13689"/>
                  </a:lnTo>
                  <a:lnTo>
                    <a:pt x="56243" y="14182"/>
                  </a:lnTo>
                  <a:lnTo>
                    <a:pt x="55881" y="14623"/>
                  </a:lnTo>
                  <a:lnTo>
                    <a:pt x="55840" y="16148"/>
                  </a:lnTo>
                  <a:lnTo>
                    <a:pt x="55451" y="16586"/>
                  </a:lnTo>
                  <a:lnTo>
                    <a:pt x="54930" y="17028"/>
                  </a:lnTo>
                  <a:lnTo>
                    <a:pt x="54648" y="17419"/>
                  </a:lnTo>
                  <a:lnTo>
                    <a:pt x="53854" y="19740"/>
                  </a:lnTo>
                  <a:lnTo>
                    <a:pt x="53252" y="20484"/>
                  </a:lnTo>
                  <a:lnTo>
                    <a:pt x="52681" y="21055"/>
                  </a:lnTo>
                  <a:lnTo>
                    <a:pt x="52586" y="21576"/>
                  </a:lnTo>
                  <a:lnTo>
                    <a:pt x="52598" y="22172"/>
                  </a:lnTo>
                  <a:lnTo>
                    <a:pt x="51950" y="23364"/>
                  </a:lnTo>
                  <a:lnTo>
                    <a:pt x="51101" y="24600"/>
                  </a:lnTo>
                  <a:lnTo>
                    <a:pt x="50936" y="25107"/>
                  </a:lnTo>
                  <a:lnTo>
                    <a:pt x="51126" y="25792"/>
                  </a:lnTo>
                  <a:lnTo>
                    <a:pt x="50312" y="26579"/>
                  </a:lnTo>
                  <a:lnTo>
                    <a:pt x="49841" y="26957"/>
                  </a:lnTo>
                  <a:lnTo>
                    <a:pt x="49453" y="27137"/>
                  </a:lnTo>
                  <a:lnTo>
                    <a:pt x="49210" y="27630"/>
                  </a:lnTo>
                  <a:lnTo>
                    <a:pt x="48809" y="28831"/>
                  </a:lnTo>
                  <a:lnTo>
                    <a:pt x="48914" y="29370"/>
                  </a:lnTo>
                  <a:lnTo>
                    <a:pt x="48926" y="29864"/>
                  </a:lnTo>
                  <a:lnTo>
                    <a:pt x="48238" y="30154"/>
                  </a:lnTo>
                  <a:lnTo>
                    <a:pt x="48035" y="30696"/>
                  </a:lnTo>
                  <a:lnTo>
                    <a:pt x="47861" y="31370"/>
                  </a:lnTo>
                  <a:lnTo>
                    <a:pt x="47574" y="31676"/>
                  </a:lnTo>
                  <a:lnTo>
                    <a:pt x="46800" y="32236"/>
                  </a:lnTo>
                  <a:lnTo>
                    <a:pt x="44881" y="31992"/>
                  </a:lnTo>
                  <a:lnTo>
                    <a:pt x="44155" y="32180"/>
                  </a:lnTo>
                  <a:lnTo>
                    <a:pt x="43939" y="32582"/>
                  </a:lnTo>
                  <a:lnTo>
                    <a:pt x="43894" y="32903"/>
                  </a:lnTo>
                  <a:lnTo>
                    <a:pt x="43655" y="33205"/>
                  </a:lnTo>
                  <a:lnTo>
                    <a:pt x="43216" y="33583"/>
                  </a:lnTo>
                  <a:lnTo>
                    <a:pt x="42768" y="33753"/>
                  </a:lnTo>
                  <a:lnTo>
                    <a:pt x="41769" y="33286"/>
                  </a:lnTo>
                  <a:lnTo>
                    <a:pt x="39620" y="33760"/>
                  </a:lnTo>
                  <a:lnTo>
                    <a:pt x="39250" y="34100"/>
                  </a:lnTo>
                  <a:lnTo>
                    <a:pt x="38950" y="33857"/>
                  </a:lnTo>
                  <a:lnTo>
                    <a:pt x="38489" y="33636"/>
                  </a:lnTo>
                  <a:lnTo>
                    <a:pt x="36339" y="33363"/>
                  </a:lnTo>
                  <a:lnTo>
                    <a:pt x="35490" y="33580"/>
                  </a:lnTo>
                  <a:lnTo>
                    <a:pt x="34356" y="33496"/>
                  </a:lnTo>
                  <a:lnTo>
                    <a:pt x="33305" y="33255"/>
                  </a:lnTo>
                  <a:lnTo>
                    <a:pt x="32523" y="33451"/>
                  </a:lnTo>
                  <a:lnTo>
                    <a:pt x="31830" y="34397"/>
                  </a:lnTo>
                  <a:lnTo>
                    <a:pt x="31487" y="34716"/>
                  </a:lnTo>
                  <a:lnTo>
                    <a:pt x="31218" y="34920"/>
                  </a:lnTo>
                  <a:lnTo>
                    <a:pt x="30626" y="35217"/>
                  </a:lnTo>
                  <a:lnTo>
                    <a:pt x="30133" y="35575"/>
                  </a:lnTo>
                  <a:lnTo>
                    <a:pt x="29473" y="35832"/>
                  </a:lnTo>
                  <a:lnTo>
                    <a:pt x="28885" y="35796"/>
                  </a:lnTo>
                  <a:lnTo>
                    <a:pt x="28327" y="35390"/>
                  </a:lnTo>
                  <a:lnTo>
                    <a:pt x="28128" y="35482"/>
                  </a:lnTo>
                  <a:lnTo>
                    <a:pt x="27952" y="35857"/>
                  </a:lnTo>
                  <a:lnTo>
                    <a:pt x="27650" y="36177"/>
                  </a:lnTo>
                  <a:lnTo>
                    <a:pt x="26819" y="36572"/>
                  </a:lnTo>
                  <a:lnTo>
                    <a:pt x="26558" y="36567"/>
                  </a:lnTo>
                  <a:lnTo>
                    <a:pt x="25922" y="36858"/>
                  </a:lnTo>
                  <a:lnTo>
                    <a:pt x="24869" y="37019"/>
                  </a:lnTo>
                  <a:lnTo>
                    <a:pt x="24342" y="36906"/>
                  </a:lnTo>
                  <a:lnTo>
                    <a:pt x="23383" y="38219"/>
                  </a:lnTo>
                  <a:lnTo>
                    <a:pt x="23089" y="38458"/>
                  </a:lnTo>
                  <a:lnTo>
                    <a:pt x="22178" y="38860"/>
                  </a:lnTo>
                  <a:lnTo>
                    <a:pt x="21430" y="39060"/>
                  </a:lnTo>
                  <a:lnTo>
                    <a:pt x="20790" y="38900"/>
                  </a:lnTo>
                  <a:lnTo>
                    <a:pt x="20538" y="38886"/>
                  </a:lnTo>
                  <a:lnTo>
                    <a:pt x="17699" y="38819"/>
                  </a:lnTo>
                  <a:lnTo>
                    <a:pt x="16216" y="38538"/>
                  </a:lnTo>
                  <a:lnTo>
                    <a:pt x="15263" y="38024"/>
                  </a:lnTo>
                  <a:lnTo>
                    <a:pt x="14631" y="37451"/>
                  </a:lnTo>
                  <a:lnTo>
                    <a:pt x="14323" y="36818"/>
                  </a:lnTo>
                  <a:lnTo>
                    <a:pt x="13586" y="36434"/>
                  </a:lnTo>
                  <a:lnTo>
                    <a:pt x="12424" y="36297"/>
                  </a:lnTo>
                  <a:lnTo>
                    <a:pt x="11519" y="35669"/>
                  </a:lnTo>
                  <a:lnTo>
                    <a:pt x="10871" y="34546"/>
                  </a:lnTo>
                  <a:lnTo>
                    <a:pt x="9995" y="33658"/>
                  </a:lnTo>
                  <a:lnTo>
                    <a:pt x="8889" y="33002"/>
                  </a:lnTo>
                  <a:lnTo>
                    <a:pt x="8012" y="32077"/>
                  </a:lnTo>
                  <a:lnTo>
                    <a:pt x="7364" y="30882"/>
                  </a:lnTo>
                  <a:lnTo>
                    <a:pt x="6196" y="29807"/>
                  </a:lnTo>
                  <a:lnTo>
                    <a:pt x="4511" y="28850"/>
                  </a:lnTo>
                  <a:lnTo>
                    <a:pt x="4003" y="28642"/>
                  </a:lnTo>
                  <a:lnTo>
                    <a:pt x="3903" y="28333"/>
                  </a:lnTo>
                  <a:lnTo>
                    <a:pt x="3078" y="27145"/>
                  </a:lnTo>
                  <a:lnTo>
                    <a:pt x="2726" y="26707"/>
                  </a:lnTo>
                  <a:lnTo>
                    <a:pt x="2757" y="26119"/>
                  </a:lnTo>
                  <a:lnTo>
                    <a:pt x="2593" y="25785"/>
                  </a:lnTo>
                  <a:lnTo>
                    <a:pt x="2293" y="25550"/>
                  </a:lnTo>
                  <a:lnTo>
                    <a:pt x="2132" y="24700"/>
                  </a:lnTo>
                  <a:lnTo>
                    <a:pt x="2038" y="24066"/>
                  </a:lnTo>
                  <a:lnTo>
                    <a:pt x="1802" y="23658"/>
                  </a:lnTo>
                  <a:lnTo>
                    <a:pt x="0" y="23574"/>
                  </a:lnTo>
                  <a:lnTo>
                    <a:pt x="1508" y="22059"/>
                  </a:lnTo>
                  <a:lnTo>
                    <a:pt x="2258" y="21636"/>
                  </a:lnTo>
                  <a:lnTo>
                    <a:pt x="3130" y="21709"/>
                  </a:lnTo>
                  <a:lnTo>
                    <a:pt x="3409" y="21572"/>
                  </a:lnTo>
                  <a:lnTo>
                    <a:pt x="3483" y="21354"/>
                  </a:lnTo>
                  <a:lnTo>
                    <a:pt x="3631" y="20860"/>
                  </a:lnTo>
                  <a:lnTo>
                    <a:pt x="3705" y="20394"/>
                  </a:lnTo>
                  <a:lnTo>
                    <a:pt x="3780" y="19956"/>
                  </a:lnTo>
                  <a:lnTo>
                    <a:pt x="3687" y="19709"/>
                  </a:lnTo>
                  <a:lnTo>
                    <a:pt x="3266" y="19632"/>
                  </a:lnTo>
                  <a:lnTo>
                    <a:pt x="3063" y="18551"/>
                  </a:lnTo>
                  <a:lnTo>
                    <a:pt x="3279" y="18142"/>
                  </a:lnTo>
                  <a:lnTo>
                    <a:pt x="3496" y="17857"/>
                  </a:lnTo>
                  <a:lnTo>
                    <a:pt x="3229" y="16542"/>
                  </a:lnTo>
                  <a:lnTo>
                    <a:pt x="3309" y="16095"/>
                  </a:lnTo>
                  <a:lnTo>
                    <a:pt x="3989" y="16025"/>
                  </a:lnTo>
                  <a:lnTo>
                    <a:pt x="4553" y="15744"/>
                  </a:lnTo>
                  <a:lnTo>
                    <a:pt x="5014" y="15425"/>
                  </a:lnTo>
                  <a:lnTo>
                    <a:pt x="5142" y="15019"/>
                  </a:lnTo>
                  <a:lnTo>
                    <a:pt x="5520" y="14190"/>
                  </a:lnTo>
                  <a:lnTo>
                    <a:pt x="5172" y="13174"/>
                  </a:lnTo>
                  <a:lnTo>
                    <a:pt x="3207" y="12513"/>
                  </a:lnTo>
                  <a:lnTo>
                    <a:pt x="3105" y="12260"/>
                  </a:lnTo>
                  <a:lnTo>
                    <a:pt x="3562" y="11972"/>
                  </a:lnTo>
                  <a:lnTo>
                    <a:pt x="4049" y="11562"/>
                  </a:lnTo>
                  <a:lnTo>
                    <a:pt x="4332" y="11243"/>
                  </a:lnTo>
                  <a:lnTo>
                    <a:pt x="4710" y="11199"/>
                  </a:lnTo>
                  <a:lnTo>
                    <a:pt x="5245" y="11359"/>
                  </a:lnTo>
                  <a:lnTo>
                    <a:pt x="6192" y="12095"/>
                  </a:lnTo>
                  <a:lnTo>
                    <a:pt x="6555" y="12201"/>
                  </a:lnTo>
                  <a:lnTo>
                    <a:pt x="6906" y="11987"/>
                  </a:lnTo>
                  <a:lnTo>
                    <a:pt x="7281" y="11942"/>
                  </a:lnTo>
                  <a:lnTo>
                    <a:pt x="8329" y="11969"/>
                  </a:lnTo>
                  <a:lnTo>
                    <a:pt x="9210" y="11798"/>
                  </a:lnTo>
                  <a:lnTo>
                    <a:pt x="9011" y="11014"/>
                  </a:lnTo>
                  <a:lnTo>
                    <a:pt x="9014" y="10445"/>
                  </a:lnTo>
                  <a:lnTo>
                    <a:pt x="8864" y="9991"/>
                  </a:lnTo>
                  <a:lnTo>
                    <a:pt x="8958" y="9491"/>
                  </a:lnTo>
                  <a:lnTo>
                    <a:pt x="9315" y="9102"/>
                  </a:lnTo>
                  <a:lnTo>
                    <a:pt x="9422" y="8227"/>
                  </a:lnTo>
                  <a:lnTo>
                    <a:pt x="9974" y="7636"/>
                  </a:lnTo>
                  <a:lnTo>
                    <a:pt x="10232" y="7551"/>
                  </a:lnTo>
                  <a:lnTo>
                    <a:pt x="11203" y="7659"/>
                  </a:lnTo>
                  <a:lnTo>
                    <a:pt x="11433" y="7812"/>
                  </a:lnTo>
                  <a:lnTo>
                    <a:pt x="11582" y="7846"/>
                  </a:lnTo>
                  <a:lnTo>
                    <a:pt x="13127" y="9287"/>
                  </a:lnTo>
                  <a:lnTo>
                    <a:pt x="14590" y="10371"/>
                  </a:lnTo>
                  <a:lnTo>
                    <a:pt x="15788" y="10925"/>
                  </a:lnTo>
                  <a:lnTo>
                    <a:pt x="17548" y="10971"/>
                  </a:lnTo>
                  <a:lnTo>
                    <a:pt x="19418" y="11019"/>
                  </a:lnTo>
                  <a:lnTo>
                    <a:pt x="22547" y="10830"/>
                  </a:lnTo>
                  <a:lnTo>
                    <a:pt x="24892" y="10688"/>
                  </a:lnTo>
                  <a:lnTo>
                    <a:pt x="25048" y="10418"/>
                  </a:lnTo>
                  <a:lnTo>
                    <a:pt x="25401" y="9771"/>
                  </a:lnTo>
                  <a:lnTo>
                    <a:pt x="25121" y="9216"/>
                  </a:lnTo>
                  <a:lnTo>
                    <a:pt x="25137" y="8564"/>
                  </a:lnTo>
                  <a:lnTo>
                    <a:pt x="25533" y="7715"/>
                  </a:lnTo>
                  <a:lnTo>
                    <a:pt x="26689" y="7010"/>
                  </a:lnTo>
                  <a:lnTo>
                    <a:pt x="30010" y="6700"/>
                  </a:lnTo>
                  <a:lnTo>
                    <a:pt x="31920" y="6175"/>
                  </a:lnTo>
                  <a:lnTo>
                    <a:pt x="32208" y="5458"/>
                  </a:lnTo>
                  <a:lnTo>
                    <a:pt x="32840" y="4751"/>
                  </a:lnTo>
                  <a:lnTo>
                    <a:pt x="33418" y="4607"/>
                  </a:lnTo>
                  <a:lnTo>
                    <a:pt x="34211" y="4932"/>
                  </a:lnTo>
                  <a:lnTo>
                    <a:pt x="35165" y="5557"/>
                  </a:lnTo>
                  <a:lnTo>
                    <a:pt x="36003" y="5887"/>
                  </a:lnTo>
                  <a:lnTo>
                    <a:pt x="36493" y="5674"/>
                  </a:lnTo>
                  <a:lnTo>
                    <a:pt x="38179" y="4622"/>
                  </a:lnTo>
                  <a:lnTo>
                    <a:pt x="40120" y="3597"/>
                  </a:lnTo>
                  <a:lnTo>
                    <a:pt x="41456" y="813"/>
                  </a:lnTo>
                  <a:lnTo>
                    <a:pt x="41598" y="370"/>
                  </a:lnTo>
                  <a:lnTo>
                    <a:pt x="43047" y="52"/>
                  </a:lnTo>
                  <a:lnTo>
                    <a:pt x="45161" y="108"/>
                  </a:lnTo>
                  <a:lnTo>
                    <a:pt x="46245" y="471"/>
                  </a:lnTo>
                  <a:lnTo>
                    <a:pt x="47060" y="663"/>
                  </a:lnTo>
                  <a:lnTo>
                    <a:pt x="48281" y="597"/>
                  </a:lnTo>
                  <a:lnTo>
                    <a:pt x="50041" y="0"/>
                  </a:lnTo>
                  <a:lnTo>
                    <a:pt x="50693" y="17"/>
                  </a:lnTo>
                  <a:lnTo>
                    <a:pt x="51198" y="440"/>
                  </a:lnTo>
                  <a:lnTo>
                    <a:pt x="51751" y="805"/>
                  </a:lnTo>
                  <a:lnTo>
                    <a:pt x="52124" y="1252"/>
                  </a:lnTo>
                  <a:lnTo>
                    <a:pt x="52407" y="1882"/>
                  </a:lnTo>
                  <a:lnTo>
                    <a:pt x="52560" y="2120"/>
                  </a:lnTo>
                  <a:lnTo>
                    <a:pt x="52805" y="2442"/>
                  </a:lnTo>
                  <a:lnTo>
                    <a:pt x="53249" y="2885"/>
                  </a:lnTo>
                  <a:lnTo>
                    <a:pt x="53679" y="3004"/>
                  </a:lnTo>
                  <a:lnTo>
                    <a:pt x="56937" y="223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5184529" y="2564655"/>
              <a:ext cx="5673" cy="6064"/>
            </a:xfrm>
            <a:custGeom>
              <a:avLst/>
              <a:pathLst>
                <a:path w="5673" h="6064">
                  <a:moveTo>
                    <a:pt x="1234" y="6058"/>
                  </a:moveTo>
                  <a:lnTo>
                    <a:pt x="353" y="6064"/>
                  </a:lnTo>
                  <a:lnTo>
                    <a:pt x="73" y="5916"/>
                  </a:lnTo>
                  <a:lnTo>
                    <a:pt x="0" y="4688"/>
                  </a:lnTo>
                  <a:lnTo>
                    <a:pt x="257" y="4001"/>
                  </a:lnTo>
                  <a:lnTo>
                    <a:pt x="2298" y="3117"/>
                  </a:lnTo>
                  <a:lnTo>
                    <a:pt x="3096" y="2301"/>
                  </a:lnTo>
                  <a:lnTo>
                    <a:pt x="4228" y="603"/>
                  </a:lnTo>
                  <a:lnTo>
                    <a:pt x="4930" y="158"/>
                  </a:lnTo>
                  <a:lnTo>
                    <a:pt x="5228" y="0"/>
                  </a:lnTo>
                  <a:lnTo>
                    <a:pt x="5342" y="1292"/>
                  </a:lnTo>
                  <a:lnTo>
                    <a:pt x="5623" y="2060"/>
                  </a:lnTo>
                  <a:lnTo>
                    <a:pt x="5673" y="2459"/>
                  </a:lnTo>
                  <a:lnTo>
                    <a:pt x="4657" y="3117"/>
                  </a:lnTo>
                  <a:lnTo>
                    <a:pt x="3750" y="4620"/>
                  </a:lnTo>
                  <a:lnTo>
                    <a:pt x="1767" y="559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5173991" y="2564071"/>
              <a:ext cx="2778" cy="2359"/>
            </a:xfrm>
            <a:custGeom>
              <a:avLst/>
              <a:pathLst>
                <a:path w="2778" h="2359">
                  <a:moveTo>
                    <a:pt x="1687" y="2194"/>
                  </a:moveTo>
                  <a:lnTo>
                    <a:pt x="1214" y="2359"/>
                  </a:lnTo>
                  <a:lnTo>
                    <a:pt x="203" y="1954"/>
                  </a:lnTo>
                  <a:lnTo>
                    <a:pt x="0" y="1710"/>
                  </a:lnTo>
                  <a:lnTo>
                    <a:pt x="866" y="1037"/>
                  </a:lnTo>
                  <a:lnTo>
                    <a:pt x="1535" y="81"/>
                  </a:lnTo>
                  <a:lnTo>
                    <a:pt x="2316" y="0"/>
                  </a:lnTo>
                  <a:lnTo>
                    <a:pt x="2778" y="194"/>
                  </a:lnTo>
                  <a:lnTo>
                    <a:pt x="2617" y="133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5189326" y="2559983"/>
              <a:ext cx="1619" cy="2755"/>
            </a:xfrm>
            <a:custGeom>
              <a:avLst/>
              <a:pathLst>
                <a:path w="1619" h="2755">
                  <a:moveTo>
                    <a:pt x="857" y="2269"/>
                  </a:moveTo>
                  <a:lnTo>
                    <a:pt x="3" y="2755"/>
                  </a:lnTo>
                  <a:lnTo>
                    <a:pt x="0" y="1732"/>
                  </a:lnTo>
                  <a:lnTo>
                    <a:pt x="659" y="438"/>
                  </a:lnTo>
                  <a:lnTo>
                    <a:pt x="1260" y="0"/>
                  </a:lnTo>
                  <a:lnTo>
                    <a:pt x="1592" y="516"/>
                  </a:lnTo>
                  <a:lnTo>
                    <a:pt x="1619" y="753"/>
                  </a:lnTo>
                  <a:lnTo>
                    <a:pt x="752" y="121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5148013" y="2548288"/>
              <a:ext cx="17727" cy="13844"/>
            </a:xfrm>
            <a:custGeom>
              <a:avLst/>
              <a:pathLst>
                <a:path w="17727" h="13844">
                  <a:moveTo>
                    <a:pt x="9968" y="1021"/>
                  </a:moveTo>
                  <a:lnTo>
                    <a:pt x="10395" y="1649"/>
                  </a:lnTo>
                  <a:lnTo>
                    <a:pt x="11942" y="2857"/>
                  </a:lnTo>
                  <a:lnTo>
                    <a:pt x="12197" y="3367"/>
                  </a:lnTo>
                  <a:lnTo>
                    <a:pt x="12294" y="4207"/>
                  </a:lnTo>
                  <a:lnTo>
                    <a:pt x="12604" y="4831"/>
                  </a:lnTo>
                  <a:lnTo>
                    <a:pt x="13301" y="4926"/>
                  </a:lnTo>
                  <a:lnTo>
                    <a:pt x="14047" y="4800"/>
                  </a:lnTo>
                  <a:lnTo>
                    <a:pt x="14616" y="5196"/>
                  </a:lnTo>
                  <a:lnTo>
                    <a:pt x="15106" y="5824"/>
                  </a:lnTo>
                  <a:lnTo>
                    <a:pt x="15835" y="7043"/>
                  </a:lnTo>
                  <a:lnTo>
                    <a:pt x="16476" y="8391"/>
                  </a:lnTo>
                  <a:lnTo>
                    <a:pt x="17272" y="9143"/>
                  </a:lnTo>
                  <a:lnTo>
                    <a:pt x="17727" y="10266"/>
                  </a:lnTo>
                  <a:lnTo>
                    <a:pt x="17459" y="11256"/>
                  </a:lnTo>
                  <a:lnTo>
                    <a:pt x="16454" y="12625"/>
                  </a:lnTo>
                  <a:lnTo>
                    <a:pt x="15909" y="12922"/>
                  </a:lnTo>
                  <a:lnTo>
                    <a:pt x="15164" y="13029"/>
                  </a:lnTo>
                  <a:lnTo>
                    <a:pt x="14005" y="13844"/>
                  </a:lnTo>
                  <a:lnTo>
                    <a:pt x="13583" y="13418"/>
                  </a:lnTo>
                  <a:lnTo>
                    <a:pt x="12267" y="13122"/>
                  </a:lnTo>
                  <a:lnTo>
                    <a:pt x="11220" y="12534"/>
                  </a:lnTo>
                  <a:lnTo>
                    <a:pt x="10342" y="11456"/>
                  </a:lnTo>
                  <a:lnTo>
                    <a:pt x="9835" y="10297"/>
                  </a:lnTo>
                  <a:lnTo>
                    <a:pt x="9194" y="9275"/>
                  </a:lnTo>
                  <a:lnTo>
                    <a:pt x="8079" y="8592"/>
                  </a:lnTo>
                  <a:lnTo>
                    <a:pt x="6076" y="6584"/>
                  </a:lnTo>
                  <a:lnTo>
                    <a:pt x="4839" y="6403"/>
                  </a:lnTo>
                  <a:lnTo>
                    <a:pt x="4330" y="6550"/>
                  </a:lnTo>
                  <a:lnTo>
                    <a:pt x="3820" y="6559"/>
                  </a:lnTo>
                  <a:lnTo>
                    <a:pt x="1198" y="5655"/>
                  </a:lnTo>
                  <a:lnTo>
                    <a:pt x="790" y="5126"/>
                  </a:lnTo>
                  <a:lnTo>
                    <a:pt x="469" y="4449"/>
                  </a:lnTo>
                  <a:lnTo>
                    <a:pt x="175" y="3785"/>
                  </a:lnTo>
                  <a:lnTo>
                    <a:pt x="0" y="3038"/>
                  </a:lnTo>
                  <a:lnTo>
                    <a:pt x="334" y="2379"/>
                  </a:lnTo>
                  <a:lnTo>
                    <a:pt x="687" y="1935"/>
                  </a:lnTo>
                  <a:lnTo>
                    <a:pt x="2146" y="1157"/>
                  </a:lnTo>
                  <a:lnTo>
                    <a:pt x="3189" y="916"/>
                  </a:lnTo>
                  <a:lnTo>
                    <a:pt x="4400" y="953"/>
                  </a:lnTo>
                  <a:lnTo>
                    <a:pt x="6205" y="711"/>
                  </a:lnTo>
                  <a:lnTo>
                    <a:pt x="7912" y="1101"/>
                  </a:lnTo>
                  <a:lnTo>
                    <a:pt x="8438" y="810"/>
                  </a:lnTo>
                  <a:lnTo>
                    <a:pt x="9302" y="0"/>
                  </a:lnTo>
                  <a:lnTo>
                    <a:pt x="9603" y="28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5191821" y="2543281"/>
              <a:ext cx="14760" cy="19592"/>
            </a:xfrm>
            <a:custGeom>
              <a:avLst/>
              <a:pathLst>
                <a:path w="14760" h="19592">
                  <a:moveTo>
                    <a:pt x="13991" y="7942"/>
                  </a:moveTo>
                  <a:lnTo>
                    <a:pt x="13327" y="8687"/>
                  </a:lnTo>
                  <a:lnTo>
                    <a:pt x="12997" y="10086"/>
                  </a:lnTo>
                  <a:lnTo>
                    <a:pt x="11850" y="11399"/>
                  </a:lnTo>
                  <a:lnTo>
                    <a:pt x="10587" y="13552"/>
                  </a:lnTo>
                  <a:lnTo>
                    <a:pt x="9580" y="14652"/>
                  </a:lnTo>
                  <a:lnTo>
                    <a:pt x="8693" y="15951"/>
                  </a:lnTo>
                  <a:lnTo>
                    <a:pt x="7930" y="16823"/>
                  </a:lnTo>
                  <a:lnTo>
                    <a:pt x="6977" y="17118"/>
                  </a:lnTo>
                  <a:lnTo>
                    <a:pt x="5550" y="17306"/>
                  </a:lnTo>
                  <a:lnTo>
                    <a:pt x="3612" y="18862"/>
                  </a:lnTo>
                  <a:lnTo>
                    <a:pt x="2538" y="19542"/>
                  </a:lnTo>
                  <a:lnTo>
                    <a:pt x="1494" y="19592"/>
                  </a:lnTo>
                  <a:lnTo>
                    <a:pt x="519" y="19087"/>
                  </a:lnTo>
                  <a:lnTo>
                    <a:pt x="146" y="18517"/>
                  </a:lnTo>
                  <a:lnTo>
                    <a:pt x="234" y="17749"/>
                  </a:lnTo>
                  <a:lnTo>
                    <a:pt x="558" y="17090"/>
                  </a:lnTo>
                  <a:lnTo>
                    <a:pt x="954" y="16546"/>
                  </a:lnTo>
                  <a:lnTo>
                    <a:pt x="1202" y="15846"/>
                  </a:lnTo>
                  <a:lnTo>
                    <a:pt x="96" y="14961"/>
                  </a:lnTo>
                  <a:lnTo>
                    <a:pt x="0" y="14287"/>
                  </a:lnTo>
                  <a:lnTo>
                    <a:pt x="439" y="12491"/>
                  </a:lnTo>
                  <a:lnTo>
                    <a:pt x="724" y="10639"/>
                  </a:lnTo>
                  <a:lnTo>
                    <a:pt x="1136" y="9378"/>
                  </a:lnTo>
                  <a:lnTo>
                    <a:pt x="2720" y="7122"/>
                  </a:lnTo>
                  <a:lnTo>
                    <a:pt x="3669" y="6004"/>
                  </a:lnTo>
                  <a:lnTo>
                    <a:pt x="4229" y="5566"/>
                  </a:lnTo>
                  <a:lnTo>
                    <a:pt x="4382" y="6038"/>
                  </a:lnTo>
                  <a:lnTo>
                    <a:pt x="4738" y="6610"/>
                  </a:lnTo>
                  <a:lnTo>
                    <a:pt x="4978" y="6704"/>
                  </a:lnTo>
                  <a:lnTo>
                    <a:pt x="5159" y="6574"/>
                  </a:lnTo>
                  <a:lnTo>
                    <a:pt x="6556" y="6770"/>
                  </a:lnTo>
                  <a:lnTo>
                    <a:pt x="6907" y="6573"/>
                  </a:lnTo>
                  <a:lnTo>
                    <a:pt x="7440" y="5682"/>
                  </a:lnTo>
                  <a:lnTo>
                    <a:pt x="7793" y="5186"/>
                  </a:lnTo>
                  <a:lnTo>
                    <a:pt x="8032" y="4129"/>
                  </a:lnTo>
                  <a:lnTo>
                    <a:pt x="8090" y="3457"/>
                  </a:lnTo>
                  <a:lnTo>
                    <a:pt x="9330" y="2969"/>
                  </a:lnTo>
                  <a:lnTo>
                    <a:pt x="9996" y="2429"/>
                  </a:lnTo>
                  <a:lnTo>
                    <a:pt x="10586" y="1664"/>
                  </a:lnTo>
                  <a:lnTo>
                    <a:pt x="12303" y="362"/>
                  </a:lnTo>
                  <a:lnTo>
                    <a:pt x="12611" y="0"/>
                  </a:lnTo>
                  <a:lnTo>
                    <a:pt x="12542" y="1242"/>
                  </a:lnTo>
                  <a:lnTo>
                    <a:pt x="12748" y="1547"/>
                  </a:lnTo>
                  <a:lnTo>
                    <a:pt x="13093" y="1698"/>
                  </a:lnTo>
                  <a:lnTo>
                    <a:pt x="14296" y="858"/>
                  </a:lnTo>
                  <a:lnTo>
                    <a:pt x="14523" y="1017"/>
                  </a:lnTo>
                  <a:lnTo>
                    <a:pt x="14756" y="1396"/>
                  </a:lnTo>
                  <a:lnTo>
                    <a:pt x="14760" y="2517"/>
                  </a:lnTo>
                  <a:lnTo>
                    <a:pt x="14297" y="3450"/>
                  </a:lnTo>
                  <a:lnTo>
                    <a:pt x="13134" y="3521"/>
                  </a:lnTo>
                  <a:lnTo>
                    <a:pt x="12969" y="3783"/>
                  </a:lnTo>
                  <a:lnTo>
                    <a:pt x="12955" y="4354"/>
                  </a:lnTo>
                  <a:lnTo>
                    <a:pt x="13046" y="4906"/>
                  </a:lnTo>
                  <a:lnTo>
                    <a:pt x="13318" y="5348"/>
                  </a:lnTo>
                  <a:lnTo>
                    <a:pt x="13664" y="612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5115105" y="2539480"/>
              <a:ext cx="1256" cy="1872"/>
            </a:xfrm>
            <a:custGeom>
              <a:avLst/>
              <a:pathLst>
                <a:path w="1256" h="1872">
                  <a:moveTo>
                    <a:pt x="1225" y="1393"/>
                  </a:moveTo>
                  <a:lnTo>
                    <a:pt x="959" y="1872"/>
                  </a:lnTo>
                  <a:lnTo>
                    <a:pt x="193" y="1017"/>
                  </a:lnTo>
                  <a:lnTo>
                    <a:pt x="0" y="634"/>
                  </a:lnTo>
                  <a:lnTo>
                    <a:pt x="569" y="76"/>
                  </a:lnTo>
                  <a:lnTo>
                    <a:pt x="765" y="0"/>
                  </a:lnTo>
                  <a:lnTo>
                    <a:pt x="1256" y="60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5185185" y="2536271"/>
              <a:ext cx="2510" cy="2289"/>
            </a:xfrm>
            <a:custGeom>
              <a:avLst/>
              <a:pathLst>
                <a:path w="2510" h="2289">
                  <a:moveTo>
                    <a:pt x="847" y="1469"/>
                  </a:moveTo>
                  <a:lnTo>
                    <a:pt x="546" y="2289"/>
                  </a:lnTo>
                  <a:lnTo>
                    <a:pt x="0" y="2056"/>
                  </a:lnTo>
                  <a:lnTo>
                    <a:pt x="148" y="1266"/>
                  </a:lnTo>
                  <a:lnTo>
                    <a:pt x="425" y="798"/>
                  </a:lnTo>
                  <a:lnTo>
                    <a:pt x="1161" y="118"/>
                  </a:lnTo>
                  <a:lnTo>
                    <a:pt x="1907" y="0"/>
                  </a:lnTo>
                  <a:lnTo>
                    <a:pt x="2366" y="238"/>
                  </a:lnTo>
                  <a:lnTo>
                    <a:pt x="2510" y="501"/>
                  </a:lnTo>
                  <a:lnTo>
                    <a:pt x="1346" y="76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5151988" y="2536122"/>
              <a:ext cx="1687" cy="4481"/>
            </a:xfrm>
            <a:custGeom>
              <a:avLst/>
              <a:pathLst>
                <a:path w="1687" h="4481">
                  <a:moveTo>
                    <a:pt x="805" y="4349"/>
                  </a:moveTo>
                  <a:lnTo>
                    <a:pt x="435" y="4481"/>
                  </a:lnTo>
                  <a:lnTo>
                    <a:pt x="62" y="4279"/>
                  </a:lnTo>
                  <a:lnTo>
                    <a:pt x="215" y="3038"/>
                  </a:lnTo>
                  <a:lnTo>
                    <a:pt x="0" y="2194"/>
                  </a:lnTo>
                  <a:lnTo>
                    <a:pt x="387" y="1532"/>
                  </a:lnTo>
                  <a:lnTo>
                    <a:pt x="485" y="359"/>
                  </a:lnTo>
                  <a:lnTo>
                    <a:pt x="639" y="0"/>
                  </a:lnTo>
                  <a:lnTo>
                    <a:pt x="866" y="369"/>
                  </a:lnTo>
                  <a:lnTo>
                    <a:pt x="972" y="610"/>
                  </a:lnTo>
                  <a:lnTo>
                    <a:pt x="1165" y="723"/>
                  </a:lnTo>
                  <a:lnTo>
                    <a:pt x="1590" y="745"/>
                  </a:lnTo>
                  <a:lnTo>
                    <a:pt x="1687" y="1250"/>
                  </a:lnTo>
                  <a:lnTo>
                    <a:pt x="1670" y="1732"/>
                  </a:lnTo>
                  <a:lnTo>
                    <a:pt x="1489" y="2233"/>
                  </a:lnTo>
                  <a:lnTo>
                    <a:pt x="983" y="2775"/>
                  </a:lnTo>
                  <a:lnTo>
                    <a:pt x="616" y="338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5186483" y="2533420"/>
              <a:ext cx="2942" cy="2276"/>
            </a:xfrm>
            <a:custGeom>
              <a:avLst/>
              <a:pathLst>
                <a:path w="2942" h="2276">
                  <a:moveTo>
                    <a:pt x="2767" y="1664"/>
                  </a:moveTo>
                  <a:lnTo>
                    <a:pt x="2575" y="2276"/>
                  </a:lnTo>
                  <a:lnTo>
                    <a:pt x="0" y="2232"/>
                  </a:lnTo>
                  <a:lnTo>
                    <a:pt x="72" y="1427"/>
                  </a:lnTo>
                  <a:lnTo>
                    <a:pt x="788" y="548"/>
                  </a:lnTo>
                  <a:lnTo>
                    <a:pt x="1026" y="256"/>
                  </a:lnTo>
                  <a:lnTo>
                    <a:pt x="1817" y="0"/>
                  </a:lnTo>
                  <a:lnTo>
                    <a:pt x="2942" y="46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5118671" y="2532984"/>
              <a:ext cx="8294" cy="10109"/>
            </a:xfrm>
            <a:custGeom>
              <a:avLst/>
              <a:pathLst>
                <a:path w="8294" h="10109">
                  <a:moveTo>
                    <a:pt x="7412" y="5713"/>
                  </a:moveTo>
                  <a:lnTo>
                    <a:pt x="6215" y="8603"/>
                  </a:lnTo>
                  <a:lnTo>
                    <a:pt x="6641" y="9068"/>
                  </a:lnTo>
                  <a:lnTo>
                    <a:pt x="6898" y="9511"/>
                  </a:lnTo>
                  <a:lnTo>
                    <a:pt x="4918" y="10109"/>
                  </a:lnTo>
                  <a:lnTo>
                    <a:pt x="4091" y="9790"/>
                  </a:lnTo>
                  <a:lnTo>
                    <a:pt x="3614" y="9873"/>
                  </a:lnTo>
                  <a:lnTo>
                    <a:pt x="1602" y="9330"/>
                  </a:lnTo>
                  <a:lnTo>
                    <a:pt x="163" y="8667"/>
                  </a:lnTo>
                  <a:lnTo>
                    <a:pt x="0" y="8141"/>
                  </a:lnTo>
                  <a:lnTo>
                    <a:pt x="113" y="7511"/>
                  </a:lnTo>
                  <a:lnTo>
                    <a:pt x="540" y="7724"/>
                  </a:lnTo>
                  <a:lnTo>
                    <a:pt x="1649" y="7825"/>
                  </a:lnTo>
                  <a:lnTo>
                    <a:pt x="2073" y="7541"/>
                  </a:lnTo>
                  <a:lnTo>
                    <a:pt x="2085" y="5678"/>
                  </a:lnTo>
                  <a:lnTo>
                    <a:pt x="1928" y="3252"/>
                  </a:lnTo>
                  <a:lnTo>
                    <a:pt x="3429" y="1269"/>
                  </a:lnTo>
                  <a:lnTo>
                    <a:pt x="4228" y="471"/>
                  </a:lnTo>
                  <a:lnTo>
                    <a:pt x="5148" y="0"/>
                  </a:lnTo>
                  <a:lnTo>
                    <a:pt x="7470" y="1095"/>
                  </a:lnTo>
                  <a:lnTo>
                    <a:pt x="7854" y="1393"/>
                  </a:lnTo>
                  <a:lnTo>
                    <a:pt x="8151" y="1838"/>
                  </a:lnTo>
                  <a:lnTo>
                    <a:pt x="8294" y="254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5195023" y="2532950"/>
              <a:ext cx="3564" cy="4880"/>
            </a:xfrm>
            <a:custGeom>
              <a:avLst/>
              <a:pathLst>
                <a:path w="3564" h="4880">
                  <a:moveTo>
                    <a:pt x="3395" y="1781"/>
                  </a:moveTo>
                  <a:lnTo>
                    <a:pt x="2819" y="2643"/>
                  </a:lnTo>
                  <a:lnTo>
                    <a:pt x="2427" y="4142"/>
                  </a:lnTo>
                  <a:lnTo>
                    <a:pt x="2071" y="4598"/>
                  </a:lnTo>
                  <a:lnTo>
                    <a:pt x="1305" y="4880"/>
                  </a:lnTo>
                  <a:lnTo>
                    <a:pt x="847" y="3376"/>
                  </a:lnTo>
                  <a:lnTo>
                    <a:pt x="0" y="3447"/>
                  </a:lnTo>
                  <a:lnTo>
                    <a:pt x="413" y="2124"/>
                  </a:lnTo>
                  <a:lnTo>
                    <a:pt x="813" y="1630"/>
                  </a:lnTo>
                  <a:lnTo>
                    <a:pt x="1334" y="1618"/>
                  </a:lnTo>
                  <a:lnTo>
                    <a:pt x="1589" y="2153"/>
                  </a:lnTo>
                  <a:lnTo>
                    <a:pt x="1729" y="2266"/>
                  </a:lnTo>
                  <a:lnTo>
                    <a:pt x="2950" y="23"/>
                  </a:lnTo>
                  <a:lnTo>
                    <a:pt x="3196" y="0"/>
                  </a:lnTo>
                  <a:lnTo>
                    <a:pt x="3399" y="96"/>
                  </a:lnTo>
                  <a:lnTo>
                    <a:pt x="3564" y="37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5188423" y="2532792"/>
              <a:ext cx="6572" cy="5526"/>
            </a:xfrm>
            <a:custGeom>
              <a:avLst/>
              <a:pathLst>
                <a:path w="6572" h="5526">
                  <a:moveTo>
                    <a:pt x="6572" y="1144"/>
                  </a:moveTo>
                  <a:lnTo>
                    <a:pt x="5239" y="1522"/>
                  </a:lnTo>
                  <a:lnTo>
                    <a:pt x="4425" y="3263"/>
                  </a:lnTo>
                  <a:lnTo>
                    <a:pt x="3775" y="3236"/>
                  </a:lnTo>
                  <a:lnTo>
                    <a:pt x="3420" y="4010"/>
                  </a:lnTo>
                  <a:lnTo>
                    <a:pt x="3335" y="4341"/>
                  </a:lnTo>
                  <a:lnTo>
                    <a:pt x="3385" y="4650"/>
                  </a:lnTo>
                  <a:lnTo>
                    <a:pt x="3312" y="4944"/>
                  </a:lnTo>
                  <a:lnTo>
                    <a:pt x="3055" y="5249"/>
                  </a:lnTo>
                  <a:lnTo>
                    <a:pt x="2446" y="4768"/>
                  </a:lnTo>
                  <a:lnTo>
                    <a:pt x="1927" y="5378"/>
                  </a:lnTo>
                  <a:lnTo>
                    <a:pt x="1709" y="5526"/>
                  </a:lnTo>
                  <a:lnTo>
                    <a:pt x="945" y="4815"/>
                  </a:lnTo>
                  <a:lnTo>
                    <a:pt x="219" y="4855"/>
                  </a:lnTo>
                  <a:lnTo>
                    <a:pt x="0" y="4745"/>
                  </a:lnTo>
                  <a:lnTo>
                    <a:pt x="897" y="3467"/>
                  </a:lnTo>
                  <a:lnTo>
                    <a:pt x="2124" y="2277"/>
                  </a:lnTo>
                  <a:lnTo>
                    <a:pt x="2325" y="1838"/>
                  </a:lnTo>
                  <a:lnTo>
                    <a:pt x="1845" y="1714"/>
                  </a:lnTo>
                  <a:lnTo>
                    <a:pt x="1559" y="1536"/>
                  </a:lnTo>
                  <a:lnTo>
                    <a:pt x="1524" y="1255"/>
                  </a:lnTo>
                  <a:lnTo>
                    <a:pt x="2300" y="1069"/>
                  </a:lnTo>
                  <a:lnTo>
                    <a:pt x="2837" y="1043"/>
                  </a:lnTo>
                  <a:lnTo>
                    <a:pt x="3245" y="1409"/>
                  </a:lnTo>
                  <a:lnTo>
                    <a:pt x="3505" y="1407"/>
                  </a:lnTo>
                  <a:lnTo>
                    <a:pt x="5164" y="0"/>
                  </a:lnTo>
                  <a:lnTo>
                    <a:pt x="5822" y="320"/>
                  </a:lnTo>
                  <a:lnTo>
                    <a:pt x="6301" y="68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5333488" y="2532555"/>
              <a:ext cx="3162" cy="3184"/>
            </a:xfrm>
            <a:custGeom>
              <a:avLst/>
              <a:pathLst>
                <a:path w="3162" h="3184">
                  <a:moveTo>
                    <a:pt x="3138" y="3002"/>
                  </a:moveTo>
                  <a:lnTo>
                    <a:pt x="2669" y="3184"/>
                  </a:lnTo>
                  <a:lnTo>
                    <a:pt x="291" y="2762"/>
                  </a:lnTo>
                  <a:lnTo>
                    <a:pt x="35" y="2187"/>
                  </a:lnTo>
                  <a:lnTo>
                    <a:pt x="0" y="1891"/>
                  </a:lnTo>
                  <a:lnTo>
                    <a:pt x="545" y="1325"/>
                  </a:lnTo>
                  <a:lnTo>
                    <a:pt x="1071" y="359"/>
                  </a:lnTo>
                  <a:lnTo>
                    <a:pt x="1885" y="0"/>
                  </a:lnTo>
                  <a:lnTo>
                    <a:pt x="2202" y="2"/>
                  </a:lnTo>
                  <a:lnTo>
                    <a:pt x="3162" y="228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134043" y="2532203"/>
              <a:ext cx="1770" cy="3064"/>
            </a:xfrm>
            <a:custGeom>
              <a:avLst/>
              <a:pathLst>
                <a:path w="1770" h="3064">
                  <a:moveTo>
                    <a:pt x="702" y="3055"/>
                  </a:moveTo>
                  <a:lnTo>
                    <a:pt x="486" y="3064"/>
                  </a:lnTo>
                  <a:lnTo>
                    <a:pt x="78" y="2796"/>
                  </a:lnTo>
                  <a:lnTo>
                    <a:pt x="225" y="2214"/>
                  </a:lnTo>
                  <a:lnTo>
                    <a:pt x="0" y="1269"/>
                  </a:lnTo>
                  <a:lnTo>
                    <a:pt x="79" y="490"/>
                  </a:lnTo>
                  <a:lnTo>
                    <a:pt x="605" y="51"/>
                  </a:lnTo>
                  <a:lnTo>
                    <a:pt x="1730" y="0"/>
                  </a:lnTo>
                  <a:lnTo>
                    <a:pt x="1770" y="57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148601" y="2532077"/>
              <a:ext cx="1078" cy="1407"/>
            </a:xfrm>
            <a:custGeom>
              <a:avLst/>
              <a:pathLst>
                <a:path w="1078" h="1407">
                  <a:moveTo>
                    <a:pt x="500" y="1390"/>
                  </a:moveTo>
                  <a:lnTo>
                    <a:pt x="85" y="1407"/>
                  </a:lnTo>
                  <a:lnTo>
                    <a:pt x="0" y="847"/>
                  </a:lnTo>
                  <a:lnTo>
                    <a:pt x="148" y="260"/>
                  </a:lnTo>
                  <a:lnTo>
                    <a:pt x="546" y="14"/>
                  </a:lnTo>
                  <a:lnTo>
                    <a:pt x="727" y="0"/>
                  </a:lnTo>
                  <a:lnTo>
                    <a:pt x="1016" y="529"/>
                  </a:lnTo>
                  <a:lnTo>
                    <a:pt x="1078" y="807"/>
                  </a:lnTo>
                  <a:lnTo>
                    <a:pt x="812" y="117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199071" y="2532025"/>
              <a:ext cx="7343" cy="4312"/>
            </a:xfrm>
            <a:custGeom>
              <a:avLst/>
              <a:pathLst>
                <a:path w="7343" h="4312">
                  <a:moveTo>
                    <a:pt x="2081" y="74"/>
                  </a:moveTo>
                  <a:lnTo>
                    <a:pt x="2308" y="924"/>
                  </a:lnTo>
                  <a:lnTo>
                    <a:pt x="3039" y="454"/>
                  </a:lnTo>
                  <a:lnTo>
                    <a:pt x="3752" y="336"/>
                  </a:lnTo>
                  <a:lnTo>
                    <a:pt x="5379" y="426"/>
                  </a:lnTo>
                  <a:lnTo>
                    <a:pt x="6572" y="615"/>
                  </a:lnTo>
                  <a:lnTo>
                    <a:pt x="7275" y="967"/>
                  </a:lnTo>
                  <a:lnTo>
                    <a:pt x="7343" y="2664"/>
                  </a:lnTo>
                  <a:lnTo>
                    <a:pt x="7012" y="3032"/>
                  </a:lnTo>
                  <a:lnTo>
                    <a:pt x="839" y="4312"/>
                  </a:lnTo>
                  <a:lnTo>
                    <a:pt x="237" y="3901"/>
                  </a:lnTo>
                  <a:lnTo>
                    <a:pt x="0" y="3493"/>
                  </a:lnTo>
                  <a:lnTo>
                    <a:pt x="666" y="2236"/>
                  </a:lnTo>
                  <a:lnTo>
                    <a:pt x="359" y="1639"/>
                  </a:lnTo>
                  <a:lnTo>
                    <a:pt x="710" y="666"/>
                  </a:lnTo>
                  <a:lnTo>
                    <a:pt x="1447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5231528" y="2531514"/>
              <a:ext cx="3150" cy="2183"/>
            </a:xfrm>
            <a:custGeom>
              <a:avLst/>
              <a:pathLst>
                <a:path w="3150" h="2183">
                  <a:moveTo>
                    <a:pt x="352" y="0"/>
                  </a:moveTo>
                  <a:lnTo>
                    <a:pt x="2007" y="561"/>
                  </a:lnTo>
                  <a:lnTo>
                    <a:pt x="2957" y="502"/>
                  </a:lnTo>
                  <a:lnTo>
                    <a:pt x="3150" y="1002"/>
                  </a:lnTo>
                  <a:lnTo>
                    <a:pt x="2245" y="2183"/>
                  </a:lnTo>
                  <a:lnTo>
                    <a:pt x="328" y="1274"/>
                  </a:lnTo>
                  <a:lnTo>
                    <a:pt x="0" y="29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5156038" y="2531436"/>
              <a:ext cx="30264" cy="11746"/>
            </a:xfrm>
            <a:custGeom>
              <a:avLst/>
              <a:pathLst>
                <a:path w="30264" h="11746">
                  <a:moveTo>
                    <a:pt x="28154" y="7231"/>
                  </a:moveTo>
                  <a:lnTo>
                    <a:pt x="26816" y="7727"/>
                  </a:lnTo>
                  <a:lnTo>
                    <a:pt x="25986" y="8197"/>
                  </a:lnTo>
                  <a:lnTo>
                    <a:pt x="25195" y="8818"/>
                  </a:lnTo>
                  <a:lnTo>
                    <a:pt x="24695" y="8946"/>
                  </a:lnTo>
                  <a:lnTo>
                    <a:pt x="23788" y="8996"/>
                  </a:lnTo>
                  <a:lnTo>
                    <a:pt x="22504" y="8884"/>
                  </a:lnTo>
                  <a:lnTo>
                    <a:pt x="21637" y="9086"/>
                  </a:lnTo>
                  <a:lnTo>
                    <a:pt x="19220" y="10699"/>
                  </a:lnTo>
                  <a:lnTo>
                    <a:pt x="18271" y="10839"/>
                  </a:lnTo>
                  <a:lnTo>
                    <a:pt x="17448" y="11234"/>
                  </a:lnTo>
                  <a:lnTo>
                    <a:pt x="17164" y="10608"/>
                  </a:lnTo>
                  <a:lnTo>
                    <a:pt x="16816" y="10144"/>
                  </a:lnTo>
                  <a:lnTo>
                    <a:pt x="16013" y="10027"/>
                  </a:lnTo>
                  <a:lnTo>
                    <a:pt x="15209" y="10064"/>
                  </a:lnTo>
                  <a:lnTo>
                    <a:pt x="14392" y="11487"/>
                  </a:lnTo>
                  <a:lnTo>
                    <a:pt x="13091" y="11189"/>
                  </a:lnTo>
                  <a:lnTo>
                    <a:pt x="12587" y="11314"/>
                  </a:lnTo>
                  <a:lnTo>
                    <a:pt x="12101" y="11614"/>
                  </a:lnTo>
                  <a:lnTo>
                    <a:pt x="11619" y="11746"/>
                  </a:lnTo>
                  <a:lnTo>
                    <a:pt x="11114" y="11647"/>
                  </a:lnTo>
                  <a:lnTo>
                    <a:pt x="9214" y="10538"/>
                  </a:lnTo>
                  <a:lnTo>
                    <a:pt x="7033" y="9883"/>
                  </a:lnTo>
                  <a:lnTo>
                    <a:pt x="4848" y="10140"/>
                  </a:lnTo>
                  <a:lnTo>
                    <a:pt x="2969" y="9536"/>
                  </a:lnTo>
                  <a:lnTo>
                    <a:pt x="1940" y="9999"/>
                  </a:lnTo>
                  <a:lnTo>
                    <a:pt x="968" y="10661"/>
                  </a:lnTo>
                  <a:lnTo>
                    <a:pt x="681" y="9963"/>
                  </a:lnTo>
                  <a:lnTo>
                    <a:pt x="325" y="9349"/>
                  </a:lnTo>
                  <a:lnTo>
                    <a:pt x="8" y="8430"/>
                  </a:lnTo>
                  <a:lnTo>
                    <a:pt x="0" y="7388"/>
                  </a:lnTo>
                  <a:lnTo>
                    <a:pt x="105" y="6656"/>
                  </a:lnTo>
                  <a:lnTo>
                    <a:pt x="384" y="5991"/>
                  </a:lnTo>
                  <a:lnTo>
                    <a:pt x="558" y="5298"/>
                  </a:lnTo>
                  <a:lnTo>
                    <a:pt x="641" y="4554"/>
                  </a:lnTo>
                  <a:lnTo>
                    <a:pt x="1052" y="4907"/>
                  </a:lnTo>
                  <a:lnTo>
                    <a:pt x="1482" y="4774"/>
                  </a:lnTo>
                  <a:lnTo>
                    <a:pt x="2764" y="3965"/>
                  </a:lnTo>
                  <a:lnTo>
                    <a:pt x="4012" y="2741"/>
                  </a:lnTo>
                  <a:lnTo>
                    <a:pt x="5175" y="2295"/>
                  </a:lnTo>
                  <a:lnTo>
                    <a:pt x="5845" y="2171"/>
                  </a:lnTo>
                  <a:lnTo>
                    <a:pt x="6419" y="2410"/>
                  </a:lnTo>
                  <a:lnTo>
                    <a:pt x="7002" y="2323"/>
                  </a:lnTo>
                  <a:lnTo>
                    <a:pt x="7599" y="2052"/>
                  </a:lnTo>
                  <a:lnTo>
                    <a:pt x="8538" y="2992"/>
                  </a:lnTo>
                  <a:lnTo>
                    <a:pt x="8934" y="3183"/>
                  </a:lnTo>
                  <a:lnTo>
                    <a:pt x="10209" y="3255"/>
                  </a:lnTo>
                  <a:lnTo>
                    <a:pt x="11368" y="3797"/>
                  </a:lnTo>
                  <a:lnTo>
                    <a:pt x="12404" y="4606"/>
                  </a:lnTo>
                  <a:lnTo>
                    <a:pt x="13903" y="5365"/>
                  </a:lnTo>
                  <a:lnTo>
                    <a:pt x="14805" y="6382"/>
                  </a:lnTo>
                  <a:lnTo>
                    <a:pt x="15492" y="6758"/>
                  </a:lnTo>
                  <a:lnTo>
                    <a:pt x="16001" y="6860"/>
                  </a:lnTo>
                  <a:lnTo>
                    <a:pt x="16470" y="6723"/>
                  </a:lnTo>
                  <a:lnTo>
                    <a:pt x="17060" y="6038"/>
                  </a:lnTo>
                  <a:lnTo>
                    <a:pt x="17751" y="5754"/>
                  </a:lnTo>
                  <a:lnTo>
                    <a:pt x="18354" y="5765"/>
                  </a:lnTo>
                  <a:lnTo>
                    <a:pt x="19450" y="5588"/>
                  </a:lnTo>
                  <a:lnTo>
                    <a:pt x="19911" y="5423"/>
                  </a:lnTo>
                  <a:lnTo>
                    <a:pt x="20430" y="5047"/>
                  </a:lnTo>
                  <a:lnTo>
                    <a:pt x="20937" y="5280"/>
                  </a:lnTo>
                  <a:lnTo>
                    <a:pt x="21381" y="5626"/>
                  </a:lnTo>
                  <a:lnTo>
                    <a:pt x="23236" y="7415"/>
                  </a:lnTo>
                  <a:lnTo>
                    <a:pt x="23805" y="7462"/>
                  </a:lnTo>
                  <a:lnTo>
                    <a:pt x="24848" y="7078"/>
                  </a:lnTo>
                  <a:lnTo>
                    <a:pt x="25161" y="6599"/>
                  </a:lnTo>
                  <a:lnTo>
                    <a:pt x="25322" y="5862"/>
                  </a:lnTo>
                  <a:lnTo>
                    <a:pt x="25607" y="5249"/>
                  </a:lnTo>
                  <a:lnTo>
                    <a:pt x="26006" y="4718"/>
                  </a:lnTo>
                  <a:lnTo>
                    <a:pt x="26457" y="4312"/>
                  </a:lnTo>
                  <a:lnTo>
                    <a:pt x="27842" y="3624"/>
                  </a:lnTo>
                  <a:lnTo>
                    <a:pt x="28793" y="2944"/>
                  </a:lnTo>
                  <a:lnTo>
                    <a:pt x="29443" y="1793"/>
                  </a:lnTo>
                  <a:lnTo>
                    <a:pt x="27924" y="1292"/>
                  </a:lnTo>
                  <a:lnTo>
                    <a:pt x="28243" y="464"/>
                  </a:lnTo>
                  <a:lnTo>
                    <a:pt x="28748" y="0"/>
                  </a:lnTo>
                  <a:lnTo>
                    <a:pt x="29422" y="171"/>
                  </a:lnTo>
                  <a:lnTo>
                    <a:pt x="30002" y="818"/>
                  </a:lnTo>
                  <a:lnTo>
                    <a:pt x="30264" y="3289"/>
                  </a:lnTo>
                  <a:lnTo>
                    <a:pt x="29786" y="3638"/>
                  </a:lnTo>
                  <a:lnTo>
                    <a:pt x="29485" y="4012"/>
                  </a:lnTo>
                  <a:lnTo>
                    <a:pt x="29282" y="4505"/>
                  </a:lnTo>
                  <a:lnTo>
                    <a:pt x="28421" y="5410"/>
                  </a:lnTo>
                  <a:lnTo>
                    <a:pt x="28758" y="6540"/>
                  </a:lnTo>
                  <a:lnTo>
                    <a:pt x="28505" y="700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259806" y="2531409"/>
              <a:ext cx="3795" cy="3606"/>
            </a:xfrm>
            <a:custGeom>
              <a:avLst/>
              <a:pathLst>
                <a:path w="3795" h="3606">
                  <a:moveTo>
                    <a:pt x="822" y="3172"/>
                  </a:moveTo>
                  <a:lnTo>
                    <a:pt x="0" y="3606"/>
                  </a:lnTo>
                  <a:lnTo>
                    <a:pt x="550" y="2503"/>
                  </a:lnTo>
                  <a:lnTo>
                    <a:pt x="2316" y="0"/>
                  </a:lnTo>
                  <a:lnTo>
                    <a:pt x="2953" y="463"/>
                  </a:lnTo>
                  <a:lnTo>
                    <a:pt x="3795" y="550"/>
                  </a:lnTo>
                  <a:lnTo>
                    <a:pt x="2540" y="1683"/>
                  </a:lnTo>
                  <a:lnTo>
                    <a:pt x="1257" y="215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127286" y="2531378"/>
              <a:ext cx="22343" cy="14086"/>
            </a:xfrm>
            <a:custGeom>
              <a:avLst/>
              <a:pathLst>
                <a:path w="22343" h="14086">
                  <a:moveTo>
                    <a:pt x="13949" y="3190"/>
                  </a:moveTo>
                  <a:lnTo>
                    <a:pt x="14422" y="3740"/>
                  </a:lnTo>
                  <a:lnTo>
                    <a:pt x="14852" y="3688"/>
                  </a:lnTo>
                  <a:lnTo>
                    <a:pt x="15754" y="2848"/>
                  </a:lnTo>
                  <a:lnTo>
                    <a:pt x="16297" y="2544"/>
                  </a:lnTo>
                  <a:lnTo>
                    <a:pt x="16879" y="2529"/>
                  </a:lnTo>
                  <a:lnTo>
                    <a:pt x="17445" y="2672"/>
                  </a:lnTo>
                  <a:lnTo>
                    <a:pt x="18000" y="3269"/>
                  </a:lnTo>
                  <a:lnTo>
                    <a:pt x="18200" y="4245"/>
                  </a:lnTo>
                  <a:lnTo>
                    <a:pt x="18409" y="4545"/>
                  </a:lnTo>
                  <a:lnTo>
                    <a:pt x="18735" y="3376"/>
                  </a:lnTo>
                  <a:lnTo>
                    <a:pt x="19170" y="3023"/>
                  </a:lnTo>
                  <a:lnTo>
                    <a:pt x="19656" y="2845"/>
                  </a:lnTo>
                  <a:lnTo>
                    <a:pt x="20418" y="2909"/>
                  </a:lnTo>
                  <a:lnTo>
                    <a:pt x="21001" y="3467"/>
                  </a:lnTo>
                  <a:lnTo>
                    <a:pt x="21531" y="5128"/>
                  </a:lnTo>
                  <a:lnTo>
                    <a:pt x="21515" y="6581"/>
                  </a:lnTo>
                  <a:lnTo>
                    <a:pt x="21708" y="7123"/>
                  </a:lnTo>
                  <a:lnTo>
                    <a:pt x="22072" y="7520"/>
                  </a:lnTo>
                  <a:lnTo>
                    <a:pt x="22343" y="8077"/>
                  </a:lnTo>
                  <a:lnTo>
                    <a:pt x="22102" y="8660"/>
                  </a:lnTo>
                  <a:lnTo>
                    <a:pt x="21863" y="8946"/>
                  </a:lnTo>
                  <a:lnTo>
                    <a:pt x="21175" y="9213"/>
                  </a:lnTo>
                  <a:lnTo>
                    <a:pt x="20847" y="9096"/>
                  </a:lnTo>
                  <a:lnTo>
                    <a:pt x="20542" y="8703"/>
                  </a:lnTo>
                  <a:lnTo>
                    <a:pt x="20202" y="8559"/>
                  </a:lnTo>
                  <a:lnTo>
                    <a:pt x="19425" y="8690"/>
                  </a:lnTo>
                  <a:lnTo>
                    <a:pt x="18712" y="9015"/>
                  </a:lnTo>
                  <a:lnTo>
                    <a:pt x="18810" y="9548"/>
                  </a:lnTo>
                  <a:lnTo>
                    <a:pt x="19395" y="9788"/>
                  </a:lnTo>
                  <a:lnTo>
                    <a:pt x="19571" y="10040"/>
                  </a:lnTo>
                  <a:lnTo>
                    <a:pt x="19533" y="10381"/>
                  </a:lnTo>
                  <a:lnTo>
                    <a:pt x="19303" y="10450"/>
                  </a:lnTo>
                  <a:lnTo>
                    <a:pt x="18542" y="9989"/>
                  </a:lnTo>
                  <a:lnTo>
                    <a:pt x="18029" y="10082"/>
                  </a:lnTo>
                  <a:lnTo>
                    <a:pt x="16184" y="10703"/>
                  </a:lnTo>
                  <a:lnTo>
                    <a:pt x="15695" y="10689"/>
                  </a:lnTo>
                  <a:lnTo>
                    <a:pt x="15419" y="10102"/>
                  </a:lnTo>
                  <a:lnTo>
                    <a:pt x="15439" y="8573"/>
                  </a:lnTo>
                  <a:lnTo>
                    <a:pt x="15240" y="8167"/>
                  </a:lnTo>
                  <a:lnTo>
                    <a:pt x="13869" y="10025"/>
                  </a:lnTo>
                  <a:lnTo>
                    <a:pt x="13452" y="10481"/>
                  </a:lnTo>
                  <a:lnTo>
                    <a:pt x="12900" y="10696"/>
                  </a:lnTo>
                  <a:lnTo>
                    <a:pt x="12324" y="10621"/>
                  </a:lnTo>
                  <a:lnTo>
                    <a:pt x="10343" y="11749"/>
                  </a:lnTo>
                  <a:lnTo>
                    <a:pt x="9720" y="11591"/>
                  </a:lnTo>
                  <a:lnTo>
                    <a:pt x="9117" y="11588"/>
                  </a:lnTo>
                  <a:lnTo>
                    <a:pt x="7000" y="12810"/>
                  </a:lnTo>
                  <a:lnTo>
                    <a:pt x="5864" y="13151"/>
                  </a:lnTo>
                  <a:lnTo>
                    <a:pt x="5282" y="13175"/>
                  </a:lnTo>
                  <a:lnTo>
                    <a:pt x="4702" y="13070"/>
                  </a:lnTo>
                  <a:lnTo>
                    <a:pt x="4184" y="13181"/>
                  </a:lnTo>
                  <a:lnTo>
                    <a:pt x="3720" y="13671"/>
                  </a:lnTo>
                  <a:lnTo>
                    <a:pt x="2775" y="14086"/>
                  </a:lnTo>
                  <a:lnTo>
                    <a:pt x="1799" y="13770"/>
                  </a:lnTo>
                  <a:lnTo>
                    <a:pt x="975" y="13349"/>
                  </a:lnTo>
                  <a:lnTo>
                    <a:pt x="193" y="12794"/>
                  </a:lnTo>
                  <a:lnTo>
                    <a:pt x="0" y="12084"/>
                  </a:lnTo>
                  <a:lnTo>
                    <a:pt x="38" y="11231"/>
                  </a:lnTo>
                  <a:lnTo>
                    <a:pt x="368" y="10068"/>
                  </a:lnTo>
                  <a:lnTo>
                    <a:pt x="143" y="8028"/>
                  </a:lnTo>
                  <a:lnTo>
                    <a:pt x="315" y="7097"/>
                  </a:lnTo>
                  <a:lnTo>
                    <a:pt x="634" y="6183"/>
                  </a:lnTo>
                  <a:lnTo>
                    <a:pt x="1118" y="5847"/>
                  </a:lnTo>
                  <a:lnTo>
                    <a:pt x="1751" y="5779"/>
                  </a:lnTo>
                  <a:lnTo>
                    <a:pt x="2797" y="4956"/>
                  </a:lnTo>
                  <a:lnTo>
                    <a:pt x="3754" y="3879"/>
                  </a:lnTo>
                  <a:lnTo>
                    <a:pt x="4310" y="3981"/>
                  </a:lnTo>
                  <a:lnTo>
                    <a:pt x="5569" y="4734"/>
                  </a:lnTo>
                  <a:lnTo>
                    <a:pt x="6306" y="4824"/>
                  </a:lnTo>
                  <a:lnTo>
                    <a:pt x="7560" y="4704"/>
                  </a:lnTo>
                  <a:lnTo>
                    <a:pt x="8077" y="5167"/>
                  </a:lnTo>
                  <a:lnTo>
                    <a:pt x="8281" y="6227"/>
                  </a:lnTo>
                  <a:lnTo>
                    <a:pt x="8560" y="6614"/>
                  </a:lnTo>
                  <a:lnTo>
                    <a:pt x="8932" y="6884"/>
                  </a:lnTo>
                  <a:lnTo>
                    <a:pt x="9821" y="8676"/>
                  </a:lnTo>
                  <a:lnTo>
                    <a:pt x="10645" y="8582"/>
                  </a:lnTo>
                  <a:lnTo>
                    <a:pt x="11367" y="8912"/>
                  </a:lnTo>
                  <a:lnTo>
                    <a:pt x="12640" y="7827"/>
                  </a:lnTo>
                  <a:lnTo>
                    <a:pt x="13604" y="7853"/>
                  </a:lnTo>
                  <a:lnTo>
                    <a:pt x="13877" y="7013"/>
                  </a:lnTo>
                  <a:lnTo>
                    <a:pt x="13302" y="6115"/>
                  </a:lnTo>
                  <a:lnTo>
                    <a:pt x="12606" y="5385"/>
                  </a:lnTo>
                  <a:lnTo>
                    <a:pt x="12233" y="5233"/>
                  </a:lnTo>
                  <a:lnTo>
                    <a:pt x="11824" y="5276"/>
                  </a:lnTo>
                  <a:lnTo>
                    <a:pt x="11458" y="5158"/>
                  </a:lnTo>
                  <a:lnTo>
                    <a:pt x="9904" y="3529"/>
                  </a:lnTo>
                  <a:lnTo>
                    <a:pt x="9446" y="2649"/>
                  </a:lnTo>
                  <a:lnTo>
                    <a:pt x="9180" y="1611"/>
                  </a:lnTo>
                  <a:lnTo>
                    <a:pt x="9340" y="843"/>
                  </a:lnTo>
                  <a:lnTo>
                    <a:pt x="10409" y="164"/>
                  </a:lnTo>
                  <a:lnTo>
                    <a:pt x="10908" y="0"/>
                  </a:lnTo>
                  <a:lnTo>
                    <a:pt x="12767" y="463"/>
                  </a:lnTo>
                  <a:lnTo>
                    <a:pt x="13081" y="849"/>
                  </a:lnTo>
                  <a:lnTo>
                    <a:pt x="13574" y="248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5105523" y="2531052"/>
              <a:ext cx="11700" cy="10925"/>
            </a:xfrm>
            <a:custGeom>
              <a:avLst/>
              <a:pathLst>
                <a:path w="11700" h="10925">
                  <a:moveTo>
                    <a:pt x="9274" y="1247"/>
                  </a:moveTo>
                  <a:lnTo>
                    <a:pt x="10235" y="1988"/>
                  </a:lnTo>
                  <a:lnTo>
                    <a:pt x="11573" y="4154"/>
                  </a:lnTo>
                  <a:lnTo>
                    <a:pt x="11700" y="4761"/>
                  </a:lnTo>
                  <a:lnTo>
                    <a:pt x="11294" y="5335"/>
                  </a:lnTo>
                  <a:lnTo>
                    <a:pt x="10334" y="6254"/>
                  </a:lnTo>
                  <a:lnTo>
                    <a:pt x="8195" y="7671"/>
                  </a:lnTo>
                  <a:lnTo>
                    <a:pt x="7828" y="8340"/>
                  </a:lnTo>
                  <a:lnTo>
                    <a:pt x="7375" y="9649"/>
                  </a:lnTo>
                  <a:lnTo>
                    <a:pt x="7271" y="10207"/>
                  </a:lnTo>
                  <a:lnTo>
                    <a:pt x="7120" y="10514"/>
                  </a:lnTo>
                  <a:lnTo>
                    <a:pt x="6874" y="10736"/>
                  </a:lnTo>
                  <a:lnTo>
                    <a:pt x="6408" y="10925"/>
                  </a:lnTo>
                  <a:lnTo>
                    <a:pt x="5902" y="10651"/>
                  </a:lnTo>
                  <a:lnTo>
                    <a:pt x="6359" y="9808"/>
                  </a:lnTo>
                  <a:lnTo>
                    <a:pt x="6376" y="8803"/>
                  </a:lnTo>
                  <a:lnTo>
                    <a:pt x="6036" y="7863"/>
                  </a:lnTo>
                  <a:lnTo>
                    <a:pt x="5558" y="7076"/>
                  </a:lnTo>
                  <a:lnTo>
                    <a:pt x="4583" y="6006"/>
                  </a:lnTo>
                  <a:lnTo>
                    <a:pt x="3543" y="5060"/>
                  </a:lnTo>
                  <a:lnTo>
                    <a:pt x="2495" y="4578"/>
                  </a:lnTo>
                  <a:lnTo>
                    <a:pt x="1377" y="4360"/>
                  </a:lnTo>
                  <a:lnTo>
                    <a:pt x="977" y="3901"/>
                  </a:lnTo>
                  <a:lnTo>
                    <a:pt x="323" y="2721"/>
                  </a:lnTo>
                  <a:lnTo>
                    <a:pt x="107" y="2078"/>
                  </a:lnTo>
                  <a:lnTo>
                    <a:pt x="0" y="1402"/>
                  </a:lnTo>
                  <a:lnTo>
                    <a:pt x="73" y="749"/>
                  </a:lnTo>
                  <a:lnTo>
                    <a:pt x="347" y="709"/>
                  </a:lnTo>
                  <a:lnTo>
                    <a:pt x="1442" y="864"/>
                  </a:lnTo>
                  <a:lnTo>
                    <a:pt x="3457" y="1630"/>
                  </a:lnTo>
                  <a:lnTo>
                    <a:pt x="4455" y="1693"/>
                  </a:lnTo>
                  <a:lnTo>
                    <a:pt x="5019" y="1516"/>
                  </a:lnTo>
                  <a:lnTo>
                    <a:pt x="6494" y="0"/>
                  </a:lnTo>
                  <a:lnTo>
                    <a:pt x="6844" y="24"/>
                  </a:lnTo>
                  <a:lnTo>
                    <a:pt x="8256" y="69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5248611" y="2527274"/>
              <a:ext cx="2380" cy="3510"/>
            </a:xfrm>
            <a:custGeom>
              <a:avLst/>
              <a:pathLst>
                <a:path w="2380" h="3510">
                  <a:moveTo>
                    <a:pt x="2336" y="2228"/>
                  </a:moveTo>
                  <a:lnTo>
                    <a:pt x="1777" y="3510"/>
                  </a:lnTo>
                  <a:lnTo>
                    <a:pt x="1150" y="3429"/>
                  </a:lnTo>
                  <a:lnTo>
                    <a:pt x="0" y="1709"/>
                  </a:lnTo>
                  <a:lnTo>
                    <a:pt x="64" y="509"/>
                  </a:lnTo>
                  <a:lnTo>
                    <a:pt x="161" y="119"/>
                  </a:lnTo>
                  <a:lnTo>
                    <a:pt x="601" y="0"/>
                  </a:lnTo>
                  <a:lnTo>
                    <a:pt x="2091" y="347"/>
                  </a:lnTo>
                  <a:lnTo>
                    <a:pt x="2380" y="131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212720" y="2524163"/>
              <a:ext cx="9614" cy="5757"/>
            </a:xfrm>
            <a:custGeom>
              <a:avLst/>
              <a:pathLst>
                <a:path w="9614" h="5757">
                  <a:moveTo>
                    <a:pt x="9486" y="1340"/>
                  </a:moveTo>
                  <a:lnTo>
                    <a:pt x="9614" y="2018"/>
                  </a:lnTo>
                  <a:lnTo>
                    <a:pt x="9597" y="2316"/>
                  </a:lnTo>
                  <a:lnTo>
                    <a:pt x="8463" y="2534"/>
                  </a:lnTo>
                  <a:lnTo>
                    <a:pt x="7370" y="3289"/>
                  </a:lnTo>
                  <a:lnTo>
                    <a:pt x="6810" y="4158"/>
                  </a:lnTo>
                  <a:lnTo>
                    <a:pt x="6374" y="5280"/>
                  </a:lnTo>
                  <a:lnTo>
                    <a:pt x="4868" y="4824"/>
                  </a:lnTo>
                  <a:lnTo>
                    <a:pt x="3527" y="4749"/>
                  </a:lnTo>
                  <a:lnTo>
                    <a:pt x="2934" y="4354"/>
                  </a:lnTo>
                  <a:lnTo>
                    <a:pt x="2287" y="4380"/>
                  </a:lnTo>
                  <a:lnTo>
                    <a:pt x="1450" y="4730"/>
                  </a:lnTo>
                  <a:lnTo>
                    <a:pt x="264" y="5684"/>
                  </a:lnTo>
                  <a:lnTo>
                    <a:pt x="0" y="5757"/>
                  </a:lnTo>
                  <a:lnTo>
                    <a:pt x="95" y="4308"/>
                  </a:lnTo>
                  <a:lnTo>
                    <a:pt x="424" y="3416"/>
                  </a:lnTo>
                  <a:lnTo>
                    <a:pt x="1675" y="1277"/>
                  </a:lnTo>
                  <a:lnTo>
                    <a:pt x="2716" y="1751"/>
                  </a:lnTo>
                  <a:lnTo>
                    <a:pt x="3930" y="1882"/>
                  </a:lnTo>
                  <a:lnTo>
                    <a:pt x="5308" y="1464"/>
                  </a:lnTo>
                  <a:lnTo>
                    <a:pt x="6288" y="502"/>
                  </a:lnTo>
                  <a:lnTo>
                    <a:pt x="7675" y="0"/>
                  </a:lnTo>
                  <a:lnTo>
                    <a:pt x="8780" y="126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227450" y="2523340"/>
              <a:ext cx="1134" cy="1864"/>
            </a:xfrm>
            <a:custGeom>
              <a:avLst/>
              <a:pathLst>
                <a:path w="1134" h="1864">
                  <a:moveTo>
                    <a:pt x="607" y="1537"/>
                  </a:moveTo>
                  <a:lnTo>
                    <a:pt x="0" y="1864"/>
                  </a:lnTo>
                  <a:lnTo>
                    <a:pt x="186" y="832"/>
                  </a:lnTo>
                  <a:lnTo>
                    <a:pt x="146" y="0"/>
                  </a:lnTo>
                  <a:lnTo>
                    <a:pt x="1134" y="254"/>
                  </a:lnTo>
                  <a:lnTo>
                    <a:pt x="1123" y="916"/>
                  </a:lnTo>
                  <a:lnTo>
                    <a:pt x="1028" y="117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324851" y="2521482"/>
              <a:ext cx="12664" cy="14396"/>
            </a:xfrm>
            <a:custGeom>
              <a:avLst/>
              <a:pathLst>
                <a:path w="12664" h="14396">
                  <a:moveTo>
                    <a:pt x="8372" y="12470"/>
                  </a:moveTo>
                  <a:lnTo>
                    <a:pt x="6110" y="14304"/>
                  </a:lnTo>
                  <a:lnTo>
                    <a:pt x="3145" y="13980"/>
                  </a:lnTo>
                  <a:lnTo>
                    <a:pt x="2095" y="13949"/>
                  </a:lnTo>
                  <a:lnTo>
                    <a:pt x="352" y="14396"/>
                  </a:lnTo>
                  <a:lnTo>
                    <a:pt x="0" y="14039"/>
                  </a:lnTo>
                  <a:lnTo>
                    <a:pt x="328" y="12310"/>
                  </a:lnTo>
                  <a:lnTo>
                    <a:pt x="1723" y="7708"/>
                  </a:lnTo>
                  <a:lnTo>
                    <a:pt x="3378" y="3654"/>
                  </a:lnTo>
                  <a:lnTo>
                    <a:pt x="4081" y="2602"/>
                  </a:lnTo>
                  <a:lnTo>
                    <a:pt x="5061" y="1614"/>
                  </a:lnTo>
                  <a:lnTo>
                    <a:pt x="6103" y="821"/>
                  </a:lnTo>
                  <a:lnTo>
                    <a:pt x="8452" y="0"/>
                  </a:lnTo>
                  <a:lnTo>
                    <a:pt x="10590" y="151"/>
                  </a:lnTo>
                  <a:lnTo>
                    <a:pt x="10894" y="488"/>
                  </a:lnTo>
                  <a:lnTo>
                    <a:pt x="11816" y="1841"/>
                  </a:lnTo>
                  <a:lnTo>
                    <a:pt x="12414" y="2906"/>
                  </a:lnTo>
                  <a:lnTo>
                    <a:pt x="12664" y="4414"/>
                  </a:lnTo>
                  <a:lnTo>
                    <a:pt x="11755" y="7009"/>
                  </a:lnTo>
                  <a:lnTo>
                    <a:pt x="10743" y="9477"/>
                  </a:lnTo>
                  <a:lnTo>
                    <a:pt x="9094" y="1141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262754" y="2517761"/>
              <a:ext cx="6142" cy="12525"/>
            </a:xfrm>
            <a:custGeom>
              <a:avLst/>
              <a:pathLst>
                <a:path w="6142" h="12525">
                  <a:moveTo>
                    <a:pt x="2258" y="12367"/>
                  </a:moveTo>
                  <a:lnTo>
                    <a:pt x="2103" y="12525"/>
                  </a:lnTo>
                  <a:lnTo>
                    <a:pt x="928" y="12344"/>
                  </a:lnTo>
                  <a:lnTo>
                    <a:pt x="254" y="12337"/>
                  </a:lnTo>
                  <a:lnTo>
                    <a:pt x="346" y="11284"/>
                  </a:lnTo>
                  <a:lnTo>
                    <a:pt x="0" y="10492"/>
                  </a:lnTo>
                  <a:lnTo>
                    <a:pt x="473" y="9330"/>
                  </a:lnTo>
                  <a:lnTo>
                    <a:pt x="482" y="7979"/>
                  </a:lnTo>
                  <a:lnTo>
                    <a:pt x="976" y="7798"/>
                  </a:lnTo>
                  <a:lnTo>
                    <a:pt x="1045" y="7028"/>
                  </a:lnTo>
                  <a:lnTo>
                    <a:pt x="1638" y="4989"/>
                  </a:lnTo>
                  <a:lnTo>
                    <a:pt x="1987" y="4537"/>
                  </a:lnTo>
                  <a:lnTo>
                    <a:pt x="2482" y="4360"/>
                  </a:lnTo>
                  <a:lnTo>
                    <a:pt x="3067" y="3170"/>
                  </a:lnTo>
                  <a:lnTo>
                    <a:pt x="3399" y="2824"/>
                  </a:lnTo>
                  <a:lnTo>
                    <a:pt x="3744" y="1923"/>
                  </a:lnTo>
                  <a:lnTo>
                    <a:pt x="4242" y="1503"/>
                  </a:lnTo>
                  <a:lnTo>
                    <a:pt x="4201" y="730"/>
                  </a:lnTo>
                  <a:lnTo>
                    <a:pt x="4483" y="320"/>
                  </a:lnTo>
                  <a:lnTo>
                    <a:pt x="5266" y="0"/>
                  </a:lnTo>
                  <a:lnTo>
                    <a:pt x="5808" y="382"/>
                  </a:lnTo>
                  <a:lnTo>
                    <a:pt x="6142" y="1175"/>
                  </a:lnTo>
                  <a:lnTo>
                    <a:pt x="5269" y="2149"/>
                  </a:lnTo>
                  <a:lnTo>
                    <a:pt x="5717" y="4548"/>
                  </a:lnTo>
                  <a:lnTo>
                    <a:pt x="5085" y="7160"/>
                  </a:lnTo>
                  <a:lnTo>
                    <a:pt x="4668" y="7942"/>
                  </a:lnTo>
                  <a:lnTo>
                    <a:pt x="3894" y="8617"/>
                  </a:lnTo>
                  <a:lnTo>
                    <a:pt x="3658" y="9259"/>
                  </a:lnTo>
                  <a:lnTo>
                    <a:pt x="2745" y="10549"/>
                  </a:lnTo>
                  <a:lnTo>
                    <a:pt x="2468" y="11650"/>
                  </a:lnTo>
                  <a:lnTo>
                    <a:pt x="2427" y="1211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5269036" y="2517645"/>
              <a:ext cx="2187" cy="2048"/>
            </a:xfrm>
            <a:custGeom>
              <a:avLst/>
              <a:pathLst>
                <a:path w="2187" h="2048">
                  <a:moveTo>
                    <a:pt x="2187" y="1360"/>
                  </a:moveTo>
                  <a:lnTo>
                    <a:pt x="2069" y="2048"/>
                  </a:lnTo>
                  <a:lnTo>
                    <a:pt x="1665" y="1680"/>
                  </a:lnTo>
                  <a:lnTo>
                    <a:pt x="1264" y="878"/>
                  </a:lnTo>
                  <a:lnTo>
                    <a:pt x="681" y="762"/>
                  </a:lnTo>
                  <a:lnTo>
                    <a:pt x="253" y="550"/>
                  </a:lnTo>
                  <a:lnTo>
                    <a:pt x="0" y="171"/>
                  </a:lnTo>
                  <a:lnTo>
                    <a:pt x="1622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5103926" y="2517212"/>
              <a:ext cx="1076" cy="1390"/>
            </a:xfrm>
            <a:custGeom>
              <a:avLst/>
              <a:pathLst>
                <a:path w="1076" h="1390">
                  <a:moveTo>
                    <a:pt x="1076" y="837"/>
                  </a:moveTo>
                  <a:lnTo>
                    <a:pt x="935" y="1390"/>
                  </a:lnTo>
                  <a:lnTo>
                    <a:pt x="454" y="1253"/>
                  </a:lnTo>
                  <a:lnTo>
                    <a:pt x="0" y="336"/>
                  </a:lnTo>
                  <a:lnTo>
                    <a:pt x="220" y="96"/>
                  </a:lnTo>
                  <a:lnTo>
                    <a:pt x="473" y="0"/>
                  </a:lnTo>
                  <a:lnTo>
                    <a:pt x="801" y="10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5238562" y="2517147"/>
              <a:ext cx="1357" cy="1950"/>
            </a:xfrm>
            <a:custGeom>
              <a:avLst/>
              <a:pathLst>
                <a:path w="1357" h="1950">
                  <a:moveTo>
                    <a:pt x="1327" y="1597"/>
                  </a:moveTo>
                  <a:lnTo>
                    <a:pt x="900" y="1950"/>
                  </a:lnTo>
                  <a:lnTo>
                    <a:pt x="193" y="1221"/>
                  </a:lnTo>
                  <a:lnTo>
                    <a:pt x="0" y="918"/>
                  </a:lnTo>
                  <a:lnTo>
                    <a:pt x="449" y="201"/>
                  </a:lnTo>
                  <a:lnTo>
                    <a:pt x="926" y="0"/>
                  </a:lnTo>
                  <a:lnTo>
                    <a:pt x="1215" y="311"/>
                  </a:lnTo>
                  <a:lnTo>
                    <a:pt x="1357" y="622"/>
                  </a:lnTo>
                  <a:lnTo>
                    <a:pt x="1297" y="96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5163856" y="2516442"/>
              <a:ext cx="1403" cy="1484"/>
            </a:xfrm>
            <a:custGeom>
              <a:avLst/>
              <a:pathLst>
                <a:path w="1403" h="1484">
                  <a:moveTo>
                    <a:pt x="1334" y="1404"/>
                  </a:moveTo>
                  <a:lnTo>
                    <a:pt x="368" y="1484"/>
                  </a:lnTo>
                  <a:lnTo>
                    <a:pt x="70" y="1360"/>
                  </a:lnTo>
                  <a:lnTo>
                    <a:pt x="0" y="0"/>
                  </a:lnTo>
                  <a:lnTo>
                    <a:pt x="1060" y="584"/>
                  </a:lnTo>
                  <a:lnTo>
                    <a:pt x="1403" y="62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5089045" y="2514417"/>
              <a:ext cx="12839" cy="4896"/>
            </a:xfrm>
            <a:custGeom>
              <a:avLst/>
              <a:pathLst>
                <a:path w="12839" h="4896">
                  <a:moveTo>
                    <a:pt x="10583" y="3240"/>
                  </a:moveTo>
                  <a:lnTo>
                    <a:pt x="10404" y="3443"/>
                  </a:lnTo>
                  <a:lnTo>
                    <a:pt x="8798" y="3328"/>
                  </a:lnTo>
                  <a:lnTo>
                    <a:pt x="7762" y="4467"/>
                  </a:lnTo>
                  <a:lnTo>
                    <a:pt x="7046" y="4817"/>
                  </a:lnTo>
                  <a:lnTo>
                    <a:pt x="4470" y="4816"/>
                  </a:lnTo>
                  <a:lnTo>
                    <a:pt x="4164" y="4662"/>
                  </a:lnTo>
                  <a:lnTo>
                    <a:pt x="3935" y="4666"/>
                  </a:lnTo>
                  <a:lnTo>
                    <a:pt x="3794" y="4896"/>
                  </a:lnTo>
                  <a:lnTo>
                    <a:pt x="2975" y="4725"/>
                  </a:lnTo>
                  <a:lnTo>
                    <a:pt x="358" y="3718"/>
                  </a:lnTo>
                  <a:lnTo>
                    <a:pt x="0" y="2785"/>
                  </a:lnTo>
                  <a:lnTo>
                    <a:pt x="405" y="1788"/>
                  </a:lnTo>
                  <a:lnTo>
                    <a:pt x="1345" y="374"/>
                  </a:lnTo>
                  <a:lnTo>
                    <a:pt x="3230" y="96"/>
                  </a:lnTo>
                  <a:lnTo>
                    <a:pt x="11814" y="0"/>
                  </a:lnTo>
                  <a:lnTo>
                    <a:pt x="12750" y="1214"/>
                  </a:lnTo>
                  <a:lnTo>
                    <a:pt x="12839" y="1622"/>
                  </a:lnTo>
                  <a:lnTo>
                    <a:pt x="10969" y="245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5112644" y="2513935"/>
              <a:ext cx="3082" cy="2082"/>
            </a:xfrm>
            <a:custGeom>
              <a:avLst/>
              <a:pathLst>
                <a:path w="3082" h="2082">
                  <a:moveTo>
                    <a:pt x="1482" y="1845"/>
                  </a:moveTo>
                  <a:lnTo>
                    <a:pt x="714" y="2082"/>
                  </a:lnTo>
                  <a:lnTo>
                    <a:pt x="0" y="1590"/>
                  </a:lnTo>
                  <a:lnTo>
                    <a:pt x="17" y="930"/>
                  </a:lnTo>
                  <a:lnTo>
                    <a:pt x="191" y="317"/>
                  </a:lnTo>
                  <a:lnTo>
                    <a:pt x="1261" y="0"/>
                  </a:lnTo>
                  <a:lnTo>
                    <a:pt x="1836" y="17"/>
                  </a:lnTo>
                  <a:lnTo>
                    <a:pt x="2449" y="442"/>
                  </a:lnTo>
                  <a:lnTo>
                    <a:pt x="2875" y="884"/>
                  </a:lnTo>
                  <a:lnTo>
                    <a:pt x="3082" y="1397"/>
                  </a:lnTo>
                  <a:lnTo>
                    <a:pt x="1928" y="142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5296267" y="2510934"/>
              <a:ext cx="1008" cy="1980"/>
            </a:xfrm>
            <a:custGeom>
              <a:avLst/>
              <a:pathLst>
                <a:path w="1008" h="1980">
                  <a:moveTo>
                    <a:pt x="428" y="1763"/>
                  </a:moveTo>
                  <a:lnTo>
                    <a:pt x="267" y="1980"/>
                  </a:lnTo>
                  <a:lnTo>
                    <a:pt x="22" y="1528"/>
                  </a:lnTo>
                  <a:lnTo>
                    <a:pt x="0" y="1247"/>
                  </a:lnTo>
                  <a:lnTo>
                    <a:pt x="325" y="479"/>
                  </a:lnTo>
                  <a:lnTo>
                    <a:pt x="648" y="32"/>
                  </a:lnTo>
                  <a:lnTo>
                    <a:pt x="1008" y="0"/>
                  </a:lnTo>
                  <a:lnTo>
                    <a:pt x="917" y="63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5017100" y="2509548"/>
              <a:ext cx="1476" cy="1932"/>
            </a:xfrm>
            <a:custGeom>
              <a:avLst/>
              <a:pathLst>
                <a:path w="1476" h="1932">
                  <a:moveTo>
                    <a:pt x="1243" y="1624"/>
                  </a:moveTo>
                  <a:lnTo>
                    <a:pt x="653" y="1932"/>
                  </a:lnTo>
                  <a:lnTo>
                    <a:pt x="202" y="1661"/>
                  </a:lnTo>
                  <a:lnTo>
                    <a:pt x="0" y="1269"/>
                  </a:lnTo>
                  <a:lnTo>
                    <a:pt x="670" y="302"/>
                  </a:lnTo>
                  <a:lnTo>
                    <a:pt x="986" y="72"/>
                  </a:lnTo>
                  <a:lnTo>
                    <a:pt x="1316" y="0"/>
                  </a:lnTo>
                  <a:lnTo>
                    <a:pt x="1476" y="52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5296310" y="2508601"/>
              <a:ext cx="897" cy="1434"/>
            </a:xfrm>
            <a:custGeom>
              <a:avLst/>
              <a:pathLst>
                <a:path w="897" h="1434">
                  <a:moveTo>
                    <a:pt x="779" y="1302"/>
                  </a:moveTo>
                  <a:lnTo>
                    <a:pt x="256" y="1434"/>
                  </a:lnTo>
                  <a:lnTo>
                    <a:pt x="0" y="295"/>
                  </a:lnTo>
                  <a:lnTo>
                    <a:pt x="429" y="0"/>
                  </a:lnTo>
                  <a:lnTo>
                    <a:pt x="897" y="69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5297837" y="2506753"/>
              <a:ext cx="858" cy="1657"/>
            </a:xfrm>
            <a:custGeom>
              <a:avLst/>
              <a:pathLst>
                <a:path w="858" h="1657">
                  <a:moveTo>
                    <a:pt x="230" y="1543"/>
                  </a:moveTo>
                  <a:lnTo>
                    <a:pt x="0" y="1657"/>
                  </a:lnTo>
                  <a:lnTo>
                    <a:pt x="1" y="969"/>
                  </a:lnTo>
                  <a:lnTo>
                    <a:pt x="263" y="363"/>
                  </a:lnTo>
                  <a:lnTo>
                    <a:pt x="536" y="14"/>
                  </a:lnTo>
                  <a:lnTo>
                    <a:pt x="858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5290875" y="2504698"/>
              <a:ext cx="4518" cy="10217"/>
            </a:xfrm>
            <a:custGeom>
              <a:avLst/>
              <a:pathLst>
                <a:path w="4518" h="10217">
                  <a:moveTo>
                    <a:pt x="4518" y="3710"/>
                  </a:moveTo>
                  <a:lnTo>
                    <a:pt x="4363" y="4692"/>
                  </a:lnTo>
                  <a:lnTo>
                    <a:pt x="4210" y="5790"/>
                  </a:lnTo>
                  <a:lnTo>
                    <a:pt x="3342" y="7021"/>
                  </a:lnTo>
                  <a:lnTo>
                    <a:pt x="2807" y="8906"/>
                  </a:lnTo>
                  <a:lnTo>
                    <a:pt x="2493" y="9379"/>
                  </a:lnTo>
                  <a:lnTo>
                    <a:pt x="1332" y="10217"/>
                  </a:lnTo>
                  <a:lnTo>
                    <a:pt x="299" y="9171"/>
                  </a:lnTo>
                  <a:lnTo>
                    <a:pt x="0" y="8272"/>
                  </a:lnTo>
                  <a:lnTo>
                    <a:pt x="452" y="4118"/>
                  </a:lnTo>
                  <a:lnTo>
                    <a:pt x="898" y="4256"/>
                  </a:lnTo>
                  <a:lnTo>
                    <a:pt x="1188" y="4226"/>
                  </a:lnTo>
                  <a:lnTo>
                    <a:pt x="1281" y="3954"/>
                  </a:lnTo>
                  <a:lnTo>
                    <a:pt x="619" y="3489"/>
                  </a:lnTo>
                  <a:lnTo>
                    <a:pt x="492" y="1103"/>
                  </a:lnTo>
                  <a:lnTo>
                    <a:pt x="524" y="202"/>
                  </a:lnTo>
                  <a:lnTo>
                    <a:pt x="1030" y="0"/>
                  </a:lnTo>
                  <a:lnTo>
                    <a:pt x="1655" y="698"/>
                  </a:lnTo>
                  <a:lnTo>
                    <a:pt x="2446" y="1950"/>
                  </a:lnTo>
                  <a:lnTo>
                    <a:pt x="3366" y="293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5018252" y="2500904"/>
              <a:ext cx="88515" cy="39966"/>
            </a:xfrm>
            <a:custGeom>
              <a:avLst/>
              <a:pathLst>
                <a:path w="88515" h="39966">
                  <a:moveTo>
                    <a:pt x="20158" y="1442"/>
                  </a:moveTo>
                  <a:lnTo>
                    <a:pt x="21112" y="3034"/>
                  </a:lnTo>
                  <a:lnTo>
                    <a:pt x="21947" y="3884"/>
                  </a:lnTo>
                  <a:lnTo>
                    <a:pt x="22929" y="4346"/>
                  </a:lnTo>
                  <a:lnTo>
                    <a:pt x="23963" y="4390"/>
                  </a:lnTo>
                  <a:lnTo>
                    <a:pt x="24982" y="4590"/>
                  </a:lnTo>
                  <a:lnTo>
                    <a:pt x="26165" y="5199"/>
                  </a:lnTo>
                  <a:lnTo>
                    <a:pt x="27383" y="5474"/>
                  </a:lnTo>
                  <a:lnTo>
                    <a:pt x="27950" y="5368"/>
                  </a:lnTo>
                  <a:lnTo>
                    <a:pt x="28489" y="5054"/>
                  </a:lnTo>
                  <a:lnTo>
                    <a:pt x="28873" y="5032"/>
                  </a:lnTo>
                  <a:lnTo>
                    <a:pt x="29205" y="5325"/>
                  </a:lnTo>
                  <a:lnTo>
                    <a:pt x="30047" y="6675"/>
                  </a:lnTo>
                  <a:lnTo>
                    <a:pt x="30962" y="7908"/>
                  </a:lnTo>
                  <a:lnTo>
                    <a:pt x="31171" y="8536"/>
                  </a:lnTo>
                  <a:lnTo>
                    <a:pt x="31792" y="11506"/>
                  </a:lnTo>
                  <a:lnTo>
                    <a:pt x="32494" y="12362"/>
                  </a:lnTo>
                  <a:lnTo>
                    <a:pt x="33458" y="12610"/>
                  </a:lnTo>
                  <a:lnTo>
                    <a:pt x="34591" y="12611"/>
                  </a:lnTo>
                  <a:lnTo>
                    <a:pt x="35716" y="12735"/>
                  </a:lnTo>
                  <a:lnTo>
                    <a:pt x="38326" y="13428"/>
                  </a:lnTo>
                  <a:lnTo>
                    <a:pt x="39362" y="13333"/>
                  </a:lnTo>
                  <a:lnTo>
                    <a:pt x="40278" y="12636"/>
                  </a:lnTo>
                  <a:lnTo>
                    <a:pt x="41095" y="13088"/>
                  </a:lnTo>
                  <a:lnTo>
                    <a:pt x="43309" y="13923"/>
                  </a:lnTo>
                  <a:lnTo>
                    <a:pt x="44400" y="14109"/>
                  </a:lnTo>
                  <a:lnTo>
                    <a:pt x="45638" y="13871"/>
                  </a:lnTo>
                  <a:lnTo>
                    <a:pt x="46880" y="13821"/>
                  </a:lnTo>
                  <a:lnTo>
                    <a:pt x="47472" y="14062"/>
                  </a:lnTo>
                  <a:lnTo>
                    <a:pt x="48041" y="14424"/>
                  </a:lnTo>
                  <a:lnTo>
                    <a:pt x="48530" y="14555"/>
                  </a:lnTo>
                  <a:lnTo>
                    <a:pt x="49036" y="14548"/>
                  </a:lnTo>
                  <a:lnTo>
                    <a:pt x="49931" y="13851"/>
                  </a:lnTo>
                  <a:lnTo>
                    <a:pt x="50524" y="12573"/>
                  </a:lnTo>
                  <a:lnTo>
                    <a:pt x="51004" y="10962"/>
                  </a:lnTo>
                  <a:lnTo>
                    <a:pt x="51380" y="9284"/>
                  </a:lnTo>
                  <a:lnTo>
                    <a:pt x="51633" y="8562"/>
                  </a:lnTo>
                  <a:lnTo>
                    <a:pt x="51975" y="7924"/>
                  </a:lnTo>
                  <a:lnTo>
                    <a:pt x="52422" y="7510"/>
                  </a:lnTo>
                  <a:lnTo>
                    <a:pt x="52901" y="7253"/>
                  </a:lnTo>
                  <a:lnTo>
                    <a:pt x="54201" y="7412"/>
                  </a:lnTo>
                  <a:lnTo>
                    <a:pt x="54470" y="7818"/>
                  </a:lnTo>
                  <a:lnTo>
                    <a:pt x="55925" y="10667"/>
                  </a:lnTo>
                  <a:lnTo>
                    <a:pt x="56181" y="10914"/>
                  </a:lnTo>
                  <a:lnTo>
                    <a:pt x="57700" y="11092"/>
                  </a:lnTo>
                  <a:lnTo>
                    <a:pt x="58121" y="11000"/>
                  </a:lnTo>
                  <a:lnTo>
                    <a:pt x="59047" y="10428"/>
                  </a:lnTo>
                  <a:lnTo>
                    <a:pt x="59576" y="10377"/>
                  </a:lnTo>
                  <a:lnTo>
                    <a:pt x="60552" y="11082"/>
                  </a:lnTo>
                  <a:lnTo>
                    <a:pt x="60974" y="11681"/>
                  </a:lnTo>
                  <a:lnTo>
                    <a:pt x="61442" y="12124"/>
                  </a:lnTo>
                  <a:lnTo>
                    <a:pt x="63829" y="12577"/>
                  </a:lnTo>
                  <a:lnTo>
                    <a:pt x="64751" y="13796"/>
                  </a:lnTo>
                  <a:lnTo>
                    <a:pt x="65218" y="13960"/>
                  </a:lnTo>
                  <a:lnTo>
                    <a:pt x="66879" y="13811"/>
                  </a:lnTo>
                  <a:lnTo>
                    <a:pt x="68027" y="13931"/>
                  </a:lnTo>
                  <a:lnTo>
                    <a:pt x="69026" y="14258"/>
                  </a:lnTo>
                  <a:lnTo>
                    <a:pt x="69477" y="15989"/>
                  </a:lnTo>
                  <a:lnTo>
                    <a:pt x="69847" y="17767"/>
                  </a:lnTo>
                  <a:lnTo>
                    <a:pt x="70062" y="18370"/>
                  </a:lnTo>
                  <a:lnTo>
                    <a:pt x="71039" y="18980"/>
                  </a:lnTo>
                  <a:lnTo>
                    <a:pt x="71440" y="19531"/>
                  </a:lnTo>
                  <a:lnTo>
                    <a:pt x="71332" y="21304"/>
                  </a:lnTo>
                  <a:lnTo>
                    <a:pt x="71442" y="22989"/>
                  </a:lnTo>
                  <a:lnTo>
                    <a:pt x="73514" y="24457"/>
                  </a:lnTo>
                  <a:lnTo>
                    <a:pt x="75736" y="25300"/>
                  </a:lnTo>
                  <a:lnTo>
                    <a:pt x="78094" y="25379"/>
                  </a:lnTo>
                  <a:lnTo>
                    <a:pt x="80457" y="25089"/>
                  </a:lnTo>
                  <a:lnTo>
                    <a:pt x="81676" y="24730"/>
                  </a:lnTo>
                  <a:lnTo>
                    <a:pt x="83199" y="24100"/>
                  </a:lnTo>
                  <a:lnTo>
                    <a:pt x="83515" y="24113"/>
                  </a:lnTo>
                  <a:lnTo>
                    <a:pt x="86467" y="26039"/>
                  </a:lnTo>
                  <a:lnTo>
                    <a:pt x="86718" y="26337"/>
                  </a:lnTo>
                  <a:lnTo>
                    <a:pt x="87049" y="27775"/>
                  </a:lnTo>
                  <a:lnTo>
                    <a:pt x="87040" y="29295"/>
                  </a:lnTo>
                  <a:lnTo>
                    <a:pt x="86488" y="32904"/>
                  </a:lnTo>
                  <a:lnTo>
                    <a:pt x="86454" y="33894"/>
                  </a:lnTo>
                  <a:lnTo>
                    <a:pt x="86507" y="34883"/>
                  </a:lnTo>
                  <a:lnTo>
                    <a:pt x="87093" y="37032"/>
                  </a:lnTo>
                  <a:lnTo>
                    <a:pt x="87404" y="37653"/>
                  </a:lnTo>
                  <a:lnTo>
                    <a:pt x="88476" y="38783"/>
                  </a:lnTo>
                  <a:lnTo>
                    <a:pt x="88515" y="39375"/>
                  </a:lnTo>
                  <a:lnTo>
                    <a:pt x="88369" y="39966"/>
                  </a:lnTo>
                  <a:lnTo>
                    <a:pt x="87190" y="39560"/>
                  </a:lnTo>
                  <a:lnTo>
                    <a:pt x="86472" y="39070"/>
                  </a:lnTo>
                  <a:lnTo>
                    <a:pt x="86056" y="38261"/>
                  </a:lnTo>
                  <a:lnTo>
                    <a:pt x="85466" y="37805"/>
                  </a:lnTo>
                  <a:lnTo>
                    <a:pt x="84357" y="37969"/>
                  </a:lnTo>
                  <a:lnTo>
                    <a:pt x="82282" y="37159"/>
                  </a:lnTo>
                  <a:lnTo>
                    <a:pt x="79938" y="35899"/>
                  </a:lnTo>
                  <a:lnTo>
                    <a:pt x="75782" y="33231"/>
                  </a:lnTo>
                  <a:lnTo>
                    <a:pt x="74650" y="33252"/>
                  </a:lnTo>
                  <a:lnTo>
                    <a:pt x="73565" y="33593"/>
                  </a:lnTo>
                  <a:lnTo>
                    <a:pt x="72418" y="34273"/>
                  </a:lnTo>
                  <a:lnTo>
                    <a:pt x="71225" y="34756"/>
                  </a:lnTo>
                  <a:lnTo>
                    <a:pt x="70347" y="34939"/>
                  </a:lnTo>
                  <a:lnTo>
                    <a:pt x="69469" y="34805"/>
                  </a:lnTo>
                  <a:lnTo>
                    <a:pt x="67251" y="34164"/>
                  </a:lnTo>
                  <a:lnTo>
                    <a:pt x="65014" y="33750"/>
                  </a:lnTo>
                  <a:lnTo>
                    <a:pt x="59288" y="33487"/>
                  </a:lnTo>
                  <a:lnTo>
                    <a:pt x="57667" y="32882"/>
                  </a:lnTo>
                  <a:lnTo>
                    <a:pt x="54988" y="32573"/>
                  </a:lnTo>
                  <a:lnTo>
                    <a:pt x="52857" y="32048"/>
                  </a:lnTo>
                  <a:lnTo>
                    <a:pt x="50748" y="31315"/>
                  </a:lnTo>
                  <a:lnTo>
                    <a:pt x="45369" y="27705"/>
                  </a:lnTo>
                  <a:lnTo>
                    <a:pt x="43609" y="26838"/>
                  </a:lnTo>
                  <a:lnTo>
                    <a:pt x="38207" y="25115"/>
                  </a:lnTo>
                  <a:lnTo>
                    <a:pt x="37373" y="24976"/>
                  </a:lnTo>
                  <a:lnTo>
                    <a:pt x="35417" y="25104"/>
                  </a:lnTo>
                  <a:lnTo>
                    <a:pt x="34182" y="24599"/>
                  </a:lnTo>
                  <a:lnTo>
                    <a:pt x="33094" y="24588"/>
                  </a:lnTo>
                  <a:lnTo>
                    <a:pt x="31479" y="25148"/>
                  </a:lnTo>
                  <a:lnTo>
                    <a:pt x="30982" y="25550"/>
                  </a:lnTo>
                  <a:lnTo>
                    <a:pt x="30355" y="26400"/>
                  </a:lnTo>
                  <a:lnTo>
                    <a:pt x="29256" y="26359"/>
                  </a:lnTo>
                  <a:lnTo>
                    <a:pt x="28168" y="26195"/>
                  </a:lnTo>
                  <a:lnTo>
                    <a:pt x="25301" y="25384"/>
                  </a:lnTo>
                  <a:lnTo>
                    <a:pt x="24231" y="24885"/>
                  </a:lnTo>
                  <a:lnTo>
                    <a:pt x="23203" y="24148"/>
                  </a:lnTo>
                  <a:lnTo>
                    <a:pt x="22277" y="23188"/>
                  </a:lnTo>
                  <a:lnTo>
                    <a:pt x="21794" y="22842"/>
                  </a:lnTo>
                  <a:lnTo>
                    <a:pt x="19317" y="21863"/>
                  </a:lnTo>
                  <a:lnTo>
                    <a:pt x="17294" y="21525"/>
                  </a:lnTo>
                  <a:lnTo>
                    <a:pt x="13134" y="21079"/>
                  </a:lnTo>
                  <a:lnTo>
                    <a:pt x="12225" y="20782"/>
                  </a:lnTo>
                  <a:lnTo>
                    <a:pt x="11467" y="20426"/>
                  </a:lnTo>
                  <a:lnTo>
                    <a:pt x="11051" y="19631"/>
                  </a:lnTo>
                  <a:lnTo>
                    <a:pt x="11104" y="18622"/>
                  </a:lnTo>
                  <a:lnTo>
                    <a:pt x="11402" y="17749"/>
                  </a:lnTo>
                  <a:lnTo>
                    <a:pt x="11810" y="16872"/>
                  </a:lnTo>
                  <a:lnTo>
                    <a:pt x="12077" y="16033"/>
                  </a:lnTo>
                  <a:lnTo>
                    <a:pt x="9035" y="14277"/>
                  </a:lnTo>
                  <a:lnTo>
                    <a:pt x="6633" y="13317"/>
                  </a:lnTo>
                  <a:lnTo>
                    <a:pt x="5596" y="13133"/>
                  </a:lnTo>
                  <a:lnTo>
                    <a:pt x="4556" y="13137"/>
                  </a:lnTo>
                  <a:lnTo>
                    <a:pt x="3385" y="13336"/>
                  </a:lnTo>
                  <a:lnTo>
                    <a:pt x="2225" y="13243"/>
                  </a:lnTo>
                  <a:lnTo>
                    <a:pt x="1680" y="12957"/>
                  </a:lnTo>
                  <a:lnTo>
                    <a:pt x="1123" y="12859"/>
                  </a:lnTo>
                  <a:lnTo>
                    <a:pt x="565" y="13066"/>
                  </a:lnTo>
                  <a:lnTo>
                    <a:pt x="116" y="12986"/>
                  </a:lnTo>
                  <a:lnTo>
                    <a:pt x="0" y="12188"/>
                  </a:lnTo>
                  <a:lnTo>
                    <a:pt x="286" y="11509"/>
                  </a:lnTo>
                  <a:lnTo>
                    <a:pt x="874" y="10738"/>
                  </a:lnTo>
                  <a:lnTo>
                    <a:pt x="1208" y="10602"/>
                  </a:lnTo>
                  <a:lnTo>
                    <a:pt x="1360" y="11808"/>
                  </a:lnTo>
                  <a:lnTo>
                    <a:pt x="1528" y="12047"/>
                  </a:lnTo>
                  <a:lnTo>
                    <a:pt x="2049" y="12311"/>
                  </a:lnTo>
                  <a:lnTo>
                    <a:pt x="2275" y="12237"/>
                  </a:lnTo>
                  <a:lnTo>
                    <a:pt x="3194" y="10695"/>
                  </a:lnTo>
                  <a:lnTo>
                    <a:pt x="3451" y="9937"/>
                  </a:lnTo>
                  <a:lnTo>
                    <a:pt x="3897" y="7885"/>
                  </a:lnTo>
                  <a:lnTo>
                    <a:pt x="4379" y="8281"/>
                  </a:lnTo>
                  <a:lnTo>
                    <a:pt x="4865" y="8036"/>
                  </a:lnTo>
                  <a:lnTo>
                    <a:pt x="5144" y="7709"/>
                  </a:lnTo>
                  <a:lnTo>
                    <a:pt x="5913" y="2959"/>
                  </a:lnTo>
                  <a:lnTo>
                    <a:pt x="6556" y="1573"/>
                  </a:lnTo>
                  <a:lnTo>
                    <a:pt x="7432" y="419"/>
                  </a:lnTo>
                  <a:lnTo>
                    <a:pt x="7869" y="138"/>
                  </a:lnTo>
                  <a:lnTo>
                    <a:pt x="8729" y="844"/>
                  </a:lnTo>
                  <a:lnTo>
                    <a:pt x="10468" y="1114"/>
                  </a:lnTo>
                  <a:lnTo>
                    <a:pt x="11503" y="1581"/>
                  </a:lnTo>
                  <a:lnTo>
                    <a:pt x="12541" y="1641"/>
                  </a:lnTo>
                  <a:lnTo>
                    <a:pt x="13554" y="1871"/>
                  </a:lnTo>
                  <a:lnTo>
                    <a:pt x="14967" y="2706"/>
                  </a:lnTo>
                  <a:lnTo>
                    <a:pt x="15466" y="2619"/>
                  </a:lnTo>
                  <a:lnTo>
                    <a:pt x="15974" y="2360"/>
                  </a:lnTo>
                  <a:lnTo>
                    <a:pt x="16731" y="1454"/>
                  </a:lnTo>
                  <a:lnTo>
                    <a:pt x="17058" y="0"/>
                  </a:lnTo>
                  <a:lnTo>
                    <a:pt x="18154" y="738"/>
                  </a:lnTo>
                  <a:lnTo>
                    <a:pt x="19760" y="103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5195445" y="2500569"/>
              <a:ext cx="747" cy="1972"/>
            </a:xfrm>
            <a:custGeom>
              <a:avLst/>
              <a:pathLst>
                <a:path w="747" h="1972">
                  <a:moveTo>
                    <a:pt x="747" y="1304"/>
                  </a:moveTo>
                  <a:lnTo>
                    <a:pt x="660" y="1972"/>
                  </a:lnTo>
                  <a:lnTo>
                    <a:pt x="315" y="1206"/>
                  </a:lnTo>
                  <a:lnTo>
                    <a:pt x="0" y="825"/>
                  </a:lnTo>
                  <a:lnTo>
                    <a:pt x="33" y="0"/>
                  </a:lnTo>
                  <a:lnTo>
                    <a:pt x="479" y="30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5161984" y="2499106"/>
              <a:ext cx="1075" cy="9617"/>
            </a:xfrm>
            <a:custGeom>
              <a:avLst/>
              <a:pathLst>
                <a:path w="1075" h="9617">
                  <a:moveTo>
                    <a:pt x="877" y="7296"/>
                  </a:moveTo>
                  <a:lnTo>
                    <a:pt x="489" y="9617"/>
                  </a:lnTo>
                  <a:lnTo>
                    <a:pt x="306" y="8799"/>
                  </a:lnTo>
                  <a:lnTo>
                    <a:pt x="238" y="6677"/>
                  </a:lnTo>
                  <a:lnTo>
                    <a:pt x="0" y="5647"/>
                  </a:lnTo>
                  <a:lnTo>
                    <a:pt x="151" y="4458"/>
                  </a:lnTo>
                  <a:lnTo>
                    <a:pt x="103" y="1408"/>
                  </a:lnTo>
                  <a:lnTo>
                    <a:pt x="395" y="0"/>
                  </a:lnTo>
                  <a:lnTo>
                    <a:pt x="933" y="1792"/>
                  </a:lnTo>
                  <a:lnTo>
                    <a:pt x="1075" y="270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5087722" y="2498421"/>
              <a:ext cx="1336" cy="1678"/>
            </a:xfrm>
            <a:custGeom>
              <a:avLst/>
              <a:pathLst>
                <a:path w="1336" h="1678">
                  <a:moveTo>
                    <a:pt x="1261" y="1183"/>
                  </a:moveTo>
                  <a:lnTo>
                    <a:pt x="1058" y="1678"/>
                  </a:lnTo>
                  <a:lnTo>
                    <a:pt x="152" y="1638"/>
                  </a:lnTo>
                  <a:lnTo>
                    <a:pt x="0" y="1080"/>
                  </a:lnTo>
                  <a:lnTo>
                    <a:pt x="591" y="65"/>
                  </a:lnTo>
                  <a:lnTo>
                    <a:pt x="983" y="0"/>
                  </a:lnTo>
                  <a:lnTo>
                    <a:pt x="1336" y="37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5277355" y="2496759"/>
              <a:ext cx="1674" cy="4742"/>
            </a:xfrm>
            <a:custGeom>
              <a:avLst/>
              <a:pathLst>
                <a:path w="1674" h="4742">
                  <a:moveTo>
                    <a:pt x="1674" y="3399"/>
                  </a:moveTo>
                  <a:lnTo>
                    <a:pt x="1098" y="4742"/>
                  </a:lnTo>
                  <a:lnTo>
                    <a:pt x="706" y="4268"/>
                  </a:lnTo>
                  <a:lnTo>
                    <a:pt x="485" y="4261"/>
                  </a:lnTo>
                  <a:lnTo>
                    <a:pt x="351" y="3473"/>
                  </a:lnTo>
                  <a:lnTo>
                    <a:pt x="484" y="1838"/>
                  </a:lnTo>
                  <a:lnTo>
                    <a:pt x="0" y="0"/>
                  </a:lnTo>
                  <a:lnTo>
                    <a:pt x="640" y="27"/>
                  </a:lnTo>
                  <a:lnTo>
                    <a:pt x="816" y="576"/>
                  </a:lnTo>
                  <a:lnTo>
                    <a:pt x="1018" y="762"/>
                  </a:lnTo>
                  <a:lnTo>
                    <a:pt x="1647" y="253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5291764" y="2494253"/>
              <a:ext cx="5723" cy="13082"/>
            </a:xfrm>
            <a:custGeom>
              <a:avLst/>
              <a:pathLst>
                <a:path w="5723" h="13082">
                  <a:moveTo>
                    <a:pt x="5618" y="3901"/>
                  </a:moveTo>
                  <a:lnTo>
                    <a:pt x="5543" y="4439"/>
                  </a:lnTo>
                  <a:lnTo>
                    <a:pt x="5536" y="5432"/>
                  </a:lnTo>
                  <a:lnTo>
                    <a:pt x="5694" y="6351"/>
                  </a:lnTo>
                  <a:lnTo>
                    <a:pt x="5289" y="7285"/>
                  </a:lnTo>
                  <a:lnTo>
                    <a:pt x="5667" y="8686"/>
                  </a:lnTo>
                  <a:lnTo>
                    <a:pt x="5723" y="9382"/>
                  </a:lnTo>
                  <a:lnTo>
                    <a:pt x="5702" y="10366"/>
                  </a:lnTo>
                  <a:lnTo>
                    <a:pt x="5594" y="10809"/>
                  </a:lnTo>
                  <a:lnTo>
                    <a:pt x="5307" y="12103"/>
                  </a:lnTo>
                  <a:lnTo>
                    <a:pt x="5021" y="12563"/>
                  </a:lnTo>
                  <a:lnTo>
                    <a:pt x="4806" y="12692"/>
                  </a:lnTo>
                  <a:lnTo>
                    <a:pt x="4583" y="13082"/>
                  </a:lnTo>
                  <a:lnTo>
                    <a:pt x="2724" y="12657"/>
                  </a:lnTo>
                  <a:lnTo>
                    <a:pt x="1920" y="11760"/>
                  </a:lnTo>
                  <a:lnTo>
                    <a:pt x="1204" y="10787"/>
                  </a:lnTo>
                  <a:lnTo>
                    <a:pt x="1053" y="10381"/>
                  </a:lnTo>
                  <a:lnTo>
                    <a:pt x="210" y="9247"/>
                  </a:lnTo>
                  <a:lnTo>
                    <a:pt x="16" y="8864"/>
                  </a:lnTo>
                  <a:lnTo>
                    <a:pt x="0" y="8259"/>
                  </a:lnTo>
                  <a:lnTo>
                    <a:pt x="680" y="8105"/>
                  </a:lnTo>
                  <a:lnTo>
                    <a:pt x="1408" y="8123"/>
                  </a:lnTo>
                  <a:lnTo>
                    <a:pt x="1376" y="7578"/>
                  </a:lnTo>
                  <a:lnTo>
                    <a:pt x="1797" y="5658"/>
                  </a:lnTo>
                  <a:lnTo>
                    <a:pt x="691" y="4422"/>
                  </a:lnTo>
                  <a:lnTo>
                    <a:pt x="494" y="3903"/>
                  </a:lnTo>
                  <a:lnTo>
                    <a:pt x="890" y="3550"/>
                  </a:lnTo>
                  <a:lnTo>
                    <a:pt x="1780" y="3982"/>
                  </a:lnTo>
                  <a:lnTo>
                    <a:pt x="2868" y="1815"/>
                  </a:lnTo>
                  <a:lnTo>
                    <a:pt x="3190" y="1363"/>
                  </a:lnTo>
                  <a:lnTo>
                    <a:pt x="3342" y="155"/>
                  </a:lnTo>
                  <a:lnTo>
                    <a:pt x="3951" y="0"/>
                  </a:lnTo>
                  <a:lnTo>
                    <a:pt x="4383" y="156"/>
                  </a:lnTo>
                  <a:lnTo>
                    <a:pt x="4663" y="907"/>
                  </a:lnTo>
                  <a:lnTo>
                    <a:pt x="4774" y="1560"/>
                  </a:lnTo>
                  <a:lnTo>
                    <a:pt x="4658" y="2148"/>
                  </a:lnTo>
                  <a:lnTo>
                    <a:pt x="5181" y="245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5279388" y="2492625"/>
              <a:ext cx="3101" cy="9447"/>
            </a:xfrm>
            <a:custGeom>
              <a:avLst/>
              <a:pathLst>
                <a:path w="3101" h="9447">
                  <a:moveTo>
                    <a:pt x="768" y="8248"/>
                  </a:moveTo>
                  <a:lnTo>
                    <a:pt x="0" y="9447"/>
                  </a:lnTo>
                  <a:lnTo>
                    <a:pt x="725" y="6619"/>
                  </a:lnTo>
                  <a:lnTo>
                    <a:pt x="876" y="5188"/>
                  </a:lnTo>
                  <a:lnTo>
                    <a:pt x="1549" y="4334"/>
                  </a:lnTo>
                  <a:lnTo>
                    <a:pt x="2550" y="0"/>
                  </a:lnTo>
                  <a:lnTo>
                    <a:pt x="2776" y="100"/>
                  </a:lnTo>
                  <a:lnTo>
                    <a:pt x="3101" y="523"/>
                  </a:lnTo>
                  <a:lnTo>
                    <a:pt x="2598" y="3700"/>
                  </a:lnTo>
                  <a:lnTo>
                    <a:pt x="1192" y="593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988617" y="2492284"/>
              <a:ext cx="2788" cy="2751"/>
            </a:xfrm>
            <a:custGeom>
              <a:avLst/>
              <a:pathLst>
                <a:path w="2788" h="2751">
                  <a:moveTo>
                    <a:pt x="2426" y="2684"/>
                  </a:moveTo>
                  <a:lnTo>
                    <a:pt x="1657" y="2751"/>
                  </a:lnTo>
                  <a:lnTo>
                    <a:pt x="234" y="1036"/>
                  </a:lnTo>
                  <a:lnTo>
                    <a:pt x="0" y="506"/>
                  </a:lnTo>
                  <a:lnTo>
                    <a:pt x="404" y="0"/>
                  </a:lnTo>
                  <a:lnTo>
                    <a:pt x="829" y="36"/>
                  </a:lnTo>
                  <a:lnTo>
                    <a:pt x="2469" y="1118"/>
                  </a:lnTo>
                  <a:lnTo>
                    <a:pt x="2788" y="165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5191364" y="2491776"/>
              <a:ext cx="812" cy="1718"/>
            </a:xfrm>
            <a:custGeom>
              <a:avLst/>
              <a:pathLst>
                <a:path w="812" h="1718">
                  <a:moveTo>
                    <a:pt x="812" y="303"/>
                  </a:moveTo>
                  <a:lnTo>
                    <a:pt x="774" y="1718"/>
                  </a:lnTo>
                  <a:lnTo>
                    <a:pt x="394" y="1639"/>
                  </a:lnTo>
                  <a:lnTo>
                    <a:pt x="86" y="1144"/>
                  </a:lnTo>
                  <a:lnTo>
                    <a:pt x="0" y="676"/>
                  </a:lnTo>
                  <a:lnTo>
                    <a:pt x="17" y="296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5174974" y="2489300"/>
              <a:ext cx="2396" cy="5474"/>
            </a:xfrm>
            <a:custGeom>
              <a:avLst/>
              <a:pathLst>
                <a:path w="2396" h="5474">
                  <a:moveTo>
                    <a:pt x="2218" y="5101"/>
                  </a:moveTo>
                  <a:lnTo>
                    <a:pt x="1618" y="5474"/>
                  </a:lnTo>
                  <a:lnTo>
                    <a:pt x="481" y="3877"/>
                  </a:lnTo>
                  <a:lnTo>
                    <a:pt x="0" y="2564"/>
                  </a:lnTo>
                  <a:lnTo>
                    <a:pt x="115" y="1822"/>
                  </a:lnTo>
                  <a:lnTo>
                    <a:pt x="455" y="1171"/>
                  </a:lnTo>
                  <a:lnTo>
                    <a:pt x="617" y="1009"/>
                  </a:lnTo>
                  <a:lnTo>
                    <a:pt x="546" y="330"/>
                  </a:lnTo>
                  <a:lnTo>
                    <a:pt x="995" y="0"/>
                  </a:lnTo>
                  <a:lnTo>
                    <a:pt x="1487" y="46"/>
                  </a:lnTo>
                  <a:lnTo>
                    <a:pt x="1810" y="956"/>
                  </a:lnTo>
                  <a:lnTo>
                    <a:pt x="2199" y="1206"/>
                  </a:lnTo>
                  <a:lnTo>
                    <a:pt x="2396" y="207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5179464" y="2482973"/>
              <a:ext cx="4510" cy="10775"/>
            </a:xfrm>
            <a:custGeom>
              <a:avLst/>
              <a:pathLst>
                <a:path w="4510" h="10775">
                  <a:moveTo>
                    <a:pt x="3424" y="9077"/>
                  </a:moveTo>
                  <a:lnTo>
                    <a:pt x="3181" y="10003"/>
                  </a:lnTo>
                  <a:lnTo>
                    <a:pt x="2656" y="10723"/>
                  </a:lnTo>
                  <a:lnTo>
                    <a:pt x="2238" y="10775"/>
                  </a:lnTo>
                  <a:lnTo>
                    <a:pt x="1802" y="10628"/>
                  </a:lnTo>
                  <a:lnTo>
                    <a:pt x="1030" y="9997"/>
                  </a:lnTo>
                  <a:lnTo>
                    <a:pt x="834" y="10662"/>
                  </a:lnTo>
                  <a:lnTo>
                    <a:pt x="226" y="10632"/>
                  </a:lnTo>
                  <a:lnTo>
                    <a:pt x="0" y="9775"/>
                  </a:lnTo>
                  <a:lnTo>
                    <a:pt x="434" y="7239"/>
                  </a:lnTo>
                  <a:lnTo>
                    <a:pt x="1070" y="6292"/>
                  </a:lnTo>
                  <a:lnTo>
                    <a:pt x="1011" y="5298"/>
                  </a:lnTo>
                  <a:lnTo>
                    <a:pt x="485" y="3179"/>
                  </a:lnTo>
                  <a:lnTo>
                    <a:pt x="812" y="2071"/>
                  </a:lnTo>
                  <a:lnTo>
                    <a:pt x="2282" y="1234"/>
                  </a:lnTo>
                  <a:lnTo>
                    <a:pt x="3565" y="212"/>
                  </a:lnTo>
                  <a:lnTo>
                    <a:pt x="3962" y="0"/>
                  </a:lnTo>
                  <a:lnTo>
                    <a:pt x="4320" y="785"/>
                  </a:lnTo>
                  <a:lnTo>
                    <a:pt x="4510" y="4396"/>
                  </a:lnTo>
                  <a:lnTo>
                    <a:pt x="3131" y="725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5182319" y="2479741"/>
              <a:ext cx="5847" cy="17914"/>
            </a:xfrm>
            <a:custGeom>
              <a:avLst/>
              <a:pathLst>
                <a:path w="5847" h="17914">
                  <a:moveTo>
                    <a:pt x="5627" y="2291"/>
                  </a:moveTo>
                  <a:lnTo>
                    <a:pt x="5847" y="5290"/>
                  </a:lnTo>
                  <a:lnTo>
                    <a:pt x="5778" y="6077"/>
                  </a:lnTo>
                  <a:lnTo>
                    <a:pt x="5246" y="4923"/>
                  </a:lnTo>
                  <a:lnTo>
                    <a:pt x="5054" y="4693"/>
                  </a:lnTo>
                  <a:lnTo>
                    <a:pt x="4908" y="4923"/>
                  </a:lnTo>
                  <a:lnTo>
                    <a:pt x="4720" y="5050"/>
                  </a:lnTo>
                  <a:lnTo>
                    <a:pt x="4448" y="5039"/>
                  </a:lnTo>
                  <a:lnTo>
                    <a:pt x="4096" y="6204"/>
                  </a:lnTo>
                  <a:lnTo>
                    <a:pt x="4065" y="7299"/>
                  </a:lnTo>
                  <a:lnTo>
                    <a:pt x="3799" y="8036"/>
                  </a:lnTo>
                  <a:lnTo>
                    <a:pt x="3658" y="10482"/>
                  </a:lnTo>
                  <a:lnTo>
                    <a:pt x="3747" y="11141"/>
                  </a:lnTo>
                  <a:lnTo>
                    <a:pt x="4159" y="10816"/>
                  </a:lnTo>
                  <a:lnTo>
                    <a:pt x="4413" y="10733"/>
                  </a:lnTo>
                  <a:lnTo>
                    <a:pt x="5344" y="11675"/>
                  </a:lnTo>
                  <a:lnTo>
                    <a:pt x="5837" y="12363"/>
                  </a:lnTo>
                  <a:lnTo>
                    <a:pt x="5698" y="13196"/>
                  </a:lnTo>
                  <a:lnTo>
                    <a:pt x="5068" y="14035"/>
                  </a:lnTo>
                  <a:lnTo>
                    <a:pt x="4336" y="14400"/>
                  </a:lnTo>
                  <a:lnTo>
                    <a:pt x="3791" y="14040"/>
                  </a:lnTo>
                  <a:lnTo>
                    <a:pt x="3630" y="14210"/>
                  </a:lnTo>
                  <a:lnTo>
                    <a:pt x="3308" y="14642"/>
                  </a:lnTo>
                  <a:lnTo>
                    <a:pt x="3063" y="15210"/>
                  </a:lnTo>
                  <a:lnTo>
                    <a:pt x="3133" y="15794"/>
                  </a:lnTo>
                  <a:lnTo>
                    <a:pt x="2509" y="17449"/>
                  </a:lnTo>
                  <a:lnTo>
                    <a:pt x="2149" y="17914"/>
                  </a:lnTo>
                  <a:lnTo>
                    <a:pt x="1401" y="17407"/>
                  </a:lnTo>
                  <a:lnTo>
                    <a:pt x="940" y="17843"/>
                  </a:lnTo>
                  <a:lnTo>
                    <a:pt x="568" y="17803"/>
                  </a:lnTo>
                  <a:lnTo>
                    <a:pt x="0" y="16147"/>
                  </a:lnTo>
                  <a:lnTo>
                    <a:pt x="14" y="15369"/>
                  </a:lnTo>
                  <a:lnTo>
                    <a:pt x="541" y="14496"/>
                  </a:lnTo>
                  <a:lnTo>
                    <a:pt x="545" y="13867"/>
                  </a:lnTo>
                  <a:lnTo>
                    <a:pt x="805" y="13166"/>
                  </a:lnTo>
                  <a:lnTo>
                    <a:pt x="1386" y="12204"/>
                  </a:lnTo>
                  <a:lnTo>
                    <a:pt x="1717" y="11482"/>
                  </a:lnTo>
                  <a:lnTo>
                    <a:pt x="1727" y="11023"/>
                  </a:lnTo>
                  <a:lnTo>
                    <a:pt x="1974" y="9282"/>
                  </a:lnTo>
                  <a:lnTo>
                    <a:pt x="2070" y="8552"/>
                  </a:lnTo>
                  <a:lnTo>
                    <a:pt x="2237" y="7776"/>
                  </a:lnTo>
                  <a:lnTo>
                    <a:pt x="2501" y="6197"/>
                  </a:lnTo>
                  <a:lnTo>
                    <a:pt x="2538" y="3228"/>
                  </a:lnTo>
                  <a:lnTo>
                    <a:pt x="3424" y="777"/>
                  </a:lnTo>
                  <a:lnTo>
                    <a:pt x="4288" y="108"/>
                  </a:lnTo>
                  <a:lnTo>
                    <a:pt x="4632" y="0"/>
                  </a:lnTo>
                  <a:lnTo>
                    <a:pt x="4578" y="65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5283890" y="2475893"/>
              <a:ext cx="2847" cy="2626"/>
            </a:xfrm>
            <a:custGeom>
              <a:avLst/>
              <a:pathLst>
                <a:path w="2847" h="2626">
                  <a:moveTo>
                    <a:pt x="2364" y="1881"/>
                  </a:moveTo>
                  <a:lnTo>
                    <a:pt x="2847" y="2626"/>
                  </a:lnTo>
                  <a:lnTo>
                    <a:pt x="1722" y="2041"/>
                  </a:lnTo>
                  <a:lnTo>
                    <a:pt x="114" y="817"/>
                  </a:lnTo>
                  <a:lnTo>
                    <a:pt x="0" y="0"/>
                  </a:lnTo>
                  <a:lnTo>
                    <a:pt x="1357" y="123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5185953" y="2474079"/>
              <a:ext cx="2629" cy="3519"/>
            </a:xfrm>
            <a:custGeom>
              <a:avLst/>
              <a:pathLst>
                <a:path w="2629" h="3519">
                  <a:moveTo>
                    <a:pt x="2585" y="1841"/>
                  </a:moveTo>
                  <a:lnTo>
                    <a:pt x="1660" y="3519"/>
                  </a:lnTo>
                  <a:lnTo>
                    <a:pt x="1013" y="3433"/>
                  </a:lnTo>
                  <a:lnTo>
                    <a:pt x="242" y="2330"/>
                  </a:lnTo>
                  <a:lnTo>
                    <a:pt x="17" y="1121"/>
                  </a:lnTo>
                  <a:lnTo>
                    <a:pt x="0" y="683"/>
                  </a:lnTo>
                  <a:lnTo>
                    <a:pt x="528" y="0"/>
                  </a:lnTo>
                  <a:lnTo>
                    <a:pt x="2297" y="231"/>
                  </a:lnTo>
                  <a:lnTo>
                    <a:pt x="2629" y="83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5237255" y="2467576"/>
              <a:ext cx="1617" cy="1717"/>
            </a:xfrm>
            <a:custGeom>
              <a:avLst/>
              <a:pathLst>
                <a:path w="1617" h="1717">
                  <a:moveTo>
                    <a:pt x="1617" y="986"/>
                  </a:moveTo>
                  <a:lnTo>
                    <a:pt x="0" y="1717"/>
                  </a:lnTo>
                  <a:lnTo>
                    <a:pt x="347" y="358"/>
                  </a:lnTo>
                  <a:lnTo>
                    <a:pt x="567" y="0"/>
                  </a:lnTo>
                  <a:lnTo>
                    <a:pt x="1369" y="37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5232841" y="2467542"/>
              <a:ext cx="3823" cy="3608"/>
            </a:xfrm>
            <a:custGeom>
              <a:avLst/>
              <a:pathLst>
                <a:path w="3823" h="3608">
                  <a:moveTo>
                    <a:pt x="3316" y="2263"/>
                  </a:moveTo>
                  <a:lnTo>
                    <a:pt x="3073" y="2773"/>
                  </a:lnTo>
                  <a:lnTo>
                    <a:pt x="2523" y="3109"/>
                  </a:lnTo>
                  <a:lnTo>
                    <a:pt x="2063" y="3074"/>
                  </a:lnTo>
                  <a:lnTo>
                    <a:pt x="2213" y="2585"/>
                  </a:lnTo>
                  <a:lnTo>
                    <a:pt x="2099" y="2299"/>
                  </a:lnTo>
                  <a:lnTo>
                    <a:pt x="1758" y="2428"/>
                  </a:lnTo>
                  <a:lnTo>
                    <a:pt x="1203" y="2820"/>
                  </a:lnTo>
                  <a:lnTo>
                    <a:pt x="501" y="3608"/>
                  </a:lnTo>
                  <a:lnTo>
                    <a:pt x="88" y="3218"/>
                  </a:lnTo>
                  <a:lnTo>
                    <a:pt x="0" y="2608"/>
                  </a:lnTo>
                  <a:lnTo>
                    <a:pt x="24" y="2330"/>
                  </a:lnTo>
                  <a:lnTo>
                    <a:pt x="862" y="1235"/>
                  </a:lnTo>
                  <a:lnTo>
                    <a:pt x="1836" y="1048"/>
                  </a:lnTo>
                  <a:lnTo>
                    <a:pt x="3210" y="0"/>
                  </a:lnTo>
                  <a:lnTo>
                    <a:pt x="3823" y="50"/>
                  </a:lnTo>
                  <a:lnTo>
                    <a:pt x="3677" y="716"/>
                  </a:lnTo>
                  <a:lnTo>
                    <a:pt x="3462" y="1190"/>
                  </a:lnTo>
                  <a:lnTo>
                    <a:pt x="3334" y="168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5239086" y="2467298"/>
              <a:ext cx="1298" cy="1502"/>
            </a:xfrm>
            <a:custGeom>
              <a:avLst/>
              <a:pathLst>
                <a:path w="1298" h="1502">
                  <a:moveTo>
                    <a:pt x="1298" y="726"/>
                  </a:moveTo>
                  <a:lnTo>
                    <a:pt x="1276" y="1315"/>
                  </a:lnTo>
                  <a:lnTo>
                    <a:pt x="1212" y="1502"/>
                  </a:lnTo>
                  <a:lnTo>
                    <a:pt x="696" y="1296"/>
                  </a:lnTo>
                  <a:lnTo>
                    <a:pt x="325" y="1307"/>
                  </a:lnTo>
                  <a:lnTo>
                    <a:pt x="0" y="242"/>
                  </a:lnTo>
                  <a:lnTo>
                    <a:pt x="92" y="0"/>
                  </a:lnTo>
                  <a:lnTo>
                    <a:pt x="769" y="305"/>
                  </a:lnTo>
                  <a:lnTo>
                    <a:pt x="1025" y="41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5123110" y="2465974"/>
              <a:ext cx="949" cy="3303"/>
            </a:xfrm>
            <a:custGeom>
              <a:avLst/>
              <a:pathLst>
                <a:path w="949" h="3303">
                  <a:moveTo>
                    <a:pt x="923" y="900"/>
                  </a:moveTo>
                  <a:lnTo>
                    <a:pt x="579" y="3303"/>
                  </a:lnTo>
                  <a:lnTo>
                    <a:pt x="0" y="1940"/>
                  </a:lnTo>
                  <a:lnTo>
                    <a:pt x="650" y="326"/>
                  </a:lnTo>
                  <a:lnTo>
                    <a:pt x="949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5228703" y="2463943"/>
              <a:ext cx="1339" cy="1462"/>
            </a:xfrm>
            <a:custGeom>
              <a:avLst/>
              <a:pathLst>
                <a:path w="1339" h="1462">
                  <a:moveTo>
                    <a:pt x="1121" y="848"/>
                  </a:moveTo>
                  <a:lnTo>
                    <a:pt x="1339" y="1462"/>
                  </a:lnTo>
                  <a:lnTo>
                    <a:pt x="410" y="1074"/>
                  </a:lnTo>
                  <a:lnTo>
                    <a:pt x="0" y="472"/>
                  </a:lnTo>
                  <a:lnTo>
                    <a:pt x="404" y="100"/>
                  </a:lnTo>
                  <a:lnTo>
                    <a:pt x="632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5120194" y="2463898"/>
              <a:ext cx="2841" cy="11200"/>
            </a:xfrm>
            <a:custGeom>
              <a:avLst/>
              <a:pathLst>
                <a:path w="2841" h="11200">
                  <a:moveTo>
                    <a:pt x="2695" y="8607"/>
                  </a:moveTo>
                  <a:lnTo>
                    <a:pt x="709" y="11200"/>
                  </a:lnTo>
                  <a:lnTo>
                    <a:pt x="382" y="10542"/>
                  </a:lnTo>
                  <a:lnTo>
                    <a:pt x="554" y="7900"/>
                  </a:lnTo>
                  <a:lnTo>
                    <a:pt x="0" y="6260"/>
                  </a:lnTo>
                  <a:lnTo>
                    <a:pt x="38" y="5039"/>
                  </a:lnTo>
                  <a:lnTo>
                    <a:pt x="427" y="2884"/>
                  </a:lnTo>
                  <a:lnTo>
                    <a:pt x="936" y="1234"/>
                  </a:lnTo>
                  <a:lnTo>
                    <a:pt x="2090" y="129"/>
                  </a:lnTo>
                  <a:lnTo>
                    <a:pt x="2378" y="0"/>
                  </a:lnTo>
                  <a:lnTo>
                    <a:pt x="2306" y="2005"/>
                  </a:lnTo>
                  <a:lnTo>
                    <a:pt x="2537" y="2758"/>
                  </a:lnTo>
                  <a:lnTo>
                    <a:pt x="2618" y="3402"/>
                  </a:lnTo>
                  <a:lnTo>
                    <a:pt x="2494" y="3956"/>
                  </a:lnTo>
                  <a:lnTo>
                    <a:pt x="2713" y="6520"/>
                  </a:lnTo>
                  <a:lnTo>
                    <a:pt x="2841" y="7140"/>
                  </a:lnTo>
                  <a:lnTo>
                    <a:pt x="2562" y="794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5214879" y="2461306"/>
              <a:ext cx="11521" cy="10578"/>
            </a:xfrm>
            <a:custGeom>
              <a:avLst/>
              <a:pathLst>
                <a:path w="11521" h="10578">
                  <a:moveTo>
                    <a:pt x="7896" y="316"/>
                  </a:moveTo>
                  <a:lnTo>
                    <a:pt x="9451" y="1405"/>
                  </a:lnTo>
                  <a:lnTo>
                    <a:pt x="9805" y="2116"/>
                  </a:lnTo>
                  <a:lnTo>
                    <a:pt x="10084" y="2961"/>
                  </a:lnTo>
                  <a:lnTo>
                    <a:pt x="10390" y="3425"/>
                  </a:lnTo>
                  <a:lnTo>
                    <a:pt x="10756" y="3805"/>
                  </a:lnTo>
                  <a:lnTo>
                    <a:pt x="11361" y="4543"/>
                  </a:lnTo>
                  <a:lnTo>
                    <a:pt x="11521" y="5660"/>
                  </a:lnTo>
                  <a:lnTo>
                    <a:pt x="11382" y="7919"/>
                  </a:lnTo>
                  <a:lnTo>
                    <a:pt x="10678" y="8118"/>
                  </a:lnTo>
                  <a:lnTo>
                    <a:pt x="10015" y="8447"/>
                  </a:lnTo>
                  <a:lnTo>
                    <a:pt x="8651" y="9753"/>
                  </a:lnTo>
                  <a:lnTo>
                    <a:pt x="7979" y="10010"/>
                  </a:lnTo>
                  <a:lnTo>
                    <a:pt x="7262" y="10097"/>
                  </a:lnTo>
                  <a:lnTo>
                    <a:pt x="6753" y="10439"/>
                  </a:lnTo>
                  <a:lnTo>
                    <a:pt x="6242" y="10578"/>
                  </a:lnTo>
                  <a:lnTo>
                    <a:pt x="4921" y="9853"/>
                  </a:lnTo>
                  <a:lnTo>
                    <a:pt x="3639" y="9002"/>
                  </a:lnTo>
                  <a:lnTo>
                    <a:pt x="1779" y="7531"/>
                  </a:lnTo>
                  <a:lnTo>
                    <a:pt x="1436" y="7171"/>
                  </a:lnTo>
                  <a:lnTo>
                    <a:pt x="1137" y="6381"/>
                  </a:lnTo>
                  <a:lnTo>
                    <a:pt x="284" y="4962"/>
                  </a:lnTo>
                  <a:lnTo>
                    <a:pt x="71" y="4053"/>
                  </a:lnTo>
                  <a:lnTo>
                    <a:pt x="0" y="1468"/>
                  </a:lnTo>
                  <a:lnTo>
                    <a:pt x="223" y="877"/>
                  </a:lnTo>
                  <a:lnTo>
                    <a:pt x="584" y="561"/>
                  </a:lnTo>
                  <a:lnTo>
                    <a:pt x="1827" y="1156"/>
                  </a:lnTo>
                  <a:lnTo>
                    <a:pt x="2646" y="529"/>
                  </a:lnTo>
                  <a:lnTo>
                    <a:pt x="5000" y="0"/>
                  </a:lnTo>
                  <a:lnTo>
                    <a:pt x="7396" y="5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5231982" y="2459511"/>
              <a:ext cx="1453" cy="1164"/>
            </a:xfrm>
            <a:custGeom>
              <a:avLst/>
              <a:pathLst>
                <a:path w="1453" h="1164">
                  <a:moveTo>
                    <a:pt x="1453" y="0"/>
                  </a:moveTo>
                  <a:lnTo>
                    <a:pt x="978" y="1164"/>
                  </a:lnTo>
                  <a:lnTo>
                    <a:pt x="145" y="1112"/>
                  </a:lnTo>
                  <a:lnTo>
                    <a:pt x="0" y="946"/>
                  </a:lnTo>
                  <a:lnTo>
                    <a:pt x="984" y="22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5032441" y="2458986"/>
              <a:ext cx="1587" cy="1762"/>
            </a:xfrm>
            <a:custGeom>
              <a:avLst/>
              <a:pathLst>
                <a:path w="1587" h="1762">
                  <a:moveTo>
                    <a:pt x="1358" y="1483"/>
                  </a:moveTo>
                  <a:lnTo>
                    <a:pt x="1200" y="1762"/>
                  </a:lnTo>
                  <a:lnTo>
                    <a:pt x="675" y="1611"/>
                  </a:lnTo>
                  <a:lnTo>
                    <a:pt x="297" y="1225"/>
                  </a:lnTo>
                  <a:lnTo>
                    <a:pt x="59" y="858"/>
                  </a:lnTo>
                  <a:lnTo>
                    <a:pt x="0" y="472"/>
                  </a:lnTo>
                  <a:lnTo>
                    <a:pt x="510" y="0"/>
                  </a:lnTo>
                  <a:lnTo>
                    <a:pt x="1587" y="48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5038681" y="2458090"/>
              <a:ext cx="920" cy="1264"/>
            </a:xfrm>
            <a:custGeom>
              <a:avLst/>
              <a:pathLst>
                <a:path w="920" h="1264">
                  <a:moveTo>
                    <a:pt x="670" y="904"/>
                  </a:moveTo>
                  <a:lnTo>
                    <a:pt x="287" y="1264"/>
                  </a:lnTo>
                  <a:lnTo>
                    <a:pt x="64" y="919"/>
                  </a:lnTo>
                  <a:lnTo>
                    <a:pt x="0" y="533"/>
                  </a:lnTo>
                  <a:lnTo>
                    <a:pt x="159" y="47"/>
                  </a:lnTo>
                  <a:lnTo>
                    <a:pt x="680" y="0"/>
                  </a:lnTo>
                  <a:lnTo>
                    <a:pt x="920" y="14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5232395" y="2457408"/>
              <a:ext cx="28212" cy="14951"/>
            </a:xfrm>
            <a:custGeom>
              <a:avLst/>
              <a:pathLst>
                <a:path w="28212" h="14951">
                  <a:moveTo>
                    <a:pt x="17755" y="1116"/>
                  </a:moveTo>
                  <a:lnTo>
                    <a:pt x="19928" y="2662"/>
                  </a:lnTo>
                  <a:lnTo>
                    <a:pt x="21054" y="2890"/>
                  </a:lnTo>
                  <a:lnTo>
                    <a:pt x="22948" y="2688"/>
                  </a:lnTo>
                  <a:lnTo>
                    <a:pt x="23663" y="2839"/>
                  </a:lnTo>
                  <a:lnTo>
                    <a:pt x="25468" y="4813"/>
                  </a:lnTo>
                  <a:lnTo>
                    <a:pt x="25995" y="6168"/>
                  </a:lnTo>
                  <a:lnTo>
                    <a:pt x="26147" y="7338"/>
                  </a:lnTo>
                  <a:lnTo>
                    <a:pt x="26425" y="8449"/>
                  </a:lnTo>
                  <a:lnTo>
                    <a:pt x="26870" y="8725"/>
                  </a:lnTo>
                  <a:lnTo>
                    <a:pt x="27393" y="8829"/>
                  </a:lnTo>
                  <a:lnTo>
                    <a:pt x="28076" y="10426"/>
                  </a:lnTo>
                  <a:lnTo>
                    <a:pt x="28212" y="10943"/>
                  </a:lnTo>
                  <a:lnTo>
                    <a:pt x="27693" y="14951"/>
                  </a:lnTo>
                  <a:lnTo>
                    <a:pt x="25567" y="13433"/>
                  </a:lnTo>
                  <a:lnTo>
                    <a:pt x="23511" y="11708"/>
                  </a:lnTo>
                  <a:lnTo>
                    <a:pt x="22628" y="11068"/>
                  </a:lnTo>
                  <a:lnTo>
                    <a:pt x="20261" y="9609"/>
                  </a:lnTo>
                  <a:lnTo>
                    <a:pt x="19898" y="9109"/>
                  </a:lnTo>
                  <a:lnTo>
                    <a:pt x="19633" y="8450"/>
                  </a:lnTo>
                  <a:lnTo>
                    <a:pt x="18601" y="7551"/>
                  </a:lnTo>
                  <a:lnTo>
                    <a:pt x="16544" y="7412"/>
                  </a:lnTo>
                  <a:lnTo>
                    <a:pt x="15771" y="7435"/>
                  </a:lnTo>
                  <a:lnTo>
                    <a:pt x="15456" y="7570"/>
                  </a:lnTo>
                  <a:lnTo>
                    <a:pt x="15539" y="8054"/>
                  </a:lnTo>
                  <a:lnTo>
                    <a:pt x="15551" y="9037"/>
                  </a:lnTo>
                  <a:lnTo>
                    <a:pt x="15040" y="9309"/>
                  </a:lnTo>
                  <a:lnTo>
                    <a:pt x="13764" y="8688"/>
                  </a:lnTo>
                  <a:lnTo>
                    <a:pt x="12622" y="8465"/>
                  </a:lnTo>
                  <a:lnTo>
                    <a:pt x="11633" y="7859"/>
                  </a:lnTo>
                  <a:lnTo>
                    <a:pt x="10308" y="7536"/>
                  </a:lnTo>
                  <a:lnTo>
                    <a:pt x="10161" y="7231"/>
                  </a:lnTo>
                  <a:lnTo>
                    <a:pt x="10275" y="6777"/>
                  </a:lnTo>
                  <a:lnTo>
                    <a:pt x="10216" y="6351"/>
                  </a:lnTo>
                  <a:lnTo>
                    <a:pt x="9909" y="6186"/>
                  </a:lnTo>
                  <a:lnTo>
                    <a:pt x="9314" y="6265"/>
                  </a:lnTo>
                  <a:lnTo>
                    <a:pt x="8740" y="6693"/>
                  </a:lnTo>
                  <a:lnTo>
                    <a:pt x="8262" y="7179"/>
                  </a:lnTo>
                  <a:lnTo>
                    <a:pt x="7559" y="8519"/>
                  </a:lnTo>
                  <a:lnTo>
                    <a:pt x="7199" y="9033"/>
                  </a:lnTo>
                  <a:lnTo>
                    <a:pt x="6042" y="9252"/>
                  </a:lnTo>
                  <a:lnTo>
                    <a:pt x="5562" y="9123"/>
                  </a:lnTo>
                  <a:lnTo>
                    <a:pt x="5121" y="8790"/>
                  </a:lnTo>
                  <a:lnTo>
                    <a:pt x="3803" y="6343"/>
                  </a:lnTo>
                  <a:lnTo>
                    <a:pt x="3359" y="5814"/>
                  </a:lnTo>
                  <a:lnTo>
                    <a:pt x="2864" y="5383"/>
                  </a:lnTo>
                  <a:lnTo>
                    <a:pt x="2403" y="5184"/>
                  </a:lnTo>
                  <a:lnTo>
                    <a:pt x="1931" y="5556"/>
                  </a:lnTo>
                  <a:lnTo>
                    <a:pt x="1682" y="6316"/>
                  </a:lnTo>
                  <a:lnTo>
                    <a:pt x="1570" y="7219"/>
                  </a:lnTo>
                  <a:lnTo>
                    <a:pt x="1439" y="7738"/>
                  </a:lnTo>
                  <a:lnTo>
                    <a:pt x="871" y="9185"/>
                  </a:lnTo>
                  <a:lnTo>
                    <a:pt x="401" y="10046"/>
                  </a:lnTo>
                  <a:lnTo>
                    <a:pt x="230" y="9910"/>
                  </a:lnTo>
                  <a:lnTo>
                    <a:pt x="472" y="8529"/>
                  </a:lnTo>
                  <a:lnTo>
                    <a:pt x="472" y="7750"/>
                  </a:lnTo>
                  <a:lnTo>
                    <a:pt x="181" y="6926"/>
                  </a:lnTo>
                  <a:lnTo>
                    <a:pt x="0" y="6085"/>
                  </a:lnTo>
                  <a:lnTo>
                    <a:pt x="2227" y="2075"/>
                  </a:lnTo>
                  <a:lnTo>
                    <a:pt x="3033" y="1118"/>
                  </a:lnTo>
                  <a:lnTo>
                    <a:pt x="6545" y="787"/>
                  </a:lnTo>
                  <a:lnTo>
                    <a:pt x="8633" y="988"/>
                  </a:lnTo>
                  <a:lnTo>
                    <a:pt x="9771" y="890"/>
                  </a:lnTo>
                  <a:lnTo>
                    <a:pt x="10531" y="596"/>
                  </a:lnTo>
                  <a:lnTo>
                    <a:pt x="11161" y="735"/>
                  </a:lnTo>
                  <a:lnTo>
                    <a:pt x="11318" y="1525"/>
                  </a:lnTo>
                  <a:lnTo>
                    <a:pt x="11716" y="2109"/>
                  </a:lnTo>
                  <a:lnTo>
                    <a:pt x="12265" y="2060"/>
                  </a:lnTo>
                  <a:lnTo>
                    <a:pt x="13260" y="1441"/>
                  </a:lnTo>
                  <a:lnTo>
                    <a:pt x="14126" y="484"/>
                  </a:lnTo>
                  <a:lnTo>
                    <a:pt x="14658" y="69"/>
                  </a:lnTo>
                  <a:lnTo>
                    <a:pt x="15196" y="0"/>
                  </a:lnTo>
                  <a:lnTo>
                    <a:pt x="15752" y="64"/>
                  </a:lnTo>
                  <a:lnTo>
                    <a:pt x="16296" y="28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4970344" y="2457372"/>
              <a:ext cx="2739" cy="7605"/>
            </a:xfrm>
            <a:custGeom>
              <a:avLst/>
              <a:pathLst>
                <a:path w="2739" h="7605">
                  <a:moveTo>
                    <a:pt x="2325" y="5575"/>
                  </a:moveTo>
                  <a:lnTo>
                    <a:pt x="2704" y="7605"/>
                  </a:lnTo>
                  <a:lnTo>
                    <a:pt x="1578" y="6220"/>
                  </a:lnTo>
                  <a:lnTo>
                    <a:pt x="1600" y="5238"/>
                  </a:lnTo>
                  <a:lnTo>
                    <a:pt x="1444" y="4601"/>
                  </a:lnTo>
                  <a:lnTo>
                    <a:pt x="763" y="3817"/>
                  </a:lnTo>
                  <a:lnTo>
                    <a:pt x="236" y="2839"/>
                  </a:lnTo>
                  <a:lnTo>
                    <a:pt x="0" y="516"/>
                  </a:lnTo>
                  <a:lnTo>
                    <a:pt x="181" y="32"/>
                  </a:lnTo>
                  <a:lnTo>
                    <a:pt x="627" y="0"/>
                  </a:lnTo>
                  <a:lnTo>
                    <a:pt x="2604" y="3051"/>
                  </a:lnTo>
                  <a:lnTo>
                    <a:pt x="2739" y="3567"/>
                  </a:lnTo>
                  <a:lnTo>
                    <a:pt x="2695" y="4654"/>
                  </a:lnTo>
                  <a:lnTo>
                    <a:pt x="2408" y="499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5040204" y="2453845"/>
              <a:ext cx="6879" cy="9715"/>
            </a:xfrm>
            <a:custGeom>
              <a:avLst/>
              <a:pathLst>
                <a:path w="6879" h="9715">
                  <a:moveTo>
                    <a:pt x="6090" y="6519"/>
                  </a:moveTo>
                  <a:lnTo>
                    <a:pt x="5944" y="7988"/>
                  </a:lnTo>
                  <a:lnTo>
                    <a:pt x="5712" y="8543"/>
                  </a:lnTo>
                  <a:lnTo>
                    <a:pt x="4920" y="9270"/>
                  </a:lnTo>
                  <a:lnTo>
                    <a:pt x="4652" y="9715"/>
                  </a:lnTo>
                  <a:lnTo>
                    <a:pt x="3913" y="9645"/>
                  </a:lnTo>
                  <a:lnTo>
                    <a:pt x="3820" y="8875"/>
                  </a:lnTo>
                  <a:lnTo>
                    <a:pt x="3572" y="8355"/>
                  </a:lnTo>
                  <a:lnTo>
                    <a:pt x="2788" y="7755"/>
                  </a:lnTo>
                  <a:lnTo>
                    <a:pt x="2584" y="7900"/>
                  </a:lnTo>
                  <a:lnTo>
                    <a:pt x="2443" y="8793"/>
                  </a:lnTo>
                  <a:lnTo>
                    <a:pt x="909" y="9418"/>
                  </a:lnTo>
                  <a:lnTo>
                    <a:pt x="482" y="9472"/>
                  </a:lnTo>
                  <a:lnTo>
                    <a:pt x="692" y="8292"/>
                  </a:lnTo>
                  <a:lnTo>
                    <a:pt x="297" y="7366"/>
                  </a:lnTo>
                  <a:lnTo>
                    <a:pt x="266" y="6224"/>
                  </a:lnTo>
                  <a:lnTo>
                    <a:pt x="193" y="5724"/>
                  </a:lnTo>
                  <a:lnTo>
                    <a:pt x="0" y="5437"/>
                  </a:lnTo>
                  <a:lnTo>
                    <a:pt x="391" y="4642"/>
                  </a:lnTo>
                  <a:lnTo>
                    <a:pt x="327" y="3758"/>
                  </a:lnTo>
                  <a:lnTo>
                    <a:pt x="739" y="2807"/>
                  </a:lnTo>
                  <a:lnTo>
                    <a:pt x="972" y="502"/>
                  </a:lnTo>
                  <a:lnTo>
                    <a:pt x="2595" y="0"/>
                  </a:lnTo>
                  <a:lnTo>
                    <a:pt x="2944" y="409"/>
                  </a:lnTo>
                  <a:lnTo>
                    <a:pt x="4833" y="930"/>
                  </a:lnTo>
                  <a:lnTo>
                    <a:pt x="6165" y="2325"/>
                  </a:lnTo>
                  <a:lnTo>
                    <a:pt x="6879" y="418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4968346" y="2453565"/>
              <a:ext cx="2232" cy="4339"/>
            </a:xfrm>
            <a:custGeom>
              <a:avLst/>
              <a:pathLst>
                <a:path w="2232" h="4339">
                  <a:moveTo>
                    <a:pt x="2232" y="3218"/>
                  </a:moveTo>
                  <a:lnTo>
                    <a:pt x="1556" y="4339"/>
                  </a:lnTo>
                  <a:lnTo>
                    <a:pt x="442" y="4316"/>
                  </a:lnTo>
                  <a:lnTo>
                    <a:pt x="224" y="3620"/>
                  </a:lnTo>
                  <a:lnTo>
                    <a:pt x="271" y="1939"/>
                  </a:lnTo>
                  <a:lnTo>
                    <a:pt x="0" y="1387"/>
                  </a:lnTo>
                  <a:lnTo>
                    <a:pt x="11" y="1170"/>
                  </a:lnTo>
                  <a:lnTo>
                    <a:pt x="186" y="211"/>
                  </a:lnTo>
                  <a:lnTo>
                    <a:pt x="413" y="0"/>
                  </a:lnTo>
                  <a:lnTo>
                    <a:pt x="2211" y="236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5293485" y="2446834"/>
              <a:ext cx="794" cy="1550"/>
            </a:xfrm>
            <a:custGeom>
              <a:avLst/>
              <a:pathLst>
                <a:path w="794" h="1550">
                  <a:moveTo>
                    <a:pt x="370" y="1337"/>
                  </a:moveTo>
                  <a:lnTo>
                    <a:pt x="96" y="1550"/>
                  </a:lnTo>
                  <a:lnTo>
                    <a:pt x="0" y="942"/>
                  </a:lnTo>
                  <a:lnTo>
                    <a:pt x="148" y="129"/>
                  </a:lnTo>
                  <a:lnTo>
                    <a:pt x="326" y="0"/>
                  </a:lnTo>
                  <a:lnTo>
                    <a:pt x="529" y="43"/>
                  </a:lnTo>
                  <a:lnTo>
                    <a:pt x="794" y="33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4964271" y="2446680"/>
              <a:ext cx="2937" cy="4925"/>
            </a:xfrm>
            <a:custGeom>
              <a:avLst/>
              <a:pathLst>
                <a:path w="2937" h="4925">
                  <a:moveTo>
                    <a:pt x="2891" y="4553"/>
                  </a:moveTo>
                  <a:lnTo>
                    <a:pt x="2937" y="4925"/>
                  </a:lnTo>
                  <a:lnTo>
                    <a:pt x="1397" y="3698"/>
                  </a:lnTo>
                  <a:lnTo>
                    <a:pt x="658" y="3360"/>
                  </a:lnTo>
                  <a:lnTo>
                    <a:pt x="0" y="2021"/>
                  </a:lnTo>
                  <a:lnTo>
                    <a:pt x="203" y="1378"/>
                  </a:lnTo>
                  <a:lnTo>
                    <a:pt x="230" y="482"/>
                  </a:lnTo>
                  <a:lnTo>
                    <a:pt x="328" y="128"/>
                  </a:lnTo>
                  <a:lnTo>
                    <a:pt x="800" y="0"/>
                  </a:lnTo>
                  <a:lnTo>
                    <a:pt x="1409" y="652"/>
                  </a:lnTo>
                  <a:lnTo>
                    <a:pt x="1867" y="2247"/>
                  </a:lnTo>
                  <a:lnTo>
                    <a:pt x="2633" y="373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5213331" y="2446097"/>
              <a:ext cx="1918" cy="6899"/>
            </a:xfrm>
            <a:custGeom>
              <a:avLst/>
              <a:pathLst>
                <a:path w="1918" h="6899">
                  <a:moveTo>
                    <a:pt x="1818" y="6645"/>
                  </a:moveTo>
                  <a:lnTo>
                    <a:pt x="1655" y="6899"/>
                  </a:lnTo>
                  <a:lnTo>
                    <a:pt x="1088" y="6145"/>
                  </a:lnTo>
                  <a:lnTo>
                    <a:pt x="706" y="4016"/>
                  </a:lnTo>
                  <a:lnTo>
                    <a:pt x="381" y="3450"/>
                  </a:lnTo>
                  <a:lnTo>
                    <a:pt x="0" y="1427"/>
                  </a:lnTo>
                  <a:lnTo>
                    <a:pt x="98" y="852"/>
                  </a:lnTo>
                  <a:lnTo>
                    <a:pt x="566" y="0"/>
                  </a:lnTo>
                  <a:lnTo>
                    <a:pt x="945" y="13"/>
                  </a:lnTo>
                  <a:lnTo>
                    <a:pt x="1227" y="516"/>
                  </a:lnTo>
                  <a:lnTo>
                    <a:pt x="1069" y="2695"/>
                  </a:lnTo>
                  <a:lnTo>
                    <a:pt x="1918" y="545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5193599" y="2444751"/>
              <a:ext cx="839" cy="1637"/>
            </a:xfrm>
            <a:custGeom>
              <a:avLst/>
              <a:pathLst>
                <a:path w="839" h="1637">
                  <a:moveTo>
                    <a:pt x="671" y="1076"/>
                  </a:moveTo>
                  <a:lnTo>
                    <a:pt x="839" y="1637"/>
                  </a:lnTo>
                  <a:lnTo>
                    <a:pt x="248" y="1618"/>
                  </a:lnTo>
                  <a:lnTo>
                    <a:pt x="0" y="562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5208831" y="2443516"/>
              <a:ext cx="8936" cy="2096"/>
            </a:xfrm>
            <a:custGeom>
              <a:avLst/>
              <a:pathLst>
                <a:path w="8936" h="2096">
                  <a:moveTo>
                    <a:pt x="6026" y="0"/>
                  </a:moveTo>
                  <a:lnTo>
                    <a:pt x="8936" y="461"/>
                  </a:lnTo>
                  <a:lnTo>
                    <a:pt x="8522" y="964"/>
                  </a:lnTo>
                  <a:lnTo>
                    <a:pt x="5385" y="1769"/>
                  </a:lnTo>
                  <a:lnTo>
                    <a:pt x="4273" y="1623"/>
                  </a:lnTo>
                  <a:lnTo>
                    <a:pt x="870" y="2096"/>
                  </a:lnTo>
                  <a:lnTo>
                    <a:pt x="429" y="2069"/>
                  </a:lnTo>
                  <a:lnTo>
                    <a:pt x="366" y="1289"/>
                  </a:lnTo>
                  <a:lnTo>
                    <a:pt x="0" y="743"/>
                  </a:lnTo>
                  <a:lnTo>
                    <a:pt x="544" y="268"/>
                  </a:lnTo>
                  <a:lnTo>
                    <a:pt x="1264" y="155"/>
                  </a:lnTo>
                  <a:lnTo>
                    <a:pt x="3151" y="33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5186917" y="2443277"/>
              <a:ext cx="772" cy="1761"/>
            </a:xfrm>
            <a:custGeom>
              <a:avLst/>
              <a:pathLst>
                <a:path w="772" h="1761">
                  <a:moveTo>
                    <a:pt x="772" y="611"/>
                  </a:moveTo>
                  <a:lnTo>
                    <a:pt x="74" y="1761"/>
                  </a:lnTo>
                  <a:lnTo>
                    <a:pt x="0" y="1146"/>
                  </a:lnTo>
                  <a:lnTo>
                    <a:pt x="141" y="588"/>
                  </a:lnTo>
                  <a:lnTo>
                    <a:pt x="336" y="196"/>
                  </a:lnTo>
                  <a:lnTo>
                    <a:pt x="630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249990" y="2442132"/>
              <a:ext cx="6502" cy="5207"/>
            </a:xfrm>
            <a:custGeom>
              <a:avLst/>
              <a:pathLst>
                <a:path w="6502" h="5207">
                  <a:moveTo>
                    <a:pt x="5824" y="0"/>
                  </a:moveTo>
                  <a:lnTo>
                    <a:pt x="5938" y="826"/>
                  </a:lnTo>
                  <a:lnTo>
                    <a:pt x="6502" y="1590"/>
                  </a:lnTo>
                  <a:lnTo>
                    <a:pt x="6306" y="2780"/>
                  </a:lnTo>
                  <a:lnTo>
                    <a:pt x="6082" y="2958"/>
                  </a:lnTo>
                  <a:lnTo>
                    <a:pt x="6203" y="3501"/>
                  </a:lnTo>
                  <a:lnTo>
                    <a:pt x="6444" y="3916"/>
                  </a:lnTo>
                  <a:lnTo>
                    <a:pt x="6007" y="4203"/>
                  </a:lnTo>
                  <a:lnTo>
                    <a:pt x="5688" y="4063"/>
                  </a:lnTo>
                  <a:lnTo>
                    <a:pt x="5170" y="4447"/>
                  </a:lnTo>
                  <a:lnTo>
                    <a:pt x="4828" y="4982"/>
                  </a:lnTo>
                  <a:lnTo>
                    <a:pt x="3744" y="5207"/>
                  </a:lnTo>
                  <a:lnTo>
                    <a:pt x="3364" y="4711"/>
                  </a:lnTo>
                  <a:lnTo>
                    <a:pt x="1407" y="4127"/>
                  </a:lnTo>
                  <a:lnTo>
                    <a:pt x="157" y="2844"/>
                  </a:lnTo>
                  <a:lnTo>
                    <a:pt x="0" y="2459"/>
                  </a:lnTo>
                  <a:lnTo>
                    <a:pt x="2421" y="953"/>
                  </a:lnTo>
                  <a:lnTo>
                    <a:pt x="3482" y="557"/>
                  </a:lnTo>
                  <a:lnTo>
                    <a:pt x="4369" y="581"/>
                  </a:lnTo>
                  <a:lnTo>
                    <a:pt x="5489" y="2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198826" y="2441370"/>
              <a:ext cx="9371" cy="5174"/>
            </a:xfrm>
            <a:custGeom>
              <a:avLst/>
              <a:pathLst>
                <a:path w="9371" h="5174">
                  <a:moveTo>
                    <a:pt x="6053" y="969"/>
                  </a:moveTo>
                  <a:lnTo>
                    <a:pt x="6937" y="1465"/>
                  </a:lnTo>
                  <a:lnTo>
                    <a:pt x="7248" y="1462"/>
                  </a:lnTo>
                  <a:lnTo>
                    <a:pt x="7540" y="883"/>
                  </a:lnTo>
                  <a:lnTo>
                    <a:pt x="7721" y="790"/>
                  </a:lnTo>
                  <a:lnTo>
                    <a:pt x="8119" y="1073"/>
                  </a:lnTo>
                  <a:lnTo>
                    <a:pt x="8211" y="2013"/>
                  </a:lnTo>
                  <a:lnTo>
                    <a:pt x="8784" y="1882"/>
                  </a:lnTo>
                  <a:lnTo>
                    <a:pt x="9230" y="2203"/>
                  </a:lnTo>
                  <a:lnTo>
                    <a:pt x="9371" y="2428"/>
                  </a:lnTo>
                  <a:lnTo>
                    <a:pt x="9313" y="3364"/>
                  </a:lnTo>
                  <a:lnTo>
                    <a:pt x="7616" y="3529"/>
                  </a:lnTo>
                  <a:lnTo>
                    <a:pt x="6405" y="4283"/>
                  </a:lnTo>
                  <a:lnTo>
                    <a:pt x="4775" y="3605"/>
                  </a:lnTo>
                  <a:lnTo>
                    <a:pt x="2927" y="4774"/>
                  </a:lnTo>
                  <a:lnTo>
                    <a:pt x="1806" y="5174"/>
                  </a:lnTo>
                  <a:lnTo>
                    <a:pt x="833" y="5150"/>
                  </a:lnTo>
                  <a:lnTo>
                    <a:pt x="0" y="3109"/>
                  </a:lnTo>
                  <a:lnTo>
                    <a:pt x="484" y="719"/>
                  </a:lnTo>
                  <a:lnTo>
                    <a:pt x="831" y="325"/>
                  </a:lnTo>
                  <a:lnTo>
                    <a:pt x="1450" y="117"/>
                  </a:lnTo>
                  <a:lnTo>
                    <a:pt x="3162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304220" y="2440755"/>
              <a:ext cx="13461" cy="4210"/>
            </a:xfrm>
            <a:custGeom>
              <a:avLst/>
              <a:pathLst>
                <a:path w="13461" h="4210">
                  <a:moveTo>
                    <a:pt x="42" y="0"/>
                  </a:moveTo>
                  <a:lnTo>
                    <a:pt x="3778" y="700"/>
                  </a:lnTo>
                  <a:lnTo>
                    <a:pt x="4791" y="610"/>
                  </a:lnTo>
                  <a:lnTo>
                    <a:pt x="6923" y="881"/>
                  </a:lnTo>
                  <a:lnTo>
                    <a:pt x="8703" y="1810"/>
                  </a:lnTo>
                  <a:lnTo>
                    <a:pt x="11814" y="1983"/>
                  </a:lnTo>
                  <a:lnTo>
                    <a:pt x="12743" y="2259"/>
                  </a:lnTo>
                  <a:lnTo>
                    <a:pt x="13461" y="2899"/>
                  </a:lnTo>
                  <a:lnTo>
                    <a:pt x="11720" y="3429"/>
                  </a:lnTo>
                  <a:lnTo>
                    <a:pt x="10900" y="3922"/>
                  </a:lnTo>
                  <a:lnTo>
                    <a:pt x="9376" y="4165"/>
                  </a:lnTo>
                  <a:lnTo>
                    <a:pt x="8101" y="3914"/>
                  </a:lnTo>
                  <a:lnTo>
                    <a:pt x="7175" y="4210"/>
                  </a:lnTo>
                  <a:lnTo>
                    <a:pt x="6838" y="3729"/>
                  </a:lnTo>
                  <a:lnTo>
                    <a:pt x="5482" y="3240"/>
                  </a:lnTo>
                  <a:lnTo>
                    <a:pt x="3746" y="2236"/>
                  </a:lnTo>
                  <a:lnTo>
                    <a:pt x="169" y="1067"/>
                  </a:lnTo>
                  <a:lnTo>
                    <a:pt x="0" y="34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051938" y="2440030"/>
              <a:ext cx="1448" cy="1698"/>
            </a:xfrm>
            <a:custGeom>
              <a:avLst/>
              <a:pathLst>
                <a:path w="1448" h="1698">
                  <a:moveTo>
                    <a:pt x="1413" y="1112"/>
                  </a:moveTo>
                  <a:lnTo>
                    <a:pt x="323" y="1698"/>
                  </a:lnTo>
                  <a:lnTo>
                    <a:pt x="0" y="389"/>
                  </a:lnTo>
                  <a:lnTo>
                    <a:pt x="695" y="0"/>
                  </a:lnTo>
                  <a:lnTo>
                    <a:pt x="1448" y="33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017214" y="2439544"/>
              <a:ext cx="15942" cy="21853"/>
            </a:xfrm>
            <a:custGeom>
              <a:avLst/>
              <a:pathLst>
                <a:path w="15942" h="21853">
                  <a:moveTo>
                    <a:pt x="8631" y="2293"/>
                  </a:moveTo>
                  <a:lnTo>
                    <a:pt x="8956" y="3254"/>
                  </a:lnTo>
                  <a:lnTo>
                    <a:pt x="9401" y="4117"/>
                  </a:lnTo>
                  <a:lnTo>
                    <a:pt x="9728" y="5049"/>
                  </a:lnTo>
                  <a:lnTo>
                    <a:pt x="10174" y="9536"/>
                  </a:lnTo>
                  <a:lnTo>
                    <a:pt x="11660" y="13388"/>
                  </a:lnTo>
                  <a:lnTo>
                    <a:pt x="15942" y="14901"/>
                  </a:lnTo>
                  <a:lnTo>
                    <a:pt x="15240" y="15523"/>
                  </a:lnTo>
                  <a:lnTo>
                    <a:pt x="14884" y="16082"/>
                  </a:lnTo>
                  <a:lnTo>
                    <a:pt x="14620" y="16723"/>
                  </a:lnTo>
                  <a:lnTo>
                    <a:pt x="13988" y="19394"/>
                  </a:lnTo>
                  <a:lnTo>
                    <a:pt x="14050" y="19961"/>
                  </a:lnTo>
                  <a:lnTo>
                    <a:pt x="14420" y="20868"/>
                  </a:lnTo>
                  <a:lnTo>
                    <a:pt x="14510" y="21853"/>
                  </a:lnTo>
                  <a:lnTo>
                    <a:pt x="13974" y="21848"/>
                  </a:lnTo>
                  <a:lnTo>
                    <a:pt x="13371" y="21627"/>
                  </a:lnTo>
                  <a:lnTo>
                    <a:pt x="12892" y="21256"/>
                  </a:lnTo>
                  <a:lnTo>
                    <a:pt x="12444" y="20771"/>
                  </a:lnTo>
                  <a:lnTo>
                    <a:pt x="11958" y="20386"/>
                  </a:lnTo>
                  <a:lnTo>
                    <a:pt x="11430" y="20137"/>
                  </a:lnTo>
                  <a:lnTo>
                    <a:pt x="10564" y="19374"/>
                  </a:lnTo>
                  <a:lnTo>
                    <a:pt x="9389" y="18835"/>
                  </a:lnTo>
                  <a:lnTo>
                    <a:pt x="8186" y="18410"/>
                  </a:lnTo>
                  <a:lnTo>
                    <a:pt x="7604" y="17275"/>
                  </a:lnTo>
                  <a:lnTo>
                    <a:pt x="7328" y="15876"/>
                  </a:lnTo>
                  <a:lnTo>
                    <a:pt x="7622" y="13787"/>
                  </a:lnTo>
                  <a:lnTo>
                    <a:pt x="7324" y="13208"/>
                  </a:lnTo>
                  <a:lnTo>
                    <a:pt x="6896" y="12698"/>
                  </a:lnTo>
                  <a:lnTo>
                    <a:pt x="6371" y="11192"/>
                  </a:lnTo>
                  <a:lnTo>
                    <a:pt x="6172" y="9433"/>
                  </a:lnTo>
                  <a:lnTo>
                    <a:pt x="5410" y="8754"/>
                  </a:lnTo>
                  <a:lnTo>
                    <a:pt x="4405" y="8342"/>
                  </a:lnTo>
                  <a:lnTo>
                    <a:pt x="3967" y="8006"/>
                  </a:lnTo>
                  <a:lnTo>
                    <a:pt x="1981" y="8649"/>
                  </a:lnTo>
                  <a:lnTo>
                    <a:pt x="1505" y="8498"/>
                  </a:lnTo>
                  <a:lnTo>
                    <a:pt x="1080" y="8011"/>
                  </a:lnTo>
                  <a:lnTo>
                    <a:pt x="0" y="7498"/>
                  </a:lnTo>
                  <a:lnTo>
                    <a:pt x="40" y="6523"/>
                  </a:lnTo>
                  <a:lnTo>
                    <a:pt x="545" y="5745"/>
                  </a:lnTo>
                  <a:lnTo>
                    <a:pt x="1729" y="4959"/>
                  </a:lnTo>
                  <a:lnTo>
                    <a:pt x="2283" y="4298"/>
                  </a:lnTo>
                  <a:lnTo>
                    <a:pt x="2394" y="3428"/>
                  </a:lnTo>
                  <a:lnTo>
                    <a:pt x="2184" y="2790"/>
                  </a:lnTo>
                  <a:lnTo>
                    <a:pt x="2268" y="2124"/>
                  </a:lnTo>
                  <a:lnTo>
                    <a:pt x="2642" y="1479"/>
                  </a:lnTo>
                  <a:lnTo>
                    <a:pt x="3085" y="972"/>
                  </a:lnTo>
                  <a:lnTo>
                    <a:pt x="4276" y="303"/>
                  </a:lnTo>
                  <a:lnTo>
                    <a:pt x="4796" y="1471"/>
                  </a:lnTo>
                  <a:lnTo>
                    <a:pt x="5053" y="2446"/>
                  </a:lnTo>
                  <a:lnTo>
                    <a:pt x="5368" y="3153"/>
                  </a:lnTo>
                  <a:lnTo>
                    <a:pt x="5875" y="2143"/>
                  </a:lnTo>
                  <a:lnTo>
                    <a:pt x="5553" y="403"/>
                  </a:lnTo>
                  <a:lnTo>
                    <a:pt x="6458" y="14"/>
                  </a:lnTo>
                  <a:lnTo>
                    <a:pt x="7347" y="0"/>
                  </a:lnTo>
                  <a:lnTo>
                    <a:pt x="8018" y="476"/>
                  </a:lnTo>
                  <a:lnTo>
                    <a:pt x="8457" y="122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190811" y="2439514"/>
              <a:ext cx="1266" cy="2901"/>
            </a:xfrm>
            <a:custGeom>
              <a:avLst/>
              <a:pathLst>
                <a:path w="1266" h="2901">
                  <a:moveTo>
                    <a:pt x="1088" y="2810"/>
                  </a:moveTo>
                  <a:lnTo>
                    <a:pt x="436" y="2901"/>
                  </a:lnTo>
                  <a:lnTo>
                    <a:pt x="0" y="2491"/>
                  </a:lnTo>
                  <a:lnTo>
                    <a:pt x="38" y="446"/>
                  </a:lnTo>
                  <a:lnTo>
                    <a:pt x="435" y="0"/>
                  </a:lnTo>
                  <a:lnTo>
                    <a:pt x="624" y="74"/>
                  </a:lnTo>
                  <a:lnTo>
                    <a:pt x="745" y="683"/>
                  </a:lnTo>
                  <a:lnTo>
                    <a:pt x="941" y="1228"/>
                  </a:lnTo>
                  <a:lnTo>
                    <a:pt x="1266" y="173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227800" y="2437137"/>
              <a:ext cx="7197" cy="5524"/>
            </a:xfrm>
            <a:custGeom>
              <a:avLst/>
              <a:pathLst>
                <a:path w="7197" h="5524">
                  <a:moveTo>
                    <a:pt x="7197" y="4576"/>
                  </a:moveTo>
                  <a:lnTo>
                    <a:pt x="6618" y="5143"/>
                  </a:lnTo>
                  <a:lnTo>
                    <a:pt x="6329" y="5299"/>
                  </a:lnTo>
                  <a:lnTo>
                    <a:pt x="4934" y="4919"/>
                  </a:lnTo>
                  <a:lnTo>
                    <a:pt x="3300" y="4998"/>
                  </a:lnTo>
                  <a:lnTo>
                    <a:pt x="1602" y="5524"/>
                  </a:lnTo>
                  <a:lnTo>
                    <a:pt x="618" y="5080"/>
                  </a:lnTo>
                  <a:lnTo>
                    <a:pt x="0" y="4357"/>
                  </a:lnTo>
                  <a:lnTo>
                    <a:pt x="26" y="3590"/>
                  </a:lnTo>
                  <a:lnTo>
                    <a:pt x="610" y="1691"/>
                  </a:lnTo>
                  <a:lnTo>
                    <a:pt x="1888" y="256"/>
                  </a:lnTo>
                  <a:lnTo>
                    <a:pt x="2407" y="0"/>
                  </a:lnTo>
                  <a:lnTo>
                    <a:pt x="3318" y="388"/>
                  </a:lnTo>
                  <a:lnTo>
                    <a:pt x="4852" y="1487"/>
                  </a:lnTo>
                  <a:lnTo>
                    <a:pt x="6060" y="2778"/>
                  </a:lnTo>
                  <a:lnTo>
                    <a:pt x="7157" y="378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5184457" y="2434698"/>
              <a:ext cx="6967" cy="6395"/>
            </a:xfrm>
            <a:custGeom>
              <a:avLst/>
              <a:pathLst>
                <a:path w="6967" h="6395">
                  <a:moveTo>
                    <a:pt x="3798" y="192"/>
                  </a:moveTo>
                  <a:lnTo>
                    <a:pt x="4006" y="1062"/>
                  </a:lnTo>
                  <a:lnTo>
                    <a:pt x="3663" y="1815"/>
                  </a:lnTo>
                  <a:lnTo>
                    <a:pt x="4039" y="3233"/>
                  </a:lnTo>
                  <a:lnTo>
                    <a:pt x="4992" y="1345"/>
                  </a:lnTo>
                  <a:lnTo>
                    <a:pt x="5902" y="1106"/>
                  </a:lnTo>
                  <a:lnTo>
                    <a:pt x="6419" y="1419"/>
                  </a:lnTo>
                  <a:lnTo>
                    <a:pt x="6774" y="1792"/>
                  </a:lnTo>
                  <a:lnTo>
                    <a:pt x="6967" y="2508"/>
                  </a:lnTo>
                  <a:lnTo>
                    <a:pt x="6632" y="4042"/>
                  </a:lnTo>
                  <a:lnTo>
                    <a:pt x="6034" y="4760"/>
                  </a:lnTo>
                  <a:lnTo>
                    <a:pt x="5261" y="4876"/>
                  </a:lnTo>
                  <a:lnTo>
                    <a:pt x="4898" y="3982"/>
                  </a:lnTo>
                  <a:lnTo>
                    <a:pt x="4390" y="3901"/>
                  </a:lnTo>
                  <a:lnTo>
                    <a:pt x="4035" y="5850"/>
                  </a:lnTo>
                  <a:lnTo>
                    <a:pt x="3875" y="6148"/>
                  </a:lnTo>
                  <a:lnTo>
                    <a:pt x="3425" y="6395"/>
                  </a:lnTo>
                  <a:lnTo>
                    <a:pt x="3022" y="5857"/>
                  </a:lnTo>
                  <a:lnTo>
                    <a:pt x="2952" y="5558"/>
                  </a:lnTo>
                  <a:lnTo>
                    <a:pt x="3520" y="4676"/>
                  </a:lnTo>
                  <a:lnTo>
                    <a:pt x="3212" y="2049"/>
                  </a:lnTo>
                  <a:lnTo>
                    <a:pt x="2784" y="2543"/>
                  </a:lnTo>
                  <a:lnTo>
                    <a:pt x="1641" y="4925"/>
                  </a:lnTo>
                  <a:lnTo>
                    <a:pt x="752" y="5993"/>
                  </a:lnTo>
                  <a:lnTo>
                    <a:pt x="450" y="5449"/>
                  </a:lnTo>
                  <a:lnTo>
                    <a:pt x="0" y="3830"/>
                  </a:lnTo>
                  <a:lnTo>
                    <a:pt x="202" y="1750"/>
                  </a:lnTo>
                  <a:lnTo>
                    <a:pt x="919" y="344"/>
                  </a:lnTo>
                  <a:lnTo>
                    <a:pt x="1528" y="441"/>
                  </a:lnTo>
                  <a:lnTo>
                    <a:pt x="3287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5057845" y="2432209"/>
              <a:ext cx="3144" cy="4236"/>
            </a:xfrm>
            <a:custGeom>
              <a:avLst/>
              <a:pathLst>
                <a:path w="3144" h="4236">
                  <a:moveTo>
                    <a:pt x="2669" y="2811"/>
                  </a:moveTo>
                  <a:lnTo>
                    <a:pt x="782" y="4236"/>
                  </a:lnTo>
                  <a:lnTo>
                    <a:pt x="336" y="4162"/>
                  </a:lnTo>
                  <a:lnTo>
                    <a:pt x="0" y="3655"/>
                  </a:lnTo>
                  <a:lnTo>
                    <a:pt x="209" y="907"/>
                  </a:lnTo>
                  <a:lnTo>
                    <a:pt x="452" y="87"/>
                  </a:lnTo>
                  <a:lnTo>
                    <a:pt x="1764" y="0"/>
                  </a:lnTo>
                  <a:lnTo>
                    <a:pt x="2567" y="393"/>
                  </a:lnTo>
                  <a:lnTo>
                    <a:pt x="2982" y="840"/>
                  </a:lnTo>
                  <a:lnTo>
                    <a:pt x="3144" y="1758"/>
                  </a:lnTo>
                  <a:lnTo>
                    <a:pt x="3052" y="231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5297968" y="2431642"/>
              <a:ext cx="1772" cy="2730"/>
            </a:xfrm>
            <a:custGeom>
              <a:avLst/>
              <a:pathLst>
                <a:path w="1772" h="2730">
                  <a:moveTo>
                    <a:pt x="1479" y="2476"/>
                  </a:moveTo>
                  <a:lnTo>
                    <a:pt x="1026" y="2730"/>
                  </a:lnTo>
                  <a:lnTo>
                    <a:pt x="499" y="2450"/>
                  </a:lnTo>
                  <a:lnTo>
                    <a:pt x="0" y="1382"/>
                  </a:lnTo>
                  <a:lnTo>
                    <a:pt x="180" y="562"/>
                  </a:lnTo>
                  <a:lnTo>
                    <a:pt x="760" y="0"/>
                  </a:lnTo>
                  <a:lnTo>
                    <a:pt x="1248" y="563"/>
                  </a:lnTo>
                  <a:lnTo>
                    <a:pt x="1398" y="1284"/>
                  </a:lnTo>
                  <a:lnTo>
                    <a:pt x="1772" y="133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4955419" y="2431324"/>
              <a:ext cx="6336" cy="12104"/>
            </a:xfrm>
            <a:custGeom>
              <a:avLst/>
              <a:pathLst>
                <a:path w="6336" h="12104">
                  <a:moveTo>
                    <a:pt x="5318" y="12027"/>
                  </a:moveTo>
                  <a:lnTo>
                    <a:pt x="4446" y="12104"/>
                  </a:lnTo>
                  <a:lnTo>
                    <a:pt x="2578" y="10433"/>
                  </a:lnTo>
                  <a:lnTo>
                    <a:pt x="2137" y="9684"/>
                  </a:lnTo>
                  <a:lnTo>
                    <a:pt x="2029" y="8684"/>
                  </a:lnTo>
                  <a:lnTo>
                    <a:pt x="238" y="4821"/>
                  </a:lnTo>
                  <a:lnTo>
                    <a:pt x="0" y="3936"/>
                  </a:lnTo>
                  <a:lnTo>
                    <a:pt x="703" y="765"/>
                  </a:lnTo>
                  <a:lnTo>
                    <a:pt x="2528" y="0"/>
                  </a:lnTo>
                  <a:lnTo>
                    <a:pt x="3130" y="535"/>
                  </a:lnTo>
                  <a:lnTo>
                    <a:pt x="3339" y="1961"/>
                  </a:lnTo>
                  <a:lnTo>
                    <a:pt x="4382" y="4534"/>
                  </a:lnTo>
                  <a:lnTo>
                    <a:pt x="4727" y="5921"/>
                  </a:lnTo>
                  <a:lnTo>
                    <a:pt x="4987" y="6535"/>
                  </a:lnTo>
                  <a:lnTo>
                    <a:pt x="5096" y="7013"/>
                  </a:lnTo>
                  <a:lnTo>
                    <a:pt x="5003" y="7347"/>
                  </a:lnTo>
                  <a:lnTo>
                    <a:pt x="5757" y="8977"/>
                  </a:lnTo>
                  <a:lnTo>
                    <a:pt x="6296" y="9932"/>
                  </a:lnTo>
                  <a:lnTo>
                    <a:pt x="6336" y="1147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5258791" y="2430967"/>
              <a:ext cx="3840" cy="6324"/>
            </a:xfrm>
            <a:custGeom>
              <a:avLst/>
              <a:pathLst>
                <a:path w="3840" h="6324">
                  <a:moveTo>
                    <a:pt x="3158" y="5934"/>
                  </a:moveTo>
                  <a:lnTo>
                    <a:pt x="2825" y="6324"/>
                  </a:lnTo>
                  <a:lnTo>
                    <a:pt x="1675" y="5959"/>
                  </a:lnTo>
                  <a:lnTo>
                    <a:pt x="1081" y="5096"/>
                  </a:lnTo>
                  <a:lnTo>
                    <a:pt x="675" y="3940"/>
                  </a:lnTo>
                  <a:lnTo>
                    <a:pt x="417" y="2989"/>
                  </a:lnTo>
                  <a:lnTo>
                    <a:pt x="344" y="2233"/>
                  </a:lnTo>
                  <a:lnTo>
                    <a:pt x="0" y="1310"/>
                  </a:lnTo>
                  <a:lnTo>
                    <a:pt x="47" y="972"/>
                  </a:lnTo>
                  <a:lnTo>
                    <a:pt x="2168" y="0"/>
                  </a:lnTo>
                  <a:lnTo>
                    <a:pt x="2568" y="352"/>
                  </a:lnTo>
                  <a:lnTo>
                    <a:pt x="3453" y="384"/>
                  </a:lnTo>
                  <a:lnTo>
                    <a:pt x="3840" y="1091"/>
                  </a:lnTo>
                  <a:lnTo>
                    <a:pt x="3578" y="415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5256279" y="2429223"/>
              <a:ext cx="4757" cy="2216"/>
            </a:xfrm>
            <a:custGeom>
              <a:avLst/>
              <a:pathLst>
                <a:path w="4757" h="2216">
                  <a:moveTo>
                    <a:pt x="4757" y="172"/>
                  </a:moveTo>
                  <a:lnTo>
                    <a:pt x="4516" y="884"/>
                  </a:lnTo>
                  <a:lnTo>
                    <a:pt x="4068" y="1364"/>
                  </a:lnTo>
                  <a:lnTo>
                    <a:pt x="0" y="2216"/>
                  </a:lnTo>
                  <a:lnTo>
                    <a:pt x="346" y="1706"/>
                  </a:lnTo>
                  <a:lnTo>
                    <a:pt x="519" y="1201"/>
                  </a:lnTo>
                  <a:lnTo>
                    <a:pt x="774" y="941"/>
                  </a:lnTo>
                  <a:lnTo>
                    <a:pt x="1177" y="1007"/>
                  </a:lnTo>
                  <a:lnTo>
                    <a:pt x="1378" y="854"/>
                  </a:lnTo>
                  <a:lnTo>
                    <a:pt x="1580" y="792"/>
                  </a:lnTo>
                  <a:lnTo>
                    <a:pt x="1809" y="859"/>
                  </a:lnTo>
                  <a:lnTo>
                    <a:pt x="2204" y="649"/>
                  </a:lnTo>
                  <a:lnTo>
                    <a:pt x="3035" y="800"/>
                  </a:lnTo>
                  <a:lnTo>
                    <a:pt x="3888" y="681"/>
                  </a:lnTo>
                  <a:lnTo>
                    <a:pt x="3827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5303399" y="2427638"/>
              <a:ext cx="9387" cy="7886"/>
            </a:xfrm>
            <a:custGeom>
              <a:avLst/>
              <a:pathLst>
                <a:path w="9387" h="7886">
                  <a:moveTo>
                    <a:pt x="0" y="0"/>
                  </a:moveTo>
                  <a:lnTo>
                    <a:pt x="2012" y="544"/>
                  </a:lnTo>
                  <a:lnTo>
                    <a:pt x="2745" y="514"/>
                  </a:lnTo>
                  <a:lnTo>
                    <a:pt x="3462" y="1131"/>
                  </a:lnTo>
                  <a:lnTo>
                    <a:pt x="4334" y="840"/>
                  </a:lnTo>
                  <a:lnTo>
                    <a:pt x="4830" y="1037"/>
                  </a:lnTo>
                  <a:lnTo>
                    <a:pt x="6487" y="3157"/>
                  </a:lnTo>
                  <a:lnTo>
                    <a:pt x="7300" y="4560"/>
                  </a:lnTo>
                  <a:lnTo>
                    <a:pt x="8510" y="5764"/>
                  </a:lnTo>
                  <a:lnTo>
                    <a:pt x="9387" y="6174"/>
                  </a:lnTo>
                  <a:lnTo>
                    <a:pt x="8726" y="7277"/>
                  </a:lnTo>
                  <a:lnTo>
                    <a:pt x="7395" y="7857"/>
                  </a:lnTo>
                  <a:lnTo>
                    <a:pt x="6881" y="7886"/>
                  </a:lnTo>
                  <a:lnTo>
                    <a:pt x="5861" y="7230"/>
                  </a:lnTo>
                  <a:lnTo>
                    <a:pt x="5033" y="7351"/>
                  </a:lnTo>
                  <a:lnTo>
                    <a:pt x="4311" y="6528"/>
                  </a:lnTo>
                  <a:lnTo>
                    <a:pt x="4187" y="5257"/>
                  </a:lnTo>
                  <a:lnTo>
                    <a:pt x="3444" y="2394"/>
                  </a:lnTo>
                  <a:lnTo>
                    <a:pt x="2485" y="3215"/>
                  </a:lnTo>
                  <a:lnTo>
                    <a:pt x="1332" y="1896"/>
                  </a:lnTo>
                  <a:lnTo>
                    <a:pt x="1022" y="1864"/>
                  </a:lnTo>
                  <a:lnTo>
                    <a:pt x="949" y="2088"/>
                  </a:lnTo>
                  <a:lnTo>
                    <a:pt x="460" y="1638"/>
                  </a:lnTo>
                  <a:lnTo>
                    <a:pt x="44" y="74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5225569" y="2427191"/>
              <a:ext cx="1370" cy="2541"/>
            </a:xfrm>
            <a:custGeom>
              <a:avLst/>
              <a:pathLst>
                <a:path w="1370" h="2541">
                  <a:moveTo>
                    <a:pt x="1361" y="2254"/>
                  </a:moveTo>
                  <a:lnTo>
                    <a:pt x="1254" y="2541"/>
                  </a:lnTo>
                  <a:lnTo>
                    <a:pt x="266" y="2175"/>
                  </a:lnTo>
                  <a:lnTo>
                    <a:pt x="0" y="1975"/>
                  </a:lnTo>
                  <a:lnTo>
                    <a:pt x="497" y="0"/>
                  </a:lnTo>
                  <a:lnTo>
                    <a:pt x="962" y="57"/>
                  </a:lnTo>
                  <a:lnTo>
                    <a:pt x="1370" y="193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5256875" y="2424373"/>
              <a:ext cx="2070" cy="1571"/>
            </a:xfrm>
            <a:custGeom>
              <a:avLst/>
              <a:pathLst>
                <a:path w="2070" h="1571">
                  <a:moveTo>
                    <a:pt x="1525" y="1554"/>
                  </a:moveTo>
                  <a:lnTo>
                    <a:pt x="981" y="1571"/>
                  </a:lnTo>
                  <a:lnTo>
                    <a:pt x="0" y="965"/>
                  </a:lnTo>
                  <a:lnTo>
                    <a:pt x="571" y="438"/>
                  </a:lnTo>
                  <a:lnTo>
                    <a:pt x="934" y="329"/>
                  </a:lnTo>
                  <a:lnTo>
                    <a:pt x="1249" y="13"/>
                  </a:lnTo>
                  <a:lnTo>
                    <a:pt x="1423" y="0"/>
                  </a:lnTo>
                  <a:lnTo>
                    <a:pt x="1811" y="268"/>
                  </a:lnTo>
                  <a:lnTo>
                    <a:pt x="2070" y="72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5173524" y="2424227"/>
              <a:ext cx="2380" cy="1664"/>
            </a:xfrm>
            <a:custGeom>
              <a:avLst/>
              <a:pathLst>
                <a:path w="2380" h="1664">
                  <a:moveTo>
                    <a:pt x="1978" y="0"/>
                  </a:moveTo>
                  <a:lnTo>
                    <a:pt x="2380" y="619"/>
                  </a:lnTo>
                  <a:lnTo>
                    <a:pt x="2137" y="1336"/>
                  </a:lnTo>
                  <a:lnTo>
                    <a:pt x="1812" y="1157"/>
                  </a:lnTo>
                  <a:lnTo>
                    <a:pt x="953" y="1171"/>
                  </a:lnTo>
                  <a:lnTo>
                    <a:pt x="629" y="1225"/>
                  </a:lnTo>
                  <a:lnTo>
                    <a:pt x="242" y="1648"/>
                  </a:lnTo>
                  <a:lnTo>
                    <a:pt x="0" y="1664"/>
                  </a:lnTo>
                  <a:lnTo>
                    <a:pt x="161" y="1003"/>
                  </a:lnTo>
                  <a:lnTo>
                    <a:pt x="889" y="2"/>
                  </a:lnTo>
                  <a:lnTo>
                    <a:pt x="1344" y="15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5261894" y="2423399"/>
              <a:ext cx="94421" cy="122340"/>
            </a:xfrm>
            <a:custGeom>
              <a:avLst/>
              <a:pathLst>
                <a:path w="94421" h="122340">
                  <a:moveTo>
                    <a:pt x="94395" y="31554"/>
                  </a:moveTo>
                  <a:lnTo>
                    <a:pt x="94396" y="34255"/>
                  </a:lnTo>
                  <a:lnTo>
                    <a:pt x="94397" y="37089"/>
                  </a:lnTo>
                  <a:lnTo>
                    <a:pt x="94398" y="39925"/>
                  </a:lnTo>
                  <a:lnTo>
                    <a:pt x="94399" y="42761"/>
                  </a:lnTo>
                  <a:lnTo>
                    <a:pt x="94400" y="45597"/>
                  </a:lnTo>
                  <a:lnTo>
                    <a:pt x="94401" y="48432"/>
                  </a:lnTo>
                  <a:lnTo>
                    <a:pt x="94401" y="51267"/>
                  </a:lnTo>
                  <a:lnTo>
                    <a:pt x="94402" y="54103"/>
                  </a:lnTo>
                  <a:lnTo>
                    <a:pt x="94402" y="56939"/>
                  </a:lnTo>
                  <a:lnTo>
                    <a:pt x="94403" y="59774"/>
                  </a:lnTo>
                  <a:lnTo>
                    <a:pt x="94404" y="62610"/>
                  </a:lnTo>
                  <a:lnTo>
                    <a:pt x="94405" y="65446"/>
                  </a:lnTo>
                  <a:lnTo>
                    <a:pt x="94406" y="68281"/>
                  </a:lnTo>
                  <a:lnTo>
                    <a:pt x="94406" y="71116"/>
                  </a:lnTo>
                  <a:lnTo>
                    <a:pt x="94407" y="73952"/>
                  </a:lnTo>
                  <a:lnTo>
                    <a:pt x="94408" y="76788"/>
                  </a:lnTo>
                  <a:lnTo>
                    <a:pt x="94409" y="79624"/>
                  </a:lnTo>
                  <a:lnTo>
                    <a:pt x="94410" y="82458"/>
                  </a:lnTo>
                  <a:lnTo>
                    <a:pt x="94410" y="83668"/>
                  </a:lnTo>
                  <a:lnTo>
                    <a:pt x="94117" y="85148"/>
                  </a:lnTo>
                  <a:lnTo>
                    <a:pt x="93460" y="87370"/>
                  </a:lnTo>
                  <a:lnTo>
                    <a:pt x="93344" y="89162"/>
                  </a:lnTo>
                  <a:lnTo>
                    <a:pt x="93885" y="90557"/>
                  </a:lnTo>
                  <a:lnTo>
                    <a:pt x="94412" y="91468"/>
                  </a:lnTo>
                  <a:lnTo>
                    <a:pt x="94412" y="93800"/>
                  </a:lnTo>
                  <a:lnTo>
                    <a:pt x="94413" y="96636"/>
                  </a:lnTo>
                  <a:lnTo>
                    <a:pt x="94414" y="99472"/>
                  </a:lnTo>
                  <a:lnTo>
                    <a:pt x="94415" y="102308"/>
                  </a:lnTo>
                  <a:lnTo>
                    <a:pt x="94415" y="105143"/>
                  </a:lnTo>
                  <a:lnTo>
                    <a:pt x="94415" y="107978"/>
                  </a:lnTo>
                  <a:lnTo>
                    <a:pt x="94416" y="110814"/>
                  </a:lnTo>
                  <a:lnTo>
                    <a:pt x="94417" y="113650"/>
                  </a:lnTo>
                  <a:lnTo>
                    <a:pt x="94418" y="116485"/>
                  </a:lnTo>
                  <a:lnTo>
                    <a:pt x="94419" y="119321"/>
                  </a:lnTo>
                  <a:lnTo>
                    <a:pt x="94419" y="122156"/>
                  </a:lnTo>
                  <a:lnTo>
                    <a:pt x="94421" y="122340"/>
                  </a:lnTo>
                  <a:lnTo>
                    <a:pt x="93933" y="121870"/>
                  </a:lnTo>
                  <a:lnTo>
                    <a:pt x="92627" y="120318"/>
                  </a:lnTo>
                  <a:lnTo>
                    <a:pt x="91444" y="118547"/>
                  </a:lnTo>
                  <a:lnTo>
                    <a:pt x="90683" y="116895"/>
                  </a:lnTo>
                  <a:lnTo>
                    <a:pt x="89819" y="115390"/>
                  </a:lnTo>
                  <a:lnTo>
                    <a:pt x="86147" y="110929"/>
                  </a:lnTo>
                  <a:lnTo>
                    <a:pt x="85213" y="109463"/>
                  </a:lnTo>
                  <a:lnTo>
                    <a:pt x="85028" y="109059"/>
                  </a:lnTo>
                  <a:lnTo>
                    <a:pt x="85115" y="108680"/>
                  </a:lnTo>
                  <a:lnTo>
                    <a:pt x="85539" y="107908"/>
                  </a:lnTo>
                  <a:lnTo>
                    <a:pt x="86292" y="105672"/>
                  </a:lnTo>
                  <a:lnTo>
                    <a:pt x="85505" y="107054"/>
                  </a:lnTo>
                  <a:lnTo>
                    <a:pt x="84568" y="108147"/>
                  </a:lnTo>
                  <a:lnTo>
                    <a:pt x="83207" y="108220"/>
                  </a:lnTo>
                  <a:lnTo>
                    <a:pt x="81869" y="108485"/>
                  </a:lnTo>
                  <a:lnTo>
                    <a:pt x="80631" y="109146"/>
                  </a:lnTo>
                  <a:lnTo>
                    <a:pt x="79373" y="109373"/>
                  </a:lnTo>
                  <a:lnTo>
                    <a:pt x="78744" y="109049"/>
                  </a:lnTo>
                  <a:lnTo>
                    <a:pt x="78365" y="108228"/>
                  </a:lnTo>
                  <a:lnTo>
                    <a:pt x="78169" y="107386"/>
                  </a:lnTo>
                  <a:lnTo>
                    <a:pt x="78079" y="106491"/>
                  </a:lnTo>
                  <a:lnTo>
                    <a:pt x="77550" y="107938"/>
                  </a:lnTo>
                  <a:lnTo>
                    <a:pt x="76512" y="108729"/>
                  </a:lnTo>
                  <a:lnTo>
                    <a:pt x="75096" y="110396"/>
                  </a:lnTo>
                  <a:lnTo>
                    <a:pt x="74690" y="110053"/>
                  </a:lnTo>
                  <a:lnTo>
                    <a:pt x="74445" y="109418"/>
                  </a:lnTo>
                  <a:lnTo>
                    <a:pt x="74364" y="108760"/>
                  </a:lnTo>
                  <a:lnTo>
                    <a:pt x="74637" y="108057"/>
                  </a:lnTo>
                  <a:lnTo>
                    <a:pt x="74830" y="107311"/>
                  </a:lnTo>
                  <a:lnTo>
                    <a:pt x="75119" y="105524"/>
                  </a:lnTo>
                  <a:lnTo>
                    <a:pt x="75753" y="104471"/>
                  </a:lnTo>
                  <a:lnTo>
                    <a:pt x="76157" y="102432"/>
                  </a:lnTo>
                  <a:lnTo>
                    <a:pt x="76421" y="101705"/>
                  </a:lnTo>
                  <a:lnTo>
                    <a:pt x="76557" y="100979"/>
                  </a:lnTo>
                  <a:lnTo>
                    <a:pt x="76188" y="100157"/>
                  </a:lnTo>
                  <a:lnTo>
                    <a:pt x="75564" y="99877"/>
                  </a:lnTo>
                  <a:lnTo>
                    <a:pt x="75137" y="99378"/>
                  </a:lnTo>
                  <a:lnTo>
                    <a:pt x="74642" y="97994"/>
                  </a:lnTo>
                  <a:lnTo>
                    <a:pt x="74335" y="97526"/>
                  </a:lnTo>
                  <a:lnTo>
                    <a:pt x="73773" y="96958"/>
                  </a:lnTo>
                  <a:lnTo>
                    <a:pt x="73340" y="96296"/>
                  </a:lnTo>
                  <a:lnTo>
                    <a:pt x="73818" y="95797"/>
                  </a:lnTo>
                  <a:lnTo>
                    <a:pt x="74446" y="95597"/>
                  </a:lnTo>
                  <a:lnTo>
                    <a:pt x="74962" y="95628"/>
                  </a:lnTo>
                  <a:lnTo>
                    <a:pt x="75895" y="95939"/>
                  </a:lnTo>
                  <a:lnTo>
                    <a:pt x="76316" y="95957"/>
                  </a:lnTo>
                  <a:lnTo>
                    <a:pt x="77398" y="95444"/>
                  </a:lnTo>
                  <a:lnTo>
                    <a:pt x="76790" y="95602"/>
                  </a:lnTo>
                  <a:lnTo>
                    <a:pt x="76188" y="95586"/>
                  </a:lnTo>
                  <a:lnTo>
                    <a:pt x="74265" y="94690"/>
                  </a:lnTo>
                  <a:lnTo>
                    <a:pt x="73076" y="93762"/>
                  </a:lnTo>
                  <a:lnTo>
                    <a:pt x="71953" y="91903"/>
                  </a:lnTo>
                  <a:lnTo>
                    <a:pt x="71942" y="91543"/>
                  </a:lnTo>
                  <a:lnTo>
                    <a:pt x="72733" y="91206"/>
                  </a:lnTo>
                  <a:lnTo>
                    <a:pt x="74443" y="90813"/>
                  </a:lnTo>
                  <a:lnTo>
                    <a:pt x="73913" y="89865"/>
                  </a:lnTo>
                  <a:lnTo>
                    <a:pt x="73139" y="89038"/>
                  </a:lnTo>
                  <a:lnTo>
                    <a:pt x="72869" y="87567"/>
                  </a:lnTo>
                  <a:lnTo>
                    <a:pt x="72340" y="86658"/>
                  </a:lnTo>
                  <a:lnTo>
                    <a:pt x="71198" y="85170"/>
                  </a:lnTo>
                  <a:lnTo>
                    <a:pt x="70414" y="83630"/>
                  </a:lnTo>
                  <a:lnTo>
                    <a:pt x="69749" y="80494"/>
                  </a:lnTo>
                  <a:lnTo>
                    <a:pt x="69067" y="78129"/>
                  </a:lnTo>
                  <a:lnTo>
                    <a:pt x="69233" y="77271"/>
                  </a:lnTo>
                  <a:lnTo>
                    <a:pt x="69808" y="76660"/>
                  </a:lnTo>
                  <a:lnTo>
                    <a:pt x="68940" y="76589"/>
                  </a:lnTo>
                  <a:lnTo>
                    <a:pt x="68152" y="76149"/>
                  </a:lnTo>
                  <a:lnTo>
                    <a:pt x="68568" y="74997"/>
                  </a:lnTo>
                  <a:lnTo>
                    <a:pt x="69477" y="74317"/>
                  </a:lnTo>
                  <a:lnTo>
                    <a:pt x="68650" y="74491"/>
                  </a:lnTo>
                  <a:lnTo>
                    <a:pt x="67839" y="74824"/>
                  </a:lnTo>
                  <a:lnTo>
                    <a:pt x="67470" y="74886"/>
                  </a:lnTo>
                  <a:lnTo>
                    <a:pt x="67088" y="74784"/>
                  </a:lnTo>
                  <a:lnTo>
                    <a:pt x="66888" y="74321"/>
                  </a:lnTo>
                  <a:lnTo>
                    <a:pt x="66861" y="73664"/>
                  </a:lnTo>
                  <a:lnTo>
                    <a:pt x="66979" y="72505"/>
                  </a:lnTo>
                  <a:lnTo>
                    <a:pt x="66840" y="71382"/>
                  </a:lnTo>
                  <a:lnTo>
                    <a:pt x="66122" y="70857"/>
                  </a:lnTo>
                  <a:lnTo>
                    <a:pt x="65529" y="70055"/>
                  </a:lnTo>
                  <a:lnTo>
                    <a:pt x="65193" y="69758"/>
                  </a:lnTo>
                  <a:lnTo>
                    <a:pt x="64753" y="69781"/>
                  </a:lnTo>
                  <a:lnTo>
                    <a:pt x="64327" y="69244"/>
                  </a:lnTo>
                  <a:lnTo>
                    <a:pt x="63985" y="68465"/>
                  </a:lnTo>
                  <a:lnTo>
                    <a:pt x="59704" y="65093"/>
                  </a:lnTo>
                  <a:lnTo>
                    <a:pt x="59450" y="64131"/>
                  </a:lnTo>
                  <a:lnTo>
                    <a:pt x="59054" y="64553"/>
                  </a:lnTo>
                  <a:lnTo>
                    <a:pt x="58656" y="64759"/>
                  </a:lnTo>
                  <a:lnTo>
                    <a:pt x="58163" y="64206"/>
                  </a:lnTo>
                  <a:lnTo>
                    <a:pt x="57648" y="63838"/>
                  </a:lnTo>
                  <a:lnTo>
                    <a:pt x="57084" y="63898"/>
                  </a:lnTo>
                  <a:lnTo>
                    <a:pt x="56563" y="63600"/>
                  </a:lnTo>
                  <a:lnTo>
                    <a:pt x="56018" y="63430"/>
                  </a:lnTo>
                  <a:lnTo>
                    <a:pt x="55449" y="63402"/>
                  </a:lnTo>
                  <a:lnTo>
                    <a:pt x="53197" y="62364"/>
                  </a:lnTo>
                  <a:lnTo>
                    <a:pt x="51068" y="60726"/>
                  </a:lnTo>
                  <a:lnTo>
                    <a:pt x="49335" y="60020"/>
                  </a:lnTo>
                  <a:lnTo>
                    <a:pt x="48264" y="59101"/>
                  </a:lnTo>
                  <a:lnTo>
                    <a:pt x="47150" y="58349"/>
                  </a:lnTo>
                  <a:lnTo>
                    <a:pt x="44661" y="57618"/>
                  </a:lnTo>
                  <a:lnTo>
                    <a:pt x="42141" y="57125"/>
                  </a:lnTo>
                  <a:lnTo>
                    <a:pt x="41230" y="57107"/>
                  </a:lnTo>
                  <a:lnTo>
                    <a:pt x="40466" y="57265"/>
                  </a:lnTo>
                  <a:lnTo>
                    <a:pt x="39732" y="57231"/>
                  </a:lnTo>
                  <a:lnTo>
                    <a:pt x="35556" y="53670"/>
                  </a:lnTo>
                  <a:lnTo>
                    <a:pt x="34851" y="52048"/>
                  </a:lnTo>
                  <a:lnTo>
                    <a:pt x="34920" y="51100"/>
                  </a:lnTo>
                  <a:lnTo>
                    <a:pt x="35105" y="50314"/>
                  </a:lnTo>
                  <a:lnTo>
                    <a:pt x="36808" y="50087"/>
                  </a:lnTo>
                  <a:lnTo>
                    <a:pt x="35609" y="49859"/>
                  </a:lnTo>
                  <a:lnTo>
                    <a:pt x="35115" y="49967"/>
                  </a:lnTo>
                  <a:lnTo>
                    <a:pt x="34129" y="50611"/>
                  </a:lnTo>
                  <a:lnTo>
                    <a:pt x="33595" y="50656"/>
                  </a:lnTo>
                  <a:lnTo>
                    <a:pt x="32841" y="50228"/>
                  </a:lnTo>
                  <a:lnTo>
                    <a:pt x="32120" y="49689"/>
                  </a:lnTo>
                  <a:lnTo>
                    <a:pt x="30939" y="50189"/>
                  </a:lnTo>
                  <a:lnTo>
                    <a:pt x="30335" y="49369"/>
                  </a:lnTo>
                  <a:lnTo>
                    <a:pt x="30128" y="48505"/>
                  </a:lnTo>
                  <a:lnTo>
                    <a:pt x="29812" y="48110"/>
                  </a:lnTo>
                  <a:lnTo>
                    <a:pt x="29367" y="48151"/>
                  </a:lnTo>
                  <a:lnTo>
                    <a:pt x="28770" y="48462"/>
                  </a:lnTo>
                  <a:lnTo>
                    <a:pt x="28173" y="48406"/>
                  </a:lnTo>
                  <a:lnTo>
                    <a:pt x="27789" y="47815"/>
                  </a:lnTo>
                  <a:lnTo>
                    <a:pt x="27513" y="47041"/>
                  </a:lnTo>
                  <a:lnTo>
                    <a:pt x="27103" y="46487"/>
                  </a:lnTo>
                  <a:lnTo>
                    <a:pt x="26609" y="46063"/>
                  </a:lnTo>
                  <a:lnTo>
                    <a:pt x="25800" y="45058"/>
                  </a:lnTo>
                  <a:lnTo>
                    <a:pt x="25377" y="43685"/>
                  </a:lnTo>
                  <a:lnTo>
                    <a:pt x="25425" y="41309"/>
                  </a:lnTo>
                  <a:lnTo>
                    <a:pt x="25556" y="40458"/>
                  </a:lnTo>
                  <a:lnTo>
                    <a:pt x="26355" y="39074"/>
                  </a:lnTo>
                  <a:lnTo>
                    <a:pt x="26921" y="37761"/>
                  </a:lnTo>
                  <a:lnTo>
                    <a:pt x="26220" y="37615"/>
                  </a:lnTo>
                  <a:lnTo>
                    <a:pt x="25586" y="38217"/>
                  </a:lnTo>
                  <a:lnTo>
                    <a:pt x="25317" y="38836"/>
                  </a:lnTo>
                  <a:lnTo>
                    <a:pt x="25211" y="39585"/>
                  </a:lnTo>
                  <a:lnTo>
                    <a:pt x="25139" y="42079"/>
                  </a:lnTo>
                  <a:lnTo>
                    <a:pt x="24631" y="42801"/>
                  </a:lnTo>
                  <a:lnTo>
                    <a:pt x="23862" y="42742"/>
                  </a:lnTo>
                  <a:lnTo>
                    <a:pt x="24090" y="44200"/>
                  </a:lnTo>
                  <a:lnTo>
                    <a:pt x="23777" y="45582"/>
                  </a:lnTo>
                  <a:lnTo>
                    <a:pt x="22887" y="47208"/>
                  </a:lnTo>
                  <a:lnTo>
                    <a:pt x="22813" y="47948"/>
                  </a:lnTo>
                  <a:lnTo>
                    <a:pt x="22955" y="48749"/>
                  </a:lnTo>
                  <a:lnTo>
                    <a:pt x="22753" y="49536"/>
                  </a:lnTo>
                  <a:lnTo>
                    <a:pt x="21313" y="51814"/>
                  </a:lnTo>
                  <a:lnTo>
                    <a:pt x="20834" y="51923"/>
                  </a:lnTo>
                  <a:lnTo>
                    <a:pt x="19766" y="51908"/>
                  </a:lnTo>
                  <a:lnTo>
                    <a:pt x="18662" y="52269"/>
                  </a:lnTo>
                  <a:lnTo>
                    <a:pt x="18151" y="51739"/>
                  </a:lnTo>
                  <a:lnTo>
                    <a:pt x="17731" y="51048"/>
                  </a:lnTo>
                  <a:lnTo>
                    <a:pt x="17419" y="50232"/>
                  </a:lnTo>
                  <a:lnTo>
                    <a:pt x="16982" y="48547"/>
                  </a:lnTo>
                  <a:lnTo>
                    <a:pt x="16632" y="46811"/>
                  </a:lnTo>
                  <a:lnTo>
                    <a:pt x="17728" y="44682"/>
                  </a:lnTo>
                  <a:lnTo>
                    <a:pt x="17350" y="42757"/>
                  </a:lnTo>
                  <a:lnTo>
                    <a:pt x="16608" y="41106"/>
                  </a:lnTo>
                  <a:lnTo>
                    <a:pt x="14736" y="38819"/>
                  </a:lnTo>
                  <a:lnTo>
                    <a:pt x="12794" y="36649"/>
                  </a:lnTo>
                  <a:lnTo>
                    <a:pt x="11911" y="36208"/>
                  </a:lnTo>
                  <a:lnTo>
                    <a:pt x="10465" y="36015"/>
                  </a:lnTo>
                  <a:lnTo>
                    <a:pt x="10009" y="35805"/>
                  </a:lnTo>
                  <a:lnTo>
                    <a:pt x="9559" y="34989"/>
                  </a:lnTo>
                  <a:lnTo>
                    <a:pt x="9227" y="34048"/>
                  </a:lnTo>
                  <a:lnTo>
                    <a:pt x="10132" y="33643"/>
                  </a:lnTo>
                  <a:lnTo>
                    <a:pt x="11681" y="32539"/>
                  </a:lnTo>
                  <a:lnTo>
                    <a:pt x="12558" y="32592"/>
                  </a:lnTo>
                  <a:lnTo>
                    <a:pt x="14944" y="33191"/>
                  </a:lnTo>
                  <a:lnTo>
                    <a:pt x="15676" y="33736"/>
                  </a:lnTo>
                  <a:lnTo>
                    <a:pt x="16358" y="34055"/>
                  </a:lnTo>
                  <a:lnTo>
                    <a:pt x="17988" y="32229"/>
                  </a:lnTo>
                  <a:lnTo>
                    <a:pt x="19280" y="29847"/>
                  </a:lnTo>
                  <a:lnTo>
                    <a:pt x="20084" y="29330"/>
                  </a:lnTo>
                  <a:lnTo>
                    <a:pt x="20767" y="29155"/>
                  </a:lnTo>
                  <a:lnTo>
                    <a:pt x="21466" y="29385"/>
                  </a:lnTo>
                  <a:lnTo>
                    <a:pt x="22852" y="30218"/>
                  </a:lnTo>
                  <a:lnTo>
                    <a:pt x="23942" y="30604"/>
                  </a:lnTo>
                  <a:lnTo>
                    <a:pt x="24719" y="30681"/>
                  </a:lnTo>
                  <a:lnTo>
                    <a:pt x="25124" y="31426"/>
                  </a:lnTo>
                  <a:lnTo>
                    <a:pt x="25583" y="31761"/>
                  </a:lnTo>
                  <a:lnTo>
                    <a:pt x="25686" y="30637"/>
                  </a:lnTo>
                  <a:lnTo>
                    <a:pt x="26087" y="29335"/>
                  </a:lnTo>
                  <a:lnTo>
                    <a:pt x="26857" y="28930"/>
                  </a:lnTo>
                  <a:lnTo>
                    <a:pt x="27263" y="28838"/>
                  </a:lnTo>
                  <a:lnTo>
                    <a:pt x="27521" y="28501"/>
                  </a:lnTo>
                  <a:lnTo>
                    <a:pt x="27465" y="27296"/>
                  </a:lnTo>
                  <a:lnTo>
                    <a:pt x="26444" y="27145"/>
                  </a:lnTo>
                  <a:lnTo>
                    <a:pt x="26999" y="26112"/>
                  </a:lnTo>
                  <a:lnTo>
                    <a:pt x="27498" y="25610"/>
                  </a:lnTo>
                  <a:lnTo>
                    <a:pt x="27669" y="25106"/>
                  </a:lnTo>
                  <a:lnTo>
                    <a:pt x="27679" y="24472"/>
                  </a:lnTo>
                  <a:lnTo>
                    <a:pt x="25680" y="25687"/>
                  </a:lnTo>
                  <a:lnTo>
                    <a:pt x="23575" y="26195"/>
                  </a:lnTo>
                  <a:lnTo>
                    <a:pt x="22330" y="26058"/>
                  </a:lnTo>
                  <a:lnTo>
                    <a:pt x="21088" y="26040"/>
                  </a:lnTo>
                  <a:lnTo>
                    <a:pt x="18608" y="26851"/>
                  </a:lnTo>
                  <a:lnTo>
                    <a:pt x="17666" y="26818"/>
                  </a:lnTo>
                  <a:lnTo>
                    <a:pt x="15469" y="26490"/>
                  </a:lnTo>
                  <a:lnTo>
                    <a:pt x="14255" y="26096"/>
                  </a:lnTo>
                  <a:lnTo>
                    <a:pt x="13315" y="26402"/>
                  </a:lnTo>
                  <a:lnTo>
                    <a:pt x="12409" y="26428"/>
                  </a:lnTo>
                  <a:lnTo>
                    <a:pt x="11462" y="25501"/>
                  </a:lnTo>
                  <a:lnTo>
                    <a:pt x="10655" y="24337"/>
                  </a:lnTo>
                  <a:lnTo>
                    <a:pt x="10255" y="23512"/>
                  </a:lnTo>
                  <a:lnTo>
                    <a:pt x="9721" y="22914"/>
                  </a:lnTo>
                  <a:lnTo>
                    <a:pt x="9484" y="22108"/>
                  </a:lnTo>
                  <a:lnTo>
                    <a:pt x="8895" y="19073"/>
                  </a:lnTo>
                  <a:lnTo>
                    <a:pt x="8840" y="16907"/>
                  </a:lnTo>
                  <a:lnTo>
                    <a:pt x="7889" y="16864"/>
                  </a:lnTo>
                  <a:lnTo>
                    <a:pt x="6958" y="16650"/>
                  </a:lnTo>
                  <a:lnTo>
                    <a:pt x="2817" y="14589"/>
                  </a:lnTo>
                  <a:lnTo>
                    <a:pt x="2317" y="15094"/>
                  </a:lnTo>
                  <a:lnTo>
                    <a:pt x="1734" y="15354"/>
                  </a:lnTo>
                  <a:lnTo>
                    <a:pt x="1153" y="15451"/>
                  </a:lnTo>
                  <a:lnTo>
                    <a:pt x="575" y="15345"/>
                  </a:lnTo>
                  <a:lnTo>
                    <a:pt x="0" y="15025"/>
                  </a:lnTo>
                  <a:lnTo>
                    <a:pt x="48" y="14457"/>
                  </a:lnTo>
                  <a:lnTo>
                    <a:pt x="475" y="13063"/>
                  </a:lnTo>
                  <a:lnTo>
                    <a:pt x="895" y="12550"/>
                  </a:lnTo>
                  <a:lnTo>
                    <a:pt x="1475" y="12153"/>
                  </a:lnTo>
                  <a:lnTo>
                    <a:pt x="1844" y="11414"/>
                  </a:lnTo>
                  <a:lnTo>
                    <a:pt x="2442" y="9198"/>
                  </a:lnTo>
                  <a:lnTo>
                    <a:pt x="2489" y="8440"/>
                  </a:lnTo>
                  <a:lnTo>
                    <a:pt x="2423" y="7667"/>
                  </a:lnTo>
                  <a:lnTo>
                    <a:pt x="2472" y="7085"/>
                  </a:lnTo>
                  <a:lnTo>
                    <a:pt x="2842" y="6780"/>
                  </a:lnTo>
                  <a:lnTo>
                    <a:pt x="4405" y="6058"/>
                  </a:lnTo>
                  <a:lnTo>
                    <a:pt x="7648" y="4970"/>
                  </a:lnTo>
                  <a:lnTo>
                    <a:pt x="8467" y="4319"/>
                  </a:lnTo>
                  <a:lnTo>
                    <a:pt x="9143" y="3277"/>
                  </a:lnTo>
                  <a:lnTo>
                    <a:pt x="9934" y="2643"/>
                  </a:lnTo>
                  <a:lnTo>
                    <a:pt x="10298" y="2003"/>
                  </a:lnTo>
                  <a:lnTo>
                    <a:pt x="10714" y="1487"/>
                  </a:lnTo>
                  <a:lnTo>
                    <a:pt x="13224" y="111"/>
                  </a:lnTo>
                  <a:lnTo>
                    <a:pt x="14305" y="0"/>
                  </a:lnTo>
                  <a:lnTo>
                    <a:pt x="15413" y="159"/>
                  </a:lnTo>
                  <a:lnTo>
                    <a:pt x="17602" y="975"/>
                  </a:lnTo>
                  <a:lnTo>
                    <a:pt x="19690" y="2292"/>
                  </a:lnTo>
                  <a:lnTo>
                    <a:pt x="21500" y="4020"/>
                  </a:lnTo>
                  <a:lnTo>
                    <a:pt x="23432" y="5282"/>
                  </a:lnTo>
                  <a:lnTo>
                    <a:pt x="25806" y="5494"/>
                  </a:lnTo>
                  <a:lnTo>
                    <a:pt x="27004" y="5355"/>
                  </a:lnTo>
                  <a:lnTo>
                    <a:pt x="28180" y="5535"/>
                  </a:lnTo>
                  <a:lnTo>
                    <a:pt x="28656" y="5889"/>
                  </a:lnTo>
                  <a:lnTo>
                    <a:pt x="29476" y="6964"/>
                  </a:lnTo>
                  <a:lnTo>
                    <a:pt x="29241" y="7669"/>
                  </a:lnTo>
                  <a:lnTo>
                    <a:pt x="29102" y="9127"/>
                  </a:lnTo>
                  <a:lnTo>
                    <a:pt x="29520" y="10530"/>
                  </a:lnTo>
                  <a:lnTo>
                    <a:pt x="30202" y="11934"/>
                  </a:lnTo>
                  <a:lnTo>
                    <a:pt x="30759" y="13433"/>
                  </a:lnTo>
                  <a:lnTo>
                    <a:pt x="30876" y="14164"/>
                  </a:lnTo>
                  <a:lnTo>
                    <a:pt x="30665" y="15714"/>
                  </a:lnTo>
                  <a:lnTo>
                    <a:pt x="30474" y="16481"/>
                  </a:lnTo>
                  <a:lnTo>
                    <a:pt x="29796" y="17760"/>
                  </a:lnTo>
                  <a:lnTo>
                    <a:pt x="29422" y="19157"/>
                  </a:lnTo>
                  <a:lnTo>
                    <a:pt x="29663" y="20880"/>
                  </a:lnTo>
                  <a:lnTo>
                    <a:pt x="29796" y="22613"/>
                  </a:lnTo>
                  <a:lnTo>
                    <a:pt x="29772" y="24205"/>
                  </a:lnTo>
                  <a:lnTo>
                    <a:pt x="29894" y="25772"/>
                  </a:lnTo>
                  <a:lnTo>
                    <a:pt x="30264" y="27360"/>
                  </a:lnTo>
                  <a:lnTo>
                    <a:pt x="31847" y="31710"/>
                  </a:lnTo>
                  <a:lnTo>
                    <a:pt x="32772" y="34658"/>
                  </a:lnTo>
                  <a:lnTo>
                    <a:pt x="33068" y="33011"/>
                  </a:lnTo>
                  <a:lnTo>
                    <a:pt x="32993" y="31181"/>
                  </a:lnTo>
                  <a:lnTo>
                    <a:pt x="33321" y="30520"/>
                  </a:lnTo>
                  <a:lnTo>
                    <a:pt x="33784" y="30169"/>
                  </a:lnTo>
                  <a:lnTo>
                    <a:pt x="34357" y="30535"/>
                  </a:lnTo>
                  <a:lnTo>
                    <a:pt x="34520" y="31276"/>
                  </a:lnTo>
                  <a:lnTo>
                    <a:pt x="34561" y="32894"/>
                  </a:lnTo>
                  <a:lnTo>
                    <a:pt x="35064" y="36071"/>
                  </a:lnTo>
                  <a:lnTo>
                    <a:pt x="35704" y="36216"/>
                  </a:lnTo>
                  <a:lnTo>
                    <a:pt x="36400" y="35730"/>
                  </a:lnTo>
                  <a:lnTo>
                    <a:pt x="36513" y="36701"/>
                  </a:lnTo>
                  <a:lnTo>
                    <a:pt x="36488" y="38498"/>
                  </a:lnTo>
                  <a:lnTo>
                    <a:pt x="36811" y="39924"/>
                  </a:lnTo>
                  <a:lnTo>
                    <a:pt x="37098" y="40482"/>
                  </a:lnTo>
                  <a:lnTo>
                    <a:pt x="38235" y="41643"/>
                  </a:lnTo>
                  <a:lnTo>
                    <a:pt x="38754" y="41858"/>
                  </a:lnTo>
                  <a:lnTo>
                    <a:pt x="40261" y="42137"/>
                  </a:lnTo>
                  <a:lnTo>
                    <a:pt x="41397" y="42226"/>
                  </a:lnTo>
                  <a:lnTo>
                    <a:pt x="42485" y="41810"/>
                  </a:lnTo>
                  <a:lnTo>
                    <a:pt x="43187" y="40745"/>
                  </a:lnTo>
                  <a:lnTo>
                    <a:pt x="43820" y="39592"/>
                  </a:lnTo>
                  <a:lnTo>
                    <a:pt x="46010" y="36931"/>
                  </a:lnTo>
                  <a:lnTo>
                    <a:pt x="46644" y="35659"/>
                  </a:lnTo>
                  <a:lnTo>
                    <a:pt x="47255" y="33709"/>
                  </a:lnTo>
                  <a:lnTo>
                    <a:pt x="47465" y="33291"/>
                  </a:lnTo>
                  <a:lnTo>
                    <a:pt x="49644" y="31182"/>
                  </a:lnTo>
                  <a:lnTo>
                    <a:pt x="49892" y="30434"/>
                  </a:lnTo>
                  <a:lnTo>
                    <a:pt x="50205" y="28986"/>
                  </a:lnTo>
                  <a:lnTo>
                    <a:pt x="50677" y="27585"/>
                  </a:lnTo>
                  <a:lnTo>
                    <a:pt x="51031" y="26861"/>
                  </a:lnTo>
                  <a:lnTo>
                    <a:pt x="53135" y="26178"/>
                  </a:lnTo>
                  <a:lnTo>
                    <a:pt x="55320" y="25806"/>
                  </a:lnTo>
                  <a:lnTo>
                    <a:pt x="57485" y="24515"/>
                  </a:lnTo>
                  <a:lnTo>
                    <a:pt x="58422" y="23404"/>
                  </a:lnTo>
                  <a:lnTo>
                    <a:pt x="58466" y="22674"/>
                  </a:lnTo>
                  <a:lnTo>
                    <a:pt x="57990" y="21393"/>
                  </a:lnTo>
                  <a:lnTo>
                    <a:pt x="57971" y="20830"/>
                  </a:lnTo>
                  <a:lnTo>
                    <a:pt x="58473" y="20289"/>
                  </a:lnTo>
                  <a:lnTo>
                    <a:pt x="60404" y="18664"/>
                  </a:lnTo>
                  <a:lnTo>
                    <a:pt x="62637" y="16993"/>
                  </a:lnTo>
                  <a:lnTo>
                    <a:pt x="64431" y="15841"/>
                  </a:lnTo>
                  <a:lnTo>
                    <a:pt x="65423" y="15849"/>
                  </a:lnTo>
                  <a:lnTo>
                    <a:pt x="66338" y="16864"/>
                  </a:lnTo>
                  <a:lnTo>
                    <a:pt x="67313" y="17692"/>
                  </a:lnTo>
                  <a:lnTo>
                    <a:pt x="72412" y="20135"/>
                  </a:lnTo>
                  <a:lnTo>
                    <a:pt x="73228" y="20894"/>
                  </a:lnTo>
                  <a:lnTo>
                    <a:pt x="73941" y="21902"/>
                  </a:lnTo>
                  <a:lnTo>
                    <a:pt x="74960" y="22601"/>
                  </a:lnTo>
                  <a:lnTo>
                    <a:pt x="76098" y="22939"/>
                  </a:lnTo>
                  <a:lnTo>
                    <a:pt x="77133" y="23591"/>
                  </a:lnTo>
                  <a:lnTo>
                    <a:pt x="78115" y="24433"/>
                  </a:lnTo>
                  <a:lnTo>
                    <a:pt x="80283" y="26003"/>
                  </a:lnTo>
                  <a:lnTo>
                    <a:pt x="83195" y="27906"/>
                  </a:lnTo>
                  <a:lnTo>
                    <a:pt x="83940" y="28021"/>
                  </a:lnTo>
                  <a:lnTo>
                    <a:pt x="86648" y="27931"/>
                  </a:lnTo>
                  <a:lnTo>
                    <a:pt x="87116" y="28289"/>
                  </a:lnTo>
                  <a:lnTo>
                    <a:pt x="87560" y="28796"/>
                  </a:lnTo>
                  <a:lnTo>
                    <a:pt x="87973" y="28913"/>
                  </a:lnTo>
                  <a:lnTo>
                    <a:pt x="91075" y="29267"/>
                  </a:lnTo>
                  <a:lnTo>
                    <a:pt x="91553" y="29633"/>
                  </a:lnTo>
                  <a:lnTo>
                    <a:pt x="92002" y="30136"/>
                  </a:lnTo>
                  <a:lnTo>
                    <a:pt x="92257" y="3151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5008923" y="2423221"/>
              <a:ext cx="3150" cy="4518"/>
            </a:xfrm>
            <a:custGeom>
              <a:avLst/>
              <a:pathLst>
                <a:path w="3150" h="4518">
                  <a:moveTo>
                    <a:pt x="2053" y="0"/>
                  </a:moveTo>
                  <a:lnTo>
                    <a:pt x="2938" y="1355"/>
                  </a:lnTo>
                  <a:lnTo>
                    <a:pt x="3150" y="1840"/>
                  </a:lnTo>
                  <a:lnTo>
                    <a:pt x="2713" y="2592"/>
                  </a:lnTo>
                  <a:lnTo>
                    <a:pt x="2359" y="3654"/>
                  </a:lnTo>
                  <a:lnTo>
                    <a:pt x="2159" y="3880"/>
                  </a:lnTo>
                  <a:lnTo>
                    <a:pt x="1482" y="3473"/>
                  </a:lnTo>
                  <a:lnTo>
                    <a:pt x="1003" y="4518"/>
                  </a:lnTo>
                  <a:lnTo>
                    <a:pt x="687" y="2850"/>
                  </a:lnTo>
                  <a:lnTo>
                    <a:pt x="0" y="1793"/>
                  </a:lnTo>
                  <a:lnTo>
                    <a:pt x="427" y="712"/>
                  </a:lnTo>
                  <a:lnTo>
                    <a:pt x="582" y="634"/>
                  </a:lnTo>
                  <a:lnTo>
                    <a:pt x="790" y="668"/>
                  </a:lnTo>
                  <a:lnTo>
                    <a:pt x="1007" y="95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5226900" y="2422830"/>
              <a:ext cx="5516" cy="8048"/>
            </a:xfrm>
            <a:custGeom>
              <a:avLst/>
              <a:pathLst>
                <a:path w="5516" h="8048">
                  <a:moveTo>
                    <a:pt x="2553" y="171"/>
                  </a:moveTo>
                  <a:lnTo>
                    <a:pt x="3645" y="2255"/>
                  </a:lnTo>
                  <a:lnTo>
                    <a:pt x="2913" y="4233"/>
                  </a:lnTo>
                  <a:lnTo>
                    <a:pt x="3420" y="5339"/>
                  </a:lnTo>
                  <a:lnTo>
                    <a:pt x="4798" y="5408"/>
                  </a:lnTo>
                  <a:lnTo>
                    <a:pt x="5116" y="5822"/>
                  </a:lnTo>
                  <a:lnTo>
                    <a:pt x="5356" y="6321"/>
                  </a:lnTo>
                  <a:lnTo>
                    <a:pt x="5516" y="7002"/>
                  </a:lnTo>
                  <a:lnTo>
                    <a:pt x="5158" y="7547"/>
                  </a:lnTo>
                  <a:lnTo>
                    <a:pt x="4390" y="8048"/>
                  </a:lnTo>
                  <a:lnTo>
                    <a:pt x="3505" y="7328"/>
                  </a:lnTo>
                  <a:lnTo>
                    <a:pt x="3271" y="6657"/>
                  </a:lnTo>
                  <a:lnTo>
                    <a:pt x="3091" y="6407"/>
                  </a:lnTo>
                  <a:lnTo>
                    <a:pt x="1899" y="6915"/>
                  </a:lnTo>
                  <a:lnTo>
                    <a:pt x="1566" y="6964"/>
                  </a:lnTo>
                  <a:lnTo>
                    <a:pt x="1335" y="6031"/>
                  </a:lnTo>
                  <a:lnTo>
                    <a:pt x="1623" y="4691"/>
                  </a:lnTo>
                  <a:lnTo>
                    <a:pt x="789" y="4086"/>
                  </a:lnTo>
                  <a:lnTo>
                    <a:pt x="27" y="2701"/>
                  </a:lnTo>
                  <a:lnTo>
                    <a:pt x="0" y="2142"/>
                  </a:lnTo>
                  <a:lnTo>
                    <a:pt x="306" y="1175"/>
                  </a:lnTo>
                  <a:lnTo>
                    <a:pt x="265" y="407"/>
                  </a:lnTo>
                  <a:lnTo>
                    <a:pt x="701" y="348"/>
                  </a:lnTo>
                  <a:lnTo>
                    <a:pt x="1495" y="1390"/>
                  </a:lnTo>
                  <a:lnTo>
                    <a:pt x="1841" y="408"/>
                  </a:lnTo>
                  <a:lnTo>
                    <a:pt x="2178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5225077" y="2422120"/>
              <a:ext cx="1756" cy="3702"/>
            </a:xfrm>
            <a:custGeom>
              <a:avLst/>
              <a:pathLst>
                <a:path w="1756" h="3702">
                  <a:moveTo>
                    <a:pt x="1376" y="3341"/>
                  </a:moveTo>
                  <a:lnTo>
                    <a:pt x="784" y="3702"/>
                  </a:lnTo>
                  <a:lnTo>
                    <a:pt x="139" y="3692"/>
                  </a:lnTo>
                  <a:lnTo>
                    <a:pt x="0" y="2205"/>
                  </a:lnTo>
                  <a:lnTo>
                    <a:pt x="208" y="318"/>
                  </a:lnTo>
                  <a:lnTo>
                    <a:pt x="806" y="0"/>
                  </a:lnTo>
                  <a:lnTo>
                    <a:pt x="1756" y="399"/>
                  </a:lnTo>
                  <a:lnTo>
                    <a:pt x="1406" y="877"/>
                  </a:lnTo>
                  <a:lnTo>
                    <a:pt x="1666" y="188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5001395" y="2421726"/>
              <a:ext cx="2865" cy="2167"/>
            </a:xfrm>
            <a:custGeom>
              <a:avLst/>
              <a:pathLst>
                <a:path w="2865" h="2167">
                  <a:moveTo>
                    <a:pt x="2603" y="1679"/>
                  </a:moveTo>
                  <a:lnTo>
                    <a:pt x="1372" y="2167"/>
                  </a:lnTo>
                  <a:lnTo>
                    <a:pt x="0" y="1814"/>
                  </a:lnTo>
                  <a:lnTo>
                    <a:pt x="167" y="975"/>
                  </a:lnTo>
                  <a:lnTo>
                    <a:pt x="828" y="0"/>
                  </a:lnTo>
                  <a:lnTo>
                    <a:pt x="1415" y="42"/>
                  </a:lnTo>
                  <a:lnTo>
                    <a:pt x="2484" y="685"/>
                  </a:lnTo>
                  <a:lnTo>
                    <a:pt x="2865" y="125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5254711" y="2418610"/>
              <a:ext cx="10436" cy="6133"/>
            </a:xfrm>
            <a:custGeom>
              <a:avLst/>
              <a:pathLst>
                <a:path w="10436" h="6133">
                  <a:moveTo>
                    <a:pt x="5455" y="0"/>
                  </a:moveTo>
                  <a:lnTo>
                    <a:pt x="7094" y="592"/>
                  </a:lnTo>
                  <a:lnTo>
                    <a:pt x="7466" y="499"/>
                  </a:lnTo>
                  <a:lnTo>
                    <a:pt x="9841" y="2032"/>
                  </a:lnTo>
                  <a:lnTo>
                    <a:pt x="10220" y="2792"/>
                  </a:lnTo>
                  <a:lnTo>
                    <a:pt x="10086" y="3305"/>
                  </a:lnTo>
                  <a:lnTo>
                    <a:pt x="10436" y="3992"/>
                  </a:lnTo>
                  <a:lnTo>
                    <a:pt x="9658" y="5043"/>
                  </a:lnTo>
                  <a:lnTo>
                    <a:pt x="9283" y="5160"/>
                  </a:lnTo>
                  <a:lnTo>
                    <a:pt x="8903" y="4768"/>
                  </a:lnTo>
                  <a:lnTo>
                    <a:pt x="8146" y="4546"/>
                  </a:lnTo>
                  <a:lnTo>
                    <a:pt x="7272" y="4974"/>
                  </a:lnTo>
                  <a:lnTo>
                    <a:pt x="6715" y="4651"/>
                  </a:lnTo>
                  <a:lnTo>
                    <a:pt x="6244" y="3687"/>
                  </a:lnTo>
                  <a:lnTo>
                    <a:pt x="5409" y="3101"/>
                  </a:lnTo>
                  <a:lnTo>
                    <a:pt x="4227" y="1067"/>
                  </a:lnTo>
                  <a:lnTo>
                    <a:pt x="3647" y="1141"/>
                  </a:lnTo>
                  <a:lnTo>
                    <a:pt x="3799" y="1936"/>
                  </a:lnTo>
                  <a:lnTo>
                    <a:pt x="4301" y="2461"/>
                  </a:lnTo>
                  <a:lnTo>
                    <a:pt x="4963" y="4007"/>
                  </a:lnTo>
                  <a:lnTo>
                    <a:pt x="5344" y="4157"/>
                  </a:lnTo>
                  <a:lnTo>
                    <a:pt x="5738" y="4103"/>
                  </a:lnTo>
                  <a:lnTo>
                    <a:pt x="6268" y="4746"/>
                  </a:lnTo>
                  <a:lnTo>
                    <a:pt x="6240" y="5745"/>
                  </a:lnTo>
                  <a:lnTo>
                    <a:pt x="4858" y="6133"/>
                  </a:lnTo>
                  <a:lnTo>
                    <a:pt x="4382" y="5404"/>
                  </a:lnTo>
                  <a:lnTo>
                    <a:pt x="4276" y="4079"/>
                  </a:lnTo>
                  <a:lnTo>
                    <a:pt x="3499" y="4526"/>
                  </a:lnTo>
                  <a:lnTo>
                    <a:pt x="3200" y="4989"/>
                  </a:lnTo>
                  <a:lnTo>
                    <a:pt x="2972" y="5053"/>
                  </a:lnTo>
                  <a:lnTo>
                    <a:pt x="2456" y="3672"/>
                  </a:lnTo>
                  <a:lnTo>
                    <a:pt x="982" y="3601"/>
                  </a:lnTo>
                  <a:lnTo>
                    <a:pt x="0" y="2867"/>
                  </a:lnTo>
                  <a:lnTo>
                    <a:pt x="483" y="2100"/>
                  </a:lnTo>
                  <a:lnTo>
                    <a:pt x="551" y="1358"/>
                  </a:lnTo>
                  <a:lnTo>
                    <a:pt x="1190" y="958"/>
                  </a:lnTo>
                  <a:lnTo>
                    <a:pt x="1838" y="1316"/>
                  </a:lnTo>
                  <a:lnTo>
                    <a:pt x="2488" y="781"/>
                  </a:lnTo>
                  <a:lnTo>
                    <a:pt x="2948" y="918"/>
                  </a:lnTo>
                  <a:lnTo>
                    <a:pt x="3289" y="576"/>
                  </a:lnTo>
                  <a:lnTo>
                    <a:pt x="4595" y="35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4952656" y="2418454"/>
              <a:ext cx="2218" cy="8144"/>
            </a:xfrm>
            <a:custGeom>
              <a:avLst/>
              <a:pathLst>
                <a:path w="2218" h="8144">
                  <a:moveTo>
                    <a:pt x="1415" y="7497"/>
                  </a:moveTo>
                  <a:lnTo>
                    <a:pt x="851" y="8144"/>
                  </a:lnTo>
                  <a:lnTo>
                    <a:pt x="0" y="7516"/>
                  </a:lnTo>
                  <a:lnTo>
                    <a:pt x="286" y="6624"/>
                  </a:lnTo>
                  <a:lnTo>
                    <a:pt x="426" y="5389"/>
                  </a:lnTo>
                  <a:lnTo>
                    <a:pt x="937" y="4408"/>
                  </a:lnTo>
                  <a:lnTo>
                    <a:pt x="1111" y="3257"/>
                  </a:lnTo>
                  <a:lnTo>
                    <a:pt x="125" y="109"/>
                  </a:lnTo>
                  <a:lnTo>
                    <a:pt x="613" y="0"/>
                  </a:lnTo>
                  <a:lnTo>
                    <a:pt x="1000" y="343"/>
                  </a:lnTo>
                  <a:lnTo>
                    <a:pt x="1652" y="2437"/>
                  </a:lnTo>
                  <a:lnTo>
                    <a:pt x="2218" y="3691"/>
                  </a:lnTo>
                  <a:lnTo>
                    <a:pt x="1991" y="539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5010720" y="2418305"/>
              <a:ext cx="5282" cy="4757"/>
            </a:xfrm>
            <a:custGeom>
              <a:avLst/>
              <a:pathLst>
                <a:path w="5282" h="4757">
                  <a:moveTo>
                    <a:pt x="3136" y="2701"/>
                  </a:moveTo>
                  <a:lnTo>
                    <a:pt x="3410" y="2931"/>
                  </a:lnTo>
                  <a:lnTo>
                    <a:pt x="3747" y="2208"/>
                  </a:lnTo>
                  <a:lnTo>
                    <a:pt x="4370" y="3200"/>
                  </a:lnTo>
                  <a:lnTo>
                    <a:pt x="4755" y="3696"/>
                  </a:lnTo>
                  <a:lnTo>
                    <a:pt x="5282" y="4191"/>
                  </a:lnTo>
                  <a:lnTo>
                    <a:pt x="4763" y="4215"/>
                  </a:lnTo>
                  <a:lnTo>
                    <a:pt x="4554" y="4668"/>
                  </a:lnTo>
                  <a:lnTo>
                    <a:pt x="4420" y="4757"/>
                  </a:lnTo>
                  <a:lnTo>
                    <a:pt x="2414" y="3158"/>
                  </a:lnTo>
                  <a:lnTo>
                    <a:pt x="1130" y="3672"/>
                  </a:lnTo>
                  <a:lnTo>
                    <a:pt x="250" y="3205"/>
                  </a:lnTo>
                  <a:lnTo>
                    <a:pt x="0" y="2885"/>
                  </a:lnTo>
                  <a:lnTo>
                    <a:pt x="473" y="2009"/>
                  </a:lnTo>
                  <a:lnTo>
                    <a:pt x="904" y="0"/>
                  </a:lnTo>
                  <a:lnTo>
                    <a:pt x="1784" y="504"/>
                  </a:lnTo>
                  <a:lnTo>
                    <a:pt x="1999" y="1123"/>
                  </a:lnTo>
                  <a:lnTo>
                    <a:pt x="1945" y="1307"/>
                  </a:lnTo>
                  <a:lnTo>
                    <a:pt x="2520" y="168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5245932" y="2417919"/>
              <a:ext cx="2271" cy="3281"/>
            </a:xfrm>
            <a:custGeom>
              <a:avLst/>
              <a:pathLst>
                <a:path w="2271" h="3281">
                  <a:moveTo>
                    <a:pt x="2271" y="3241"/>
                  </a:moveTo>
                  <a:lnTo>
                    <a:pt x="1862" y="3281"/>
                  </a:lnTo>
                  <a:lnTo>
                    <a:pt x="1517" y="2466"/>
                  </a:lnTo>
                  <a:lnTo>
                    <a:pt x="580" y="1559"/>
                  </a:lnTo>
                  <a:lnTo>
                    <a:pt x="0" y="0"/>
                  </a:lnTo>
                  <a:lnTo>
                    <a:pt x="2206" y="257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5227843" y="2416564"/>
              <a:ext cx="535" cy="2499"/>
            </a:xfrm>
            <a:custGeom>
              <a:avLst/>
              <a:pathLst>
                <a:path w="535" h="2499">
                  <a:moveTo>
                    <a:pt x="535" y="2070"/>
                  </a:moveTo>
                  <a:lnTo>
                    <a:pt x="490" y="2499"/>
                  </a:lnTo>
                  <a:lnTo>
                    <a:pt x="199" y="1900"/>
                  </a:lnTo>
                  <a:lnTo>
                    <a:pt x="0" y="1757"/>
                  </a:lnTo>
                  <a:lnTo>
                    <a:pt x="215" y="253"/>
                  </a:lnTo>
                  <a:lnTo>
                    <a:pt x="326" y="0"/>
                  </a:lnTo>
                  <a:lnTo>
                    <a:pt x="497" y="102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5011214" y="2415316"/>
              <a:ext cx="1882" cy="2753"/>
            </a:xfrm>
            <a:custGeom>
              <a:avLst/>
              <a:pathLst>
                <a:path w="1882" h="2753">
                  <a:moveTo>
                    <a:pt x="1798" y="2406"/>
                  </a:moveTo>
                  <a:lnTo>
                    <a:pt x="1882" y="2753"/>
                  </a:lnTo>
                  <a:lnTo>
                    <a:pt x="1434" y="2362"/>
                  </a:lnTo>
                  <a:lnTo>
                    <a:pt x="1165" y="2126"/>
                  </a:lnTo>
                  <a:lnTo>
                    <a:pt x="986" y="1908"/>
                  </a:lnTo>
                  <a:lnTo>
                    <a:pt x="0" y="0"/>
                  </a:lnTo>
                  <a:lnTo>
                    <a:pt x="422" y="122"/>
                  </a:lnTo>
                  <a:lnTo>
                    <a:pt x="1519" y="179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4998350" y="2408793"/>
              <a:ext cx="1471" cy="2281"/>
            </a:xfrm>
            <a:custGeom>
              <a:avLst/>
              <a:pathLst>
                <a:path w="1471" h="2281">
                  <a:moveTo>
                    <a:pt x="1371" y="2201"/>
                  </a:moveTo>
                  <a:lnTo>
                    <a:pt x="308" y="2281"/>
                  </a:lnTo>
                  <a:lnTo>
                    <a:pt x="0" y="2101"/>
                  </a:lnTo>
                  <a:lnTo>
                    <a:pt x="130" y="790"/>
                  </a:lnTo>
                  <a:lnTo>
                    <a:pt x="452" y="0"/>
                  </a:lnTo>
                  <a:lnTo>
                    <a:pt x="933" y="15"/>
                  </a:lnTo>
                  <a:lnTo>
                    <a:pt x="1471" y="119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227523" y="2408170"/>
              <a:ext cx="785" cy="1527"/>
            </a:xfrm>
            <a:custGeom>
              <a:avLst/>
              <a:pathLst>
                <a:path w="785" h="1527">
                  <a:moveTo>
                    <a:pt x="537" y="1426"/>
                  </a:moveTo>
                  <a:lnTo>
                    <a:pt x="101" y="1527"/>
                  </a:lnTo>
                  <a:lnTo>
                    <a:pt x="0" y="965"/>
                  </a:lnTo>
                  <a:lnTo>
                    <a:pt x="186" y="11"/>
                  </a:lnTo>
                  <a:lnTo>
                    <a:pt x="585" y="0"/>
                  </a:lnTo>
                  <a:lnTo>
                    <a:pt x="753" y="152"/>
                  </a:lnTo>
                  <a:lnTo>
                    <a:pt x="785" y="85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226799" y="2406529"/>
              <a:ext cx="815" cy="1444"/>
            </a:xfrm>
            <a:custGeom>
              <a:avLst/>
              <a:pathLst>
                <a:path w="815" h="1444">
                  <a:moveTo>
                    <a:pt x="815" y="986"/>
                  </a:moveTo>
                  <a:lnTo>
                    <a:pt x="491" y="1444"/>
                  </a:lnTo>
                  <a:lnTo>
                    <a:pt x="185" y="1291"/>
                  </a:lnTo>
                  <a:lnTo>
                    <a:pt x="0" y="698"/>
                  </a:lnTo>
                  <a:lnTo>
                    <a:pt x="60" y="272"/>
                  </a:lnTo>
                  <a:lnTo>
                    <a:pt x="316" y="0"/>
                  </a:lnTo>
                  <a:lnTo>
                    <a:pt x="637" y="20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000289" y="2406424"/>
              <a:ext cx="1447" cy="3050"/>
            </a:xfrm>
            <a:custGeom>
              <a:avLst/>
              <a:pathLst>
                <a:path w="1447" h="3050">
                  <a:moveTo>
                    <a:pt x="1000" y="2861"/>
                  </a:moveTo>
                  <a:lnTo>
                    <a:pt x="806" y="3050"/>
                  </a:lnTo>
                  <a:lnTo>
                    <a:pt x="0" y="1279"/>
                  </a:lnTo>
                  <a:lnTo>
                    <a:pt x="201" y="257"/>
                  </a:lnTo>
                  <a:lnTo>
                    <a:pt x="394" y="0"/>
                  </a:lnTo>
                  <a:lnTo>
                    <a:pt x="838" y="621"/>
                  </a:lnTo>
                  <a:lnTo>
                    <a:pt x="1190" y="1275"/>
                  </a:lnTo>
                  <a:lnTo>
                    <a:pt x="1447" y="204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5004031" y="2406120"/>
              <a:ext cx="888" cy="1661"/>
            </a:xfrm>
            <a:custGeom>
              <a:avLst/>
              <a:pathLst>
                <a:path w="888" h="1661">
                  <a:moveTo>
                    <a:pt x="837" y="1259"/>
                  </a:moveTo>
                  <a:lnTo>
                    <a:pt x="888" y="1661"/>
                  </a:lnTo>
                  <a:lnTo>
                    <a:pt x="22" y="856"/>
                  </a:lnTo>
                  <a:lnTo>
                    <a:pt x="0" y="272"/>
                  </a:lnTo>
                  <a:lnTo>
                    <a:pt x="112" y="0"/>
                  </a:lnTo>
                  <a:lnTo>
                    <a:pt x="630" y="62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5007419" y="2405386"/>
              <a:ext cx="1335" cy="1940"/>
            </a:xfrm>
            <a:custGeom>
              <a:avLst/>
              <a:pathLst>
                <a:path w="1335" h="1940">
                  <a:moveTo>
                    <a:pt x="1335" y="1534"/>
                  </a:moveTo>
                  <a:lnTo>
                    <a:pt x="743" y="1940"/>
                  </a:lnTo>
                  <a:lnTo>
                    <a:pt x="0" y="666"/>
                  </a:lnTo>
                  <a:lnTo>
                    <a:pt x="27" y="369"/>
                  </a:lnTo>
                  <a:lnTo>
                    <a:pt x="96" y="145"/>
                  </a:lnTo>
                  <a:lnTo>
                    <a:pt x="232" y="0"/>
                  </a:lnTo>
                  <a:lnTo>
                    <a:pt x="684" y="659"/>
                  </a:lnTo>
                  <a:lnTo>
                    <a:pt x="1219" y="89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4991864" y="2402788"/>
              <a:ext cx="5426" cy="5887"/>
            </a:xfrm>
            <a:custGeom>
              <a:avLst/>
              <a:pathLst>
                <a:path w="5426" h="5887">
                  <a:moveTo>
                    <a:pt x="5426" y="5350"/>
                  </a:moveTo>
                  <a:lnTo>
                    <a:pt x="5249" y="5887"/>
                  </a:lnTo>
                  <a:lnTo>
                    <a:pt x="4896" y="5491"/>
                  </a:lnTo>
                  <a:lnTo>
                    <a:pt x="3049" y="4890"/>
                  </a:lnTo>
                  <a:lnTo>
                    <a:pt x="2427" y="4823"/>
                  </a:lnTo>
                  <a:lnTo>
                    <a:pt x="829" y="4165"/>
                  </a:lnTo>
                  <a:lnTo>
                    <a:pt x="345" y="3815"/>
                  </a:lnTo>
                  <a:lnTo>
                    <a:pt x="0" y="3357"/>
                  </a:lnTo>
                  <a:lnTo>
                    <a:pt x="118" y="2508"/>
                  </a:lnTo>
                  <a:lnTo>
                    <a:pt x="354" y="1999"/>
                  </a:lnTo>
                  <a:lnTo>
                    <a:pt x="498" y="578"/>
                  </a:lnTo>
                  <a:lnTo>
                    <a:pt x="901" y="0"/>
                  </a:lnTo>
                  <a:lnTo>
                    <a:pt x="1696" y="1057"/>
                  </a:lnTo>
                  <a:lnTo>
                    <a:pt x="2575" y="1966"/>
                  </a:lnTo>
                  <a:lnTo>
                    <a:pt x="3085" y="2382"/>
                  </a:lnTo>
                  <a:lnTo>
                    <a:pt x="4637" y="3312"/>
                  </a:lnTo>
                  <a:lnTo>
                    <a:pt x="5189" y="377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5000014" y="2402741"/>
              <a:ext cx="1080" cy="1956"/>
            </a:xfrm>
            <a:custGeom>
              <a:avLst/>
              <a:pathLst>
                <a:path w="1080" h="1956">
                  <a:moveTo>
                    <a:pt x="1026" y="1189"/>
                  </a:moveTo>
                  <a:lnTo>
                    <a:pt x="1080" y="1956"/>
                  </a:lnTo>
                  <a:lnTo>
                    <a:pt x="452" y="1768"/>
                  </a:lnTo>
                  <a:lnTo>
                    <a:pt x="0" y="869"/>
                  </a:lnTo>
                  <a:lnTo>
                    <a:pt x="374" y="228"/>
                  </a:lnTo>
                  <a:lnTo>
                    <a:pt x="610" y="0"/>
                  </a:lnTo>
                  <a:lnTo>
                    <a:pt x="846" y="85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4994209" y="2402297"/>
              <a:ext cx="4395" cy="4516"/>
            </a:xfrm>
            <a:custGeom>
              <a:avLst/>
              <a:pathLst>
                <a:path w="4395" h="4516">
                  <a:moveTo>
                    <a:pt x="4395" y="4118"/>
                  </a:moveTo>
                  <a:lnTo>
                    <a:pt x="4118" y="4516"/>
                  </a:lnTo>
                  <a:lnTo>
                    <a:pt x="3641" y="4426"/>
                  </a:lnTo>
                  <a:lnTo>
                    <a:pt x="3136" y="3953"/>
                  </a:lnTo>
                  <a:lnTo>
                    <a:pt x="2479" y="3107"/>
                  </a:lnTo>
                  <a:lnTo>
                    <a:pt x="1745" y="2353"/>
                  </a:lnTo>
                  <a:lnTo>
                    <a:pt x="814" y="1876"/>
                  </a:lnTo>
                  <a:lnTo>
                    <a:pt x="232" y="1732"/>
                  </a:lnTo>
                  <a:lnTo>
                    <a:pt x="0" y="1558"/>
                  </a:lnTo>
                  <a:lnTo>
                    <a:pt x="224" y="92"/>
                  </a:lnTo>
                  <a:lnTo>
                    <a:pt x="835" y="0"/>
                  </a:lnTo>
                  <a:lnTo>
                    <a:pt x="2815" y="1362"/>
                  </a:lnTo>
                  <a:lnTo>
                    <a:pt x="3460" y="210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5005850" y="2402086"/>
              <a:ext cx="1964" cy="2664"/>
            </a:xfrm>
            <a:custGeom>
              <a:avLst/>
              <a:pathLst>
                <a:path w="1964" h="2664">
                  <a:moveTo>
                    <a:pt x="875" y="0"/>
                  </a:moveTo>
                  <a:lnTo>
                    <a:pt x="1474" y="607"/>
                  </a:lnTo>
                  <a:lnTo>
                    <a:pt x="1964" y="209"/>
                  </a:lnTo>
                  <a:lnTo>
                    <a:pt x="1944" y="730"/>
                  </a:lnTo>
                  <a:lnTo>
                    <a:pt x="1845" y="1229"/>
                  </a:lnTo>
                  <a:lnTo>
                    <a:pt x="1266" y="2664"/>
                  </a:lnTo>
                  <a:lnTo>
                    <a:pt x="296" y="2333"/>
                  </a:lnTo>
                  <a:lnTo>
                    <a:pt x="72" y="1870"/>
                  </a:lnTo>
                  <a:lnTo>
                    <a:pt x="0" y="1522"/>
                  </a:lnTo>
                  <a:lnTo>
                    <a:pt x="139" y="1304"/>
                  </a:lnTo>
                  <a:lnTo>
                    <a:pt x="218" y="601"/>
                  </a:lnTo>
                  <a:lnTo>
                    <a:pt x="639" y="60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5008802" y="2401590"/>
              <a:ext cx="3960" cy="5358"/>
            </a:xfrm>
            <a:custGeom>
              <a:avLst/>
              <a:pathLst>
                <a:path w="3960" h="5358">
                  <a:moveTo>
                    <a:pt x="3227" y="0"/>
                  </a:moveTo>
                  <a:lnTo>
                    <a:pt x="3280" y="1046"/>
                  </a:lnTo>
                  <a:lnTo>
                    <a:pt x="3821" y="1555"/>
                  </a:lnTo>
                  <a:lnTo>
                    <a:pt x="3960" y="2323"/>
                  </a:lnTo>
                  <a:lnTo>
                    <a:pt x="3865" y="3557"/>
                  </a:lnTo>
                  <a:lnTo>
                    <a:pt x="3357" y="4981"/>
                  </a:lnTo>
                  <a:lnTo>
                    <a:pt x="3131" y="5358"/>
                  </a:lnTo>
                  <a:lnTo>
                    <a:pt x="2460" y="5069"/>
                  </a:lnTo>
                  <a:lnTo>
                    <a:pt x="2236" y="4593"/>
                  </a:lnTo>
                  <a:lnTo>
                    <a:pt x="2147" y="4221"/>
                  </a:lnTo>
                  <a:lnTo>
                    <a:pt x="2240" y="3955"/>
                  </a:lnTo>
                  <a:lnTo>
                    <a:pt x="1744" y="3621"/>
                  </a:lnTo>
                  <a:lnTo>
                    <a:pt x="2063" y="3076"/>
                  </a:lnTo>
                  <a:lnTo>
                    <a:pt x="1844" y="2310"/>
                  </a:lnTo>
                  <a:lnTo>
                    <a:pt x="470" y="2789"/>
                  </a:lnTo>
                  <a:lnTo>
                    <a:pt x="72" y="2806"/>
                  </a:lnTo>
                  <a:lnTo>
                    <a:pt x="0" y="1934"/>
                  </a:lnTo>
                  <a:lnTo>
                    <a:pt x="56" y="1582"/>
                  </a:lnTo>
                  <a:lnTo>
                    <a:pt x="1112" y="482"/>
                  </a:lnTo>
                  <a:lnTo>
                    <a:pt x="1742" y="279"/>
                  </a:lnTo>
                  <a:lnTo>
                    <a:pt x="2420" y="50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4989732" y="2399066"/>
              <a:ext cx="2083" cy="6099"/>
            </a:xfrm>
            <a:custGeom>
              <a:avLst/>
              <a:pathLst>
                <a:path w="2083" h="6099">
                  <a:moveTo>
                    <a:pt x="1878" y="5675"/>
                  </a:moveTo>
                  <a:lnTo>
                    <a:pt x="1440" y="6099"/>
                  </a:lnTo>
                  <a:lnTo>
                    <a:pt x="914" y="5440"/>
                  </a:lnTo>
                  <a:lnTo>
                    <a:pt x="482" y="4482"/>
                  </a:lnTo>
                  <a:lnTo>
                    <a:pt x="254" y="3485"/>
                  </a:lnTo>
                  <a:lnTo>
                    <a:pt x="52" y="1856"/>
                  </a:lnTo>
                  <a:lnTo>
                    <a:pt x="0" y="686"/>
                  </a:lnTo>
                  <a:lnTo>
                    <a:pt x="262" y="0"/>
                  </a:lnTo>
                  <a:lnTo>
                    <a:pt x="452" y="25"/>
                  </a:lnTo>
                  <a:lnTo>
                    <a:pt x="1229" y="717"/>
                  </a:lnTo>
                  <a:lnTo>
                    <a:pt x="1743" y="1900"/>
                  </a:lnTo>
                  <a:lnTo>
                    <a:pt x="2027" y="2271"/>
                  </a:lnTo>
                  <a:lnTo>
                    <a:pt x="2083" y="3358"/>
                  </a:lnTo>
                  <a:lnTo>
                    <a:pt x="1894" y="459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4941015" y="2397076"/>
              <a:ext cx="8067" cy="13603"/>
            </a:xfrm>
            <a:custGeom>
              <a:avLst/>
              <a:pathLst>
                <a:path w="8067" h="13603">
                  <a:moveTo>
                    <a:pt x="3806" y="1041"/>
                  </a:moveTo>
                  <a:lnTo>
                    <a:pt x="5857" y="4965"/>
                  </a:lnTo>
                  <a:lnTo>
                    <a:pt x="6690" y="5493"/>
                  </a:lnTo>
                  <a:lnTo>
                    <a:pt x="7795" y="7273"/>
                  </a:lnTo>
                  <a:lnTo>
                    <a:pt x="8067" y="7891"/>
                  </a:lnTo>
                  <a:lnTo>
                    <a:pt x="7784" y="9143"/>
                  </a:lnTo>
                  <a:lnTo>
                    <a:pt x="7542" y="12712"/>
                  </a:lnTo>
                  <a:lnTo>
                    <a:pt x="7012" y="13603"/>
                  </a:lnTo>
                  <a:lnTo>
                    <a:pt x="5721" y="13161"/>
                  </a:lnTo>
                  <a:lnTo>
                    <a:pt x="5707" y="12534"/>
                  </a:lnTo>
                  <a:lnTo>
                    <a:pt x="4964" y="9845"/>
                  </a:lnTo>
                  <a:lnTo>
                    <a:pt x="3614" y="8345"/>
                  </a:lnTo>
                  <a:lnTo>
                    <a:pt x="3085" y="8267"/>
                  </a:lnTo>
                  <a:lnTo>
                    <a:pt x="2740" y="6734"/>
                  </a:lnTo>
                  <a:lnTo>
                    <a:pt x="2059" y="4915"/>
                  </a:lnTo>
                  <a:lnTo>
                    <a:pt x="0" y="1593"/>
                  </a:lnTo>
                  <a:lnTo>
                    <a:pt x="1561" y="1619"/>
                  </a:lnTo>
                  <a:lnTo>
                    <a:pt x="2319" y="810"/>
                  </a:lnTo>
                  <a:lnTo>
                    <a:pt x="2493" y="164"/>
                  </a:lnTo>
                  <a:lnTo>
                    <a:pt x="2618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4987743" y="2395882"/>
              <a:ext cx="4551" cy="4107"/>
            </a:xfrm>
            <a:custGeom>
              <a:avLst/>
              <a:pathLst>
                <a:path w="4551" h="4107">
                  <a:moveTo>
                    <a:pt x="4479" y="2318"/>
                  </a:moveTo>
                  <a:lnTo>
                    <a:pt x="4551" y="4107"/>
                  </a:lnTo>
                  <a:lnTo>
                    <a:pt x="3848" y="3639"/>
                  </a:lnTo>
                  <a:lnTo>
                    <a:pt x="3297" y="2927"/>
                  </a:lnTo>
                  <a:lnTo>
                    <a:pt x="2420" y="2402"/>
                  </a:lnTo>
                  <a:lnTo>
                    <a:pt x="1352" y="2231"/>
                  </a:lnTo>
                  <a:lnTo>
                    <a:pt x="570" y="1768"/>
                  </a:lnTo>
                  <a:lnTo>
                    <a:pt x="23" y="937"/>
                  </a:lnTo>
                  <a:lnTo>
                    <a:pt x="0" y="554"/>
                  </a:lnTo>
                  <a:lnTo>
                    <a:pt x="53" y="243"/>
                  </a:lnTo>
                  <a:lnTo>
                    <a:pt x="225" y="0"/>
                  </a:lnTo>
                  <a:lnTo>
                    <a:pt x="4268" y="160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5146353" y="2394827"/>
              <a:ext cx="61026" cy="103135"/>
            </a:xfrm>
            <a:custGeom>
              <a:avLst/>
              <a:pathLst>
                <a:path w="61026" h="103135">
                  <a:moveTo>
                    <a:pt x="57763" y="9843"/>
                  </a:moveTo>
                  <a:lnTo>
                    <a:pt x="55959" y="12210"/>
                  </a:lnTo>
                  <a:lnTo>
                    <a:pt x="55407" y="13354"/>
                  </a:lnTo>
                  <a:lnTo>
                    <a:pt x="54927" y="14586"/>
                  </a:lnTo>
                  <a:lnTo>
                    <a:pt x="54217" y="15954"/>
                  </a:lnTo>
                  <a:lnTo>
                    <a:pt x="53398" y="17161"/>
                  </a:lnTo>
                  <a:lnTo>
                    <a:pt x="52990" y="17519"/>
                  </a:lnTo>
                  <a:lnTo>
                    <a:pt x="51984" y="18168"/>
                  </a:lnTo>
                  <a:lnTo>
                    <a:pt x="51405" y="18420"/>
                  </a:lnTo>
                  <a:lnTo>
                    <a:pt x="50313" y="18501"/>
                  </a:lnTo>
                  <a:lnTo>
                    <a:pt x="47024" y="19464"/>
                  </a:lnTo>
                  <a:lnTo>
                    <a:pt x="45944" y="19576"/>
                  </a:lnTo>
                  <a:lnTo>
                    <a:pt x="44869" y="19536"/>
                  </a:lnTo>
                  <a:lnTo>
                    <a:pt x="42830" y="19296"/>
                  </a:lnTo>
                  <a:lnTo>
                    <a:pt x="42404" y="19170"/>
                  </a:lnTo>
                  <a:lnTo>
                    <a:pt x="41591" y="17929"/>
                  </a:lnTo>
                  <a:lnTo>
                    <a:pt x="40674" y="16949"/>
                  </a:lnTo>
                  <a:lnTo>
                    <a:pt x="39863" y="16842"/>
                  </a:lnTo>
                  <a:lnTo>
                    <a:pt x="39037" y="16947"/>
                  </a:lnTo>
                  <a:lnTo>
                    <a:pt x="33088" y="17015"/>
                  </a:lnTo>
                  <a:lnTo>
                    <a:pt x="31008" y="17197"/>
                  </a:lnTo>
                  <a:lnTo>
                    <a:pt x="28937" y="17636"/>
                  </a:lnTo>
                  <a:lnTo>
                    <a:pt x="27809" y="17436"/>
                  </a:lnTo>
                  <a:lnTo>
                    <a:pt x="26691" y="16945"/>
                  </a:lnTo>
                  <a:lnTo>
                    <a:pt x="25850" y="16773"/>
                  </a:lnTo>
                  <a:lnTo>
                    <a:pt x="24999" y="16823"/>
                  </a:lnTo>
                  <a:lnTo>
                    <a:pt x="21094" y="17564"/>
                  </a:lnTo>
                  <a:lnTo>
                    <a:pt x="20112" y="17494"/>
                  </a:lnTo>
                  <a:lnTo>
                    <a:pt x="18137" y="16546"/>
                  </a:lnTo>
                  <a:lnTo>
                    <a:pt x="16988" y="16356"/>
                  </a:lnTo>
                  <a:lnTo>
                    <a:pt x="15862" y="16608"/>
                  </a:lnTo>
                  <a:lnTo>
                    <a:pt x="14813" y="17460"/>
                  </a:lnTo>
                  <a:lnTo>
                    <a:pt x="14415" y="18031"/>
                  </a:lnTo>
                  <a:lnTo>
                    <a:pt x="13330" y="19980"/>
                  </a:lnTo>
                  <a:lnTo>
                    <a:pt x="12715" y="21402"/>
                  </a:lnTo>
                  <a:lnTo>
                    <a:pt x="12251" y="23171"/>
                  </a:lnTo>
                  <a:lnTo>
                    <a:pt x="11851" y="24980"/>
                  </a:lnTo>
                  <a:lnTo>
                    <a:pt x="11636" y="26462"/>
                  </a:lnTo>
                  <a:lnTo>
                    <a:pt x="11625" y="28009"/>
                  </a:lnTo>
                  <a:lnTo>
                    <a:pt x="11811" y="29751"/>
                  </a:lnTo>
                  <a:lnTo>
                    <a:pt x="12105" y="31474"/>
                  </a:lnTo>
                  <a:lnTo>
                    <a:pt x="12432" y="32790"/>
                  </a:lnTo>
                  <a:lnTo>
                    <a:pt x="13787" y="35836"/>
                  </a:lnTo>
                  <a:lnTo>
                    <a:pt x="14063" y="36267"/>
                  </a:lnTo>
                  <a:lnTo>
                    <a:pt x="15535" y="37124"/>
                  </a:lnTo>
                  <a:lnTo>
                    <a:pt x="16407" y="38223"/>
                  </a:lnTo>
                  <a:lnTo>
                    <a:pt x="17235" y="41279"/>
                  </a:lnTo>
                  <a:lnTo>
                    <a:pt x="17824" y="42835"/>
                  </a:lnTo>
                  <a:lnTo>
                    <a:pt x="18404" y="42854"/>
                  </a:lnTo>
                  <a:lnTo>
                    <a:pt x="19050" y="42746"/>
                  </a:lnTo>
                  <a:lnTo>
                    <a:pt x="20175" y="42943"/>
                  </a:lnTo>
                  <a:lnTo>
                    <a:pt x="21290" y="43343"/>
                  </a:lnTo>
                  <a:lnTo>
                    <a:pt x="22377" y="42408"/>
                  </a:lnTo>
                  <a:lnTo>
                    <a:pt x="22983" y="40637"/>
                  </a:lnTo>
                  <a:lnTo>
                    <a:pt x="23591" y="39321"/>
                  </a:lnTo>
                  <a:lnTo>
                    <a:pt x="25052" y="36816"/>
                  </a:lnTo>
                  <a:lnTo>
                    <a:pt x="25885" y="35659"/>
                  </a:lnTo>
                  <a:lnTo>
                    <a:pt x="26417" y="35281"/>
                  </a:lnTo>
                  <a:lnTo>
                    <a:pt x="26957" y="35446"/>
                  </a:lnTo>
                  <a:lnTo>
                    <a:pt x="27416" y="36109"/>
                  </a:lnTo>
                  <a:lnTo>
                    <a:pt x="27950" y="36637"/>
                  </a:lnTo>
                  <a:lnTo>
                    <a:pt x="29043" y="36920"/>
                  </a:lnTo>
                  <a:lnTo>
                    <a:pt x="30145" y="36743"/>
                  </a:lnTo>
                  <a:lnTo>
                    <a:pt x="31318" y="35930"/>
                  </a:lnTo>
                  <a:lnTo>
                    <a:pt x="31738" y="35431"/>
                  </a:lnTo>
                  <a:lnTo>
                    <a:pt x="32087" y="34796"/>
                  </a:lnTo>
                  <a:lnTo>
                    <a:pt x="33081" y="34284"/>
                  </a:lnTo>
                  <a:lnTo>
                    <a:pt x="35443" y="34279"/>
                  </a:lnTo>
                  <a:lnTo>
                    <a:pt x="36665" y="34463"/>
                  </a:lnTo>
                  <a:lnTo>
                    <a:pt x="38840" y="34258"/>
                  </a:lnTo>
                  <a:lnTo>
                    <a:pt x="38810" y="33797"/>
                  </a:lnTo>
                  <a:lnTo>
                    <a:pt x="38390" y="33308"/>
                  </a:lnTo>
                  <a:lnTo>
                    <a:pt x="38280" y="32915"/>
                  </a:lnTo>
                  <a:lnTo>
                    <a:pt x="38684" y="32662"/>
                  </a:lnTo>
                  <a:lnTo>
                    <a:pt x="40086" y="32091"/>
                  </a:lnTo>
                  <a:lnTo>
                    <a:pt x="41515" y="31685"/>
                  </a:lnTo>
                  <a:lnTo>
                    <a:pt x="42556" y="31975"/>
                  </a:lnTo>
                  <a:lnTo>
                    <a:pt x="43485" y="32771"/>
                  </a:lnTo>
                  <a:lnTo>
                    <a:pt x="43842" y="33592"/>
                  </a:lnTo>
                  <a:lnTo>
                    <a:pt x="44001" y="34580"/>
                  </a:lnTo>
                  <a:lnTo>
                    <a:pt x="43642" y="37138"/>
                  </a:lnTo>
                  <a:lnTo>
                    <a:pt x="43468" y="37730"/>
                  </a:lnTo>
                  <a:lnTo>
                    <a:pt x="42727" y="38037"/>
                  </a:lnTo>
                  <a:lnTo>
                    <a:pt x="42029" y="37698"/>
                  </a:lnTo>
                  <a:lnTo>
                    <a:pt x="41338" y="36376"/>
                  </a:lnTo>
                  <a:lnTo>
                    <a:pt x="40360" y="35893"/>
                  </a:lnTo>
                  <a:lnTo>
                    <a:pt x="38974" y="36292"/>
                  </a:lnTo>
                  <a:lnTo>
                    <a:pt x="38498" y="36671"/>
                  </a:lnTo>
                  <a:lnTo>
                    <a:pt x="38071" y="37199"/>
                  </a:lnTo>
                  <a:lnTo>
                    <a:pt x="37287" y="38569"/>
                  </a:lnTo>
                  <a:lnTo>
                    <a:pt x="36635" y="40117"/>
                  </a:lnTo>
                  <a:lnTo>
                    <a:pt x="35225" y="42525"/>
                  </a:lnTo>
                  <a:lnTo>
                    <a:pt x="33594" y="44617"/>
                  </a:lnTo>
                  <a:lnTo>
                    <a:pt x="32804" y="45418"/>
                  </a:lnTo>
                  <a:lnTo>
                    <a:pt x="31923" y="45957"/>
                  </a:lnTo>
                  <a:lnTo>
                    <a:pt x="29094" y="47343"/>
                  </a:lnTo>
                  <a:lnTo>
                    <a:pt x="28350" y="48371"/>
                  </a:lnTo>
                  <a:lnTo>
                    <a:pt x="27771" y="49707"/>
                  </a:lnTo>
                  <a:lnTo>
                    <a:pt x="27130" y="50162"/>
                  </a:lnTo>
                  <a:lnTo>
                    <a:pt x="26389" y="50307"/>
                  </a:lnTo>
                  <a:lnTo>
                    <a:pt x="25833" y="50056"/>
                  </a:lnTo>
                  <a:lnTo>
                    <a:pt x="24706" y="49303"/>
                  </a:lnTo>
                  <a:lnTo>
                    <a:pt x="24334" y="49922"/>
                  </a:lnTo>
                  <a:lnTo>
                    <a:pt x="24271" y="50868"/>
                  </a:lnTo>
                  <a:lnTo>
                    <a:pt x="24827" y="51204"/>
                  </a:lnTo>
                  <a:lnTo>
                    <a:pt x="25720" y="52249"/>
                  </a:lnTo>
                  <a:lnTo>
                    <a:pt x="26411" y="53725"/>
                  </a:lnTo>
                  <a:lnTo>
                    <a:pt x="26855" y="54043"/>
                  </a:lnTo>
                  <a:lnTo>
                    <a:pt x="27840" y="54522"/>
                  </a:lnTo>
                  <a:lnTo>
                    <a:pt x="28254" y="54981"/>
                  </a:lnTo>
                  <a:lnTo>
                    <a:pt x="28996" y="56245"/>
                  </a:lnTo>
                  <a:lnTo>
                    <a:pt x="30166" y="59186"/>
                  </a:lnTo>
                  <a:lnTo>
                    <a:pt x="30564" y="60777"/>
                  </a:lnTo>
                  <a:lnTo>
                    <a:pt x="31214" y="62075"/>
                  </a:lnTo>
                  <a:lnTo>
                    <a:pt x="33192" y="64280"/>
                  </a:lnTo>
                  <a:lnTo>
                    <a:pt x="33302" y="64903"/>
                  </a:lnTo>
                  <a:lnTo>
                    <a:pt x="33180" y="65627"/>
                  </a:lnTo>
                  <a:lnTo>
                    <a:pt x="33332" y="66288"/>
                  </a:lnTo>
                  <a:lnTo>
                    <a:pt x="34039" y="67555"/>
                  </a:lnTo>
                  <a:lnTo>
                    <a:pt x="34207" y="68371"/>
                  </a:lnTo>
                  <a:lnTo>
                    <a:pt x="33434" y="69406"/>
                  </a:lnTo>
                  <a:lnTo>
                    <a:pt x="33391" y="70907"/>
                  </a:lnTo>
                  <a:lnTo>
                    <a:pt x="32917" y="72926"/>
                  </a:lnTo>
                  <a:lnTo>
                    <a:pt x="32810" y="73607"/>
                  </a:lnTo>
                  <a:lnTo>
                    <a:pt x="32825" y="74222"/>
                  </a:lnTo>
                  <a:lnTo>
                    <a:pt x="33158" y="74797"/>
                  </a:lnTo>
                  <a:lnTo>
                    <a:pt x="33546" y="75252"/>
                  </a:lnTo>
                  <a:lnTo>
                    <a:pt x="34078" y="75492"/>
                  </a:lnTo>
                  <a:lnTo>
                    <a:pt x="34543" y="75888"/>
                  </a:lnTo>
                  <a:lnTo>
                    <a:pt x="35439" y="77461"/>
                  </a:lnTo>
                  <a:lnTo>
                    <a:pt x="35906" y="77875"/>
                  </a:lnTo>
                  <a:lnTo>
                    <a:pt x="36203" y="78449"/>
                  </a:lnTo>
                  <a:lnTo>
                    <a:pt x="36172" y="79303"/>
                  </a:lnTo>
                  <a:lnTo>
                    <a:pt x="36581" y="79803"/>
                  </a:lnTo>
                  <a:lnTo>
                    <a:pt x="36957" y="80695"/>
                  </a:lnTo>
                  <a:lnTo>
                    <a:pt x="37531" y="80911"/>
                  </a:lnTo>
                  <a:lnTo>
                    <a:pt x="37800" y="80655"/>
                  </a:lnTo>
                  <a:lnTo>
                    <a:pt x="37984" y="80273"/>
                  </a:lnTo>
                  <a:lnTo>
                    <a:pt x="38454" y="80417"/>
                  </a:lnTo>
                  <a:lnTo>
                    <a:pt x="38732" y="81038"/>
                  </a:lnTo>
                  <a:lnTo>
                    <a:pt x="38893" y="81836"/>
                  </a:lnTo>
                  <a:lnTo>
                    <a:pt x="38945" y="82716"/>
                  </a:lnTo>
                  <a:lnTo>
                    <a:pt x="38922" y="84386"/>
                  </a:lnTo>
                  <a:lnTo>
                    <a:pt x="38684" y="84984"/>
                  </a:lnTo>
                  <a:lnTo>
                    <a:pt x="38167" y="84956"/>
                  </a:lnTo>
                  <a:lnTo>
                    <a:pt x="37241" y="84269"/>
                  </a:lnTo>
                  <a:lnTo>
                    <a:pt x="37197" y="84765"/>
                  </a:lnTo>
                  <a:lnTo>
                    <a:pt x="37260" y="85246"/>
                  </a:lnTo>
                  <a:lnTo>
                    <a:pt x="36789" y="85405"/>
                  </a:lnTo>
                  <a:lnTo>
                    <a:pt x="36248" y="85338"/>
                  </a:lnTo>
                  <a:lnTo>
                    <a:pt x="34892" y="85404"/>
                  </a:lnTo>
                  <a:lnTo>
                    <a:pt x="32392" y="86440"/>
                  </a:lnTo>
                  <a:lnTo>
                    <a:pt x="31513" y="87052"/>
                  </a:lnTo>
                  <a:lnTo>
                    <a:pt x="30945" y="88166"/>
                  </a:lnTo>
                  <a:lnTo>
                    <a:pt x="30905" y="88936"/>
                  </a:lnTo>
                  <a:lnTo>
                    <a:pt x="31125" y="90559"/>
                  </a:lnTo>
                  <a:lnTo>
                    <a:pt x="30792" y="91127"/>
                  </a:lnTo>
                  <a:lnTo>
                    <a:pt x="29647" y="91344"/>
                  </a:lnTo>
                  <a:lnTo>
                    <a:pt x="28048" y="90908"/>
                  </a:lnTo>
                  <a:lnTo>
                    <a:pt x="27080" y="90475"/>
                  </a:lnTo>
                  <a:lnTo>
                    <a:pt x="26541" y="90111"/>
                  </a:lnTo>
                  <a:lnTo>
                    <a:pt x="25837" y="89019"/>
                  </a:lnTo>
                  <a:lnTo>
                    <a:pt x="25574" y="87621"/>
                  </a:lnTo>
                  <a:lnTo>
                    <a:pt x="26091" y="83463"/>
                  </a:lnTo>
                  <a:lnTo>
                    <a:pt x="26238" y="82929"/>
                  </a:lnTo>
                  <a:lnTo>
                    <a:pt x="26491" y="82453"/>
                  </a:lnTo>
                  <a:lnTo>
                    <a:pt x="26757" y="81697"/>
                  </a:lnTo>
                  <a:lnTo>
                    <a:pt x="26819" y="80809"/>
                  </a:lnTo>
                  <a:lnTo>
                    <a:pt x="26055" y="79724"/>
                  </a:lnTo>
                  <a:lnTo>
                    <a:pt x="24905" y="79297"/>
                  </a:lnTo>
                  <a:lnTo>
                    <a:pt x="23930" y="78393"/>
                  </a:lnTo>
                  <a:lnTo>
                    <a:pt x="20160" y="73321"/>
                  </a:lnTo>
                  <a:lnTo>
                    <a:pt x="19948" y="72830"/>
                  </a:lnTo>
                  <a:lnTo>
                    <a:pt x="19939" y="71990"/>
                  </a:lnTo>
                  <a:lnTo>
                    <a:pt x="20091" y="71204"/>
                  </a:lnTo>
                  <a:lnTo>
                    <a:pt x="21330" y="68431"/>
                  </a:lnTo>
                  <a:lnTo>
                    <a:pt x="21485" y="67899"/>
                  </a:lnTo>
                  <a:lnTo>
                    <a:pt x="21636" y="65710"/>
                  </a:lnTo>
                  <a:lnTo>
                    <a:pt x="21603" y="63908"/>
                  </a:lnTo>
                  <a:lnTo>
                    <a:pt x="21465" y="62105"/>
                  </a:lnTo>
                  <a:lnTo>
                    <a:pt x="20878" y="60970"/>
                  </a:lnTo>
                  <a:lnTo>
                    <a:pt x="19830" y="60626"/>
                  </a:lnTo>
                  <a:lnTo>
                    <a:pt x="18748" y="60570"/>
                  </a:lnTo>
                  <a:lnTo>
                    <a:pt x="17694" y="60932"/>
                  </a:lnTo>
                  <a:lnTo>
                    <a:pt x="16657" y="61839"/>
                  </a:lnTo>
                  <a:lnTo>
                    <a:pt x="14740" y="63750"/>
                  </a:lnTo>
                  <a:lnTo>
                    <a:pt x="13980" y="64862"/>
                  </a:lnTo>
                  <a:lnTo>
                    <a:pt x="13914" y="66306"/>
                  </a:lnTo>
                  <a:lnTo>
                    <a:pt x="14353" y="67721"/>
                  </a:lnTo>
                  <a:lnTo>
                    <a:pt x="14921" y="69012"/>
                  </a:lnTo>
                  <a:lnTo>
                    <a:pt x="15223" y="70425"/>
                  </a:lnTo>
                  <a:lnTo>
                    <a:pt x="15641" y="75434"/>
                  </a:lnTo>
                  <a:lnTo>
                    <a:pt x="15627" y="76000"/>
                  </a:lnTo>
                  <a:lnTo>
                    <a:pt x="15134" y="77457"/>
                  </a:lnTo>
                  <a:lnTo>
                    <a:pt x="14940" y="80713"/>
                  </a:lnTo>
                  <a:lnTo>
                    <a:pt x="15149" y="85307"/>
                  </a:lnTo>
                  <a:lnTo>
                    <a:pt x="15485" y="88128"/>
                  </a:lnTo>
                  <a:lnTo>
                    <a:pt x="15342" y="89660"/>
                  </a:lnTo>
                  <a:lnTo>
                    <a:pt x="14445" y="92951"/>
                  </a:lnTo>
                  <a:lnTo>
                    <a:pt x="14173" y="94757"/>
                  </a:lnTo>
                  <a:lnTo>
                    <a:pt x="14153" y="95502"/>
                  </a:lnTo>
                  <a:lnTo>
                    <a:pt x="15209" y="98940"/>
                  </a:lnTo>
                  <a:lnTo>
                    <a:pt x="15452" y="100300"/>
                  </a:lnTo>
                  <a:lnTo>
                    <a:pt x="15582" y="101708"/>
                  </a:lnTo>
                  <a:lnTo>
                    <a:pt x="14459" y="101019"/>
                  </a:lnTo>
                  <a:lnTo>
                    <a:pt x="13937" y="101054"/>
                  </a:lnTo>
                  <a:lnTo>
                    <a:pt x="13410" y="101267"/>
                  </a:lnTo>
                  <a:lnTo>
                    <a:pt x="12239" y="101491"/>
                  </a:lnTo>
                  <a:lnTo>
                    <a:pt x="11052" y="101521"/>
                  </a:lnTo>
                  <a:lnTo>
                    <a:pt x="10636" y="101782"/>
                  </a:lnTo>
                  <a:lnTo>
                    <a:pt x="9793" y="102696"/>
                  </a:lnTo>
                  <a:lnTo>
                    <a:pt x="9282" y="103065"/>
                  </a:lnTo>
                  <a:lnTo>
                    <a:pt x="8836" y="103135"/>
                  </a:lnTo>
                  <a:lnTo>
                    <a:pt x="7323" y="101987"/>
                  </a:lnTo>
                  <a:lnTo>
                    <a:pt x="6431" y="100741"/>
                  </a:lnTo>
                  <a:lnTo>
                    <a:pt x="5609" y="99390"/>
                  </a:lnTo>
                  <a:lnTo>
                    <a:pt x="5459" y="97846"/>
                  </a:lnTo>
                  <a:lnTo>
                    <a:pt x="5745" y="96262"/>
                  </a:lnTo>
                  <a:lnTo>
                    <a:pt x="6152" y="94569"/>
                  </a:lnTo>
                  <a:lnTo>
                    <a:pt x="6965" y="91754"/>
                  </a:lnTo>
                  <a:lnTo>
                    <a:pt x="6927" y="89865"/>
                  </a:lnTo>
                  <a:lnTo>
                    <a:pt x="7205" y="88316"/>
                  </a:lnTo>
                  <a:lnTo>
                    <a:pt x="7670" y="86813"/>
                  </a:lnTo>
                  <a:lnTo>
                    <a:pt x="7837" y="85424"/>
                  </a:lnTo>
                  <a:lnTo>
                    <a:pt x="7950" y="79996"/>
                  </a:lnTo>
                  <a:lnTo>
                    <a:pt x="7834" y="79514"/>
                  </a:lnTo>
                  <a:lnTo>
                    <a:pt x="6720" y="76289"/>
                  </a:lnTo>
                  <a:lnTo>
                    <a:pt x="6592" y="75748"/>
                  </a:lnTo>
                  <a:lnTo>
                    <a:pt x="6584" y="74877"/>
                  </a:lnTo>
                  <a:lnTo>
                    <a:pt x="6704" y="74047"/>
                  </a:lnTo>
                  <a:lnTo>
                    <a:pt x="6728" y="73297"/>
                  </a:lnTo>
                  <a:lnTo>
                    <a:pt x="6472" y="72724"/>
                  </a:lnTo>
                  <a:lnTo>
                    <a:pt x="6021" y="72200"/>
                  </a:lnTo>
                  <a:lnTo>
                    <a:pt x="5475" y="71971"/>
                  </a:lnTo>
                  <a:lnTo>
                    <a:pt x="4321" y="72198"/>
                  </a:lnTo>
                  <a:lnTo>
                    <a:pt x="1999" y="73067"/>
                  </a:lnTo>
                  <a:lnTo>
                    <a:pt x="1313" y="72302"/>
                  </a:lnTo>
                  <a:lnTo>
                    <a:pt x="798" y="71121"/>
                  </a:lnTo>
                  <a:lnTo>
                    <a:pt x="468" y="69477"/>
                  </a:lnTo>
                  <a:lnTo>
                    <a:pt x="276" y="67754"/>
                  </a:lnTo>
                  <a:lnTo>
                    <a:pt x="364" y="66135"/>
                  </a:lnTo>
                  <a:lnTo>
                    <a:pt x="707" y="64572"/>
                  </a:lnTo>
                  <a:lnTo>
                    <a:pt x="431" y="63478"/>
                  </a:lnTo>
                  <a:lnTo>
                    <a:pt x="3" y="62288"/>
                  </a:lnTo>
                  <a:lnTo>
                    <a:pt x="0" y="61675"/>
                  </a:lnTo>
                  <a:lnTo>
                    <a:pt x="242" y="61138"/>
                  </a:lnTo>
                  <a:lnTo>
                    <a:pt x="662" y="60690"/>
                  </a:lnTo>
                  <a:lnTo>
                    <a:pt x="1175" y="60428"/>
                  </a:lnTo>
                  <a:lnTo>
                    <a:pt x="1654" y="59954"/>
                  </a:lnTo>
                  <a:lnTo>
                    <a:pt x="2922" y="58357"/>
                  </a:lnTo>
                  <a:lnTo>
                    <a:pt x="3330" y="56954"/>
                  </a:lnTo>
                  <a:lnTo>
                    <a:pt x="3357" y="55226"/>
                  </a:lnTo>
                  <a:lnTo>
                    <a:pt x="3679" y="53574"/>
                  </a:lnTo>
                  <a:lnTo>
                    <a:pt x="4328" y="52053"/>
                  </a:lnTo>
                  <a:lnTo>
                    <a:pt x="5095" y="50640"/>
                  </a:lnTo>
                  <a:lnTo>
                    <a:pt x="5344" y="49184"/>
                  </a:lnTo>
                  <a:lnTo>
                    <a:pt x="4966" y="46874"/>
                  </a:lnTo>
                  <a:lnTo>
                    <a:pt x="5116" y="45823"/>
                  </a:lnTo>
                  <a:lnTo>
                    <a:pt x="4986" y="44587"/>
                  </a:lnTo>
                  <a:lnTo>
                    <a:pt x="4973" y="43367"/>
                  </a:lnTo>
                  <a:lnTo>
                    <a:pt x="5448" y="41069"/>
                  </a:lnTo>
                  <a:lnTo>
                    <a:pt x="6858" y="36372"/>
                  </a:lnTo>
                  <a:lnTo>
                    <a:pt x="8232" y="33878"/>
                  </a:lnTo>
                  <a:lnTo>
                    <a:pt x="8779" y="33220"/>
                  </a:lnTo>
                  <a:lnTo>
                    <a:pt x="9493" y="34381"/>
                  </a:lnTo>
                  <a:lnTo>
                    <a:pt x="10038" y="35747"/>
                  </a:lnTo>
                  <a:lnTo>
                    <a:pt x="10046" y="34510"/>
                  </a:lnTo>
                  <a:lnTo>
                    <a:pt x="9901" y="33298"/>
                  </a:lnTo>
                  <a:lnTo>
                    <a:pt x="9350" y="30470"/>
                  </a:lnTo>
                  <a:lnTo>
                    <a:pt x="8879" y="24959"/>
                  </a:lnTo>
                  <a:lnTo>
                    <a:pt x="9011" y="24437"/>
                  </a:lnTo>
                  <a:lnTo>
                    <a:pt x="9491" y="24520"/>
                  </a:lnTo>
                  <a:lnTo>
                    <a:pt x="9980" y="24034"/>
                  </a:lnTo>
                  <a:lnTo>
                    <a:pt x="10239" y="23166"/>
                  </a:lnTo>
                  <a:lnTo>
                    <a:pt x="9729" y="21118"/>
                  </a:lnTo>
                  <a:lnTo>
                    <a:pt x="9706" y="20396"/>
                  </a:lnTo>
                  <a:lnTo>
                    <a:pt x="10690" y="17517"/>
                  </a:lnTo>
                  <a:lnTo>
                    <a:pt x="11492" y="16469"/>
                  </a:lnTo>
                  <a:lnTo>
                    <a:pt x="11843" y="15822"/>
                  </a:lnTo>
                  <a:lnTo>
                    <a:pt x="12045" y="14066"/>
                  </a:lnTo>
                  <a:lnTo>
                    <a:pt x="12462" y="13402"/>
                  </a:lnTo>
                  <a:lnTo>
                    <a:pt x="12991" y="12927"/>
                  </a:lnTo>
                  <a:lnTo>
                    <a:pt x="13684" y="11713"/>
                  </a:lnTo>
                  <a:lnTo>
                    <a:pt x="14060" y="10185"/>
                  </a:lnTo>
                  <a:lnTo>
                    <a:pt x="14291" y="10068"/>
                  </a:lnTo>
                  <a:lnTo>
                    <a:pt x="14561" y="10012"/>
                  </a:lnTo>
                  <a:lnTo>
                    <a:pt x="14978" y="11346"/>
                  </a:lnTo>
                  <a:lnTo>
                    <a:pt x="15446" y="11888"/>
                  </a:lnTo>
                  <a:lnTo>
                    <a:pt x="16398" y="12322"/>
                  </a:lnTo>
                  <a:lnTo>
                    <a:pt x="17211" y="11808"/>
                  </a:lnTo>
                  <a:lnTo>
                    <a:pt x="17437" y="11139"/>
                  </a:lnTo>
                  <a:lnTo>
                    <a:pt x="17744" y="10563"/>
                  </a:lnTo>
                  <a:lnTo>
                    <a:pt x="18237" y="9963"/>
                  </a:lnTo>
                  <a:lnTo>
                    <a:pt x="18652" y="9280"/>
                  </a:lnTo>
                  <a:lnTo>
                    <a:pt x="19113" y="7695"/>
                  </a:lnTo>
                  <a:lnTo>
                    <a:pt x="19722" y="6251"/>
                  </a:lnTo>
                  <a:lnTo>
                    <a:pt x="20140" y="5747"/>
                  </a:lnTo>
                  <a:lnTo>
                    <a:pt x="20644" y="5428"/>
                  </a:lnTo>
                  <a:lnTo>
                    <a:pt x="21204" y="5233"/>
                  </a:lnTo>
                  <a:lnTo>
                    <a:pt x="21745" y="5207"/>
                  </a:lnTo>
                  <a:lnTo>
                    <a:pt x="22943" y="6116"/>
                  </a:lnTo>
                  <a:lnTo>
                    <a:pt x="23637" y="6293"/>
                  </a:lnTo>
                  <a:lnTo>
                    <a:pt x="24346" y="6227"/>
                  </a:lnTo>
                  <a:lnTo>
                    <a:pt x="24794" y="6380"/>
                  </a:lnTo>
                  <a:lnTo>
                    <a:pt x="25134" y="6787"/>
                  </a:lnTo>
                  <a:lnTo>
                    <a:pt x="25444" y="7608"/>
                  </a:lnTo>
                  <a:lnTo>
                    <a:pt x="25827" y="8316"/>
                  </a:lnTo>
                  <a:lnTo>
                    <a:pt x="26181" y="8666"/>
                  </a:lnTo>
                  <a:lnTo>
                    <a:pt x="26570" y="8829"/>
                  </a:lnTo>
                  <a:lnTo>
                    <a:pt x="29177" y="8543"/>
                  </a:lnTo>
                  <a:lnTo>
                    <a:pt x="31456" y="9343"/>
                  </a:lnTo>
                  <a:lnTo>
                    <a:pt x="34563" y="9525"/>
                  </a:lnTo>
                  <a:lnTo>
                    <a:pt x="35629" y="9994"/>
                  </a:lnTo>
                  <a:lnTo>
                    <a:pt x="36652" y="10606"/>
                  </a:lnTo>
                  <a:lnTo>
                    <a:pt x="37905" y="11690"/>
                  </a:lnTo>
                  <a:lnTo>
                    <a:pt x="38363" y="11929"/>
                  </a:lnTo>
                  <a:lnTo>
                    <a:pt x="38876" y="11869"/>
                  </a:lnTo>
                  <a:lnTo>
                    <a:pt x="39515" y="10851"/>
                  </a:lnTo>
                  <a:lnTo>
                    <a:pt x="40014" y="10629"/>
                  </a:lnTo>
                  <a:lnTo>
                    <a:pt x="40522" y="10589"/>
                  </a:lnTo>
                  <a:lnTo>
                    <a:pt x="42524" y="10781"/>
                  </a:lnTo>
                  <a:lnTo>
                    <a:pt x="47903" y="12034"/>
                  </a:lnTo>
                  <a:lnTo>
                    <a:pt x="48699" y="11863"/>
                  </a:lnTo>
                  <a:lnTo>
                    <a:pt x="51942" y="9467"/>
                  </a:lnTo>
                  <a:lnTo>
                    <a:pt x="53241" y="7195"/>
                  </a:lnTo>
                  <a:lnTo>
                    <a:pt x="54403" y="6563"/>
                  </a:lnTo>
                  <a:lnTo>
                    <a:pt x="54797" y="5536"/>
                  </a:lnTo>
                  <a:lnTo>
                    <a:pt x="55032" y="4304"/>
                  </a:lnTo>
                  <a:lnTo>
                    <a:pt x="55444" y="3973"/>
                  </a:lnTo>
                  <a:lnTo>
                    <a:pt x="56418" y="3621"/>
                  </a:lnTo>
                  <a:lnTo>
                    <a:pt x="56806" y="3256"/>
                  </a:lnTo>
                  <a:lnTo>
                    <a:pt x="57496" y="1743"/>
                  </a:lnTo>
                  <a:lnTo>
                    <a:pt x="58314" y="402"/>
                  </a:lnTo>
                  <a:lnTo>
                    <a:pt x="58713" y="0"/>
                  </a:lnTo>
                  <a:lnTo>
                    <a:pt x="59864" y="213"/>
                  </a:lnTo>
                  <a:lnTo>
                    <a:pt x="60374" y="800"/>
                  </a:lnTo>
                  <a:lnTo>
                    <a:pt x="61026" y="2771"/>
                  </a:lnTo>
                  <a:lnTo>
                    <a:pt x="60912" y="3100"/>
                  </a:lnTo>
                  <a:lnTo>
                    <a:pt x="60148" y="4081"/>
                  </a:lnTo>
                  <a:lnTo>
                    <a:pt x="59926" y="4492"/>
                  </a:lnTo>
                  <a:lnTo>
                    <a:pt x="59080" y="7264"/>
                  </a:lnTo>
                  <a:lnTo>
                    <a:pt x="58500" y="862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4981925" y="2388890"/>
              <a:ext cx="3501" cy="5732"/>
            </a:xfrm>
            <a:custGeom>
              <a:avLst/>
              <a:pathLst>
                <a:path w="3501" h="5732">
                  <a:moveTo>
                    <a:pt x="2882" y="673"/>
                  </a:moveTo>
                  <a:lnTo>
                    <a:pt x="3395" y="1815"/>
                  </a:lnTo>
                  <a:lnTo>
                    <a:pt x="3501" y="2555"/>
                  </a:lnTo>
                  <a:lnTo>
                    <a:pt x="3128" y="3405"/>
                  </a:lnTo>
                  <a:lnTo>
                    <a:pt x="2989" y="4708"/>
                  </a:lnTo>
                  <a:lnTo>
                    <a:pt x="1885" y="5732"/>
                  </a:lnTo>
                  <a:lnTo>
                    <a:pt x="921" y="5488"/>
                  </a:lnTo>
                  <a:lnTo>
                    <a:pt x="608" y="5123"/>
                  </a:lnTo>
                  <a:lnTo>
                    <a:pt x="0" y="3143"/>
                  </a:lnTo>
                  <a:lnTo>
                    <a:pt x="59" y="1464"/>
                  </a:lnTo>
                  <a:lnTo>
                    <a:pt x="443" y="821"/>
                  </a:lnTo>
                  <a:lnTo>
                    <a:pt x="1336" y="920"/>
                  </a:lnTo>
                  <a:lnTo>
                    <a:pt x="2245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5228066" y="2387881"/>
              <a:ext cx="13995" cy="43122"/>
            </a:xfrm>
            <a:custGeom>
              <a:avLst/>
              <a:pathLst>
                <a:path w="13995" h="43122">
                  <a:moveTo>
                    <a:pt x="2955" y="18841"/>
                  </a:moveTo>
                  <a:lnTo>
                    <a:pt x="3642" y="19151"/>
                  </a:lnTo>
                  <a:lnTo>
                    <a:pt x="4359" y="19065"/>
                  </a:lnTo>
                  <a:lnTo>
                    <a:pt x="4714" y="18442"/>
                  </a:lnTo>
                  <a:lnTo>
                    <a:pt x="4813" y="17634"/>
                  </a:lnTo>
                  <a:lnTo>
                    <a:pt x="5174" y="16129"/>
                  </a:lnTo>
                  <a:lnTo>
                    <a:pt x="6007" y="15111"/>
                  </a:lnTo>
                  <a:lnTo>
                    <a:pt x="6591" y="14951"/>
                  </a:lnTo>
                  <a:lnTo>
                    <a:pt x="7005" y="14522"/>
                  </a:lnTo>
                  <a:lnTo>
                    <a:pt x="6933" y="13405"/>
                  </a:lnTo>
                  <a:lnTo>
                    <a:pt x="6973" y="12307"/>
                  </a:lnTo>
                  <a:lnTo>
                    <a:pt x="7588" y="11135"/>
                  </a:lnTo>
                  <a:lnTo>
                    <a:pt x="9496" y="9505"/>
                  </a:lnTo>
                  <a:lnTo>
                    <a:pt x="10586" y="8923"/>
                  </a:lnTo>
                  <a:lnTo>
                    <a:pt x="11996" y="8737"/>
                  </a:lnTo>
                  <a:lnTo>
                    <a:pt x="12155" y="9363"/>
                  </a:lnTo>
                  <a:lnTo>
                    <a:pt x="11994" y="10255"/>
                  </a:lnTo>
                  <a:lnTo>
                    <a:pt x="12266" y="11600"/>
                  </a:lnTo>
                  <a:lnTo>
                    <a:pt x="12131" y="15239"/>
                  </a:lnTo>
                  <a:lnTo>
                    <a:pt x="11811" y="15755"/>
                  </a:lnTo>
                  <a:lnTo>
                    <a:pt x="10352" y="17013"/>
                  </a:lnTo>
                  <a:lnTo>
                    <a:pt x="8757" y="18019"/>
                  </a:lnTo>
                  <a:lnTo>
                    <a:pt x="8311" y="18442"/>
                  </a:lnTo>
                  <a:lnTo>
                    <a:pt x="7917" y="19443"/>
                  </a:lnTo>
                  <a:lnTo>
                    <a:pt x="7950" y="20436"/>
                  </a:lnTo>
                  <a:lnTo>
                    <a:pt x="9249" y="21761"/>
                  </a:lnTo>
                  <a:lnTo>
                    <a:pt x="11267" y="23001"/>
                  </a:lnTo>
                  <a:lnTo>
                    <a:pt x="11683" y="23582"/>
                  </a:lnTo>
                  <a:lnTo>
                    <a:pt x="11953" y="24555"/>
                  </a:lnTo>
                  <a:lnTo>
                    <a:pt x="12027" y="25645"/>
                  </a:lnTo>
                  <a:lnTo>
                    <a:pt x="12516" y="26163"/>
                  </a:lnTo>
                  <a:lnTo>
                    <a:pt x="13198" y="26412"/>
                  </a:lnTo>
                  <a:lnTo>
                    <a:pt x="13651" y="26928"/>
                  </a:lnTo>
                  <a:lnTo>
                    <a:pt x="13995" y="27655"/>
                  </a:lnTo>
                  <a:lnTo>
                    <a:pt x="10597" y="25958"/>
                  </a:lnTo>
                  <a:lnTo>
                    <a:pt x="9708" y="25210"/>
                  </a:lnTo>
                  <a:lnTo>
                    <a:pt x="8632" y="25121"/>
                  </a:lnTo>
                  <a:lnTo>
                    <a:pt x="7571" y="24893"/>
                  </a:lnTo>
                  <a:lnTo>
                    <a:pt x="6487" y="24243"/>
                  </a:lnTo>
                  <a:lnTo>
                    <a:pt x="5324" y="24090"/>
                  </a:lnTo>
                  <a:lnTo>
                    <a:pt x="4769" y="24561"/>
                  </a:lnTo>
                  <a:lnTo>
                    <a:pt x="4551" y="25479"/>
                  </a:lnTo>
                  <a:lnTo>
                    <a:pt x="4419" y="26510"/>
                  </a:lnTo>
                  <a:lnTo>
                    <a:pt x="4676" y="27794"/>
                  </a:lnTo>
                  <a:lnTo>
                    <a:pt x="4653" y="28572"/>
                  </a:lnTo>
                  <a:lnTo>
                    <a:pt x="4433" y="29981"/>
                  </a:lnTo>
                  <a:lnTo>
                    <a:pt x="5274" y="34135"/>
                  </a:lnTo>
                  <a:lnTo>
                    <a:pt x="6330" y="37439"/>
                  </a:lnTo>
                  <a:lnTo>
                    <a:pt x="7882" y="40876"/>
                  </a:lnTo>
                  <a:lnTo>
                    <a:pt x="8649" y="42057"/>
                  </a:lnTo>
                  <a:lnTo>
                    <a:pt x="9509" y="43122"/>
                  </a:lnTo>
                  <a:lnTo>
                    <a:pt x="8115" y="42806"/>
                  </a:lnTo>
                  <a:lnTo>
                    <a:pt x="7692" y="41658"/>
                  </a:lnTo>
                  <a:lnTo>
                    <a:pt x="5923" y="40519"/>
                  </a:lnTo>
                  <a:lnTo>
                    <a:pt x="5586" y="39839"/>
                  </a:lnTo>
                  <a:lnTo>
                    <a:pt x="4433" y="36579"/>
                  </a:lnTo>
                  <a:lnTo>
                    <a:pt x="4096" y="35970"/>
                  </a:lnTo>
                  <a:lnTo>
                    <a:pt x="3032" y="34861"/>
                  </a:lnTo>
                  <a:lnTo>
                    <a:pt x="2566" y="34045"/>
                  </a:lnTo>
                  <a:lnTo>
                    <a:pt x="2407" y="32943"/>
                  </a:lnTo>
                  <a:lnTo>
                    <a:pt x="2526" y="31786"/>
                  </a:lnTo>
                  <a:lnTo>
                    <a:pt x="2469" y="30185"/>
                  </a:lnTo>
                  <a:lnTo>
                    <a:pt x="2508" y="28593"/>
                  </a:lnTo>
                  <a:lnTo>
                    <a:pt x="2728" y="26653"/>
                  </a:lnTo>
                  <a:lnTo>
                    <a:pt x="2349" y="25974"/>
                  </a:lnTo>
                  <a:lnTo>
                    <a:pt x="1853" y="25330"/>
                  </a:lnTo>
                  <a:lnTo>
                    <a:pt x="1277" y="23842"/>
                  </a:lnTo>
                  <a:lnTo>
                    <a:pt x="1104" y="22151"/>
                  </a:lnTo>
                  <a:lnTo>
                    <a:pt x="1149" y="21177"/>
                  </a:lnTo>
                  <a:lnTo>
                    <a:pt x="1387" y="20315"/>
                  </a:lnTo>
                  <a:lnTo>
                    <a:pt x="1706" y="19568"/>
                  </a:lnTo>
                  <a:lnTo>
                    <a:pt x="1775" y="18840"/>
                  </a:lnTo>
                  <a:lnTo>
                    <a:pt x="947" y="17783"/>
                  </a:lnTo>
                  <a:lnTo>
                    <a:pt x="77" y="14771"/>
                  </a:lnTo>
                  <a:lnTo>
                    <a:pt x="0" y="13209"/>
                  </a:lnTo>
                  <a:lnTo>
                    <a:pt x="1104" y="10203"/>
                  </a:lnTo>
                  <a:lnTo>
                    <a:pt x="1081" y="8744"/>
                  </a:lnTo>
                  <a:lnTo>
                    <a:pt x="1301" y="7877"/>
                  </a:lnTo>
                  <a:lnTo>
                    <a:pt x="1422" y="6958"/>
                  </a:lnTo>
                  <a:lnTo>
                    <a:pt x="2000" y="4955"/>
                  </a:lnTo>
                  <a:lnTo>
                    <a:pt x="2943" y="3248"/>
                  </a:lnTo>
                  <a:lnTo>
                    <a:pt x="4537" y="860"/>
                  </a:lnTo>
                  <a:lnTo>
                    <a:pt x="5146" y="339"/>
                  </a:lnTo>
                  <a:lnTo>
                    <a:pt x="5829" y="0"/>
                  </a:lnTo>
                  <a:lnTo>
                    <a:pt x="5888" y="585"/>
                  </a:lnTo>
                  <a:lnTo>
                    <a:pt x="5779" y="1103"/>
                  </a:lnTo>
                  <a:lnTo>
                    <a:pt x="4601" y="3533"/>
                  </a:lnTo>
                  <a:lnTo>
                    <a:pt x="4445" y="4082"/>
                  </a:lnTo>
                  <a:lnTo>
                    <a:pt x="4413" y="5105"/>
                  </a:lnTo>
                  <a:lnTo>
                    <a:pt x="4977" y="5709"/>
                  </a:lnTo>
                  <a:lnTo>
                    <a:pt x="5587" y="6943"/>
                  </a:lnTo>
                  <a:lnTo>
                    <a:pt x="5708" y="8585"/>
                  </a:lnTo>
                  <a:lnTo>
                    <a:pt x="5729" y="10334"/>
                  </a:lnTo>
                  <a:lnTo>
                    <a:pt x="5595" y="12096"/>
                  </a:lnTo>
                  <a:lnTo>
                    <a:pt x="5367" y="12684"/>
                  </a:lnTo>
                  <a:lnTo>
                    <a:pt x="4399" y="14453"/>
                  </a:lnTo>
                  <a:lnTo>
                    <a:pt x="2199" y="16530"/>
                  </a:lnTo>
                  <a:lnTo>
                    <a:pt x="2012" y="17041"/>
                  </a:lnTo>
                  <a:lnTo>
                    <a:pt x="2025" y="17614"/>
                  </a:lnTo>
                  <a:lnTo>
                    <a:pt x="2432" y="1830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4941290" y="2387418"/>
              <a:ext cx="2136" cy="2496"/>
            </a:xfrm>
            <a:custGeom>
              <a:avLst/>
              <a:pathLst>
                <a:path w="2136" h="2496">
                  <a:moveTo>
                    <a:pt x="2136" y="2184"/>
                  </a:moveTo>
                  <a:lnTo>
                    <a:pt x="2081" y="2496"/>
                  </a:lnTo>
                  <a:lnTo>
                    <a:pt x="1104" y="1028"/>
                  </a:lnTo>
                  <a:lnTo>
                    <a:pt x="0" y="213"/>
                  </a:lnTo>
                  <a:lnTo>
                    <a:pt x="457" y="0"/>
                  </a:lnTo>
                  <a:lnTo>
                    <a:pt x="1367" y="226"/>
                  </a:lnTo>
                  <a:lnTo>
                    <a:pt x="1732" y="437"/>
                  </a:lnTo>
                  <a:lnTo>
                    <a:pt x="2085" y="116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5235612" y="2382322"/>
              <a:ext cx="4451" cy="7851"/>
            </a:xfrm>
            <a:custGeom>
              <a:avLst/>
              <a:pathLst>
                <a:path w="4451" h="7851">
                  <a:moveTo>
                    <a:pt x="2232" y="7613"/>
                  </a:moveTo>
                  <a:lnTo>
                    <a:pt x="737" y="7851"/>
                  </a:lnTo>
                  <a:lnTo>
                    <a:pt x="397" y="7184"/>
                  </a:lnTo>
                  <a:lnTo>
                    <a:pt x="0" y="4186"/>
                  </a:lnTo>
                  <a:lnTo>
                    <a:pt x="1063" y="1789"/>
                  </a:lnTo>
                  <a:lnTo>
                    <a:pt x="2404" y="377"/>
                  </a:lnTo>
                  <a:lnTo>
                    <a:pt x="3317" y="21"/>
                  </a:lnTo>
                  <a:lnTo>
                    <a:pt x="3634" y="0"/>
                  </a:lnTo>
                  <a:lnTo>
                    <a:pt x="4451" y="1728"/>
                  </a:lnTo>
                  <a:lnTo>
                    <a:pt x="3834" y="5205"/>
                  </a:lnTo>
                  <a:lnTo>
                    <a:pt x="3118" y="698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5208574" y="2379424"/>
              <a:ext cx="817" cy="2452"/>
            </a:xfrm>
            <a:custGeom>
              <a:avLst/>
              <a:pathLst>
                <a:path w="817" h="2452">
                  <a:moveTo>
                    <a:pt x="448" y="2144"/>
                  </a:moveTo>
                  <a:lnTo>
                    <a:pt x="351" y="2452"/>
                  </a:lnTo>
                  <a:lnTo>
                    <a:pt x="0" y="816"/>
                  </a:lnTo>
                  <a:lnTo>
                    <a:pt x="291" y="0"/>
                  </a:lnTo>
                  <a:lnTo>
                    <a:pt x="711" y="299"/>
                  </a:lnTo>
                  <a:lnTo>
                    <a:pt x="817" y="591"/>
                  </a:lnTo>
                  <a:lnTo>
                    <a:pt x="414" y="137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4928129" y="2377880"/>
              <a:ext cx="7062" cy="7885"/>
            </a:xfrm>
            <a:custGeom>
              <a:avLst/>
              <a:pathLst>
                <a:path w="7062" h="7885">
                  <a:moveTo>
                    <a:pt x="7062" y="7755"/>
                  </a:moveTo>
                  <a:lnTo>
                    <a:pt x="6469" y="7885"/>
                  </a:lnTo>
                  <a:lnTo>
                    <a:pt x="5898" y="7586"/>
                  </a:lnTo>
                  <a:lnTo>
                    <a:pt x="5423" y="6784"/>
                  </a:lnTo>
                  <a:lnTo>
                    <a:pt x="2883" y="4466"/>
                  </a:lnTo>
                  <a:lnTo>
                    <a:pt x="2093" y="4429"/>
                  </a:lnTo>
                  <a:lnTo>
                    <a:pt x="1538" y="3837"/>
                  </a:lnTo>
                  <a:lnTo>
                    <a:pt x="864" y="3632"/>
                  </a:lnTo>
                  <a:lnTo>
                    <a:pt x="149" y="2085"/>
                  </a:lnTo>
                  <a:lnTo>
                    <a:pt x="0" y="1255"/>
                  </a:lnTo>
                  <a:lnTo>
                    <a:pt x="520" y="851"/>
                  </a:lnTo>
                  <a:lnTo>
                    <a:pt x="842" y="0"/>
                  </a:lnTo>
                  <a:lnTo>
                    <a:pt x="1689" y="375"/>
                  </a:lnTo>
                  <a:lnTo>
                    <a:pt x="2655" y="1877"/>
                  </a:lnTo>
                  <a:lnTo>
                    <a:pt x="3636" y="2438"/>
                  </a:lnTo>
                  <a:lnTo>
                    <a:pt x="3903" y="2721"/>
                  </a:lnTo>
                  <a:lnTo>
                    <a:pt x="4378" y="3552"/>
                  </a:lnTo>
                  <a:lnTo>
                    <a:pt x="6623" y="5590"/>
                  </a:lnTo>
                  <a:lnTo>
                    <a:pt x="6867" y="6281"/>
                  </a:lnTo>
                  <a:lnTo>
                    <a:pt x="7021" y="697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5051775" y="2376723"/>
              <a:ext cx="955" cy="2035"/>
            </a:xfrm>
            <a:custGeom>
              <a:avLst/>
              <a:pathLst>
                <a:path w="955" h="2035">
                  <a:moveTo>
                    <a:pt x="955" y="1304"/>
                  </a:moveTo>
                  <a:lnTo>
                    <a:pt x="495" y="2035"/>
                  </a:lnTo>
                  <a:lnTo>
                    <a:pt x="0" y="1580"/>
                  </a:lnTo>
                  <a:lnTo>
                    <a:pt x="762" y="98"/>
                  </a:lnTo>
                  <a:lnTo>
                    <a:pt x="938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5022500" y="2375837"/>
              <a:ext cx="1367" cy="2835"/>
            </a:xfrm>
            <a:custGeom>
              <a:avLst/>
              <a:pathLst>
                <a:path w="1367" h="2835">
                  <a:moveTo>
                    <a:pt x="644" y="2782"/>
                  </a:moveTo>
                  <a:lnTo>
                    <a:pt x="249" y="2835"/>
                  </a:lnTo>
                  <a:lnTo>
                    <a:pt x="132" y="2421"/>
                  </a:lnTo>
                  <a:lnTo>
                    <a:pt x="148" y="1707"/>
                  </a:lnTo>
                  <a:lnTo>
                    <a:pt x="113" y="1138"/>
                  </a:lnTo>
                  <a:lnTo>
                    <a:pt x="0" y="713"/>
                  </a:lnTo>
                  <a:lnTo>
                    <a:pt x="0" y="0"/>
                  </a:lnTo>
                  <a:lnTo>
                    <a:pt x="364" y="356"/>
                  </a:lnTo>
                  <a:lnTo>
                    <a:pt x="644" y="689"/>
                  </a:lnTo>
                  <a:lnTo>
                    <a:pt x="968" y="928"/>
                  </a:lnTo>
                  <a:lnTo>
                    <a:pt x="1229" y="1089"/>
                  </a:lnTo>
                  <a:lnTo>
                    <a:pt x="1367" y="1199"/>
                  </a:lnTo>
                  <a:lnTo>
                    <a:pt x="1108" y="221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5027314" y="2373507"/>
              <a:ext cx="797" cy="1971"/>
            </a:xfrm>
            <a:custGeom>
              <a:avLst/>
              <a:pathLst>
                <a:path w="797" h="1971">
                  <a:moveTo>
                    <a:pt x="797" y="1010"/>
                  </a:moveTo>
                  <a:lnTo>
                    <a:pt x="782" y="1971"/>
                  </a:lnTo>
                  <a:lnTo>
                    <a:pt x="128" y="1409"/>
                  </a:lnTo>
                  <a:lnTo>
                    <a:pt x="0" y="344"/>
                  </a:lnTo>
                  <a:lnTo>
                    <a:pt x="215" y="0"/>
                  </a:lnTo>
                  <a:lnTo>
                    <a:pt x="664" y="18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5134566" y="2370627"/>
              <a:ext cx="1356" cy="2626"/>
            </a:xfrm>
            <a:custGeom>
              <a:avLst/>
              <a:pathLst>
                <a:path w="1356" h="2626">
                  <a:moveTo>
                    <a:pt x="1143" y="2169"/>
                  </a:moveTo>
                  <a:lnTo>
                    <a:pt x="1024" y="2626"/>
                  </a:lnTo>
                  <a:lnTo>
                    <a:pt x="216" y="1504"/>
                  </a:lnTo>
                  <a:lnTo>
                    <a:pt x="0" y="693"/>
                  </a:lnTo>
                  <a:lnTo>
                    <a:pt x="98" y="57"/>
                  </a:lnTo>
                  <a:lnTo>
                    <a:pt x="938" y="0"/>
                  </a:lnTo>
                  <a:lnTo>
                    <a:pt x="1356" y="39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5209475" y="2366482"/>
              <a:ext cx="1918" cy="4572"/>
            </a:xfrm>
            <a:custGeom>
              <a:avLst/>
              <a:pathLst>
                <a:path w="1918" h="4572">
                  <a:moveTo>
                    <a:pt x="1918" y="4145"/>
                  </a:moveTo>
                  <a:lnTo>
                    <a:pt x="1683" y="4572"/>
                  </a:lnTo>
                  <a:lnTo>
                    <a:pt x="532" y="3795"/>
                  </a:lnTo>
                  <a:lnTo>
                    <a:pt x="589" y="2561"/>
                  </a:lnTo>
                  <a:lnTo>
                    <a:pt x="434" y="1953"/>
                  </a:lnTo>
                  <a:lnTo>
                    <a:pt x="125" y="1313"/>
                  </a:lnTo>
                  <a:lnTo>
                    <a:pt x="0" y="684"/>
                  </a:lnTo>
                  <a:lnTo>
                    <a:pt x="128" y="0"/>
                  </a:lnTo>
                  <a:lnTo>
                    <a:pt x="834" y="876"/>
                  </a:lnTo>
                  <a:lnTo>
                    <a:pt x="1233" y="2261"/>
                  </a:lnTo>
                  <a:lnTo>
                    <a:pt x="1781" y="358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5221985" y="2364743"/>
              <a:ext cx="759" cy="1408"/>
            </a:xfrm>
            <a:custGeom>
              <a:avLst/>
              <a:pathLst>
                <a:path w="759" h="1408">
                  <a:moveTo>
                    <a:pt x="703" y="1247"/>
                  </a:moveTo>
                  <a:lnTo>
                    <a:pt x="548" y="1408"/>
                  </a:lnTo>
                  <a:lnTo>
                    <a:pt x="208" y="1032"/>
                  </a:lnTo>
                  <a:lnTo>
                    <a:pt x="0" y="620"/>
                  </a:lnTo>
                  <a:lnTo>
                    <a:pt x="12" y="205"/>
                  </a:lnTo>
                  <a:lnTo>
                    <a:pt x="255" y="0"/>
                  </a:lnTo>
                  <a:lnTo>
                    <a:pt x="752" y="634"/>
                  </a:lnTo>
                  <a:lnTo>
                    <a:pt x="759" y="98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5220660" y="2362176"/>
              <a:ext cx="966" cy="2921"/>
            </a:xfrm>
            <a:custGeom>
              <a:avLst/>
              <a:pathLst>
                <a:path w="966" h="2921">
                  <a:moveTo>
                    <a:pt x="774" y="2333"/>
                  </a:moveTo>
                  <a:lnTo>
                    <a:pt x="797" y="2921"/>
                  </a:lnTo>
                  <a:lnTo>
                    <a:pt x="224" y="1583"/>
                  </a:lnTo>
                  <a:lnTo>
                    <a:pt x="0" y="0"/>
                  </a:lnTo>
                  <a:lnTo>
                    <a:pt x="454" y="565"/>
                  </a:lnTo>
                  <a:lnTo>
                    <a:pt x="966" y="173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5135395" y="2360165"/>
              <a:ext cx="2816" cy="2540"/>
            </a:xfrm>
            <a:custGeom>
              <a:avLst/>
              <a:pathLst>
                <a:path w="2816" h="2540">
                  <a:moveTo>
                    <a:pt x="2456" y="0"/>
                  </a:moveTo>
                  <a:lnTo>
                    <a:pt x="2769" y="1333"/>
                  </a:lnTo>
                  <a:lnTo>
                    <a:pt x="2816" y="1838"/>
                  </a:lnTo>
                  <a:lnTo>
                    <a:pt x="1057" y="2540"/>
                  </a:lnTo>
                  <a:lnTo>
                    <a:pt x="0" y="901"/>
                  </a:lnTo>
                  <a:lnTo>
                    <a:pt x="226" y="239"/>
                  </a:lnTo>
                  <a:lnTo>
                    <a:pt x="1138" y="26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5044356" y="2359732"/>
              <a:ext cx="3751" cy="7867"/>
            </a:xfrm>
            <a:custGeom>
              <a:avLst/>
              <a:pathLst>
                <a:path w="3751" h="7867">
                  <a:moveTo>
                    <a:pt x="2967" y="7357"/>
                  </a:moveTo>
                  <a:lnTo>
                    <a:pt x="1676" y="7867"/>
                  </a:lnTo>
                  <a:lnTo>
                    <a:pt x="927" y="7149"/>
                  </a:lnTo>
                  <a:lnTo>
                    <a:pt x="1738" y="6264"/>
                  </a:lnTo>
                  <a:lnTo>
                    <a:pt x="2025" y="6206"/>
                  </a:lnTo>
                  <a:lnTo>
                    <a:pt x="2211" y="6033"/>
                  </a:lnTo>
                  <a:lnTo>
                    <a:pt x="2279" y="5673"/>
                  </a:lnTo>
                  <a:lnTo>
                    <a:pt x="814" y="5091"/>
                  </a:lnTo>
                  <a:lnTo>
                    <a:pt x="399" y="4577"/>
                  </a:lnTo>
                  <a:lnTo>
                    <a:pt x="0" y="3267"/>
                  </a:lnTo>
                  <a:lnTo>
                    <a:pt x="11" y="2434"/>
                  </a:lnTo>
                  <a:lnTo>
                    <a:pt x="1888" y="232"/>
                  </a:lnTo>
                  <a:lnTo>
                    <a:pt x="2327" y="0"/>
                  </a:lnTo>
                  <a:lnTo>
                    <a:pt x="2395" y="911"/>
                  </a:lnTo>
                  <a:lnTo>
                    <a:pt x="3694" y="3221"/>
                  </a:lnTo>
                  <a:lnTo>
                    <a:pt x="3751" y="4758"/>
                  </a:lnTo>
                  <a:lnTo>
                    <a:pt x="3701" y="531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5052904" y="2357589"/>
              <a:ext cx="95356" cy="119122"/>
            </a:xfrm>
            <a:custGeom>
              <a:avLst/>
              <a:pathLst>
                <a:path w="95356" h="119122">
                  <a:moveTo>
                    <a:pt x="81933" y="2908"/>
                  </a:moveTo>
                  <a:lnTo>
                    <a:pt x="81283" y="3311"/>
                  </a:lnTo>
                  <a:lnTo>
                    <a:pt x="80979" y="4110"/>
                  </a:lnTo>
                  <a:lnTo>
                    <a:pt x="81869" y="5334"/>
                  </a:lnTo>
                  <a:lnTo>
                    <a:pt x="81932" y="6149"/>
                  </a:lnTo>
                  <a:lnTo>
                    <a:pt x="82623" y="6873"/>
                  </a:lnTo>
                  <a:lnTo>
                    <a:pt x="83466" y="8007"/>
                  </a:lnTo>
                  <a:lnTo>
                    <a:pt x="83499" y="8376"/>
                  </a:lnTo>
                  <a:lnTo>
                    <a:pt x="83786" y="8883"/>
                  </a:lnTo>
                  <a:lnTo>
                    <a:pt x="83930" y="9506"/>
                  </a:lnTo>
                  <a:lnTo>
                    <a:pt x="83336" y="10125"/>
                  </a:lnTo>
                  <a:lnTo>
                    <a:pt x="82536" y="10244"/>
                  </a:lnTo>
                  <a:lnTo>
                    <a:pt x="81944" y="9659"/>
                  </a:lnTo>
                  <a:lnTo>
                    <a:pt x="81398" y="8932"/>
                  </a:lnTo>
                  <a:lnTo>
                    <a:pt x="81259" y="9836"/>
                  </a:lnTo>
                  <a:lnTo>
                    <a:pt x="80838" y="10353"/>
                  </a:lnTo>
                  <a:lnTo>
                    <a:pt x="79300" y="10202"/>
                  </a:lnTo>
                  <a:lnTo>
                    <a:pt x="78200" y="10207"/>
                  </a:lnTo>
                  <a:lnTo>
                    <a:pt x="77106" y="10435"/>
                  </a:lnTo>
                  <a:lnTo>
                    <a:pt x="77654" y="10574"/>
                  </a:lnTo>
                  <a:lnTo>
                    <a:pt x="78151" y="10862"/>
                  </a:lnTo>
                  <a:lnTo>
                    <a:pt x="79853" y="13169"/>
                  </a:lnTo>
                  <a:lnTo>
                    <a:pt x="80216" y="14023"/>
                  </a:lnTo>
                  <a:lnTo>
                    <a:pt x="79622" y="15722"/>
                  </a:lnTo>
                  <a:lnTo>
                    <a:pt x="79911" y="16417"/>
                  </a:lnTo>
                  <a:lnTo>
                    <a:pt x="80570" y="16815"/>
                  </a:lnTo>
                  <a:lnTo>
                    <a:pt x="81372" y="17660"/>
                  </a:lnTo>
                  <a:lnTo>
                    <a:pt x="81943" y="17746"/>
                  </a:lnTo>
                  <a:lnTo>
                    <a:pt x="82354" y="18222"/>
                  </a:lnTo>
                  <a:lnTo>
                    <a:pt x="82370" y="19051"/>
                  </a:lnTo>
                  <a:lnTo>
                    <a:pt x="82612" y="19805"/>
                  </a:lnTo>
                  <a:lnTo>
                    <a:pt x="81961" y="20105"/>
                  </a:lnTo>
                  <a:lnTo>
                    <a:pt x="82605" y="20306"/>
                  </a:lnTo>
                  <a:lnTo>
                    <a:pt x="83177" y="20691"/>
                  </a:lnTo>
                  <a:lnTo>
                    <a:pt x="82864" y="21082"/>
                  </a:lnTo>
                  <a:lnTo>
                    <a:pt x="82621" y="21556"/>
                  </a:lnTo>
                  <a:lnTo>
                    <a:pt x="82885" y="21812"/>
                  </a:lnTo>
                  <a:lnTo>
                    <a:pt x="83669" y="22249"/>
                  </a:lnTo>
                  <a:lnTo>
                    <a:pt x="84012" y="22651"/>
                  </a:lnTo>
                  <a:lnTo>
                    <a:pt x="84191" y="23737"/>
                  </a:lnTo>
                  <a:lnTo>
                    <a:pt x="84956" y="25511"/>
                  </a:lnTo>
                  <a:lnTo>
                    <a:pt x="86361" y="27800"/>
                  </a:lnTo>
                  <a:lnTo>
                    <a:pt x="86668" y="28634"/>
                  </a:lnTo>
                  <a:lnTo>
                    <a:pt x="86665" y="29402"/>
                  </a:lnTo>
                  <a:lnTo>
                    <a:pt x="86431" y="30062"/>
                  </a:lnTo>
                  <a:lnTo>
                    <a:pt x="85631" y="30836"/>
                  </a:lnTo>
                  <a:lnTo>
                    <a:pt x="84990" y="31854"/>
                  </a:lnTo>
                  <a:lnTo>
                    <a:pt x="84912" y="32221"/>
                  </a:lnTo>
                  <a:lnTo>
                    <a:pt x="84044" y="32693"/>
                  </a:lnTo>
                  <a:lnTo>
                    <a:pt x="84441" y="33039"/>
                  </a:lnTo>
                  <a:lnTo>
                    <a:pt x="84757" y="33508"/>
                  </a:lnTo>
                  <a:lnTo>
                    <a:pt x="85360" y="34925"/>
                  </a:lnTo>
                  <a:lnTo>
                    <a:pt x="86798" y="37226"/>
                  </a:lnTo>
                  <a:lnTo>
                    <a:pt x="87521" y="38084"/>
                  </a:lnTo>
                  <a:lnTo>
                    <a:pt x="90500" y="41206"/>
                  </a:lnTo>
                  <a:lnTo>
                    <a:pt x="92083" y="42566"/>
                  </a:lnTo>
                  <a:lnTo>
                    <a:pt x="94103" y="45678"/>
                  </a:lnTo>
                  <a:lnTo>
                    <a:pt x="95153" y="46397"/>
                  </a:lnTo>
                  <a:lnTo>
                    <a:pt x="95356" y="47264"/>
                  </a:lnTo>
                  <a:lnTo>
                    <a:pt x="94480" y="48593"/>
                  </a:lnTo>
                  <a:lnTo>
                    <a:pt x="93203" y="49258"/>
                  </a:lnTo>
                  <a:lnTo>
                    <a:pt x="91097" y="49616"/>
                  </a:lnTo>
                  <a:lnTo>
                    <a:pt x="88985" y="49148"/>
                  </a:lnTo>
                  <a:lnTo>
                    <a:pt x="87893" y="48767"/>
                  </a:lnTo>
                  <a:lnTo>
                    <a:pt x="86941" y="48003"/>
                  </a:lnTo>
                  <a:lnTo>
                    <a:pt x="86192" y="46469"/>
                  </a:lnTo>
                  <a:lnTo>
                    <a:pt x="85201" y="45639"/>
                  </a:lnTo>
                  <a:lnTo>
                    <a:pt x="85583" y="46569"/>
                  </a:lnTo>
                  <a:lnTo>
                    <a:pt x="85823" y="47520"/>
                  </a:lnTo>
                  <a:lnTo>
                    <a:pt x="85699" y="48556"/>
                  </a:lnTo>
                  <a:lnTo>
                    <a:pt x="85309" y="49367"/>
                  </a:lnTo>
                  <a:lnTo>
                    <a:pt x="84642" y="49963"/>
                  </a:lnTo>
                  <a:lnTo>
                    <a:pt x="83927" y="50446"/>
                  </a:lnTo>
                  <a:lnTo>
                    <a:pt x="83626" y="50786"/>
                  </a:lnTo>
                  <a:lnTo>
                    <a:pt x="81812" y="56206"/>
                  </a:lnTo>
                  <a:lnTo>
                    <a:pt x="81517" y="57673"/>
                  </a:lnTo>
                  <a:lnTo>
                    <a:pt x="80964" y="63759"/>
                  </a:lnTo>
                  <a:lnTo>
                    <a:pt x="80956" y="65478"/>
                  </a:lnTo>
                  <a:lnTo>
                    <a:pt x="81770" y="68696"/>
                  </a:lnTo>
                  <a:lnTo>
                    <a:pt x="81845" y="70382"/>
                  </a:lnTo>
                  <a:lnTo>
                    <a:pt x="82005" y="71111"/>
                  </a:lnTo>
                  <a:lnTo>
                    <a:pt x="81898" y="71715"/>
                  </a:lnTo>
                  <a:lnTo>
                    <a:pt x="81513" y="72075"/>
                  </a:lnTo>
                  <a:lnTo>
                    <a:pt x="79955" y="73058"/>
                  </a:lnTo>
                  <a:lnTo>
                    <a:pt x="78854" y="73874"/>
                  </a:lnTo>
                  <a:lnTo>
                    <a:pt x="77963" y="75036"/>
                  </a:lnTo>
                  <a:lnTo>
                    <a:pt x="77241" y="76483"/>
                  </a:lnTo>
                  <a:lnTo>
                    <a:pt x="76607" y="77529"/>
                  </a:lnTo>
                  <a:lnTo>
                    <a:pt x="75763" y="78030"/>
                  </a:lnTo>
                  <a:lnTo>
                    <a:pt x="75152" y="77955"/>
                  </a:lnTo>
                  <a:lnTo>
                    <a:pt x="74657" y="77474"/>
                  </a:lnTo>
                  <a:lnTo>
                    <a:pt x="74311" y="76545"/>
                  </a:lnTo>
                  <a:lnTo>
                    <a:pt x="74115" y="75528"/>
                  </a:lnTo>
                  <a:lnTo>
                    <a:pt x="73986" y="76280"/>
                  </a:lnTo>
                  <a:lnTo>
                    <a:pt x="74010" y="77014"/>
                  </a:lnTo>
                  <a:lnTo>
                    <a:pt x="74299" y="77800"/>
                  </a:lnTo>
                  <a:lnTo>
                    <a:pt x="74410" y="78629"/>
                  </a:lnTo>
                  <a:lnTo>
                    <a:pt x="74244" y="79477"/>
                  </a:lnTo>
                  <a:lnTo>
                    <a:pt x="73882" y="80152"/>
                  </a:lnTo>
                  <a:lnTo>
                    <a:pt x="72902" y="80889"/>
                  </a:lnTo>
                  <a:lnTo>
                    <a:pt x="72362" y="81521"/>
                  </a:lnTo>
                  <a:lnTo>
                    <a:pt x="72273" y="82626"/>
                  </a:lnTo>
                  <a:lnTo>
                    <a:pt x="72013" y="83252"/>
                  </a:lnTo>
                  <a:lnTo>
                    <a:pt x="71637" y="83737"/>
                  </a:lnTo>
                  <a:lnTo>
                    <a:pt x="70258" y="84849"/>
                  </a:lnTo>
                  <a:lnTo>
                    <a:pt x="69950" y="85293"/>
                  </a:lnTo>
                  <a:lnTo>
                    <a:pt x="69722" y="85858"/>
                  </a:lnTo>
                  <a:lnTo>
                    <a:pt x="70458" y="85771"/>
                  </a:lnTo>
                  <a:lnTo>
                    <a:pt x="71130" y="85858"/>
                  </a:lnTo>
                  <a:lnTo>
                    <a:pt x="71180" y="86964"/>
                  </a:lnTo>
                  <a:lnTo>
                    <a:pt x="71392" y="87787"/>
                  </a:lnTo>
                  <a:lnTo>
                    <a:pt x="71123" y="89591"/>
                  </a:lnTo>
                  <a:lnTo>
                    <a:pt x="70086" y="90809"/>
                  </a:lnTo>
                  <a:lnTo>
                    <a:pt x="70604" y="91065"/>
                  </a:lnTo>
                  <a:lnTo>
                    <a:pt x="71072" y="91463"/>
                  </a:lnTo>
                  <a:lnTo>
                    <a:pt x="72112" y="91759"/>
                  </a:lnTo>
                  <a:lnTo>
                    <a:pt x="72465" y="93039"/>
                  </a:lnTo>
                  <a:lnTo>
                    <a:pt x="72312" y="94589"/>
                  </a:lnTo>
                  <a:lnTo>
                    <a:pt x="72123" y="95980"/>
                  </a:lnTo>
                  <a:lnTo>
                    <a:pt x="71377" y="96367"/>
                  </a:lnTo>
                  <a:lnTo>
                    <a:pt x="70912" y="96109"/>
                  </a:lnTo>
                  <a:lnTo>
                    <a:pt x="70451" y="96134"/>
                  </a:lnTo>
                  <a:lnTo>
                    <a:pt x="70113" y="96556"/>
                  </a:lnTo>
                  <a:lnTo>
                    <a:pt x="70022" y="97274"/>
                  </a:lnTo>
                  <a:lnTo>
                    <a:pt x="70668" y="96921"/>
                  </a:lnTo>
                  <a:lnTo>
                    <a:pt x="70632" y="98718"/>
                  </a:lnTo>
                  <a:lnTo>
                    <a:pt x="70458" y="100473"/>
                  </a:lnTo>
                  <a:lnTo>
                    <a:pt x="70244" y="101442"/>
                  </a:lnTo>
                  <a:lnTo>
                    <a:pt x="69849" y="102232"/>
                  </a:lnTo>
                  <a:lnTo>
                    <a:pt x="69252" y="102485"/>
                  </a:lnTo>
                  <a:lnTo>
                    <a:pt x="68689" y="101894"/>
                  </a:lnTo>
                  <a:lnTo>
                    <a:pt x="68574" y="102580"/>
                  </a:lnTo>
                  <a:lnTo>
                    <a:pt x="68746" y="103159"/>
                  </a:lnTo>
                  <a:lnTo>
                    <a:pt x="69549" y="104569"/>
                  </a:lnTo>
                  <a:lnTo>
                    <a:pt x="69056" y="104878"/>
                  </a:lnTo>
                  <a:lnTo>
                    <a:pt x="68697" y="105359"/>
                  </a:lnTo>
                  <a:lnTo>
                    <a:pt x="68535" y="106059"/>
                  </a:lnTo>
                  <a:lnTo>
                    <a:pt x="67660" y="107664"/>
                  </a:lnTo>
                  <a:lnTo>
                    <a:pt x="67274" y="108843"/>
                  </a:lnTo>
                  <a:lnTo>
                    <a:pt x="67110" y="110106"/>
                  </a:lnTo>
                  <a:lnTo>
                    <a:pt x="66701" y="111106"/>
                  </a:lnTo>
                  <a:lnTo>
                    <a:pt x="60098" y="115455"/>
                  </a:lnTo>
                  <a:lnTo>
                    <a:pt x="54756" y="119122"/>
                  </a:lnTo>
                  <a:lnTo>
                    <a:pt x="54368" y="118872"/>
                  </a:lnTo>
                  <a:lnTo>
                    <a:pt x="54110" y="118313"/>
                  </a:lnTo>
                  <a:lnTo>
                    <a:pt x="53927" y="112616"/>
                  </a:lnTo>
                  <a:lnTo>
                    <a:pt x="53266" y="109703"/>
                  </a:lnTo>
                  <a:lnTo>
                    <a:pt x="53167" y="108060"/>
                  </a:lnTo>
                  <a:lnTo>
                    <a:pt x="52414" y="109527"/>
                  </a:lnTo>
                  <a:lnTo>
                    <a:pt x="51952" y="109379"/>
                  </a:lnTo>
                  <a:lnTo>
                    <a:pt x="51452" y="109005"/>
                  </a:lnTo>
                  <a:lnTo>
                    <a:pt x="51076" y="108526"/>
                  </a:lnTo>
                  <a:lnTo>
                    <a:pt x="51048" y="107894"/>
                  </a:lnTo>
                  <a:lnTo>
                    <a:pt x="51452" y="106086"/>
                  </a:lnTo>
                  <a:lnTo>
                    <a:pt x="50963" y="107078"/>
                  </a:lnTo>
                  <a:lnTo>
                    <a:pt x="50430" y="107844"/>
                  </a:lnTo>
                  <a:lnTo>
                    <a:pt x="49878" y="107750"/>
                  </a:lnTo>
                  <a:lnTo>
                    <a:pt x="49402" y="107371"/>
                  </a:lnTo>
                  <a:lnTo>
                    <a:pt x="49225" y="106784"/>
                  </a:lnTo>
                  <a:lnTo>
                    <a:pt x="48972" y="106697"/>
                  </a:lnTo>
                  <a:lnTo>
                    <a:pt x="47804" y="108307"/>
                  </a:lnTo>
                  <a:lnTo>
                    <a:pt x="46262" y="109170"/>
                  </a:lnTo>
                  <a:lnTo>
                    <a:pt x="45404" y="109157"/>
                  </a:lnTo>
                  <a:lnTo>
                    <a:pt x="44728" y="108664"/>
                  </a:lnTo>
                  <a:lnTo>
                    <a:pt x="44763" y="107438"/>
                  </a:lnTo>
                  <a:lnTo>
                    <a:pt x="44694" y="106239"/>
                  </a:lnTo>
                  <a:lnTo>
                    <a:pt x="44505" y="105536"/>
                  </a:lnTo>
                  <a:lnTo>
                    <a:pt x="44091" y="105286"/>
                  </a:lnTo>
                  <a:lnTo>
                    <a:pt x="43710" y="105374"/>
                  </a:lnTo>
                  <a:lnTo>
                    <a:pt x="42603" y="105999"/>
                  </a:lnTo>
                  <a:lnTo>
                    <a:pt x="42207" y="105926"/>
                  </a:lnTo>
                  <a:lnTo>
                    <a:pt x="41980" y="106244"/>
                  </a:lnTo>
                  <a:lnTo>
                    <a:pt x="39055" y="101879"/>
                  </a:lnTo>
                  <a:lnTo>
                    <a:pt x="38464" y="105416"/>
                  </a:lnTo>
                  <a:lnTo>
                    <a:pt x="36444" y="107300"/>
                  </a:lnTo>
                  <a:lnTo>
                    <a:pt x="34952" y="108392"/>
                  </a:lnTo>
                  <a:lnTo>
                    <a:pt x="33473" y="107983"/>
                  </a:lnTo>
                  <a:lnTo>
                    <a:pt x="31969" y="107284"/>
                  </a:lnTo>
                  <a:lnTo>
                    <a:pt x="30471" y="108127"/>
                  </a:lnTo>
                  <a:lnTo>
                    <a:pt x="28846" y="110195"/>
                  </a:lnTo>
                  <a:lnTo>
                    <a:pt x="28397" y="110513"/>
                  </a:lnTo>
                  <a:lnTo>
                    <a:pt x="27930" y="110504"/>
                  </a:lnTo>
                  <a:lnTo>
                    <a:pt x="27589" y="110234"/>
                  </a:lnTo>
                  <a:lnTo>
                    <a:pt x="27706" y="108666"/>
                  </a:lnTo>
                  <a:lnTo>
                    <a:pt x="27720" y="107098"/>
                  </a:lnTo>
                  <a:lnTo>
                    <a:pt x="27598" y="103605"/>
                  </a:lnTo>
                  <a:lnTo>
                    <a:pt x="27469" y="102918"/>
                  </a:lnTo>
                  <a:lnTo>
                    <a:pt x="27004" y="101958"/>
                  </a:lnTo>
                  <a:lnTo>
                    <a:pt x="26384" y="101265"/>
                  </a:lnTo>
                  <a:lnTo>
                    <a:pt x="26040" y="101771"/>
                  </a:lnTo>
                  <a:lnTo>
                    <a:pt x="25729" y="102465"/>
                  </a:lnTo>
                  <a:lnTo>
                    <a:pt x="24494" y="102435"/>
                  </a:lnTo>
                  <a:lnTo>
                    <a:pt x="23289" y="101882"/>
                  </a:lnTo>
                  <a:lnTo>
                    <a:pt x="22264" y="102199"/>
                  </a:lnTo>
                  <a:lnTo>
                    <a:pt x="20231" y="103584"/>
                  </a:lnTo>
                  <a:lnTo>
                    <a:pt x="19150" y="103798"/>
                  </a:lnTo>
                  <a:lnTo>
                    <a:pt x="18570" y="103486"/>
                  </a:lnTo>
                  <a:lnTo>
                    <a:pt x="18201" y="102738"/>
                  </a:lnTo>
                  <a:lnTo>
                    <a:pt x="18412" y="102056"/>
                  </a:lnTo>
                  <a:lnTo>
                    <a:pt x="18859" y="101532"/>
                  </a:lnTo>
                  <a:lnTo>
                    <a:pt x="18025" y="101948"/>
                  </a:lnTo>
                  <a:lnTo>
                    <a:pt x="17313" y="102649"/>
                  </a:lnTo>
                  <a:lnTo>
                    <a:pt x="17003" y="103098"/>
                  </a:lnTo>
                  <a:lnTo>
                    <a:pt x="16672" y="102873"/>
                  </a:lnTo>
                  <a:lnTo>
                    <a:pt x="15782" y="101292"/>
                  </a:lnTo>
                  <a:lnTo>
                    <a:pt x="13923" y="101883"/>
                  </a:lnTo>
                  <a:lnTo>
                    <a:pt x="13672" y="102064"/>
                  </a:lnTo>
                  <a:lnTo>
                    <a:pt x="13213" y="102602"/>
                  </a:lnTo>
                  <a:lnTo>
                    <a:pt x="12774" y="102334"/>
                  </a:lnTo>
                  <a:lnTo>
                    <a:pt x="12552" y="101762"/>
                  </a:lnTo>
                  <a:lnTo>
                    <a:pt x="12473" y="98464"/>
                  </a:lnTo>
                  <a:lnTo>
                    <a:pt x="11528" y="92121"/>
                  </a:lnTo>
                  <a:lnTo>
                    <a:pt x="11265" y="88878"/>
                  </a:lnTo>
                  <a:lnTo>
                    <a:pt x="11061" y="88111"/>
                  </a:lnTo>
                  <a:lnTo>
                    <a:pt x="9971" y="86945"/>
                  </a:lnTo>
                  <a:lnTo>
                    <a:pt x="10008" y="85272"/>
                  </a:lnTo>
                  <a:lnTo>
                    <a:pt x="10573" y="83873"/>
                  </a:lnTo>
                  <a:lnTo>
                    <a:pt x="10693" y="82243"/>
                  </a:lnTo>
                  <a:lnTo>
                    <a:pt x="10533" y="80474"/>
                  </a:lnTo>
                  <a:lnTo>
                    <a:pt x="10193" y="78744"/>
                  </a:lnTo>
                  <a:lnTo>
                    <a:pt x="9765" y="77437"/>
                  </a:lnTo>
                  <a:lnTo>
                    <a:pt x="9154" y="76321"/>
                  </a:lnTo>
                  <a:lnTo>
                    <a:pt x="8340" y="75069"/>
                  </a:lnTo>
                  <a:lnTo>
                    <a:pt x="7340" y="74133"/>
                  </a:lnTo>
                  <a:lnTo>
                    <a:pt x="5184" y="73080"/>
                  </a:lnTo>
                  <a:lnTo>
                    <a:pt x="4045" y="73173"/>
                  </a:lnTo>
                  <a:lnTo>
                    <a:pt x="3623" y="72760"/>
                  </a:lnTo>
                  <a:lnTo>
                    <a:pt x="3339" y="72225"/>
                  </a:lnTo>
                  <a:lnTo>
                    <a:pt x="3454" y="71173"/>
                  </a:lnTo>
                  <a:lnTo>
                    <a:pt x="3839" y="70450"/>
                  </a:lnTo>
                  <a:lnTo>
                    <a:pt x="4356" y="70271"/>
                  </a:lnTo>
                  <a:lnTo>
                    <a:pt x="4417" y="69864"/>
                  </a:lnTo>
                  <a:lnTo>
                    <a:pt x="3322" y="69017"/>
                  </a:lnTo>
                  <a:lnTo>
                    <a:pt x="2409" y="67866"/>
                  </a:lnTo>
                  <a:lnTo>
                    <a:pt x="2123" y="67175"/>
                  </a:lnTo>
                  <a:lnTo>
                    <a:pt x="2036" y="66415"/>
                  </a:lnTo>
                  <a:lnTo>
                    <a:pt x="2042" y="64660"/>
                  </a:lnTo>
                  <a:lnTo>
                    <a:pt x="2306" y="63551"/>
                  </a:lnTo>
                  <a:lnTo>
                    <a:pt x="2449" y="62950"/>
                  </a:lnTo>
                  <a:lnTo>
                    <a:pt x="2732" y="61094"/>
                  </a:lnTo>
                  <a:lnTo>
                    <a:pt x="3327" y="60528"/>
                  </a:lnTo>
                  <a:lnTo>
                    <a:pt x="3229" y="60185"/>
                  </a:lnTo>
                  <a:lnTo>
                    <a:pt x="2974" y="59933"/>
                  </a:lnTo>
                  <a:lnTo>
                    <a:pt x="2600" y="59324"/>
                  </a:lnTo>
                  <a:lnTo>
                    <a:pt x="2295" y="58624"/>
                  </a:lnTo>
                  <a:lnTo>
                    <a:pt x="1598" y="57436"/>
                  </a:lnTo>
                  <a:lnTo>
                    <a:pt x="365" y="56002"/>
                  </a:lnTo>
                  <a:lnTo>
                    <a:pt x="159" y="53531"/>
                  </a:lnTo>
                  <a:lnTo>
                    <a:pt x="0" y="49889"/>
                  </a:lnTo>
                  <a:lnTo>
                    <a:pt x="103" y="48233"/>
                  </a:lnTo>
                  <a:lnTo>
                    <a:pt x="498" y="45137"/>
                  </a:lnTo>
                  <a:lnTo>
                    <a:pt x="1182" y="44163"/>
                  </a:lnTo>
                  <a:lnTo>
                    <a:pt x="1727" y="43892"/>
                  </a:lnTo>
                  <a:lnTo>
                    <a:pt x="2135" y="43474"/>
                  </a:lnTo>
                  <a:lnTo>
                    <a:pt x="1799" y="43414"/>
                  </a:lnTo>
                  <a:lnTo>
                    <a:pt x="1509" y="43568"/>
                  </a:lnTo>
                  <a:lnTo>
                    <a:pt x="987" y="43672"/>
                  </a:lnTo>
                  <a:lnTo>
                    <a:pt x="1415" y="40899"/>
                  </a:lnTo>
                  <a:lnTo>
                    <a:pt x="1608" y="40098"/>
                  </a:lnTo>
                  <a:lnTo>
                    <a:pt x="2467" y="38548"/>
                  </a:lnTo>
                  <a:lnTo>
                    <a:pt x="3474" y="37175"/>
                  </a:lnTo>
                  <a:lnTo>
                    <a:pt x="3900" y="35563"/>
                  </a:lnTo>
                  <a:lnTo>
                    <a:pt x="4471" y="34145"/>
                  </a:lnTo>
                  <a:lnTo>
                    <a:pt x="6840" y="32683"/>
                  </a:lnTo>
                  <a:lnTo>
                    <a:pt x="5989" y="34515"/>
                  </a:lnTo>
                  <a:lnTo>
                    <a:pt x="6083" y="35182"/>
                  </a:lnTo>
                  <a:lnTo>
                    <a:pt x="6290" y="35769"/>
                  </a:lnTo>
                  <a:lnTo>
                    <a:pt x="6906" y="36182"/>
                  </a:lnTo>
                  <a:lnTo>
                    <a:pt x="7078" y="38439"/>
                  </a:lnTo>
                  <a:lnTo>
                    <a:pt x="7851" y="39721"/>
                  </a:lnTo>
                  <a:lnTo>
                    <a:pt x="8630" y="40892"/>
                  </a:lnTo>
                  <a:lnTo>
                    <a:pt x="9202" y="41466"/>
                  </a:lnTo>
                  <a:lnTo>
                    <a:pt x="9830" y="42300"/>
                  </a:lnTo>
                  <a:lnTo>
                    <a:pt x="10272" y="43074"/>
                  </a:lnTo>
                  <a:lnTo>
                    <a:pt x="10737" y="43727"/>
                  </a:lnTo>
                  <a:lnTo>
                    <a:pt x="11437" y="44363"/>
                  </a:lnTo>
                  <a:lnTo>
                    <a:pt x="13333" y="47071"/>
                  </a:lnTo>
                  <a:lnTo>
                    <a:pt x="14126" y="47865"/>
                  </a:lnTo>
                  <a:lnTo>
                    <a:pt x="14716" y="48660"/>
                  </a:lnTo>
                  <a:lnTo>
                    <a:pt x="15136" y="48940"/>
                  </a:lnTo>
                  <a:lnTo>
                    <a:pt x="16167" y="48715"/>
                  </a:lnTo>
                  <a:lnTo>
                    <a:pt x="19226" y="46773"/>
                  </a:lnTo>
                  <a:lnTo>
                    <a:pt x="19775" y="46647"/>
                  </a:lnTo>
                  <a:lnTo>
                    <a:pt x="20771" y="46310"/>
                  </a:lnTo>
                  <a:lnTo>
                    <a:pt x="22524" y="46412"/>
                  </a:lnTo>
                  <a:lnTo>
                    <a:pt x="24383" y="47074"/>
                  </a:lnTo>
                  <a:lnTo>
                    <a:pt x="24984" y="47094"/>
                  </a:lnTo>
                  <a:lnTo>
                    <a:pt x="25559" y="46700"/>
                  </a:lnTo>
                  <a:lnTo>
                    <a:pt x="26352" y="46817"/>
                  </a:lnTo>
                  <a:lnTo>
                    <a:pt x="27094" y="47023"/>
                  </a:lnTo>
                  <a:lnTo>
                    <a:pt x="27465" y="46852"/>
                  </a:lnTo>
                  <a:lnTo>
                    <a:pt x="28546" y="45435"/>
                  </a:lnTo>
                  <a:lnTo>
                    <a:pt x="30015" y="45015"/>
                  </a:lnTo>
                  <a:lnTo>
                    <a:pt x="30489" y="43617"/>
                  </a:lnTo>
                  <a:lnTo>
                    <a:pt x="30856" y="42298"/>
                  </a:lnTo>
                  <a:lnTo>
                    <a:pt x="31030" y="40891"/>
                  </a:lnTo>
                  <a:lnTo>
                    <a:pt x="31644" y="40325"/>
                  </a:lnTo>
                  <a:lnTo>
                    <a:pt x="32504" y="39835"/>
                  </a:lnTo>
                  <a:lnTo>
                    <a:pt x="33778" y="39217"/>
                  </a:lnTo>
                  <a:lnTo>
                    <a:pt x="38194" y="39107"/>
                  </a:lnTo>
                  <a:lnTo>
                    <a:pt x="38623" y="39378"/>
                  </a:lnTo>
                  <a:lnTo>
                    <a:pt x="38715" y="40094"/>
                  </a:lnTo>
                  <a:lnTo>
                    <a:pt x="38623" y="40639"/>
                  </a:lnTo>
                  <a:lnTo>
                    <a:pt x="38795" y="40963"/>
                  </a:lnTo>
                  <a:lnTo>
                    <a:pt x="39383" y="40993"/>
                  </a:lnTo>
                  <a:lnTo>
                    <a:pt x="39928" y="41323"/>
                  </a:lnTo>
                  <a:lnTo>
                    <a:pt x="42130" y="42452"/>
                  </a:lnTo>
                  <a:lnTo>
                    <a:pt x="43068" y="42801"/>
                  </a:lnTo>
                  <a:lnTo>
                    <a:pt x="43589" y="42714"/>
                  </a:lnTo>
                  <a:lnTo>
                    <a:pt x="44621" y="43724"/>
                  </a:lnTo>
                  <a:lnTo>
                    <a:pt x="45182" y="43380"/>
                  </a:lnTo>
                  <a:lnTo>
                    <a:pt x="45927" y="42672"/>
                  </a:lnTo>
                  <a:lnTo>
                    <a:pt x="46636" y="41716"/>
                  </a:lnTo>
                  <a:lnTo>
                    <a:pt x="47270" y="40958"/>
                  </a:lnTo>
                  <a:lnTo>
                    <a:pt x="48194" y="40665"/>
                  </a:lnTo>
                  <a:lnTo>
                    <a:pt x="49386" y="40706"/>
                  </a:lnTo>
                  <a:lnTo>
                    <a:pt x="50793" y="40447"/>
                  </a:lnTo>
                  <a:lnTo>
                    <a:pt x="51857" y="40040"/>
                  </a:lnTo>
                  <a:lnTo>
                    <a:pt x="53043" y="40711"/>
                  </a:lnTo>
                  <a:lnTo>
                    <a:pt x="53359" y="40499"/>
                  </a:lnTo>
                  <a:lnTo>
                    <a:pt x="53563" y="39844"/>
                  </a:lnTo>
                  <a:lnTo>
                    <a:pt x="54176" y="38409"/>
                  </a:lnTo>
                  <a:lnTo>
                    <a:pt x="54447" y="37443"/>
                  </a:lnTo>
                  <a:lnTo>
                    <a:pt x="54686" y="35591"/>
                  </a:lnTo>
                  <a:lnTo>
                    <a:pt x="54850" y="35148"/>
                  </a:lnTo>
                  <a:lnTo>
                    <a:pt x="55300" y="34894"/>
                  </a:lnTo>
                  <a:lnTo>
                    <a:pt x="55763" y="34546"/>
                  </a:lnTo>
                  <a:lnTo>
                    <a:pt x="55883" y="33991"/>
                  </a:lnTo>
                  <a:lnTo>
                    <a:pt x="56052" y="33346"/>
                  </a:lnTo>
                  <a:lnTo>
                    <a:pt x="55913" y="32803"/>
                  </a:lnTo>
                  <a:lnTo>
                    <a:pt x="55649" y="32347"/>
                  </a:lnTo>
                  <a:lnTo>
                    <a:pt x="55372" y="30802"/>
                  </a:lnTo>
                  <a:lnTo>
                    <a:pt x="55464" y="30097"/>
                  </a:lnTo>
                  <a:lnTo>
                    <a:pt x="55634" y="29573"/>
                  </a:lnTo>
                  <a:lnTo>
                    <a:pt x="56107" y="29310"/>
                  </a:lnTo>
                  <a:lnTo>
                    <a:pt x="57363" y="28174"/>
                  </a:lnTo>
                  <a:lnTo>
                    <a:pt x="58474" y="26844"/>
                  </a:lnTo>
                  <a:lnTo>
                    <a:pt x="59082" y="26192"/>
                  </a:lnTo>
                  <a:lnTo>
                    <a:pt x="59350" y="25770"/>
                  </a:lnTo>
                  <a:lnTo>
                    <a:pt x="59366" y="25160"/>
                  </a:lnTo>
                  <a:lnTo>
                    <a:pt x="58884" y="24525"/>
                  </a:lnTo>
                  <a:lnTo>
                    <a:pt x="58419" y="24221"/>
                  </a:lnTo>
                  <a:lnTo>
                    <a:pt x="58384" y="23485"/>
                  </a:lnTo>
                  <a:lnTo>
                    <a:pt x="58402" y="22977"/>
                  </a:lnTo>
                  <a:lnTo>
                    <a:pt x="58541" y="22497"/>
                  </a:lnTo>
                  <a:lnTo>
                    <a:pt x="58474" y="22031"/>
                  </a:lnTo>
                  <a:lnTo>
                    <a:pt x="58472" y="21335"/>
                  </a:lnTo>
                  <a:lnTo>
                    <a:pt x="58767" y="20586"/>
                  </a:lnTo>
                  <a:lnTo>
                    <a:pt x="59452" y="19475"/>
                  </a:lnTo>
                  <a:lnTo>
                    <a:pt x="59992" y="18758"/>
                  </a:lnTo>
                  <a:lnTo>
                    <a:pt x="60589" y="19204"/>
                  </a:lnTo>
                  <a:lnTo>
                    <a:pt x="61290" y="18997"/>
                  </a:lnTo>
                  <a:lnTo>
                    <a:pt x="61954" y="18640"/>
                  </a:lnTo>
                  <a:lnTo>
                    <a:pt x="62321" y="17332"/>
                  </a:lnTo>
                  <a:lnTo>
                    <a:pt x="62377" y="16704"/>
                  </a:lnTo>
                  <a:lnTo>
                    <a:pt x="62288" y="16209"/>
                  </a:lnTo>
                  <a:lnTo>
                    <a:pt x="62520" y="14344"/>
                  </a:lnTo>
                  <a:lnTo>
                    <a:pt x="62574" y="14075"/>
                  </a:lnTo>
                  <a:lnTo>
                    <a:pt x="63011" y="12902"/>
                  </a:lnTo>
                  <a:lnTo>
                    <a:pt x="63054" y="12113"/>
                  </a:lnTo>
                  <a:lnTo>
                    <a:pt x="62807" y="10281"/>
                  </a:lnTo>
                  <a:lnTo>
                    <a:pt x="62962" y="8895"/>
                  </a:lnTo>
                  <a:lnTo>
                    <a:pt x="63033" y="6025"/>
                  </a:lnTo>
                  <a:lnTo>
                    <a:pt x="63295" y="5513"/>
                  </a:lnTo>
                  <a:lnTo>
                    <a:pt x="63592" y="4028"/>
                  </a:lnTo>
                  <a:lnTo>
                    <a:pt x="64077" y="2479"/>
                  </a:lnTo>
                  <a:lnTo>
                    <a:pt x="65057" y="1632"/>
                  </a:lnTo>
                  <a:lnTo>
                    <a:pt x="65572" y="523"/>
                  </a:lnTo>
                  <a:lnTo>
                    <a:pt x="65798" y="317"/>
                  </a:lnTo>
                  <a:lnTo>
                    <a:pt x="66134" y="308"/>
                  </a:lnTo>
                  <a:lnTo>
                    <a:pt x="67320" y="1117"/>
                  </a:lnTo>
                  <a:lnTo>
                    <a:pt x="68388" y="217"/>
                  </a:lnTo>
                  <a:lnTo>
                    <a:pt x="69351" y="115"/>
                  </a:lnTo>
                  <a:lnTo>
                    <a:pt x="70146" y="238"/>
                  </a:lnTo>
                  <a:lnTo>
                    <a:pt x="70594" y="606"/>
                  </a:lnTo>
                  <a:lnTo>
                    <a:pt x="71038" y="873"/>
                  </a:lnTo>
                  <a:lnTo>
                    <a:pt x="71986" y="0"/>
                  </a:lnTo>
                  <a:lnTo>
                    <a:pt x="72349" y="152"/>
                  </a:lnTo>
                  <a:lnTo>
                    <a:pt x="72689" y="451"/>
                  </a:lnTo>
                  <a:lnTo>
                    <a:pt x="73158" y="441"/>
                  </a:lnTo>
                  <a:lnTo>
                    <a:pt x="73718" y="220"/>
                  </a:lnTo>
                  <a:lnTo>
                    <a:pt x="75097" y="427"/>
                  </a:lnTo>
                  <a:lnTo>
                    <a:pt x="77528" y="470"/>
                  </a:lnTo>
                  <a:lnTo>
                    <a:pt x="79202" y="997"/>
                  </a:lnTo>
                  <a:lnTo>
                    <a:pt x="80842" y="2481"/>
                  </a:lnTo>
                  <a:lnTo>
                    <a:pt x="81660" y="278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5221294" y="2355119"/>
              <a:ext cx="2049" cy="7466"/>
            </a:xfrm>
            <a:custGeom>
              <a:avLst/>
              <a:pathLst>
                <a:path w="2049" h="7466">
                  <a:moveTo>
                    <a:pt x="1060" y="7174"/>
                  </a:moveTo>
                  <a:lnTo>
                    <a:pt x="679" y="7466"/>
                  </a:lnTo>
                  <a:lnTo>
                    <a:pt x="63" y="7359"/>
                  </a:lnTo>
                  <a:lnTo>
                    <a:pt x="0" y="6651"/>
                  </a:lnTo>
                  <a:lnTo>
                    <a:pt x="620" y="5379"/>
                  </a:lnTo>
                  <a:lnTo>
                    <a:pt x="1031" y="4036"/>
                  </a:lnTo>
                  <a:lnTo>
                    <a:pt x="594" y="3700"/>
                  </a:lnTo>
                  <a:lnTo>
                    <a:pt x="166" y="2841"/>
                  </a:lnTo>
                  <a:lnTo>
                    <a:pt x="151" y="1842"/>
                  </a:lnTo>
                  <a:lnTo>
                    <a:pt x="499" y="0"/>
                  </a:lnTo>
                  <a:lnTo>
                    <a:pt x="1021" y="149"/>
                  </a:lnTo>
                  <a:lnTo>
                    <a:pt x="1519" y="949"/>
                  </a:lnTo>
                  <a:lnTo>
                    <a:pt x="1724" y="2446"/>
                  </a:lnTo>
                  <a:lnTo>
                    <a:pt x="2049" y="3583"/>
                  </a:lnTo>
                  <a:lnTo>
                    <a:pt x="1354" y="513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4923299" y="2340043"/>
              <a:ext cx="102666" cy="160912"/>
            </a:xfrm>
            <a:custGeom>
              <a:avLst/>
              <a:pathLst>
                <a:path w="102666" h="160912">
                  <a:moveTo>
                    <a:pt x="12165" y="5571"/>
                  </a:moveTo>
                  <a:lnTo>
                    <a:pt x="13326" y="5699"/>
                  </a:lnTo>
                  <a:lnTo>
                    <a:pt x="15478" y="4942"/>
                  </a:lnTo>
                  <a:lnTo>
                    <a:pt x="16661" y="5016"/>
                  </a:lnTo>
                  <a:lnTo>
                    <a:pt x="17777" y="5563"/>
                  </a:lnTo>
                  <a:lnTo>
                    <a:pt x="18768" y="5878"/>
                  </a:lnTo>
                  <a:lnTo>
                    <a:pt x="21235" y="5478"/>
                  </a:lnTo>
                  <a:lnTo>
                    <a:pt x="21698" y="5585"/>
                  </a:lnTo>
                  <a:lnTo>
                    <a:pt x="22143" y="5899"/>
                  </a:lnTo>
                  <a:lnTo>
                    <a:pt x="22524" y="6394"/>
                  </a:lnTo>
                  <a:lnTo>
                    <a:pt x="23652" y="8210"/>
                  </a:lnTo>
                  <a:lnTo>
                    <a:pt x="25560" y="10444"/>
                  </a:lnTo>
                  <a:lnTo>
                    <a:pt x="26111" y="11874"/>
                  </a:lnTo>
                  <a:lnTo>
                    <a:pt x="26425" y="13481"/>
                  </a:lnTo>
                  <a:lnTo>
                    <a:pt x="26623" y="13858"/>
                  </a:lnTo>
                  <a:lnTo>
                    <a:pt x="28777" y="16936"/>
                  </a:lnTo>
                  <a:lnTo>
                    <a:pt x="29013" y="18222"/>
                  </a:lnTo>
                  <a:lnTo>
                    <a:pt x="28709" y="20005"/>
                  </a:lnTo>
                  <a:lnTo>
                    <a:pt x="29334" y="21423"/>
                  </a:lnTo>
                  <a:lnTo>
                    <a:pt x="31425" y="22752"/>
                  </a:lnTo>
                  <a:lnTo>
                    <a:pt x="32659" y="23720"/>
                  </a:lnTo>
                  <a:lnTo>
                    <a:pt x="32922" y="24314"/>
                  </a:lnTo>
                  <a:lnTo>
                    <a:pt x="33104" y="25023"/>
                  </a:lnTo>
                  <a:lnTo>
                    <a:pt x="33787" y="26073"/>
                  </a:lnTo>
                  <a:lnTo>
                    <a:pt x="34645" y="26758"/>
                  </a:lnTo>
                  <a:lnTo>
                    <a:pt x="37318" y="28559"/>
                  </a:lnTo>
                  <a:lnTo>
                    <a:pt x="40821" y="32325"/>
                  </a:lnTo>
                  <a:lnTo>
                    <a:pt x="42816" y="34113"/>
                  </a:lnTo>
                  <a:lnTo>
                    <a:pt x="44465" y="36831"/>
                  </a:lnTo>
                  <a:lnTo>
                    <a:pt x="45059" y="38131"/>
                  </a:lnTo>
                  <a:lnTo>
                    <a:pt x="45550" y="39536"/>
                  </a:lnTo>
                  <a:lnTo>
                    <a:pt x="46552" y="41581"/>
                  </a:lnTo>
                  <a:lnTo>
                    <a:pt x="48255" y="44106"/>
                  </a:lnTo>
                  <a:lnTo>
                    <a:pt x="48686" y="44874"/>
                  </a:lnTo>
                  <a:lnTo>
                    <a:pt x="49144" y="45988"/>
                  </a:lnTo>
                  <a:lnTo>
                    <a:pt x="49672" y="47023"/>
                  </a:lnTo>
                  <a:lnTo>
                    <a:pt x="50304" y="47975"/>
                  </a:lnTo>
                  <a:lnTo>
                    <a:pt x="51059" y="48703"/>
                  </a:lnTo>
                  <a:lnTo>
                    <a:pt x="51832" y="48939"/>
                  </a:lnTo>
                  <a:lnTo>
                    <a:pt x="53076" y="50764"/>
                  </a:lnTo>
                  <a:lnTo>
                    <a:pt x="53749" y="51336"/>
                  </a:lnTo>
                  <a:lnTo>
                    <a:pt x="53642" y="49908"/>
                  </a:lnTo>
                  <a:lnTo>
                    <a:pt x="53077" y="48658"/>
                  </a:lnTo>
                  <a:lnTo>
                    <a:pt x="53085" y="47904"/>
                  </a:lnTo>
                  <a:lnTo>
                    <a:pt x="53184" y="47230"/>
                  </a:lnTo>
                  <a:lnTo>
                    <a:pt x="53646" y="46662"/>
                  </a:lnTo>
                  <a:lnTo>
                    <a:pt x="54203" y="46503"/>
                  </a:lnTo>
                  <a:lnTo>
                    <a:pt x="55246" y="47023"/>
                  </a:lnTo>
                  <a:lnTo>
                    <a:pt x="56940" y="49188"/>
                  </a:lnTo>
                  <a:lnTo>
                    <a:pt x="57655" y="50449"/>
                  </a:lnTo>
                  <a:lnTo>
                    <a:pt x="58193" y="52190"/>
                  </a:lnTo>
                  <a:lnTo>
                    <a:pt x="58642" y="53997"/>
                  </a:lnTo>
                  <a:lnTo>
                    <a:pt x="59319" y="54895"/>
                  </a:lnTo>
                  <a:lnTo>
                    <a:pt x="60249" y="55209"/>
                  </a:lnTo>
                  <a:lnTo>
                    <a:pt x="61283" y="55339"/>
                  </a:lnTo>
                  <a:lnTo>
                    <a:pt x="62234" y="55895"/>
                  </a:lnTo>
                  <a:lnTo>
                    <a:pt x="64459" y="58395"/>
                  </a:lnTo>
                  <a:lnTo>
                    <a:pt x="65198" y="59569"/>
                  </a:lnTo>
                  <a:lnTo>
                    <a:pt x="65758" y="60951"/>
                  </a:lnTo>
                  <a:lnTo>
                    <a:pt x="66143" y="62585"/>
                  </a:lnTo>
                  <a:lnTo>
                    <a:pt x="66383" y="64301"/>
                  </a:lnTo>
                  <a:lnTo>
                    <a:pt x="66532" y="64696"/>
                  </a:lnTo>
                  <a:lnTo>
                    <a:pt x="67959" y="66765"/>
                  </a:lnTo>
                  <a:lnTo>
                    <a:pt x="68710" y="67640"/>
                  </a:lnTo>
                  <a:lnTo>
                    <a:pt x="69629" y="68065"/>
                  </a:lnTo>
                  <a:lnTo>
                    <a:pt x="72306" y="68530"/>
                  </a:lnTo>
                  <a:lnTo>
                    <a:pt x="73251" y="69245"/>
                  </a:lnTo>
                  <a:lnTo>
                    <a:pt x="74032" y="70435"/>
                  </a:lnTo>
                  <a:lnTo>
                    <a:pt x="74360" y="71647"/>
                  </a:lnTo>
                  <a:lnTo>
                    <a:pt x="73802" y="72716"/>
                  </a:lnTo>
                  <a:lnTo>
                    <a:pt x="71709" y="74356"/>
                  </a:lnTo>
                  <a:lnTo>
                    <a:pt x="69474" y="75490"/>
                  </a:lnTo>
                  <a:lnTo>
                    <a:pt x="71646" y="75099"/>
                  </a:lnTo>
                  <a:lnTo>
                    <a:pt x="72746" y="74623"/>
                  </a:lnTo>
                  <a:lnTo>
                    <a:pt x="73758" y="73879"/>
                  </a:lnTo>
                  <a:lnTo>
                    <a:pt x="74759" y="72933"/>
                  </a:lnTo>
                  <a:lnTo>
                    <a:pt x="76347" y="71612"/>
                  </a:lnTo>
                  <a:lnTo>
                    <a:pt x="76938" y="71344"/>
                  </a:lnTo>
                  <a:lnTo>
                    <a:pt x="77632" y="71439"/>
                  </a:lnTo>
                  <a:lnTo>
                    <a:pt x="78262" y="71812"/>
                  </a:lnTo>
                  <a:lnTo>
                    <a:pt x="79206" y="73111"/>
                  </a:lnTo>
                  <a:lnTo>
                    <a:pt x="80095" y="74480"/>
                  </a:lnTo>
                  <a:lnTo>
                    <a:pt x="80758" y="76077"/>
                  </a:lnTo>
                  <a:lnTo>
                    <a:pt x="81174" y="77854"/>
                  </a:lnTo>
                  <a:lnTo>
                    <a:pt x="80414" y="78783"/>
                  </a:lnTo>
                  <a:lnTo>
                    <a:pt x="79308" y="79468"/>
                  </a:lnTo>
                  <a:lnTo>
                    <a:pt x="77785" y="81185"/>
                  </a:lnTo>
                  <a:lnTo>
                    <a:pt x="77625" y="81863"/>
                  </a:lnTo>
                  <a:lnTo>
                    <a:pt x="77936" y="82299"/>
                  </a:lnTo>
                  <a:lnTo>
                    <a:pt x="77564" y="83561"/>
                  </a:lnTo>
                  <a:lnTo>
                    <a:pt x="78418" y="84341"/>
                  </a:lnTo>
                  <a:lnTo>
                    <a:pt x="78548" y="85003"/>
                  </a:lnTo>
                  <a:lnTo>
                    <a:pt x="77810" y="85952"/>
                  </a:lnTo>
                  <a:lnTo>
                    <a:pt x="77880" y="86538"/>
                  </a:lnTo>
                  <a:lnTo>
                    <a:pt x="78771" y="89036"/>
                  </a:lnTo>
                  <a:lnTo>
                    <a:pt x="79195" y="89608"/>
                  </a:lnTo>
                  <a:lnTo>
                    <a:pt x="80553" y="90877"/>
                  </a:lnTo>
                  <a:lnTo>
                    <a:pt x="82624" y="92166"/>
                  </a:lnTo>
                  <a:lnTo>
                    <a:pt x="83770" y="92756"/>
                  </a:lnTo>
                  <a:lnTo>
                    <a:pt x="85070" y="93215"/>
                  </a:lnTo>
                  <a:lnTo>
                    <a:pt x="85628" y="93202"/>
                  </a:lnTo>
                  <a:lnTo>
                    <a:pt x="86603" y="92993"/>
                  </a:lnTo>
                  <a:lnTo>
                    <a:pt x="86799" y="93493"/>
                  </a:lnTo>
                  <a:lnTo>
                    <a:pt x="87219" y="95954"/>
                  </a:lnTo>
                  <a:lnTo>
                    <a:pt x="87420" y="97512"/>
                  </a:lnTo>
                  <a:lnTo>
                    <a:pt x="87717" y="100827"/>
                  </a:lnTo>
                  <a:lnTo>
                    <a:pt x="88098" y="102203"/>
                  </a:lnTo>
                  <a:lnTo>
                    <a:pt x="88073" y="103887"/>
                  </a:lnTo>
                  <a:lnTo>
                    <a:pt x="88573" y="105314"/>
                  </a:lnTo>
                  <a:lnTo>
                    <a:pt x="89591" y="106227"/>
                  </a:lnTo>
                  <a:lnTo>
                    <a:pt x="90675" y="106975"/>
                  </a:lnTo>
                  <a:lnTo>
                    <a:pt x="91188" y="107702"/>
                  </a:lnTo>
                  <a:lnTo>
                    <a:pt x="91182" y="108801"/>
                  </a:lnTo>
                  <a:lnTo>
                    <a:pt x="91007" y="109672"/>
                  </a:lnTo>
                  <a:lnTo>
                    <a:pt x="90640" y="110348"/>
                  </a:lnTo>
                  <a:lnTo>
                    <a:pt x="89516" y="111783"/>
                  </a:lnTo>
                  <a:lnTo>
                    <a:pt x="89315" y="112401"/>
                  </a:lnTo>
                  <a:lnTo>
                    <a:pt x="89157" y="113984"/>
                  </a:lnTo>
                  <a:lnTo>
                    <a:pt x="89349" y="114707"/>
                  </a:lnTo>
                  <a:lnTo>
                    <a:pt x="89799" y="114748"/>
                  </a:lnTo>
                  <a:lnTo>
                    <a:pt x="90152" y="114368"/>
                  </a:lnTo>
                  <a:lnTo>
                    <a:pt x="91502" y="112247"/>
                  </a:lnTo>
                  <a:lnTo>
                    <a:pt x="91867" y="111875"/>
                  </a:lnTo>
                  <a:lnTo>
                    <a:pt x="92376" y="111578"/>
                  </a:lnTo>
                  <a:lnTo>
                    <a:pt x="92897" y="111392"/>
                  </a:lnTo>
                  <a:lnTo>
                    <a:pt x="95363" y="111374"/>
                  </a:lnTo>
                  <a:lnTo>
                    <a:pt x="96408" y="111708"/>
                  </a:lnTo>
                  <a:lnTo>
                    <a:pt x="97339" y="112398"/>
                  </a:lnTo>
                  <a:lnTo>
                    <a:pt x="98159" y="113267"/>
                  </a:lnTo>
                  <a:lnTo>
                    <a:pt x="101159" y="118788"/>
                  </a:lnTo>
                  <a:lnTo>
                    <a:pt x="102533" y="121835"/>
                  </a:lnTo>
                  <a:lnTo>
                    <a:pt x="102641" y="122594"/>
                  </a:lnTo>
                  <a:lnTo>
                    <a:pt x="102666" y="123382"/>
                  </a:lnTo>
                  <a:lnTo>
                    <a:pt x="102432" y="123993"/>
                  </a:lnTo>
                  <a:lnTo>
                    <a:pt x="101181" y="126073"/>
                  </a:lnTo>
                  <a:lnTo>
                    <a:pt x="101026" y="126647"/>
                  </a:lnTo>
                  <a:lnTo>
                    <a:pt x="100635" y="128912"/>
                  </a:lnTo>
                  <a:lnTo>
                    <a:pt x="100709" y="130543"/>
                  </a:lnTo>
                  <a:lnTo>
                    <a:pt x="101125" y="131228"/>
                  </a:lnTo>
                  <a:lnTo>
                    <a:pt x="101456" y="131972"/>
                  </a:lnTo>
                  <a:lnTo>
                    <a:pt x="101430" y="132646"/>
                  </a:lnTo>
                  <a:lnTo>
                    <a:pt x="100606" y="135999"/>
                  </a:lnTo>
                  <a:lnTo>
                    <a:pt x="100519" y="136573"/>
                  </a:lnTo>
                  <a:lnTo>
                    <a:pt x="101040" y="142027"/>
                  </a:lnTo>
                  <a:lnTo>
                    <a:pt x="101078" y="143503"/>
                  </a:lnTo>
                  <a:lnTo>
                    <a:pt x="100971" y="145371"/>
                  </a:lnTo>
                  <a:lnTo>
                    <a:pt x="101046" y="148382"/>
                  </a:lnTo>
                  <a:lnTo>
                    <a:pt x="100374" y="157685"/>
                  </a:lnTo>
                  <a:lnTo>
                    <a:pt x="100247" y="158241"/>
                  </a:lnTo>
                  <a:lnTo>
                    <a:pt x="99732" y="159662"/>
                  </a:lnTo>
                  <a:lnTo>
                    <a:pt x="99053" y="159652"/>
                  </a:lnTo>
                  <a:lnTo>
                    <a:pt x="98505" y="159402"/>
                  </a:lnTo>
                  <a:lnTo>
                    <a:pt x="98120" y="158858"/>
                  </a:lnTo>
                  <a:lnTo>
                    <a:pt x="97909" y="158184"/>
                  </a:lnTo>
                  <a:lnTo>
                    <a:pt x="97597" y="157632"/>
                  </a:lnTo>
                  <a:lnTo>
                    <a:pt x="95958" y="155913"/>
                  </a:lnTo>
                  <a:lnTo>
                    <a:pt x="95529" y="156199"/>
                  </a:lnTo>
                  <a:lnTo>
                    <a:pt x="93865" y="158331"/>
                  </a:lnTo>
                  <a:lnTo>
                    <a:pt x="93422" y="158647"/>
                  </a:lnTo>
                  <a:lnTo>
                    <a:pt x="92867" y="158387"/>
                  </a:lnTo>
                  <a:lnTo>
                    <a:pt x="91993" y="157749"/>
                  </a:lnTo>
                  <a:lnTo>
                    <a:pt x="89242" y="155507"/>
                  </a:lnTo>
                  <a:lnTo>
                    <a:pt x="89073" y="156224"/>
                  </a:lnTo>
                  <a:lnTo>
                    <a:pt x="89040" y="157196"/>
                  </a:lnTo>
                  <a:lnTo>
                    <a:pt x="89587" y="159633"/>
                  </a:lnTo>
                  <a:lnTo>
                    <a:pt x="89663" y="160700"/>
                  </a:lnTo>
                  <a:lnTo>
                    <a:pt x="89162" y="160912"/>
                  </a:lnTo>
                  <a:lnTo>
                    <a:pt x="88883" y="160866"/>
                  </a:lnTo>
                  <a:lnTo>
                    <a:pt x="87741" y="159451"/>
                  </a:lnTo>
                  <a:lnTo>
                    <a:pt x="86688" y="157883"/>
                  </a:lnTo>
                  <a:lnTo>
                    <a:pt x="85490" y="155765"/>
                  </a:lnTo>
                  <a:lnTo>
                    <a:pt x="84615" y="154757"/>
                  </a:lnTo>
                  <a:lnTo>
                    <a:pt x="83824" y="153632"/>
                  </a:lnTo>
                  <a:lnTo>
                    <a:pt x="81597" y="149359"/>
                  </a:lnTo>
                  <a:lnTo>
                    <a:pt x="81019" y="148706"/>
                  </a:lnTo>
                  <a:lnTo>
                    <a:pt x="77569" y="145688"/>
                  </a:lnTo>
                  <a:lnTo>
                    <a:pt x="76873" y="144974"/>
                  </a:lnTo>
                  <a:lnTo>
                    <a:pt x="75991" y="143725"/>
                  </a:lnTo>
                  <a:lnTo>
                    <a:pt x="75043" y="142617"/>
                  </a:lnTo>
                  <a:lnTo>
                    <a:pt x="72964" y="140866"/>
                  </a:lnTo>
                  <a:lnTo>
                    <a:pt x="69357" y="136423"/>
                  </a:lnTo>
                  <a:lnTo>
                    <a:pt x="67789" y="133872"/>
                  </a:lnTo>
                  <a:lnTo>
                    <a:pt x="66046" y="129761"/>
                  </a:lnTo>
                  <a:lnTo>
                    <a:pt x="65477" y="128711"/>
                  </a:lnTo>
                  <a:lnTo>
                    <a:pt x="62547" y="125626"/>
                  </a:lnTo>
                  <a:lnTo>
                    <a:pt x="60950" y="123757"/>
                  </a:lnTo>
                  <a:lnTo>
                    <a:pt x="60283" y="122682"/>
                  </a:lnTo>
                  <a:lnTo>
                    <a:pt x="58729" y="118942"/>
                  </a:lnTo>
                  <a:lnTo>
                    <a:pt x="58274" y="117682"/>
                  </a:lnTo>
                  <a:lnTo>
                    <a:pt x="57701" y="116569"/>
                  </a:lnTo>
                  <a:lnTo>
                    <a:pt x="56761" y="115666"/>
                  </a:lnTo>
                  <a:lnTo>
                    <a:pt x="55931" y="114604"/>
                  </a:lnTo>
                  <a:lnTo>
                    <a:pt x="54284" y="111220"/>
                  </a:lnTo>
                  <a:lnTo>
                    <a:pt x="53764" y="109872"/>
                  </a:lnTo>
                  <a:lnTo>
                    <a:pt x="53372" y="108413"/>
                  </a:lnTo>
                  <a:lnTo>
                    <a:pt x="53440" y="105487"/>
                  </a:lnTo>
                  <a:lnTo>
                    <a:pt x="49951" y="96629"/>
                  </a:lnTo>
                  <a:lnTo>
                    <a:pt x="49076" y="93870"/>
                  </a:lnTo>
                  <a:lnTo>
                    <a:pt x="48264" y="90040"/>
                  </a:lnTo>
                  <a:lnTo>
                    <a:pt x="48083" y="89651"/>
                  </a:lnTo>
                  <a:lnTo>
                    <a:pt x="46180" y="86222"/>
                  </a:lnTo>
                  <a:lnTo>
                    <a:pt x="45507" y="85124"/>
                  </a:lnTo>
                  <a:lnTo>
                    <a:pt x="44693" y="84091"/>
                  </a:lnTo>
                  <a:lnTo>
                    <a:pt x="44025" y="82886"/>
                  </a:lnTo>
                  <a:lnTo>
                    <a:pt x="42712" y="78969"/>
                  </a:lnTo>
                  <a:lnTo>
                    <a:pt x="42225" y="77881"/>
                  </a:lnTo>
                  <a:lnTo>
                    <a:pt x="41542" y="77081"/>
                  </a:lnTo>
                  <a:lnTo>
                    <a:pt x="39053" y="75600"/>
                  </a:lnTo>
                  <a:lnTo>
                    <a:pt x="38125" y="74775"/>
                  </a:lnTo>
                  <a:lnTo>
                    <a:pt x="37394" y="73603"/>
                  </a:lnTo>
                  <a:lnTo>
                    <a:pt x="36945" y="72108"/>
                  </a:lnTo>
                  <a:lnTo>
                    <a:pt x="36451" y="68936"/>
                  </a:lnTo>
                  <a:lnTo>
                    <a:pt x="35278" y="64116"/>
                  </a:lnTo>
                  <a:lnTo>
                    <a:pt x="33961" y="57663"/>
                  </a:lnTo>
                  <a:lnTo>
                    <a:pt x="33073" y="54771"/>
                  </a:lnTo>
                  <a:lnTo>
                    <a:pt x="32059" y="52502"/>
                  </a:lnTo>
                  <a:lnTo>
                    <a:pt x="31765" y="51979"/>
                  </a:lnTo>
                  <a:lnTo>
                    <a:pt x="27246" y="47893"/>
                  </a:lnTo>
                  <a:lnTo>
                    <a:pt x="26475" y="47292"/>
                  </a:lnTo>
                  <a:lnTo>
                    <a:pt x="25656" y="46929"/>
                  </a:lnTo>
                  <a:lnTo>
                    <a:pt x="24488" y="46668"/>
                  </a:lnTo>
                  <a:lnTo>
                    <a:pt x="23596" y="45613"/>
                  </a:lnTo>
                  <a:lnTo>
                    <a:pt x="23229" y="43719"/>
                  </a:lnTo>
                  <a:lnTo>
                    <a:pt x="23027" y="41179"/>
                  </a:lnTo>
                  <a:lnTo>
                    <a:pt x="22802" y="39663"/>
                  </a:lnTo>
                  <a:lnTo>
                    <a:pt x="22556" y="38806"/>
                  </a:lnTo>
                  <a:lnTo>
                    <a:pt x="20668" y="37010"/>
                  </a:lnTo>
                  <a:lnTo>
                    <a:pt x="19929" y="35591"/>
                  </a:lnTo>
                  <a:lnTo>
                    <a:pt x="19312" y="34029"/>
                  </a:lnTo>
                  <a:lnTo>
                    <a:pt x="18748" y="32820"/>
                  </a:lnTo>
                  <a:lnTo>
                    <a:pt x="16672" y="28644"/>
                  </a:lnTo>
                  <a:lnTo>
                    <a:pt x="15963" y="27548"/>
                  </a:lnTo>
                  <a:lnTo>
                    <a:pt x="15083" y="26783"/>
                  </a:lnTo>
                  <a:lnTo>
                    <a:pt x="12476" y="25973"/>
                  </a:lnTo>
                  <a:lnTo>
                    <a:pt x="11713" y="25280"/>
                  </a:lnTo>
                  <a:lnTo>
                    <a:pt x="10446" y="22909"/>
                  </a:lnTo>
                  <a:lnTo>
                    <a:pt x="9682" y="21703"/>
                  </a:lnTo>
                  <a:lnTo>
                    <a:pt x="7392" y="19046"/>
                  </a:lnTo>
                  <a:lnTo>
                    <a:pt x="3519" y="13485"/>
                  </a:lnTo>
                  <a:lnTo>
                    <a:pt x="2725" y="12098"/>
                  </a:lnTo>
                  <a:lnTo>
                    <a:pt x="2131" y="10652"/>
                  </a:lnTo>
                  <a:lnTo>
                    <a:pt x="1651" y="9102"/>
                  </a:lnTo>
                  <a:lnTo>
                    <a:pt x="0" y="4808"/>
                  </a:lnTo>
                  <a:lnTo>
                    <a:pt x="133" y="3941"/>
                  </a:lnTo>
                  <a:lnTo>
                    <a:pt x="382" y="3040"/>
                  </a:lnTo>
                  <a:lnTo>
                    <a:pt x="343" y="2294"/>
                  </a:lnTo>
                  <a:lnTo>
                    <a:pt x="162" y="1558"/>
                  </a:lnTo>
                  <a:lnTo>
                    <a:pt x="200" y="892"/>
                  </a:lnTo>
                  <a:lnTo>
                    <a:pt x="690" y="501"/>
                  </a:lnTo>
                  <a:lnTo>
                    <a:pt x="1792" y="0"/>
                  </a:lnTo>
                  <a:lnTo>
                    <a:pt x="2936" y="58"/>
                  </a:lnTo>
                  <a:lnTo>
                    <a:pt x="3994" y="275"/>
                  </a:lnTo>
                  <a:lnTo>
                    <a:pt x="5020" y="690"/>
                  </a:lnTo>
                  <a:lnTo>
                    <a:pt x="6004" y="1594"/>
                  </a:lnTo>
                  <a:lnTo>
                    <a:pt x="7764" y="3872"/>
                  </a:lnTo>
                  <a:lnTo>
                    <a:pt x="8766" y="4665"/>
                  </a:lnTo>
                  <a:lnTo>
                    <a:pt x="9879" y="504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4923403" y="2336162"/>
              <a:ext cx="1403" cy="1714"/>
            </a:xfrm>
            <a:custGeom>
              <a:avLst/>
              <a:pathLst>
                <a:path w="1403" h="1714">
                  <a:moveTo>
                    <a:pt x="1366" y="1319"/>
                  </a:moveTo>
                  <a:lnTo>
                    <a:pt x="1181" y="1714"/>
                  </a:lnTo>
                  <a:lnTo>
                    <a:pt x="619" y="1513"/>
                  </a:lnTo>
                  <a:lnTo>
                    <a:pt x="0" y="244"/>
                  </a:lnTo>
                  <a:lnTo>
                    <a:pt x="230" y="0"/>
                  </a:lnTo>
                  <a:lnTo>
                    <a:pt x="613" y="129"/>
                  </a:lnTo>
                  <a:lnTo>
                    <a:pt x="1338" y="422"/>
                  </a:lnTo>
                  <a:lnTo>
                    <a:pt x="1403" y="89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3977294" y="1659688"/>
              <a:ext cx="4232" cy="4860"/>
            </a:xfrm>
            <a:custGeom>
              <a:avLst/>
              <a:pathLst>
                <a:path w="4232" h="4860">
                  <a:moveTo>
                    <a:pt x="3531" y="3093"/>
                  </a:moveTo>
                  <a:lnTo>
                    <a:pt x="1618" y="4860"/>
                  </a:lnTo>
                  <a:lnTo>
                    <a:pt x="844" y="4543"/>
                  </a:lnTo>
                  <a:lnTo>
                    <a:pt x="185" y="4710"/>
                  </a:lnTo>
                  <a:lnTo>
                    <a:pt x="0" y="4660"/>
                  </a:lnTo>
                  <a:lnTo>
                    <a:pt x="376" y="4022"/>
                  </a:lnTo>
                  <a:lnTo>
                    <a:pt x="819" y="2542"/>
                  </a:lnTo>
                  <a:lnTo>
                    <a:pt x="1613" y="1955"/>
                  </a:lnTo>
                  <a:lnTo>
                    <a:pt x="2617" y="424"/>
                  </a:lnTo>
                  <a:lnTo>
                    <a:pt x="3411" y="0"/>
                  </a:lnTo>
                  <a:lnTo>
                    <a:pt x="3687" y="59"/>
                  </a:lnTo>
                  <a:lnTo>
                    <a:pt x="3861" y="203"/>
                  </a:lnTo>
                  <a:lnTo>
                    <a:pt x="4232" y="1926"/>
                  </a:lnTo>
                  <a:lnTo>
                    <a:pt x="3718" y="253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4908632" y="2317617"/>
              <a:ext cx="2585" cy="6805"/>
            </a:xfrm>
            <a:custGeom>
              <a:avLst/>
              <a:pathLst>
                <a:path w="2585" h="6805">
                  <a:moveTo>
                    <a:pt x="2210" y="5656"/>
                  </a:moveTo>
                  <a:lnTo>
                    <a:pt x="1631" y="6805"/>
                  </a:lnTo>
                  <a:lnTo>
                    <a:pt x="500" y="3290"/>
                  </a:lnTo>
                  <a:lnTo>
                    <a:pt x="15" y="3076"/>
                  </a:lnTo>
                  <a:lnTo>
                    <a:pt x="0" y="1400"/>
                  </a:lnTo>
                  <a:lnTo>
                    <a:pt x="263" y="739"/>
                  </a:lnTo>
                  <a:lnTo>
                    <a:pt x="1571" y="0"/>
                  </a:lnTo>
                  <a:lnTo>
                    <a:pt x="1917" y="415"/>
                  </a:lnTo>
                  <a:lnTo>
                    <a:pt x="2585" y="367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4908073" y="2315191"/>
              <a:ext cx="1289" cy="2074"/>
            </a:xfrm>
            <a:custGeom>
              <a:avLst/>
              <a:pathLst>
                <a:path w="1289" h="2074">
                  <a:moveTo>
                    <a:pt x="1289" y="754"/>
                  </a:moveTo>
                  <a:lnTo>
                    <a:pt x="389" y="2074"/>
                  </a:lnTo>
                  <a:lnTo>
                    <a:pt x="0" y="1281"/>
                  </a:lnTo>
                  <a:lnTo>
                    <a:pt x="160" y="732"/>
                  </a:lnTo>
                  <a:lnTo>
                    <a:pt x="543" y="427"/>
                  </a:lnTo>
                  <a:lnTo>
                    <a:pt x="900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4905349" y="2306720"/>
              <a:ext cx="1305" cy="1971"/>
            </a:xfrm>
            <a:custGeom>
              <a:avLst/>
              <a:pathLst>
                <a:path w="1305" h="1971">
                  <a:moveTo>
                    <a:pt x="1260" y="1953"/>
                  </a:moveTo>
                  <a:lnTo>
                    <a:pt x="526" y="1971"/>
                  </a:lnTo>
                  <a:lnTo>
                    <a:pt x="308" y="1375"/>
                  </a:lnTo>
                  <a:lnTo>
                    <a:pt x="0" y="751"/>
                  </a:lnTo>
                  <a:lnTo>
                    <a:pt x="237" y="153"/>
                  </a:lnTo>
                  <a:lnTo>
                    <a:pt x="625" y="0"/>
                  </a:lnTo>
                  <a:lnTo>
                    <a:pt x="1176" y="969"/>
                  </a:lnTo>
                  <a:lnTo>
                    <a:pt x="1305" y="165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4906740" y="2303836"/>
              <a:ext cx="761" cy="2792"/>
            </a:xfrm>
            <a:custGeom>
              <a:avLst/>
              <a:pathLst>
                <a:path w="761" h="2792">
                  <a:moveTo>
                    <a:pt x="761" y="2343"/>
                  </a:moveTo>
                  <a:lnTo>
                    <a:pt x="206" y="2792"/>
                  </a:lnTo>
                  <a:lnTo>
                    <a:pt x="145" y="2398"/>
                  </a:lnTo>
                  <a:lnTo>
                    <a:pt x="125" y="2120"/>
                  </a:lnTo>
                  <a:lnTo>
                    <a:pt x="45" y="1618"/>
                  </a:lnTo>
                  <a:lnTo>
                    <a:pt x="0" y="736"/>
                  </a:lnTo>
                  <a:lnTo>
                    <a:pt x="355" y="0"/>
                  </a:lnTo>
                  <a:lnTo>
                    <a:pt x="711" y="151"/>
                  </a:lnTo>
                  <a:lnTo>
                    <a:pt x="522" y="90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4713428" y="2302631"/>
              <a:ext cx="569" cy="802"/>
            </a:xfrm>
            <a:custGeom>
              <a:avLst/>
              <a:pathLst>
                <a:path w="569" h="802">
                  <a:moveTo>
                    <a:pt x="415" y="585"/>
                  </a:moveTo>
                  <a:lnTo>
                    <a:pt x="282" y="758"/>
                  </a:lnTo>
                  <a:lnTo>
                    <a:pt x="48" y="802"/>
                  </a:lnTo>
                  <a:lnTo>
                    <a:pt x="0" y="629"/>
                  </a:lnTo>
                  <a:lnTo>
                    <a:pt x="24" y="498"/>
                  </a:lnTo>
                  <a:lnTo>
                    <a:pt x="146" y="644"/>
                  </a:lnTo>
                  <a:lnTo>
                    <a:pt x="306" y="508"/>
                  </a:lnTo>
                  <a:lnTo>
                    <a:pt x="489" y="65"/>
                  </a:lnTo>
                  <a:lnTo>
                    <a:pt x="569" y="0"/>
                  </a:lnTo>
                  <a:lnTo>
                    <a:pt x="533" y="25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4903030" y="2302097"/>
              <a:ext cx="1006" cy="1915"/>
            </a:xfrm>
            <a:custGeom>
              <a:avLst/>
              <a:pathLst>
                <a:path w="1006" h="1915">
                  <a:moveTo>
                    <a:pt x="723" y="1392"/>
                  </a:moveTo>
                  <a:lnTo>
                    <a:pt x="1006" y="1915"/>
                  </a:lnTo>
                  <a:lnTo>
                    <a:pt x="482" y="1825"/>
                  </a:lnTo>
                  <a:lnTo>
                    <a:pt x="0" y="1037"/>
                  </a:lnTo>
                  <a:lnTo>
                    <a:pt x="125" y="299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4899709" y="2289620"/>
              <a:ext cx="908" cy="1575"/>
            </a:xfrm>
            <a:custGeom>
              <a:avLst/>
              <a:pathLst>
                <a:path w="908" h="1575">
                  <a:moveTo>
                    <a:pt x="702" y="1495"/>
                  </a:moveTo>
                  <a:lnTo>
                    <a:pt x="286" y="1575"/>
                  </a:lnTo>
                  <a:lnTo>
                    <a:pt x="31" y="1099"/>
                  </a:lnTo>
                  <a:lnTo>
                    <a:pt x="0" y="544"/>
                  </a:lnTo>
                  <a:lnTo>
                    <a:pt x="239" y="184"/>
                  </a:lnTo>
                  <a:lnTo>
                    <a:pt x="461" y="0"/>
                  </a:lnTo>
                  <a:lnTo>
                    <a:pt x="685" y="46"/>
                  </a:lnTo>
                  <a:lnTo>
                    <a:pt x="908" y="98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4896299" y="2266556"/>
              <a:ext cx="2095" cy="5254"/>
            </a:xfrm>
            <a:custGeom>
              <a:avLst/>
              <a:pathLst>
                <a:path w="2095" h="5254">
                  <a:moveTo>
                    <a:pt x="1419" y="4778"/>
                  </a:moveTo>
                  <a:lnTo>
                    <a:pt x="1133" y="5254"/>
                  </a:lnTo>
                  <a:lnTo>
                    <a:pt x="158" y="4882"/>
                  </a:lnTo>
                  <a:lnTo>
                    <a:pt x="230" y="3443"/>
                  </a:lnTo>
                  <a:lnTo>
                    <a:pt x="0" y="2041"/>
                  </a:lnTo>
                  <a:lnTo>
                    <a:pt x="169" y="1449"/>
                  </a:lnTo>
                  <a:lnTo>
                    <a:pt x="899" y="445"/>
                  </a:lnTo>
                  <a:lnTo>
                    <a:pt x="1490" y="0"/>
                  </a:lnTo>
                  <a:lnTo>
                    <a:pt x="1903" y="1362"/>
                  </a:lnTo>
                  <a:lnTo>
                    <a:pt x="2095" y="269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4711053" y="2261493"/>
              <a:ext cx="221" cy="897"/>
            </a:xfrm>
            <a:custGeom>
              <a:avLst/>
              <a:pathLst>
                <a:path w="221" h="897">
                  <a:moveTo>
                    <a:pt x="5" y="897"/>
                  </a:moveTo>
                  <a:lnTo>
                    <a:pt x="0" y="644"/>
                  </a:lnTo>
                  <a:lnTo>
                    <a:pt x="88" y="239"/>
                  </a:lnTo>
                  <a:lnTo>
                    <a:pt x="221" y="0"/>
                  </a:lnTo>
                  <a:lnTo>
                    <a:pt x="193" y="263"/>
                  </a:lnTo>
                  <a:lnTo>
                    <a:pt x="146" y="62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4898597" y="2258025"/>
              <a:ext cx="922" cy="2061"/>
            </a:xfrm>
            <a:custGeom>
              <a:avLst/>
              <a:pathLst>
                <a:path w="922" h="2061">
                  <a:moveTo>
                    <a:pt x="922" y="1785"/>
                  </a:moveTo>
                  <a:lnTo>
                    <a:pt x="461" y="2061"/>
                  </a:lnTo>
                  <a:lnTo>
                    <a:pt x="0" y="1711"/>
                  </a:lnTo>
                  <a:lnTo>
                    <a:pt x="361" y="1148"/>
                  </a:lnTo>
                  <a:lnTo>
                    <a:pt x="421" y="0"/>
                  </a:lnTo>
                  <a:lnTo>
                    <a:pt x="892" y="637"/>
                  </a:lnTo>
                  <a:lnTo>
                    <a:pt x="865" y="136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4902000" y="2250665"/>
              <a:ext cx="1009" cy="1916"/>
            </a:xfrm>
            <a:custGeom>
              <a:avLst/>
              <a:pathLst>
                <a:path w="1009" h="1916">
                  <a:moveTo>
                    <a:pt x="586" y="0"/>
                  </a:moveTo>
                  <a:lnTo>
                    <a:pt x="1009" y="1916"/>
                  </a:lnTo>
                  <a:lnTo>
                    <a:pt x="249" y="1078"/>
                  </a:lnTo>
                  <a:lnTo>
                    <a:pt x="0" y="479"/>
                  </a:lnTo>
                  <a:lnTo>
                    <a:pt x="382" y="7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4899392" y="2237766"/>
              <a:ext cx="484" cy="2254"/>
            </a:xfrm>
            <a:custGeom>
              <a:avLst/>
              <a:pathLst>
                <a:path w="484" h="2254">
                  <a:moveTo>
                    <a:pt x="358" y="1348"/>
                  </a:moveTo>
                  <a:lnTo>
                    <a:pt x="57" y="2254"/>
                  </a:lnTo>
                  <a:lnTo>
                    <a:pt x="0" y="311"/>
                  </a:lnTo>
                  <a:lnTo>
                    <a:pt x="139" y="66"/>
                  </a:lnTo>
                  <a:lnTo>
                    <a:pt x="292" y="0"/>
                  </a:lnTo>
                  <a:lnTo>
                    <a:pt x="484" y="18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4898012" y="2229622"/>
              <a:ext cx="5135" cy="28354"/>
            </a:xfrm>
            <a:custGeom>
              <a:avLst/>
              <a:pathLst>
                <a:path w="5135" h="28354">
                  <a:moveTo>
                    <a:pt x="1786" y="28026"/>
                  </a:moveTo>
                  <a:lnTo>
                    <a:pt x="1578" y="28354"/>
                  </a:lnTo>
                  <a:lnTo>
                    <a:pt x="1272" y="27989"/>
                  </a:lnTo>
                  <a:lnTo>
                    <a:pt x="394" y="25486"/>
                  </a:lnTo>
                  <a:lnTo>
                    <a:pt x="243" y="23878"/>
                  </a:lnTo>
                  <a:lnTo>
                    <a:pt x="0" y="23321"/>
                  </a:lnTo>
                  <a:lnTo>
                    <a:pt x="308" y="22525"/>
                  </a:lnTo>
                  <a:lnTo>
                    <a:pt x="696" y="22260"/>
                  </a:lnTo>
                  <a:lnTo>
                    <a:pt x="926" y="21362"/>
                  </a:lnTo>
                  <a:lnTo>
                    <a:pt x="1009" y="19990"/>
                  </a:lnTo>
                  <a:lnTo>
                    <a:pt x="1348" y="18872"/>
                  </a:lnTo>
                  <a:lnTo>
                    <a:pt x="1521" y="18561"/>
                  </a:lnTo>
                  <a:lnTo>
                    <a:pt x="2226" y="18549"/>
                  </a:lnTo>
                  <a:lnTo>
                    <a:pt x="2406" y="18406"/>
                  </a:lnTo>
                  <a:lnTo>
                    <a:pt x="2306" y="17336"/>
                  </a:lnTo>
                  <a:lnTo>
                    <a:pt x="1893" y="16870"/>
                  </a:lnTo>
                  <a:lnTo>
                    <a:pt x="1750" y="16571"/>
                  </a:lnTo>
                  <a:lnTo>
                    <a:pt x="1767" y="14006"/>
                  </a:lnTo>
                  <a:lnTo>
                    <a:pt x="1874" y="12969"/>
                  </a:lnTo>
                  <a:lnTo>
                    <a:pt x="2131" y="12223"/>
                  </a:lnTo>
                  <a:lnTo>
                    <a:pt x="1950" y="10681"/>
                  </a:lnTo>
                  <a:lnTo>
                    <a:pt x="2074" y="10106"/>
                  </a:lnTo>
                  <a:lnTo>
                    <a:pt x="2584" y="9296"/>
                  </a:lnTo>
                  <a:lnTo>
                    <a:pt x="2809" y="7571"/>
                  </a:lnTo>
                  <a:lnTo>
                    <a:pt x="2602" y="7055"/>
                  </a:lnTo>
                  <a:lnTo>
                    <a:pt x="3086" y="4392"/>
                  </a:lnTo>
                  <a:lnTo>
                    <a:pt x="3059" y="2613"/>
                  </a:lnTo>
                  <a:lnTo>
                    <a:pt x="3696" y="831"/>
                  </a:lnTo>
                  <a:lnTo>
                    <a:pt x="4687" y="22"/>
                  </a:lnTo>
                  <a:lnTo>
                    <a:pt x="4999" y="0"/>
                  </a:lnTo>
                  <a:lnTo>
                    <a:pt x="5040" y="1520"/>
                  </a:lnTo>
                  <a:lnTo>
                    <a:pt x="5135" y="2019"/>
                  </a:lnTo>
                  <a:lnTo>
                    <a:pt x="4561" y="2918"/>
                  </a:lnTo>
                  <a:lnTo>
                    <a:pt x="5108" y="4091"/>
                  </a:lnTo>
                  <a:lnTo>
                    <a:pt x="5035" y="4517"/>
                  </a:lnTo>
                  <a:lnTo>
                    <a:pt x="4816" y="5447"/>
                  </a:lnTo>
                  <a:lnTo>
                    <a:pt x="4454" y="6361"/>
                  </a:lnTo>
                  <a:lnTo>
                    <a:pt x="3949" y="6736"/>
                  </a:lnTo>
                  <a:lnTo>
                    <a:pt x="3557" y="7953"/>
                  </a:lnTo>
                  <a:lnTo>
                    <a:pt x="3333" y="8412"/>
                  </a:lnTo>
                  <a:lnTo>
                    <a:pt x="4079" y="9693"/>
                  </a:lnTo>
                  <a:lnTo>
                    <a:pt x="4317" y="14044"/>
                  </a:lnTo>
                  <a:lnTo>
                    <a:pt x="3772" y="15236"/>
                  </a:lnTo>
                  <a:lnTo>
                    <a:pt x="3119" y="15474"/>
                  </a:lnTo>
                  <a:lnTo>
                    <a:pt x="3269" y="18376"/>
                  </a:lnTo>
                  <a:lnTo>
                    <a:pt x="3153" y="19025"/>
                  </a:lnTo>
                  <a:lnTo>
                    <a:pt x="2506" y="20450"/>
                  </a:lnTo>
                  <a:lnTo>
                    <a:pt x="2387" y="21072"/>
                  </a:lnTo>
                  <a:lnTo>
                    <a:pt x="2022" y="21656"/>
                  </a:lnTo>
                  <a:lnTo>
                    <a:pt x="2176" y="22386"/>
                  </a:lnTo>
                  <a:lnTo>
                    <a:pt x="2487" y="22706"/>
                  </a:lnTo>
                  <a:lnTo>
                    <a:pt x="2494" y="23304"/>
                  </a:lnTo>
                  <a:lnTo>
                    <a:pt x="2205" y="24838"/>
                  </a:lnTo>
                  <a:lnTo>
                    <a:pt x="2183" y="2658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4667463" y="1923539"/>
              <a:ext cx="276052" cy="382338"/>
            </a:xfrm>
            <a:custGeom>
              <a:avLst/>
              <a:pathLst>
                <a:path w="276052" h="382338">
                  <a:moveTo>
                    <a:pt x="91257" y="79"/>
                  </a:moveTo>
                  <a:lnTo>
                    <a:pt x="91642" y="410"/>
                  </a:lnTo>
                  <a:lnTo>
                    <a:pt x="92052" y="574"/>
                  </a:lnTo>
                  <a:lnTo>
                    <a:pt x="92534" y="259"/>
                  </a:lnTo>
                  <a:lnTo>
                    <a:pt x="93136" y="0"/>
                  </a:lnTo>
                  <a:lnTo>
                    <a:pt x="93450" y="145"/>
                  </a:lnTo>
                  <a:lnTo>
                    <a:pt x="93495" y="569"/>
                  </a:lnTo>
                  <a:lnTo>
                    <a:pt x="93133" y="2556"/>
                  </a:lnTo>
                  <a:lnTo>
                    <a:pt x="93162" y="3336"/>
                  </a:lnTo>
                  <a:lnTo>
                    <a:pt x="93763" y="4955"/>
                  </a:lnTo>
                  <a:lnTo>
                    <a:pt x="94546" y="7584"/>
                  </a:lnTo>
                  <a:lnTo>
                    <a:pt x="95280" y="10048"/>
                  </a:lnTo>
                  <a:lnTo>
                    <a:pt x="95714" y="11664"/>
                  </a:lnTo>
                  <a:lnTo>
                    <a:pt x="96139" y="12327"/>
                  </a:lnTo>
                  <a:lnTo>
                    <a:pt x="97925" y="13003"/>
                  </a:lnTo>
                  <a:lnTo>
                    <a:pt x="99392" y="13558"/>
                  </a:lnTo>
                  <a:lnTo>
                    <a:pt x="100266" y="14468"/>
                  </a:lnTo>
                  <a:lnTo>
                    <a:pt x="101228" y="15341"/>
                  </a:lnTo>
                  <a:lnTo>
                    <a:pt x="101905" y="15876"/>
                  </a:lnTo>
                  <a:lnTo>
                    <a:pt x="102224" y="16564"/>
                  </a:lnTo>
                  <a:lnTo>
                    <a:pt x="102289" y="17185"/>
                  </a:lnTo>
                  <a:lnTo>
                    <a:pt x="102229" y="17602"/>
                  </a:lnTo>
                  <a:lnTo>
                    <a:pt x="101861" y="18149"/>
                  </a:lnTo>
                  <a:lnTo>
                    <a:pt x="100170" y="19562"/>
                  </a:lnTo>
                  <a:lnTo>
                    <a:pt x="99969" y="20010"/>
                  </a:lnTo>
                  <a:lnTo>
                    <a:pt x="99921" y="20599"/>
                  </a:lnTo>
                  <a:lnTo>
                    <a:pt x="100253" y="22353"/>
                  </a:lnTo>
                  <a:lnTo>
                    <a:pt x="100461" y="23452"/>
                  </a:lnTo>
                  <a:lnTo>
                    <a:pt x="100520" y="25662"/>
                  </a:lnTo>
                  <a:lnTo>
                    <a:pt x="100632" y="27763"/>
                  </a:lnTo>
                  <a:lnTo>
                    <a:pt x="101230" y="28720"/>
                  </a:lnTo>
                  <a:lnTo>
                    <a:pt x="101719" y="29338"/>
                  </a:lnTo>
                  <a:lnTo>
                    <a:pt x="102019" y="29900"/>
                  </a:lnTo>
                  <a:lnTo>
                    <a:pt x="102626" y="30668"/>
                  </a:lnTo>
                  <a:lnTo>
                    <a:pt x="103136" y="31241"/>
                  </a:lnTo>
                  <a:lnTo>
                    <a:pt x="103601" y="31679"/>
                  </a:lnTo>
                  <a:lnTo>
                    <a:pt x="103786" y="32335"/>
                  </a:lnTo>
                  <a:lnTo>
                    <a:pt x="103658" y="33225"/>
                  </a:lnTo>
                  <a:lnTo>
                    <a:pt x="103480" y="34000"/>
                  </a:lnTo>
                  <a:lnTo>
                    <a:pt x="103534" y="34417"/>
                  </a:lnTo>
                  <a:lnTo>
                    <a:pt x="103884" y="34713"/>
                  </a:lnTo>
                  <a:lnTo>
                    <a:pt x="104420" y="35486"/>
                  </a:lnTo>
                  <a:lnTo>
                    <a:pt x="104490" y="36618"/>
                  </a:lnTo>
                  <a:lnTo>
                    <a:pt x="104452" y="37397"/>
                  </a:lnTo>
                  <a:lnTo>
                    <a:pt x="104663" y="38097"/>
                  </a:lnTo>
                  <a:lnTo>
                    <a:pt x="104720" y="38874"/>
                  </a:lnTo>
                  <a:lnTo>
                    <a:pt x="104555" y="40814"/>
                  </a:lnTo>
                  <a:lnTo>
                    <a:pt x="104582" y="41692"/>
                  </a:lnTo>
                  <a:lnTo>
                    <a:pt x="104115" y="41746"/>
                  </a:lnTo>
                  <a:lnTo>
                    <a:pt x="103712" y="42045"/>
                  </a:lnTo>
                  <a:lnTo>
                    <a:pt x="103141" y="43267"/>
                  </a:lnTo>
                  <a:lnTo>
                    <a:pt x="102485" y="43588"/>
                  </a:lnTo>
                  <a:lnTo>
                    <a:pt x="101740" y="43685"/>
                  </a:lnTo>
                  <a:lnTo>
                    <a:pt x="100973" y="42935"/>
                  </a:lnTo>
                  <a:lnTo>
                    <a:pt x="100343" y="42152"/>
                  </a:lnTo>
                  <a:lnTo>
                    <a:pt x="100175" y="41717"/>
                  </a:lnTo>
                  <a:lnTo>
                    <a:pt x="100016" y="40892"/>
                  </a:lnTo>
                  <a:lnTo>
                    <a:pt x="99677" y="40354"/>
                  </a:lnTo>
                  <a:lnTo>
                    <a:pt x="99021" y="40606"/>
                  </a:lnTo>
                  <a:lnTo>
                    <a:pt x="98026" y="40719"/>
                  </a:lnTo>
                  <a:lnTo>
                    <a:pt x="96949" y="40902"/>
                  </a:lnTo>
                  <a:lnTo>
                    <a:pt x="96752" y="41083"/>
                  </a:lnTo>
                  <a:lnTo>
                    <a:pt x="96733" y="41430"/>
                  </a:lnTo>
                  <a:lnTo>
                    <a:pt x="96996" y="42171"/>
                  </a:lnTo>
                  <a:lnTo>
                    <a:pt x="97221" y="43139"/>
                  </a:lnTo>
                  <a:lnTo>
                    <a:pt x="97353" y="44492"/>
                  </a:lnTo>
                  <a:lnTo>
                    <a:pt x="97645" y="45386"/>
                  </a:lnTo>
                  <a:lnTo>
                    <a:pt x="97738" y="45671"/>
                  </a:lnTo>
                  <a:lnTo>
                    <a:pt x="99458" y="48359"/>
                  </a:lnTo>
                  <a:lnTo>
                    <a:pt x="99911" y="48907"/>
                  </a:lnTo>
                  <a:lnTo>
                    <a:pt x="100004" y="49267"/>
                  </a:lnTo>
                  <a:lnTo>
                    <a:pt x="99855" y="50248"/>
                  </a:lnTo>
                  <a:lnTo>
                    <a:pt x="99546" y="51393"/>
                  </a:lnTo>
                  <a:lnTo>
                    <a:pt x="99607" y="52302"/>
                  </a:lnTo>
                  <a:lnTo>
                    <a:pt x="100179" y="53307"/>
                  </a:lnTo>
                  <a:lnTo>
                    <a:pt x="100643" y="54008"/>
                  </a:lnTo>
                  <a:lnTo>
                    <a:pt x="100190" y="54953"/>
                  </a:lnTo>
                  <a:lnTo>
                    <a:pt x="99922" y="56048"/>
                  </a:lnTo>
                  <a:lnTo>
                    <a:pt x="100223" y="56540"/>
                  </a:lnTo>
                  <a:lnTo>
                    <a:pt x="100081" y="58113"/>
                  </a:lnTo>
                  <a:lnTo>
                    <a:pt x="100216" y="58410"/>
                  </a:lnTo>
                  <a:lnTo>
                    <a:pt x="100535" y="58533"/>
                  </a:lnTo>
                  <a:lnTo>
                    <a:pt x="101036" y="58423"/>
                  </a:lnTo>
                  <a:lnTo>
                    <a:pt x="101556" y="58007"/>
                  </a:lnTo>
                  <a:lnTo>
                    <a:pt x="101996" y="57925"/>
                  </a:lnTo>
                  <a:lnTo>
                    <a:pt x="102260" y="58045"/>
                  </a:lnTo>
                  <a:lnTo>
                    <a:pt x="102612" y="56853"/>
                  </a:lnTo>
                  <a:lnTo>
                    <a:pt x="102921" y="56684"/>
                  </a:lnTo>
                  <a:lnTo>
                    <a:pt x="103520" y="57013"/>
                  </a:lnTo>
                  <a:lnTo>
                    <a:pt x="104708" y="59257"/>
                  </a:lnTo>
                  <a:lnTo>
                    <a:pt x="105712" y="61154"/>
                  </a:lnTo>
                  <a:lnTo>
                    <a:pt x="106004" y="61514"/>
                  </a:lnTo>
                  <a:lnTo>
                    <a:pt x="106182" y="61733"/>
                  </a:lnTo>
                  <a:lnTo>
                    <a:pt x="107173" y="62717"/>
                  </a:lnTo>
                  <a:lnTo>
                    <a:pt x="107856" y="63339"/>
                  </a:lnTo>
                  <a:lnTo>
                    <a:pt x="108791" y="63114"/>
                  </a:lnTo>
                  <a:lnTo>
                    <a:pt x="110025" y="63071"/>
                  </a:lnTo>
                  <a:lnTo>
                    <a:pt x="110756" y="63680"/>
                  </a:lnTo>
                  <a:lnTo>
                    <a:pt x="111254" y="64180"/>
                  </a:lnTo>
                  <a:lnTo>
                    <a:pt x="112738" y="65670"/>
                  </a:lnTo>
                  <a:lnTo>
                    <a:pt x="113381" y="65560"/>
                  </a:lnTo>
                  <a:lnTo>
                    <a:pt x="113806" y="65987"/>
                  </a:lnTo>
                  <a:lnTo>
                    <a:pt x="113927" y="67040"/>
                  </a:lnTo>
                  <a:lnTo>
                    <a:pt x="113730" y="68134"/>
                  </a:lnTo>
                  <a:lnTo>
                    <a:pt x="113777" y="68649"/>
                  </a:lnTo>
                  <a:lnTo>
                    <a:pt x="114436" y="68747"/>
                  </a:lnTo>
                  <a:lnTo>
                    <a:pt x="115843" y="69471"/>
                  </a:lnTo>
                  <a:lnTo>
                    <a:pt x="117086" y="70111"/>
                  </a:lnTo>
                  <a:lnTo>
                    <a:pt x="117728" y="70316"/>
                  </a:lnTo>
                  <a:lnTo>
                    <a:pt x="118421" y="70790"/>
                  </a:lnTo>
                  <a:lnTo>
                    <a:pt x="119033" y="71550"/>
                  </a:lnTo>
                  <a:lnTo>
                    <a:pt x="120232" y="72524"/>
                  </a:lnTo>
                  <a:lnTo>
                    <a:pt x="121291" y="73269"/>
                  </a:lnTo>
                  <a:lnTo>
                    <a:pt x="121526" y="74282"/>
                  </a:lnTo>
                  <a:lnTo>
                    <a:pt x="121108" y="74066"/>
                  </a:lnTo>
                  <a:lnTo>
                    <a:pt x="120555" y="74179"/>
                  </a:lnTo>
                  <a:lnTo>
                    <a:pt x="119992" y="74627"/>
                  </a:lnTo>
                  <a:lnTo>
                    <a:pt x="119725" y="74912"/>
                  </a:lnTo>
                  <a:lnTo>
                    <a:pt x="118440" y="76656"/>
                  </a:lnTo>
                  <a:lnTo>
                    <a:pt x="117766" y="77192"/>
                  </a:lnTo>
                  <a:lnTo>
                    <a:pt x="117162" y="77974"/>
                  </a:lnTo>
                  <a:lnTo>
                    <a:pt x="115770" y="80339"/>
                  </a:lnTo>
                  <a:lnTo>
                    <a:pt x="114966" y="82545"/>
                  </a:lnTo>
                  <a:lnTo>
                    <a:pt x="114379" y="84620"/>
                  </a:lnTo>
                  <a:lnTo>
                    <a:pt x="114389" y="86089"/>
                  </a:lnTo>
                  <a:lnTo>
                    <a:pt x="114172" y="87810"/>
                  </a:lnTo>
                  <a:lnTo>
                    <a:pt x="113572" y="88791"/>
                  </a:lnTo>
                  <a:lnTo>
                    <a:pt x="113202" y="89124"/>
                  </a:lnTo>
                  <a:lnTo>
                    <a:pt x="112768" y="90606"/>
                  </a:lnTo>
                  <a:lnTo>
                    <a:pt x="112456" y="92333"/>
                  </a:lnTo>
                  <a:lnTo>
                    <a:pt x="112637" y="92893"/>
                  </a:lnTo>
                  <a:lnTo>
                    <a:pt x="113383" y="93648"/>
                  </a:lnTo>
                  <a:lnTo>
                    <a:pt x="114111" y="94383"/>
                  </a:lnTo>
                  <a:lnTo>
                    <a:pt x="115041" y="95177"/>
                  </a:lnTo>
                  <a:lnTo>
                    <a:pt x="115928" y="95936"/>
                  </a:lnTo>
                  <a:lnTo>
                    <a:pt x="116500" y="96036"/>
                  </a:lnTo>
                  <a:lnTo>
                    <a:pt x="116658" y="95604"/>
                  </a:lnTo>
                  <a:lnTo>
                    <a:pt x="116867" y="95194"/>
                  </a:lnTo>
                  <a:lnTo>
                    <a:pt x="117521" y="95412"/>
                  </a:lnTo>
                  <a:lnTo>
                    <a:pt x="118319" y="96156"/>
                  </a:lnTo>
                  <a:lnTo>
                    <a:pt x="118838" y="96747"/>
                  </a:lnTo>
                  <a:lnTo>
                    <a:pt x="119071" y="96945"/>
                  </a:lnTo>
                  <a:lnTo>
                    <a:pt x="120445" y="97937"/>
                  </a:lnTo>
                  <a:lnTo>
                    <a:pt x="121586" y="98760"/>
                  </a:lnTo>
                  <a:lnTo>
                    <a:pt x="123027" y="99800"/>
                  </a:lnTo>
                  <a:lnTo>
                    <a:pt x="123380" y="100436"/>
                  </a:lnTo>
                  <a:lnTo>
                    <a:pt x="123689" y="101113"/>
                  </a:lnTo>
                  <a:lnTo>
                    <a:pt x="124369" y="102012"/>
                  </a:lnTo>
                  <a:lnTo>
                    <a:pt x="126027" y="103605"/>
                  </a:lnTo>
                  <a:lnTo>
                    <a:pt x="127441" y="104745"/>
                  </a:lnTo>
                  <a:lnTo>
                    <a:pt x="128593" y="105674"/>
                  </a:lnTo>
                  <a:lnTo>
                    <a:pt x="129495" y="106326"/>
                  </a:lnTo>
                  <a:lnTo>
                    <a:pt x="129914" y="106223"/>
                  </a:lnTo>
                  <a:lnTo>
                    <a:pt x="130371" y="105877"/>
                  </a:lnTo>
                  <a:lnTo>
                    <a:pt x="130773" y="105675"/>
                  </a:lnTo>
                  <a:lnTo>
                    <a:pt x="131240" y="105859"/>
                  </a:lnTo>
                  <a:lnTo>
                    <a:pt x="131948" y="106356"/>
                  </a:lnTo>
                  <a:lnTo>
                    <a:pt x="133611" y="107868"/>
                  </a:lnTo>
                  <a:lnTo>
                    <a:pt x="135160" y="109050"/>
                  </a:lnTo>
                  <a:lnTo>
                    <a:pt x="136849" y="108837"/>
                  </a:lnTo>
                  <a:lnTo>
                    <a:pt x="137298" y="109027"/>
                  </a:lnTo>
                  <a:lnTo>
                    <a:pt x="137614" y="110098"/>
                  </a:lnTo>
                  <a:lnTo>
                    <a:pt x="137828" y="111181"/>
                  </a:lnTo>
                  <a:lnTo>
                    <a:pt x="139715" y="111897"/>
                  </a:lnTo>
                  <a:lnTo>
                    <a:pt x="140956" y="112220"/>
                  </a:lnTo>
                  <a:lnTo>
                    <a:pt x="142374" y="112809"/>
                  </a:lnTo>
                  <a:lnTo>
                    <a:pt x="143091" y="113246"/>
                  </a:lnTo>
                  <a:lnTo>
                    <a:pt x="143845" y="112698"/>
                  </a:lnTo>
                  <a:lnTo>
                    <a:pt x="143983" y="112216"/>
                  </a:lnTo>
                  <a:lnTo>
                    <a:pt x="144581" y="111930"/>
                  </a:lnTo>
                  <a:lnTo>
                    <a:pt x="145569" y="112055"/>
                  </a:lnTo>
                  <a:lnTo>
                    <a:pt x="147417" y="112898"/>
                  </a:lnTo>
                  <a:lnTo>
                    <a:pt x="148191" y="113150"/>
                  </a:lnTo>
                  <a:lnTo>
                    <a:pt x="148838" y="112351"/>
                  </a:lnTo>
                  <a:lnTo>
                    <a:pt x="150046" y="111981"/>
                  </a:lnTo>
                  <a:lnTo>
                    <a:pt x="150672" y="111567"/>
                  </a:lnTo>
                  <a:lnTo>
                    <a:pt x="151985" y="112453"/>
                  </a:lnTo>
                  <a:lnTo>
                    <a:pt x="154360" y="113564"/>
                  </a:lnTo>
                  <a:lnTo>
                    <a:pt x="155584" y="114254"/>
                  </a:lnTo>
                  <a:lnTo>
                    <a:pt x="155873" y="114935"/>
                  </a:lnTo>
                  <a:lnTo>
                    <a:pt x="156006" y="115580"/>
                  </a:lnTo>
                  <a:lnTo>
                    <a:pt x="155997" y="117141"/>
                  </a:lnTo>
                  <a:lnTo>
                    <a:pt x="156295" y="117848"/>
                  </a:lnTo>
                  <a:lnTo>
                    <a:pt x="158678" y="119440"/>
                  </a:lnTo>
                  <a:lnTo>
                    <a:pt x="159462" y="120115"/>
                  </a:lnTo>
                  <a:lnTo>
                    <a:pt x="160098" y="120332"/>
                  </a:lnTo>
                  <a:lnTo>
                    <a:pt x="160458" y="120359"/>
                  </a:lnTo>
                  <a:lnTo>
                    <a:pt x="160706" y="120559"/>
                  </a:lnTo>
                  <a:lnTo>
                    <a:pt x="160919" y="121467"/>
                  </a:lnTo>
                  <a:lnTo>
                    <a:pt x="161086" y="121676"/>
                  </a:lnTo>
                  <a:lnTo>
                    <a:pt x="161545" y="121902"/>
                  </a:lnTo>
                  <a:lnTo>
                    <a:pt x="162044" y="122033"/>
                  </a:lnTo>
                  <a:lnTo>
                    <a:pt x="163590" y="121249"/>
                  </a:lnTo>
                  <a:lnTo>
                    <a:pt x="164650" y="120654"/>
                  </a:lnTo>
                  <a:lnTo>
                    <a:pt x="165407" y="120805"/>
                  </a:lnTo>
                  <a:lnTo>
                    <a:pt x="165893" y="121466"/>
                  </a:lnTo>
                  <a:lnTo>
                    <a:pt x="165965" y="122428"/>
                  </a:lnTo>
                  <a:lnTo>
                    <a:pt x="166247" y="123445"/>
                  </a:lnTo>
                  <a:lnTo>
                    <a:pt x="166789" y="123942"/>
                  </a:lnTo>
                  <a:lnTo>
                    <a:pt x="167367" y="123997"/>
                  </a:lnTo>
                  <a:lnTo>
                    <a:pt x="168802" y="123311"/>
                  </a:lnTo>
                  <a:lnTo>
                    <a:pt x="169957" y="123836"/>
                  </a:lnTo>
                  <a:lnTo>
                    <a:pt x="171018" y="124027"/>
                  </a:lnTo>
                  <a:lnTo>
                    <a:pt x="172196" y="124356"/>
                  </a:lnTo>
                  <a:lnTo>
                    <a:pt x="172654" y="124609"/>
                  </a:lnTo>
                  <a:lnTo>
                    <a:pt x="173876" y="125450"/>
                  </a:lnTo>
                  <a:lnTo>
                    <a:pt x="175368" y="126300"/>
                  </a:lnTo>
                  <a:lnTo>
                    <a:pt x="175946" y="126204"/>
                  </a:lnTo>
                  <a:lnTo>
                    <a:pt x="178349" y="124621"/>
                  </a:lnTo>
                  <a:lnTo>
                    <a:pt x="178552" y="124814"/>
                  </a:lnTo>
                  <a:lnTo>
                    <a:pt x="179041" y="126326"/>
                  </a:lnTo>
                  <a:lnTo>
                    <a:pt x="179771" y="126869"/>
                  </a:lnTo>
                  <a:lnTo>
                    <a:pt x="180912" y="127343"/>
                  </a:lnTo>
                  <a:lnTo>
                    <a:pt x="182106" y="126469"/>
                  </a:lnTo>
                  <a:lnTo>
                    <a:pt x="183048" y="126720"/>
                  </a:lnTo>
                  <a:lnTo>
                    <a:pt x="184186" y="126801"/>
                  </a:lnTo>
                  <a:lnTo>
                    <a:pt x="185278" y="126380"/>
                  </a:lnTo>
                  <a:lnTo>
                    <a:pt x="186228" y="126274"/>
                  </a:lnTo>
                  <a:lnTo>
                    <a:pt x="187608" y="127035"/>
                  </a:lnTo>
                  <a:lnTo>
                    <a:pt x="187909" y="126858"/>
                  </a:lnTo>
                  <a:lnTo>
                    <a:pt x="188173" y="126370"/>
                  </a:lnTo>
                  <a:lnTo>
                    <a:pt x="188709" y="124189"/>
                  </a:lnTo>
                  <a:lnTo>
                    <a:pt x="189182" y="122259"/>
                  </a:lnTo>
                  <a:lnTo>
                    <a:pt x="189142" y="121108"/>
                  </a:lnTo>
                  <a:lnTo>
                    <a:pt x="188705" y="119418"/>
                  </a:lnTo>
                  <a:lnTo>
                    <a:pt x="187590" y="117220"/>
                  </a:lnTo>
                  <a:lnTo>
                    <a:pt x="187506" y="116552"/>
                  </a:lnTo>
                  <a:lnTo>
                    <a:pt x="187882" y="112717"/>
                  </a:lnTo>
                  <a:lnTo>
                    <a:pt x="188296" y="110506"/>
                  </a:lnTo>
                  <a:lnTo>
                    <a:pt x="188653" y="109460"/>
                  </a:lnTo>
                  <a:lnTo>
                    <a:pt x="189045" y="107970"/>
                  </a:lnTo>
                  <a:lnTo>
                    <a:pt x="189114" y="107280"/>
                  </a:lnTo>
                  <a:lnTo>
                    <a:pt x="189076" y="106658"/>
                  </a:lnTo>
                  <a:lnTo>
                    <a:pt x="188693" y="106277"/>
                  </a:lnTo>
                  <a:lnTo>
                    <a:pt x="188590" y="105804"/>
                  </a:lnTo>
                  <a:lnTo>
                    <a:pt x="188685" y="105407"/>
                  </a:lnTo>
                  <a:lnTo>
                    <a:pt x="188989" y="105185"/>
                  </a:lnTo>
                  <a:lnTo>
                    <a:pt x="190258" y="104907"/>
                  </a:lnTo>
                  <a:lnTo>
                    <a:pt x="191684" y="104310"/>
                  </a:lnTo>
                  <a:lnTo>
                    <a:pt x="192253" y="103992"/>
                  </a:lnTo>
                  <a:lnTo>
                    <a:pt x="192684" y="103672"/>
                  </a:lnTo>
                  <a:lnTo>
                    <a:pt x="193122" y="103170"/>
                  </a:lnTo>
                  <a:lnTo>
                    <a:pt x="193530" y="103191"/>
                  </a:lnTo>
                  <a:lnTo>
                    <a:pt x="194809" y="103919"/>
                  </a:lnTo>
                  <a:lnTo>
                    <a:pt x="195258" y="104376"/>
                  </a:lnTo>
                  <a:lnTo>
                    <a:pt x="195494" y="105766"/>
                  </a:lnTo>
                  <a:lnTo>
                    <a:pt x="195685" y="106304"/>
                  </a:lnTo>
                  <a:lnTo>
                    <a:pt x="195506" y="107717"/>
                  </a:lnTo>
                  <a:lnTo>
                    <a:pt x="194741" y="111141"/>
                  </a:lnTo>
                  <a:lnTo>
                    <a:pt x="194890" y="112424"/>
                  </a:lnTo>
                  <a:lnTo>
                    <a:pt x="195530" y="113359"/>
                  </a:lnTo>
                  <a:lnTo>
                    <a:pt x="196088" y="114012"/>
                  </a:lnTo>
                  <a:lnTo>
                    <a:pt x="195995" y="114271"/>
                  </a:lnTo>
                  <a:lnTo>
                    <a:pt x="194848" y="115378"/>
                  </a:lnTo>
                  <a:lnTo>
                    <a:pt x="194644" y="115971"/>
                  </a:lnTo>
                  <a:lnTo>
                    <a:pt x="194898" y="116548"/>
                  </a:lnTo>
                  <a:lnTo>
                    <a:pt x="195351" y="117039"/>
                  </a:lnTo>
                  <a:lnTo>
                    <a:pt x="195555" y="117506"/>
                  </a:lnTo>
                  <a:lnTo>
                    <a:pt x="195768" y="118958"/>
                  </a:lnTo>
                  <a:lnTo>
                    <a:pt x="196350" y="119366"/>
                  </a:lnTo>
                  <a:lnTo>
                    <a:pt x="197502" y="120303"/>
                  </a:lnTo>
                  <a:lnTo>
                    <a:pt x="198518" y="120984"/>
                  </a:lnTo>
                  <a:lnTo>
                    <a:pt x="200257" y="120532"/>
                  </a:lnTo>
                  <a:lnTo>
                    <a:pt x="200750" y="120839"/>
                  </a:lnTo>
                  <a:lnTo>
                    <a:pt x="201605" y="121162"/>
                  </a:lnTo>
                  <a:lnTo>
                    <a:pt x="202272" y="121262"/>
                  </a:lnTo>
                  <a:lnTo>
                    <a:pt x="202660" y="121503"/>
                  </a:lnTo>
                  <a:lnTo>
                    <a:pt x="202878" y="121737"/>
                  </a:lnTo>
                  <a:lnTo>
                    <a:pt x="202850" y="122031"/>
                  </a:lnTo>
                  <a:lnTo>
                    <a:pt x="202886" y="122334"/>
                  </a:lnTo>
                  <a:lnTo>
                    <a:pt x="203841" y="122411"/>
                  </a:lnTo>
                  <a:lnTo>
                    <a:pt x="204342" y="122583"/>
                  </a:lnTo>
                  <a:lnTo>
                    <a:pt x="206038" y="122271"/>
                  </a:lnTo>
                  <a:lnTo>
                    <a:pt x="207739" y="121843"/>
                  </a:lnTo>
                  <a:lnTo>
                    <a:pt x="208525" y="120547"/>
                  </a:lnTo>
                  <a:lnTo>
                    <a:pt x="208869" y="120455"/>
                  </a:lnTo>
                  <a:lnTo>
                    <a:pt x="209848" y="119950"/>
                  </a:lnTo>
                  <a:lnTo>
                    <a:pt x="210811" y="120502"/>
                  </a:lnTo>
                  <a:lnTo>
                    <a:pt x="211873" y="121257"/>
                  </a:lnTo>
                  <a:lnTo>
                    <a:pt x="212444" y="121486"/>
                  </a:lnTo>
                  <a:lnTo>
                    <a:pt x="213573" y="121605"/>
                  </a:lnTo>
                  <a:lnTo>
                    <a:pt x="214672" y="121520"/>
                  </a:lnTo>
                  <a:lnTo>
                    <a:pt x="217303" y="121162"/>
                  </a:lnTo>
                  <a:lnTo>
                    <a:pt x="218747" y="121350"/>
                  </a:lnTo>
                  <a:lnTo>
                    <a:pt x="220074" y="120274"/>
                  </a:lnTo>
                  <a:lnTo>
                    <a:pt x="220349" y="120277"/>
                  </a:lnTo>
                  <a:lnTo>
                    <a:pt x="220933" y="121108"/>
                  </a:lnTo>
                  <a:lnTo>
                    <a:pt x="222390" y="121182"/>
                  </a:lnTo>
                  <a:lnTo>
                    <a:pt x="223167" y="120781"/>
                  </a:lnTo>
                  <a:lnTo>
                    <a:pt x="224004" y="120471"/>
                  </a:lnTo>
                  <a:lnTo>
                    <a:pt x="224538" y="120372"/>
                  </a:lnTo>
                  <a:lnTo>
                    <a:pt x="224965" y="120361"/>
                  </a:lnTo>
                  <a:lnTo>
                    <a:pt x="225482" y="120443"/>
                  </a:lnTo>
                  <a:lnTo>
                    <a:pt x="225968" y="120166"/>
                  </a:lnTo>
                  <a:lnTo>
                    <a:pt x="226192" y="119608"/>
                  </a:lnTo>
                  <a:lnTo>
                    <a:pt x="226142" y="118766"/>
                  </a:lnTo>
                  <a:lnTo>
                    <a:pt x="225789" y="117851"/>
                  </a:lnTo>
                  <a:lnTo>
                    <a:pt x="225484" y="117314"/>
                  </a:lnTo>
                  <a:lnTo>
                    <a:pt x="225424" y="117027"/>
                  </a:lnTo>
                  <a:lnTo>
                    <a:pt x="225521" y="116365"/>
                  </a:lnTo>
                  <a:lnTo>
                    <a:pt x="225792" y="115431"/>
                  </a:lnTo>
                  <a:lnTo>
                    <a:pt x="226286" y="114367"/>
                  </a:lnTo>
                  <a:lnTo>
                    <a:pt x="225922" y="113334"/>
                  </a:lnTo>
                  <a:lnTo>
                    <a:pt x="225411" y="112141"/>
                  </a:lnTo>
                  <a:lnTo>
                    <a:pt x="225034" y="112028"/>
                  </a:lnTo>
                  <a:lnTo>
                    <a:pt x="224090" y="112302"/>
                  </a:lnTo>
                  <a:lnTo>
                    <a:pt x="223067" y="112248"/>
                  </a:lnTo>
                  <a:lnTo>
                    <a:pt x="222263" y="111536"/>
                  </a:lnTo>
                  <a:lnTo>
                    <a:pt x="221663" y="110642"/>
                  </a:lnTo>
                  <a:lnTo>
                    <a:pt x="221517" y="109892"/>
                  </a:lnTo>
                  <a:lnTo>
                    <a:pt x="221691" y="108978"/>
                  </a:lnTo>
                  <a:lnTo>
                    <a:pt x="221958" y="108136"/>
                  </a:lnTo>
                  <a:lnTo>
                    <a:pt x="222015" y="107820"/>
                  </a:lnTo>
                  <a:lnTo>
                    <a:pt x="222778" y="107822"/>
                  </a:lnTo>
                  <a:lnTo>
                    <a:pt x="223839" y="108009"/>
                  </a:lnTo>
                  <a:lnTo>
                    <a:pt x="224640" y="108243"/>
                  </a:lnTo>
                  <a:lnTo>
                    <a:pt x="225286" y="108233"/>
                  </a:lnTo>
                  <a:lnTo>
                    <a:pt x="226456" y="107156"/>
                  </a:lnTo>
                  <a:lnTo>
                    <a:pt x="226989" y="107091"/>
                  </a:lnTo>
                  <a:lnTo>
                    <a:pt x="227600" y="106886"/>
                  </a:lnTo>
                  <a:lnTo>
                    <a:pt x="227867" y="106683"/>
                  </a:lnTo>
                  <a:lnTo>
                    <a:pt x="228053" y="106840"/>
                  </a:lnTo>
                  <a:lnTo>
                    <a:pt x="228724" y="106973"/>
                  </a:lnTo>
                  <a:lnTo>
                    <a:pt x="229422" y="106919"/>
                  </a:lnTo>
                  <a:lnTo>
                    <a:pt x="230045" y="106621"/>
                  </a:lnTo>
                  <a:lnTo>
                    <a:pt x="230669" y="106157"/>
                  </a:lnTo>
                  <a:lnTo>
                    <a:pt x="231783" y="105185"/>
                  </a:lnTo>
                  <a:lnTo>
                    <a:pt x="232004" y="104626"/>
                  </a:lnTo>
                  <a:lnTo>
                    <a:pt x="232002" y="104113"/>
                  </a:lnTo>
                  <a:lnTo>
                    <a:pt x="231795" y="103777"/>
                  </a:lnTo>
                  <a:lnTo>
                    <a:pt x="231585" y="103614"/>
                  </a:lnTo>
                  <a:lnTo>
                    <a:pt x="231671" y="103170"/>
                  </a:lnTo>
                  <a:lnTo>
                    <a:pt x="232137" y="102420"/>
                  </a:lnTo>
                  <a:lnTo>
                    <a:pt x="233840" y="101291"/>
                  </a:lnTo>
                  <a:lnTo>
                    <a:pt x="235289" y="99903"/>
                  </a:lnTo>
                  <a:lnTo>
                    <a:pt x="236086" y="98861"/>
                  </a:lnTo>
                  <a:lnTo>
                    <a:pt x="236451" y="97600"/>
                  </a:lnTo>
                  <a:lnTo>
                    <a:pt x="236912" y="96232"/>
                  </a:lnTo>
                  <a:lnTo>
                    <a:pt x="237342" y="95692"/>
                  </a:lnTo>
                  <a:lnTo>
                    <a:pt x="238369" y="95350"/>
                  </a:lnTo>
                  <a:lnTo>
                    <a:pt x="241249" y="94845"/>
                  </a:lnTo>
                  <a:lnTo>
                    <a:pt x="242155" y="94293"/>
                  </a:lnTo>
                  <a:lnTo>
                    <a:pt x="243494" y="93269"/>
                  </a:lnTo>
                  <a:lnTo>
                    <a:pt x="244170" y="92466"/>
                  </a:lnTo>
                  <a:lnTo>
                    <a:pt x="244545" y="91814"/>
                  </a:lnTo>
                  <a:lnTo>
                    <a:pt x="244586" y="91089"/>
                  </a:lnTo>
                  <a:lnTo>
                    <a:pt x="245474" y="90861"/>
                  </a:lnTo>
                  <a:lnTo>
                    <a:pt x="246249" y="89689"/>
                  </a:lnTo>
                  <a:lnTo>
                    <a:pt x="247193" y="88507"/>
                  </a:lnTo>
                  <a:lnTo>
                    <a:pt x="248847" y="87509"/>
                  </a:lnTo>
                  <a:lnTo>
                    <a:pt x="250314" y="86167"/>
                  </a:lnTo>
                  <a:lnTo>
                    <a:pt x="250824" y="86382"/>
                  </a:lnTo>
                  <a:lnTo>
                    <a:pt x="251358" y="87015"/>
                  </a:lnTo>
                  <a:lnTo>
                    <a:pt x="251638" y="87717"/>
                  </a:lnTo>
                  <a:lnTo>
                    <a:pt x="251698" y="88071"/>
                  </a:lnTo>
                  <a:lnTo>
                    <a:pt x="253572" y="88515"/>
                  </a:lnTo>
                  <a:lnTo>
                    <a:pt x="253869" y="88444"/>
                  </a:lnTo>
                  <a:lnTo>
                    <a:pt x="255249" y="89073"/>
                  </a:lnTo>
                  <a:lnTo>
                    <a:pt x="256520" y="89833"/>
                  </a:lnTo>
                  <a:lnTo>
                    <a:pt x="257221" y="90024"/>
                  </a:lnTo>
                  <a:lnTo>
                    <a:pt x="257563" y="90003"/>
                  </a:lnTo>
                  <a:lnTo>
                    <a:pt x="257855" y="89767"/>
                  </a:lnTo>
                  <a:lnTo>
                    <a:pt x="258199" y="89098"/>
                  </a:lnTo>
                  <a:lnTo>
                    <a:pt x="258551" y="88613"/>
                  </a:lnTo>
                  <a:lnTo>
                    <a:pt x="258771" y="88416"/>
                  </a:lnTo>
                  <a:lnTo>
                    <a:pt x="258760" y="87646"/>
                  </a:lnTo>
                  <a:lnTo>
                    <a:pt x="260600" y="86147"/>
                  </a:lnTo>
                  <a:lnTo>
                    <a:pt x="262253" y="85072"/>
                  </a:lnTo>
                  <a:lnTo>
                    <a:pt x="263675" y="84287"/>
                  </a:lnTo>
                  <a:lnTo>
                    <a:pt x="264094" y="84609"/>
                  </a:lnTo>
                  <a:lnTo>
                    <a:pt x="264556" y="85205"/>
                  </a:lnTo>
                  <a:lnTo>
                    <a:pt x="265183" y="86724"/>
                  </a:lnTo>
                  <a:lnTo>
                    <a:pt x="265564" y="87096"/>
                  </a:lnTo>
                  <a:lnTo>
                    <a:pt x="266531" y="86884"/>
                  </a:lnTo>
                  <a:lnTo>
                    <a:pt x="266707" y="87050"/>
                  </a:lnTo>
                  <a:lnTo>
                    <a:pt x="266555" y="87598"/>
                  </a:lnTo>
                  <a:lnTo>
                    <a:pt x="265900" y="88276"/>
                  </a:lnTo>
                  <a:lnTo>
                    <a:pt x="265052" y="88883"/>
                  </a:lnTo>
                  <a:lnTo>
                    <a:pt x="264498" y="89380"/>
                  </a:lnTo>
                  <a:lnTo>
                    <a:pt x="264678" y="91034"/>
                  </a:lnTo>
                  <a:lnTo>
                    <a:pt x="264638" y="91604"/>
                  </a:lnTo>
                  <a:lnTo>
                    <a:pt x="264875" y="91784"/>
                  </a:lnTo>
                  <a:lnTo>
                    <a:pt x="266622" y="90142"/>
                  </a:lnTo>
                  <a:lnTo>
                    <a:pt x="267463" y="89818"/>
                  </a:lnTo>
                  <a:lnTo>
                    <a:pt x="267760" y="90214"/>
                  </a:lnTo>
                  <a:lnTo>
                    <a:pt x="267855" y="91092"/>
                  </a:lnTo>
                  <a:lnTo>
                    <a:pt x="268544" y="92901"/>
                  </a:lnTo>
                  <a:lnTo>
                    <a:pt x="268836" y="93821"/>
                  </a:lnTo>
                  <a:lnTo>
                    <a:pt x="267083" y="96012"/>
                  </a:lnTo>
                  <a:lnTo>
                    <a:pt x="266438" y="97144"/>
                  </a:lnTo>
                  <a:lnTo>
                    <a:pt x="266462" y="97543"/>
                  </a:lnTo>
                  <a:lnTo>
                    <a:pt x="266426" y="97937"/>
                  </a:lnTo>
                  <a:lnTo>
                    <a:pt x="265979" y="98500"/>
                  </a:lnTo>
                  <a:lnTo>
                    <a:pt x="266003" y="98725"/>
                  </a:lnTo>
                  <a:lnTo>
                    <a:pt x="266366" y="99081"/>
                  </a:lnTo>
                  <a:lnTo>
                    <a:pt x="266807" y="99350"/>
                  </a:lnTo>
                  <a:lnTo>
                    <a:pt x="267021" y="99341"/>
                  </a:lnTo>
                  <a:lnTo>
                    <a:pt x="267387" y="98809"/>
                  </a:lnTo>
                  <a:lnTo>
                    <a:pt x="269042" y="98058"/>
                  </a:lnTo>
                  <a:lnTo>
                    <a:pt x="269517" y="98199"/>
                  </a:lnTo>
                  <a:lnTo>
                    <a:pt x="270680" y="99353"/>
                  </a:lnTo>
                  <a:lnTo>
                    <a:pt x="271222" y="99418"/>
                  </a:lnTo>
                  <a:lnTo>
                    <a:pt x="272620" y="99762"/>
                  </a:lnTo>
                  <a:lnTo>
                    <a:pt x="273515" y="99326"/>
                  </a:lnTo>
                  <a:lnTo>
                    <a:pt x="274174" y="99725"/>
                  </a:lnTo>
                  <a:lnTo>
                    <a:pt x="275540" y="101169"/>
                  </a:lnTo>
                  <a:lnTo>
                    <a:pt x="275852" y="101432"/>
                  </a:lnTo>
                  <a:lnTo>
                    <a:pt x="275737" y="102307"/>
                  </a:lnTo>
                  <a:lnTo>
                    <a:pt x="275666" y="103273"/>
                  </a:lnTo>
                  <a:lnTo>
                    <a:pt x="276010" y="104042"/>
                  </a:lnTo>
                  <a:lnTo>
                    <a:pt x="276052" y="104719"/>
                  </a:lnTo>
                  <a:lnTo>
                    <a:pt x="275972" y="105341"/>
                  </a:lnTo>
                  <a:lnTo>
                    <a:pt x="275698" y="105768"/>
                  </a:lnTo>
                  <a:lnTo>
                    <a:pt x="274940" y="106006"/>
                  </a:lnTo>
                  <a:lnTo>
                    <a:pt x="274294" y="106748"/>
                  </a:lnTo>
                  <a:lnTo>
                    <a:pt x="273272" y="107820"/>
                  </a:lnTo>
                  <a:lnTo>
                    <a:pt x="272449" y="108681"/>
                  </a:lnTo>
                  <a:lnTo>
                    <a:pt x="271853" y="109440"/>
                  </a:lnTo>
                  <a:lnTo>
                    <a:pt x="271636" y="110237"/>
                  </a:lnTo>
                  <a:lnTo>
                    <a:pt x="271700" y="111239"/>
                  </a:lnTo>
                  <a:lnTo>
                    <a:pt x="271874" y="112289"/>
                  </a:lnTo>
                  <a:lnTo>
                    <a:pt x="273783" y="116142"/>
                  </a:lnTo>
                  <a:lnTo>
                    <a:pt x="273767" y="116810"/>
                  </a:lnTo>
                  <a:lnTo>
                    <a:pt x="273162" y="116997"/>
                  </a:lnTo>
                  <a:lnTo>
                    <a:pt x="272361" y="116561"/>
                  </a:lnTo>
                  <a:lnTo>
                    <a:pt x="271669" y="115940"/>
                  </a:lnTo>
                  <a:lnTo>
                    <a:pt x="270889" y="114289"/>
                  </a:lnTo>
                  <a:lnTo>
                    <a:pt x="270262" y="113797"/>
                  </a:lnTo>
                  <a:lnTo>
                    <a:pt x="269639" y="113688"/>
                  </a:lnTo>
                  <a:lnTo>
                    <a:pt x="265935" y="114538"/>
                  </a:lnTo>
                  <a:lnTo>
                    <a:pt x="265146" y="114776"/>
                  </a:lnTo>
                  <a:lnTo>
                    <a:pt x="263922" y="115392"/>
                  </a:lnTo>
                  <a:lnTo>
                    <a:pt x="263065" y="116634"/>
                  </a:lnTo>
                  <a:lnTo>
                    <a:pt x="262444" y="117770"/>
                  </a:lnTo>
                  <a:lnTo>
                    <a:pt x="261801" y="118228"/>
                  </a:lnTo>
                  <a:lnTo>
                    <a:pt x="260866" y="119112"/>
                  </a:lnTo>
                  <a:lnTo>
                    <a:pt x="258268" y="121823"/>
                  </a:lnTo>
                  <a:lnTo>
                    <a:pt x="256766" y="122991"/>
                  </a:lnTo>
                  <a:lnTo>
                    <a:pt x="255786" y="123422"/>
                  </a:lnTo>
                  <a:lnTo>
                    <a:pt x="255098" y="124038"/>
                  </a:lnTo>
                  <a:lnTo>
                    <a:pt x="254726" y="125039"/>
                  </a:lnTo>
                  <a:lnTo>
                    <a:pt x="254445" y="125757"/>
                  </a:lnTo>
                  <a:lnTo>
                    <a:pt x="254361" y="127525"/>
                  </a:lnTo>
                  <a:lnTo>
                    <a:pt x="254532" y="129703"/>
                  </a:lnTo>
                  <a:lnTo>
                    <a:pt x="254905" y="131093"/>
                  </a:lnTo>
                  <a:lnTo>
                    <a:pt x="255103" y="131386"/>
                  </a:lnTo>
                  <a:lnTo>
                    <a:pt x="255133" y="131793"/>
                  </a:lnTo>
                  <a:lnTo>
                    <a:pt x="254759" y="132545"/>
                  </a:lnTo>
                  <a:lnTo>
                    <a:pt x="254265" y="133187"/>
                  </a:lnTo>
                  <a:lnTo>
                    <a:pt x="254024" y="133582"/>
                  </a:lnTo>
                  <a:lnTo>
                    <a:pt x="253804" y="135570"/>
                  </a:lnTo>
                  <a:lnTo>
                    <a:pt x="253366" y="136549"/>
                  </a:lnTo>
                  <a:lnTo>
                    <a:pt x="252566" y="137986"/>
                  </a:lnTo>
                  <a:lnTo>
                    <a:pt x="251854" y="139072"/>
                  </a:lnTo>
                  <a:lnTo>
                    <a:pt x="250737" y="139916"/>
                  </a:lnTo>
                  <a:lnTo>
                    <a:pt x="250312" y="140597"/>
                  </a:lnTo>
                  <a:lnTo>
                    <a:pt x="249905" y="141855"/>
                  </a:lnTo>
                  <a:lnTo>
                    <a:pt x="249664" y="142920"/>
                  </a:lnTo>
                  <a:lnTo>
                    <a:pt x="249651" y="143307"/>
                  </a:lnTo>
                  <a:lnTo>
                    <a:pt x="249779" y="143645"/>
                  </a:lnTo>
                  <a:lnTo>
                    <a:pt x="250243" y="144020"/>
                  </a:lnTo>
                  <a:lnTo>
                    <a:pt x="250808" y="144383"/>
                  </a:lnTo>
                  <a:lnTo>
                    <a:pt x="251077" y="144951"/>
                  </a:lnTo>
                  <a:lnTo>
                    <a:pt x="251114" y="145636"/>
                  </a:lnTo>
                  <a:lnTo>
                    <a:pt x="250694" y="147278"/>
                  </a:lnTo>
                  <a:lnTo>
                    <a:pt x="249945" y="149563"/>
                  </a:lnTo>
                  <a:lnTo>
                    <a:pt x="249085" y="151370"/>
                  </a:lnTo>
                  <a:lnTo>
                    <a:pt x="248198" y="153094"/>
                  </a:lnTo>
                  <a:lnTo>
                    <a:pt x="247988" y="153656"/>
                  </a:lnTo>
                  <a:lnTo>
                    <a:pt x="247192" y="155774"/>
                  </a:lnTo>
                  <a:lnTo>
                    <a:pt x="246498" y="158685"/>
                  </a:lnTo>
                  <a:lnTo>
                    <a:pt x="246030" y="160645"/>
                  </a:lnTo>
                  <a:lnTo>
                    <a:pt x="245627" y="161987"/>
                  </a:lnTo>
                  <a:lnTo>
                    <a:pt x="245127" y="162048"/>
                  </a:lnTo>
                  <a:lnTo>
                    <a:pt x="244522" y="161618"/>
                  </a:lnTo>
                  <a:lnTo>
                    <a:pt x="243052" y="161046"/>
                  </a:lnTo>
                  <a:lnTo>
                    <a:pt x="242109" y="160586"/>
                  </a:lnTo>
                  <a:lnTo>
                    <a:pt x="241424" y="160173"/>
                  </a:lnTo>
                  <a:lnTo>
                    <a:pt x="240950" y="160189"/>
                  </a:lnTo>
                  <a:lnTo>
                    <a:pt x="240295" y="160458"/>
                  </a:lnTo>
                  <a:lnTo>
                    <a:pt x="239630" y="160643"/>
                  </a:lnTo>
                  <a:lnTo>
                    <a:pt x="239236" y="160440"/>
                  </a:lnTo>
                  <a:lnTo>
                    <a:pt x="238322" y="159230"/>
                  </a:lnTo>
                  <a:lnTo>
                    <a:pt x="238045" y="159368"/>
                  </a:lnTo>
                  <a:lnTo>
                    <a:pt x="237866" y="159959"/>
                  </a:lnTo>
                  <a:lnTo>
                    <a:pt x="238483" y="163414"/>
                  </a:lnTo>
                  <a:lnTo>
                    <a:pt x="238884" y="164698"/>
                  </a:lnTo>
                  <a:lnTo>
                    <a:pt x="238819" y="166847"/>
                  </a:lnTo>
                  <a:lnTo>
                    <a:pt x="238660" y="169481"/>
                  </a:lnTo>
                  <a:lnTo>
                    <a:pt x="238421" y="172363"/>
                  </a:lnTo>
                  <a:lnTo>
                    <a:pt x="238264" y="173027"/>
                  </a:lnTo>
                  <a:lnTo>
                    <a:pt x="237872" y="173788"/>
                  </a:lnTo>
                  <a:lnTo>
                    <a:pt x="237357" y="173996"/>
                  </a:lnTo>
                  <a:lnTo>
                    <a:pt x="236887" y="173696"/>
                  </a:lnTo>
                  <a:lnTo>
                    <a:pt x="236511" y="173765"/>
                  </a:lnTo>
                  <a:lnTo>
                    <a:pt x="236387" y="174249"/>
                  </a:lnTo>
                  <a:lnTo>
                    <a:pt x="236496" y="175496"/>
                  </a:lnTo>
                  <a:lnTo>
                    <a:pt x="236039" y="176922"/>
                  </a:lnTo>
                  <a:lnTo>
                    <a:pt x="235703" y="178142"/>
                  </a:lnTo>
                  <a:lnTo>
                    <a:pt x="235792" y="179327"/>
                  </a:lnTo>
                  <a:lnTo>
                    <a:pt x="235952" y="180529"/>
                  </a:lnTo>
                  <a:lnTo>
                    <a:pt x="236491" y="183136"/>
                  </a:lnTo>
                  <a:lnTo>
                    <a:pt x="236495" y="184088"/>
                  </a:lnTo>
                  <a:lnTo>
                    <a:pt x="236388" y="184943"/>
                  </a:lnTo>
                  <a:lnTo>
                    <a:pt x="236108" y="185298"/>
                  </a:lnTo>
                  <a:lnTo>
                    <a:pt x="235626" y="185239"/>
                  </a:lnTo>
                  <a:lnTo>
                    <a:pt x="235365" y="185593"/>
                  </a:lnTo>
                  <a:lnTo>
                    <a:pt x="235166" y="186127"/>
                  </a:lnTo>
                  <a:lnTo>
                    <a:pt x="234623" y="188107"/>
                  </a:lnTo>
                  <a:lnTo>
                    <a:pt x="234102" y="188314"/>
                  </a:lnTo>
                  <a:lnTo>
                    <a:pt x="233580" y="188018"/>
                  </a:lnTo>
                  <a:lnTo>
                    <a:pt x="232795" y="186698"/>
                  </a:lnTo>
                  <a:lnTo>
                    <a:pt x="232319" y="186313"/>
                  </a:lnTo>
                  <a:lnTo>
                    <a:pt x="232016" y="186333"/>
                  </a:lnTo>
                  <a:lnTo>
                    <a:pt x="231881" y="186681"/>
                  </a:lnTo>
                  <a:lnTo>
                    <a:pt x="231672" y="187472"/>
                  </a:lnTo>
                  <a:lnTo>
                    <a:pt x="231461" y="188002"/>
                  </a:lnTo>
                  <a:lnTo>
                    <a:pt x="230936" y="188465"/>
                  </a:lnTo>
                  <a:lnTo>
                    <a:pt x="230807" y="187490"/>
                  </a:lnTo>
                  <a:lnTo>
                    <a:pt x="230529" y="182437"/>
                  </a:lnTo>
                  <a:lnTo>
                    <a:pt x="230318" y="180827"/>
                  </a:lnTo>
                  <a:lnTo>
                    <a:pt x="230147" y="178600"/>
                  </a:lnTo>
                  <a:lnTo>
                    <a:pt x="229892" y="177916"/>
                  </a:lnTo>
                  <a:lnTo>
                    <a:pt x="229570" y="176697"/>
                  </a:lnTo>
                  <a:lnTo>
                    <a:pt x="229217" y="175648"/>
                  </a:lnTo>
                  <a:lnTo>
                    <a:pt x="228919" y="175202"/>
                  </a:lnTo>
                  <a:lnTo>
                    <a:pt x="228726" y="173238"/>
                  </a:lnTo>
                  <a:lnTo>
                    <a:pt x="228655" y="170831"/>
                  </a:lnTo>
                  <a:lnTo>
                    <a:pt x="228659" y="169695"/>
                  </a:lnTo>
                  <a:lnTo>
                    <a:pt x="228235" y="167343"/>
                  </a:lnTo>
                  <a:lnTo>
                    <a:pt x="227826" y="164677"/>
                  </a:lnTo>
                  <a:lnTo>
                    <a:pt x="227268" y="164789"/>
                  </a:lnTo>
                  <a:lnTo>
                    <a:pt x="226939" y="164143"/>
                  </a:lnTo>
                  <a:lnTo>
                    <a:pt x="226699" y="164155"/>
                  </a:lnTo>
                  <a:lnTo>
                    <a:pt x="225914" y="164758"/>
                  </a:lnTo>
                  <a:lnTo>
                    <a:pt x="225294" y="164560"/>
                  </a:lnTo>
                  <a:lnTo>
                    <a:pt x="224831" y="164644"/>
                  </a:lnTo>
                  <a:lnTo>
                    <a:pt x="224830" y="165868"/>
                  </a:lnTo>
                  <a:lnTo>
                    <a:pt x="224910" y="167172"/>
                  </a:lnTo>
                  <a:lnTo>
                    <a:pt x="224732" y="167642"/>
                  </a:lnTo>
                  <a:lnTo>
                    <a:pt x="223511" y="169176"/>
                  </a:lnTo>
                  <a:lnTo>
                    <a:pt x="223172" y="170204"/>
                  </a:lnTo>
                  <a:lnTo>
                    <a:pt x="223207" y="171285"/>
                  </a:lnTo>
                  <a:lnTo>
                    <a:pt x="223358" y="172732"/>
                  </a:lnTo>
                  <a:lnTo>
                    <a:pt x="223141" y="173465"/>
                  </a:lnTo>
                  <a:lnTo>
                    <a:pt x="222611" y="174144"/>
                  </a:lnTo>
                  <a:lnTo>
                    <a:pt x="221898" y="174495"/>
                  </a:lnTo>
                  <a:lnTo>
                    <a:pt x="221273" y="174330"/>
                  </a:lnTo>
                  <a:lnTo>
                    <a:pt x="220873" y="173742"/>
                  </a:lnTo>
                  <a:lnTo>
                    <a:pt x="220496" y="172241"/>
                  </a:lnTo>
                  <a:lnTo>
                    <a:pt x="220164" y="171424"/>
                  </a:lnTo>
                  <a:lnTo>
                    <a:pt x="219815" y="171229"/>
                  </a:lnTo>
                  <a:lnTo>
                    <a:pt x="219543" y="171450"/>
                  </a:lnTo>
                  <a:lnTo>
                    <a:pt x="219507" y="172392"/>
                  </a:lnTo>
                  <a:lnTo>
                    <a:pt x="219437" y="173258"/>
                  </a:lnTo>
                  <a:lnTo>
                    <a:pt x="219243" y="173138"/>
                  </a:lnTo>
                  <a:lnTo>
                    <a:pt x="219019" y="172756"/>
                  </a:lnTo>
                  <a:lnTo>
                    <a:pt x="218438" y="169000"/>
                  </a:lnTo>
                  <a:lnTo>
                    <a:pt x="217603" y="166107"/>
                  </a:lnTo>
                  <a:lnTo>
                    <a:pt x="217555" y="164997"/>
                  </a:lnTo>
                  <a:lnTo>
                    <a:pt x="217858" y="163571"/>
                  </a:lnTo>
                  <a:lnTo>
                    <a:pt x="218232" y="161373"/>
                  </a:lnTo>
                  <a:lnTo>
                    <a:pt x="219219" y="160002"/>
                  </a:lnTo>
                  <a:lnTo>
                    <a:pt x="219350" y="159420"/>
                  </a:lnTo>
                  <a:lnTo>
                    <a:pt x="219510" y="158960"/>
                  </a:lnTo>
                  <a:lnTo>
                    <a:pt x="219752" y="158868"/>
                  </a:lnTo>
                  <a:lnTo>
                    <a:pt x="221016" y="158998"/>
                  </a:lnTo>
                  <a:lnTo>
                    <a:pt x="221442" y="158777"/>
                  </a:lnTo>
                  <a:lnTo>
                    <a:pt x="221818" y="158132"/>
                  </a:lnTo>
                  <a:lnTo>
                    <a:pt x="222363" y="157613"/>
                  </a:lnTo>
                  <a:lnTo>
                    <a:pt x="222910" y="157403"/>
                  </a:lnTo>
                  <a:lnTo>
                    <a:pt x="223345" y="157326"/>
                  </a:lnTo>
                  <a:lnTo>
                    <a:pt x="224042" y="157819"/>
                  </a:lnTo>
                  <a:lnTo>
                    <a:pt x="224333" y="157540"/>
                  </a:lnTo>
                  <a:lnTo>
                    <a:pt x="224542" y="156628"/>
                  </a:lnTo>
                  <a:lnTo>
                    <a:pt x="224845" y="155723"/>
                  </a:lnTo>
                  <a:lnTo>
                    <a:pt x="225040" y="155288"/>
                  </a:lnTo>
                  <a:lnTo>
                    <a:pt x="225508" y="155091"/>
                  </a:lnTo>
                  <a:lnTo>
                    <a:pt x="226104" y="155042"/>
                  </a:lnTo>
                  <a:lnTo>
                    <a:pt x="226302" y="154877"/>
                  </a:lnTo>
                  <a:lnTo>
                    <a:pt x="226462" y="154572"/>
                  </a:lnTo>
                  <a:lnTo>
                    <a:pt x="226609" y="153374"/>
                  </a:lnTo>
                  <a:lnTo>
                    <a:pt x="227371" y="150699"/>
                  </a:lnTo>
                  <a:lnTo>
                    <a:pt x="227642" y="149510"/>
                  </a:lnTo>
                  <a:lnTo>
                    <a:pt x="227679" y="149298"/>
                  </a:lnTo>
                  <a:lnTo>
                    <a:pt x="227657" y="147971"/>
                  </a:lnTo>
                  <a:lnTo>
                    <a:pt x="227875" y="147780"/>
                  </a:lnTo>
                  <a:lnTo>
                    <a:pt x="229139" y="148425"/>
                  </a:lnTo>
                  <a:lnTo>
                    <a:pt x="229690" y="148416"/>
                  </a:lnTo>
                  <a:lnTo>
                    <a:pt x="229991" y="148150"/>
                  </a:lnTo>
                  <a:lnTo>
                    <a:pt x="230090" y="147664"/>
                  </a:lnTo>
                  <a:lnTo>
                    <a:pt x="229928" y="147095"/>
                  </a:lnTo>
                  <a:lnTo>
                    <a:pt x="229030" y="146105"/>
                  </a:lnTo>
                  <a:lnTo>
                    <a:pt x="227434" y="144769"/>
                  </a:lnTo>
                  <a:lnTo>
                    <a:pt x="225968" y="143952"/>
                  </a:lnTo>
                  <a:lnTo>
                    <a:pt x="223260" y="144075"/>
                  </a:lnTo>
                  <a:lnTo>
                    <a:pt x="220575" y="144334"/>
                  </a:lnTo>
                  <a:lnTo>
                    <a:pt x="219790" y="144201"/>
                  </a:lnTo>
                  <a:lnTo>
                    <a:pt x="218810" y="143834"/>
                  </a:lnTo>
                  <a:lnTo>
                    <a:pt x="216399" y="143888"/>
                  </a:lnTo>
                  <a:lnTo>
                    <a:pt x="213484" y="144092"/>
                  </a:lnTo>
                  <a:lnTo>
                    <a:pt x="212376" y="143977"/>
                  </a:lnTo>
                  <a:lnTo>
                    <a:pt x="211829" y="143992"/>
                  </a:lnTo>
                  <a:lnTo>
                    <a:pt x="210732" y="144116"/>
                  </a:lnTo>
                  <a:lnTo>
                    <a:pt x="208945" y="143736"/>
                  </a:lnTo>
                  <a:lnTo>
                    <a:pt x="207708" y="143248"/>
                  </a:lnTo>
                  <a:lnTo>
                    <a:pt x="206612" y="142713"/>
                  </a:lnTo>
                  <a:lnTo>
                    <a:pt x="205311" y="142227"/>
                  </a:lnTo>
                  <a:lnTo>
                    <a:pt x="204999" y="142232"/>
                  </a:lnTo>
                  <a:lnTo>
                    <a:pt x="204817" y="142057"/>
                  </a:lnTo>
                  <a:lnTo>
                    <a:pt x="204692" y="141628"/>
                  </a:lnTo>
                  <a:lnTo>
                    <a:pt x="204649" y="141074"/>
                  </a:lnTo>
                  <a:lnTo>
                    <a:pt x="204919" y="138503"/>
                  </a:lnTo>
                  <a:lnTo>
                    <a:pt x="204680" y="134605"/>
                  </a:lnTo>
                  <a:lnTo>
                    <a:pt x="204901" y="133185"/>
                  </a:lnTo>
                  <a:lnTo>
                    <a:pt x="203831" y="129980"/>
                  </a:lnTo>
                  <a:lnTo>
                    <a:pt x="203462" y="129386"/>
                  </a:lnTo>
                  <a:lnTo>
                    <a:pt x="202972" y="129360"/>
                  </a:lnTo>
                  <a:lnTo>
                    <a:pt x="202657" y="129773"/>
                  </a:lnTo>
                  <a:lnTo>
                    <a:pt x="202534" y="130522"/>
                  </a:lnTo>
                  <a:lnTo>
                    <a:pt x="202710" y="131358"/>
                  </a:lnTo>
                  <a:lnTo>
                    <a:pt x="202317" y="132295"/>
                  </a:lnTo>
                  <a:lnTo>
                    <a:pt x="201532" y="132598"/>
                  </a:lnTo>
                  <a:lnTo>
                    <a:pt x="200613" y="132283"/>
                  </a:lnTo>
                  <a:lnTo>
                    <a:pt x="199852" y="131844"/>
                  </a:lnTo>
                  <a:lnTo>
                    <a:pt x="198879" y="130890"/>
                  </a:lnTo>
                  <a:lnTo>
                    <a:pt x="198140" y="129547"/>
                  </a:lnTo>
                  <a:lnTo>
                    <a:pt x="198080" y="128067"/>
                  </a:lnTo>
                  <a:lnTo>
                    <a:pt x="197747" y="127111"/>
                  </a:lnTo>
                  <a:lnTo>
                    <a:pt x="197291" y="126646"/>
                  </a:lnTo>
                  <a:lnTo>
                    <a:pt x="196958" y="126517"/>
                  </a:lnTo>
                  <a:lnTo>
                    <a:pt x="196660" y="126620"/>
                  </a:lnTo>
                  <a:lnTo>
                    <a:pt x="196397" y="127136"/>
                  </a:lnTo>
                  <a:lnTo>
                    <a:pt x="196625" y="127654"/>
                  </a:lnTo>
                  <a:lnTo>
                    <a:pt x="196940" y="128377"/>
                  </a:lnTo>
                  <a:lnTo>
                    <a:pt x="196835" y="128869"/>
                  </a:lnTo>
                  <a:lnTo>
                    <a:pt x="196554" y="128946"/>
                  </a:lnTo>
                  <a:lnTo>
                    <a:pt x="196136" y="128735"/>
                  </a:lnTo>
                  <a:lnTo>
                    <a:pt x="195488" y="128851"/>
                  </a:lnTo>
                  <a:lnTo>
                    <a:pt x="194863" y="128471"/>
                  </a:lnTo>
                  <a:lnTo>
                    <a:pt x="194486" y="128437"/>
                  </a:lnTo>
                  <a:lnTo>
                    <a:pt x="194114" y="128300"/>
                  </a:lnTo>
                  <a:lnTo>
                    <a:pt x="194094" y="127445"/>
                  </a:lnTo>
                  <a:lnTo>
                    <a:pt x="193521" y="126361"/>
                  </a:lnTo>
                  <a:lnTo>
                    <a:pt x="192557" y="125146"/>
                  </a:lnTo>
                  <a:lnTo>
                    <a:pt x="191610" y="124396"/>
                  </a:lnTo>
                  <a:lnTo>
                    <a:pt x="191154" y="124500"/>
                  </a:lnTo>
                  <a:lnTo>
                    <a:pt x="190927" y="125327"/>
                  </a:lnTo>
                  <a:lnTo>
                    <a:pt x="190979" y="125637"/>
                  </a:lnTo>
                  <a:lnTo>
                    <a:pt x="191308" y="125791"/>
                  </a:lnTo>
                  <a:lnTo>
                    <a:pt x="191786" y="126271"/>
                  </a:lnTo>
                  <a:lnTo>
                    <a:pt x="191891" y="126775"/>
                  </a:lnTo>
                  <a:lnTo>
                    <a:pt x="191821" y="127215"/>
                  </a:lnTo>
                  <a:lnTo>
                    <a:pt x="191231" y="128016"/>
                  </a:lnTo>
                  <a:lnTo>
                    <a:pt x="190814" y="128776"/>
                  </a:lnTo>
                  <a:lnTo>
                    <a:pt x="189879" y="129884"/>
                  </a:lnTo>
                  <a:lnTo>
                    <a:pt x="189081" y="131152"/>
                  </a:lnTo>
                  <a:lnTo>
                    <a:pt x="188875" y="132114"/>
                  </a:lnTo>
                  <a:lnTo>
                    <a:pt x="188575" y="132977"/>
                  </a:lnTo>
                  <a:lnTo>
                    <a:pt x="188454" y="133927"/>
                  </a:lnTo>
                  <a:lnTo>
                    <a:pt x="188663" y="134584"/>
                  </a:lnTo>
                  <a:lnTo>
                    <a:pt x="189049" y="134998"/>
                  </a:lnTo>
                  <a:lnTo>
                    <a:pt x="190047" y="135300"/>
                  </a:lnTo>
                  <a:lnTo>
                    <a:pt x="191089" y="136578"/>
                  </a:lnTo>
                  <a:lnTo>
                    <a:pt x="191934" y="138304"/>
                  </a:lnTo>
                  <a:lnTo>
                    <a:pt x="192408" y="138826"/>
                  </a:lnTo>
                  <a:lnTo>
                    <a:pt x="193269" y="139407"/>
                  </a:lnTo>
                  <a:lnTo>
                    <a:pt x="194931" y="139475"/>
                  </a:lnTo>
                  <a:lnTo>
                    <a:pt x="195179" y="139952"/>
                  </a:lnTo>
                  <a:lnTo>
                    <a:pt x="195415" y="141218"/>
                  </a:lnTo>
                  <a:lnTo>
                    <a:pt x="195741" y="141664"/>
                  </a:lnTo>
                  <a:lnTo>
                    <a:pt x="196586" y="142260"/>
                  </a:lnTo>
                  <a:lnTo>
                    <a:pt x="196658" y="142700"/>
                  </a:lnTo>
                  <a:lnTo>
                    <a:pt x="196451" y="143206"/>
                  </a:lnTo>
                  <a:lnTo>
                    <a:pt x="196076" y="143605"/>
                  </a:lnTo>
                  <a:lnTo>
                    <a:pt x="195386" y="143858"/>
                  </a:lnTo>
                  <a:lnTo>
                    <a:pt x="194727" y="143960"/>
                  </a:lnTo>
                  <a:lnTo>
                    <a:pt x="194064" y="143799"/>
                  </a:lnTo>
                  <a:lnTo>
                    <a:pt x="193083" y="143695"/>
                  </a:lnTo>
                  <a:lnTo>
                    <a:pt x="191971" y="143688"/>
                  </a:lnTo>
                  <a:lnTo>
                    <a:pt x="191183" y="146853"/>
                  </a:lnTo>
                  <a:lnTo>
                    <a:pt x="190619" y="147964"/>
                  </a:lnTo>
                  <a:lnTo>
                    <a:pt x="190298" y="147963"/>
                  </a:lnTo>
                  <a:lnTo>
                    <a:pt x="189441" y="147423"/>
                  </a:lnTo>
                  <a:lnTo>
                    <a:pt x="189071" y="147506"/>
                  </a:lnTo>
                  <a:lnTo>
                    <a:pt x="188081" y="150319"/>
                  </a:lnTo>
                  <a:lnTo>
                    <a:pt x="187941" y="150996"/>
                  </a:lnTo>
                  <a:lnTo>
                    <a:pt x="187876" y="151507"/>
                  </a:lnTo>
                  <a:lnTo>
                    <a:pt x="188403" y="152594"/>
                  </a:lnTo>
                  <a:lnTo>
                    <a:pt x="189031" y="153488"/>
                  </a:lnTo>
                  <a:lnTo>
                    <a:pt x="189783" y="153839"/>
                  </a:lnTo>
                  <a:lnTo>
                    <a:pt x="190370" y="153573"/>
                  </a:lnTo>
                  <a:lnTo>
                    <a:pt x="190847" y="153934"/>
                  </a:lnTo>
                  <a:lnTo>
                    <a:pt x="191410" y="154835"/>
                  </a:lnTo>
                  <a:lnTo>
                    <a:pt x="192371" y="155429"/>
                  </a:lnTo>
                  <a:lnTo>
                    <a:pt x="193731" y="155717"/>
                  </a:lnTo>
                  <a:lnTo>
                    <a:pt x="194499" y="156430"/>
                  </a:lnTo>
                  <a:lnTo>
                    <a:pt x="194595" y="157043"/>
                  </a:lnTo>
                  <a:lnTo>
                    <a:pt x="194528" y="157666"/>
                  </a:lnTo>
                  <a:lnTo>
                    <a:pt x="194407" y="159293"/>
                  </a:lnTo>
                  <a:lnTo>
                    <a:pt x="194275" y="160228"/>
                  </a:lnTo>
                  <a:lnTo>
                    <a:pt x="193544" y="162686"/>
                  </a:lnTo>
                  <a:lnTo>
                    <a:pt x="193022" y="164805"/>
                  </a:lnTo>
                  <a:lnTo>
                    <a:pt x="193293" y="165812"/>
                  </a:lnTo>
                  <a:lnTo>
                    <a:pt x="193486" y="166223"/>
                  </a:lnTo>
                  <a:lnTo>
                    <a:pt x="193669" y="166540"/>
                  </a:lnTo>
                  <a:lnTo>
                    <a:pt x="194255" y="167335"/>
                  </a:lnTo>
                  <a:lnTo>
                    <a:pt x="194663" y="168122"/>
                  </a:lnTo>
                  <a:lnTo>
                    <a:pt x="194315" y="170128"/>
                  </a:lnTo>
                  <a:lnTo>
                    <a:pt x="194508" y="170655"/>
                  </a:lnTo>
                  <a:lnTo>
                    <a:pt x="195295" y="171008"/>
                  </a:lnTo>
                  <a:lnTo>
                    <a:pt x="196141" y="171277"/>
                  </a:lnTo>
                  <a:lnTo>
                    <a:pt x="196435" y="171609"/>
                  </a:lnTo>
                  <a:lnTo>
                    <a:pt x="195701" y="173647"/>
                  </a:lnTo>
                  <a:lnTo>
                    <a:pt x="195857" y="175064"/>
                  </a:lnTo>
                  <a:lnTo>
                    <a:pt x="196166" y="176395"/>
                  </a:lnTo>
                  <a:lnTo>
                    <a:pt x="196391" y="178570"/>
                  </a:lnTo>
                  <a:lnTo>
                    <a:pt x="196424" y="178799"/>
                  </a:lnTo>
                  <a:lnTo>
                    <a:pt x="196365" y="179344"/>
                  </a:lnTo>
                  <a:lnTo>
                    <a:pt x="196845" y="181033"/>
                  </a:lnTo>
                  <a:lnTo>
                    <a:pt x="197588" y="184329"/>
                  </a:lnTo>
                  <a:lnTo>
                    <a:pt x="197644" y="185562"/>
                  </a:lnTo>
                  <a:lnTo>
                    <a:pt x="197602" y="186860"/>
                  </a:lnTo>
                  <a:lnTo>
                    <a:pt x="197379" y="189035"/>
                  </a:lnTo>
                  <a:lnTo>
                    <a:pt x="196636" y="189025"/>
                  </a:lnTo>
                  <a:lnTo>
                    <a:pt x="197301" y="190480"/>
                  </a:lnTo>
                  <a:lnTo>
                    <a:pt x="197512" y="191525"/>
                  </a:lnTo>
                  <a:lnTo>
                    <a:pt x="197604" y="192984"/>
                  </a:lnTo>
                  <a:lnTo>
                    <a:pt x="196804" y="193162"/>
                  </a:lnTo>
                  <a:lnTo>
                    <a:pt x="196239" y="192999"/>
                  </a:lnTo>
                  <a:lnTo>
                    <a:pt x="195767" y="191721"/>
                  </a:lnTo>
                  <a:lnTo>
                    <a:pt x="195548" y="192883"/>
                  </a:lnTo>
                  <a:lnTo>
                    <a:pt x="194703" y="193957"/>
                  </a:lnTo>
                  <a:lnTo>
                    <a:pt x="194400" y="193432"/>
                  </a:lnTo>
                  <a:lnTo>
                    <a:pt x="194227" y="192868"/>
                  </a:lnTo>
                  <a:lnTo>
                    <a:pt x="194194" y="191877"/>
                  </a:lnTo>
                  <a:lnTo>
                    <a:pt x="194657" y="188084"/>
                  </a:lnTo>
                  <a:lnTo>
                    <a:pt x="194563" y="187656"/>
                  </a:lnTo>
                  <a:lnTo>
                    <a:pt x="194355" y="187376"/>
                  </a:lnTo>
                  <a:lnTo>
                    <a:pt x="193894" y="187226"/>
                  </a:lnTo>
                  <a:lnTo>
                    <a:pt x="193724" y="186458"/>
                  </a:lnTo>
                  <a:lnTo>
                    <a:pt x="193017" y="190501"/>
                  </a:lnTo>
                  <a:lnTo>
                    <a:pt x="193329" y="192152"/>
                  </a:lnTo>
                  <a:lnTo>
                    <a:pt x="193186" y="192906"/>
                  </a:lnTo>
                  <a:lnTo>
                    <a:pt x="191874" y="193540"/>
                  </a:lnTo>
                  <a:lnTo>
                    <a:pt x="190544" y="192018"/>
                  </a:lnTo>
                  <a:lnTo>
                    <a:pt x="190374" y="191532"/>
                  </a:lnTo>
                  <a:lnTo>
                    <a:pt x="190296" y="192388"/>
                  </a:lnTo>
                  <a:lnTo>
                    <a:pt x="190054" y="193428"/>
                  </a:lnTo>
                  <a:lnTo>
                    <a:pt x="188809" y="193240"/>
                  </a:lnTo>
                  <a:lnTo>
                    <a:pt x="188192" y="192426"/>
                  </a:lnTo>
                  <a:lnTo>
                    <a:pt x="188595" y="191039"/>
                  </a:lnTo>
                  <a:lnTo>
                    <a:pt x="189367" y="187701"/>
                  </a:lnTo>
                  <a:lnTo>
                    <a:pt x="189511" y="186213"/>
                  </a:lnTo>
                  <a:lnTo>
                    <a:pt x="188478" y="185123"/>
                  </a:lnTo>
                  <a:lnTo>
                    <a:pt x="187602" y="184454"/>
                  </a:lnTo>
                  <a:lnTo>
                    <a:pt x="187100" y="182939"/>
                  </a:lnTo>
                  <a:lnTo>
                    <a:pt x="187291" y="184603"/>
                  </a:lnTo>
                  <a:lnTo>
                    <a:pt x="187756" y="185194"/>
                  </a:lnTo>
                  <a:lnTo>
                    <a:pt x="188440" y="185611"/>
                  </a:lnTo>
                  <a:lnTo>
                    <a:pt x="189161" y="186462"/>
                  </a:lnTo>
                  <a:lnTo>
                    <a:pt x="188639" y="187499"/>
                  </a:lnTo>
                  <a:lnTo>
                    <a:pt x="188135" y="188145"/>
                  </a:lnTo>
                  <a:lnTo>
                    <a:pt x="187166" y="190594"/>
                  </a:lnTo>
                  <a:lnTo>
                    <a:pt x="185987" y="191963"/>
                  </a:lnTo>
                  <a:lnTo>
                    <a:pt x="184610" y="192992"/>
                  </a:lnTo>
                  <a:lnTo>
                    <a:pt x="180092" y="194508"/>
                  </a:lnTo>
                  <a:lnTo>
                    <a:pt x="179146" y="195123"/>
                  </a:lnTo>
                  <a:lnTo>
                    <a:pt x="177759" y="197012"/>
                  </a:lnTo>
                  <a:lnTo>
                    <a:pt x="176865" y="198806"/>
                  </a:lnTo>
                  <a:lnTo>
                    <a:pt x="176701" y="200624"/>
                  </a:lnTo>
                  <a:lnTo>
                    <a:pt x="177208" y="202588"/>
                  </a:lnTo>
                  <a:lnTo>
                    <a:pt x="177620" y="205663"/>
                  </a:lnTo>
                  <a:lnTo>
                    <a:pt x="177961" y="206290"/>
                  </a:lnTo>
                  <a:lnTo>
                    <a:pt x="177479" y="207411"/>
                  </a:lnTo>
                  <a:lnTo>
                    <a:pt x="176641" y="208603"/>
                  </a:lnTo>
                  <a:lnTo>
                    <a:pt x="175946" y="210209"/>
                  </a:lnTo>
                  <a:lnTo>
                    <a:pt x="176010" y="211091"/>
                  </a:lnTo>
                  <a:lnTo>
                    <a:pt x="175832" y="211686"/>
                  </a:lnTo>
                  <a:lnTo>
                    <a:pt x="173451" y="213662"/>
                  </a:lnTo>
                  <a:lnTo>
                    <a:pt x="172950" y="214815"/>
                  </a:lnTo>
                  <a:lnTo>
                    <a:pt x="172295" y="215961"/>
                  </a:lnTo>
                  <a:lnTo>
                    <a:pt x="171511" y="215306"/>
                  </a:lnTo>
                  <a:lnTo>
                    <a:pt x="171053" y="215316"/>
                  </a:lnTo>
                  <a:lnTo>
                    <a:pt x="171684" y="216226"/>
                  </a:lnTo>
                  <a:lnTo>
                    <a:pt x="171599" y="216827"/>
                  </a:lnTo>
                  <a:lnTo>
                    <a:pt x="171377" y="217179"/>
                  </a:lnTo>
                  <a:lnTo>
                    <a:pt x="170778" y="217509"/>
                  </a:lnTo>
                  <a:lnTo>
                    <a:pt x="167341" y="218960"/>
                  </a:lnTo>
                  <a:lnTo>
                    <a:pt x="164712" y="220339"/>
                  </a:lnTo>
                  <a:lnTo>
                    <a:pt x="163973" y="220283"/>
                  </a:lnTo>
                  <a:lnTo>
                    <a:pt x="164107" y="219865"/>
                  </a:lnTo>
                  <a:lnTo>
                    <a:pt x="164568" y="219494"/>
                  </a:lnTo>
                  <a:lnTo>
                    <a:pt x="164523" y="217912"/>
                  </a:lnTo>
                  <a:lnTo>
                    <a:pt x="164041" y="217622"/>
                  </a:lnTo>
                  <a:lnTo>
                    <a:pt x="163623" y="217507"/>
                  </a:lnTo>
                  <a:lnTo>
                    <a:pt x="161624" y="219435"/>
                  </a:lnTo>
                  <a:lnTo>
                    <a:pt x="160812" y="221343"/>
                  </a:lnTo>
                  <a:lnTo>
                    <a:pt x="160982" y="221706"/>
                  </a:lnTo>
                  <a:lnTo>
                    <a:pt x="161434" y="221616"/>
                  </a:lnTo>
                  <a:lnTo>
                    <a:pt x="162781" y="220534"/>
                  </a:lnTo>
                  <a:lnTo>
                    <a:pt x="163405" y="220841"/>
                  </a:lnTo>
                  <a:lnTo>
                    <a:pt x="163450" y="221264"/>
                  </a:lnTo>
                  <a:lnTo>
                    <a:pt x="161406" y="222913"/>
                  </a:lnTo>
                  <a:lnTo>
                    <a:pt x="157105" y="228254"/>
                  </a:lnTo>
                  <a:lnTo>
                    <a:pt x="156905" y="229305"/>
                  </a:lnTo>
                  <a:lnTo>
                    <a:pt x="156347" y="230496"/>
                  </a:lnTo>
                  <a:lnTo>
                    <a:pt x="155576" y="231617"/>
                  </a:lnTo>
                  <a:lnTo>
                    <a:pt x="154189" y="234331"/>
                  </a:lnTo>
                  <a:lnTo>
                    <a:pt x="151530" y="238364"/>
                  </a:lnTo>
                  <a:lnTo>
                    <a:pt x="150796" y="239869"/>
                  </a:lnTo>
                  <a:lnTo>
                    <a:pt x="146540" y="242977"/>
                  </a:lnTo>
                  <a:lnTo>
                    <a:pt x="145764" y="243901"/>
                  </a:lnTo>
                  <a:lnTo>
                    <a:pt x="144021" y="246927"/>
                  </a:lnTo>
                  <a:lnTo>
                    <a:pt x="142227" y="249405"/>
                  </a:lnTo>
                  <a:lnTo>
                    <a:pt x="140131" y="251458"/>
                  </a:lnTo>
                  <a:lnTo>
                    <a:pt x="136501" y="254078"/>
                  </a:lnTo>
                  <a:lnTo>
                    <a:pt x="134291" y="256557"/>
                  </a:lnTo>
                  <a:lnTo>
                    <a:pt x="133600" y="258205"/>
                  </a:lnTo>
                  <a:lnTo>
                    <a:pt x="133557" y="258791"/>
                  </a:lnTo>
                  <a:lnTo>
                    <a:pt x="133796" y="259593"/>
                  </a:lnTo>
                  <a:lnTo>
                    <a:pt x="134201" y="260337"/>
                  </a:lnTo>
                  <a:lnTo>
                    <a:pt x="134293" y="260928"/>
                  </a:lnTo>
                  <a:lnTo>
                    <a:pt x="134094" y="261992"/>
                  </a:lnTo>
                  <a:lnTo>
                    <a:pt x="133984" y="262581"/>
                  </a:lnTo>
                  <a:lnTo>
                    <a:pt x="133338" y="264038"/>
                  </a:lnTo>
                  <a:lnTo>
                    <a:pt x="132228" y="265077"/>
                  </a:lnTo>
                  <a:lnTo>
                    <a:pt x="128637" y="267251"/>
                  </a:lnTo>
                  <a:lnTo>
                    <a:pt x="128162" y="267182"/>
                  </a:lnTo>
                  <a:lnTo>
                    <a:pt x="125230" y="266753"/>
                  </a:lnTo>
                  <a:lnTo>
                    <a:pt x="124136" y="267146"/>
                  </a:lnTo>
                  <a:lnTo>
                    <a:pt x="123686" y="268165"/>
                  </a:lnTo>
                  <a:lnTo>
                    <a:pt x="122679" y="272380"/>
                  </a:lnTo>
                  <a:lnTo>
                    <a:pt x="121713" y="273501"/>
                  </a:lnTo>
                  <a:lnTo>
                    <a:pt x="121367" y="274515"/>
                  </a:lnTo>
                  <a:lnTo>
                    <a:pt x="121227" y="275217"/>
                  </a:lnTo>
                  <a:lnTo>
                    <a:pt x="120651" y="275199"/>
                  </a:lnTo>
                  <a:lnTo>
                    <a:pt x="120149" y="274884"/>
                  </a:lnTo>
                  <a:lnTo>
                    <a:pt x="119782" y="275112"/>
                  </a:lnTo>
                  <a:lnTo>
                    <a:pt x="119365" y="273697"/>
                  </a:lnTo>
                  <a:lnTo>
                    <a:pt x="118664" y="273408"/>
                  </a:lnTo>
                  <a:lnTo>
                    <a:pt x="118085" y="273311"/>
                  </a:lnTo>
                  <a:lnTo>
                    <a:pt x="115609" y="274737"/>
                  </a:lnTo>
                  <a:lnTo>
                    <a:pt x="114744" y="275881"/>
                  </a:lnTo>
                  <a:lnTo>
                    <a:pt x="112924" y="281281"/>
                  </a:lnTo>
                  <a:lnTo>
                    <a:pt x="112473" y="284762"/>
                  </a:lnTo>
                  <a:lnTo>
                    <a:pt x="112901" y="288609"/>
                  </a:lnTo>
                  <a:lnTo>
                    <a:pt x="113533" y="291683"/>
                  </a:lnTo>
                  <a:lnTo>
                    <a:pt x="113659" y="293071"/>
                  </a:lnTo>
                  <a:lnTo>
                    <a:pt x="113577" y="294869"/>
                  </a:lnTo>
                  <a:lnTo>
                    <a:pt x="113257" y="295746"/>
                  </a:lnTo>
                  <a:lnTo>
                    <a:pt x="113025" y="296783"/>
                  </a:lnTo>
                  <a:lnTo>
                    <a:pt x="113327" y="298921"/>
                  </a:lnTo>
                  <a:lnTo>
                    <a:pt x="114091" y="301720"/>
                  </a:lnTo>
                  <a:lnTo>
                    <a:pt x="114278" y="302902"/>
                  </a:lnTo>
                  <a:lnTo>
                    <a:pt x="114293" y="304125"/>
                  </a:lnTo>
                  <a:lnTo>
                    <a:pt x="114868" y="306925"/>
                  </a:lnTo>
                  <a:lnTo>
                    <a:pt x="114481" y="306420"/>
                  </a:lnTo>
                  <a:lnTo>
                    <a:pt x="114176" y="305241"/>
                  </a:lnTo>
                  <a:lnTo>
                    <a:pt x="113446" y="303735"/>
                  </a:lnTo>
                  <a:lnTo>
                    <a:pt x="112555" y="305235"/>
                  </a:lnTo>
                  <a:lnTo>
                    <a:pt x="113049" y="306316"/>
                  </a:lnTo>
                  <a:lnTo>
                    <a:pt x="114715" y="307599"/>
                  </a:lnTo>
                  <a:lnTo>
                    <a:pt x="115207" y="308651"/>
                  </a:lnTo>
                  <a:lnTo>
                    <a:pt x="114135" y="318010"/>
                  </a:lnTo>
                  <a:lnTo>
                    <a:pt x="113321" y="321334"/>
                  </a:lnTo>
                  <a:lnTo>
                    <a:pt x="112323" y="323513"/>
                  </a:lnTo>
                  <a:lnTo>
                    <a:pt x="111795" y="324354"/>
                  </a:lnTo>
                  <a:lnTo>
                    <a:pt x="110629" y="327795"/>
                  </a:lnTo>
                  <a:lnTo>
                    <a:pt x="109805" y="331959"/>
                  </a:lnTo>
                  <a:lnTo>
                    <a:pt x="109641" y="333562"/>
                  </a:lnTo>
                  <a:lnTo>
                    <a:pt x="110013" y="335356"/>
                  </a:lnTo>
                  <a:lnTo>
                    <a:pt x="109592" y="336417"/>
                  </a:lnTo>
                  <a:lnTo>
                    <a:pt x="109065" y="337227"/>
                  </a:lnTo>
                  <a:lnTo>
                    <a:pt x="110066" y="336863"/>
                  </a:lnTo>
                  <a:lnTo>
                    <a:pt x="110409" y="337836"/>
                  </a:lnTo>
                  <a:lnTo>
                    <a:pt x="110536" y="338840"/>
                  </a:lnTo>
                  <a:lnTo>
                    <a:pt x="110550" y="344810"/>
                  </a:lnTo>
                  <a:lnTo>
                    <a:pt x="110437" y="351035"/>
                  </a:lnTo>
                  <a:lnTo>
                    <a:pt x="109668" y="351289"/>
                  </a:lnTo>
                  <a:lnTo>
                    <a:pt x="108821" y="351354"/>
                  </a:lnTo>
                  <a:lnTo>
                    <a:pt x="108075" y="351178"/>
                  </a:lnTo>
                  <a:lnTo>
                    <a:pt x="107537" y="350936"/>
                  </a:lnTo>
                  <a:lnTo>
                    <a:pt x="106202" y="351267"/>
                  </a:lnTo>
                  <a:lnTo>
                    <a:pt x="105483" y="351954"/>
                  </a:lnTo>
                  <a:lnTo>
                    <a:pt x="104906" y="353096"/>
                  </a:lnTo>
                  <a:lnTo>
                    <a:pt x="104946" y="355043"/>
                  </a:lnTo>
                  <a:lnTo>
                    <a:pt x="102472" y="359954"/>
                  </a:lnTo>
                  <a:lnTo>
                    <a:pt x="101939" y="361591"/>
                  </a:lnTo>
                  <a:lnTo>
                    <a:pt x="101742" y="363165"/>
                  </a:lnTo>
                  <a:lnTo>
                    <a:pt x="102063" y="363989"/>
                  </a:lnTo>
                  <a:lnTo>
                    <a:pt x="102695" y="364833"/>
                  </a:lnTo>
                  <a:lnTo>
                    <a:pt x="103520" y="365173"/>
                  </a:lnTo>
                  <a:lnTo>
                    <a:pt x="105113" y="365512"/>
                  </a:lnTo>
                  <a:lnTo>
                    <a:pt x="105878" y="365965"/>
                  </a:lnTo>
                  <a:lnTo>
                    <a:pt x="106399" y="366799"/>
                  </a:lnTo>
                  <a:lnTo>
                    <a:pt x="104521" y="365911"/>
                  </a:lnTo>
                  <a:lnTo>
                    <a:pt x="102314" y="365736"/>
                  </a:lnTo>
                  <a:lnTo>
                    <a:pt x="97034" y="368017"/>
                  </a:lnTo>
                  <a:lnTo>
                    <a:pt x="95643" y="369619"/>
                  </a:lnTo>
                  <a:lnTo>
                    <a:pt x="94867" y="371004"/>
                  </a:lnTo>
                  <a:lnTo>
                    <a:pt x="94333" y="374177"/>
                  </a:lnTo>
                  <a:lnTo>
                    <a:pt x="94242" y="376298"/>
                  </a:lnTo>
                  <a:lnTo>
                    <a:pt x="93615" y="378066"/>
                  </a:lnTo>
                  <a:lnTo>
                    <a:pt x="90873" y="380782"/>
                  </a:lnTo>
                  <a:lnTo>
                    <a:pt x="89141" y="381618"/>
                  </a:lnTo>
                  <a:lnTo>
                    <a:pt x="88482" y="382338"/>
                  </a:lnTo>
                  <a:lnTo>
                    <a:pt x="86437" y="381403"/>
                  </a:lnTo>
                  <a:lnTo>
                    <a:pt x="84209" y="379024"/>
                  </a:lnTo>
                  <a:lnTo>
                    <a:pt x="83272" y="377749"/>
                  </a:lnTo>
                  <a:lnTo>
                    <a:pt x="79965" y="371615"/>
                  </a:lnTo>
                  <a:lnTo>
                    <a:pt x="79360" y="370838"/>
                  </a:lnTo>
                  <a:lnTo>
                    <a:pt x="78693" y="368216"/>
                  </a:lnTo>
                  <a:lnTo>
                    <a:pt x="78588" y="367239"/>
                  </a:lnTo>
                  <a:lnTo>
                    <a:pt x="78404" y="366849"/>
                  </a:lnTo>
                  <a:lnTo>
                    <a:pt x="78089" y="366584"/>
                  </a:lnTo>
                  <a:lnTo>
                    <a:pt x="77938" y="366179"/>
                  </a:lnTo>
                  <a:lnTo>
                    <a:pt x="77196" y="363176"/>
                  </a:lnTo>
                  <a:lnTo>
                    <a:pt x="76891" y="360047"/>
                  </a:lnTo>
                  <a:lnTo>
                    <a:pt x="76418" y="356551"/>
                  </a:lnTo>
                  <a:lnTo>
                    <a:pt x="76818" y="356791"/>
                  </a:lnTo>
                  <a:lnTo>
                    <a:pt x="77370" y="357942"/>
                  </a:lnTo>
                  <a:lnTo>
                    <a:pt x="77646" y="359616"/>
                  </a:lnTo>
                  <a:lnTo>
                    <a:pt x="77678" y="361952"/>
                  </a:lnTo>
                  <a:lnTo>
                    <a:pt x="78094" y="362223"/>
                  </a:lnTo>
                  <a:lnTo>
                    <a:pt x="78465" y="362003"/>
                  </a:lnTo>
                  <a:lnTo>
                    <a:pt x="77403" y="356620"/>
                  </a:lnTo>
                  <a:lnTo>
                    <a:pt x="76478" y="355284"/>
                  </a:lnTo>
                  <a:lnTo>
                    <a:pt x="76232" y="355196"/>
                  </a:lnTo>
                  <a:lnTo>
                    <a:pt x="75975" y="354333"/>
                  </a:lnTo>
                  <a:lnTo>
                    <a:pt x="75947" y="353250"/>
                  </a:lnTo>
                  <a:lnTo>
                    <a:pt x="76031" y="352736"/>
                  </a:lnTo>
                  <a:lnTo>
                    <a:pt x="75291" y="350973"/>
                  </a:lnTo>
                  <a:lnTo>
                    <a:pt x="75034" y="349924"/>
                  </a:lnTo>
                  <a:lnTo>
                    <a:pt x="73392" y="344598"/>
                  </a:lnTo>
                  <a:lnTo>
                    <a:pt x="72655" y="340783"/>
                  </a:lnTo>
                  <a:lnTo>
                    <a:pt x="71512" y="336540"/>
                  </a:lnTo>
                  <a:lnTo>
                    <a:pt x="70776" y="335053"/>
                  </a:lnTo>
                  <a:lnTo>
                    <a:pt x="69626" y="331779"/>
                  </a:lnTo>
                  <a:lnTo>
                    <a:pt x="68662" y="330258"/>
                  </a:lnTo>
                  <a:lnTo>
                    <a:pt x="67641" y="328218"/>
                  </a:lnTo>
                  <a:lnTo>
                    <a:pt x="66838" y="327313"/>
                  </a:lnTo>
                  <a:lnTo>
                    <a:pt x="66524" y="326836"/>
                  </a:lnTo>
                  <a:lnTo>
                    <a:pt x="64148" y="319764"/>
                  </a:lnTo>
                  <a:lnTo>
                    <a:pt x="63417" y="315858"/>
                  </a:lnTo>
                  <a:lnTo>
                    <a:pt x="62799" y="314013"/>
                  </a:lnTo>
                  <a:lnTo>
                    <a:pt x="62493" y="312612"/>
                  </a:lnTo>
                  <a:lnTo>
                    <a:pt x="61658" y="306620"/>
                  </a:lnTo>
                  <a:lnTo>
                    <a:pt x="61652" y="305549"/>
                  </a:lnTo>
                  <a:lnTo>
                    <a:pt x="61550" y="304379"/>
                  </a:lnTo>
                  <a:lnTo>
                    <a:pt x="60960" y="301840"/>
                  </a:lnTo>
                  <a:lnTo>
                    <a:pt x="59919" y="299096"/>
                  </a:lnTo>
                  <a:lnTo>
                    <a:pt x="59618" y="297388"/>
                  </a:lnTo>
                  <a:lnTo>
                    <a:pt x="59621" y="296723"/>
                  </a:lnTo>
                  <a:lnTo>
                    <a:pt x="58960" y="294060"/>
                  </a:lnTo>
                  <a:lnTo>
                    <a:pt x="58819" y="292842"/>
                  </a:lnTo>
                  <a:lnTo>
                    <a:pt x="58373" y="291717"/>
                  </a:lnTo>
                  <a:lnTo>
                    <a:pt x="57855" y="290683"/>
                  </a:lnTo>
                  <a:lnTo>
                    <a:pt x="57313" y="289855"/>
                  </a:lnTo>
                  <a:lnTo>
                    <a:pt x="56043" y="287159"/>
                  </a:lnTo>
                  <a:lnTo>
                    <a:pt x="55587" y="286501"/>
                  </a:lnTo>
                  <a:lnTo>
                    <a:pt x="54722" y="284752"/>
                  </a:lnTo>
                  <a:lnTo>
                    <a:pt x="54108" y="281521"/>
                  </a:lnTo>
                  <a:lnTo>
                    <a:pt x="53318" y="280258"/>
                  </a:lnTo>
                  <a:lnTo>
                    <a:pt x="54559" y="280258"/>
                  </a:lnTo>
                  <a:lnTo>
                    <a:pt x="53802" y="279065"/>
                  </a:lnTo>
                  <a:lnTo>
                    <a:pt x="53442" y="278283"/>
                  </a:lnTo>
                  <a:lnTo>
                    <a:pt x="53044" y="277802"/>
                  </a:lnTo>
                  <a:lnTo>
                    <a:pt x="53621" y="276598"/>
                  </a:lnTo>
                  <a:lnTo>
                    <a:pt x="52675" y="276632"/>
                  </a:lnTo>
                  <a:lnTo>
                    <a:pt x="52174" y="275907"/>
                  </a:lnTo>
                  <a:lnTo>
                    <a:pt x="51492" y="273645"/>
                  </a:lnTo>
                  <a:lnTo>
                    <a:pt x="50246" y="271090"/>
                  </a:lnTo>
                  <a:lnTo>
                    <a:pt x="50035" y="269725"/>
                  </a:lnTo>
                  <a:lnTo>
                    <a:pt x="48936" y="265433"/>
                  </a:lnTo>
                  <a:lnTo>
                    <a:pt x="48005" y="255130"/>
                  </a:lnTo>
                  <a:lnTo>
                    <a:pt x="47152" y="250542"/>
                  </a:lnTo>
                  <a:lnTo>
                    <a:pt x="47218" y="249225"/>
                  </a:lnTo>
                  <a:lnTo>
                    <a:pt x="46188" y="245252"/>
                  </a:lnTo>
                  <a:lnTo>
                    <a:pt x="45685" y="242588"/>
                  </a:lnTo>
                  <a:lnTo>
                    <a:pt x="45478" y="240335"/>
                  </a:lnTo>
                  <a:lnTo>
                    <a:pt x="45204" y="238851"/>
                  </a:lnTo>
                  <a:lnTo>
                    <a:pt x="44959" y="235915"/>
                  </a:lnTo>
                  <a:lnTo>
                    <a:pt x="44564" y="234985"/>
                  </a:lnTo>
                  <a:lnTo>
                    <a:pt x="44521" y="234424"/>
                  </a:lnTo>
                  <a:lnTo>
                    <a:pt x="44784" y="233086"/>
                  </a:lnTo>
                  <a:lnTo>
                    <a:pt x="45523" y="231019"/>
                  </a:lnTo>
                  <a:lnTo>
                    <a:pt x="45795" y="229709"/>
                  </a:lnTo>
                  <a:lnTo>
                    <a:pt x="45478" y="227865"/>
                  </a:lnTo>
                  <a:lnTo>
                    <a:pt x="44803" y="229801"/>
                  </a:lnTo>
                  <a:lnTo>
                    <a:pt x="44178" y="230344"/>
                  </a:lnTo>
                  <a:lnTo>
                    <a:pt x="43879" y="228897"/>
                  </a:lnTo>
                  <a:lnTo>
                    <a:pt x="43876" y="226952"/>
                  </a:lnTo>
                  <a:lnTo>
                    <a:pt x="43798" y="226487"/>
                  </a:lnTo>
                  <a:lnTo>
                    <a:pt x="43960" y="225834"/>
                  </a:lnTo>
                  <a:lnTo>
                    <a:pt x="45621" y="226134"/>
                  </a:lnTo>
                  <a:lnTo>
                    <a:pt x="43735" y="224940"/>
                  </a:lnTo>
                  <a:lnTo>
                    <a:pt x="43509" y="224240"/>
                  </a:lnTo>
                  <a:lnTo>
                    <a:pt x="43438" y="223719"/>
                  </a:lnTo>
                  <a:lnTo>
                    <a:pt x="43844" y="222753"/>
                  </a:lnTo>
                  <a:lnTo>
                    <a:pt x="43155" y="221938"/>
                  </a:lnTo>
                  <a:lnTo>
                    <a:pt x="42880" y="219443"/>
                  </a:lnTo>
                  <a:lnTo>
                    <a:pt x="42677" y="218874"/>
                  </a:lnTo>
                  <a:lnTo>
                    <a:pt x="42599" y="218413"/>
                  </a:lnTo>
                  <a:lnTo>
                    <a:pt x="42989" y="214967"/>
                  </a:lnTo>
                  <a:lnTo>
                    <a:pt x="44618" y="208200"/>
                  </a:lnTo>
                  <a:lnTo>
                    <a:pt x="44737" y="206672"/>
                  </a:lnTo>
                  <a:lnTo>
                    <a:pt x="44596" y="204499"/>
                  </a:lnTo>
                  <a:lnTo>
                    <a:pt x="44233" y="202770"/>
                  </a:lnTo>
                  <a:lnTo>
                    <a:pt x="44080" y="200942"/>
                  </a:lnTo>
                  <a:lnTo>
                    <a:pt x="43981" y="200473"/>
                  </a:lnTo>
                  <a:lnTo>
                    <a:pt x="43392" y="200306"/>
                  </a:lnTo>
                  <a:lnTo>
                    <a:pt x="42832" y="199630"/>
                  </a:lnTo>
                  <a:lnTo>
                    <a:pt x="42183" y="196919"/>
                  </a:lnTo>
                  <a:lnTo>
                    <a:pt x="42776" y="196030"/>
                  </a:lnTo>
                  <a:lnTo>
                    <a:pt x="43233" y="195541"/>
                  </a:lnTo>
                  <a:lnTo>
                    <a:pt x="42605" y="195749"/>
                  </a:lnTo>
                  <a:lnTo>
                    <a:pt x="42083" y="195666"/>
                  </a:lnTo>
                  <a:lnTo>
                    <a:pt x="43070" y="194418"/>
                  </a:lnTo>
                  <a:lnTo>
                    <a:pt x="43950" y="193461"/>
                  </a:lnTo>
                  <a:lnTo>
                    <a:pt x="45955" y="192349"/>
                  </a:lnTo>
                  <a:lnTo>
                    <a:pt x="46806" y="191641"/>
                  </a:lnTo>
                  <a:lnTo>
                    <a:pt x="45544" y="192279"/>
                  </a:lnTo>
                  <a:lnTo>
                    <a:pt x="44226" y="192522"/>
                  </a:lnTo>
                  <a:lnTo>
                    <a:pt x="41419" y="192392"/>
                  </a:lnTo>
                  <a:lnTo>
                    <a:pt x="41887" y="189867"/>
                  </a:lnTo>
                  <a:lnTo>
                    <a:pt x="42374" y="189025"/>
                  </a:lnTo>
                  <a:lnTo>
                    <a:pt x="42906" y="188551"/>
                  </a:lnTo>
                  <a:lnTo>
                    <a:pt x="42123" y="188694"/>
                  </a:lnTo>
                  <a:lnTo>
                    <a:pt x="41222" y="188491"/>
                  </a:lnTo>
                  <a:lnTo>
                    <a:pt x="41513" y="185929"/>
                  </a:lnTo>
                  <a:lnTo>
                    <a:pt x="42222" y="185376"/>
                  </a:lnTo>
                  <a:lnTo>
                    <a:pt x="42987" y="185270"/>
                  </a:lnTo>
                  <a:lnTo>
                    <a:pt x="43937" y="184906"/>
                  </a:lnTo>
                  <a:lnTo>
                    <a:pt x="42922" y="184483"/>
                  </a:lnTo>
                  <a:lnTo>
                    <a:pt x="41864" y="184280"/>
                  </a:lnTo>
                  <a:lnTo>
                    <a:pt x="40595" y="184699"/>
                  </a:lnTo>
                  <a:lnTo>
                    <a:pt x="39428" y="184391"/>
                  </a:lnTo>
                  <a:lnTo>
                    <a:pt x="38011" y="184398"/>
                  </a:lnTo>
                  <a:lnTo>
                    <a:pt x="38576" y="184740"/>
                  </a:lnTo>
                  <a:lnTo>
                    <a:pt x="39181" y="185521"/>
                  </a:lnTo>
                  <a:lnTo>
                    <a:pt x="38877" y="186908"/>
                  </a:lnTo>
                  <a:lnTo>
                    <a:pt x="38593" y="187774"/>
                  </a:lnTo>
                  <a:lnTo>
                    <a:pt x="37811" y="188371"/>
                  </a:lnTo>
                  <a:lnTo>
                    <a:pt x="37175" y="189276"/>
                  </a:lnTo>
                  <a:lnTo>
                    <a:pt x="36996" y="190071"/>
                  </a:lnTo>
                  <a:lnTo>
                    <a:pt x="36633" y="190628"/>
                  </a:lnTo>
                  <a:lnTo>
                    <a:pt x="37255" y="191025"/>
                  </a:lnTo>
                  <a:lnTo>
                    <a:pt x="37898" y="191307"/>
                  </a:lnTo>
                  <a:lnTo>
                    <a:pt x="38271" y="191950"/>
                  </a:lnTo>
                  <a:lnTo>
                    <a:pt x="38709" y="192885"/>
                  </a:lnTo>
                  <a:lnTo>
                    <a:pt x="38684" y="194701"/>
                  </a:lnTo>
                  <a:lnTo>
                    <a:pt x="37006" y="198982"/>
                  </a:lnTo>
                  <a:lnTo>
                    <a:pt x="36425" y="199936"/>
                  </a:lnTo>
                  <a:lnTo>
                    <a:pt x="32223" y="202518"/>
                  </a:lnTo>
                  <a:lnTo>
                    <a:pt x="30572" y="203924"/>
                  </a:lnTo>
                  <a:lnTo>
                    <a:pt x="27053" y="205750"/>
                  </a:lnTo>
                  <a:lnTo>
                    <a:pt x="25682" y="206090"/>
                  </a:lnTo>
                  <a:lnTo>
                    <a:pt x="24165" y="205728"/>
                  </a:lnTo>
                  <a:lnTo>
                    <a:pt x="21949" y="204337"/>
                  </a:lnTo>
                  <a:lnTo>
                    <a:pt x="18564" y="200787"/>
                  </a:lnTo>
                  <a:lnTo>
                    <a:pt x="17685" y="199614"/>
                  </a:lnTo>
                  <a:lnTo>
                    <a:pt x="14980" y="195054"/>
                  </a:lnTo>
                  <a:lnTo>
                    <a:pt x="13027" y="192643"/>
                  </a:lnTo>
                  <a:lnTo>
                    <a:pt x="11546" y="190398"/>
                  </a:lnTo>
                  <a:lnTo>
                    <a:pt x="9713" y="188278"/>
                  </a:lnTo>
                  <a:lnTo>
                    <a:pt x="7982" y="185415"/>
                  </a:lnTo>
                  <a:lnTo>
                    <a:pt x="7614" y="184111"/>
                  </a:lnTo>
                  <a:lnTo>
                    <a:pt x="7743" y="182784"/>
                  </a:lnTo>
                  <a:lnTo>
                    <a:pt x="8388" y="182060"/>
                  </a:lnTo>
                  <a:lnTo>
                    <a:pt x="9142" y="182354"/>
                  </a:lnTo>
                  <a:lnTo>
                    <a:pt x="9737" y="183472"/>
                  </a:lnTo>
                  <a:lnTo>
                    <a:pt x="10159" y="183973"/>
                  </a:lnTo>
                  <a:lnTo>
                    <a:pt x="10515" y="184178"/>
                  </a:lnTo>
                  <a:lnTo>
                    <a:pt x="13095" y="182463"/>
                  </a:lnTo>
                  <a:lnTo>
                    <a:pt x="14097" y="182531"/>
                  </a:lnTo>
                  <a:lnTo>
                    <a:pt x="14782" y="181671"/>
                  </a:lnTo>
                  <a:lnTo>
                    <a:pt x="15648" y="181859"/>
                  </a:lnTo>
                  <a:lnTo>
                    <a:pt x="17415" y="180520"/>
                  </a:lnTo>
                  <a:lnTo>
                    <a:pt x="18156" y="180439"/>
                  </a:lnTo>
                  <a:lnTo>
                    <a:pt x="19037" y="180171"/>
                  </a:lnTo>
                  <a:lnTo>
                    <a:pt x="20460" y="176781"/>
                  </a:lnTo>
                  <a:lnTo>
                    <a:pt x="21527" y="174626"/>
                  </a:lnTo>
                  <a:lnTo>
                    <a:pt x="22218" y="174177"/>
                  </a:lnTo>
                  <a:lnTo>
                    <a:pt x="22179" y="173652"/>
                  </a:lnTo>
                  <a:lnTo>
                    <a:pt x="21988" y="172963"/>
                  </a:lnTo>
                  <a:lnTo>
                    <a:pt x="21471" y="173136"/>
                  </a:lnTo>
                  <a:lnTo>
                    <a:pt x="21109" y="173792"/>
                  </a:lnTo>
                  <a:lnTo>
                    <a:pt x="20841" y="174582"/>
                  </a:lnTo>
                  <a:lnTo>
                    <a:pt x="20571" y="175052"/>
                  </a:lnTo>
                  <a:lnTo>
                    <a:pt x="19736" y="174618"/>
                  </a:lnTo>
                  <a:lnTo>
                    <a:pt x="19173" y="174691"/>
                  </a:lnTo>
                  <a:lnTo>
                    <a:pt x="18479" y="174951"/>
                  </a:lnTo>
                  <a:lnTo>
                    <a:pt x="15939" y="176214"/>
                  </a:lnTo>
                  <a:lnTo>
                    <a:pt x="14897" y="177347"/>
                  </a:lnTo>
                  <a:lnTo>
                    <a:pt x="14187" y="177572"/>
                  </a:lnTo>
                  <a:lnTo>
                    <a:pt x="10131" y="176324"/>
                  </a:lnTo>
                  <a:lnTo>
                    <a:pt x="6168" y="173463"/>
                  </a:lnTo>
                  <a:lnTo>
                    <a:pt x="4500" y="171562"/>
                  </a:lnTo>
                  <a:lnTo>
                    <a:pt x="3445" y="169134"/>
                  </a:lnTo>
                  <a:lnTo>
                    <a:pt x="2388" y="166241"/>
                  </a:lnTo>
                  <a:lnTo>
                    <a:pt x="2732" y="165432"/>
                  </a:lnTo>
                  <a:lnTo>
                    <a:pt x="4371" y="163693"/>
                  </a:lnTo>
                  <a:lnTo>
                    <a:pt x="5787" y="162327"/>
                  </a:lnTo>
                  <a:lnTo>
                    <a:pt x="4516" y="162935"/>
                  </a:lnTo>
                  <a:lnTo>
                    <a:pt x="3139" y="163779"/>
                  </a:lnTo>
                  <a:lnTo>
                    <a:pt x="2458" y="164371"/>
                  </a:lnTo>
                  <a:lnTo>
                    <a:pt x="1687" y="165608"/>
                  </a:lnTo>
                  <a:lnTo>
                    <a:pt x="661" y="165885"/>
                  </a:lnTo>
                  <a:lnTo>
                    <a:pt x="255" y="164045"/>
                  </a:lnTo>
                  <a:lnTo>
                    <a:pt x="0" y="162254"/>
                  </a:lnTo>
                  <a:lnTo>
                    <a:pt x="654" y="161651"/>
                  </a:lnTo>
                  <a:lnTo>
                    <a:pt x="1111" y="161268"/>
                  </a:lnTo>
                  <a:lnTo>
                    <a:pt x="2045" y="160949"/>
                  </a:lnTo>
                  <a:lnTo>
                    <a:pt x="3061" y="160721"/>
                  </a:lnTo>
                  <a:lnTo>
                    <a:pt x="3988" y="160730"/>
                  </a:lnTo>
                  <a:lnTo>
                    <a:pt x="5289" y="160756"/>
                  </a:lnTo>
                  <a:lnTo>
                    <a:pt x="5327" y="156559"/>
                  </a:lnTo>
                  <a:lnTo>
                    <a:pt x="5436" y="156191"/>
                  </a:lnTo>
                  <a:lnTo>
                    <a:pt x="5619" y="155979"/>
                  </a:lnTo>
                  <a:lnTo>
                    <a:pt x="5828" y="155888"/>
                  </a:lnTo>
                  <a:lnTo>
                    <a:pt x="6007" y="155953"/>
                  </a:lnTo>
                  <a:lnTo>
                    <a:pt x="6275" y="156581"/>
                  </a:lnTo>
                  <a:lnTo>
                    <a:pt x="6607" y="156547"/>
                  </a:lnTo>
                  <a:lnTo>
                    <a:pt x="6960" y="156185"/>
                  </a:lnTo>
                  <a:lnTo>
                    <a:pt x="7753" y="156455"/>
                  </a:lnTo>
                  <a:lnTo>
                    <a:pt x="8387" y="156270"/>
                  </a:lnTo>
                  <a:lnTo>
                    <a:pt x="9030" y="156517"/>
                  </a:lnTo>
                  <a:lnTo>
                    <a:pt x="10123" y="156522"/>
                  </a:lnTo>
                  <a:lnTo>
                    <a:pt x="12094" y="156423"/>
                  </a:lnTo>
                  <a:lnTo>
                    <a:pt x="13189" y="156455"/>
                  </a:lnTo>
                  <a:lnTo>
                    <a:pt x="13899" y="157123"/>
                  </a:lnTo>
                  <a:lnTo>
                    <a:pt x="14675" y="157856"/>
                  </a:lnTo>
                  <a:lnTo>
                    <a:pt x="15517" y="157959"/>
                  </a:lnTo>
                  <a:lnTo>
                    <a:pt x="16733" y="157873"/>
                  </a:lnTo>
                  <a:lnTo>
                    <a:pt x="17559" y="157592"/>
                  </a:lnTo>
                  <a:lnTo>
                    <a:pt x="17976" y="156908"/>
                  </a:lnTo>
                  <a:lnTo>
                    <a:pt x="18289" y="156254"/>
                  </a:lnTo>
                  <a:lnTo>
                    <a:pt x="20094" y="155294"/>
                  </a:lnTo>
                  <a:lnTo>
                    <a:pt x="21988" y="154515"/>
                  </a:lnTo>
                  <a:lnTo>
                    <a:pt x="22533" y="154429"/>
                  </a:lnTo>
                  <a:lnTo>
                    <a:pt x="22705" y="154883"/>
                  </a:lnTo>
                  <a:lnTo>
                    <a:pt x="22619" y="155646"/>
                  </a:lnTo>
                  <a:lnTo>
                    <a:pt x="22840" y="156372"/>
                  </a:lnTo>
                  <a:lnTo>
                    <a:pt x="23599" y="156831"/>
                  </a:lnTo>
                  <a:lnTo>
                    <a:pt x="24137" y="156944"/>
                  </a:lnTo>
                  <a:lnTo>
                    <a:pt x="24619" y="156841"/>
                  </a:lnTo>
                  <a:lnTo>
                    <a:pt x="24976" y="156610"/>
                  </a:lnTo>
                  <a:lnTo>
                    <a:pt x="25744" y="155469"/>
                  </a:lnTo>
                  <a:lnTo>
                    <a:pt x="26141" y="155210"/>
                  </a:lnTo>
                  <a:lnTo>
                    <a:pt x="26658" y="155228"/>
                  </a:lnTo>
                  <a:lnTo>
                    <a:pt x="27237" y="154683"/>
                  </a:lnTo>
                  <a:lnTo>
                    <a:pt x="27249" y="154267"/>
                  </a:lnTo>
                  <a:lnTo>
                    <a:pt x="26880" y="154066"/>
                  </a:lnTo>
                  <a:lnTo>
                    <a:pt x="26567" y="153466"/>
                  </a:lnTo>
                  <a:lnTo>
                    <a:pt x="26625" y="152977"/>
                  </a:lnTo>
                  <a:lnTo>
                    <a:pt x="26535" y="152287"/>
                  </a:lnTo>
                  <a:lnTo>
                    <a:pt x="26597" y="151634"/>
                  </a:lnTo>
                  <a:lnTo>
                    <a:pt x="26843" y="151143"/>
                  </a:lnTo>
                  <a:lnTo>
                    <a:pt x="27273" y="150671"/>
                  </a:lnTo>
                  <a:lnTo>
                    <a:pt x="27016" y="149696"/>
                  </a:lnTo>
                  <a:lnTo>
                    <a:pt x="26356" y="147828"/>
                  </a:lnTo>
                  <a:lnTo>
                    <a:pt x="25664" y="145437"/>
                  </a:lnTo>
                  <a:lnTo>
                    <a:pt x="24933" y="143445"/>
                  </a:lnTo>
                  <a:lnTo>
                    <a:pt x="24006" y="141699"/>
                  </a:lnTo>
                  <a:lnTo>
                    <a:pt x="23529" y="140417"/>
                  </a:lnTo>
                  <a:lnTo>
                    <a:pt x="23578" y="137588"/>
                  </a:lnTo>
                  <a:lnTo>
                    <a:pt x="23494" y="137014"/>
                  </a:lnTo>
                  <a:lnTo>
                    <a:pt x="23177" y="136666"/>
                  </a:lnTo>
                  <a:lnTo>
                    <a:pt x="22748" y="136469"/>
                  </a:lnTo>
                  <a:lnTo>
                    <a:pt x="22146" y="136757"/>
                  </a:lnTo>
                  <a:lnTo>
                    <a:pt x="21603" y="136813"/>
                  </a:lnTo>
                  <a:lnTo>
                    <a:pt x="20436" y="136751"/>
                  </a:lnTo>
                  <a:lnTo>
                    <a:pt x="19863" y="136461"/>
                  </a:lnTo>
                  <a:lnTo>
                    <a:pt x="18308" y="133623"/>
                  </a:lnTo>
                  <a:lnTo>
                    <a:pt x="18103" y="132507"/>
                  </a:lnTo>
                  <a:lnTo>
                    <a:pt x="18095" y="131364"/>
                  </a:lnTo>
                  <a:lnTo>
                    <a:pt x="18614" y="129372"/>
                  </a:lnTo>
                  <a:lnTo>
                    <a:pt x="18771" y="127520"/>
                  </a:lnTo>
                  <a:lnTo>
                    <a:pt x="18844" y="125793"/>
                  </a:lnTo>
                  <a:lnTo>
                    <a:pt x="18757" y="125304"/>
                  </a:lnTo>
                  <a:lnTo>
                    <a:pt x="18444" y="124724"/>
                  </a:lnTo>
                  <a:lnTo>
                    <a:pt x="17921" y="124296"/>
                  </a:lnTo>
                  <a:lnTo>
                    <a:pt x="16522" y="124193"/>
                  </a:lnTo>
                  <a:lnTo>
                    <a:pt x="14861" y="123622"/>
                  </a:lnTo>
                  <a:lnTo>
                    <a:pt x="13581" y="122617"/>
                  </a:lnTo>
                  <a:lnTo>
                    <a:pt x="12695" y="122009"/>
                  </a:lnTo>
                  <a:lnTo>
                    <a:pt x="12452" y="121614"/>
                  </a:lnTo>
                  <a:lnTo>
                    <a:pt x="12346" y="121148"/>
                  </a:lnTo>
                  <a:lnTo>
                    <a:pt x="12578" y="119060"/>
                  </a:lnTo>
                  <a:lnTo>
                    <a:pt x="12980" y="116705"/>
                  </a:lnTo>
                  <a:lnTo>
                    <a:pt x="13272" y="115985"/>
                  </a:lnTo>
                  <a:lnTo>
                    <a:pt x="13780" y="115239"/>
                  </a:lnTo>
                  <a:lnTo>
                    <a:pt x="14156" y="114731"/>
                  </a:lnTo>
                  <a:lnTo>
                    <a:pt x="14756" y="114059"/>
                  </a:lnTo>
                  <a:lnTo>
                    <a:pt x="16379" y="111814"/>
                  </a:lnTo>
                  <a:lnTo>
                    <a:pt x="17831" y="108730"/>
                  </a:lnTo>
                  <a:lnTo>
                    <a:pt x="18727" y="106578"/>
                  </a:lnTo>
                  <a:lnTo>
                    <a:pt x="19195" y="105939"/>
                  </a:lnTo>
                  <a:lnTo>
                    <a:pt x="19671" y="105391"/>
                  </a:lnTo>
                  <a:lnTo>
                    <a:pt x="20373" y="104728"/>
                  </a:lnTo>
                  <a:lnTo>
                    <a:pt x="21179" y="104123"/>
                  </a:lnTo>
                  <a:lnTo>
                    <a:pt x="21982" y="104150"/>
                  </a:lnTo>
                  <a:lnTo>
                    <a:pt x="22745" y="104698"/>
                  </a:lnTo>
                  <a:lnTo>
                    <a:pt x="23312" y="105345"/>
                  </a:lnTo>
                  <a:lnTo>
                    <a:pt x="23501" y="106769"/>
                  </a:lnTo>
                  <a:lnTo>
                    <a:pt x="23903" y="107694"/>
                  </a:lnTo>
                  <a:lnTo>
                    <a:pt x="24336" y="108252"/>
                  </a:lnTo>
                  <a:lnTo>
                    <a:pt x="24909" y="108523"/>
                  </a:lnTo>
                  <a:lnTo>
                    <a:pt x="25637" y="108455"/>
                  </a:lnTo>
                  <a:lnTo>
                    <a:pt x="28569" y="106821"/>
                  </a:lnTo>
                  <a:lnTo>
                    <a:pt x="29565" y="106491"/>
                  </a:lnTo>
                  <a:lnTo>
                    <a:pt x="31957" y="106287"/>
                  </a:lnTo>
                  <a:lnTo>
                    <a:pt x="33601" y="105657"/>
                  </a:lnTo>
                  <a:lnTo>
                    <a:pt x="35054" y="104995"/>
                  </a:lnTo>
                  <a:lnTo>
                    <a:pt x="35230" y="103810"/>
                  </a:lnTo>
                  <a:lnTo>
                    <a:pt x="35790" y="101999"/>
                  </a:lnTo>
                  <a:lnTo>
                    <a:pt x="37497" y="99642"/>
                  </a:lnTo>
                  <a:lnTo>
                    <a:pt x="37977" y="98590"/>
                  </a:lnTo>
                  <a:lnTo>
                    <a:pt x="38494" y="96580"/>
                  </a:lnTo>
                  <a:lnTo>
                    <a:pt x="39044" y="94747"/>
                  </a:lnTo>
                  <a:lnTo>
                    <a:pt x="39516" y="93985"/>
                  </a:lnTo>
                  <a:lnTo>
                    <a:pt x="42200" y="91973"/>
                  </a:lnTo>
                  <a:lnTo>
                    <a:pt x="44827" y="90123"/>
                  </a:lnTo>
                  <a:lnTo>
                    <a:pt x="45257" y="89286"/>
                  </a:lnTo>
                  <a:lnTo>
                    <a:pt x="46956" y="85449"/>
                  </a:lnTo>
                  <a:lnTo>
                    <a:pt x="47929" y="82844"/>
                  </a:lnTo>
                  <a:lnTo>
                    <a:pt x="48181" y="82007"/>
                  </a:lnTo>
                  <a:lnTo>
                    <a:pt x="48744" y="79743"/>
                  </a:lnTo>
                  <a:lnTo>
                    <a:pt x="49353" y="77492"/>
                  </a:lnTo>
                  <a:lnTo>
                    <a:pt x="50165" y="76972"/>
                  </a:lnTo>
                  <a:lnTo>
                    <a:pt x="51967" y="76114"/>
                  </a:lnTo>
                  <a:lnTo>
                    <a:pt x="53398" y="75274"/>
                  </a:lnTo>
                  <a:lnTo>
                    <a:pt x="54129" y="74317"/>
                  </a:lnTo>
                  <a:lnTo>
                    <a:pt x="54573" y="73479"/>
                  </a:lnTo>
                  <a:lnTo>
                    <a:pt x="54490" y="72648"/>
                  </a:lnTo>
                  <a:lnTo>
                    <a:pt x="54093" y="71665"/>
                  </a:lnTo>
                  <a:lnTo>
                    <a:pt x="54177" y="71081"/>
                  </a:lnTo>
                  <a:lnTo>
                    <a:pt x="54250" y="70504"/>
                  </a:lnTo>
                  <a:lnTo>
                    <a:pt x="55288" y="69328"/>
                  </a:lnTo>
                  <a:lnTo>
                    <a:pt x="57243" y="65851"/>
                  </a:lnTo>
                  <a:lnTo>
                    <a:pt x="58414" y="64113"/>
                  </a:lnTo>
                  <a:lnTo>
                    <a:pt x="58802" y="64116"/>
                  </a:lnTo>
                  <a:lnTo>
                    <a:pt x="60026" y="63191"/>
                  </a:lnTo>
                  <a:lnTo>
                    <a:pt x="61190" y="62145"/>
                  </a:lnTo>
                  <a:lnTo>
                    <a:pt x="61123" y="61670"/>
                  </a:lnTo>
                  <a:lnTo>
                    <a:pt x="60977" y="61055"/>
                  </a:lnTo>
                  <a:lnTo>
                    <a:pt x="60309" y="60778"/>
                  </a:lnTo>
                  <a:lnTo>
                    <a:pt x="60101" y="60040"/>
                  </a:lnTo>
                  <a:lnTo>
                    <a:pt x="60264" y="58983"/>
                  </a:lnTo>
                  <a:lnTo>
                    <a:pt x="60822" y="56138"/>
                  </a:lnTo>
                  <a:lnTo>
                    <a:pt x="60708" y="55321"/>
                  </a:lnTo>
                  <a:lnTo>
                    <a:pt x="60028" y="52685"/>
                  </a:lnTo>
                  <a:lnTo>
                    <a:pt x="60179" y="51957"/>
                  </a:lnTo>
                  <a:lnTo>
                    <a:pt x="60459" y="51212"/>
                  </a:lnTo>
                  <a:lnTo>
                    <a:pt x="61218" y="50219"/>
                  </a:lnTo>
                  <a:lnTo>
                    <a:pt x="62199" y="49395"/>
                  </a:lnTo>
                  <a:lnTo>
                    <a:pt x="65340" y="47435"/>
                  </a:lnTo>
                  <a:lnTo>
                    <a:pt x="65977" y="47219"/>
                  </a:lnTo>
                  <a:lnTo>
                    <a:pt x="67068" y="46724"/>
                  </a:lnTo>
                  <a:lnTo>
                    <a:pt x="67736" y="45678"/>
                  </a:lnTo>
                  <a:lnTo>
                    <a:pt x="67819" y="44787"/>
                  </a:lnTo>
                  <a:lnTo>
                    <a:pt x="67527" y="44233"/>
                  </a:lnTo>
                  <a:lnTo>
                    <a:pt x="66875" y="43491"/>
                  </a:lnTo>
                  <a:lnTo>
                    <a:pt x="65649" y="42818"/>
                  </a:lnTo>
                  <a:lnTo>
                    <a:pt x="64544" y="42234"/>
                  </a:lnTo>
                  <a:lnTo>
                    <a:pt x="62666" y="42295"/>
                  </a:lnTo>
                  <a:lnTo>
                    <a:pt x="61691" y="41793"/>
                  </a:lnTo>
                  <a:lnTo>
                    <a:pt x="61426" y="41443"/>
                  </a:lnTo>
                  <a:lnTo>
                    <a:pt x="61290" y="40205"/>
                  </a:lnTo>
                  <a:lnTo>
                    <a:pt x="61478" y="38113"/>
                  </a:lnTo>
                  <a:lnTo>
                    <a:pt x="61186" y="37928"/>
                  </a:lnTo>
                  <a:lnTo>
                    <a:pt x="60769" y="38175"/>
                  </a:lnTo>
                  <a:lnTo>
                    <a:pt x="59776" y="37927"/>
                  </a:lnTo>
                  <a:lnTo>
                    <a:pt x="58558" y="37959"/>
                  </a:lnTo>
                  <a:lnTo>
                    <a:pt x="58093" y="37377"/>
                  </a:lnTo>
                  <a:lnTo>
                    <a:pt x="58325" y="36674"/>
                  </a:lnTo>
                  <a:lnTo>
                    <a:pt x="58256" y="35738"/>
                  </a:lnTo>
                  <a:lnTo>
                    <a:pt x="58075" y="34847"/>
                  </a:lnTo>
                  <a:lnTo>
                    <a:pt x="57886" y="34661"/>
                  </a:lnTo>
                  <a:lnTo>
                    <a:pt x="57304" y="34450"/>
                  </a:lnTo>
                  <a:lnTo>
                    <a:pt x="56398" y="33681"/>
                  </a:lnTo>
                  <a:lnTo>
                    <a:pt x="55668" y="32733"/>
                  </a:lnTo>
                  <a:lnTo>
                    <a:pt x="55239" y="32091"/>
                  </a:lnTo>
                  <a:lnTo>
                    <a:pt x="55107" y="31648"/>
                  </a:lnTo>
                  <a:lnTo>
                    <a:pt x="55148" y="31355"/>
                  </a:lnTo>
                  <a:lnTo>
                    <a:pt x="55680" y="30531"/>
                  </a:lnTo>
                  <a:lnTo>
                    <a:pt x="56317" y="29375"/>
                  </a:lnTo>
                  <a:lnTo>
                    <a:pt x="56552" y="28382"/>
                  </a:lnTo>
                  <a:lnTo>
                    <a:pt x="56622" y="27662"/>
                  </a:lnTo>
                  <a:lnTo>
                    <a:pt x="56445" y="27130"/>
                  </a:lnTo>
                  <a:lnTo>
                    <a:pt x="55863" y="26480"/>
                  </a:lnTo>
                  <a:lnTo>
                    <a:pt x="55241" y="25912"/>
                  </a:lnTo>
                  <a:lnTo>
                    <a:pt x="54990" y="25418"/>
                  </a:lnTo>
                  <a:lnTo>
                    <a:pt x="54980" y="24673"/>
                  </a:lnTo>
                  <a:lnTo>
                    <a:pt x="55212" y="23739"/>
                  </a:lnTo>
                  <a:lnTo>
                    <a:pt x="55945" y="23035"/>
                  </a:lnTo>
                  <a:lnTo>
                    <a:pt x="57243" y="22367"/>
                  </a:lnTo>
                  <a:lnTo>
                    <a:pt x="57576" y="21537"/>
                  </a:lnTo>
                  <a:lnTo>
                    <a:pt x="57535" y="20922"/>
                  </a:lnTo>
                  <a:lnTo>
                    <a:pt x="57180" y="20737"/>
                  </a:lnTo>
                  <a:lnTo>
                    <a:pt x="56268" y="20733"/>
                  </a:lnTo>
                  <a:lnTo>
                    <a:pt x="54729" y="20523"/>
                  </a:lnTo>
                  <a:lnTo>
                    <a:pt x="54468" y="20184"/>
                  </a:lnTo>
                  <a:lnTo>
                    <a:pt x="54296" y="19729"/>
                  </a:lnTo>
                  <a:lnTo>
                    <a:pt x="54294" y="19279"/>
                  </a:lnTo>
                  <a:lnTo>
                    <a:pt x="54619" y="18766"/>
                  </a:lnTo>
                  <a:lnTo>
                    <a:pt x="55009" y="18117"/>
                  </a:lnTo>
                  <a:lnTo>
                    <a:pt x="54941" y="17485"/>
                  </a:lnTo>
                  <a:lnTo>
                    <a:pt x="54490" y="16770"/>
                  </a:lnTo>
                  <a:lnTo>
                    <a:pt x="53405" y="16247"/>
                  </a:lnTo>
                  <a:lnTo>
                    <a:pt x="53259" y="15510"/>
                  </a:lnTo>
                  <a:lnTo>
                    <a:pt x="53425" y="14894"/>
                  </a:lnTo>
                  <a:lnTo>
                    <a:pt x="53785" y="14016"/>
                  </a:lnTo>
                  <a:lnTo>
                    <a:pt x="54097" y="13406"/>
                  </a:lnTo>
                  <a:lnTo>
                    <a:pt x="54836" y="11671"/>
                  </a:lnTo>
                  <a:lnTo>
                    <a:pt x="55731" y="11291"/>
                  </a:lnTo>
                  <a:lnTo>
                    <a:pt x="56830" y="10730"/>
                  </a:lnTo>
                  <a:lnTo>
                    <a:pt x="58045" y="10110"/>
                  </a:lnTo>
                  <a:lnTo>
                    <a:pt x="59914" y="10575"/>
                  </a:lnTo>
                  <a:lnTo>
                    <a:pt x="60824" y="10802"/>
                  </a:lnTo>
                  <a:lnTo>
                    <a:pt x="62665" y="11332"/>
                  </a:lnTo>
                  <a:lnTo>
                    <a:pt x="64208" y="11777"/>
                  </a:lnTo>
                  <a:lnTo>
                    <a:pt x="65784" y="11903"/>
                  </a:lnTo>
                  <a:lnTo>
                    <a:pt x="66438" y="11872"/>
                  </a:lnTo>
                  <a:lnTo>
                    <a:pt x="67162" y="12397"/>
                  </a:lnTo>
                  <a:lnTo>
                    <a:pt x="68945" y="13299"/>
                  </a:lnTo>
                  <a:lnTo>
                    <a:pt x="70393" y="13773"/>
                  </a:lnTo>
                  <a:lnTo>
                    <a:pt x="71373" y="13768"/>
                  </a:lnTo>
                  <a:lnTo>
                    <a:pt x="72820" y="12971"/>
                  </a:lnTo>
                  <a:lnTo>
                    <a:pt x="73541" y="12241"/>
                  </a:lnTo>
                  <a:lnTo>
                    <a:pt x="74513" y="11441"/>
                  </a:lnTo>
                  <a:lnTo>
                    <a:pt x="75756" y="11472"/>
                  </a:lnTo>
                  <a:lnTo>
                    <a:pt x="78446" y="10239"/>
                  </a:lnTo>
                  <a:lnTo>
                    <a:pt x="78949" y="10452"/>
                  </a:lnTo>
                  <a:lnTo>
                    <a:pt x="79748" y="10522"/>
                  </a:lnTo>
                  <a:lnTo>
                    <a:pt x="80712" y="9809"/>
                  </a:lnTo>
                  <a:lnTo>
                    <a:pt x="81211" y="8963"/>
                  </a:lnTo>
                  <a:lnTo>
                    <a:pt x="81291" y="8541"/>
                  </a:lnTo>
                  <a:lnTo>
                    <a:pt x="81532" y="8229"/>
                  </a:lnTo>
                  <a:lnTo>
                    <a:pt x="82561" y="7692"/>
                  </a:lnTo>
                  <a:lnTo>
                    <a:pt x="83594" y="6949"/>
                  </a:lnTo>
                  <a:lnTo>
                    <a:pt x="83875" y="5968"/>
                  </a:lnTo>
                  <a:lnTo>
                    <a:pt x="84045" y="5304"/>
                  </a:lnTo>
                  <a:lnTo>
                    <a:pt x="85180" y="4445"/>
                  </a:lnTo>
                  <a:lnTo>
                    <a:pt x="86357" y="3552"/>
                  </a:lnTo>
                  <a:lnTo>
                    <a:pt x="87591" y="2617"/>
                  </a:lnTo>
                  <a:lnTo>
                    <a:pt x="88993" y="1554"/>
                  </a:lnTo>
                  <a:lnTo>
                    <a:pt x="90179" y="65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4939498" y="2588180"/>
              <a:ext cx="60" cy="322"/>
            </a:xfrm>
            <a:custGeom>
              <a:avLst/>
              <a:pathLst>
                <a:path w="60" h="322">
                  <a:moveTo>
                    <a:pt x="0" y="164"/>
                  </a:moveTo>
                  <a:lnTo>
                    <a:pt x="14" y="0"/>
                  </a:lnTo>
                  <a:lnTo>
                    <a:pt x="60" y="163"/>
                  </a:lnTo>
                  <a:lnTo>
                    <a:pt x="50" y="32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4938635" y="2587687"/>
              <a:ext cx="434" cy="992"/>
            </a:xfrm>
            <a:custGeom>
              <a:avLst/>
              <a:pathLst>
                <a:path w="434" h="992">
                  <a:moveTo>
                    <a:pt x="229" y="845"/>
                  </a:moveTo>
                  <a:lnTo>
                    <a:pt x="434" y="858"/>
                  </a:lnTo>
                  <a:lnTo>
                    <a:pt x="206" y="992"/>
                  </a:lnTo>
                  <a:lnTo>
                    <a:pt x="67" y="746"/>
                  </a:lnTo>
                  <a:lnTo>
                    <a:pt x="0" y="341"/>
                  </a:lnTo>
                  <a:lnTo>
                    <a:pt x="46" y="0"/>
                  </a:lnTo>
                  <a:lnTo>
                    <a:pt x="60" y="250"/>
                  </a:lnTo>
                  <a:lnTo>
                    <a:pt x="110" y="475"/>
                  </a:lnTo>
                  <a:lnTo>
                    <a:pt x="74" y="62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5021478" y="2564038"/>
              <a:ext cx="1336" cy="1861"/>
            </a:xfrm>
            <a:custGeom>
              <a:avLst/>
              <a:pathLst>
                <a:path w="1336" h="1861">
                  <a:moveTo>
                    <a:pt x="1336" y="869"/>
                  </a:moveTo>
                  <a:lnTo>
                    <a:pt x="1067" y="1861"/>
                  </a:lnTo>
                  <a:lnTo>
                    <a:pt x="570" y="1315"/>
                  </a:lnTo>
                  <a:lnTo>
                    <a:pt x="0" y="1141"/>
                  </a:lnTo>
                  <a:lnTo>
                    <a:pt x="109" y="404"/>
                  </a:lnTo>
                  <a:lnTo>
                    <a:pt x="581" y="301"/>
                  </a:lnTo>
                  <a:lnTo>
                    <a:pt x="811" y="261"/>
                  </a:lnTo>
                  <a:lnTo>
                    <a:pt x="1148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4707054" y="2519262"/>
              <a:ext cx="1408" cy="2997"/>
            </a:xfrm>
            <a:custGeom>
              <a:avLst/>
              <a:pathLst>
                <a:path w="1408" h="2997">
                  <a:moveTo>
                    <a:pt x="1346" y="2190"/>
                  </a:moveTo>
                  <a:lnTo>
                    <a:pt x="1126" y="2744"/>
                  </a:lnTo>
                  <a:lnTo>
                    <a:pt x="751" y="2997"/>
                  </a:lnTo>
                  <a:lnTo>
                    <a:pt x="547" y="1590"/>
                  </a:lnTo>
                  <a:lnTo>
                    <a:pt x="0" y="599"/>
                  </a:lnTo>
                  <a:lnTo>
                    <a:pt x="218" y="599"/>
                  </a:lnTo>
                  <a:lnTo>
                    <a:pt x="735" y="1107"/>
                  </a:lnTo>
                  <a:lnTo>
                    <a:pt x="922" y="2444"/>
                  </a:lnTo>
                  <a:lnTo>
                    <a:pt x="1111" y="2052"/>
                  </a:lnTo>
                  <a:lnTo>
                    <a:pt x="1064" y="1637"/>
                  </a:lnTo>
                  <a:lnTo>
                    <a:pt x="1173" y="1244"/>
                  </a:lnTo>
                  <a:lnTo>
                    <a:pt x="1094" y="806"/>
                  </a:lnTo>
                  <a:lnTo>
                    <a:pt x="813" y="137"/>
                  </a:lnTo>
                  <a:lnTo>
                    <a:pt x="907" y="0"/>
                  </a:lnTo>
                  <a:lnTo>
                    <a:pt x="1360" y="576"/>
                  </a:lnTo>
                  <a:lnTo>
                    <a:pt x="1408" y="103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3925445" y="1665132"/>
              <a:ext cx="3004" cy="1844"/>
            </a:xfrm>
            <a:custGeom>
              <a:avLst/>
              <a:pathLst>
                <a:path w="3004" h="1844">
                  <a:moveTo>
                    <a:pt x="3004" y="1446"/>
                  </a:moveTo>
                  <a:lnTo>
                    <a:pt x="2963" y="1844"/>
                  </a:lnTo>
                  <a:lnTo>
                    <a:pt x="2263" y="1343"/>
                  </a:lnTo>
                  <a:lnTo>
                    <a:pt x="1922" y="796"/>
                  </a:lnTo>
                  <a:lnTo>
                    <a:pt x="0" y="546"/>
                  </a:lnTo>
                  <a:lnTo>
                    <a:pt x="801" y="0"/>
                  </a:lnTo>
                  <a:lnTo>
                    <a:pt x="1191" y="162"/>
                  </a:lnTo>
                  <a:lnTo>
                    <a:pt x="2548" y="184"/>
                  </a:lnTo>
                  <a:lnTo>
                    <a:pt x="2928" y="41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3924267" y="1646317"/>
              <a:ext cx="41275" cy="54286"/>
            </a:xfrm>
            <a:custGeom>
              <a:avLst/>
              <a:pathLst>
                <a:path w="41275" h="54286">
                  <a:moveTo>
                    <a:pt x="39472" y="17812"/>
                  </a:moveTo>
                  <a:lnTo>
                    <a:pt x="39872" y="18303"/>
                  </a:lnTo>
                  <a:lnTo>
                    <a:pt x="40050" y="18809"/>
                  </a:lnTo>
                  <a:lnTo>
                    <a:pt x="39352" y="18999"/>
                  </a:lnTo>
                  <a:lnTo>
                    <a:pt x="38624" y="18896"/>
                  </a:lnTo>
                  <a:lnTo>
                    <a:pt x="38269" y="19228"/>
                  </a:lnTo>
                  <a:lnTo>
                    <a:pt x="38246" y="19868"/>
                  </a:lnTo>
                  <a:lnTo>
                    <a:pt x="38492" y="20693"/>
                  </a:lnTo>
                  <a:lnTo>
                    <a:pt x="38979" y="21278"/>
                  </a:lnTo>
                  <a:lnTo>
                    <a:pt x="39368" y="22597"/>
                  </a:lnTo>
                  <a:lnTo>
                    <a:pt x="39691" y="24059"/>
                  </a:lnTo>
                  <a:lnTo>
                    <a:pt x="40193" y="24942"/>
                  </a:lnTo>
                  <a:lnTo>
                    <a:pt x="40296" y="26039"/>
                  </a:lnTo>
                  <a:lnTo>
                    <a:pt x="40222" y="26577"/>
                  </a:lnTo>
                  <a:lnTo>
                    <a:pt x="40313" y="27546"/>
                  </a:lnTo>
                  <a:lnTo>
                    <a:pt x="40100" y="27887"/>
                  </a:lnTo>
                  <a:lnTo>
                    <a:pt x="40260" y="28796"/>
                  </a:lnTo>
                  <a:lnTo>
                    <a:pt x="40851" y="30678"/>
                  </a:lnTo>
                  <a:lnTo>
                    <a:pt x="41109" y="31726"/>
                  </a:lnTo>
                  <a:lnTo>
                    <a:pt x="41275" y="34015"/>
                  </a:lnTo>
                  <a:lnTo>
                    <a:pt x="40858" y="34872"/>
                  </a:lnTo>
                  <a:lnTo>
                    <a:pt x="40298" y="35686"/>
                  </a:lnTo>
                  <a:lnTo>
                    <a:pt x="39933" y="36650"/>
                  </a:lnTo>
                  <a:lnTo>
                    <a:pt x="39650" y="37692"/>
                  </a:lnTo>
                  <a:lnTo>
                    <a:pt x="39479" y="39370"/>
                  </a:lnTo>
                  <a:lnTo>
                    <a:pt x="38267" y="41338"/>
                  </a:lnTo>
                  <a:lnTo>
                    <a:pt x="37751" y="41827"/>
                  </a:lnTo>
                  <a:lnTo>
                    <a:pt x="37153" y="42129"/>
                  </a:lnTo>
                  <a:lnTo>
                    <a:pt x="38460" y="43505"/>
                  </a:lnTo>
                  <a:lnTo>
                    <a:pt x="37391" y="44119"/>
                  </a:lnTo>
                  <a:lnTo>
                    <a:pt x="36226" y="44312"/>
                  </a:lnTo>
                  <a:lnTo>
                    <a:pt x="34937" y="43967"/>
                  </a:lnTo>
                  <a:lnTo>
                    <a:pt x="34134" y="44010"/>
                  </a:lnTo>
                  <a:lnTo>
                    <a:pt x="33401" y="44455"/>
                  </a:lnTo>
                  <a:lnTo>
                    <a:pt x="33112" y="44725"/>
                  </a:lnTo>
                  <a:lnTo>
                    <a:pt x="32881" y="44595"/>
                  </a:lnTo>
                  <a:lnTo>
                    <a:pt x="32398" y="43465"/>
                  </a:lnTo>
                  <a:lnTo>
                    <a:pt x="32043" y="44631"/>
                  </a:lnTo>
                  <a:lnTo>
                    <a:pt x="31300" y="45003"/>
                  </a:lnTo>
                  <a:lnTo>
                    <a:pt x="30028" y="44924"/>
                  </a:lnTo>
                  <a:lnTo>
                    <a:pt x="27903" y="45234"/>
                  </a:lnTo>
                  <a:lnTo>
                    <a:pt x="27085" y="45566"/>
                  </a:lnTo>
                  <a:lnTo>
                    <a:pt x="26746" y="46086"/>
                  </a:lnTo>
                  <a:lnTo>
                    <a:pt x="26493" y="46687"/>
                  </a:lnTo>
                  <a:lnTo>
                    <a:pt x="26162" y="47042"/>
                  </a:lnTo>
                  <a:lnTo>
                    <a:pt x="25787" y="47228"/>
                  </a:lnTo>
                  <a:lnTo>
                    <a:pt x="24146" y="47671"/>
                  </a:lnTo>
                  <a:lnTo>
                    <a:pt x="23822" y="47848"/>
                  </a:lnTo>
                  <a:lnTo>
                    <a:pt x="23063" y="48818"/>
                  </a:lnTo>
                  <a:lnTo>
                    <a:pt x="22066" y="49378"/>
                  </a:lnTo>
                  <a:lnTo>
                    <a:pt x="21241" y="49546"/>
                  </a:lnTo>
                  <a:lnTo>
                    <a:pt x="20508" y="48982"/>
                  </a:lnTo>
                  <a:lnTo>
                    <a:pt x="20207" y="48643"/>
                  </a:lnTo>
                  <a:lnTo>
                    <a:pt x="19867" y="48470"/>
                  </a:lnTo>
                  <a:lnTo>
                    <a:pt x="18742" y="48497"/>
                  </a:lnTo>
                  <a:lnTo>
                    <a:pt x="19097" y="48671"/>
                  </a:lnTo>
                  <a:lnTo>
                    <a:pt x="19327" y="49070"/>
                  </a:lnTo>
                  <a:lnTo>
                    <a:pt x="19438" y="49833"/>
                  </a:lnTo>
                  <a:lnTo>
                    <a:pt x="19310" y="50582"/>
                  </a:lnTo>
                  <a:lnTo>
                    <a:pt x="18755" y="50962"/>
                  </a:lnTo>
                  <a:lnTo>
                    <a:pt x="18092" y="51032"/>
                  </a:lnTo>
                  <a:lnTo>
                    <a:pt x="17047" y="51808"/>
                  </a:lnTo>
                  <a:lnTo>
                    <a:pt x="15664" y="52020"/>
                  </a:lnTo>
                  <a:lnTo>
                    <a:pt x="14917" y="52735"/>
                  </a:lnTo>
                  <a:lnTo>
                    <a:pt x="10347" y="53944"/>
                  </a:lnTo>
                  <a:lnTo>
                    <a:pt x="10088" y="53958"/>
                  </a:lnTo>
                  <a:lnTo>
                    <a:pt x="9457" y="53650"/>
                  </a:lnTo>
                  <a:lnTo>
                    <a:pt x="8773" y="53514"/>
                  </a:lnTo>
                  <a:lnTo>
                    <a:pt x="8092" y="53610"/>
                  </a:lnTo>
                  <a:lnTo>
                    <a:pt x="6177" y="54286"/>
                  </a:lnTo>
                  <a:lnTo>
                    <a:pt x="5249" y="54152"/>
                  </a:lnTo>
                  <a:lnTo>
                    <a:pt x="6432" y="52473"/>
                  </a:lnTo>
                  <a:lnTo>
                    <a:pt x="8021" y="51626"/>
                  </a:lnTo>
                  <a:lnTo>
                    <a:pt x="8186" y="51394"/>
                  </a:lnTo>
                  <a:lnTo>
                    <a:pt x="7667" y="51280"/>
                  </a:lnTo>
                  <a:lnTo>
                    <a:pt x="4647" y="51868"/>
                  </a:lnTo>
                  <a:lnTo>
                    <a:pt x="3598" y="52369"/>
                  </a:lnTo>
                  <a:lnTo>
                    <a:pt x="2549" y="52515"/>
                  </a:lnTo>
                  <a:lnTo>
                    <a:pt x="3035" y="51750"/>
                  </a:lnTo>
                  <a:lnTo>
                    <a:pt x="4388" y="50702"/>
                  </a:lnTo>
                  <a:lnTo>
                    <a:pt x="5113" y="50208"/>
                  </a:lnTo>
                  <a:lnTo>
                    <a:pt x="5556" y="50012"/>
                  </a:lnTo>
                  <a:lnTo>
                    <a:pt x="6061" y="49397"/>
                  </a:lnTo>
                  <a:lnTo>
                    <a:pt x="7487" y="48697"/>
                  </a:lnTo>
                  <a:lnTo>
                    <a:pt x="2895" y="50140"/>
                  </a:lnTo>
                  <a:lnTo>
                    <a:pt x="1688" y="49964"/>
                  </a:lnTo>
                  <a:lnTo>
                    <a:pt x="1404" y="49561"/>
                  </a:lnTo>
                  <a:lnTo>
                    <a:pt x="465" y="49750"/>
                  </a:lnTo>
                  <a:lnTo>
                    <a:pt x="109" y="48776"/>
                  </a:lnTo>
                  <a:lnTo>
                    <a:pt x="1500" y="47301"/>
                  </a:lnTo>
                  <a:lnTo>
                    <a:pt x="2312" y="46666"/>
                  </a:lnTo>
                  <a:lnTo>
                    <a:pt x="3275" y="46324"/>
                  </a:lnTo>
                  <a:lnTo>
                    <a:pt x="4202" y="45832"/>
                  </a:lnTo>
                  <a:lnTo>
                    <a:pt x="4546" y="45231"/>
                  </a:lnTo>
                  <a:lnTo>
                    <a:pt x="4109" y="45039"/>
                  </a:lnTo>
                  <a:lnTo>
                    <a:pt x="1331" y="45192"/>
                  </a:lnTo>
                  <a:lnTo>
                    <a:pt x="0" y="45064"/>
                  </a:lnTo>
                  <a:lnTo>
                    <a:pt x="72" y="44587"/>
                  </a:lnTo>
                  <a:lnTo>
                    <a:pt x="317" y="44059"/>
                  </a:lnTo>
                  <a:lnTo>
                    <a:pt x="1696" y="43156"/>
                  </a:lnTo>
                  <a:lnTo>
                    <a:pt x="2442" y="43011"/>
                  </a:lnTo>
                  <a:lnTo>
                    <a:pt x="3107" y="43097"/>
                  </a:lnTo>
                  <a:lnTo>
                    <a:pt x="3757" y="43329"/>
                  </a:lnTo>
                  <a:lnTo>
                    <a:pt x="4285" y="43631"/>
                  </a:lnTo>
                  <a:lnTo>
                    <a:pt x="5847" y="43457"/>
                  </a:lnTo>
                  <a:lnTo>
                    <a:pt x="5195" y="42880"/>
                  </a:lnTo>
                  <a:lnTo>
                    <a:pt x="5080" y="41708"/>
                  </a:lnTo>
                  <a:lnTo>
                    <a:pt x="4580" y="41315"/>
                  </a:lnTo>
                  <a:lnTo>
                    <a:pt x="5220" y="40771"/>
                  </a:lnTo>
                  <a:lnTo>
                    <a:pt x="5951" y="40441"/>
                  </a:lnTo>
                  <a:lnTo>
                    <a:pt x="7171" y="39317"/>
                  </a:lnTo>
                  <a:lnTo>
                    <a:pt x="7605" y="39146"/>
                  </a:lnTo>
                  <a:lnTo>
                    <a:pt x="10018" y="38873"/>
                  </a:lnTo>
                  <a:lnTo>
                    <a:pt x="12621" y="38282"/>
                  </a:lnTo>
                  <a:lnTo>
                    <a:pt x="15201" y="37466"/>
                  </a:lnTo>
                  <a:lnTo>
                    <a:pt x="13878" y="37010"/>
                  </a:lnTo>
                  <a:lnTo>
                    <a:pt x="13244" y="36409"/>
                  </a:lnTo>
                  <a:lnTo>
                    <a:pt x="12226" y="37625"/>
                  </a:lnTo>
                  <a:lnTo>
                    <a:pt x="11493" y="38090"/>
                  </a:lnTo>
                  <a:lnTo>
                    <a:pt x="9422" y="38339"/>
                  </a:lnTo>
                  <a:lnTo>
                    <a:pt x="8767" y="38202"/>
                  </a:lnTo>
                  <a:lnTo>
                    <a:pt x="7844" y="37824"/>
                  </a:lnTo>
                  <a:lnTo>
                    <a:pt x="7558" y="37968"/>
                  </a:lnTo>
                  <a:lnTo>
                    <a:pt x="7291" y="38259"/>
                  </a:lnTo>
                  <a:lnTo>
                    <a:pt x="5921" y="38856"/>
                  </a:lnTo>
                  <a:lnTo>
                    <a:pt x="4480" y="38999"/>
                  </a:lnTo>
                  <a:lnTo>
                    <a:pt x="6155" y="37905"/>
                  </a:lnTo>
                  <a:lnTo>
                    <a:pt x="8280" y="36050"/>
                  </a:lnTo>
                  <a:lnTo>
                    <a:pt x="8754" y="35464"/>
                  </a:lnTo>
                  <a:lnTo>
                    <a:pt x="9428" y="34445"/>
                  </a:lnTo>
                  <a:lnTo>
                    <a:pt x="9219" y="33991"/>
                  </a:lnTo>
                  <a:lnTo>
                    <a:pt x="8782" y="33733"/>
                  </a:lnTo>
                  <a:lnTo>
                    <a:pt x="10321" y="31637"/>
                  </a:lnTo>
                  <a:lnTo>
                    <a:pt x="10864" y="31256"/>
                  </a:lnTo>
                  <a:lnTo>
                    <a:pt x="11850" y="31195"/>
                  </a:lnTo>
                  <a:lnTo>
                    <a:pt x="12574" y="30863"/>
                  </a:lnTo>
                  <a:lnTo>
                    <a:pt x="12893" y="30861"/>
                  </a:lnTo>
                  <a:lnTo>
                    <a:pt x="13179" y="30737"/>
                  </a:lnTo>
                  <a:lnTo>
                    <a:pt x="13813" y="30109"/>
                  </a:lnTo>
                  <a:lnTo>
                    <a:pt x="12835" y="29710"/>
                  </a:lnTo>
                  <a:lnTo>
                    <a:pt x="11825" y="29504"/>
                  </a:lnTo>
                  <a:lnTo>
                    <a:pt x="8699" y="29722"/>
                  </a:lnTo>
                  <a:lnTo>
                    <a:pt x="8287" y="29675"/>
                  </a:lnTo>
                  <a:lnTo>
                    <a:pt x="7900" y="29482"/>
                  </a:lnTo>
                  <a:lnTo>
                    <a:pt x="7649" y="29204"/>
                  </a:lnTo>
                  <a:lnTo>
                    <a:pt x="7459" y="28492"/>
                  </a:lnTo>
                  <a:lnTo>
                    <a:pt x="7230" y="28333"/>
                  </a:lnTo>
                  <a:lnTo>
                    <a:pt x="6524" y="28333"/>
                  </a:lnTo>
                  <a:lnTo>
                    <a:pt x="5829" y="28550"/>
                  </a:lnTo>
                  <a:lnTo>
                    <a:pt x="5343" y="28529"/>
                  </a:lnTo>
                  <a:lnTo>
                    <a:pt x="4867" y="28217"/>
                  </a:lnTo>
                  <a:lnTo>
                    <a:pt x="5627" y="27489"/>
                  </a:lnTo>
                  <a:lnTo>
                    <a:pt x="4647" y="27317"/>
                  </a:lnTo>
                  <a:lnTo>
                    <a:pt x="3654" y="27460"/>
                  </a:lnTo>
                  <a:lnTo>
                    <a:pt x="2828" y="27239"/>
                  </a:lnTo>
                  <a:lnTo>
                    <a:pt x="2802" y="26782"/>
                  </a:lnTo>
                  <a:lnTo>
                    <a:pt x="3177" y="26326"/>
                  </a:lnTo>
                  <a:lnTo>
                    <a:pt x="2686" y="25894"/>
                  </a:lnTo>
                  <a:lnTo>
                    <a:pt x="2585" y="25347"/>
                  </a:lnTo>
                  <a:lnTo>
                    <a:pt x="3108" y="25078"/>
                  </a:lnTo>
                  <a:lnTo>
                    <a:pt x="3678" y="25167"/>
                  </a:lnTo>
                  <a:lnTo>
                    <a:pt x="4843" y="24762"/>
                  </a:lnTo>
                  <a:lnTo>
                    <a:pt x="6334" y="24566"/>
                  </a:lnTo>
                  <a:lnTo>
                    <a:pt x="5055" y="24167"/>
                  </a:lnTo>
                  <a:lnTo>
                    <a:pt x="4546" y="23825"/>
                  </a:lnTo>
                  <a:lnTo>
                    <a:pt x="4521" y="23302"/>
                  </a:lnTo>
                  <a:lnTo>
                    <a:pt x="4622" y="22855"/>
                  </a:lnTo>
                  <a:lnTo>
                    <a:pt x="6103" y="22098"/>
                  </a:lnTo>
                  <a:lnTo>
                    <a:pt x="7682" y="21764"/>
                  </a:lnTo>
                  <a:lnTo>
                    <a:pt x="7565" y="21265"/>
                  </a:lnTo>
                  <a:lnTo>
                    <a:pt x="7676" y="20726"/>
                  </a:lnTo>
                  <a:lnTo>
                    <a:pt x="6080" y="20570"/>
                  </a:lnTo>
                  <a:lnTo>
                    <a:pt x="4504" y="20951"/>
                  </a:lnTo>
                  <a:lnTo>
                    <a:pt x="4673" y="19920"/>
                  </a:lnTo>
                  <a:lnTo>
                    <a:pt x="5050" y="18990"/>
                  </a:lnTo>
                  <a:lnTo>
                    <a:pt x="5125" y="18376"/>
                  </a:lnTo>
                  <a:lnTo>
                    <a:pt x="5050" y="17720"/>
                  </a:lnTo>
                  <a:lnTo>
                    <a:pt x="4311" y="18000"/>
                  </a:lnTo>
                  <a:lnTo>
                    <a:pt x="4225" y="17075"/>
                  </a:lnTo>
                  <a:lnTo>
                    <a:pt x="3908" y="16440"/>
                  </a:lnTo>
                  <a:lnTo>
                    <a:pt x="2815" y="16877"/>
                  </a:lnTo>
                  <a:lnTo>
                    <a:pt x="2843" y="16040"/>
                  </a:lnTo>
                  <a:lnTo>
                    <a:pt x="3158" y="15454"/>
                  </a:lnTo>
                  <a:lnTo>
                    <a:pt x="3730" y="15200"/>
                  </a:lnTo>
                  <a:lnTo>
                    <a:pt x="4298" y="15310"/>
                  </a:lnTo>
                  <a:lnTo>
                    <a:pt x="5351" y="15299"/>
                  </a:lnTo>
                  <a:lnTo>
                    <a:pt x="6368" y="14859"/>
                  </a:lnTo>
                  <a:lnTo>
                    <a:pt x="7832" y="14746"/>
                  </a:lnTo>
                  <a:lnTo>
                    <a:pt x="10167" y="14885"/>
                  </a:lnTo>
                  <a:lnTo>
                    <a:pt x="11772" y="16126"/>
                  </a:lnTo>
                  <a:lnTo>
                    <a:pt x="12186" y="15904"/>
                  </a:lnTo>
                  <a:lnTo>
                    <a:pt x="12828" y="15119"/>
                  </a:lnTo>
                  <a:lnTo>
                    <a:pt x="13129" y="15033"/>
                  </a:lnTo>
                  <a:lnTo>
                    <a:pt x="15548" y="15375"/>
                  </a:lnTo>
                  <a:lnTo>
                    <a:pt x="17050" y="15826"/>
                  </a:lnTo>
                  <a:lnTo>
                    <a:pt x="17452" y="15685"/>
                  </a:lnTo>
                  <a:lnTo>
                    <a:pt x="17235" y="14815"/>
                  </a:lnTo>
                  <a:lnTo>
                    <a:pt x="16718" y="14212"/>
                  </a:lnTo>
                  <a:lnTo>
                    <a:pt x="17368" y="13421"/>
                  </a:lnTo>
                  <a:lnTo>
                    <a:pt x="18157" y="12886"/>
                  </a:lnTo>
                  <a:lnTo>
                    <a:pt x="18685" y="12619"/>
                  </a:lnTo>
                  <a:lnTo>
                    <a:pt x="19902" y="12287"/>
                  </a:lnTo>
                  <a:lnTo>
                    <a:pt x="20434" y="11974"/>
                  </a:lnTo>
                  <a:lnTo>
                    <a:pt x="20787" y="10958"/>
                  </a:lnTo>
                  <a:lnTo>
                    <a:pt x="21351" y="10112"/>
                  </a:lnTo>
                  <a:lnTo>
                    <a:pt x="18294" y="10552"/>
                  </a:lnTo>
                  <a:lnTo>
                    <a:pt x="15386" y="9548"/>
                  </a:lnTo>
                  <a:lnTo>
                    <a:pt x="15847" y="8840"/>
                  </a:lnTo>
                  <a:lnTo>
                    <a:pt x="16461" y="8437"/>
                  </a:lnTo>
                  <a:lnTo>
                    <a:pt x="17520" y="8129"/>
                  </a:lnTo>
                  <a:lnTo>
                    <a:pt x="17621" y="7759"/>
                  </a:lnTo>
                  <a:lnTo>
                    <a:pt x="18157" y="7452"/>
                  </a:lnTo>
                  <a:lnTo>
                    <a:pt x="19044" y="6644"/>
                  </a:lnTo>
                  <a:lnTo>
                    <a:pt x="18718" y="5589"/>
                  </a:lnTo>
                  <a:lnTo>
                    <a:pt x="18892" y="4817"/>
                  </a:lnTo>
                  <a:lnTo>
                    <a:pt x="19531" y="4315"/>
                  </a:lnTo>
                  <a:lnTo>
                    <a:pt x="19730" y="3593"/>
                  </a:lnTo>
                  <a:lnTo>
                    <a:pt x="20015" y="3062"/>
                  </a:lnTo>
                  <a:lnTo>
                    <a:pt x="21310" y="2872"/>
                  </a:lnTo>
                  <a:lnTo>
                    <a:pt x="22555" y="2378"/>
                  </a:lnTo>
                  <a:lnTo>
                    <a:pt x="23005" y="2425"/>
                  </a:lnTo>
                  <a:lnTo>
                    <a:pt x="24475" y="2312"/>
                  </a:lnTo>
                  <a:lnTo>
                    <a:pt x="24973" y="2511"/>
                  </a:lnTo>
                  <a:lnTo>
                    <a:pt x="24860" y="1638"/>
                  </a:lnTo>
                  <a:lnTo>
                    <a:pt x="25763" y="1524"/>
                  </a:lnTo>
                  <a:lnTo>
                    <a:pt x="26116" y="1699"/>
                  </a:lnTo>
                  <a:lnTo>
                    <a:pt x="26271" y="2317"/>
                  </a:lnTo>
                  <a:lnTo>
                    <a:pt x="26681" y="2711"/>
                  </a:lnTo>
                  <a:lnTo>
                    <a:pt x="26808" y="3397"/>
                  </a:lnTo>
                  <a:lnTo>
                    <a:pt x="26533" y="3927"/>
                  </a:lnTo>
                  <a:lnTo>
                    <a:pt x="26073" y="4335"/>
                  </a:lnTo>
                  <a:lnTo>
                    <a:pt x="26493" y="4753"/>
                  </a:lnTo>
                  <a:lnTo>
                    <a:pt x="25842" y="5507"/>
                  </a:lnTo>
                  <a:lnTo>
                    <a:pt x="26545" y="5186"/>
                  </a:lnTo>
                  <a:lnTo>
                    <a:pt x="27548" y="4447"/>
                  </a:lnTo>
                  <a:lnTo>
                    <a:pt x="27495" y="3843"/>
                  </a:lnTo>
                  <a:lnTo>
                    <a:pt x="27325" y="3083"/>
                  </a:lnTo>
                  <a:lnTo>
                    <a:pt x="27046" y="2398"/>
                  </a:lnTo>
                  <a:lnTo>
                    <a:pt x="27174" y="1644"/>
                  </a:lnTo>
                  <a:lnTo>
                    <a:pt x="27738" y="1172"/>
                  </a:lnTo>
                  <a:lnTo>
                    <a:pt x="29219" y="935"/>
                  </a:lnTo>
                  <a:lnTo>
                    <a:pt x="28612" y="78"/>
                  </a:lnTo>
                  <a:lnTo>
                    <a:pt x="29152" y="0"/>
                  </a:lnTo>
                  <a:lnTo>
                    <a:pt x="29740" y="178"/>
                  </a:lnTo>
                  <a:lnTo>
                    <a:pt x="30604" y="845"/>
                  </a:lnTo>
                  <a:lnTo>
                    <a:pt x="31504" y="1369"/>
                  </a:lnTo>
                  <a:lnTo>
                    <a:pt x="32436" y="1784"/>
                  </a:lnTo>
                  <a:lnTo>
                    <a:pt x="31540" y="2615"/>
                  </a:lnTo>
                  <a:lnTo>
                    <a:pt x="30439" y="3191"/>
                  </a:lnTo>
                  <a:lnTo>
                    <a:pt x="30005" y="3819"/>
                  </a:lnTo>
                  <a:lnTo>
                    <a:pt x="28508" y="4716"/>
                  </a:lnTo>
                  <a:lnTo>
                    <a:pt x="28276" y="5056"/>
                  </a:lnTo>
                  <a:lnTo>
                    <a:pt x="27854" y="6425"/>
                  </a:lnTo>
                  <a:lnTo>
                    <a:pt x="27804" y="6816"/>
                  </a:lnTo>
                  <a:lnTo>
                    <a:pt x="27323" y="7537"/>
                  </a:lnTo>
                  <a:lnTo>
                    <a:pt x="26867" y="8338"/>
                  </a:lnTo>
                  <a:lnTo>
                    <a:pt x="26336" y="8649"/>
                  </a:lnTo>
                  <a:lnTo>
                    <a:pt x="25546" y="8895"/>
                  </a:lnTo>
                  <a:lnTo>
                    <a:pt x="25097" y="9141"/>
                  </a:lnTo>
                  <a:lnTo>
                    <a:pt x="24531" y="9017"/>
                  </a:lnTo>
                  <a:lnTo>
                    <a:pt x="23815" y="9037"/>
                  </a:lnTo>
                  <a:lnTo>
                    <a:pt x="23459" y="9309"/>
                  </a:lnTo>
                  <a:lnTo>
                    <a:pt x="23476" y="9519"/>
                  </a:lnTo>
                  <a:lnTo>
                    <a:pt x="23690" y="9760"/>
                  </a:lnTo>
                  <a:lnTo>
                    <a:pt x="24318" y="10127"/>
                  </a:lnTo>
                  <a:lnTo>
                    <a:pt x="25013" y="10460"/>
                  </a:lnTo>
                  <a:lnTo>
                    <a:pt x="24937" y="10752"/>
                  </a:lnTo>
                  <a:lnTo>
                    <a:pt x="24564" y="11082"/>
                  </a:lnTo>
                  <a:lnTo>
                    <a:pt x="22194" y="11902"/>
                  </a:lnTo>
                  <a:lnTo>
                    <a:pt x="21488" y="12397"/>
                  </a:lnTo>
                  <a:lnTo>
                    <a:pt x="21243" y="12724"/>
                  </a:lnTo>
                  <a:lnTo>
                    <a:pt x="21494" y="13272"/>
                  </a:lnTo>
                  <a:lnTo>
                    <a:pt x="23384" y="14913"/>
                  </a:lnTo>
                  <a:lnTo>
                    <a:pt x="23706" y="15092"/>
                  </a:lnTo>
                  <a:lnTo>
                    <a:pt x="23985" y="16047"/>
                  </a:lnTo>
                  <a:lnTo>
                    <a:pt x="25652" y="16446"/>
                  </a:lnTo>
                  <a:lnTo>
                    <a:pt x="26335" y="17043"/>
                  </a:lnTo>
                  <a:lnTo>
                    <a:pt x="26923" y="17186"/>
                  </a:lnTo>
                  <a:lnTo>
                    <a:pt x="28200" y="17135"/>
                  </a:lnTo>
                  <a:lnTo>
                    <a:pt x="28714" y="17359"/>
                  </a:lnTo>
                  <a:lnTo>
                    <a:pt x="29004" y="17189"/>
                  </a:lnTo>
                  <a:lnTo>
                    <a:pt x="29172" y="16874"/>
                  </a:lnTo>
                  <a:lnTo>
                    <a:pt x="30247" y="16063"/>
                  </a:lnTo>
                  <a:lnTo>
                    <a:pt x="30603" y="15709"/>
                  </a:lnTo>
                  <a:lnTo>
                    <a:pt x="30389" y="15216"/>
                  </a:lnTo>
                  <a:lnTo>
                    <a:pt x="30157" y="14840"/>
                  </a:lnTo>
                  <a:lnTo>
                    <a:pt x="30811" y="14093"/>
                  </a:lnTo>
                  <a:lnTo>
                    <a:pt x="31604" y="13356"/>
                  </a:lnTo>
                  <a:lnTo>
                    <a:pt x="32001" y="13377"/>
                  </a:lnTo>
                  <a:lnTo>
                    <a:pt x="32678" y="13829"/>
                  </a:lnTo>
                  <a:lnTo>
                    <a:pt x="33235" y="14460"/>
                  </a:lnTo>
                  <a:lnTo>
                    <a:pt x="33311" y="14949"/>
                  </a:lnTo>
                  <a:lnTo>
                    <a:pt x="33414" y="15303"/>
                  </a:lnTo>
                  <a:lnTo>
                    <a:pt x="33942" y="16060"/>
                  </a:lnTo>
                  <a:lnTo>
                    <a:pt x="34282" y="16322"/>
                  </a:lnTo>
                  <a:lnTo>
                    <a:pt x="35200" y="16473"/>
                  </a:lnTo>
                  <a:lnTo>
                    <a:pt x="35415" y="16770"/>
                  </a:lnTo>
                  <a:lnTo>
                    <a:pt x="35251" y="17868"/>
                  </a:lnTo>
                  <a:lnTo>
                    <a:pt x="35387" y="18232"/>
                  </a:lnTo>
                  <a:lnTo>
                    <a:pt x="36349" y="18251"/>
                  </a:lnTo>
                  <a:lnTo>
                    <a:pt x="37369" y="18162"/>
                  </a:lnTo>
                  <a:lnTo>
                    <a:pt x="37726" y="18204"/>
                  </a:lnTo>
                  <a:lnTo>
                    <a:pt x="38094" y="17974"/>
                  </a:lnTo>
                  <a:lnTo>
                    <a:pt x="38662" y="1772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4545702" y="2041914"/>
              <a:ext cx="9313" cy="5860"/>
            </a:xfrm>
            <a:custGeom>
              <a:avLst/>
              <a:pathLst>
                <a:path w="9313" h="5860">
                  <a:moveTo>
                    <a:pt x="8448" y="1145"/>
                  </a:moveTo>
                  <a:lnTo>
                    <a:pt x="7567" y="2818"/>
                  </a:lnTo>
                  <a:lnTo>
                    <a:pt x="6237" y="4214"/>
                  </a:lnTo>
                  <a:lnTo>
                    <a:pt x="5668" y="3779"/>
                  </a:lnTo>
                  <a:lnTo>
                    <a:pt x="5228" y="3800"/>
                  </a:lnTo>
                  <a:lnTo>
                    <a:pt x="4278" y="4334"/>
                  </a:lnTo>
                  <a:lnTo>
                    <a:pt x="3591" y="4427"/>
                  </a:lnTo>
                  <a:lnTo>
                    <a:pt x="2347" y="5380"/>
                  </a:lnTo>
                  <a:lnTo>
                    <a:pt x="1217" y="5860"/>
                  </a:lnTo>
                  <a:lnTo>
                    <a:pt x="429" y="5823"/>
                  </a:lnTo>
                  <a:lnTo>
                    <a:pt x="156" y="5727"/>
                  </a:lnTo>
                  <a:lnTo>
                    <a:pt x="0" y="5077"/>
                  </a:lnTo>
                  <a:lnTo>
                    <a:pt x="13" y="4821"/>
                  </a:lnTo>
                  <a:lnTo>
                    <a:pt x="491" y="4956"/>
                  </a:lnTo>
                  <a:lnTo>
                    <a:pt x="2239" y="4090"/>
                  </a:lnTo>
                  <a:lnTo>
                    <a:pt x="4423" y="2668"/>
                  </a:lnTo>
                  <a:lnTo>
                    <a:pt x="4631" y="2037"/>
                  </a:lnTo>
                  <a:lnTo>
                    <a:pt x="4280" y="1008"/>
                  </a:lnTo>
                  <a:lnTo>
                    <a:pt x="4376" y="775"/>
                  </a:lnTo>
                  <a:lnTo>
                    <a:pt x="5791" y="1303"/>
                  </a:lnTo>
                  <a:lnTo>
                    <a:pt x="7370" y="277"/>
                  </a:lnTo>
                  <a:lnTo>
                    <a:pt x="8693" y="0"/>
                  </a:lnTo>
                  <a:lnTo>
                    <a:pt x="9313" y="71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4439062" y="1863866"/>
              <a:ext cx="182422" cy="204565"/>
            </a:xfrm>
            <a:custGeom>
              <a:avLst/>
              <a:pathLst>
                <a:path w="182422" h="204565">
                  <a:moveTo>
                    <a:pt x="19784" y="12424"/>
                  </a:moveTo>
                  <a:lnTo>
                    <a:pt x="20311" y="12546"/>
                  </a:lnTo>
                  <a:lnTo>
                    <a:pt x="21708" y="11938"/>
                  </a:lnTo>
                  <a:lnTo>
                    <a:pt x="23343" y="12021"/>
                  </a:lnTo>
                  <a:lnTo>
                    <a:pt x="23950" y="12053"/>
                  </a:lnTo>
                  <a:lnTo>
                    <a:pt x="26111" y="9500"/>
                  </a:lnTo>
                  <a:lnTo>
                    <a:pt x="26767" y="8649"/>
                  </a:lnTo>
                  <a:lnTo>
                    <a:pt x="28057" y="8206"/>
                  </a:lnTo>
                  <a:lnTo>
                    <a:pt x="28781" y="7192"/>
                  </a:lnTo>
                  <a:lnTo>
                    <a:pt x="29944" y="5963"/>
                  </a:lnTo>
                  <a:lnTo>
                    <a:pt x="31364" y="4807"/>
                  </a:lnTo>
                  <a:lnTo>
                    <a:pt x="32667" y="3768"/>
                  </a:lnTo>
                  <a:lnTo>
                    <a:pt x="33667" y="3141"/>
                  </a:lnTo>
                  <a:lnTo>
                    <a:pt x="35474" y="1673"/>
                  </a:lnTo>
                  <a:lnTo>
                    <a:pt x="36604" y="1164"/>
                  </a:lnTo>
                  <a:lnTo>
                    <a:pt x="37584" y="1180"/>
                  </a:lnTo>
                  <a:lnTo>
                    <a:pt x="39052" y="2901"/>
                  </a:lnTo>
                  <a:lnTo>
                    <a:pt x="40288" y="4466"/>
                  </a:lnTo>
                  <a:lnTo>
                    <a:pt x="40671" y="5153"/>
                  </a:lnTo>
                  <a:lnTo>
                    <a:pt x="40056" y="5768"/>
                  </a:lnTo>
                  <a:lnTo>
                    <a:pt x="38910" y="6363"/>
                  </a:lnTo>
                  <a:lnTo>
                    <a:pt x="38691" y="6798"/>
                  </a:lnTo>
                  <a:lnTo>
                    <a:pt x="38610" y="7356"/>
                  </a:lnTo>
                  <a:lnTo>
                    <a:pt x="38656" y="7890"/>
                  </a:lnTo>
                  <a:lnTo>
                    <a:pt x="38810" y="8325"/>
                  </a:lnTo>
                  <a:lnTo>
                    <a:pt x="40216" y="9337"/>
                  </a:lnTo>
                  <a:lnTo>
                    <a:pt x="40376" y="9892"/>
                  </a:lnTo>
                  <a:lnTo>
                    <a:pt x="40386" y="10456"/>
                  </a:lnTo>
                  <a:lnTo>
                    <a:pt x="40225" y="10808"/>
                  </a:lnTo>
                  <a:lnTo>
                    <a:pt x="39912" y="11013"/>
                  </a:lnTo>
                  <a:lnTo>
                    <a:pt x="38934" y="11296"/>
                  </a:lnTo>
                  <a:lnTo>
                    <a:pt x="38097" y="11626"/>
                  </a:lnTo>
                  <a:lnTo>
                    <a:pt x="37806" y="11949"/>
                  </a:lnTo>
                  <a:lnTo>
                    <a:pt x="37554" y="12333"/>
                  </a:lnTo>
                  <a:lnTo>
                    <a:pt x="37590" y="12759"/>
                  </a:lnTo>
                  <a:lnTo>
                    <a:pt x="37843" y="13243"/>
                  </a:lnTo>
                  <a:lnTo>
                    <a:pt x="39559" y="14567"/>
                  </a:lnTo>
                  <a:lnTo>
                    <a:pt x="39753" y="15054"/>
                  </a:lnTo>
                  <a:lnTo>
                    <a:pt x="40095" y="15709"/>
                  </a:lnTo>
                  <a:lnTo>
                    <a:pt x="40514" y="16110"/>
                  </a:lnTo>
                  <a:lnTo>
                    <a:pt x="41230" y="16220"/>
                  </a:lnTo>
                  <a:lnTo>
                    <a:pt x="41572" y="16490"/>
                  </a:lnTo>
                  <a:lnTo>
                    <a:pt x="43230" y="18933"/>
                  </a:lnTo>
                  <a:lnTo>
                    <a:pt x="43636" y="19106"/>
                  </a:lnTo>
                  <a:lnTo>
                    <a:pt x="45573" y="18568"/>
                  </a:lnTo>
                  <a:lnTo>
                    <a:pt x="45842" y="18593"/>
                  </a:lnTo>
                  <a:lnTo>
                    <a:pt x="45860" y="19192"/>
                  </a:lnTo>
                  <a:lnTo>
                    <a:pt x="46150" y="22663"/>
                  </a:lnTo>
                  <a:lnTo>
                    <a:pt x="46375" y="24456"/>
                  </a:lnTo>
                  <a:lnTo>
                    <a:pt x="46705" y="26199"/>
                  </a:lnTo>
                  <a:lnTo>
                    <a:pt x="47229" y="27790"/>
                  </a:lnTo>
                  <a:lnTo>
                    <a:pt x="47850" y="29304"/>
                  </a:lnTo>
                  <a:lnTo>
                    <a:pt x="48703" y="30238"/>
                  </a:lnTo>
                  <a:lnTo>
                    <a:pt x="50607" y="31362"/>
                  </a:lnTo>
                  <a:lnTo>
                    <a:pt x="51531" y="31687"/>
                  </a:lnTo>
                  <a:lnTo>
                    <a:pt x="53961" y="31913"/>
                  </a:lnTo>
                  <a:lnTo>
                    <a:pt x="56361" y="32410"/>
                  </a:lnTo>
                  <a:lnTo>
                    <a:pt x="57779" y="32936"/>
                  </a:lnTo>
                  <a:lnTo>
                    <a:pt x="58212" y="33308"/>
                  </a:lnTo>
                  <a:lnTo>
                    <a:pt x="58570" y="33878"/>
                  </a:lnTo>
                  <a:lnTo>
                    <a:pt x="59741" y="36534"/>
                  </a:lnTo>
                  <a:lnTo>
                    <a:pt x="61589" y="38424"/>
                  </a:lnTo>
                  <a:lnTo>
                    <a:pt x="65319" y="41262"/>
                  </a:lnTo>
                  <a:lnTo>
                    <a:pt x="67127" y="42205"/>
                  </a:lnTo>
                  <a:lnTo>
                    <a:pt x="73214" y="43992"/>
                  </a:lnTo>
                  <a:lnTo>
                    <a:pt x="77265" y="43891"/>
                  </a:lnTo>
                  <a:lnTo>
                    <a:pt x="88466" y="40446"/>
                  </a:lnTo>
                  <a:lnTo>
                    <a:pt x="92190" y="39587"/>
                  </a:lnTo>
                  <a:lnTo>
                    <a:pt x="93588" y="39587"/>
                  </a:lnTo>
                  <a:lnTo>
                    <a:pt x="92755" y="40272"/>
                  </a:lnTo>
                  <a:lnTo>
                    <a:pt x="91355" y="40664"/>
                  </a:lnTo>
                  <a:lnTo>
                    <a:pt x="92200" y="41147"/>
                  </a:lnTo>
                  <a:lnTo>
                    <a:pt x="93501" y="41227"/>
                  </a:lnTo>
                  <a:lnTo>
                    <a:pt x="94105" y="41149"/>
                  </a:lnTo>
                  <a:lnTo>
                    <a:pt x="94541" y="40712"/>
                  </a:lnTo>
                  <a:lnTo>
                    <a:pt x="94613" y="39991"/>
                  </a:lnTo>
                  <a:lnTo>
                    <a:pt x="94550" y="39278"/>
                  </a:lnTo>
                  <a:lnTo>
                    <a:pt x="93933" y="36080"/>
                  </a:lnTo>
                  <a:lnTo>
                    <a:pt x="93576" y="33823"/>
                  </a:lnTo>
                  <a:lnTo>
                    <a:pt x="96200" y="33978"/>
                  </a:lnTo>
                  <a:lnTo>
                    <a:pt x="97224" y="33683"/>
                  </a:lnTo>
                  <a:lnTo>
                    <a:pt x="98727" y="32930"/>
                  </a:lnTo>
                  <a:lnTo>
                    <a:pt x="99865" y="32475"/>
                  </a:lnTo>
                  <a:lnTo>
                    <a:pt x="100439" y="32412"/>
                  </a:lnTo>
                  <a:lnTo>
                    <a:pt x="101005" y="32057"/>
                  </a:lnTo>
                  <a:lnTo>
                    <a:pt x="101438" y="31614"/>
                  </a:lnTo>
                  <a:lnTo>
                    <a:pt x="102416" y="28535"/>
                  </a:lnTo>
                  <a:lnTo>
                    <a:pt x="102903" y="27764"/>
                  </a:lnTo>
                  <a:lnTo>
                    <a:pt x="104564" y="26027"/>
                  </a:lnTo>
                  <a:lnTo>
                    <a:pt x="105974" y="24927"/>
                  </a:lnTo>
                  <a:lnTo>
                    <a:pt x="107452" y="23954"/>
                  </a:lnTo>
                  <a:lnTo>
                    <a:pt x="109321" y="23276"/>
                  </a:lnTo>
                  <a:lnTo>
                    <a:pt x="111808" y="23347"/>
                  </a:lnTo>
                  <a:lnTo>
                    <a:pt x="113785" y="23586"/>
                  </a:lnTo>
                  <a:lnTo>
                    <a:pt x="114929" y="23574"/>
                  </a:lnTo>
                  <a:lnTo>
                    <a:pt x="115474" y="23643"/>
                  </a:lnTo>
                  <a:lnTo>
                    <a:pt x="115883" y="23545"/>
                  </a:lnTo>
                  <a:lnTo>
                    <a:pt x="116119" y="23345"/>
                  </a:lnTo>
                  <a:lnTo>
                    <a:pt x="116376" y="22001"/>
                  </a:lnTo>
                  <a:lnTo>
                    <a:pt x="116780" y="21564"/>
                  </a:lnTo>
                  <a:lnTo>
                    <a:pt x="117478" y="21188"/>
                  </a:lnTo>
                  <a:lnTo>
                    <a:pt x="118456" y="21186"/>
                  </a:lnTo>
                  <a:lnTo>
                    <a:pt x="119647" y="21087"/>
                  </a:lnTo>
                  <a:lnTo>
                    <a:pt x="120638" y="21179"/>
                  </a:lnTo>
                  <a:lnTo>
                    <a:pt x="121887" y="21696"/>
                  </a:lnTo>
                  <a:lnTo>
                    <a:pt x="123517" y="21739"/>
                  </a:lnTo>
                  <a:lnTo>
                    <a:pt x="124601" y="21649"/>
                  </a:lnTo>
                  <a:lnTo>
                    <a:pt x="125231" y="22162"/>
                  </a:lnTo>
                  <a:lnTo>
                    <a:pt x="125685" y="22849"/>
                  </a:lnTo>
                  <a:lnTo>
                    <a:pt x="125906" y="23421"/>
                  </a:lnTo>
                  <a:lnTo>
                    <a:pt x="125956" y="24208"/>
                  </a:lnTo>
                  <a:lnTo>
                    <a:pt x="125946" y="24807"/>
                  </a:lnTo>
                  <a:lnTo>
                    <a:pt x="126116" y="25039"/>
                  </a:lnTo>
                  <a:lnTo>
                    <a:pt x="126780" y="25397"/>
                  </a:lnTo>
                  <a:lnTo>
                    <a:pt x="127699" y="25665"/>
                  </a:lnTo>
                  <a:lnTo>
                    <a:pt x="129492" y="25988"/>
                  </a:lnTo>
                  <a:lnTo>
                    <a:pt x="131173" y="26608"/>
                  </a:lnTo>
                  <a:lnTo>
                    <a:pt x="132047" y="27032"/>
                  </a:lnTo>
                  <a:lnTo>
                    <a:pt x="133260" y="27693"/>
                  </a:lnTo>
                  <a:lnTo>
                    <a:pt x="134706" y="29328"/>
                  </a:lnTo>
                  <a:lnTo>
                    <a:pt x="135241" y="29588"/>
                  </a:lnTo>
                  <a:lnTo>
                    <a:pt x="135890" y="29753"/>
                  </a:lnTo>
                  <a:lnTo>
                    <a:pt x="136353" y="29709"/>
                  </a:lnTo>
                  <a:lnTo>
                    <a:pt x="137439" y="29016"/>
                  </a:lnTo>
                  <a:lnTo>
                    <a:pt x="138382" y="29527"/>
                  </a:lnTo>
                  <a:lnTo>
                    <a:pt x="138861" y="29462"/>
                  </a:lnTo>
                  <a:lnTo>
                    <a:pt x="139945" y="29082"/>
                  </a:lnTo>
                  <a:lnTo>
                    <a:pt x="141098" y="29554"/>
                  </a:lnTo>
                  <a:lnTo>
                    <a:pt x="143970" y="31352"/>
                  </a:lnTo>
                  <a:lnTo>
                    <a:pt x="144285" y="31310"/>
                  </a:lnTo>
                  <a:lnTo>
                    <a:pt x="144547" y="31493"/>
                  </a:lnTo>
                  <a:lnTo>
                    <a:pt x="144785" y="31904"/>
                  </a:lnTo>
                  <a:lnTo>
                    <a:pt x="144953" y="32412"/>
                  </a:lnTo>
                  <a:lnTo>
                    <a:pt x="145167" y="33960"/>
                  </a:lnTo>
                  <a:lnTo>
                    <a:pt x="145996" y="35089"/>
                  </a:lnTo>
                  <a:lnTo>
                    <a:pt x="147011" y="36120"/>
                  </a:lnTo>
                  <a:lnTo>
                    <a:pt x="148193" y="36684"/>
                  </a:lnTo>
                  <a:lnTo>
                    <a:pt x="150666" y="38035"/>
                  </a:lnTo>
                  <a:lnTo>
                    <a:pt x="151747" y="39133"/>
                  </a:lnTo>
                  <a:lnTo>
                    <a:pt x="152840" y="40994"/>
                  </a:lnTo>
                  <a:lnTo>
                    <a:pt x="154187" y="43447"/>
                  </a:lnTo>
                  <a:lnTo>
                    <a:pt x="154381" y="43669"/>
                  </a:lnTo>
                  <a:lnTo>
                    <a:pt x="157850" y="43595"/>
                  </a:lnTo>
                  <a:lnTo>
                    <a:pt x="161745" y="43600"/>
                  </a:lnTo>
                  <a:lnTo>
                    <a:pt x="162221" y="44581"/>
                  </a:lnTo>
                  <a:lnTo>
                    <a:pt x="162130" y="46527"/>
                  </a:lnTo>
                  <a:lnTo>
                    <a:pt x="162270" y="48522"/>
                  </a:lnTo>
                  <a:lnTo>
                    <a:pt x="162619" y="49905"/>
                  </a:lnTo>
                  <a:lnTo>
                    <a:pt x="162623" y="51180"/>
                  </a:lnTo>
                  <a:lnTo>
                    <a:pt x="162341" y="51826"/>
                  </a:lnTo>
                  <a:lnTo>
                    <a:pt x="162122" y="52564"/>
                  </a:lnTo>
                  <a:lnTo>
                    <a:pt x="162060" y="52887"/>
                  </a:lnTo>
                  <a:lnTo>
                    <a:pt x="162561" y="53348"/>
                  </a:lnTo>
                  <a:lnTo>
                    <a:pt x="162999" y="54409"/>
                  </a:lnTo>
                  <a:lnTo>
                    <a:pt x="163061" y="55885"/>
                  </a:lnTo>
                  <a:lnTo>
                    <a:pt x="162842" y="56670"/>
                  </a:lnTo>
                  <a:lnTo>
                    <a:pt x="162873" y="57315"/>
                  </a:lnTo>
                  <a:lnTo>
                    <a:pt x="163092" y="57869"/>
                  </a:lnTo>
                  <a:lnTo>
                    <a:pt x="163280" y="58792"/>
                  </a:lnTo>
                  <a:lnTo>
                    <a:pt x="163248" y="59345"/>
                  </a:lnTo>
                  <a:lnTo>
                    <a:pt x="162936" y="59898"/>
                  </a:lnTo>
                  <a:lnTo>
                    <a:pt x="162748" y="60590"/>
                  </a:lnTo>
                  <a:lnTo>
                    <a:pt x="162498" y="61467"/>
                  </a:lnTo>
                  <a:lnTo>
                    <a:pt x="162404" y="62159"/>
                  </a:lnTo>
                  <a:lnTo>
                    <a:pt x="161934" y="62482"/>
                  </a:lnTo>
                  <a:lnTo>
                    <a:pt x="161559" y="62713"/>
                  </a:lnTo>
                  <a:lnTo>
                    <a:pt x="161622" y="63589"/>
                  </a:lnTo>
                  <a:lnTo>
                    <a:pt x="161810" y="64327"/>
                  </a:lnTo>
                  <a:lnTo>
                    <a:pt x="162029" y="65203"/>
                  </a:lnTo>
                  <a:lnTo>
                    <a:pt x="161778" y="65803"/>
                  </a:lnTo>
                  <a:lnTo>
                    <a:pt x="161622" y="66495"/>
                  </a:lnTo>
                  <a:lnTo>
                    <a:pt x="161278" y="67602"/>
                  </a:lnTo>
                  <a:lnTo>
                    <a:pt x="161371" y="68525"/>
                  </a:lnTo>
                  <a:lnTo>
                    <a:pt x="160996" y="69309"/>
                  </a:lnTo>
                  <a:lnTo>
                    <a:pt x="160526" y="70001"/>
                  </a:lnTo>
                  <a:lnTo>
                    <a:pt x="160214" y="70555"/>
                  </a:lnTo>
                  <a:lnTo>
                    <a:pt x="160151" y="71339"/>
                  </a:lnTo>
                  <a:lnTo>
                    <a:pt x="159807" y="71616"/>
                  </a:lnTo>
                  <a:lnTo>
                    <a:pt x="159150" y="72261"/>
                  </a:lnTo>
                  <a:lnTo>
                    <a:pt x="158743" y="72723"/>
                  </a:lnTo>
                  <a:lnTo>
                    <a:pt x="158148" y="72861"/>
                  </a:lnTo>
                  <a:lnTo>
                    <a:pt x="158024" y="73230"/>
                  </a:lnTo>
                  <a:lnTo>
                    <a:pt x="158117" y="73599"/>
                  </a:lnTo>
                  <a:lnTo>
                    <a:pt x="158367" y="73830"/>
                  </a:lnTo>
                  <a:lnTo>
                    <a:pt x="158758" y="74628"/>
                  </a:lnTo>
                  <a:lnTo>
                    <a:pt x="159567" y="76003"/>
                  </a:lnTo>
                  <a:lnTo>
                    <a:pt x="157233" y="76174"/>
                  </a:lnTo>
                  <a:lnTo>
                    <a:pt x="156547" y="77395"/>
                  </a:lnTo>
                  <a:lnTo>
                    <a:pt x="155748" y="79137"/>
                  </a:lnTo>
                  <a:lnTo>
                    <a:pt x="156139" y="82662"/>
                  </a:lnTo>
                  <a:lnTo>
                    <a:pt x="155750" y="84477"/>
                  </a:lnTo>
                  <a:lnTo>
                    <a:pt x="155985" y="85495"/>
                  </a:lnTo>
                  <a:lnTo>
                    <a:pt x="156581" y="86201"/>
                  </a:lnTo>
                  <a:lnTo>
                    <a:pt x="157345" y="86590"/>
                  </a:lnTo>
                  <a:lnTo>
                    <a:pt x="158782" y="86614"/>
                  </a:lnTo>
                  <a:lnTo>
                    <a:pt x="159733" y="86889"/>
                  </a:lnTo>
                  <a:lnTo>
                    <a:pt x="159828" y="87360"/>
                  </a:lnTo>
                  <a:lnTo>
                    <a:pt x="159282" y="88043"/>
                  </a:lnTo>
                  <a:lnTo>
                    <a:pt x="158408" y="89332"/>
                  </a:lnTo>
                  <a:lnTo>
                    <a:pt x="157946" y="89894"/>
                  </a:lnTo>
                  <a:lnTo>
                    <a:pt x="156456" y="92484"/>
                  </a:lnTo>
                  <a:lnTo>
                    <a:pt x="156469" y="93587"/>
                  </a:lnTo>
                  <a:lnTo>
                    <a:pt x="156607" y="94478"/>
                  </a:lnTo>
                  <a:lnTo>
                    <a:pt x="157250" y="97274"/>
                  </a:lnTo>
                  <a:lnTo>
                    <a:pt x="157874" y="99986"/>
                  </a:lnTo>
                  <a:lnTo>
                    <a:pt x="158998" y="104876"/>
                  </a:lnTo>
                  <a:lnTo>
                    <a:pt x="158979" y="106012"/>
                  </a:lnTo>
                  <a:lnTo>
                    <a:pt x="158626" y="108534"/>
                  </a:lnTo>
                  <a:lnTo>
                    <a:pt x="158603" y="110067"/>
                  </a:lnTo>
                  <a:lnTo>
                    <a:pt x="158762" y="112058"/>
                  </a:lnTo>
                  <a:lnTo>
                    <a:pt x="158642" y="113088"/>
                  </a:lnTo>
                  <a:lnTo>
                    <a:pt x="158917" y="115396"/>
                  </a:lnTo>
                  <a:lnTo>
                    <a:pt x="159233" y="115562"/>
                  </a:lnTo>
                  <a:lnTo>
                    <a:pt x="161661" y="116010"/>
                  </a:lnTo>
                  <a:lnTo>
                    <a:pt x="163891" y="116421"/>
                  </a:lnTo>
                  <a:lnTo>
                    <a:pt x="166859" y="116968"/>
                  </a:lnTo>
                  <a:lnTo>
                    <a:pt x="167757" y="118323"/>
                  </a:lnTo>
                  <a:lnTo>
                    <a:pt x="168317" y="121290"/>
                  </a:lnTo>
                  <a:lnTo>
                    <a:pt x="168284" y="123512"/>
                  </a:lnTo>
                  <a:lnTo>
                    <a:pt x="168032" y="124646"/>
                  </a:lnTo>
                  <a:lnTo>
                    <a:pt x="165906" y="127890"/>
                  </a:lnTo>
                  <a:lnTo>
                    <a:pt x="163751" y="131177"/>
                  </a:lnTo>
                  <a:lnTo>
                    <a:pt x="161598" y="134459"/>
                  </a:lnTo>
                  <a:lnTo>
                    <a:pt x="159131" y="138221"/>
                  </a:lnTo>
                  <a:lnTo>
                    <a:pt x="160937" y="140945"/>
                  </a:lnTo>
                  <a:lnTo>
                    <a:pt x="162053" y="142628"/>
                  </a:lnTo>
                  <a:lnTo>
                    <a:pt x="163625" y="145001"/>
                  </a:lnTo>
                  <a:lnTo>
                    <a:pt x="163825" y="145570"/>
                  </a:lnTo>
                  <a:lnTo>
                    <a:pt x="163810" y="146502"/>
                  </a:lnTo>
                  <a:lnTo>
                    <a:pt x="165425" y="150114"/>
                  </a:lnTo>
                  <a:lnTo>
                    <a:pt x="165994" y="151999"/>
                  </a:lnTo>
                  <a:lnTo>
                    <a:pt x="166508" y="153105"/>
                  </a:lnTo>
                  <a:lnTo>
                    <a:pt x="167785" y="154833"/>
                  </a:lnTo>
                  <a:lnTo>
                    <a:pt x="169032" y="156523"/>
                  </a:lnTo>
                  <a:lnTo>
                    <a:pt x="170386" y="157297"/>
                  </a:lnTo>
                  <a:lnTo>
                    <a:pt x="171309" y="157467"/>
                  </a:lnTo>
                  <a:lnTo>
                    <a:pt x="173414" y="158361"/>
                  </a:lnTo>
                  <a:lnTo>
                    <a:pt x="174179" y="159071"/>
                  </a:lnTo>
                  <a:lnTo>
                    <a:pt x="175415" y="160866"/>
                  </a:lnTo>
                  <a:lnTo>
                    <a:pt x="176863" y="160620"/>
                  </a:lnTo>
                  <a:lnTo>
                    <a:pt x="177164" y="160619"/>
                  </a:lnTo>
                  <a:lnTo>
                    <a:pt x="177245" y="160749"/>
                  </a:lnTo>
                  <a:lnTo>
                    <a:pt x="177288" y="161328"/>
                  </a:lnTo>
                  <a:lnTo>
                    <a:pt x="177073" y="164117"/>
                  </a:lnTo>
                  <a:lnTo>
                    <a:pt x="177476" y="166928"/>
                  </a:lnTo>
                  <a:lnTo>
                    <a:pt x="177756" y="171161"/>
                  </a:lnTo>
                  <a:lnTo>
                    <a:pt x="177651" y="171893"/>
                  </a:lnTo>
                  <a:lnTo>
                    <a:pt x="177305" y="173118"/>
                  </a:lnTo>
                  <a:lnTo>
                    <a:pt x="177288" y="173907"/>
                  </a:lnTo>
                  <a:lnTo>
                    <a:pt x="177196" y="174389"/>
                  </a:lnTo>
                  <a:lnTo>
                    <a:pt x="177293" y="174604"/>
                  </a:lnTo>
                  <a:lnTo>
                    <a:pt x="177753" y="174893"/>
                  </a:lnTo>
                  <a:lnTo>
                    <a:pt x="178735" y="175047"/>
                  </a:lnTo>
                  <a:lnTo>
                    <a:pt x="181113" y="174572"/>
                  </a:lnTo>
                  <a:lnTo>
                    <a:pt x="181390" y="174691"/>
                  </a:lnTo>
                  <a:lnTo>
                    <a:pt x="181959" y="175194"/>
                  </a:lnTo>
                  <a:lnTo>
                    <a:pt x="182388" y="175981"/>
                  </a:lnTo>
                  <a:lnTo>
                    <a:pt x="182422" y="176356"/>
                  </a:lnTo>
                  <a:lnTo>
                    <a:pt x="181825" y="177010"/>
                  </a:lnTo>
                  <a:lnTo>
                    <a:pt x="181725" y="178120"/>
                  </a:lnTo>
                  <a:lnTo>
                    <a:pt x="181904" y="179778"/>
                  </a:lnTo>
                  <a:lnTo>
                    <a:pt x="181821" y="179980"/>
                  </a:lnTo>
                  <a:lnTo>
                    <a:pt x="181296" y="180359"/>
                  </a:lnTo>
                  <a:lnTo>
                    <a:pt x="181125" y="182758"/>
                  </a:lnTo>
                  <a:lnTo>
                    <a:pt x="181028" y="182979"/>
                  </a:lnTo>
                  <a:lnTo>
                    <a:pt x="180414" y="183222"/>
                  </a:lnTo>
                  <a:lnTo>
                    <a:pt x="177516" y="183061"/>
                  </a:lnTo>
                  <a:lnTo>
                    <a:pt x="177184" y="183127"/>
                  </a:lnTo>
                  <a:lnTo>
                    <a:pt x="176095" y="183761"/>
                  </a:lnTo>
                  <a:lnTo>
                    <a:pt x="174230" y="184216"/>
                  </a:lnTo>
                  <a:lnTo>
                    <a:pt x="173717" y="184473"/>
                  </a:lnTo>
                  <a:lnTo>
                    <a:pt x="173029" y="185195"/>
                  </a:lnTo>
                  <a:lnTo>
                    <a:pt x="172531" y="186079"/>
                  </a:lnTo>
                  <a:lnTo>
                    <a:pt x="172436" y="186892"/>
                  </a:lnTo>
                  <a:lnTo>
                    <a:pt x="172339" y="187062"/>
                  </a:lnTo>
                  <a:lnTo>
                    <a:pt x="171266" y="186895"/>
                  </a:lnTo>
                  <a:lnTo>
                    <a:pt x="170917" y="187603"/>
                  </a:lnTo>
                  <a:lnTo>
                    <a:pt x="168843" y="188660"/>
                  </a:lnTo>
                  <a:lnTo>
                    <a:pt x="168583" y="188890"/>
                  </a:lnTo>
                  <a:lnTo>
                    <a:pt x="168276" y="189736"/>
                  </a:lnTo>
                  <a:lnTo>
                    <a:pt x="168000" y="192100"/>
                  </a:lnTo>
                  <a:lnTo>
                    <a:pt x="167751" y="194226"/>
                  </a:lnTo>
                  <a:lnTo>
                    <a:pt x="167592" y="194537"/>
                  </a:lnTo>
                  <a:lnTo>
                    <a:pt x="166939" y="195264"/>
                  </a:lnTo>
                  <a:lnTo>
                    <a:pt x="166875" y="195511"/>
                  </a:lnTo>
                  <a:lnTo>
                    <a:pt x="166965" y="196332"/>
                  </a:lnTo>
                  <a:lnTo>
                    <a:pt x="166669" y="197835"/>
                  </a:lnTo>
                  <a:lnTo>
                    <a:pt x="166436" y="201999"/>
                  </a:lnTo>
                  <a:lnTo>
                    <a:pt x="166175" y="203167"/>
                  </a:lnTo>
                  <a:lnTo>
                    <a:pt x="165657" y="203263"/>
                  </a:lnTo>
                  <a:lnTo>
                    <a:pt x="165252" y="203846"/>
                  </a:lnTo>
                  <a:lnTo>
                    <a:pt x="164513" y="204565"/>
                  </a:lnTo>
                  <a:lnTo>
                    <a:pt x="162912" y="204009"/>
                  </a:lnTo>
                  <a:lnTo>
                    <a:pt x="161641" y="203425"/>
                  </a:lnTo>
                  <a:lnTo>
                    <a:pt x="157433" y="202053"/>
                  </a:lnTo>
                  <a:lnTo>
                    <a:pt x="156972" y="201389"/>
                  </a:lnTo>
                  <a:lnTo>
                    <a:pt x="156711" y="200222"/>
                  </a:lnTo>
                  <a:lnTo>
                    <a:pt x="155983" y="199893"/>
                  </a:lnTo>
                  <a:lnTo>
                    <a:pt x="154939" y="201644"/>
                  </a:lnTo>
                  <a:lnTo>
                    <a:pt x="151386" y="200632"/>
                  </a:lnTo>
                  <a:lnTo>
                    <a:pt x="150179" y="200943"/>
                  </a:lnTo>
                  <a:lnTo>
                    <a:pt x="149434" y="200398"/>
                  </a:lnTo>
                  <a:lnTo>
                    <a:pt x="147520" y="200365"/>
                  </a:lnTo>
                  <a:lnTo>
                    <a:pt x="146006" y="199274"/>
                  </a:lnTo>
                  <a:lnTo>
                    <a:pt x="143842" y="200024"/>
                  </a:lnTo>
                  <a:lnTo>
                    <a:pt x="142128" y="200169"/>
                  </a:lnTo>
                  <a:lnTo>
                    <a:pt x="139779" y="198254"/>
                  </a:lnTo>
                  <a:lnTo>
                    <a:pt x="137253" y="197726"/>
                  </a:lnTo>
                  <a:lnTo>
                    <a:pt x="135204" y="197888"/>
                  </a:lnTo>
                  <a:lnTo>
                    <a:pt x="134151" y="197738"/>
                  </a:lnTo>
                  <a:lnTo>
                    <a:pt x="132442" y="197051"/>
                  </a:lnTo>
                  <a:lnTo>
                    <a:pt x="131631" y="196342"/>
                  </a:lnTo>
                  <a:lnTo>
                    <a:pt x="130302" y="196881"/>
                  </a:lnTo>
                  <a:lnTo>
                    <a:pt x="129700" y="195879"/>
                  </a:lnTo>
                  <a:lnTo>
                    <a:pt x="125935" y="194949"/>
                  </a:lnTo>
                  <a:lnTo>
                    <a:pt x="125239" y="193174"/>
                  </a:lnTo>
                  <a:lnTo>
                    <a:pt x="124715" y="191523"/>
                  </a:lnTo>
                  <a:lnTo>
                    <a:pt x="124675" y="189826"/>
                  </a:lnTo>
                  <a:lnTo>
                    <a:pt x="123757" y="186861"/>
                  </a:lnTo>
                  <a:lnTo>
                    <a:pt x="123451" y="182556"/>
                  </a:lnTo>
                  <a:lnTo>
                    <a:pt x="123111" y="180874"/>
                  </a:lnTo>
                  <a:lnTo>
                    <a:pt x="122602" y="179412"/>
                  </a:lnTo>
                  <a:lnTo>
                    <a:pt x="121923" y="178169"/>
                  </a:lnTo>
                  <a:lnTo>
                    <a:pt x="121000" y="176839"/>
                  </a:lnTo>
                  <a:lnTo>
                    <a:pt x="120198" y="176313"/>
                  </a:lnTo>
                  <a:lnTo>
                    <a:pt x="116679" y="175301"/>
                  </a:lnTo>
                  <a:lnTo>
                    <a:pt x="116000" y="175435"/>
                  </a:lnTo>
                  <a:lnTo>
                    <a:pt x="114426" y="176098"/>
                  </a:lnTo>
                  <a:lnTo>
                    <a:pt x="112752" y="177569"/>
                  </a:lnTo>
                  <a:lnTo>
                    <a:pt x="110001" y="178407"/>
                  </a:lnTo>
                  <a:lnTo>
                    <a:pt x="109445" y="179040"/>
                  </a:lnTo>
                  <a:lnTo>
                    <a:pt x="108754" y="180466"/>
                  </a:lnTo>
                  <a:lnTo>
                    <a:pt x="107860" y="181294"/>
                  </a:lnTo>
                  <a:lnTo>
                    <a:pt x="106631" y="181079"/>
                  </a:lnTo>
                  <a:lnTo>
                    <a:pt x="105311" y="181924"/>
                  </a:lnTo>
                  <a:lnTo>
                    <a:pt x="102863" y="184277"/>
                  </a:lnTo>
                  <a:lnTo>
                    <a:pt x="101571" y="184997"/>
                  </a:lnTo>
                  <a:lnTo>
                    <a:pt x="100489" y="184943"/>
                  </a:lnTo>
                  <a:lnTo>
                    <a:pt x="99327" y="183824"/>
                  </a:lnTo>
                  <a:lnTo>
                    <a:pt x="96725" y="182325"/>
                  </a:lnTo>
                  <a:lnTo>
                    <a:pt x="95044" y="181827"/>
                  </a:lnTo>
                  <a:lnTo>
                    <a:pt x="92709" y="182171"/>
                  </a:lnTo>
                  <a:lnTo>
                    <a:pt x="91604" y="181921"/>
                  </a:lnTo>
                  <a:lnTo>
                    <a:pt x="89725" y="180161"/>
                  </a:lnTo>
                  <a:lnTo>
                    <a:pt x="89231" y="178885"/>
                  </a:lnTo>
                  <a:lnTo>
                    <a:pt x="88160" y="178031"/>
                  </a:lnTo>
                  <a:lnTo>
                    <a:pt x="84761" y="176114"/>
                  </a:lnTo>
                  <a:lnTo>
                    <a:pt x="82009" y="173583"/>
                  </a:lnTo>
                  <a:lnTo>
                    <a:pt x="81504" y="172626"/>
                  </a:lnTo>
                  <a:lnTo>
                    <a:pt x="81167" y="171212"/>
                  </a:lnTo>
                  <a:lnTo>
                    <a:pt x="79968" y="169495"/>
                  </a:lnTo>
                  <a:lnTo>
                    <a:pt x="77282" y="168089"/>
                  </a:lnTo>
                  <a:lnTo>
                    <a:pt x="75757" y="166595"/>
                  </a:lnTo>
                  <a:lnTo>
                    <a:pt x="73971" y="166263"/>
                  </a:lnTo>
                  <a:lnTo>
                    <a:pt x="72309" y="166308"/>
                  </a:lnTo>
                  <a:lnTo>
                    <a:pt x="71578" y="166040"/>
                  </a:lnTo>
                  <a:lnTo>
                    <a:pt x="70911" y="165401"/>
                  </a:lnTo>
                  <a:lnTo>
                    <a:pt x="68644" y="162314"/>
                  </a:lnTo>
                  <a:lnTo>
                    <a:pt x="68617" y="161093"/>
                  </a:lnTo>
                  <a:lnTo>
                    <a:pt x="67220" y="158076"/>
                  </a:lnTo>
                  <a:lnTo>
                    <a:pt x="66893" y="157003"/>
                  </a:lnTo>
                  <a:lnTo>
                    <a:pt x="66592" y="154018"/>
                  </a:lnTo>
                  <a:lnTo>
                    <a:pt x="66206" y="153238"/>
                  </a:lnTo>
                  <a:lnTo>
                    <a:pt x="64747" y="152009"/>
                  </a:lnTo>
                  <a:lnTo>
                    <a:pt x="64520" y="151205"/>
                  </a:lnTo>
                  <a:lnTo>
                    <a:pt x="64830" y="150137"/>
                  </a:lnTo>
                  <a:lnTo>
                    <a:pt x="64830" y="149324"/>
                  </a:lnTo>
                  <a:lnTo>
                    <a:pt x="64071" y="148560"/>
                  </a:lnTo>
                  <a:lnTo>
                    <a:pt x="62932" y="148153"/>
                  </a:lnTo>
                  <a:lnTo>
                    <a:pt x="62657" y="147238"/>
                  </a:lnTo>
                  <a:lnTo>
                    <a:pt x="62864" y="145458"/>
                  </a:lnTo>
                  <a:lnTo>
                    <a:pt x="62690" y="144339"/>
                  </a:lnTo>
                  <a:lnTo>
                    <a:pt x="61687" y="142555"/>
                  </a:lnTo>
                  <a:lnTo>
                    <a:pt x="60205" y="140727"/>
                  </a:lnTo>
                  <a:lnTo>
                    <a:pt x="58722" y="138023"/>
                  </a:lnTo>
                  <a:lnTo>
                    <a:pt x="58143" y="137349"/>
                  </a:lnTo>
                  <a:lnTo>
                    <a:pt x="57764" y="135579"/>
                  </a:lnTo>
                  <a:lnTo>
                    <a:pt x="57222" y="133481"/>
                  </a:lnTo>
                  <a:lnTo>
                    <a:pt x="56385" y="133330"/>
                  </a:lnTo>
                  <a:lnTo>
                    <a:pt x="52333" y="135846"/>
                  </a:lnTo>
                  <a:lnTo>
                    <a:pt x="51152" y="134430"/>
                  </a:lnTo>
                  <a:lnTo>
                    <a:pt x="47597" y="131969"/>
                  </a:lnTo>
                  <a:lnTo>
                    <a:pt x="47350" y="131599"/>
                  </a:lnTo>
                  <a:lnTo>
                    <a:pt x="47102" y="131035"/>
                  </a:lnTo>
                  <a:lnTo>
                    <a:pt x="47547" y="130709"/>
                  </a:lnTo>
                  <a:lnTo>
                    <a:pt x="47994" y="130576"/>
                  </a:lnTo>
                  <a:lnTo>
                    <a:pt x="48884" y="131014"/>
                  </a:lnTo>
                  <a:lnTo>
                    <a:pt x="49423" y="130497"/>
                  </a:lnTo>
                  <a:lnTo>
                    <a:pt x="49208" y="129662"/>
                  </a:lnTo>
                  <a:lnTo>
                    <a:pt x="48317" y="129145"/>
                  </a:lnTo>
                  <a:lnTo>
                    <a:pt x="47102" y="129185"/>
                  </a:lnTo>
                  <a:lnTo>
                    <a:pt x="47435" y="129967"/>
                  </a:lnTo>
                  <a:lnTo>
                    <a:pt x="46296" y="130709"/>
                  </a:lnTo>
                  <a:lnTo>
                    <a:pt x="46054" y="131680"/>
                  </a:lnTo>
                  <a:lnTo>
                    <a:pt x="46220" y="132882"/>
                  </a:lnTo>
                  <a:lnTo>
                    <a:pt x="46319" y="134564"/>
                  </a:lnTo>
                  <a:lnTo>
                    <a:pt x="45855" y="135380"/>
                  </a:lnTo>
                  <a:lnTo>
                    <a:pt x="45498" y="135755"/>
                  </a:lnTo>
                  <a:lnTo>
                    <a:pt x="43970" y="135855"/>
                  </a:lnTo>
                  <a:lnTo>
                    <a:pt x="43257" y="136598"/>
                  </a:lnTo>
                  <a:lnTo>
                    <a:pt x="42793" y="136775"/>
                  </a:lnTo>
                  <a:lnTo>
                    <a:pt x="42150" y="136197"/>
                  </a:lnTo>
                  <a:lnTo>
                    <a:pt x="41734" y="135726"/>
                  </a:lnTo>
                  <a:lnTo>
                    <a:pt x="41394" y="134721"/>
                  </a:lnTo>
                  <a:lnTo>
                    <a:pt x="41290" y="134020"/>
                  </a:lnTo>
                  <a:lnTo>
                    <a:pt x="41420" y="133623"/>
                  </a:lnTo>
                  <a:lnTo>
                    <a:pt x="41243" y="133040"/>
                  </a:lnTo>
                  <a:lnTo>
                    <a:pt x="40755" y="132269"/>
                  </a:lnTo>
                  <a:lnTo>
                    <a:pt x="40261" y="131845"/>
                  </a:lnTo>
                  <a:lnTo>
                    <a:pt x="39763" y="131768"/>
                  </a:lnTo>
                  <a:lnTo>
                    <a:pt x="39349" y="131298"/>
                  </a:lnTo>
                  <a:lnTo>
                    <a:pt x="39019" y="130436"/>
                  </a:lnTo>
                  <a:lnTo>
                    <a:pt x="38248" y="129867"/>
                  </a:lnTo>
                  <a:lnTo>
                    <a:pt x="37764" y="129756"/>
                  </a:lnTo>
                  <a:lnTo>
                    <a:pt x="37750" y="127094"/>
                  </a:lnTo>
                  <a:lnTo>
                    <a:pt x="37736" y="124762"/>
                  </a:lnTo>
                  <a:lnTo>
                    <a:pt x="37724" y="122445"/>
                  </a:lnTo>
                  <a:lnTo>
                    <a:pt x="36074" y="122352"/>
                  </a:lnTo>
                  <a:lnTo>
                    <a:pt x="34591" y="122269"/>
                  </a:lnTo>
                  <a:lnTo>
                    <a:pt x="34591" y="120329"/>
                  </a:lnTo>
                  <a:lnTo>
                    <a:pt x="34591" y="116715"/>
                  </a:lnTo>
                  <a:lnTo>
                    <a:pt x="35295" y="113914"/>
                  </a:lnTo>
                  <a:lnTo>
                    <a:pt x="36014" y="111222"/>
                  </a:lnTo>
                  <a:lnTo>
                    <a:pt x="34922" y="109241"/>
                  </a:lnTo>
                  <a:lnTo>
                    <a:pt x="33758" y="107127"/>
                  </a:lnTo>
                  <a:lnTo>
                    <a:pt x="33005" y="106251"/>
                  </a:lnTo>
                  <a:lnTo>
                    <a:pt x="32118" y="103611"/>
                  </a:lnTo>
                  <a:lnTo>
                    <a:pt x="31675" y="102444"/>
                  </a:lnTo>
                  <a:lnTo>
                    <a:pt x="31282" y="102001"/>
                  </a:lnTo>
                  <a:lnTo>
                    <a:pt x="30860" y="101743"/>
                  </a:lnTo>
                  <a:lnTo>
                    <a:pt x="29310" y="101846"/>
                  </a:lnTo>
                  <a:lnTo>
                    <a:pt x="27865" y="100426"/>
                  </a:lnTo>
                  <a:lnTo>
                    <a:pt x="26166" y="98758"/>
                  </a:lnTo>
                  <a:lnTo>
                    <a:pt x="24093" y="96723"/>
                  </a:lnTo>
                  <a:lnTo>
                    <a:pt x="22268" y="95393"/>
                  </a:lnTo>
                  <a:lnTo>
                    <a:pt x="21523" y="95101"/>
                  </a:lnTo>
                  <a:lnTo>
                    <a:pt x="19768" y="94997"/>
                  </a:lnTo>
                  <a:lnTo>
                    <a:pt x="19582" y="94743"/>
                  </a:lnTo>
                  <a:lnTo>
                    <a:pt x="19462" y="94013"/>
                  </a:lnTo>
                  <a:lnTo>
                    <a:pt x="19465" y="93200"/>
                  </a:lnTo>
                  <a:lnTo>
                    <a:pt x="20036" y="91974"/>
                  </a:lnTo>
                  <a:lnTo>
                    <a:pt x="20082" y="91204"/>
                  </a:lnTo>
                  <a:lnTo>
                    <a:pt x="18890" y="88608"/>
                  </a:lnTo>
                  <a:lnTo>
                    <a:pt x="18522" y="87849"/>
                  </a:lnTo>
                  <a:lnTo>
                    <a:pt x="17502" y="87544"/>
                  </a:lnTo>
                  <a:lnTo>
                    <a:pt x="17705" y="86796"/>
                  </a:lnTo>
                  <a:lnTo>
                    <a:pt x="17705" y="86295"/>
                  </a:lnTo>
                  <a:lnTo>
                    <a:pt x="17560" y="85902"/>
                  </a:lnTo>
                  <a:lnTo>
                    <a:pt x="17325" y="85712"/>
                  </a:lnTo>
                  <a:lnTo>
                    <a:pt x="17025" y="85692"/>
                  </a:lnTo>
                  <a:lnTo>
                    <a:pt x="16225" y="85998"/>
                  </a:lnTo>
                  <a:lnTo>
                    <a:pt x="15614" y="84829"/>
                  </a:lnTo>
                  <a:lnTo>
                    <a:pt x="13718" y="81498"/>
                  </a:lnTo>
                  <a:lnTo>
                    <a:pt x="13110" y="81093"/>
                  </a:lnTo>
                  <a:lnTo>
                    <a:pt x="12997" y="80865"/>
                  </a:lnTo>
                  <a:lnTo>
                    <a:pt x="13461" y="79844"/>
                  </a:lnTo>
                  <a:lnTo>
                    <a:pt x="14242" y="78331"/>
                  </a:lnTo>
                  <a:lnTo>
                    <a:pt x="14375" y="77452"/>
                  </a:lnTo>
                  <a:lnTo>
                    <a:pt x="14225" y="76488"/>
                  </a:lnTo>
                  <a:lnTo>
                    <a:pt x="13380" y="74668"/>
                  </a:lnTo>
                  <a:lnTo>
                    <a:pt x="13586" y="73898"/>
                  </a:lnTo>
                  <a:lnTo>
                    <a:pt x="13950" y="73012"/>
                  </a:lnTo>
                  <a:lnTo>
                    <a:pt x="13978" y="72347"/>
                  </a:lnTo>
                  <a:lnTo>
                    <a:pt x="14546" y="72445"/>
                  </a:lnTo>
                  <a:lnTo>
                    <a:pt x="15272" y="72455"/>
                  </a:lnTo>
                  <a:lnTo>
                    <a:pt x="15499" y="71913"/>
                  </a:lnTo>
                  <a:lnTo>
                    <a:pt x="15485" y="70015"/>
                  </a:lnTo>
                  <a:lnTo>
                    <a:pt x="15656" y="69322"/>
                  </a:lnTo>
                  <a:lnTo>
                    <a:pt x="17953" y="66113"/>
                  </a:lnTo>
                  <a:lnTo>
                    <a:pt x="19097" y="65392"/>
                  </a:lnTo>
                  <a:lnTo>
                    <a:pt x="19967" y="64730"/>
                  </a:lnTo>
                  <a:lnTo>
                    <a:pt x="20165" y="63767"/>
                  </a:lnTo>
                  <a:lnTo>
                    <a:pt x="19985" y="63271"/>
                  </a:lnTo>
                  <a:lnTo>
                    <a:pt x="19815" y="62546"/>
                  </a:lnTo>
                  <a:lnTo>
                    <a:pt x="19762" y="62024"/>
                  </a:lnTo>
                  <a:lnTo>
                    <a:pt x="18802" y="60586"/>
                  </a:lnTo>
                  <a:lnTo>
                    <a:pt x="18468" y="59860"/>
                  </a:lnTo>
                  <a:lnTo>
                    <a:pt x="18428" y="59200"/>
                  </a:lnTo>
                  <a:lnTo>
                    <a:pt x="18654" y="58029"/>
                  </a:lnTo>
                  <a:lnTo>
                    <a:pt x="19055" y="57122"/>
                  </a:lnTo>
                  <a:lnTo>
                    <a:pt x="20413" y="56589"/>
                  </a:lnTo>
                  <a:lnTo>
                    <a:pt x="21185" y="56132"/>
                  </a:lnTo>
                  <a:lnTo>
                    <a:pt x="21288" y="55726"/>
                  </a:lnTo>
                  <a:lnTo>
                    <a:pt x="20286" y="55066"/>
                  </a:lnTo>
                  <a:lnTo>
                    <a:pt x="18147" y="54859"/>
                  </a:lnTo>
                  <a:lnTo>
                    <a:pt x="16585" y="55048"/>
                  </a:lnTo>
                  <a:lnTo>
                    <a:pt x="16085" y="54841"/>
                  </a:lnTo>
                  <a:lnTo>
                    <a:pt x="15343" y="53562"/>
                  </a:lnTo>
                  <a:lnTo>
                    <a:pt x="14554" y="52881"/>
                  </a:lnTo>
                  <a:lnTo>
                    <a:pt x="13817" y="52444"/>
                  </a:lnTo>
                  <a:lnTo>
                    <a:pt x="13098" y="52524"/>
                  </a:lnTo>
                  <a:lnTo>
                    <a:pt x="12662" y="52349"/>
                  </a:lnTo>
                  <a:lnTo>
                    <a:pt x="12560" y="51801"/>
                  </a:lnTo>
                  <a:lnTo>
                    <a:pt x="11522" y="47598"/>
                  </a:lnTo>
                  <a:lnTo>
                    <a:pt x="11194" y="47023"/>
                  </a:lnTo>
                  <a:lnTo>
                    <a:pt x="10709" y="46881"/>
                  </a:lnTo>
                  <a:lnTo>
                    <a:pt x="10304" y="46854"/>
                  </a:lnTo>
                  <a:lnTo>
                    <a:pt x="10033" y="46565"/>
                  </a:lnTo>
                  <a:lnTo>
                    <a:pt x="9743" y="45985"/>
                  </a:lnTo>
                  <a:lnTo>
                    <a:pt x="9534" y="45225"/>
                  </a:lnTo>
                  <a:lnTo>
                    <a:pt x="9519" y="44228"/>
                  </a:lnTo>
                  <a:lnTo>
                    <a:pt x="9562" y="43373"/>
                  </a:lnTo>
                  <a:lnTo>
                    <a:pt x="9422" y="42822"/>
                  </a:lnTo>
                  <a:lnTo>
                    <a:pt x="9065" y="42274"/>
                  </a:lnTo>
                  <a:lnTo>
                    <a:pt x="8558" y="41880"/>
                  </a:lnTo>
                  <a:lnTo>
                    <a:pt x="8113" y="41414"/>
                  </a:lnTo>
                  <a:lnTo>
                    <a:pt x="7333" y="37724"/>
                  </a:lnTo>
                  <a:lnTo>
                    <a:pt x="7018" y="36628"/>
                  </a:lnTo>
                  <a:lnTo>
                    <a:pt x="7033" y="36434"/>
                  </a:lnTo>
                  <a:lnTo>
                    <a:pt x="6954" y="35587"/>
                  </a:lnTo>
                  <a:lnTo>
                    <a:pt x="7318" y="34852"/>
                  </a:lnTo>
                  <a:lnTo>
                    <a:pt x="7293" y="34565"/>
                  </a:lnTo>
                  <a:lnTo>
                    <a:pt x="6545" y="33634"/>
                  </a:lnTo>
                  <a:lnTo>
                    <a:pt x="5495" y="32705"/>
                  </a:lnTo>
                  <a:lnTo>
                    <a:pt x="5210" y="32542"/>
                  </a:lnTo>
                  <a:lnTo>
                    <a:pt x="5202" y="31552"/>
                  </a:lnTo>
                  <a:lnTo>
                    <a:pt x="5240" y="30801"/>
                  </a:lnTo>
                  <a:lnTo>
                    <a:pt x="5146" y="30126"/>
                  </a:lnTo>
                  <a:lnTo>
                    <a:pt x="4946" y="29740"/>
                  </a:lnTo>
                  <a:lnTo>
                    <a:pt x="4939" y="29435"/>
                  </a:lnTo>
                  <a:lnTo>
                    <a:pt x="5361" y="28707"/>
                  </a:lnTo>
                  <a:lnTo>
                    <a:pt x="5089" y="28229"/>
                  </a:lnTo>
                  <a:lnTo>
                    <a:pt x="3543" y="27049"/>
                  </a:lnTo>
                  <a:lnTo>
                    <a:pt x="2961" y="26456"/>
                  </a:lnTo>
                  <a:lnTo>
                    <a:pt x="1889" y="26338"/>
                  </a:lnTo>
                  <a:lnTo>
                    <a:pt x="1779" y="25950"/>
                  </a:lnTo>
                  <a:lnTo>
                    <a:pt x="1945" y="25125"/>
                  </a:lnTo>
                  <a:lnTo>
                    <a:pt x="2315" y="24126"/>
                  </a:lnTo>
                  <a:lnTo>
                    <a:pt x="2896" y="23143"/>
                  </a:lnTo>
                  <a:lnTo>
                    <a:pt x="3081" y="22624"/>
                  </a:lnTo>
                  <a:lnTo>
                    <a:pt x="3306" y="21742"/>
                  </a:lnTo>
                  <a:lnTo>
                    <a:pt x="3383" y="21116"/>
                  </a:lnTo>
                  <a:lnTo>
                    <a:pt x="4033" y="20235"/>
                  </a:lnTo>
                  <a:lnTo>
                    <a:pt x="4036" y="20005"/>
                  </a:lnTo>
                  <a:lnTo>
                    <a:pt x="3856" y="19691"/>
                  </a:lnTo>
                  <a:lnTo>
                    <a:pt x="3335" y="19512"/>
                  </a:lnTo>
                  <a:lnTo>
                    <a:pt x="2804" y="19441"/>
                  </a:lnTo>
                  <a:lnTo>
                    <a:pt x="2604" y="19279"/>
                  </a:lnTo>
                  <a:lnTo>
                    <a:pt x="2531" y="18807"/>
                  </a:lnTo>
                  <a:lnTo>
                    <a:pt x="2598" y="16887"/>
                  </a:lnTo>
                  <a:lnTo>
                    <a:pt x="2430" y="15731"/>
                  </a:lnTo>
                  <a:lnTo>
                    <a:pt x="2211" y="14895"/>
                  </a:lnTo>
                  <a:lnTo>
                    <a:pt x="2350" y="13006"/>
                  </a:lnTo>
                  <a:lnTo>
                    <a:pt x="1979" y="12627"/>
                  </a:lnTo>
                  <a:lnTo>
                    <a:pt x="1396" y="11635"/>
                  </a:lnTo>
                  <a:lnTo>
                    <a:pt x="1147" y="10798"/>
                  </a:lnTo>
                  <a:lnTo>
                    <a:pt x="1282" y="10486"/>
                  </a:lnTo>
                  <a:lnTo>
                    <a:pt x="1406" y="9935"/>
                  </a:lnTo>
                  <a:lnTo>
                    <a:pt x="1488" y="9212"/>
                  </a:lnTo>
                  <a:lnTo>
                    <a:pt x="1464" y="8699"/>
                  </a:lnTo>
                  <a:lnTo>
                    <a:pt x="927" y="8200"/>
                  </a:lnTo>
                  <a:lnTo>
                    <a:pt x="528" y="7674"/>
                  </a:lnTo>
                  <a:lnTo>
                    <a:pt x="483" y="7093"/>
                  </a:lnTo>
                  <a:lnTo>
                    <a:pt x="324" y="6384"/>
                  </a:lnTo>
                  <a:lnTo>
                    <a:pt x="99" y="5823"/>
                  </a:lnTo>
                  <a:lnTo>
                    <a:pt x="0" y="5455"/>
                  </a:lnTo>
                  <a:lnTo>
                    <a:pt x="195" y="5238"/>
                  </a:lnTo>
                  <a:lnTo>
                    <a:pt x="953" y="5067"/>
                  </a:lnTo>
                  <a:lnTo>
                    <a:pt x="2054" y="5185"/>
                  </a:lnTo>
                  <a:lnTo>
                    <a:pt x="2953" y="5195"/>
                  </a:lnTo>
                  <a:lnTo>
                    <a:pt x="3463" y="4832"/>
                  </a:lnTo>
                  <a:lnTo>
                    <a:pt x="4093" y="1419"/>
                  </a:lnTo>
                  <a:lnTo>
                    <a:pt x="4668" y="520"/>
                  </a:lnTo>
                  <a:lnTo>
                    <a:pt x="5334" y="0"/>
                  </a:lnTo>
                  <a:lnTo>
                    <a:pt x="6639" y="1210"/>
                  </a:lnTo>
                  <a:lnTo>
                    <a:pt x="7179" y="1638"/>
                  </a:lnTo>
                  <a:lnTo>
                    <a:pt x="7511" y="1647"/>
                  </a:lnTo>
                  <a:lnTo>
                    <a:pt x="7710" y="1945"/>
                  </a:lnTo>
                  <a:lnTo>
                    <a:pt x="9242" y="4812"/>
                  </a:lnTo>
                  <a:lnTo>
                    <a:pt x="9919" y="5658"/>
                  </a:lnTo>
                  <a:lnTo>
                    <a:pt x="10310" y="6373"/>
                  </a:lnTo>
                  <a:lnTo>
                    <a:pt x="10576" y="7172"/>
                  </a:lnTo>
                  <a:lnTo>
                    <a:pt x="11044" y="7712"/>
                  </a:lnTo>
                  <a:lnTo>
                    <a:pt x="11662" y="8004"/>
                  </a:lnTo>
                  <a:lnTo>
                    <a:pt x="12415" y="8778"/>
                  </a:lnTo>
                  <a:lnTo>
                    <a:pt x="12923" y="9382"/>
                  </a:lnTo>
                  <a:lnTo>
                    <a:pt x="13779" y="10632"/>
                  </a:lnTo>
                  <a:lnTo>
                    <a:pt x="14680" y="11099"/>
                  </a:lnTo>
                  <a:lnTo>
                    <a:pt x="17962" y="1200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4389396" y="1897294"/>
              <a:ext cx="92459" cy="115881"/>
            </a:xfrm>
            <a:custGeom>
              <a:avLst/>
              <a:pathLst>
                <a:path w="92459" h="115881">
                  <a:moveTo>
                    <a:pt x="56688" y="3303"/>
                  </a:moveTo>
                  <a:lnTo>
                    <a:pt x="57000" y="4296"/>
                  </a:lnTo>
                  <a:lnTo>
                    <a:pt x="57780" y="7985"/>
                  </a:lnTo>
                  <a:lnTo>
                    <a:pt x="58224" y="8451"/>
                  </a:lnTo>
                  <a:lnTo>
                    <a:pt x="58731" y="8845"/>
                  </a:lnTo>
                  <a:lnTo>
                    <a:pt x="59089" y="9393"/>
                  </a:lnTo>
                  <a:lnTo>
                    <a:pt x="59228" y="9944"/>
                  </a:lnTo>
                  <a:lnTo>
                    <a:pt x="59185" y="10800"/>
                  </a:lnTo>
                  <a:lnTo>
                    <a:pt x="59201" y="11797"/>
                  </a:lnTo>
                  <a:lnTo>
                    <a:pt x="59409" y="12556"/>
                  </a:lnTo>
                  <a:lnTo>
                    <a:pt x="59700" y="13136"/>
                  </a:lnTo>
                  <a:lnTo>
                    <a:pt x="59970" y="13426"/>
                  </a:lnTo>
                  <a:lnTo>
                    <a:pt x="60376" y="13452"/>
                  </a:lnTo>
                  <a:lnTo>
                    <a:pt x="60861" y="13595"/>
                  </a:lnTo>
                  <a:lnTo>
                    <a:pt x="61188" y="14169"/>
                  </a:lnTo>
                  <a:lnTo>
                    <a:pt x="62226" y="18372"/>
                  </a:lnTo>
                  <a:lnTo>
                    <a:pt x="62328" y="18920"/>
                  </a:lnTo>
                  <a:lnTo>
                    <a:pt x="62764" y="19095"/>
                  </a:lnTo>
                  <a:lnTo>
                    <a:pt x="63484" y="19015"/>
                  </a:lnTo>
                  <a:lnTo>
                    <a:pt x="64220" y="19452"/>
                  </a:lnTo>
                  <a:lnTo>
                    <a:pt x="65009" y="20133"/>
                  </a:lnTo>
                  <a:lnTo>
                    <a:pt x="65751" y="21412"/>
                  </a:lnTo>
                  <a:lnTo>
                    <a:pt x="66252" y="21619"/>
                  </a:lnTo>
                  <a:lnTo>
                    <a:pt x="67813" y="21430"/>
                  </a:lnTo>
                  <a:lnTo>
                    <a:pt x="69952" y="21637"/>
                  </a:lnTo>
                  <a:lnTo>
                    <a:pt x="70955" y="22297"/>
                  </a:lnTo>
                  <a:lnTo>
                    <a:pt x="70851" y="22703"/>
                  </a:lnTo>
                  <a:lnTo>
                    <a:pt x="70080" y="23160"/>
                  </a:lnTo>
                  <a:lnTo>
                    <a:pt x="68721" y="23693"/>
                  </a:lnTo>
                  <a:lnTo>
                    <a:pt x="68321" y="24600"/>
                  </a:lnTo>
                  <a:lnTo>
                    <a:pt x="68094" y="25771"/>
                  </a:lnTo>
                  <a:lnTo>
                    <a:pt x="68135" y="26432"/>
                  </a:lnTo>
                  <a:lnTo>
                    <a:pt x="68468" y="27157"/>
                  </a:lnTo>
                  <a:lnTo>
                    <a:pt x="69428" y="28595"/>
                  </a:lnTo>
                  <a:lnTo>
                    <a:pt x="69482" y="29117"/>
                  </a:lnTo>
                  <a:lnTo>
                    <a:pt x="69652" y="29842"/>
                  </a:lnTo>
                  <a:lnTo>
                    <a:pt x="69831" y="30338"/>
                  </a:lnTo>
                  <a:lnTo>
                    <a:pt x="69633" y="31302"/>
                  </a:lnTo>
                  <a:lnTo>
                    <a:pt x="68763" y="31964"/>
                  </a:lnTo>
                  <a:lnTo>
                    <a:pt x="67619" y="32684"/>
                  </a:lnTo>
                  <a:lnTo>
                    <a:pt x="65322" y="35893"/>
                  </a:lnTo>
                  <a:lnTo>
                    <a:pt x="65152" y="36586"/>
                  </a:lnTo>
                  <a:lnTo>
                    <a:pt x="65165" y="38484"/>
                  </a:lnTo>
                  <a:lnTo>
                    <a:pt x="64938" y="39026"/>
                  </a:lnTo>
                  <a:lnTo>
                    <a:pt x="64213" y="39017"/>
                  </a:lnTo>
                  <a:lnTo>
                    <a:pt x="63645" y="38918"/>
                  </a:lnTo>
                  <a:lnTo>
                    <a:pt x="63616" y="39583"/>
                  </a:lnTo>
                  <a:lnTo>
                    <a:pt x="63253" y="40469"/>
                  </a:lnTo>
                  <a:lnTo>
                    <a:pt x="63047" y="41240"/>
                  </a:lnTo>
                  <a:lnTo>
                    <a:pt x="63891" y="43059"/>
                  </a:lnTo>
                  <a:lnTo>
                    <a:pt x="64042" y="44024"/>
                  </a:lnTo>
                  <a:lnTo>
                    <a:pt x="63908" y="44902"/>
                  </a:lnTo>
                  <a:lnTo>
                    <a:pt x="63127" y="46416"/>
                  </a:lnTo>
                  <a:lnTo>
                    <a:pt x="62663" y="47437"/>
                  </a:lnTo>
                  <a:lnTo>
                    <a:pt x="62776" y="47665"/>
                  </a:lnTo>
                  <a:lnTo>
                    <a:pt x="63384" y="48069"/>
                  </a:lnTo>
                  <a:lnTo>
                    <a:pt x="65281" y="51400"/>
                  </a:lnTo>
                  <a:lnTo>
                    <a:pt x="65892" y="52570"/>
                  </a:lnTo>
                  <a:lnTo>
                    <a:pt x="66692" y="52263"/>
                  </a:lnTo>
                  <a:lnTo>
                    <a:pt x="66991" y="52284"/>
                  </a:lnTo>
                  <a:lnTo>
                    <a:pt x="67227" y="52473"/>
                  </a:lnTo>
                  <a:lnTo>
                    <a:pt x="67372" y="52867"/>
                  </a:lnTo>
                  <a:lnTo>
                    <a:pt x="67372" y="53367"/>
                  </a:lnTo>
                  <a:lnTo>
                    <a:pt x="67168" y="54116"/>
                  </a:lnTo>
                  <a:lnTo>
                    <a:pt x="68188" y="54421"/>
                  </a:lnTo>
                  <a:lnTo>
                    <a:pt x="68556" y="55179"/>
                  </a:lnTo>
                  <a:lnTo>
                    <a:pt x="69748" y="57775"/>
                  </a:lnTo>
                  <a:lnTo>
                    <a:pt x="69703" y="58545"/>
                  </a:lnTo>
                  <a:lnTo>
                    <a:pt x="69132" y="59771"/>
                  </a:lnTo>
                  <a:lnTo>
                    <a:pt x="69129" y="60584"/>
                  </a:lnTo>
                  <a:lnTo>
                    <a:pt x="69248" y="61314"/>
                  </a:lnTo>
                  <a:lnTo>
                    <a:pt x="69435" y="61568"/>
                  </a:lnTo>
                  <a:lnTo>
                    <a:pt x="71189" y="61672"/>
                  </a:lnTo>
                  <a:lnTo>
                    <a:pt x="71935" y="61965"/>
                  </a:lnTo>
                  <a:lnTo>
                    <a:pt x="73760" y="63294"/>
                  </a:lnTo>
                  <a:lnTo>
                    <a:pt x="75833" y="65330"/>
                  </a:lnTo>
                  <a:lnTo>
                    <a:pt x="77531" y="66998"/>
                  </a:lnTo>
                  <a:lnTo>
                    <a:pt x="78977" y="68418"/>
                  </a:lnTo>
                  <a:lnTo>
                    <a:pt x="80526" y="68314"/>
                  </a:lnTo>
                  <a:lnTo>
                    <a:pt x="80948" y="68572"/>
                  </a:lnTo>
                  <a:lnTo>
                    <a:pt x="81341" y="69016"/>
                  </a:lnTo>
                  <a:lnTo>
                    <a:pt x="81785" y="70182"/>
                  </a:lnTo>
                  <a:lnTo>
                    <a:pt x="82672" y="72822"/>
                  </a:lnTo>
                  <a:lnTo>
                    <a:pt x="83425" y="73699"/>
                  </a:lnTo>
                  <a:lnTo>
                    <a:pt x="84589" y="75813"/>
                  </a:lnTo>
                  <a:lnTo>
                    <a:pt x="85681" y="77793"/>
                  </a:lnTo>
                  <a:lnTo>
                    <a:pt x="84961" y="80486"/>
                  </a:lnTo>
                  <a:lnTo>
                    <a:pt x="84257" y="83286"/>
                  </a:lnTo>
                  <a:lnTo>
                    <a:pt x="84257" y="86900"/>
                  </a:lnTo>
                  <a:lnTo>
                    <a:pt x="84257" y="88840"/>
                  </a:lnTo>
                  <a:lnTo>
                    <a:pt x="85741" y="88923"/>
                  </a:lnTo>
                  <a:lnTo>
                    <a:pt x="87390" y="89016"/>
                  </a:lnTo>
                  <a:lnTo>
                    <a:pt x="87403" y="91334"/>
                  </a:lnTo>
                  <a:lnTo>
                    <a:pt x="87417" y="93665"/>
                  </a:lnTo>
                  <a:lnTo>
                    <a:pt x="87431" y="96327"/>
                  </a:lnTo>
                  <a:lnTo>
                    <a:pt x="87915" y="96438"/>
                  </a:lnTo>
                  <a:lnTo>
                    <a:pt x="88685" y="97007"/>
                  </a:lnTo>
                  <a:lnTo>
                    <a:pt x="89015" y="97870"/>
                  </a:lnTo>
                  <a:lnTo>
                    <a:pt x="89429" y="98340"/>
                  </a:lnTo>
                  <a:lnTo>
                    <a:pt x="89928" y="98416"/>
                  </a:lnTo>
                  <a:lnTo>
                    <a:pt x="90421" y="98840"/>
                  </a:lnTo>
                  <a:lnTo>
                    <a:pt x="90909" y="99611"/>
                  </a:lnTo>
                  <a:lnTo>
                    <a:pt x="91087" y="100195"/>
                  </a:lnTo>
                  <a:lnTo>
                    <a:pt x="90956" y="100592"/>
                  </a:lnTo>
                  <a:lnTo>
                    <a:pt x="91061" y="101293"/>
                  </a:lnTo>
                  <a:lnTo>
                    <a:pt x="91401" y="102297"/>
                  </a:lnTo>
                  <a:lnTo>
                    <a:pt x="91816" y="102768"/>
                  </a:lnTo>
                  <a:lnTo>
                    <a:pt x="92459" y="103347"/>
                  </a:lnTo>
                  <a:lnTo>
                    <a:pt x="91586" y="103680"/>
                  </a:lnTo>
                  <a:lnTo>
                    <a:pt x="90644" y="103425"/>
                  </a:lnTo>
                  <a:lnTo>
                    <a:pt x="88630" y="102251"/>
                  </a:lnTo>
                  <a:lnTo>
                    <a:pt x="87978" y="102219"/>
                  </a:lnTo>
                  <a:lnTo>
                    <a:pt x="87124" y="102664"/>
                  </a:lnTo>
                  <a:lnTo>
                    <a:pt x="87088" y="103061"/>
                  </a:lnTo>
                  <a:lnTo>
                    <a:pt x="84961" y="101753"/>
                  </a:lnTo>
                  <a:lnTo>
                    <a:pt x="84193" y="101488"/>
                  </a:lnTo>
                  <a:lnTo>
                    <a:pt x="83919" y="101464"/>
                  </a:lnTo>
                  <a:lnTo>
                    <a:pt x="82699" y="101476"/>
                  </a:lnTo>
                  <a:lnTo>
                    <a:pt x="80963" y="101710"/>
                  </a:lnTo>
                  <a:lnTo>
                    <a:pt x="79940" y="102243"/>
                  </a:lnTo>
                  <a:lnTo>
                    <a:pt x="79231" y="102808"/>
                  </a:lnTo>
                  <a:lnTo>
                    <a:pt x="78910" y="103361"/>
                  </a:lnTo>
                  <a:lnTo>
                    <a:pt x="78794" y="103659"/>
                  </a:lnTo>
                  <a:lnTo>
                    <a:pt x="78241" y="105290"/>
                  </a:lnTo>
                  <a:lnTo>
                    <a:pt x="77601" y="107385"/>
                  </a:lnTo>
                  <a:lnTo>
                    <a:pt x="76938" y="109272"/>
                  </a:lnTo>
                  <a:lnTo>
                    <a:pt x="75646" y="111923"/>
                  </a:lnTo>
                  <a:lnTo>
                    <a:pt x="74931" y="113148"/>
                  </a:lnTo>
                  <a:lnTo>
                    <a:pt x="73396" y="115427"/>
                  </a:lnTo>
                  <a:lnTo>
                    <a:pt x="71740" y="115881"/>
                  </a:lnTo>
                  <a:lnTo>
                    <a:pt x="67892" y="115433"/>
                  </a:lnTo>
                  <a:lnTo>
                    <a:pt x="63627" y="114935"/>
                  </a:lnTo>
                  <a:lnTo>
                    <a:pt x="59383" y="114439"/>
                  </a:lnTo>
                  <a:lnTo>
                    <a:pt x="56225" y="114069"/>
                  </a:lnTo>
                  <a:lnTo>
                    <a:pt x="55982" y="113947"/>
                  </a:lnTo>
                  <a:lnTo>
                    <a:pt x="52859" y="110699"/>
                  </a:lnTo>
                  <a:lnTo>
                    <a:pt x="50388" y="108131"/>
                  </a:lnTo>
                  <a:lnTo>
                    <a:pt x="47305" y="104925"/>
                  </a:lnTo>
                  <a:lnTo>
                    <a:pt x="44156" y="101650"/>
                  </a:lnTo>
                  <a:lnTo>
                    <a:pt x="40961" y="98327"/>
                  </a:lnTo>
                  <a:lnTo>
                    <a:pt x="38639" y="95914"/>
                  </a:lnTo>
                  <a:lnTo>
                    <a:pt x="35820" y="92810"/>
                  </a:lnTo>
                  <a:lnTo>
                    <a:pt x="33255" y="89984"/>
                  </a:lnTo>
                  <a:lnTo>
                    <a:pt x="31228" y="87753"/>
                  </a:lnTo>
                  <a:lnTo>
                    <a:pt x="28629" y="85800"/>
                  </a:lnTo>
                  <a:lnTo>
                    <a:pt x="26599" y="84275"/>
                  </a:lnTo>
                  <a:lnTo>
                    <a:pt x="23641" y="82053"/>
                  </a:lnTo>
                  <a:lnTo>
                    <a:pt x="21276" y="80277"/>
                  </a:lnTo>
                  <a:lnTo>
                    <a:pt x="19251" y="78755"/>
                  </a:lnTo>
                  <a:lnTo>
                    <a:pt x="16134" y="76413"/>
                  </a:lnTo>
                  <a:lnTo>
                    <a:pt x="15097" y="75777"/>
                  </a:lnTo>
                  <a:lnTo>
                    <a:pt x="11866" y="74995"/>
                  </a:lnTo>
                  <a:lnTo>
                    <a:pt x="8803" y="74333"/>
                  </a:lnTo>
                  <a:lnTo>
                    <a:pt x="5630" y="73646"/>
                  </a:lnTo>
                  <a:lnTo>
                    <a:pt x="3518" y="73189"/>
                  </a:lnTo>
                  <a:lnTo>
                    <a:pt x="4912" y="71525"/>
                  </a:lnTo>
                  <a:lnTo>
                    <a:pt x="4483" y="70030"/>
                  </a:lnTo>
                  <a:lnTo>
                    <a:pt x="3467" y="70306"/>
                  </a:lnTo>
                  <a:lnTo>
                    <a:pt x="2534" y="70662"/>
                  </a:lnTo>
                  <a:lnTo>
                    <a:pt x="1968" y="68335"/>
                  </a:lnTo>
                  <a:lnTo>
                    <a:pt x="2689" y="68047"/>
                  </a:lnTo>
                  <a:lnTo>
                    <a:pt x="2023" y="65013"/>
                  </a:lnTo>
                  <a:lnTo>
                    <a:pt x="1336" y="61889"/>
                  </a:lnTo>
                  <a:lnTo>
                    <a:pt x="676" y="58873"/>
                  </a:lnTo>
                  <a:lnTo>
                    <a:pt x="0" y="55786"/>
                  </a:lnTo>
                  <a:lnTo>
                    <a:pt x="2679" y="53808"/>
                  </a:lnTo>
                  <a:lnTo>
                    <a:pt x="4681" y="52330"/>
                  </a:lnTo>
                  <a:lnTo>
                    <a:pt x="7482" y="50261"/>
                  </a:lnTo>
                  <a:lnTo>
                    <a:pt x="10184" y="48266"/>
                  </a:lnTo>
                  <a:lnTo>
                    <a:pt x="12757" y="46365"/>
                  </a:lnTo>
                  <a:lnTo>
                    <a:pt x="15590" y="44272"/>
                  </a:lnTo>
                  <a:lnTo>
                    <a:pt x="18126" y="42399"/>
                  </a:lnTo>
                  <a:lnTo>
                    <a:pt x="20449" y="41638"/>
                  </a:lnTo>
                  <a:lnTo>
                    <a:pt x="20941" y="41046"/>
                  </a:lnTo>
                  <a:lnTo>
                    <a:pt x="22000" y="38490"/>
                  </a:lnTo>
                  <a:lnTo>
                    <a:pt x="22906" y="36304"/>
                  </a:lnTo>
                  <a:lnTo>
                    <a:pt x="22948" y="35797"/>
                  </a:lnTo>
                  <a:lnTo>
                    <a:pt x="22952" y="32700"/>
                  </a:lnTo>
                  <a:lnTo>
                    <a:pt x="23111" y="29063"/>
                  </a:lnTo>
                  <a:lnTo>
                    <a:pt x="23413" y="27120"/>
                  </a:lnTo>
                  <a:lnTo>
                    <a:pt x="23933" y="25402"/>
                  </a:lnTo>
                  <a:lnTo>
                    <a:pt x="24414" y="24149"/>
                  </a:lnTo>
                  <a:lnTo>
                    <a:pt x="24464" y="22975"/>
                  </a:lnTo>
                  <a:lnTo>
                    <a:pt x="24400" y="21785"/>
                  </a:lnTo>
                  <a:lnTo>
                    <a:pt x="23904" y="19986"/>
                  </a:lnTo>
                  <a:lnTo>
                    <a:pt x="23387" y="18111"/>
                  </a:lnTo>
                  <a:lnTo>
                    <a:pt x="23445" y="16302"/>
                  </a:lnTo>
                  <a:lnTo>
                    <a:pt x="23541" y="15334"/>
                  </a:lnTo>
                  <a:lnTo>
                    <a:pt x="23864" y="13787"/>
                  </a:lnTo>
                  <a:lnTo>
                    <a:pt x="24415" y="12657"/>
                  </a:lnTo>
                  <a:lnTo>
                    <a:pt x="25007" y="11956"/>
                  </a:lnTo>
                  <a:lnTo>
                    <a:pt x="27215" y="11234"/>
                  </a:lnTo>
                  <a:lnTo>
                    <a:pt x="28524" y="10805"/>
                  </a:lnTo>
                  <a:lnTo>
                    <a:pt x="30279" y="8801"/>
                  </a:lnTo>
                  <a:lnTo>
                    <a:pt x="31319" y="7613"/>
                  </a:lnTo>
                  <a:lnTo>
                    <a:pt x="32770" y="5729"/>
                  </a:lnTo>
                  <a:lnTo>
                    <a:pt x="33837" y="4341"/>
                  </a:lnTo>
                  <a:lnTo>
                    <a:pt x="33922" y="3861"/>
                  </a:lnTo>
                  <a:lnTo>
                    <a:pt x="33921" y="3672"/>
                  </a:lnTo>
                  <a:lnTo>
                    <a:pt x="34837" y="3391"/>
                  </a:lnTo>
                  <a:lnTo>
                    <a:pt x="36536" y="1710"/>
                  </a:lnTo>
                  <a:lnTo>
                    <a:pt x="37536" y="138"/>
                  </a:lnTo>
                  <a:lnTo>
                    <a:pt x="37853" y="0"/>
                  </a:lnTo>
                  <a:lnTo>
                    <a:pt x="38747" y="515"/>
                  </a:lnTo>
                  <a:lnTo>
                    <a:pt x="39386" y="657"/>
                  </a:lnTo>
                  <a:lnTo>
                    <a:pt x="40860" y="62"/>
                  </a:lnTo>
                  <a:lnTo>
                    <a:pt x="41737" y="376"/>
                  </a:lnTo>
                  <a:lnTo>
                    <a:pt x="42474" y="772"/>
                  </a:lnTo>
                  <a:lnTo>
                    <a:pt x="42887" y="798"/>
                  </a:lnTo>
                  <a:lnTo>
                    <a:pt x="44865" y="1776"/>
                  </a:lnTo>
                  <a:lnTo>
                    <a:pt x="45359" y="1897"/>
                  </a:lnTo>
                  <a:lnTo>
                    <a:pt x="46379" y="2017"/>
                  </a:lnTo>
                  <a:lnTo>
                    <a:pt x="47899" y="2069"/>
                  </a:lnTo>
                  <a:lnTo>
                    <a:pt x="48879" y="1430"/>
                  </a:lnTo>
                  <a:lnTo>
                    <a:pt x="49571" y="813"/>
                  </a:lnTo>
                  <a:lnTo>
                    <a:pt x="50058" y="828"/>
                  </a:lnTo>
                  <a:lnTo>
                    <a:pt x="50529" y="976"/>
                  </a:lnTo>
                  <a:lnTo>
                    <a:pt x="50924" y="1240"/>
                  </a:lnTo>
                  <a:lnTo>
                    <a:pt x="51261" y="1701"/>
                  </a:lnTo>
                  <a:lnTo>
                    <a:pt x="51418" y="2360"/>
                  </a:lnTo>
                  <a:lnTo>
                    <a:pt x="51354" y="4464"/>
                  </a:lnTo>
                  <a:lnTo>
                    <a:pt x="51504" y="5021"/>
                  </a:lnTo>
                  <a:lnTo>
                    <a:pt x="51771" y="5419"/>
                  </a:lnTo>
                  <a:lnTo>
                    <a:pt x="52112" y="5493"/>
                  </a:lnTo>
                  <a:lnTo>
                    <a:pt x="52526" y="5037"/>
                  </a:lnTo>
                  <a:lnTo>
                    <a:pt x="53249" y="4371"/>
                  </a:lnTo>
                  <a:lnTo>
                    <a:pt x="54139" y="3644"/>
                  </a:lnTo>
                  <a:lnTo>
                    <a:pt x="54801" y="2979"/>
                  </a:lnTo>
                  <a:lnTo>
                    <a:pt x="55179" y="2731"/>
                  </a:lnTo>
                  <a:lnTo>
                    <a:pt x="55778" y="2765"/>
                  </a:lnTo>
                  <a:lnTo>
                    <a:pt x="56361" y="288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3791007" y="1490655"/>
              <a:ext cx="103308" cy="43508"/>
            </a:xfrm>
            <a:custGeom>
              <a:avLst/>
              <a:pathLst>
                <a:path w="103308" h="43508">
                  <a:moveTo>
                    <a:pt x="84509" y="4150"/>
                  </a:moveTo>
                  <a:lnTo>
                    <a:pt x="85593" y="4202"/>
                  </a:lnTo>
                  <a:lnTo>
                    <a:pt x="87368" y="3723"/>
                  </a:lnTo>
                  <a:lnTo>
                    <a:pt x="88111" y="3408"/>
                  </a:lnTo>
                  <a:lnTo>
                    <a:pt x="89931" y="2320"/>
                  </a:lnTo>
                  <a:lnTo>
                    <a:pt x="91008" y="2017"/>
                  </a:lnTo>
                  <a:lnTo>
                    <a:pt x="92668" y="2091"/>
                  </a:lnTo>
                  <a:lnTo>
                    <a:pt x="93489" y="2121"/>
                  </a:lnTo>
                  <a:lnTo>
                    <a:pt x="92470" y="2563"/>
                  </a:lnTo>
                  <a:lnTo>
                    <a:pt x="91651" y="2714"/>
                  </a:lnTo>
                  <a:lnTo>
                    <a:pt x="90478" y="3372"/>
                  </a:lnTo>
                  <a:lnTo>
                    <a:pt x="89363" y="4856"/>
                  </a:lnTo>
                  <a:lnTo>
                    <a:pt x="88537" y="5585"/>
                  </a:lnTo>
                  <a:lnTo>
                    <a:pt x="88546" y="5908"/>
                  </a:lnTo>
                  <a:lnTo>
                    <a:pt x="89550" y="6482"/>
                  </a:lnTo>
                  <a:lnTo>
                    <a:pt x="90650" y="6809"/>
                  </a:lnTo>
                  <a:lnTo>
                    <a:pt x="91661" y="6513"/>
                  </a:lnTo>
                  <a:lnTo>
                    <a:pt x="92103" y="6628"/>
                  </a:lnTo>
                  <a:lnTo>
                    <a:pt x="92502" y="7055"/>
                  </a:lnTo>
                  <a:lnTo>
                    <a:pt x="92728" y="7478"/>
                  </a:lnTo>
                  <a:lnTo>
                    <a:pt x="92779" y="7897"/>
                  </a:lnTo>
                  <a:lnTo>
                    <a:pt x="92597" y="8774"/>
                  </a:lnTo>
                  <a:lnTo>
                    <a:pt x="91988" y="9655"/>
                  </a:lnTo>
                  <a:lnTo>
                    <a:pt x="91167" y="10393"/>
                  </a:lnTo>
                  <a:lnTo>
                    <a:pt x="91283" y="10625"/>
                  </a:lnTo>
                  <a:lnTo>
                    <a:pt x="91941" y="10745"/>
                  </a:lnTo>
                  <a:lnTo>
                    <a:pt x="95076" y="10267"/>
                  </a:lnTo>
                  <a:lnTo>
                    <a:pt x="95401" y="10302"/>
                  </a:lnTo>
                  <a:lnTo>
                    <a:pt x="95581" y="10540"/>
                  </a:lnTo>
                  <a:lnTo>
                    <a:pt x="95616" y="10982"/>
                  </a:lnTo>
                  <a:lnTo>
                    <a:pt x="95788" y="11381"/>
                  </a:lnTo>
                  <a:lnTo>
                    <a:pt x="96098" y="11738"/>
                  </a:lnTo>
                  <a:lnTo>
                    <a:pt x="96001" y="12104"/>
                  </a:lnTo>
                  <a:lnTo>
                    <a:pt x="94629" y="13260"/>
                  </a:lnTo>
                  <a:lnTo>
                    <a:pt x="96248" y="12532"/>
                  </a:lnTo>
                  <a:lnTo>
                    <a:pt x="97528" y="12327"/>
                  </a:lnTo>
                  <a:lnTo>
                    <a:pt x="99719" y="12692"/>
                  </a:lnTo>
                  <a:lnTo>
                    <a:pt x="100615" y="13112"/>
                  </a:lnTo>
                  <a:lnTo>
                    <a:pt x="101140" y="13851"/>
                  </a:lnTo>
                  <a:lnTo>
                    <a:pt x="101898" y="13606"/>
                  </a:lnTo>
                  <a:lnTo>
                    <a:pt x="102227" y="13621"/>
                  </a:lnTo>
                  <a:lnTo>
                    <a:pt x="102723" y="14041"/>
                  </a:lnTo>
                  <a:lnTo>
                    <a:pt x="102741" y="14490"/>
                  </a:lnTo>
                  <a:lnTo>
                    <a:pt x="102377" y="15130"/>
                  </a:lnTo>
                  <a:lnTo>
                    <a:pt x="102251" y="15720"/>
                  </a:lnTo>
                  <a:lnTo>
                    <a:pt x="101870" y="15963"/>
                  </a:lnTo>
                  <a:lnTo>
                    <a:pt x="101159" y="16138"/>
                  </a:lnTo>
                  <a:lnTo>
                    <a:pt x="100955" y="16336"/>
                  </a:lnTo>
                  <a:lnTo>
                    <a:pt x="101268" y="16787"/>
                  </a:lnTo>
                  <a:lnTo>
                    <a:pt x="101730" y="17227"/>
                  </a:lnTo>
                  <a:lnTo>
                    <a:pt x="102386" y="17247"/>
                  </a:lnTo>
                  <a:lnTo>
                    <a:pt x="102503" y="17449"/>
                  </a:lnTo>
                  <a:lnTo>
                    <a:pt x="102518" y="17694"/>
                  </a:lnTo>
                  <a:lnTo>
                    <a:pt x="102429" y="17980"/>
                  </a:lnTo>
                  <a:lnTo>
                    <a:pt x="102215" y="18177"/>
                  </a:lnTo>
                  <a:lnTo>
                    <a:pt x="101876" y="18284"/>
                  </a:lnTo>
                  <a:lnTo>
                    <a:pt x="101427" y="18600"/>
                  </a:lnTo>
                  <a:lnTo>
                    <a:pt x="103074" y="19290"/>
                  </a:lnTo>
                  <a:lnTo>
                    <a:pt x="103284" y="19546"/>
                  </a:lnTo>
                  <a:lnTo>
                    <a:pt x="103308" y="19923"/>
                  </a:lnTo>
                  <a:lnTo>
                    <a:pt x="103179" y="20335"/>
                  </a:lnTo>
                  <a:lnTo>
                    <a:pt x="102899" y="20784"/>
                  </a:lnTo>
                  <a:lnTo>
                    <a:pt x="102402" y="21050"/>
                  </a:lnTo>
                  <a:lnTo>
                    <a:pt x="101215" y="21094"/>
                  </a:lnTo>
                  <a:lnTo>
                    <a:pt x="100489" y="21385"/>
                  </a:lnTo>
                  <a:lnTo>
                    <a:pt x="100737" y="21871"/>
                  </a:lnTo>
                  <a:lnTo>
                    <a:pt x="100718" y="22484"/>
                  </a:lnTo>
                  <a:lnTo>
                    <a:pt x="100499" y="23208"/>
                  </a:lnTo>
                  <a:lnTo>
                    <a:pt x="99565" y="24303"/>
                  </a:lnTo>
                  <a:lnTo>
                    <a:pt x="98688" y="24885"/>
                  </a:lnTo>
                  <a:lnTo>
                    <a:pt x="97829" y="25263"/>
                  </a:lnTo>
                  <a:lnTo>
                    <a:pt x="96298" y="25130"/>
                  </a:lnTo>
                  <a:lnTo>
                    <a:pt x="95464" y="24839"/>
                  </a:lnTo>
                  <a:lnTo>
                    <a:pt x="95557" y="25784"/>
                  </a:lnTo>
                  <a:lnTo>
                    <a:pt x="94705" y="26366"/>
                  </a:lnTo>
                  <a:lnTo>
                    <a:pt x="94866" y="26853"/>
                  </a:lnTo>
                  <a:lnTo>
                    <a:pt x="95163" y="27100"/>
                  </a:lnTo>
                  <a:lnTo>
                    <a:pt x="95015" y="27724"/>
                  </a:lnTo>
                  <a:lnTo>
                    <a:pt x="94610" y="28343"/>
                  </a:lnTo>
                  <a:lnTo>
                    <a:pt x="93932" y="29013"/>
                  </a:lnTo>
                  <a:lnTo>
                    <a:pt x="93164" y="29431"/>
                  </a:lnTo>
                  <a:lnTo>
                    <a:pt x="91638" y="29935"/>
                  </a:lnTo>
                  <a:lnTo>
                    <a:pt x="90334" y="30774"/>
                  </a:lnTo>
                  <a:lnTo>
                    <a:pt x="89443" y="31106"/>
                  </a:lnTo>
                  <a:lnTo>
                    <a:pt x="87226" y="31092"/>
                  </a:lnTo>
                  <a:lnTo>
                    <a:pt x="84964" y="31632"/>
                  </a:lnTo>
                  <a:lnTo>
                    <a:pt x="81767" y="32769"/>
                  </a:lnTo>
                  <a:lnTo>
                    <a:pt x="79614" y="33682"/>
                  </a:lnTo>
                  <a:lnTo>
                    <a:pt x="77953" y="34714"/>
                  </a:lnTo>
                  <a:lnTo>
                    <a:pt x="75758" y="36400"/>
                  </a:lnTo>
                  <a:lnTo>
                    <a:pt x="74128" y="37109"/>
                  </a:lnTo>
                  <a:lnTo>
                    <a:pt x="73188" y="37301"/>
                  </a:lnTo>
                  <a:lnTo>
                    <a:pt x="71359" y="37452"/>
                  </a:lnTo>
                  <a:lnTo>
                    <a:pt x="69826" y="37909"/>
                  </a:lnTo>
                  <a:lnTo>
                    <a:pt x="64733" y="38768"/>
                  </a:lnTo>
                  <a:lnTo>
                    <a:pt x="63008" y="39236"/>
                  </a:lnTo>
                  <a:lnTo>
                    <a:pt x="62785" y="39663"/>
                  </a:lnTo>
                  <a:lnTo>
                    <a:pt x="62070" y="40305"/>
                  </a:lnTo>
                  <a:lnTo>
                    <a:pt x="62026" y="40537"/>
                  </a:lnTo>
                  <a:lnTo>
                    <a:pt x="62340" y="40716"/>
                  </a:lnTo>
                  <a:lnTo>
                    <a:pt x="62397" y="40949"/>
                  </a:lnTo>
                  <a:lnTo>
                    <a:pt x="61767" y="41708"/>
                  </a:lnTo>
                  <a:lnTo>
                    <a:pt x="60508" y="42258"/>
                  </a:lnTo>
                  <a:lnTo>
                    <a:pt x="59913" y="42249"/>
                  </a:lnTo>
                  <a:lnTo>
                    <a:pt x="59192" y="41776"/>
                  </a:lnTo>
                  <a:lnTo>
                    <a:pt x="58755" y="41865"/>
                  </a:lnTo>
                  <a:lnTo>
                    <a:pt x="58748" y="42013"/>
                  </a:lnTo>
                  <a:lnTo>
                    <a:pt x="59162" y="42581"/>
                  </a:lnTo>
                  <a:lnTo>
                    <a:pt x="58400" y="42845"/>
                  </a:lnTo>
                  <a:lnTo>
                    <a:pt x="55081" y="43508"/>
                  </a:lnTo>
                  <a:lnTo>
                    <a:pt x="49437" y="43016"/>
                  </a:lnTo>
                  <a:lnTo>
                    <a:pt x="47201" y="42507"/>
                  </a:lnTo>
                  <a:lnTo>
                    <a:pt x="44441" y="41697"/>
                  </a:lnTo>
                  <a:lnTo>
                    <a:pt x="42798" y="41481"/>
                  </a:lnTo>
                  <a:lnTo>
                    <a:pt x="40468" y="41428"/>
                  </a:lnTo>
                  <a:lnTo>
                    <a:pt x="38555" y="40294"/>
                  </a:lnTo>
                  <a:lnTo>
                    <a:pt x="37669" y="39594"/>
                  </a:lnTo>
                  <a:lnTo>
                    <a:pt x="37598" y="39303"/>
                  </a:lnTo>
                  <a:lnTo>
                    <a:pt x="37698" y="38971"/>
                  </a:lnTo>
                  <a:lnTo>
                    <a:pt x="37897" y="38745"/>
                  </a:lnTo>
                  <a:lnTo>
                    <a:pt x="38195" y="38623"/>
                  </a:lnTo>
                  <a:lnTo>
                    <a:pt x="38908" y="38512"/>
                  </a:lnTo>
                  <a:lnTo>
                    <a:pt x="38427" y="37950"/>
                  </a:lnTo>
                  <a:lnTo>
                    <a:pt x="37966" y="38132"/>
                  </a:lnTo>
                  <a:lnTo>
                    <a:pt x="36733" y="38924"/>
                  </a:lnTo>
                  <a:lnTo>
                    <a:pt x="36185" y="38896"/>
                  </a:lnTo>
                  <a:lnTo>
                    <a:pt x="35465" y="38500"/>
                  </a:lnTo>
                  <a:lnTo>
                    <a:pt x="35437" y="38115"/>
                  </a:lnTo>
                  <a:lnTo>
                    <a:pt x="34029" y="37968"/>
                  </a:lnTo>
                  <a:lnTo>
                    <a:pt x="32806" y="37487"/>
                  </a:lnTo>
                  <a:lnTo>
                    <a:pt x="31590" y="36796"/>
                  </a:lnTo>
                  <a:lnTo>
                    <a:pt x="31409" y="36532"/>
                  </a:lnTo>
                  <a:lnTo>
                    <a:pt x="31880" y="36072"/>
                  </a:lnTo>
                  <a:lnTo>
                    <a:pt x="31441" y="36007"/>
                  </a:lnTo>
                  <a:lnTo>
                    <a:pt x="30553" y="36133"/>
                  </a:lnTo>
                  <a:lnTo>
                    <a:pt x="29215" y="37007"/>
                  </a:lnTo>
                  <a:lnTo>
                    <a:pt x="28638" y="37208"/>
                  </a:lnTo>
                  <a:lnTo>
                    <a:pt x="19897" y="37412"/>
                  </a:lnTo>
                  <a:lnTo>
                    <a:pt x="17680" y="37503"/>
                  </a:lnTo>
                  <a:lnTo>
                    <a:pt x="17251" y="37636"/>
                  </a:lnTo>
                  <a:lnTo>
                    <a:pt x="16865" y="37067"/>
                  </a:lnTo>
                  <a:lnTo>
                    <a:pt x="16521" y="35798"/>
                  </a:lnTo>
                  <a:lnTo>
                    <a:pt x="16392" y="34963"/>
                  </a:lnTo>
                  <a:lnTo>
                    <a:pt x="16481" y="34558"/>
                  </a:lnTo>
                  <a:lnTo>
                    <a:pt x="16788" y="34072"/>
                  </a:lnTo>
                  <a:lnTo>
                    <a:pt x="17263" y="34155"/>
                  </a:lnTo>
                  <a:lnTo>
                    <a:pt x="17716" y="34541"/>
                  </a:lnTo>
                  <a:lnTo>
                    <a:pt x="18125" y="35089"/>
                  </a:lnTo>
                  <a:lnTo>
                    <a:pt x="18596" y="35352"/>
                  </a:lnTo>
                  <a:lnTo>
                    <a:pt x="21647" y="34686"/>
                  </a:lnTo>
                  <a:lnTo>
                    <a:pt x="22886" y="34238"/>
                  </a:lnTo>
                  <a:lnTo>
                    <a:pt x="23412" y="33812"/>
                  </a:lnTo>
                  <a:lnTo>
                    <a:pt x="24032" y="33088"/>
                  </a:lnTo>
                  <a:lnTo>
                    <a:pt x="24690" y="32718"/>
                  </a:lnTo>
                  <a:lnTo>
                    <a:pt x="25004" y="32368"/>
                  </a:lnTo>
                  <a:lnTo>
                    <a:pt x="25620" y="31260"/>
                  </a:lnTo>
                  <a:lnTo>
                    <a:pt x="26046" y="30745"/>
                  </a:lnTo>
                  <a:lnTo>
                    <a:pt x="26556" y="30365"/>
                  </a:lnTo>
                  <a:lnTo>
                    <a:pt x="27149" y="30120"/>
                  </a:lnTo>
                  <a:lnTo>
                    <a:pt x="28499" y="29945"/>
                  </a:lnTo>
                  <a:lnTo>
                    <a:pt x="27611" y="29684"/>
                  </a:lnTo>
                  <a:lnTo>
                    <a:pt x="26764" y="29684"/>
                  </a:lnTo>
                  <a:lnTo>
                    <a:pt x="23883" y="30855"/>
                  </a:lnTo>
                  <a:lnTo>
                    <a:pt x="22917" y="30855"/>
                  </a:lnTo>
                  <a:lnTo>
                    <a:pt x="22957" y="30672"/>
                  </a:lnTo>
                  <a:lnTo>
                    <a:pt x="23365" y="30342"/>
                  </a:lnTo>
                  <a:lnTo>
                    <a:pt x="24356" y="29771"/>
                  </a:lnTo>
                  <a:lnTo>
                    <a:pt x="23675" y="29728"/>
                  </a:lnTo>
                  <a:lnTo>
                    <a:pt x="23415" y="29470"/>
                  </a:lnTo>
                  <a:lnTo>
                    <a:pt x="23385" y="28926"/>
                  </a:lnTo>
                  <a:lnTo>
                    <a:pt x="23891" y="28050"/>
                  </a:lnTo>
                  <a:lnTo>
                    <a:pt x="26237" y="26895"/>
                  </a:lnTo>
                  <a:lnTo>
                    <a:pt x="27048" y="26725"/>
                  </a:lnTo>
                  <a:lnTo>
                    <a:pt x="27294" y="26496"/>
                  </a:lnTo>
                  <a:lnTo>
                    <a:pt x="26987" y="26310"/>
                  </a:lnTo>
                  <a:lnTo>
                    <a:pt x="26497" y="26199"/>
                  </a:lnTo>
                  <a:lnTo>
                    <a:pt x="24137" y="27387"/>
                  </a:lnTo>
                  <a:lnTo>
                    <a:pt x="22419" y="27798"/>
                  </a:lnTo>
                  <a:lnTo>
                    <a:pt x="21908" y="27718"/>
                  </a:lnTo>
                  <a:lnTo>
                    <a:pt x="21019" y="27256"/>
                  </a:lnTo>
                  <a:lnTo>
                    <a:pt x="20733" y="27052"/>
                  </a:lnTo>
                  <a:lnTo>
                    <a:pt x="20349" y="26524"/>
                  </a:lnTo>
                  <a:lnTo>
                    <a:pt x="20393" y="26206"/>
                  </a:lnTo>
                  <a:lnTo>
                    <a:pt x="21211" y="25275"/>
                  </a:lnTo>
                  <a:lnTo>
                    <a:pt x="21079" y="25094"/>
                  </a:lnTo>
                  <a:lnTo>
                    <a:pt x="20517" y="25002"/>
                  </a:lnTo>
                  <a:lnTo>
                    <a:pt x="19003" y="24145"/>
                  </a:lnTo>
                  <a:lnTo>
                    <a:pt x="16607" y="24231"/>
                  </a:lnTo>
                  <a:lnTo>
                    <a:pt x="10678" y="23735"/>
                  </a:lnTo>
                  <a:lnTo>
                    <a:pt x="9453" y="23945"/>
                  </a:lnTo>
                  <a:lnTo>
                    <a:pt x="7433" y="24681"/>
                  </a:lnTo>
                  <a:lnTo>
                    <a:pt x="6212" y="24923"/>
                  </a:lnTo>
                  <a:lnTo>
                    <a:pt x="5649" y="24763"/>
                  </a:lnTo>
                  <a:lnTo>
                    <a:pt x="5136" y="24374"/>
                  </a:lnTo>
                  <a:lnTo>
                    <a:pt x="4670" y="23850"/>
                  </a:lnTo>
                  <a:lnTo>
                    <a:pt x="4252" y="23190"/>
                  </a:lnTo>
                  <a:lnTo>
                    <a:pt x="4433" y="22730"/>
                  </a:lnTo>
                  <a:lnTo>
                    <a:pt x="5215" y="22467"/>
                  </a:lnTo>
                  <a:lnTo>
                    <a:pt x="5788" y="22343"/>
                  </a:lnTo>
                  <a:lnTo>
                    <a:pt x="7402" y="22502"/>
                  </a:lnTo>
                  <a:lnTo>
                    <a:pt x="9369" y="22040"/>
                  </a:lnTo>
                  <a:lnTo>
                    <a:pt x="10624" y="21944"/>
                  </a:lnTo>
                  <a:lnTo>
                    <a:pt x="10984" y="21871"/>
                  </a:lnTo>
                  <a:lnTo>
                    <a:pt x="11723" y="21379"/>
                  </a:lnTo>
                  <a:lnTo>
                    <a:pt x="12087" y="21255"/>
                  </a:lnTo>
                  <a:lnTo>
                    <a:pt x="12656" y="21427"/>
                  </a:lnTo>
                  <a:lnTo>
                    <a:pt x="12931" y="21761"/>
                  </a:lnTo>
                  <a:lnTo>
                    <a:pt x="14911" y="21243"/>
                  </a:lnTo>
                  <a:lnTo>
                    <a:pt x="15591" y="20983"/>
                  </a:lnTo>
                  <a:lnTo>
                    <a:pt x="15668" y="20823"/>
                  </a:lnTo>
                  <a:lnTo>
                    <a:pt x="15966" y="20637"/>
                  </a:lnTo>
                  <a:lnTo>
                    <a:pt x="16950" y="20917"/>
                  </a:lnTo>
                  <a:lnTo>
                    <a:pt x="17748" y="20926"/>
                  </a:lnTo>
                  <a:lnTo>
                    <a:pt x="18743" y="20733"/>
                  </a:lnTo>
                  <a:lnTo>
                    <a:pt x="20503" y="20648"/>
                  </a:lnTo>
                  <a:lnTo>
                    <a:pt x="24442" y="20605"/>
                  </a:lnTo>
                  <a:lnTo>
                    <a:pt x="25032" y="20182"/>
                  </a:lnTo>
                  <a:lnTo>
                    <a:pt x="25309" y="19808"/>
                  </a:lnTo>
                  <a:lnTo>
                    <a:pt x="25657" y="18862"/>
                  </a:lnTo>
                  <a:lnTo>
                    <a:pt x="25503" y="18667"/>
                  </a:lnTo>
                  <a:lnTo>
                    <a:pt x="23043" y="19538"/>
                  </a:lnTo>
                  <a:lnTo>
                    <a:pt x="22482" y="19525"/>
                  </a:lnTo>
                  <a:lnTo>
                    <a:pt x="19634" y="19063"/>
                  </a:lnTo>
                  <a:lnTo>
                    <a:pt x="18605" y="18540"/>
                  </a:lnTo>
                  <a:lnTo>
                    <a:pt x="18942" y="18121"/>
                  </a:lnTo>
                  <a:lnTo>
                    <a:pt x="20451" y="17218"/>
                  </a:lnTo>
                  <a:lnTo>
                    <a:pt x="22009" y="16493"/>
                  </a:lnTo>
                  <a:lnTo>
                    <a:pt x="24301" y="15710"/>
                  </a:lnTo>
                  <a:lnTo>
                    <a:pt x="24838" y="15406"/>
                  </a:lnTo>
                  <a:lnTo>
                    <a:pt x="24894" y="15045"/>
                  </a:lnTo>
                  <a:lnTo>
                    <a:pt x="23367" y="14402"/>
                  </a:lnTo>
                  <a:lnTo>
                    <a:pt x="20475" y="14580"/>
                  </a:lnTo>
                  <a:lnTo>
                    <a:pt x="19735" y="13817"/>
                  </a:lnTo>
                  <a:lnTo>
                    <a:pt x="17332" y="13366"/>
                  </a:lnTo>
                  <a:lnTo>
                    <a:pt x="15733" y="13650"/>
                  </a:lnTo>
                  <a:lnTo>
                    <a:pt x="14883" y="13189"/>
                  </a:lnTo>
                  <a:lnTo>
                    <a:pt x="12806" y="13826"/>
                  </a:lnTo>
                  <a:lnTo>
                    <a:pt x="8241" y="14749"/>
                  </a:lnTo>
                  <a:lnTo>
                    <a:pt x="6425" y="15389"/>
                  </a:lnTo>
                  <a:lnTo>
                    <a:pt x="5447" y="15600"/>
                  </a:lnTo>
                  <a:lnTo>
                    <a:pt x="4320" y="15078"/>
                  </a:lnTo>
                  <a:lnTo>
                    <a:pt x="2381" y="14490"/>
                  </a:lnTo>
                  <a:lnTo>
                    <a:pt x="197" y="14306"/>
                  </a:lnTo>
                  <a:lnTo>
                    <a:pt x="0" y="13960"/>
                  </a:lnTo>
                  <a:lnTo>
                    <a:pt x="1273" y="12899"/>
                  </a:lnTo>
                  <a:lnTo>
                    <a:pt x="2145" y="12707"/>
                  </a:lnTo>
                  <a:lnTo>
                    <a:pt x="3023" y="12805"/>
                  </a:lnTo>
                  <a:lnTo>
                    <a:pt x="4698" y="13544"/>
                  </a:lnTo>
                  <a:lnTo>
                    <a:pt x="5855" y="13776"/>
                  </a:lnTo>
                  <a:lnTo>
                    <a:pt x="4405" y="12690"/>
                  </a:lnTo>
                  <a:lnTo>
                    <a:pt x="4443" y="12273"/>
                  </a:lnTo>
                  <a:lnTo>
                    <a:pt x="4334" y="11648"/>
                  </a:lnTo>
                  <a:lnTo>
                    <a:pt x="3885" y="11380"/>
                  </a:lnTo>
                  <a:lnTo>
                    <a:pt x="3441" y="10689"/>
                  </a:lnTo>
                  <a:lnTo>
                    <a:pt x="3624" y="10455"/>
                  </a:lnTo>
                  <a:lnTo>
                    <a:pt x="4193" y="10373"/>
                  </a:lnTo>
                  <a:lnTo>
                    <a:pt x="5360" y="10607"/>
                  </a:lnTo>
                  <a:lnTo>
                    <a:pt x="8134" y="11806"/>
                  </a:lnTo>
                  <a:lnTo>
                    <a:pt x="9495" y="11594"/>
                  </a:lnTo>
                  <a:lnTo>
                    <a:pt x="10243" y="11152"/>
                  </a:lnTo>
                  <a:lnTo>
                    <a:pt x="11261" y="10824"/>
                  </a:lnTo>
                  <a:lnTo>
                    <a:pt x="10972" y="10653"/>
                  </a:lnTo>
                  <a:lnTo>
                    <a:pt x="8575" y="10633"/>
                  </a:lnTo>
                  <a:lnTo>
                    <a:pt x="7293" y="10389"/>
                  </a:lnTo>
                  <a:lnTo>
                    <a:pt x="6645" y="10038"/>
                  </a:lnTo>
                  <a:lnTo>
                    <a:pt x="6083" y="9440"/>
                  </a:lnTo>
                  <a:lnTo>
                    <a:pt x="6281" y="9166"/>
                  </a:lnTo>
                  <a:lnTo>
                    <a:pt x="6947" y="8947"/>
                  </a:lnTo>
                  <a:lnTo>
                    <a:pt x="8994" y="9011"/>
                  </a:lnTo>
                  <a:lnTo>
                    <a:pt x="7646" y="7975"/>
                  </a:lnTo>
                  <a:lnTo>
                    <a:pt x="6708" y="7379"/>
                  </a:lnTo>
                  <a:lnTo>
                    <a:pt x="6606" y="7092"/>
                  </a:lnTo>
                  <a:lnTo>
                    <a:pt x="6671" y="6731"/>
                  </a:lnTo>
                  <a:lnTo>
                    <a:pt x="6798" y="6489"/>
                  </a:lnTo>
                  <a:lnTo>
                    <a:pt x="6987" y="6369"/>
                  </a:lnTo>
                  <a:lnTo>
                    <a:pt x="9336" y="6974"/>
                  </a:lnTo>
                  <a:lnTo>
                    <a:pt x="9850" y="6999"/>
                  </a:lnTo>
                  <a:lnTo>
                    <a:pt x="9375" y="6608"/>
                  </a:lnTo>
                  <a:lnTo>
                    <a:pt x="8345" y="6034"/>
                  </a:lnTo>
                  <a:lnTo>
                    <a:pt x="8298" y="5819"/>
                  </a:lnTo>
                  <a:lnTo>
                    <a:pt x="8732" y="5641"/>
                  </a:lnTo>
                  <a:lnTo>
                    <a:pt x="8947" y="5314"/>
                  </a:lnTo>
                  <a:lnTo>
                    <a:pt x="8966" y="5044"/>
                  </a:lnTo>
                  <a:lnTo>
                    <a:pt x="9679" y="4812"/>
                  </a:lnTo>
                  <a:lnTo>
                    <a:pt x="10398" y="4802"/>
                  </a:lnTo>
                  <a:lnTo>
                    <a:pt x="11122" y="5013"/>
                  </a:lnTo>
                  <a:lnTo>
                    <a:pt x="13369" y="6134"/>
                  </a:lnTo>
                  <a:lnTo>
                    <a:pt x="13691" y="6449"/>
                  </a:lnTo>
                  <a:lnTo>
                    <a:pt x="13797" y="6864"/>
                  </a:lnTo>
                  <a:lnTo>
                    <a:pt x="13687" y="7378"/>
                  </a:lnTo>
                  <a:lnTo>
                    <a:pt x="13781" y="7586"/>
                  </a:lnTo>
                  <a:lnTo>
                    <a:pt x="14659" y="7409"/>
                  </a:lnTo>
                  <a:lnTo>
                    <a:pt x="15359" y="7626"/>
                  </a:lnTo>
                  <a:lnTo>
                    <a:pt x="15708" y="7567"/>
                  </a:lnTo>
                  <a:lnTo>
                    <a:pt x="16578" y="6793"/>
                  </a:lnTo>
                  <a:lnTo>
                    <a:pt x="17179" y="6975"/>
                  </a:lnTo>
                  <a:lnTo>
                    <a:pt x="17541" y="7338"/>
                  </a:lnTo>
                  <a:lnTo>
                    <a:pt x="17653" y="7665"/>
                  </a:lnTo>
                  <a:lnTo>
                    <a:pt x="17707" y="8116"/>
                  </a:lnTo>
                  <a:lnTo>
                    <a:pt x="17554" y="9053"/>
                  </a:lnTo>
                  <a:lnTo>
                    <a:pt x="17593" y="9185"/>
                  </a:lnTo>
                  <a:lnTo>
                    <a:pt x="18203" y="8656"/>
                  </a:lnTo>
                  <a:lnTo>
                    <a:pt x="19243" y="8616"/>
                  </a:lnTo>
                  <a:lnTo>
                    <a:pt x="19377" y="8350"/>
                  </a:lnTo>
                  <a:lnTo>
                    <a:pt x="19408" y="7364"/>
                  </a:lnTo>
                  <a:lnTo>
                    <a:pt x="19323" y="6533"/>
                  </a:lnTo>
                  <a:lnTo>
                    <a:pt x="19208" y="6361"/>
                  </a:lnTo>
                  <a:lnTo>
                    <a:pt x="15792" y="5209"/>
                  </a:lnTo>
                  <a:lnTo>
                    <a:pt x="15198" y="4937"/>
                  </a:lnTo>
                  <a:lnTo>
                    <a:pt x="14454" y="4370"/>
                  </a:lnTo>
                  <a:lnTo>
                    <a:pt x="14604" y="4084"/>
                  </a:lnTo>
                  <a:lnTo>
                    <a:pt x="15270" y="3830"/>
                  </a:lnTo>
                  <a:lnTo>
                    <a:pt x="16274" y="3728"/>
                  </a:lnTo>
                  <a:lnTo>
                    <a:pt x="18602" y="3742"/>
                  </a:lnTo>
                  <a:lnTo>
                    <a:pt x="18838" y="3623"/>
                  </a:lnTo>
                  <a:lnTo>
                    <a:pt x="18387" y="3324"/>
                  </a:lnTo>
                  <a:lnTo>
                    <a:pt x="17309" y="3131"/>
                  </a:lnTo>
                  <a:lnTo>
                    <a:pt x="17057" y="2959"/>
                  </a:lnTo>
                  <a:lnTo>
                    <a:pt x="16929" y="2627"/>
                  </a:lnTo>
                  <a:lnTo>
                    <a:pt x="15651" y="2808"/>
                  </a:lnTo>
                  <a:lnTo>
                    <a:pt x="14225" y="2816"/>
                  </a:lnTo>
                  <a:lnTo>
                    <a:pt x="12854" y="2613"/>
                  </a:lnTo>
                  <a:lnTo>
                    <a:pt x="12826" y="2355"/>
                  </a:lnTo>
                  <a:lnTo>
                    <a:pt x="13367" y="1976"/>
                  </a:lnTo>
                  <a:lnTo>
                    <a:pt x="14487" y="1347"/>
                  </a:lnTo>
                  <a:lnTo>
                    <a:pt x="15009" y="1191"/>
                  </a:lnTo>
                  <a:lnTo>
                    <a:pt x="16574" y="1301"/>
                  </a:lnTo>
                  <a:lnTo>
                    <a:pt x="18130" y="1125"/>
                  </a:lnTo>
                  <a:lnTo>
                    <a:pt x="19390" y="1338"/>
                  </a:lnTo>
                  <a:lnTo>
                    <a:pt x="20390" y="1960"/>
                  </a:lnTo>
                  <a:lnTo>
                    <a:pt x="21811" y="3053"/>
                  </a:lnTo>
                  <a:lnTo>
                    <a:pt x="23734" y="3753"/>
                  </a:lnTo>
                  <a:lnTo>
                    <a:pt x="23910" y="3972"/>
                  </a:lnTo>
                  <a:lnTo>
                    <a:pt x="24933" y="4545"/>
                  </a:lnTo>
                  <a:lnTo>
                    <a:pt x="26966" y="6086"/>
                  </a:lnTo>
                  <a:lnTo>
                    <a:pt x="29033" y="6980"/>
                  </a:lnTo>
                  <a:lnTo>
                    <a:pt x="29128" y="7208"/>
                  </a:lnTo>
                  <a:lnTo>
                    <a:pt x="28788" y="7475"/>
                  </a:lnTo>
                  <a:lnTo>
                    <a:pt x="27994" y="7789"/>
                  </a:lnTo>
                  <a:lnTo>
                    <a:pt x="28176" y="7964"/>
                  </a:lnTo>
                  <a:lnTo>
                    <a:pt x="29213" y="8191"/>
                  </a:lnTo>
                  <a:lnTo>
                    <a:pt x="29961" y="8797"/>
                  </a:lnTo>
                  <a:lnTo>
                    <a:pt x="30011" y="9060"/>
                  </a:lnTo>
                  <a:lnTo>
                    <a:pt x="29335" y="10937"/>
                  </a:lnTo>
                  <a:lnTo>
                    <a:pt x="28976" y="11336"/>
                  </a:lnTo>
                  <a:lnTo>
                    <a:pt x="28562" y="11546"/>
                  </a:lnTo>
                  <a:lnTo>
                    <a:pt x="26653" y="11193"/>
                  </a:lnTo>
                  <a:lnTo>
                    <a:pt x="27108" y="11790"/>
                  </a:lnTo>
                  <a:lnTo>
                    <a:pt x="28471" y="12426"/>
                  </a:lnTo>
                  <a:lnTo>
                    <a:pt x="28780" y="12781"/>
                  </a:lnTo>
                  <a:lnTo>
                    <a:pt x="28576" y="13130"/>
                  </a:lnTo>
                  <a:lnTo>
                    <a:pt x="28725" y="13210"/>
                  </a:lnTo>
                  <a:lnTo>
                    <a:pt x="29225" y="13022"/>
                  </a:lnTo>
                  <a:lnTo>
                    <a:pt x="29431" y="13220"/>
                  </a:lnTo>
                  <a:lnTo>
                    <a:pt x="29345" y="13804"/>
                  </a:lnTo>
                  <a:lnTo>
                    <a:pt x="29133" y="14288"/>
                  </a:lnTo>
                  <a:lnTo>
                    <a:pt x="28794" y="14673"/>
                  </a:lnTo>
                  <a:lnTo>
                    <a:pt x="28891" y="14839"/>
                  </a:lnTo>
                  <a:lnTo>
                    <a:pt x="29425" y="14788"/>
                  </a:lnTo>
                  <a:lnTo>
                    <a:pt x="29925" y="14887"/>
                  </a:lnTo>
                  <a:lnTo>
                    <a:pt x="30706" y="15419"/>
                  </a:lnTo>
                  <a:lnTo>
                    <a:pt x="31340" y="17041"/>
                  </a:lnTo>
                  <a:lnTo>
                    <a:pt x="31655" y="17567"/>
                  </a:lnTo>
                  <a:lnTo>
                    <a:pt x="31882" y="17101"/>
                  </a:lnTo>
                  <a:lnTo>
                    <a:pt x="32167" y="15916"/>
                  </a:lnTo>
                  <a:lnTo>
                    <a:pt x="32435" y="15310"/>
                  </a:lnTo>
                  <a:lnTo>
                    <a:pt x="32685" y="15284"/>
                  </a:lnTo>
                  <a:lnTo>
                    <a:pt x="32901" y="15085"/>
                  </a:lnTo>
                  <a:lnTo>
                    <a:pt x="33082" y="14713"/>
                  </a:lnTo>
                  <a:lnTo>
                    <a:pt x="33452" y="13402"/>
                  </a:lnTo>
                  <a:lnTo>
                    <a:pt x="34733" y="12408"/>
                  </a:lnTo>
                  <a:lnTo>
                    <a:pt x="35345" y="12104"/>
                  </a:lnTo>
                  <a:lnTo>
                    <a:pt x="35920" y="12036"/>
                  </a:lnTo>
                  <a:lnTo>
                    <a:pt x="36199" y="12160"/>
                  </a:lnTo>
                  <a:lnTo>
                    <a:pt x="37157" y="13202"/>
                  </a:lnTo>
                  <a:lnTo>
                    <a:pt x="37740" y="13377"/>
                  </a:lnTo>
                  <a:lnTo>
                    <a:pt x="38040" y="13320"/>
                  </a:lnTo>
                  <a:lnTo>
                    <a:pt x="38450" y="12613"/>
                  </a:lnTo>
                  <a:lnTo>
                    <a:pt x="38969" y="11256"/>
                  </a:lnTo>
                  <a:lnTo>
                    <a:pt x="39088" y="9740"/>
                  </a:lnTo>
                  <a:lnTo>
                    <a:pt x="38805" y="8067"/>
                  </a:lnTo>
                  <a:lnTo>
                    <a:pt x="38969" y="6873"/>
                  </a:lnTo>
                  <a:lnTo>
                    <a:pt x="39579" y="6160"/>
                  </a:lnTo>
                  <a:lnTo>
                    <a:pt x="40380" y="5941"/>
                  </a:lnTo>
                  <a:lnTo>
                    <a:pt x="41372" y="6215"/>
                  </a:lnTo>
                  <a:lnTo>
                    <a:pt x="42096" y="6650"/>
                  </a:lnTo>
                  <a:lnTo>
                    <a:pt x="43528" y="8312"/>
                  </a:lnTo>
                  <a:lnTo>
                    <a:pt x="44683" y="9181"/>
                  </a:lnTo>
                  <a:lnTo>
                    <a:pt x="45675" y="10116"/>
                  </a:lnTo>
                  <a:lnTo>
                    <a:pt x="46188" y="10419"/>
                  </a:lnTo>
                  <a:lnTo>
                    <a:pt x="47171" y="10572"/>
                  </a:lnTo>
                  <a:lnTo>
                    <a:pt x="47435" y="10512"/>
                  </a:lnTo>
                  <a:lnTo>
                    <a:pt x="47610" y="10296"/>
                  </a:lnTo>
                  <a:lnTo>
                    <a:pt x="47699" y="9925"/>
                  </a:lnTo>
                  <a:lnTo>
                    <a:pt x="47487" y="7548"/>
                  </a:lnTo>
                  <a:lnTo>
                    <a:pt x="47764" y="6807"/>
                  </a:lnTo>
                  <a:lnTo>
                    <a:pt x="48181" y="6282"/>
                  </a:lnTo>
                  <a:lnTo>
                    <a:pt x="49956" y="5972"/>
                  </a:lnTo>
                  <a:lnTo>
                    <a:pt x="50922" y="5642"/>
                  </a:lnTo>
                  <a:lnTo>
                    <a:pt x="51863" y="5101"/>
                  </a:lnTo>
                  <a:lnTo>
                    <a:pt x="52643" y="4810"/>
                  </a:lnTo>
                  <a:lnTo>
                    <a:pt x="53262" y="4772"/>
                  </a:lnTo>
                  <a:lnTo>
                    <a:pt x="53909" y="4983"/>
                  </a:lnTo>
                  <a:lnTo>
                    <a:pt x="54583" y="5444"/>
                  </a:lnTo>
                  <a:lnTo>
                    <a:pt x="55636" y="6342"/>
                  </a:lnTo>
                  <a:lnTo>
                    <a:pt x="56961" y="7832"/>
                  </a:lnTo>
                  <a:lnTo>
                    <a:pt x="58644" y="8945"/>
                  </a:lnTo>
                  <a:lnTo>
                    <a:pt x="59527" y="10712"/>
                  </a:lnTo>
                  <a:lnTo>
                    <a:pt x="59716" y="11011"/>
                  </a:lnTo>
                  <a:lnTo>
                    <a:pt x="59922" y="11046"/>
                  </a:lnTo>
                  <a:lnTo>
                    <a:pt x="60144" y="10817"/>
                  </a:lnTo>
                  <a:lnTo>
                    <a:pt x="60287" y="10490"/>
                  </a:lnTo>
                  <a:lnTo>
                    <a:pt x="60328" y="9705"/>
                  </a:lnTo>
                  <a:lnTo>
                    <a:pt x="59856" y="8662"/>
                  </a:lnTo>
                  <a:lnTo>
                    <a:pt x="58281" y="6038"/>
                  </a:lnTo>
                  <a:lnTo>
                    <a:pt x="58254" y="5541"/>
                  </a:lnTo>
                  <a:lnTo>
                    <a:pt x="58453" y="5141"/>
                  </a:lnTo>
                  <a:lnTo>
                    <a:pt x="59563" y="5098"/>
                  </a:lnTo>
                  <a:lnTo>
                    <a:pt x="62145" y="5338"/>
                  </a:lnTo>
                  <a:lnTo>
                    <a:pt x="62969" y="5746"/>
                  </a:lnTo>
                  <a:lnTo>
                    <a:pt x="64724" y="7349"/>
                  </a:lnTo>
                  <a:lnTo>
                    <a:pt x="65217" y="7736"/>
                  </a:lnTo>
                  <a:lnTo>
                    <a:pt x="65518" y="7834"/>
                  </a:lnTo>
                  <a:lnTo>
                    <a:pt x="65626" y="7639"/>
                  </a:lnTo>
                  <a:lnTo>
                    <a:pt x="66307" y="7342"/>
                  </a:lnTo>
                  <a:lnTo>
                    <a:pt x="66778" y="6981"/>
                  </a:lnTo>
                  <a:lnTo>
                    <a:pt x="67563" y="6098"/>
                  </a:lnTo>
                  <a:lnTo>
                    <a:pt x="69278" y="4508"/>
                  </a:lnTo>
                  <a:lnTo>
                    <a:pt x="69634" y="4461"/>
                  </a:lnTo>
                  <a:lnTo>
                    <a:pt x="70135" y="4586"/>
                  </a:lnTo>
                  <a:lnTo>
                    <a:pt x="71014" y="5003"/>
                  </a:lnTo>
                  <a:lnTo>
                    <a:pt x="71431" y="5336"/>
                  </a:lnTo>
                  <a:lnTo>
                    <a:pt x="72258" y="5590"/>
                  </a:lnTo>
                  <a:lnTo>
                    <a:pt x="73105" y="5501"/>
                  </a:lnTo>
                  <a:lnTo>
                    <a:pt x="74276" y="4944"/>
                  </a:lnTo>
                  <a:lnTo>
                    <a:pt x="75598" y="4604"/>
                  </a:lnTo>
                  <a:lnTo>
                    <a:pt x="76051" y="3815"/>
                  </a:lnTo>
                  <a:lnTo>
                    <a:pt x="76136" y="3455"/>
                  </a:lnTo>
                  <a:lnTo>
                    <a:pt x="75071" y="1106"/>
                  </a:lnTo>
                  <a:lnTo>
                    <a:pt x="75519" y="626"/>
                  </a:lnTo>
                  <a:lnTo>
                    <a:pt x="77828" y="44"/>
                  </a:lnTo>
                  <a:lnTo>
                    <a:pt x="79847" y="0"/>
                  </a:lnTo>
                  <a:lnTo>
                    <a:pt x="80324" y="159"/>
                  </a:lnTo>
                  <a:lnTo>
                    <a:pt x="81597" y="1300"/>
                  </a:lnTo>
                  <a:lnTo>
                    <a:pt x="82459" y="1874"/>
                  </a:lnTo>
                  <a:lnTo>
                    <a:pt x="82894" y="2335"/>
                  </a:lnTo>
                  <a:lnTo>
                    <a:pt x="82998" y="3352"/>
                  </a:lnTo>
                  <a:lnTo>
                    <a:pt x="83523" y="372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4346555" y="1952251"/>
              <a:ext cx="15782" cy="55155"/>
            </a:xfrm>
            <a:custGeom>
              <a:avLst/>
              <a:pathLst>
                <a:path w="15782" h="55155">
                  <a:moveTo>
                    <a:pt x="14588" y="9719"/>
                  </a:moveTo>
                  <a:lnTo>
                    <a:pt x="14088" y="9802"/>
                  </a:lnTo>
                  <a:lnTo>
                    <a:pt x="12922" y="10456"/>
                  </a:lnTo>
                  <a:lnTo>
                    <a:pt x="12764" y="10652"/>
                  </a:lnTo>
                  <a:lnTo>
                    <a:pt x="12559" y="11030"/>
                  </a:lnTo>
                  <a:lnTo>
                    <a:pt x="12523" y="11323"/>
                  </a:lnTo>
                  <a:lnTo>
                    <a:pt x="12357" y="14453"/>
                  </a:lnTo>
                  <a:lnTo>
                    <a:pt x="11722" y="14367"/>
                  </a:lnTo>
                  <a:lnTo>
                    <a:pt x="10949" y="13684"/>
                  </a:lnTo>
                  <a:lnTo>
                    <a:pt x="10798" y="13093"/>
                  </a:lnTo>
                  <a:lnTo>
                    <a:pt x="10565" y="12891"/>
                  </a:lnTo>
                  <a:lnTo>
                    <a:pt x="10014" y="12815"/>
                  </a:lnTo>
                  <a:lnTo>
                    <a:pt x="8968" y="12515"/>
                  </a:lnTo>
                  <a:lnTo>
                    <a:pt x="7755" y="13547"/>
                  </a:lnTo>
                  <a:lnTo>
                    <a:pt x="7239" y="15252"/>
                  </a:lnTo>
                  <a:lnTo>
                    <a:pt x="7135" y="16049"/>
                  </a:lnTo>
                  <a:lnTo>
                    <a:pt x="6723" y="17724"/>
                  </a:lnTo>
                  <a:lnTo>
                    <a:pt x="6869" y="18754"/>
                  </a:lnTo>
                  <a:lnTo>
                    <a:pt x="6939" y="20086"/>
                  </a:lnTo>
                  <a:lnTo>
                    <a:pt x="7042" y="21179"/>
                  </a:lnTo>
                  <a:lnTo>
                    <a:pt x="6934" y="21833"/>
                  </a:lnTo>
                  <a:lnTo>
                    <a:pt x="6702" y="22183"/>
                  </a:lnTo>
                  <a:lnTo>
                    <a:pt x="6772" y="22433"/>
                  </a:lnTo>
                  <a:lnTo>
                    <a:pt x="6979" y="22524"/>
                  </a:lnTo>
                  <a:lnTo>
                    <a:pt x="7643" y="22230"/>
                  </a:lnTo>
                  <a:lnTo>
                    <a:pt x="8342" y="22525"/>
                  </a:lnTo>
                  <a:lnTo>
                    <a:pt x="9013" y="23089"/>
                  </a:lnTo>
                  <a:lnTo>
                    <a:pt x="9067" y="23456"/>
                  </a:lnTo>
                  <a:lnTo>
                    <a:pt x="8591" y="23673"/>
                  </a:lnTo>
                  <a:lnTo>
                    <a:pt x="7467" y="24527"/>
                  </a:lnTo>
                  <a:lnTo>
                    <a:pt x="6676" y="25516"/>
                  </a:lnTo>
                  <a:lnTo>
                    <a:pt x="6470" y="26433"/>
                  </a:lnTo>
                  <a:lnTo>
                    <a:pt x="5936" y="28382"/>
                  </a:lnTo>
                  <a:lnTo>
                    <a:pt x="6009" y="28782"/>
                  </a:lnTo>
                  <a:lnTo>
                    <a:pt x="6267" y="29017"/>
                  </a:lnTo>
                  <a:lnTo>
                    <a:pt x="8097" y="28809"/>
                  </a:lnTo>
                  <a:lnTo>
                    <a:pt x="9757" y="28020"/>
                  </a:lnTo>
                  <a:lnTo>
                    <a:pt x="11006" y="27181"/>
                  </a:lnTo>
                  <a:lnTo>
                    <a:pt x="11402" y="27232"/>
                  </a:lnTo>
                  <a:lnTo>
                    <a:pt x="11146" y="29386"/>
                  </a:lnTo>
                  <a:lnTo>
                    <a:pt x="10930" y="30702"/>
                  </a:lnTo>
                  <a:lnTo>
                    <a:pt x="11015" y="30926"/>
                  </a:lnTo>
                  <a:lnTo>
                    <a:pt x="11295" y="32070"/>
                  </a:lnTo>
                  <a:lnTo>
                    <a:pt x="10763" y="34164"/>
                  </a:lnTo>
                  <a:lnTo>
                    <a:pt x="10168" y="35867"/>
                  </a:lnTo>
                  <a:lnTo>
                    <a:pt x="9957" y="36675"/>
                  </a:lnTo>
                  <a:lnTo>
                    <a:pt x="9378" y="38471"/>
                  </a:lnTo>
                  <a:lnTo>
                    <a:pt x="8786" y="40557"/>
                  </a:lnTo>
                  <a:lnTo>
                    <a:pt x="8470" y="41994"/>
                  </a:lnTo>
                  <a:lnTo>
                    <a:pt x="8541" y="42504"/>
                  </a:lnTo>
                  <a:lnTo>
                    <a:pt x="8394" y="45141"/>
                  </a:lnTo>
                  <a:lnTo>
                    <a:pt x="8479" y="45889"/>
                  </a:lnTo>
                  <a:lnTo>
                    <a:pt x="7784" y="48173"/>
                  </a:lnTo>
                  <a:lnTo>
                    <a:pt x="7645" y="49303"/>
                  </a:lnTo>
                  <a:lnTo>
                    <a:pt x="7366" y="50835"/>
                  </a:lnTo>
                  <a:lnTo>
                    <a:pt x="6888" y="54071"/>
                  </a:lnTo>
                  <a:lnTo>
                    <a:pt x="6234" y="55155"/>
                  </a:lnTo>
                  <a:lnTo>
                    <a:pt x="5908" y="53947"/>
                  </a:lnTo>
                  <a:lnTo>
                    <a:pt x="5163" y="50486"/>
                  </a:lnTo>
                  <a:lnTo>
                    <a:pt x="4633" y="48116"/>
                  </a:lnTo>
                  <a:lnTo>
                    <a:pt x="3909" y="45195"/>
                  </a:lnTo>
                  <a:lnTo>
                    <a:pt x="2690" y="41644"/>
                  </a:lnTo>
                  <a:lnTo>
                    <a:pt x="2577" y="40788"/>
                  </a:lnTo>
                  <a:lnTo>
                    <a:pt x="2314" y="39548"/>
                  </a:lnTo>
                  <a:lnTo>
                    <a:pt x="1472" y="36318"/>
                  </a:lnTo>
                  <a:lnTo>
                    <a:pt x="787" y="33987"/>
                  </a:lnTo>
                  <a:lnTo>
                    <a:pt x="0" y="31012"/>
                  </a:lnTo>
                  <a:lnTo>
                    <a:pt x="974" y="29831"/>
                  </a:lnTo>
                  <a:lnTo>
                    <a:pt x="992" y="28858"/>
                  </a:lnTo>
                  <a:lnTo>
                    <a:pt x="2651" y="26586"/>
                  </a:lnTo>
                  <a:lnTo>
                    <a:pt x="2637" y="26362"/>
                  </a:lnTo>
                  <a:lnTo>
                    <a:pt x="2258" y="25656"/>
                  </a:lnTo>
                  <a:lnTo>
                    <a:pt x="4097" y="21424"/>
                  </a:lnTo>
                  <a:lnTo>
                    <a:pt x="5283" y="17231"/>
                  </a:lnTo>
                  <a:lnTo>
                    <a:pt x="6400" y="11404"/>
                  </a:lnTo>
                  <a:lnTo>
                    <a:pt x="7195" y="8440"/>
                  </a:lnTo>
                  <a:lnTo>
                    <a:pt x="7868" y="6479"/>
                  </a:lnTo>
                  <a:lnTo>
                    <a:pt x="8167" y="4854"/>
                  </a:lnTo>
                  <a:lnTo>
                    <a:pt x="9252" y="4738"/>
                  </a:lnTo>
                  <a:lnTo>
                    <a:pt x="10062" y="4912"/>
                  </a:lnTo>
                  <a:lnTo>
                    <a:pt x="11030" y="4966"/>
                  </a:lnTo>
                  <a:lnTo>
                    <a:pt x="11805" y="4355"/>
                  </a:lnTo>
                  <a:lnTo>
                    <a:pt x="12178" y="2528"/>
                  </a:lnTo>
                  <a:lnTo>
                    <a:pt x="12620" y="2235"/>
                  </a:lnTo>
                  <a:lnTo>
                    <a:pt x="12844" y="2665"/>
                  </a:lnTo>
                  <a:lnTo>
                    <a:pt x="13074" y="2185"/>
                  </a:lnTo>
                  <a:lnTo>
                    <a:pt x="14088" y="1382"/>
                  </a:lnTo>
                  <a:lnTo>
                    <a:pt x="14590" y="864"/>
                  </a:lnTo>
                  <a:lnTo>
                    <a:pt x="15093" y="224"/>
                  </a:lnTo>
                  <a:lnTo>
                    <a:pt x="15362" y="0"/>
                  </a:lnTo>
                  <a:lnTo>
                    <a:pt x="15196" y="854"/>
                  </a:lnTo>
                  <a:lnTo>
                    <a:pt x="15059" y="1411"/>
                  </a:lnTo>
                  <a:lnTo>
                    <a:pt x="15058" y="2141"/>
                  </a:lnTo>
                  <a:lnTo>
                    <a:pt x="15264" y="2540"/>
                  </a:lnTo>
                  <a:lnTo>
                    <a:pt x="15545" y="3337"/>
                  </a:lnTo>
                  <a:lnTo>
                    <a:pt x="15717" y="4129"/>
                  </a:lnTo>
                  <a:lnTo>
                    <a:pt x="15352" y="4786"/>
                  </a:lnTo>
                  <a:lnTo>
                    <a:pt x="15387" y="5472"/>
                  </a:lnTo>
                  <a:lnTo>
                    <a:pt x="15484" y="6048"/>
                  </a:lnTo>
                  <a:lnTo>
                    <a:pt x="15782" y="6724"/>
                  </a:lnTo>
                  <a:lnTo>
                    <a:pt x="15246" y="7941"/>
                  </a:lnTo>
                  <a:lnTo>
                    <a:pt x="14722" y="905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4135495" y="1904670"/>
              <a:ext cx="1086" cy="1353"/>
            </a:xfrm>
            <a:custGeom>
              <a:avLst/>
              <a:pathLst>
                <a:path w="1086" h="1353">
                  <a:moveTo>
                    <a:pt x="1086" y="1200"/>
                  </a:moveTo>
                  <a:lnTo>
                    <a:pt x="632" y="1353"/>
                  </a:lnTo>
                  <a:lnTo>
                    <a:pt x="39" y="874"/>
                  </a:lnTo>
                  <a:lnTo>
                    <a:pt x="0" y="201"/>
                  </a:lnTo>
                  <a:lnTo>
                    <a:pt x="109" y="0"/>
                  </a:lnTo>
                  <a:lnTo>
                    <a:pt x="830" y="308"/>
                  </a:lnTo>
                  <a:lnTo>
                    <a:pt x="1056" y="93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4140217" y="1884406"/>
              <a:ext cx="30266" cy="22428"/>
            </a:xfrm>
            <a:custGeom>
              <a:avLst/>
              <a:pathLst>
                <a:path w="30266" h="22428">
                  <a:moveTo>
                    <a:pt x="29716" y="1054"/>
                  </a:moveTo>
                  <a:lnTo>
                    <a:pt x="29076" y="2639"/>
                  </a:lnTo>
                  <a:lnTo>
                    <a:pt x="28762" y="3249"/>
                  </a:lnTo>
                  <a:lnTo>
                    <a:pt x="26480" y="7128"/>
                  </a:lnTo>
                  <a:lnTo>
                    <a:pt x="26218" y="8024"/>
                  </a:lnTo>
                  <a:lnTo>
                    <a:pt x="26057" y="8998"/>
                  </a:lnTo>
                  <a:lnTo>
                    <a:pt x="25821" y="9852"/>
                  </a:lnTo>
                  <a:lnTo>
                    <a:pt x="25501" y="10656"/>
                  </a:lnTo>
                  <a:lnTo>
                    <a:pt x="25203" y="11678"/>
                  </a:lnTo>
                  <a:lnTo>
                    <a:pt x="25261" y="12837"/>
                  </a:lnTo>
                  <a:lnTo>
                    <a:pt x="25368" y="13406"/>
                  </a:lnTo>
                  <a:lnTo>
                    <a:pt x="25643" y="13778"/>
                  </a:lnTo>
                  <a:lnTo>
                    <a:pt x="26093" y="14129"/>
                  </a:lnTo>
                  <a:lnTo>
                    <a:pt x="26440" y="14667"/>
                  </a:lnTo>
                  <a:lnTo>
                    <a:pt x="25909" y="15157"/>
                  </a:lnTo>
                  <a:lnTo>
                    <a:pt x="26494" y="16140"/>
                  </a:lnTo>
                  <a:lnTo>
                    <a:pt x="26992" y="16723"/>
                  </a:lnTo>
                  <a:lnTo>
                    <a:pt x="27059" y="17305"/>
                  </a:lnTo>
                  <a:lnTo>
                    <a:pt x="27048" y="17889"/>
                  </a:lnTo>
                  <a:lnTo>
                    <a:pt x="26013" y="18984"/>
                  </a:lnTo>
                  <a:lnTo>
                    <a:pt x="25608" y="19586"/>
                  </a:lnTo>
                  <a:lnTo>
                    <a:pt x="25357" y="20317"/>
                  </a:lnTo>
                  <a:lnTo>
                    <a:pt x="25248" y="21070"/>
                  </a:lnTo>
                  <a:lnTo>
                    <a:pt x="25362" y="21750"/>
                  </a:lnTo>
                  <a:lnTo>
                    <a:pt x="25327" y="22428"/>
                  </a:lnTo>
                  <a:lnTo>
                    <a:pt x="24284" y="22344"/>
                  </a:lnTo>
                  <a:lnTo>
                    <a:pt x="23217" y="21931"/>
                  </a:lnTo>
                  <a:lnTo>
                    <a:pt x="22142" y="22114"/>
                  </a:lnTo>
                  <a:lnTo>
                    <a:pt x="20613" y="21330"/>
                  </a:lnTo>
                  <a:lnTo>
                    <a:pt x="20056" y="21188"/>
                  </a:lnTo>
                  <a:lnTo>
                    <a:pt x="19548" y="20882"/>
                  </a:lnTo>
                  <a:lnTo>
                    <a:pt x="18275" y="18453"/>
                  </a:lnTo>
                  <a:lnTo>
                    <a:pt x="17252" y="17427"/>
                  </a:lnTo>
                  <a:lnTo>
                    <a:pt x="16153" y="16629"/>
                  </a:lnTo>
                  <a:lnTo>
                    <a:pt x="15031" y="16580"/>
                  </a:lnTo>
                  <a:lnTo>
                    <a:pt x="13906" y="16671"/>
                  </a:lnTo>
                  <a:lnTo>
                    <a:pt x="12914" y="16179"/>
                  </a:lnTo>
                  <a:lnTo>
                    <a:pt x="10894" y="14530"/>
                  </a:lnTo>
                  <a:lnTo>
                    <a:pt x="8754" y="13210"/>
                  </a:lnTo>
                  <a:lnTo>
                    <a:pt x="7846" y="12351"/>
                  </a:lnTo>
                  <a:lnTo>
                    <a:pt x="7431" y="11773"/>
                  </a:lnTo>
                  <a:lnTo>
                    <a:pt x="6947" y="11389"/>
                  </a:lnTo>
                  <a:lnTo>
                    <a:pt x="5721" y="11009"/>
                  </a:lnTo>
                  <a:lnTo>
                    <a:pt x="4622" y="10117"/>
                  </a:lnTo>
                  <a:lnTo>
                    <a:pt x="4121" y="10052"/>
                  </a:lnTo>
                  <a:lnTo>
                    <a:pt x="3044" y="10161"/>
                  </a:lnTo>
                  <a:lnTo>
                    <a:pt x="2492" y="10099"/>
                  </a:lnTo>
                  <a:lnTo>
                    <a:pt x="1936" y="9785"/>
                  </a:lnTo>
                  <a:lnTo>
                    <a:pt x="862" y="8736"/>
                  </a:lnTo>
                  <a:lnTo>
                    <a:pt x="178" y="7282"/>
                  </a:lnTo>
                  <a:lnTo>
                    <a:pt x="0" y="6640"/>
                  </a:lnTo>
                  <a:lnTo>
                    <a:pt x="485" y="4981"/>
                  </a:lnTo>
                  <a:lnTo>
                    <a:pt x="1060" y="3388"/>
                  </a:lnTo>
                  <a:lnTo>
                    <a:pt x="1571" y="2942"/>
                  </a:lnTo>
                  <a:lnTo>
                    <a:pt x="2164" y="2622"/>
                  </a:lnTo>
                  <a:lnTo>
                    <a:pt x="2524" y="2150"/>
                  </a:lnTo>
                  <a:lnTo>
                    <a:pt x="2827" y="1573"/>
                  </a:lnTo>
                  <a:lnTo>
                    <a:pt x="3927" y="3238"/>
                  </a:lnTo>
                  <a:lnTo>
                    <a:pt x="4419" y="3640"/>
                  </a:lnTo>
                  <a:lnTo>
                    <a:pt x="4918" y="3550"/>
                  </a:lnTo>
                  <a:lnTo>
                    <a:pt x="5803" y="2954"/>
                  </a:lnTo>
                  <a:lnTo>
                    <a:pt x="5877" y="2301"/>
                  </a:lnTo>
                  <a:lnTo>
                    <a:pt x="6853" y="1472"/>
                  </a:lnTo>
                  <a:lnTo>
                    <a:pt x="8094" y="1456"/>
                  </a:lnTo>
                  <a:lnTo>
                    <a:pt x="8667" y="1609"/>
                  </a:lnTo>
                  <a:lnTo>
                    <a:pt x="8968" y="2358"/>
                  </a:lnTo>
                  <a:lnTo>
                    <a:pt x="9441" y="2589"/>
                  </a:lnTo>
                  <a:lnTo>
                    <a:pt x="9988" y="2688"/>
                  </a:lnTo>
                  <a:lnTo>
                    <a:pt x="11788" y="4116"/>
                  </a:lnTo>
                  <a:lnTo>
                    <a:pt x="12292" y="4349"/>
                  </a:lnTo>
                  <a:lnTo>
                    <a:pt x="12803" y="4389"/>
                  </a:lnTo>
                  <a:lnTo>
                    <a:pt x="14201" y="3790"/>
                  </a:lnTo>
                  <a:lnTo>
                    <a:pt x="15274" y="3561"/>
                  </a:lnTo>
                  <a:lnTo>
                    <a:pt x="17522" y="3892"/>
                  </a:lnTo>
                  <a:lnTo>
                    <a:pt x="18738" y="3533"/>
                  </a:lnTo>
                  <a:lnTo>
                    <a:pt x="19587" y="3492"/>
                  </a:lnTo>
                  <a:lnTo>
                    <a:pt x="20824" y="2940"/>
                  </a:lnTo>
                  <a:lnTo>
                    <a:pt x="21775" y="2024"/>
                  </a:lnTo>
                  <a:lnTo>
                    <a:pt x="22271" y="1797"/>
                  </a:lnTo>
                  <a:lnTo>
                    <a:pt x="22803" y="1732"/>
                  </a:lnTo>
                  <a:lnTo>
                    <a:pt x="24090" y="1789"/>
                  </a:lnTo>
                  <a:lnTo>
                    <a:pt x="25385" y="1996"/>
                  </a:lnTo>
                  <a:lnTo>
                    <a:pt x="25927" y="1782"/>
                  </a:lnTo>
                  <a:lnTo>
                    <a:pt x="26381" y="1183"/>
                  </a:lnTo>
                  <a:lnTo>
                    <a:pt x="26906" y="913"/>
                  </a:lnTo>
                  <a:lnTo>
                    <a:pt x="27485" y="1095"/>
                  </a:lnTo>
                  <a:lnTo>
                    <a:pt x="28980" y="70"/>
                  </a:lnTo>
                  <a:lnTo>
                    <a:pt x="29638" y="0"/>
                  </a:lnTo>
                  <a:lnTo>
                    <a:pt x="30266" y="39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4101646" y="1872969"/>
              <a:ext cx="1138" cy="2054"/>
            </a:xfrm>
            <a:custGeom>
              <a:avLst/>
              <a:pathLst>
                <a:path w="1138" h="2054">
                  <a:moveTo>
                    <a:pt x="1138" y="674"/>
                  </a:moveTo>
                  <a:lnTo>
                    <a:pt x="594" y="2054"/>
                  </a:lnTo>
                  <a:lnTo>
                    <a:pt x="22" y="1077"/>
                  </a:lnTo>
                  <a:lnTo>
                    <a:pt x="0" y="239"/>
                  </a:lnTo>
                  <a:lnTo>
                    <a:pt x="77" y="0"/>
                  </a:lnTo>
                  <a:lnTo>
                    <a:pt x="776" y="35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4153633" y="1850012"/>
              <a:ext cx="1027" cy="904"/>
            </a:xfrm>
            <a:custGeom>
              <a:avLst/>
              <a:pathLst>
                <a:path w="1027" h="904">
                  <a:moveTo>
                    <a:pt x="801" y="783"/>
                  </a:moveTo>
                  <a:lnTo>
                    <a:pt x="379" y="904"/>
                  </a:lnTo>
                  <a:lnTo>
                    <a:pt x="133" y="740"/>
                  </a:lnTo>
                  <a:lnTo>
                    <a:pt x="0" y="526"/>
                  </a:lnTo>
                  <a:lnTo>
                    <a:pt x="167" y="0"/>
                  </a:lnTo>
                  <a:lnTo>
                    <a:pt x="1027" y="312"/>
                  </a:lnTo>
                  <a:lnTo>
                    <a:pt x="1015" y="60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4100199" y="1844990"/>
              <a:ext cx="1306" cy="1781"/>
            </a:xfrm>
            <a:custGeom>
              <a:avLst/>
              <a:pathLst>
                <a:path w="1306" h="1781">
                  <a:moveTo>
                    <a:pt x="760" y="1144"/>
                  </a:moveTo>
                  <a:lnTo>
                    <a:pt x="445" y="1781"/>
                  </a:lnTo>
                  <a:lnTo>
                    <a:pt x="0" y="1735"/>
                  </a:lnTo>
                  <a:lnTo>
                    <a:pt x="173" y="1263"/>
                  </a:lnTo>
                  <a:lnTo>
                    <a:pt x="583" y="317"/>
                  </a:lnTo>
                  <a:lnTo>
                    <a:pt x="1083" y="0"/>
                  </a:lnTo>
                  <a:lnTo>
                    <a:pt x="1306" y="282"/>
                  </a:lnTo>
                  <a:lnTo>
                    <a:pt x="1071" y="82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4099965" y="1843104"/>
              <a:ext cx="15368" cy="32741"/>
            </a:xfrm>
            <a:custGeom>
              <a:avLst/>
              <a:pathLst>
                <a:path w="15368" h="32741">
                  <a:moveTo>
                    <a:pt x="13729" y="5231"/>
                  </a:moveTo>
                  <a:lnTo>
                    <a:pt x="14202" y="6122"/>
                  </a:lnTo>
                  <a:lnTo>
                    <a:pt x="15264" y="9775"/>
                  </a:lnTo>
                  <a:lnTo>
                    <a:pt x="15368" y="10565"/>
                  </a:lnTo>
                  <a:lnTo>
                    <a:pt x="15155" y="11375"/>
                  </a:lnTo>
                  <a:lnTo>
                    <a:pt x="14885" y="11950"/>
                  </a:lnTo>
                  <a:lnTo>
                    <a:pt x="13832" y="13789"/>
                  </a:lnTo>
                  <a:lnTo>
                    <a:pt x="13988" y="15312"/>
                  </a:lnTo>
                  <a:lnTo>
                    <a:pt x="14379" y="16253"/>
                  </a:lnTo>
                  <a:lnTo>
                    <a:pt x="14436" y="17295"/>
                  </a:lnTo>
                  <a:lnTo>
                    <a:pt x="14240" y="18588"/>
                  </a:lnTo>
                  <a:lnTo>
                    <a:pt x="13586" y="26538"/>
                  </a:lnTo>
                  <a:lnTo>
                    <a:pt x="13270" y="27944"/>
                  </a:lnTo>
                  <a:lnTo>
                    <a:pt x="13071" y="29165"/>
                  </a:lnTo>
                  <a:lnTo>
                    <a:pt x="12350" y="29535"/>
                  </a:lnTo>
                  <a:lnTo>
                    <a:pt x="11421" y="29144"/>
                  </a:lnTo>
                  <a:lnTo>
                    <a:pt x="10248" y="28457"/>
                  </a:lnTo>
                  <a:lnTo>
                    <a:pt x="9707" y="28499"/>
                  </a:lnTo>
                  <a:lnTo>
                    <a:pt x="9162" y="28734"/>
                  </a:lnTo>
                  <a:lnTo>
                    <a:pt x="8712" y="28534"/>
                  </a:lnTo>
                  <a:lnTo>
                    <a:pt x="8282" y="28145"/>
                  </a:lnTo>
                  <a:lnTo>
                    <a:pt x="7964" y="30878"/>
                  </a:lnTo>
                  <a:lnTo>
                    <a:pt x="7433" y="31987"/>
                  </a:lnTo>
                  <a:lnTo>
                    <a:pt x="6627" y="32696"/>
                  </a:lnTo>
                  <a:lnTo>
                    <a:pt x="5868" y="32741"/>
                  </a:lnTo>
                  <a:lnTo>
                    <a:pt x="5087" y="32503"/>
                  </a:lnTo>
                  <a:lnTo>
                    <a:pt x="4424" y="32505"/>
                  </a:lnTo>
                  <a:lnTo>
                    <a:pt x="3921" y="31979"/>
                  </a:lnTo>
                  <a:lnTo>
                    <a:pt x="3523" y="31058"/>
                  </a:lnTo>
                  <a:lnTo>
                    <a:pt x="2889" y="29940"/>
                  </a:lnTo>
                  <a:lnTo>
                    <a:pt x="2245" y="28612"/>
                  </a:lnTo>
                  <a:lnTo>
                    <a:pt x="2174" y="27411"/>
                  </a:lnTo>
                  <a:lnTo>
                    <a:pt x="2064" y="24764"/>
                  </a:lnTo>
                  <a:lnTo>
                    <a:pt x="2249" y="24186"/>
                  </a:lnTo>
                  <a:lnTo>
                    <a:pt x="2518" y="23631"/>
                  </a:lnTo>
                  <a:lnTo>
                    <a:pt x="2650" y="22447"/>
                  </a:lnTo>
                  <a:lnTo>
                    <a:pt x="2557" y="21415"/>
                  </a:lnTo>
                  <a:lnTo>
                    <a:pt x="2745" y="21047"/>
                  </a:lnTo>
                  <a:lnTo>
                    <a:pt x="3120" y="21415"/>
                  </a:lnTo>
                  <a:lnTo>
                    <a:pt x="3402" y="21277"/>
                  </a:lnTo>
                  <a:lnTo>
                    <a:pt x="3385" y="20746"/>
                  </a:lnTo>
                  <a:lnTo>
                    <a:pt x="3471" y="19776"/>
                  </a:lnTo>
                  <a:lnTo>
                    <a:pt x="2980" y="18963"/>
                  </a:lnTo>
                  <a:lnTo>
                    <a:pt x="2147" y="18687"/>
                  </a:lnTo>
                  <a:lnTo>
                    <a:pt x="2066" y="17838"/>
                  </a:lnTo>
                  <a:lnTo>
                    <a:pt x="2154" y="17008"/>
                  </a:lnTo>
                  <a:lnTo>
                    <a:pt x="2594" y="16451"/>
                  </a:lnTo>
                  <a:lnTo>
                    <a:pt x="2743" y="15710"/>
                  </a:lnTo>
                  <a:lnTo>
                    <a:pt x="2747" y="13451"/>
                  </a:lnTo>
                  <a:lnTo>
                    <a:pt x="2160" y="12619"/>
                  </a:lnTo>
                  <a:lnTo>
                    <a:pt x="1934" y="11359"/>
                  </a:lnTo>
                  <a:lnTo>
                    <a:pt x="1630" y="10552"/>
                  </a:lnTo>
                  <a:lnTo>
                    <a:pt x="1084" y="9741"/>
                  </a:lnTo>
                  <a:lnTo>
                    <a:pt x="467" y="9081"/>
                  </a:lnTo>
                  <a:lnTo>
                    <a:pt x="85" y="8445"/>
                  </a:lnTo>
                  <a:lnTo>
                    <a:pt x="0" y="6779"/>
                  </a:lnTo>
                  <a:lnTo>
                    <a:pt x="217" y="5389"/>
                  </a:lnTo>
                  <a:lnTo>
                    <a:pt x="410" y="4794"/>
                  </a:lnTo>
                  <a:lnTo>
                    <a:pt x="608" y="4882"/>
                  </a:lnTo>
                  <a:lnTo>
                    <a:pt x="1223" y="5573"/>
                  </a:lnTo>
                  <a:lnTo>
                    <a:pt x="1725" y="5729"/>
                  </a:lnTo>
                  <a:lnTo>
                    <a:pt x="2720" y="5896"/>
                  </a:lnTo>
                  <a:lnTo>
                    <a:pt x="3699" y="5675"/>
                  </a:lnTo>
                  <a:lnTo>
                    <a:pt x="4901" y="5046"/>
                  </a:lnTo>
                  <a:lnTo>
                    <a:pt x="6058" y="4284"/>
                  </a:lnTo>
                  <a:lnTo>
                    <a:pt x="7732" y="2046"/>
                  </a:lnTo>
                  <a:lnTo>
                    <a:pt x="8764" y="1592"/>
                  </a:lnTo>
                  <a:lnTo>
                    <a:pt x="9292" y="1003"/>
                  </a:lnTo>
                  <a:lnTo>
                    <a:pt x="9472" y="207"/>
                  </a:lnTo>
                  <a:lnTo>
                    <a:pt x="9910" y="0"/>
                  </a:lnTo>
                  <a:lnTo>
                    <a:pt x="10427" y="772"/>
                  </a:lnTo>
                  <a:lnTo>
                    <a:pt x="11068" y="853"/>
                  </a:lnTo>
                  <a:lnTo>
                    <a:pt x="12056" y="1491"/>
                  </a:lnTo>
                  <a:lnTo>
                    <a:pt x="12481" y="2102"/>
                  </a:lnTo>
                  <a:lnTo>
                    <a:pt x="12846" y="2837"/>
                  </a:lnTo>
                  <a:lnTo>
                    <a:pt x="13196" y="3160"/>
                  </a:lnTo>
                  <a:lnTo>
                    <a:pt x="13571" y="3344"/>
                  </a:lnTo>
                  <a:lnTo>
                    <a:pt x="13626" y="3517"/>
                  </a:lnTo>
                  <a:lnTo>
                    <a:pt x="13329" y="3690"/>
                  </a:lnTo>
                  <a:lnTo>
                    <a:pt x="12988" y="4532"/>
                  </a:lnTo>
                  <a:lnTo>
                    <a:pt x="13180" y="477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4118214" y="1820772"/>
              <a:ext cx="3050" cy="2022"/>
            </a:xfrm>
            <a:custGeom>
              <a:avLst/>
              <a:pathLst>
                <a:path w="3050" h="2022">
                  <a:moveTo>
                    <a:pt x="2699" y="0"/>
                  </a:moveTo>
                  <a:lnTo>
                    <a:pt x="3013" y="543"/>
                  </a:lnTo>
                  <a:lnTo>
                    <a:pt x="3050" y="858"/>
                  </a:lnTo>
                  <a:lnTo>
                    <a:pt x="2840" y="1215"/>
                  </a:lnTo>
                  <a:lnTo>
                    <a:pt x="2928" y="2022"/>
                  </a:lnTo>
                  <a:lnTo>
                    <a:pt x="2136" y="1353"/>
                  </a:lnTo>
                  <a:lnTo>
                    <a:pt x="938" y="1691"/>
                  </a:lnTo>
                  <a:lnTo>
                    <a:pt x="203" y="1619"/>
                  </a:lnTo>
                  <a:lnTo>
                    <a:pt x="0" y="1019"/>
                  </a:lnTo>
                  <a:lnTo>
                    <a:pt x="168" y="667"/>
                  </a:lnTo>
                  <a:lnTo>
                    <a:pt x="1310" y="591"/>
                  </a:lnTo>
                  <a:lnTo>
                    <a:pt x="1664" y="419"/>
                  </a:lnTo>
                  <a:lnTo>
                    <a:pt x="2357" y="49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4085271" y="1761857"/>
              <a:ext cx="112187" cy="127525"/>
            </a:xfrm>
            <a:custGeom>
              <a:avLst/>
              <a:pathLst>
                <a:path w="112187" h="127525">
                  <a:moveTo>
                    <a:pt x="66909" y="7836"/>
                  </a:moveTo>
                  <a:lnTo>
                    <a:pt x="66717" y="8637"/>
                  </a:lnTo>
                  <a:lnTo>
                    <a:pt x="66314" y="8837"/>
                  </a:lnTo>
                  <a:lnTo>
                    <a:pt x="65615" y="9303"/>
                  </a:lnTo>
                  <a:lnTo>
                    <a:pt x="64813" y="9944"/>
                  </a:lnTo>
                  <a:lnTo>
                    <a:pt x="64066" y="10664"/>
                  </a:lnTo>
                  <a:lnTo>
                    <a:pt x="63865" y="11444"/>
                  </a:lnTo>
                  <a:lnTo>
                    <a:pt x="64067" y="11955"/>
                  </a:lnTo>
                  <a:lnTo>
                    <a:pt x="64269" y="12132"/>
                  </a:lnTo>
                  <a:lnTo>
                    <a:pt x="64542" y="11975"/>
                  </a:lnTo>
                  <a:lnTo>
                    <a:pt x="64939" y="12072"/>
                  </a:lnTo>
                  <a:lnTo>
                    <a:pt x="65440" y="12351"/>
                  </a:lnTo>
                  <a:lnTo>
                    <a:pt x="66270" y="12623"/>
                  </a:lnTo>
                  <a:lnTo>
                    <a:pt x="66293" y="12892"/>
                  </a:lnTo>
                  <a:lnTo>
                    <a:pt x="66120" y="13236"/>
                  </a:lnTo>
                  <a:lnTo>
                    <a:pt x="65471" y="13850"/>
                  </a:lnTo>
                  <a:lnTo>
                    <a:pt x="64888" y="14541"/>
                  </a:lnTo>
                  <a:lnTo>
                    <a:pt x="64830" y="14964"/>
                  </a:lnTo>
                  <a:lnTo>
                    <a:pt x="64900" y="15273"/>
                  </a:lnTo>
                  <a:lnTo>
                    <a:pt x="65104" y="15459"/>
                  </a:lnTo>
                  <a:lnTo>
                    <a:pt x="65968" y="15375"/>
                  </a:lnTo>
                  <a:lnTo>
                    <a:pt x="66095" y="15628"/>
                  </a:lnTo>
                  <a:lnTo>
                    <a:pt x="65675" y="17406"/>
                  </a:lnTo>
                  <a:lnTo>
                    <a:pt x="65806" y="17710"/>
                  </a:lnTo>
                  <a:lnTo>
                    <a:pt x="66563" y="17994"/>
                  </a:lnTo>
                  <a:lnTo>
                    <a:pt x="67114" y="18423"/>
                  </a:lnTo>
                  <a:lnTo>
                    <a:pt x="68150" y="19550"/>
                  </a:lnTo>
                  <a:lnTo>
                    <a:pt x="68562" y="20465"/>
                  </a:lnTo>
                  <a:lnTo>
                    <a:pt x="68278" y="20771"/>
                  </a:lnTo>
                  <a:lnTo>
                    <a:pt x="67628" y="20923"/>
                  </a:lnTo>
                  <a:lnTo>
                    <a:pt x="67096" y="20845"/>
                  </a:lnTo>
                  <a:lnTo>
                    <a:pt x="67697" y="20292"/>
                  </a:lnTo>
                  <a:lnTo>
                    <a:pt x="66231" y="18288"/>
                  </a:lnTo>
                  <a:lnTo>
                    <a:pt x="65567" y="18291"/>
                  </a:lnTo>
                  <a:lnTo>
                    <a:pt x="64687" y="19138"/>
                  </a:lnTo>
                  <a:lnTo>
                    <a:pt x="62238" y="18282"/>
                  </a:lnTo>
                  <a:lnTo>
                    <a:pt x="61769" y="18628"/>
                  </a:lnTo>
                  <a:lnTo>
                    <a:pt x="61423" y="19307"/>
                  </a:lnTo>
                  <a:lnTo>
                    <a:pt x="60573" y="20149"/>
                  </a:lnTo>
                  <a:lnTo>
                    <a:pt x="59369" y="20522"/>
                  </a:lnTo>
                  <a:lnTo>
                    <a:pt x="58027" y="21449"/>
                  </a:lnTo>
                  <a:lnTo>
                    <a:pt x="56613" y="22106"/>
                  </a:lnTo>
                  <a:lnTo>
                    <a:pt x="55533" y="22601"/>
                  </a:lnTo>
                  <a:lnTo>
                    <a:pt x="54914" y="22514"/>
                  </a:lnTo>
                  <a:lnTo>
                    <a:pt x="55898" y="21440"/>
                  </a:lnTo>
                  <a:lnTo>
                    <a:pt x="55478" y="21421"/>
                  </a:lnTo>
                  <a:lnTo>
                    <a:pt x="54173" y="22179"/>
                  </a:lnTo>
                  <a:lnTo>
                    <a:pt x="53421" y="22819"/>
                  </a:lnTo>
                  <a:lnTo>
                    <a:pt x="53180" y="23896"/>
                  </a:lnTo>
                  <a:lnTo>
                    <a:pt x="52961" y="25672"/>
                  </a:lnTo>
                  <a:lnTo>
                    <a:pt x="53534" y="26144"/>
                  </a:lnTo>
                  <a:lnTo>
                    <a:pt x="54539" y="28486"/>
                  </a:lnTo>
                  <a:lnTo>
                    <a:pt x="55778" y="29488"/>
                  </a:lnTo>
                  <a:lnTo>
                    <a:pt x="55536" y="30444"/>
                  </a:lnTo>
                  <a:lnTo>
                    <a:pt x="55211" y="31200"/>
                  </a:lnTo>
                  <a:lnTo>
                    <a:pt x="54463" y="31854"/>
                  </a:lnTo>
                  <a:lnTo>
                    <a:pt x="53844" y="31369"/>
                  </a:lnTo>
                  <a:lnTo>
                    <a:pt x="53464" y="31381"/>
                  </a:lnTo>
                  <a:lnTo>
                    <a:pt x="53175" y="32911"/>
                  </a:lnTo>
                  <a:lnTo>
                    <a:pt x="53711" y="36999"/>
                  </a:lnTo>
                  <a:lnTo>
                    <a:pt x="54575" y="39866"/>
                  </a:lnTo>
                  <a:lnTo>
                    <a:pt x="55431" y="41116"/>
                  </a:lnTo>
                  <a:lnTo>
                    <a:pt x="57364" y="43062"/>
                  </a:lnTo>
                  <a:lnTo>
                    <a:pt x="59407" y="44088"/>
                  </a:lnTo>
                  <a:lnTo>
                    <a:pt x="63080" y="47367"/>
                  </a:lnTo>
                  <a:lnTo>
                    <a:pt x="65094" y="48405"/>
                  </a:lnTo>
                  <a:lnTo>
                    <a:pt x="65624" y="48968"/>
                  </a:lnTo>
                  <a:lnTo>
                    <a:pt x="66845" y="51498"/>
                  </a:lnTo>
                  <a:lnTo>
                    <a:pt x="67899" y="54421"/>
                  </a:lnTo>
                  <a:lnTo>
                    <a:pt x="69037" y="59007"/>
                  </a:lnTo>
                  <a:lnTo>
                    <a:pt x="69846" y="61267"/>
                  </a:lnTo>
                  <a:lnTo>
                    <a:pt x="71476" y="63821"/>
                  </a:lnTo>
                  <a:lnTo>
                    <a:pt x="74863" y="67477"/>
                  </a:lnTo>
                  <a:lnTo>
                    <a:pt x="77941" y="70152"/>
                  </a:lnTo>
                  <a:lnTo>
                    <a:pt x="80804" y="71805"/>
                  </a:lnTo>
                  <a:lnTo>
                    <a:pt x="83039" y="72095"/>
                  </a:lnTo>
                  <a:lnTo>
                    <a:pt x="88329" y="71729"/>
                  </a:lnTo>
                  <a:lnTo>
                    <a:pt x="89251" y="71887"/>
                  </a:lnTo>
                  <a:lnTo>
                    <a:pt x="90226" y="72332"/>
                  </a:lnTo>
                  <a:lnTo>
                    <a:pt x="90458" y="73479"/>
                  </a:lnTo>
                  <a:lnTo>
                    <a:pt x="90100" y="74253"/>
                  </a:lnTo>
                  <a:lnTo>
                    <a:pt x="88987" y="75058"/>
                  </a:lnTo>
                  <a:lnTo>
                    <a:pt x="87853" y="76173"/>
                  </a:lnTo>
                  <a:lnTo>
                    <a:pt x="87727" y="77690"/>
                  </a:lnTo>
                  <a:lnTo>
                    <a:pt x="88788" y="78759"/>
                  </a:lnTo>
                  <a:lnTo>
                    <a:pt x="93890" y="81596"/>
                  </a:lnTo>
                  <a:lnTo>
                    <a:pt x="99108" y="83965"/>
                  </a:lnTo>
                  <a:lnTo>
                    <a:pt x="100733" y="85175"/>
                  </a:lnTo>
                  <a:lnTo>
                    <a:pt x="102616" y="87056"/>
                  </a:lnTo>
                  <a:lnTo>
                    <a:pt x="107164" y="89642"/>
                  </a:lnTo>
                  <a:lnTo>
                    <a:pt x="107932" y="90900"/>
                  </a:lnTo>
                  <a:lnTo>
                    <a:pt x="110696" y="93608"/>
                  </a:lnTo>
                  <a:lnTo>
                    <a:pt x="111948" y="95697"/>
                  </a:lnTo>
                  <a:lnTo>
                    <a:pt x="112187" y="97318"/>
                  </a:lnTo>
                  <a:lnTo>
                    <a:pt x="111588" y="98963"/>
                  </a:lnTo>
                  <a:lnTo>
                    <a:pt x="111313" y="100125"/>
                  </a:lnTo>
                  <a:lnTo>
                    <a:pt x="110842" y="101272"/>
                  </a:lnTo>
                  <a:lnTo>
                    <a:pt x="109665" y="100837"/>
                  </a:lnTo>
                  <a:lnTo>
                    <a:pt x="108328" y="99659"/>
                  </a:lnTo>
                  <a:lnTo>
                    <a:pt x="106313" y="94872"/>
                  </a:lnTo>
                  <a:lnTo>
                    <a:pt x="102634" y="94387"/>
                  </a:lnTo>
                  <a:lnTo>
                    <a:pt x="101874" y="94035"/>
                  </a:lnTo>
                  <a:lnTo>
                    <a:pt x="100568" y="93214"/>
                  </a:lnTo>
                  <a:lnTo>
                    <a:pt x="100489" y="92673"/>
                  </a:lnTo>
                  <a:lnTo>
                    <a:pt x="100167" y="91996"/>
                  </a:lnTo>
                  <a:lnTo>
                    <a:pt x="99832" y="91767"/>
                  </a:lnTo>
                  <a:lnTo>
                    <a:pt x="98425" y="91618"/>
                  </a:lnTo>
                  <a:lnTo>
                    <a:pt x="97450" y="92391"/>
                  </a:lnTo>
                  <a:lnTo>
                    <a:pt x="96304" y="94227"/>
                  </a:lnTo>
                  <a:lnTo>
                    <a:pt x="95004" y="96866"/>
                  </a:lnTo>
                  <a:lnTo>
                    <a:pt x="93683" y="100738"/>
                  </a:lnTo>
                  <a:lnTo>
                    <a:pt x="93606" y="102301"/>
                  </a:lnTo>
                  <a:lnTo>
                    <a:pt x="94324" y="103817"/>
                  </a:lnTo>
                  <a:lnTo>
                    <a:pt x="96467" y="104662"/>
                  </a:lnTo>
                  <a:lnTo>
                    <a:pt x="98122" y="106011"/>
                  </a:lnTo>
                  <a:lnTo>
                    <a:pt x="99213" y="107419"/>
                  </a:lnTo>
                  <a:lnTo>
                    <a:pt x="99293" y="110823"/>
                  </a:lnTo>
                  <a:lnTo>
                    <a:pt x="99781" y="112755"/>
                  </a:lnTo>
                  <a:lnTo>
                    <a:pt x="99062" y="113853"/>
                  </a:lnTo>
                  <a:lnTo>
                    <a:pt x="97670" y="113568"/>
                  </a:lnTo>
                  <a:lnTo>
                    <a:pt x="95816" y="114267"/>
                  </a:lnTo>
                  <a:lnTo>
                    <a:pt x="94503" y="115516"/>
                  </a:lnTo>
                  <a:lnTo>
                    <a:pt x="93957" y="116706"/>
                  </a:lnTo>
                  <a:lnTo>
                    <a:pt x="94101" y="119792"/>
                  </a:lnTo>
                  <a:lnTo>
                    <a:pt x="93831" y="120970"/>
                  </a:lnTo>
                  <a:lnTo>
                    <a:pt x="91341" y="123195"/>
                  </a:lnTo>
                  <a:lnTo>
                    <a:pt x="90032" y="125471"/>
                  </a:lnTo>
                  <a:lnTo>
                    <a:pt x="89707" y="126416"/>
                  </a:lnTo>
                  <a:lnTo>
                    <a:pt x="89206" y="127487"/>
                  </a:lnTo>
                  <a:lnTo>
                    <a:pt x="86062" y="127525"/>
                  </a:lnTo>
                  <a:lnTo>
                    <a:pt x="85318" y="126199"/>
                  </a:lnTo>
                  <a:lnTo>
                    <a:pt x="85292" y="124230"/>
                  </a:lnTo>
                  <a:lnTo>
                    <a:pt x="85832" y="123017"/>
                  </a:lnTo>
                  <a:lnTo>
                    <a:pt x="86988" y="122450"/>
                  </a:lnTo>
                  <a:lnTo>
                    <a:pt x="87768" y="119932"/>
                  </a:lnTo>
                  <a:lnTo>
                    <a:pt x="87523" y="118113"/>
                  </a:lnTo>
                  <a:lnTo>
                    <a:pt x="87978" y="117307"/>
                  </a:lnTo>
                  <a:lnTo>
                    <a:pt x="88407" y="116737"/>
                  </a:lnTo>
                  <a:lnTo>
                    <a:pt x="89289" y="116404"/>
                  </a:lnTo>
                  <a:lnTo>
                    <a:pt x="90530" y="116086"/>
                  </a:lnTo>
                  <a:lnTo>
                    <a:pt x="90655" y="113549"/>
                  </a:lnTo>
                  <a:lnTo>
                    <a:pt x="89685" y="112396"/>
                  </a:lnTo>
                  <a:lnTo>
                    <a:pt x="89345" y="110783"/>
                  </a:lnTo>
                  <a:lnTo>
                    <a:pt x="88892" y="107796"/>
                  </a:lnTo>
                  <a:lnTo>
                    <a:pt x="87291" y="103990"/>
                  </a:lnTo>
                  <a:lnTo>
                    <a:pt x="86433" y="100592"/>
                  </a:lnTo>
                  <a:lnTo>
                    <a:pt x="85762" y="98917"/>
                  </a:lnTo>
                  <a:lnTo>
                    <a:pt x="84744" y="98043"/>
                  </a:lnTo>
                  <a:lnTo>
                    <a:pt x="82906" y="98053"/>
                  </a:lnTo>
                  <a:lnTo>
                    <a:pt x="81994" y="97804"/>
                  </a:lnTo>
                  <a:lnTo>
                    <a:pt x="78743" y="95446"/>
                  </a:lnTo>
                  <a:lnTo>
                    <a:pt x="78517" y="95088"/>
                  </a:lnTo>
                  <a:lnTo>
                    <a:pt x="78537" y="94462"/>
                  </a:lnTo>
                  <a:lnTo>
                    <a:pt x="79077" y="93515"/>
                  </a:lnTo>
                  <a:lnTo>
                    <a:pt x="78713" y="92234"/>
                  </a:lnTo>
                  <a:lnTo>
                    <a:pt x="78327" y="91024"/>
                  </a:lnTo>
                  <a:lnTo>
                    <a:pt x="77690" y="89993"/>
                  </a:lnTo>
                  <a:lnTo>
                    <a:pt x="76991" y="89457"/>
                  </a:lnTo>
                  <a:lnTo>
                    <a:pt x="75530" y="89787"/>
                  </a:lnTo>
                  <a:lnTo>
                    <a:pt x="75016" y="90043"/>
                  </a:lnTo>
                  <a:lnTo>
                    <a:pt x="74093" y="89955"/>
                  </a:lnTo>
                  <a:lnTo>
                    <a:pt x="73368" y="90414"/>
                  </a:lnTo>
                  <a:lnTo>
                    <a:pt x="72963" y="90428"/>
                  </a:lnTo>
                  <a:lnTo>
                    <a:pt x="74104" y="88616"/>
                  </a:lnTo>
                  <a:lnTo>
                    <a:pt x="73797" y="88189"/>
                  </a:lnTo>
                  <a:lnTo>
                    <a:pt x="72669" y="87445"/>
                  </a:lnTo>
                  <a:lnTo>
                    <a:pt x="71139" y="87333"/>
                  </a:lnTo>
                  <a:lnTo>
                    <a:pt x="70715" y="87243"/>
                  </a:lnTo>
                  <a:lnTo>
                    <a:pt x="70465" y="87706"/>
                  </a:lnTo>
                  <a:lnTo>
                    <a:pt x="70167" y="87451"/>
                  </a:lnTo>
                  <a:lnTo>
                    <a:pt x="70198" y="86641"/>
                  </a:lnTo>
                  <a:lnTo>
                    <a:pt x="68420" y="83019"/>
                  </a:lnTo>
                  <a:lnTo>
                    <a:pt x="67225" y="81546"/>
                  </a:lnTo>
                  <a:lnTo>
                    <a:pt x="66622" y="81283"/>
                  </a:lnTo>
                  <a:lnTo>
                    <a:pt x="65535" y="81594"/>
                  </a:lnTo>
                  <a:lnTo>
                    <a:pt x="63710" y="80948"/>
                  </a:lnTo>
                  <a:lnTo>
                    <a:pt x="62622" y="80803"/>
                  </a:lnTo>
                  <a:lnTo>
                    <a:pt x="62021" y="80959"/>
                  </a:lnTo>
                  <a:lnTo>
                    <a:pt x="61125" y="81431"/>
                  </a:lnTo>
                  <a:lnTo>
                    <a:pt x="60674" y="81119"/>
                  </a:lnTo>
                  <a:lnTo>
                    <a:pt x="60515" y="80635"/>
                  </a:lnTo>
                  <a:lnTo>
                    <a:pt x="58860" y="79131"/>
                  </a:lnTo>
                  <a:lnTo>
                    <a:pt x="56794" y="78281"/>
                  </a:lnTo>
                  <a:lnTo>
                    <a:pt x="52771" y="73498"/>
                  </a:lnTo>
                  <a:lnTo>
                    <a:pt x="51538" y="71709"/>
                  </a:lnTo>
                  <a:lnTo>
                    <a:pt x="49000" y="69740"/>
                  </a:lnTo>
                  <a:lnTo>
                    <a:pt x="47394" y="66874"/>
                  </a:lnTo>
                  <a:lnTo>
                    <a:pt x="46080" y="65822"/>
                  </a:lnTo>
                  <a:lnTo>
                    <a:pt x="44168" y="64980"/>
                  </a:lnTo>
                  <a:lnTo>
                    <a:pt x="43727" y="65086"/>
                  </a:lnTo>
                  <a:lnTo>
                    <a:pt x="43151" y="65401"/>
                  </a:lnTo>
                  <a:lnTo>
                    <a:pt x="42701" y="65446"/>
                  </a:lnTo>
                  <a:lnTo>
                    <a:pt x="42341" y="65074"/>
                  </a:lnTo>
                  <a:lnTo>
                    <a:pt x="42706" y="64690"/>
                  </a:lnTo>
                  <a:lnTo>
                    <a:pt x="43113" y="64516"/>
                  </a:lnTo>
                  <a:lnTo>
                    <a:pt x="42952" y="63420"/>
                  </a:lnTo>
                  <a:lnTo>
                    <a:pt x="40776" y="60581"/>
                  </a:lnTo>
                  <a:lnTo>
                    <a:pt x="39502" y="59666"/>
                  </a:lnTo>
                  <a:lnTo>
                    <a:pt x="39143" y="59103"/>
                  </a:lnTo>
                  <a:lnTo>
                    <a:pt x="38877" y="58332"/>
                  </a:lnTo>
                  <a:lnTo>
                    <a:pt x="38606" y="57825"/>
                  </a:lnTo>
                  <a:lnTo>
                    <a:pt x="38003" y="57534"/>
                  </a:lnTo>
                  <a:lnTo>
                    <a:pt x="37488" y="57584"/>
                  </a:lnTo>
                  <a:lnTo>
                    <a:pt x="36775" y="57389"/>
                  </a:lnTo>
                  <a:lnTo>
                    <a:pt x="36798" y="56028"/>
                  </a:lnTo>
                  <a:lnTo>
                    <a:pt x="36940" y="54982"/>
                  </a:lnTo>
                  <a:lnTo>
                    <a:pt x="36831" y="54094"/>
                  </a:lnTo>
                  <a:lnTo>
                    <a:pt x="36138" y="51759"/>
                  </a:lnTo>
                  <a:lnTo>
                    <a:pt x="34936" y="49780"/>
                  </a:lnTo>
                  <a:lnTo>
                    <a:pt x="34229" y="45052"/>
                  </a:lnTo>
                  <a:lnTo>
                    <a:pt x="33683" y="43721"/>
                  </a:lnTo>
                  <a:lnTo>
                    <a:pt x="32355" y="42710"/>
                  </a:lnTo>
                  <a:lnTo>
                    <a:pt x="29358" y="41578"/>
                  </a:lnTo>
                  <a:lnTo>
                    <a:pt x="25181" y="38536"/>
                  </a:lnTo>
                  <a:lnTo>
                    <a:pt x="24297" y="38484"/>
                  </a:lnTo>
                  <a:lnTo>
                    <a:pt x="21784" y="37301"/>
                  </a:lnTo>
                  <a:lnTo>
                    <a:pt x="20228" y="37098"/>
                  </a:lnTo>
                  <a:lnTo>
                    <a:pt x="18204" y="38161"/>
                  </a:lnTo>
                  <a:lnTo>
                    <a:pt x="15748" y="41085"/>
                  </a:lnTo>
                  <a:lnTo>
                    <a:pt x="13755" y="44119"/>
                  </a:lnTo>
                  <a:lnTo>
                    <a:pt x="13029" y="44708"/>
                  </a:lnTo>
                  <a:lnTo>
                    <a:pt x="10459" y="45742"/>
                  </a:lnTo>
                  <a:lnTo>
                    <a:pt x="8187" y="46237"/>
                  </a:lnTo>
                  <a:lnTo>
                    <a:pt x="8162" y="45458"/>
                  </a:lnTo>
                  <a:lnTo>
                    <a:pt x="8082" y="44873"/>
                  </a:lnTo>
                  <a:lnTo>
                    <a:pt x="8466" y="44229"/>
                  </a:lnTo>
                  <a:lnTo>
                    <a:pt x="9100" y="43471"/>
                  </a:lnTo>
                  <a:lnTo>
                    <a:pt x="9685" y="42519"/>
                  </a:lnTo>
                  <a:lnTo>
                    <a:pt x="9928" y="41829"/>
                  </a:lnTo>
                  <a:lnTo>
                    <a:pt x="9813" y="41371"/>
                  </a:lnTo>
                  <a:lnTo>
                    <a:pt x="9550" y="40689"/>
                  </a:lnTo>
                  <a:lnTo>
                    <a:pt x="9192" y="40640"/>
                  </a:lnTo>
                  <a:lnTo>
                    <a:pt x="7030" y="41212"/>
                  </a:lnTo>
                  <a:lnTo>
                    <a:pt x="6535" y="41064"/>
                  </a:lnTo>
                  <a:lnTo>
                    <a:pt x="4935" y="40175"/>
                  </a:lnTo>
                  <a:lnTo>
                    <a:pt x="3212" y="39083"/>
                  </a:lnTo>
                  <a:lnTo>
                    <a:pt x="2577" y="38306"/>
                  </a:lnTo>
                  <a:lnTo>
                    <a:pt x="2337" y="37520"/>
                  </a:lnTo>
                  <a:lnTo>
                    <a:pt x="2517" y="37017"/>
                  </a:lnTo>
                  <a:lnTo>
                    <a:pt x="2373" y="36527"/>
                  </a:lnTo>
                  <a:lnTo>
                    <a:pt x="2036" y="35866"/>
                  </a:lnTo>
                  <a:lnTo>
                    <a:pt x="2341" y="35114"/>
                  </a:lnTo>
                  <a:lnTo>
                    <a:pt x="2877" y="34179"/>
                  </a:lnTo>
                  <a:lnTo>
                    <a:pt x="3146" y="33544"/>
                  </a:lnTo>
                  <a:lnTo>
                    <a:pt x="3596" y="33379"/>
                  </a:lnTo>
                  <a:lnTo>
                    <a:pt x="3812" y="32992"/>
                  </a:lnTo>
                  <a:lnTo>
                    <a:pt x="3452" y="31450"/>
                  </a:lnTo>
                  <a:lnTo>
                    <a:pt x="3265" y="31202"/>
                  </a:lnTo>
                  <a:lnTo>
                    <a:pt x="2952" y="31011"/>
                  </a:lnTo>
                  <a:lnTo>
                    <a:pt x="2475" y="30989"/>
                  </a:lnTo>
                  <a:lnTo>
                    <a:pt x="1639" y="30671"/>
                  </a:lnTo>
                  <a:lnTo>
                    <a:pt x="1044" y="30137"/>
                  </a:lnTo>
                  <a:lnTo>
                    <a:pt x="917" y="29417"/>
                  </a:lnTo>
                  <a:lnTo>
                    <a:pt x="602" y="28725"/>
                  </a:lnTo>
                  <a:lnTo>
                    <a:pt x="66" y="28090"/>
                  </a:lnTo>
                  <a:lnTo>
                    <a:pt x="0" y="27395"/>
                  </a:lnTo>
                  <a:lnTo>
                    <a:pt x="610" y="27028"/>
                  </a:lnTo>
                  <a:lnTo>
                    <a:pt x="1444" y="27014"/>
                  </a:lnTo>
                  <a:lnTo>
                    <a:pt x="2029" y="27149"/>
                  </a:lnTo>
                  <a:lnTo>
                    <a:pt x="3344" y="26034"/>
                  </a:lnTo>
                  <a:lnTo>
                    <a:pt x="3828" y="25936"/>
                  </a:lnTo>
                  <a:lnTo>
                    <a:pt x="4262" y="25694"/>
                  </a:lnTo>
                  <a:lnTo>
                    <a:pt x="4626" y="24173"/>
                  </a:lnTo>
                  <a:lnTo>
                    <a:pt x="4906" y="23716"/>
                  </a:lnTo>
                  <a:lnTo>
                    <a:pt x="4973" y="23449"/>
                  </a:lnTo>
                  <a:lnTo>
                    <a:pt x="4714" y="23131"/>
                  </a:lnTo>
                  <a:lnTo>
                    <a:pt x="3651" y="22060"/>
                  </a:lnTo>
                  <a:lnTo>
                    <a:pt x="3166" y="20943"/>
                  </a:lnTo>
                  <a:lnTo>
                    <a:pt x="2400" y="19691"/>
                  </a:lnTo>
                  <a:lnTo>
                    <a:pt x="1688" y="19138"/>
                  </a:lnTo>
                  <a:lnTo>
                    <a:pt x="1543" y="18707"/>
                  </a:lnTo>
                  <a:lnTo>
                    <a:pt x="1527" y="18160"/>
                  </a:lnTo>
                  <a:lnTo>
                    <a:pt x="1672" y="17680"/>
                  </a:lnTo>
                  <a:lnTo>
                    <a:pt x="2962" y="16929"/>
                  </a:lnTo>
                  <a:lnTo>
                    <a:pt x="3721" y="16128"/>
                  </a:lnTo>
                  <a:lnTo>
                    <a:pt x="4049" y="16435"/>
                  </a:lnTo>
                  <a:lnTo>
                    <a:pt x="4742" y="16761"/>
                  </a:lnTo>
                  <a:lnTo>
                    <a:pt x="6624" y="16315"/>
                  </a:lnTo>
                  <a:lnTo>
                    <a:pt x="7794" y="15868"/>
                  </a:lnTo>
                  <a:lnTo>
                    <a:pt x="8617" y="15397"/>
                  </a:lnTo>
                  <a:lnTo>
                    <a:pt x="9128" y="15480"/>
                  </a:lnTo>
                  <a:lnTo>
                    <a:pt x="10976" y="16183"/>
                  </a:lnTo>
                  <a:lnTo>
                    <a:pt x="11585" y="15826"/>
                  </a:lnTo>
                  <a:lnTo>
                    <a:pt x="12918" y="14871"/>
                  </a:lnTo>
                  <a:lnTo>
                    <a:pt x="13117" y="14369"/>
                  </a:lnTo>
                  <a:lnTo>
                    <a:pt x="14167" y="12848"/>
                  </a:lnTo>
                  <a:lnTo>
                    <a:pt x="14186" y="12476"/>
                  </a:lnTo>
                  <a:lnTo>
                    <a:pt x="13754" y="11522"/>
                  </a:lnTo>
                  <a:lnTo>
                    <a:pt x="13888" y="11312"/>
                  </a:lnTo>
                  <a:lnTo>
                    <a:pt x="15177" y="10334"/>
                  </a:lnTo>
                  <a:lnTo>
                    <a:pt x="15807" y="9466"/>
                  </a:lnTo>
                  <a:lnTo>
                    <a:pt x="16489" y="8884"/>
                  </a:lnTo>
                  <a:lnTo>
                    <a:pt x="16980" y="8872"/>
                  </a:lnTo>
                  <a:lnTo>
                    <a:pt x="17115" y="9069"/>
                  </a:lnTo>
                  <a:lnTo>
                    <a:pt x="17173" y="9475"/>
                  </a:lnTo>
                  <a:lnTo>
                    <a:pt x="17131" y="11148"/>
                  </a:lnTo>
                  <a:lnTo>
                    <a:pt x="17319" y="11663"/>
                  </a:lnTo>
                  <a:lnTo>
                    <a:pt x="18332" y="12864"/>
                  </a:lnTo>
                  <a:lnTo>
                    <a:pt x="19053" y="13548"/>
                  </a:lnTo>
                  <a:lnTo>
                    <a:pt x="20726" y="14017"/>
                  </a:lnTo>
                  <a:lnTo>
                    <a:pt x="20804" y="14242"/>
                  </a:lnTo>
                  <a:lnTo>
                    <a:pt x="20343" y="15146"/>
                  </a:lnTo>
                  <a:lnTo>
                    <a:pt x="21357" y="16227"/>
                  </a:lnTo>
                  <a:lnTo>
                    <a:pt x="21538" y="17018"/>
                  </a:lnTo>
                  <a:lnTo>
                    <a:pt x="22005" y="17464"/>
                  </a:lnTo>
                  <a:lnTo>
                    <a:pt x="22668" y="17245"/>
                  </a:lnTo>
                  <a:lnTo>
                    <a:pt x="22885" y="16828"/>
                  </a:lnTo>
                  <a:lnTo>
                    <a:pt x="22624" y="16095"/>
                  </a:lnTo>
                  <a:lnTo>
                    <a:pt x="22433" y="15329"/>
                  </a:lnTo>
                  <a:lnTo>
                    <a:pt x="22472" y="14885"/>
                  </a:lnTo>
                  <a:lnTo>
                    <a:pt x="22655" y="14375"/>
                  </a:lnTo>
                  <a:lnTo>
                    <a:pt x="23115" y="13664"/>
                  </a:lnTo>
                  <a:lnTo>
                    <a:pt x="24368" y="12035"/>
                  </a:lnTo>
                  <a:lnTo>
                    <a:pt x="24818" y="11093"/>
                  </a:lnTo>
                  <a:lnTo>
                    <a:pt x="24901" y="9636"/>
                  </a:lnTo>
                  <a:lnTo>
                    <a:pt x="24904" y="8465"/>
                  </a:lnTo>
                  <a:lnTo>
                    <a:pt x="25323" y="8181"/>
                  </a:lnTo>
                  <a:lnTo>
                    <a:pt x="26221" y="8389"/>
                  </a:lnTo>
                  <a:lnTo>
                    <a:pt x="26489" y="8366"/>
                  </a:lnTo>
                  <a:lnTo>
                    <a:pt x="26612" y="9084"/>
                  </a:lnTo>
                  <a:lnTo>
                    <a:pt x="26994" y="10228"/>
                  </a:lnTo>
                  <a:lnTo>
                    <a:pt x="27445" y="10822"/>
                  </a:lnTo>
                  <a:lnTo>
                    <a:pt x="27926" y="10963"/>
                  </a:lnTo>
                  <a:lnTo>
                    <a:pt x="28493" y="10966"/>
                  </a:lnTo>
                  <a:lnTo>
                    <a:pt x="29896" y="10266"/>
                  </a:lnTo>
                  <a:lnTo>
                    <a:pt x="30811" y="9963"/>
                  </a:lnTo>
                  <a:lnTo>
                    <a:pt x="31329" y="10046"/>
                  </a:lnTo>
                  <a:lnTo>
                    <a:pt x="31636" y="10522"/>
                  </a:lnTo>
                  <a:lnTo>
                    <a:pt x="32292" y="11772"/>
                  </a:lnTo>
                  <a:lnTo>
                    <a:pt x="32666" y="11913"/>
                  </a:lnTo>
                  <a:lnTo>
                    <a:pt x="33118" y="11770"/>
                  </a:lnTo>
                  <a:lnTo>
                    <a:pt x="33278" y="11557"/>
                  </a:lnTo>
                  <a:lnTo>
                    <a:pt x="33133" y="11076"/>
                  </a:lnTo>
                  <a:lnTo>
                    <a:pt x="32941" y="10032"/>
                  </a:lnTo>
                  <a:lnTo>
                    <a:pt x="32679" y="9224"/>
                  </a:lnTo>
                  <a:lnTo>
                    <a:pt x="32335" y="8846"/>
                  </a:lnTo>
                  <a:lnTo>
                    <a:pt x="32266" y="8353"/>
                  </a:lnTo>
                  <a:lnTo>
                    <a:pt x="32483" y="7467"/>
                  </a:lnTo>
                  <a:lnTo>
                    <a:pt x="32727" y="6726"/>
                  </a:lnTo>
                  <a:lnTo>
                    <a:pt x="33205" y="6524"/>
                  </a:lnTo>
                  <a:lnTo>
                    <a:pt x="33754" y="6430"/>
                  </a:lnTo>
                  <a:lnTo>
                    <a:pt x="34480" y="7215"/>
                  </a:lnTo>
                  <a:lnTo>
                    <a:pt x="35339" y="7462"/>
                  </a:lnTo>
                  <a:lnTo>
                    <a:pt x="35978" y="7421"/>
                  </a:lnTo>
                  <a:lnTo>
                    <a:pt x="36090" y="6963"/>
                  </a:lnTo>
                  <a:lnTo>
                    <a:pt x="36050" y="6461"/>
                  </a:lnTo>
                  <a:lnTo>
                    <a:pt x="35669" y="5817"/>
                  </a:lnTo>
                  <a:lnTo>
                    <a:pt x="35745" y="4843"/>
                  </a:lnTo>
                  <a:lnTo>
                    <a:pt x="36188" y="3029"/>
                  </a:lnTo>
                  <a:lnTo>
                    <a:pt x="36439" y="3166"/>
                  </a:lnTo>
                  <a:lnTo>
                    <a:pt x="37389" y="3185"/>
                  </a:lnTo>
                  <a:lnTo>
                    <a:pt x="38425" y="3288"/>
                  </a:lnTo>
                  <a:lnTo>
                    <a:pt x="39092" y="4028"/>
                  </a:lnTo>
                  <a:lnTo>
                    <a:pt x="39746" y="4280"/>
                  </a:lnTo>
                  <a:lnTo>
                    <a:pt x="40677" y="4360"/>
                  </a:lnTo>
                  <a:lnTo>
                    <a:pt x="41301" y="4255"/>
                  </a:lnTo>
                  <a:lnTo>
                    <a:pt x="41602" y="3977"/>
                  </a:lnTo>
                  <a:lnTo>
                    <a:pt x="41965" y="3110"/>
                  </a:lnTo>
                  <a:lnTo>
                    <a:pt x="42631" y="2035"/>
                  </a:lnTo>
                  <a:lnTo>
                    <a:pt x="43677" y="1484"/>
                  </a:lnTo>
                  <a:lnTo>
                    <a:pt x="45463" y="1381"/>
                  </a:lnTo>
                  <a:lnTo>
                    <a:pt x="46356" y="1181"/>
                  </a:lnTo>
                  <a:lnTo>
                    <a:pt x="47282" y="1193"/>
                  </a:lnTo>
                  <a:lnTo>
                    <a:pt x="47982" y="1359"/>
                  </a:lnTo>
                  <a:lnTo>
                    <a:pt x="48703" y="1339"/>
                  </a:lnTo>
                  <a:lnTo>
                    <a:pt x="50537" y="591"/>
                  </a:lnTo>
                  <a:lnTo>
                    <a:pt x="52428" y="0"/>
                  </a:lnTo>
                  <a:lnTo>
                    <a:pt x="52691" y="99"/>
                  </a:lnTo>
                  <a:lnTo>
                    <a:pt x="52730" y="296"/>
                  </a:lnTo>
                  <a:lnTo>
                    <a:pt x="52391" y="752"/>
                  </a:lnTo>
                  <a:lnTo>
                    <a:pt x="52063" y="1358"/>
                  </a:lnTo>
                  <a:lnTo>
                    <a:pt x="52283" y="2048"/>
                  </a:lnTo>
                  <a:lnTo>
                    <a:pt x="53361" y="3434"/>
                  </a:lnTo>
                  <a:lnTo>
                    <a:pt x="53948" y="4495"/>
                  </a:lnTo>
                  <a:lnTo>
                    <a:pt x="54499" y="5293"/>
                  </a:lnTo>
                  <a:lnTo>
                    <a:pt x="55359" y="5713"/>
                  </a:lnTo>
                  <a:lnTo>
                    <a:pt x="56489" y="5970"/>
                  </a:lnTo>
                  <a:lnTo>
                    <a:pt x="57446" y="6062"/>
                  </a:lnTo>
                  <a:lnTo>
                    <a:pt x="58447" y="6363"/>
                  </a:lnTo>
                  <a:lnTo>
                    <a:pt x="61883" y="7106"/>
                  </a:lnTo>
                  <a:lnTo>
                    <a:pt x="63612" y="7311"/>
                  </a:lnTo>
                  <a:lnTo>
                    <a:pt x="64922" y="734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4139852" y="1804989"/>
              <a:ext cx="1114" cy="1334"/>
            </a:xfrm>
            <a:custGeom>
              <a:avLst/>
              <a:pathLst>
                <a:path w="1114" h="1334">
                  <a:moveTo>
                    <a:pt x="0" y="769"/>
                  </a:moveTo>
                  <a:lnTo>
                    <a:pt x="279" y="1334"/>
                  </a:lnTo>
                  <a:lnTo>
                    <a:pt x="836" y="1232"/>
                  </a:lnTo>
                  <a:lnTo>
                    <a:pt x="1114" y="512"/>
                  </a:lnTo>
                  <a:lnTo>
                    <a:pt x="1010" y="0"/>
                  </a:lnTo>
                  <a:lnTo>
                    <a:pt x="418" y="10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3281412" y="2160207"/>
              <a:ext cx="20139" cy="11259"/>
            </a:xfrm>
            <a:custGeom>
              <a:avLst/>
              <a:pathLst>
                <a:path w="20139" h="11259">
                  <a:moveTo>
                    <a:pt x="10198" y="903"/>
                  </a:moveTo>
                  <a:lnTo>
                    <a:pt x="11352" y="1405"/>
                  </a:lnTo>
                  <a:lnTo>
                    <a:pt x="12542" y="1663"/>
                  </a:lnTo>
                  <a:lnTo>
                    <a:pt x="13057" y="1678"/>
                  </a:lnTo>
                  <a:lnTo>
                    <a:pt x="13541" y="1838"/>
                  </a:lnTo>
                  <a:lnTo>
                    <a:pt x="14628" y="3039"/>
                  </a:lnTo>
                  <a:lnTo>
                    <a:pt x="15504" y="3696"/>
                  </a:lnTo>
                  <a:lnTo>
                    <a:pt x="18823" y="5165"/>
                  </a:lnTo>
                  <a:lnTo>
                    <a:pt x="19931" y="7697"/>
                  </a:lnTo>
                  <a:lnTo>
                    <a:pt x="20139" y="8489"/>
                  </a:lnTo>
                  <a:lnTo>
                    <a:pt x="19281" y="8959"/>
                  </a:lnTo>
                  <a:lnTo>
                    <a:pt x="18202" y="9121"/>
                  </a:lnTo>
                  <a:lnTo>
                    <a:pt x="17170" y="9149"/>
                  </a:lnTo>
                  <a:lnTo>
                    <a:pt x="16216" y="8664"/>
                  </a:lnTo>
                  <a:lnTo>
                    <a:pt x="15800" y="8293"/>
                  </a:lnTo>
                  <a:lnTo>
                    <a:pt x="14807" y="8114"/>
                  </a:lnTo>
                  <a:lnTo>
                    <a:pt x="15054" y="7773"/>
                  </a:lnTo>
                  <a:lnTo>
                    <a:pt x="14613" y="7614"/>
                  </a:lnTo>
                  <a:lnTo>
                    <a:pt x="14061" y="7650"/>
                  </a:lnTo>
                  <a:lnTo>
                    <a:pt x="13654" y="8621"/>
                  </a:lnTo>
                  <a:lnTo>
                    <a:pt x="13201" y="9393"/>
                  </a:lnTo>
                  <a:lnTo>
                    <a:pt x="12332" y="9318"/>
                  </a:lnTo>
                  <a:lnTo>
                    <a:pt x="11998" y="8660"/>
                  </a:lnTo>
                  <a:lnTo>
                    <a:pt x="11542" y="8956"/>
                  </a:lnTo>
                  <a:lnTo>
                    <a:pt x="11174" y="9444"/>
                  </a:lnTo>
                  <a:lnTo>
                    <a:pt x="10733" y="11259"/>
                  </a:lnTo>
                  <a:lnTo>
                    <a:pt x="10024" y="10358"/>
                  </a:lnTo>
                  <a:lnTo>
                    <a:pt x="9253" y="9603"/>
                  </a:lnTo>
                  <a:lnTo>
                    <a:pt x="8284" y="9291"/>
                  </a:lnTo>
                  <a:lnTo>
                    <a:pt x="6326" y="9240"/>
                  </a:lnTo>
                  <a:lnTo>
                    <a:pt x="5405" y="8993"/>
                  </a:lnTo>
                  <a:lnTo>
                    <a:pt x="4636" y="7458"/>
                  </a:lnTo>
                  <a:lnTo>
                    <a:pt x="4334" y="7018"/>
                  </a:lnTo>
                  <a:lnTo>
                    <a:pt x="3562" y="6620"/>
                  </a:lnTo>
                  <a:lnTo>
                    <a:pt x="2791" y="4859"/>
                  </a:lnTo>
                  <a:lnTo>
                    <a:pt x="2515" y="4617"/>
                  </a:lnTo>
                  <a:lnTo>
                    <a:pt x="429" y="4242"/>
                  </a:lnTo>
                  <a:lnTo>
                    <a:pt x="0" y="3277"/>
                  </a:lnTo>
                  <a:lnTo>
                    <a:pt x="127" y="2405"/>
                  </a:lnTo>
                  <a:lnTo>
                    <a:pt x="823" y="1338"/>
                  </a:lnTo>
                  <a:lnTo>
                    <a:pt x="1161" y="1033"/>
                  </a:lnTo>
                  <a:lnTo>
                    <a:pt x="2317" y="1079"/>
                  </a:lnTo>
                  <a:lnTo>
                    <a:pt x="3418" y="758"/>
                  </a:lnTo>
                  <a:lnTo>
                    <a:pt x="3903" y="300"/>
                  </a:lnTo>
                  <a:lnTo>
                    <a:pt x="4409" y="0"/>
                  </a:lnTo>
                  <a:lnTo>
                    <a:pt x="8400" y="769"/>
                  </a:lnTo>
                  <a:lnTo>
                    <a:pt x="9321" y="77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4001414" y="1731391"/>
              <a:ext cx="2137" cy="1346"/>
            </a:xfrm>
            <a:custGeom>
              <a:avLst/>
              <a:pathLst>
                <a:path w="2137" h="1346">
                  <a:moveTo>
                    <a:pt x="2054" y="489"/>
                  </a:moveTo>
                  <a:lnTo>
                    <a:pt x="2137" y="1193"/>
                  </a:lnTo>
                  <a:lnTo>
                    <a:pt x="1722" y="1346"/>
                  </a:lnTo>
                  <a:lnTo>
                    <a:pt x="1370" y="1101"/>
                  </a:lnTo>
                  <a:lnTo>
                    <a:pt x="663" y="1101"/>
                  </a:lnTo>
                  <a:lnTo>
                    <a:pt x="0" y="1255"/>
                  </a:lnTo>
                  <a:lnTo>
                    <a:pt x="145" y="0"/>
                  </a:lnTo>
                  <a:lnTo>
                    <a:pt x="1453" y="15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4353230" y="1953081"/>
              <a:ext cx="41078" cy="58326"/>
            </a:xfrm>
            <a:custGeom>
              <a:avLst/>
              <a:pathLst>
                <a:path w="41078" h="58326">
                  <a:moveTo>
                    <a:pt x="39684" y="17402"/>
                  </a:moveTo>
                  <a:lnTo>
                    <a:pt x="38281" y="19035"/>
                  </a:lnTo>
                  <a:lnTo>
                    <a:pt x="37952" y="19210"/>
                  </a:lnTo>
                  <a:lnTo>
                    <a:pt x="36129" y="19885"/>
                  </a:lnTo>
                  <a:lnTo>
                    <a:pt x="32400" y="21267"/>
                  </a:lnTo>
                  <a:lnTo>
                    <a:pt x="29902" y="22191"/>
                  </a:lnTo>
                  <a:lnTo>
                    <a:pt x="26708" y="23374"/>
                  </a:lnTo>
                  <a:lnTo>
                    <a:pt x="24054" y="24357"/>
                  </a:lnTo>
                  <a:lnTo>
                    <a:pt x="21427" y="25330"/>
                  </a:lnTo>
                  <a:lnTo>
                    <a:pt x="18995" y="26231"/>
                  </a:lnTo>
                  <a:lnTo>
                    <a:pt x="20383" y="28133"/>
                  </a:lnTo>
                  <a:lnTo>
                    <a:pt x="22504" y="31039"/>
                  </a:lnTo>
                  <a:lnTo>
                    <a:pt x="23919" y="32979"/>
                  </a:lnTo>
                  <a:lnTo>
                    <a:pt x="25588" y="35473"/>
                  </a:lnTo>
                  <a:lnTo>
                    <a:pt x="27078" y="37700"/>
                  </a:lnTo>
                  <a:lnTo>
                    <a:pt x="28659" y="40061"/>
                  </a:lnTo>
                  <a:lnTo>
                    <a:pt x="27550" y="40861"/>
                  </a:lnTo>
                  <a:lnTo>
                    <a:pt x="25723" y="42179"/>
                  </a:lnTo>
                  <a:lnTo>
                    <a:pt x="25535" y="42419"/>
                  </a:lnTo>
                  <a:lnTo>
                    <a:pt x="25381" y="42665"/>
                  </a:lnTo>
                  <a:lnTo>
                    <a:pt x="24624" y="45018"/>
                  </a:lnTo>
                  <a:lnTo>
                    <a:pt x="24029" y="46871"/>
                  </a:lnTo>
                  <a:lnTo>
                    <a:pt x="23826" y="47104"/>
                  </a:lnTo>
                  <a:lnTo>
                    <a:pt x="21273" y="47784"/>
                  </a:lnTo>
                  <a:lnTo>
                    <a:pt x="18697" y="48470"/>
                  </a:lnTo>
                  <a:lnTo>
                    <a:pt x="17071" y="48904"/>
                  </a:lnTo>
                  <a:lnTo>
                    <a:pt x="16585" y="49383"/>
                  </a:lnTo>
                  <a:lnTo>
                    <a:pt x="15525" y="51692"/>
                  </a:lnTo>
                  <a:lnTo>
                    <a:pt x="14430" y="54077"/>
                  </a:lnTo>
                  <a:lnTo>
                    <a:pt x="12602" y="56026"/>
                  </a:lnTo>
                  <a:lnTo>
                    <a:pt x="10574" y="58186"/>
                  </a:lnTo>
                  <a:lnTo>
                    <a:pt x="10072" y="58326"/>
                  </a:lnTo>
                  <a:lnTo>
                    <a:pt x="8605" y="57994"/>
                  </a:lnTo>
                  <a:lnTo>
                    <a:pt x="6097" y="57428"/>
                  </a:lnTo>
                  <a:lnTo>
                    <a:pt x="3674" y="56881"/>
                  </a:lnTo>
                  <a:lnTo>
                    <a:pt x="2015" y="56506"/>
                  </a:lnTo>
                  <a:lnTo>
                    <a:pt x="0" y="56052"/>
                  </a:lnTo>
                  <a:lnTo>
                    <a:pt x="297" y="54225"/>
                  </a:lnTo>
                  <a:lnTo>
                    <a:pt x="214" y="53241"/>
                  </a:lnTo>
                  <a:lnTo>
                    <a:pt x="691" y="50005"/>
                  </a:lnTo>
                  <a:lnTo>
                    <a:pt x="971" y="48472"/>
                  </a:lnTo>
                  <a:lnTo>
                    <a:pt x="1110" y="47343"/>
                  </a:lnTo>
                  <a:lnTo>
                    <a:pt x="1805" y="45058"/>
                  </a:lnTo>
                  <a:lnTo>
                    <a:pt x="1720" y="44311"/>
                  </a:lnTo>
                  <a:lnTo>
                    <a:pt x="1867" y="41674"/>
                  </a:lnTo>
                  <a:lnTo>
                    <a:pt x="1796" y="41164"/>
                  </a:lnTo>
                  <a:lnTo>
                    <a:pt x="2112" y="39727"/>
                  </a:lnTo>
                  <a:lnTo>
                    <a:pt x="2704" y="37641"/>
                  </a:lnTo>
                  <a:lnTo>
                    <a:pt x="3283" y="35845"/>
                  </a:lnTo>
                  <a:lnTo>
                    <a:pt x="3494" y="35037"/>
                  </a:lnTo>
                  <a:lnTo>
                    <a:pt x="4089" y="33334"/>
                  </a:lnTo>
                  <a:lnTo>
                    <a:pt x="4621" y="31240"/>
                  </a:lnTo>
                  <a:lnTo>
                    <a:pt x="4341" y="30096"/>
                  </a:lnTo>
                  <a:lnTo>
                    <a:pt x="4256" y="29872"/>
                  </a:lnTo>
                  <a:lnTo>
                    <a:pt x="4466" y="28548"/>
                  </a:lnTo>
                  <a:lnTo>
                    <a:pt x="4728" y="26402"/>
                  </a:lnTo>
                  <a:lnTo>
                    <a:pt x="4868" y="25243"/>
                  </a:lnTo>
                  <a:lnTo>
                    <a:pt x="5190" y="23709"/>
                  </a:lnTo>
                  <a:lnTo>
                    <a:pt x="5754" y="22409"/>
                  </a:lnTo>
                  <a:lnTo>
                    <a:pt x="5493" y="19349"/>
                  </a:lnTo>
                  <a:lnTo>
                    <a:pt x="5524" y="17702"/>
                  </a:lnTo>
                  <a:lnTo>
                    <a:pt x="5877" y="15821"/>
                  </a:lnTo>
                  <a:lnTo>
                    <a:pt x="5682" y="13622"/>
                  </a:lnTo>
                  <a:lnTo>
                    <a:pt x="5849" y="10493"/>
                  </a:lnTo>
                  <a:lnTo>
                    <a:pt x="5885" y="10200"/>
                  </a:lnTo>
                  <a:lnTo>
                    <a:pt x="6090" y="9822"/>
                  </a:lnTo>
                  <a:lnTo>
                    <a:pt x="6248" y="9625"/>
                  </a:lnTo>
                  <a:lnTo>
                    <a:pt x="7414" y="8972"/>
                  </a:lnTo>
                  <a:lnTo>
                    <a:pt x="7914" y="8889"/>
                  </a:lnTo>
                  <a:lnTo>
                    <a:pt x="8930" y="9183"/>
                  </a:lnTo>
                  <a:lnTo>
                    <a:pt x="9514" y="9840"/>
                  </a:lnTo>
                  <a:lnTo>
                    <a:pt x="10489" y="11694"/>
                  </a:lnTo>
                  <a:lnTo>
                    <a:pt x="12005" y="12233"/>
                  </a:lnTo>
                  <a:lnTo>
                    <a:pt x="12615" y="12758"/>
                  </a:lnTo>
                  <a:lnTo>
                    <a:pt x="13446" y="13742"/>
                  </a:lnTo>
                  <a:lnTo>
                    <a:pt x="14460" y="14099"/>
                  </a:lnTo>
                  <a:lnTo>
                    <a:pt x="17668" y="14714"/>
                  </a:lnTo>
                  <a:lnTo>
                    <a:pt x="20228" y="12646"/>
                  </a:lnTo>
                  <a:lnTo>
                    <a:pt x="22391" y="10899"/>
                  </a:lnTo>
                  <a:lnTo>
                    <a:pt x="24850" y="8914"/>
                  </a:lnTo>
                  <a:lnTo>
                    <a:pt x="26521" y="7565"/>
                  </a:lnTo>
                  <a:lnTo>
                    <a:pt x="29375" y="5263"/>
                  </a:lnTo>
                  <a:lnTo>
                    <a:pt x="31253" y="3807"/>
                  </a:lnTo>
                  <a:lnTo>
                    <a:pt x="33726" y="1891"/>
                  </a:lnTo>
                  <a:lnTo>
                    <a:pt x="36166" y="0"/>
                  </a:lnTo>
                  <a:lnTo>
                    <a:pt x="36842" y="3087"/>
                  </a:lnTo>
                  <a:lnTo>
                    <a:pt x="37503" y="6102"/>
                  </a:lnTo>
                  <a:lnTo>
                    <a:pt x="38189" y="9226"/>
                  </a:lnTo>
                  <a:lnTo>
                    <a:pt x="38855" y="12260"/>
                  </a:lnTo>
                  <a:lnTo>
                    <a:pt x="38135" y="12548"/>
                  </a:lnTo>
                  <a:lnTo>
                    <a:pt x="38700" y="14876"/>
                  </a:lnTo>
                  <a:lnTo>
                    <a:pt x="39633" y="14519"/>
                  </a:lnTo>
                  <a:lnTo>
                    <a:pt x="40650" y="14244"/>
                  </a:lnTo>
                  <a:lnTo>
                    <a:pt x="41078" y="1573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5192677" y="2078023"/>
              <a:ext cx="2413" cy="2069"/>
            </a:xfrm>
            <a:custGeom>
              <a:avLst/>
              <a:pathLst>
                <a:path w="2413" h="2069">
                  <a:moveTo>
                    <a:pt x="1976" y="1873"/>
                  </a:moveTo>
                  <a:lnTo>
                    <a:pt x="1379" y="2069"/>
                  </a:lnTo>
                  <a:lnTo>
                    <a:pt x="662" y="1829"/>
                  </a:lnTo>
                  <a:lnTo>
                    <a:pt x="8" y="1763"/>
                  </a:lnTo>
                  <a:lnTo>
                    <a:pt x="0" y="1348"/>
                  </a:lnTo>
                  <a:lnTo>
                    <a:pt x="686" y="920"/>
                  </a:lnTo>
                  <a:lnTo>
                    <a:pt x="699" y="322"/>
                  </a:lnTo>
                  <a:lnTo>
                    <a:pt x="867" y="0"/>
                  </a:lnTo>
                  <a:lnTo>
                    <a:pt x="2413" y="731"/>
                  </a:lnTo>
                  <a:lnTo>
                    <a:pt x="2349" y="126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5196509" y="2075615"/>
              <a:ext cx="2263" cy="3515"/>
            </a:xfrm>
            <a:custGeom>
              <a:avLst/>
              <a:pathLst>
                <a:path w="2263" h="3515">
                  <a:moveTo>
                    <a:pt x="1971" y="993"/>
                  </a:moveTo>
                  <a:lnTo>
                    <a:pt x="1414" y="3194"/>
                  </a:lnTo>
                  <a:lnTo>
                    <a:pt x="954" y="3515"/>
                  </a:lnTo>
                  <a:lnTo>
                    <a:pt x="482" y="3340"/>
                  </a:lnTo>
                  <a:lnTo>
                    <a:pt x="0" y="2109"/>
                  </a:lnTo>
                  <a:lnTo>
                    <a:pt x="337" y="1638"/>
                  </a:lnTo>
                  <a:lnTo>
                    <a:pt x="808" y="1886"/>
                  </a:lnTo>
                  <a:lnTo>
                    <a:pt x="1189" y="1791"/>
                  </a:lnTo>
                  <a:lnTo>
                    <a:pt x="2054" y="0"/>
                  </a:lnTo>
                  <a:lnTo>
                    <a:pt x="2263" y="28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5207712" y="2071642"/>
              <a:ext cx="1657" cy="2159"/>
            </a:xfrm>
            <a:custGeom>
              <a:avLst/>
              <a:pathLst>
                <a:path w="1657" h="2159">
                  <a:moveTo>
                    <a:pt x="1657" y="1795"/>
                  </a:moveTo>
                  <a:lnTo>
                    <a:pt x="855" y="2159"/>
                  </a:lnTo>
                  <a:lnTo>
                    <a:pt x="0" y="1944"/>
                  </a:lnTo>
                  <a:lnTo>
                    <a:pt x="138" y="0"/>
                  </a:lnTo>
                  <a:lnTo>
                    <a:pt x="435" y="272"/>
                  </a:lnTo>
                  <a:lnTo>
                    <a:pt x="620" y="937"/>
                  </a:lnTo>
                  <a:lnTo>
                    <a:pt x="1257" y="132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5367015" y="2045775"/>
              <a:ext cx="898" cy="1545"/>
            </a:xfrm>
            <a:custGeom>
              <a:avLst/>
              <a:pathLst>
                <a:path w="898" h="1545">
                  <a:moveTo>
                    <a:pt x="766" y="1533"/>
                  </a:moveTo>
                  <a:lnTo>
                    <a:pt x="594" y="1545"/>
                  </a:lnTo>
                  <a:lnTo>
                    <a:pt x="0" y="68"/>
                  </a:lnTo>
                  <a:lnTo>
                    <a:pt x="171" y="0"/>
                  </a:lnTo>
                  <a:lnTo>
                    <a:pt x="516" y="230"/>
                  </a:lnTo>
                  <a:lnTo>
                    <a:pt x="898" y="108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5230236" y="2043607"/>
              <a:ext cx="6451" cy="10979"/>
            </a:xfrm>
            <a:custGeom>
              <a:avLst/>
              <a:pathLst>
                <a:path w="6451" h="10979">
                  <a:moveTo>
                    <a:pt x="5762" y="3195"/>
                  </a:moveTo>
                  <a:lnTo>
                    <a:pt x="4851" y="3834"/>
                  </a:lnTo>
                  <a:lnTo>
                    <a:pt x="4515" y="4597"/>
                  </a:lnTo>
                  <a:lnTo>
                    <a:pt x="3672" y="4857"/>
                  </a:lnTo>
                  <a:lnTo>
                    <a:pt x="2853" y="5933"/>
                  </a:lnTo>
                  <a:lnTo>
                    <a:pt x="2056" y="6128"/>
                  </a:lnTo>
                  <a:lnTo>
                    <a:pt x="2076" y="6992"/>
                  </a:lnTo>
                  <a:lnTo>
                    <a:pt x="2413" y="7723"/>
                  </a:lnTo>
                  <a:lnTo>
                    <a:pt x="1882" y="7851"/>
                  </a:lnTo>
                  <a:lnTo>
                    <a:pt x="1328" y="8742"/>
                  </a:lnTo>
                  <a:lnTo>
                    <a:pt x="1285" y="9389"/>
                  </a:lnTo>
                  <a:lnTo>
                    <a:pt x="1482" y="9911"/>
                  </a:lnTo>
                  <a:lnTo>
                    <a:pt x="1456" y="10172"/>
                  </a:lnTo>
                  <a:lnTo>
                    <a:pt x="753" y="10945"/>
                  </a:lnTo>
                  <a:lnTo>
                    <a:pt x="32" y="10979"/>
                  </a:lnTo>
                  <a:lnTo>
                    <a:pt x="0" y="10145"/>
                  </a:lnTo>
                  <a:lnTo>
                    <a:pt x="49" y="9522"/>
                  </a:lnTo>
                  <a:lnTo>
                    <a:pt x="731" y="8005"/>
                  </a:lnTo>
                  <a:lnTo>
                    <a:pt x="749" y="6247"/>
                  </a:lnTo>
                  <a:lnTo>
                    <a:pt x="1383" y="6044"/>
                  </a:lnTo>
                  <a:lnTo>
                    <a:pt x="1614" y="5799"/>
                  </a:lnTo>
                  <a:lnTo>
                    <a:pt x="2613" y="4549"/>
                  </a:lnTo>
                  <a:lnTo>
                    <a:pt x="2798" y="4016"/>
                  </a:lnTo>
                  <a:lnTo>
                    <a:pt x="2281" y="3498"/>
                  </a:lnTo>
                  <a:lnTo>
                    <a:pt x="2319" y="2886"/>
                  </a:lnTo>
                  <a:lnTo>
                    <a:pt x="2436" y="2626"/>
                  </a:lnTo>
                  <a:lnTo>
                    <a:pt x="3260" y="2823"/>
                  </a:lnTo>
                  <a:lnTo>
                    <a:pt x="3594" y="3277"/>
                  </a:lnTo>
                  <a:lnTo>
                    <a:pt x="3756" y="3327"/>
                  </a:lnTo>
                  <a:lnTo>
                    <a:pt x="4237" y="2986"/>
                  </a:lnTo>
                  <a:lnTo>
                    <a:pt x="4464" y="2377"/>
                  </a:lnTo>
                  <a:lnTo>
                    <a:pt x="5362" y="1185"/>
                  </a:lnTo>
                  <a:lnTo>
                    <a:pt x="5725" y="0"/>
                  </a:lnTo>
                  <a:lnTo>
                    <a:pt x="6451" y="973"/>
                  </a:lnTo>
                  <a:lnTo>
                    <a:pt x="6255" y="224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5241902" y="2029264"/>
              <a:ext cx="1264" cy="2897"/>
            </a:xfrm>
            <a:custGeom>
              <a:avLst/>
              <a:pathLst>
                <a:path w="1264" h="2897">
                  <a:moveTo>
                    <a:pt x="1091" y="2642"/>
                  </a:moveTo>
                  <a:lnTo>
                    <a:pt x="694" y="2897"/>
                  </a:lnTo>
                  <a:lnTo>
                    <a:pt x="162" y="2545"/>
                  </a:lnTo>
                  <a:lnTo>
                    <a:pt x="0" y="945"/>
                  </a:lnTo>
                  <a:lnTo>
                    <a:pt x="234" y="170"/>
                  </a:lnTo>
                  <a:lnTo>
                    <a:pt x="651" y="0"/>
                  </a:lnTo>
                  <a:lnTo>
                    <a:pt x="1011" y="1382"/>
                  </a:lnTo>
                  <a:lnTo>
                    <a:pt x="1264" y="195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5244832" y="2025327"/>
              <a:ext cx="1306" cy="1546"/>
            </a:xfrm>
            <a:custGeom>
              <a:avLst/>
              <a:pathLst>
                <a:path w="1306" h="1546">
                  <a:moveTo>
                    <a:pt x="1244" y="1221"/>
                  </a:moveTo>
                  <a:lnTo>
                    <a:pt x="1306" y="1546"/>
                  </a:lnTo>
                  <a:lnTo>
                    <a:pt x="377" y="1274"/>
                  </a:lnTo>
                  <a:lnTo>
                    <a:pt x="0" y="0"/>
                  </a:lnTo>
                  <a:lnTo>
                    <a:pt x="614" y="227"/>
                  </a:lnTo>
                  <a:lnTo>
                    <a:pt x="802" y="66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5244569" y="2020794"/>
              <a:ext cx="5203" cy="5436"/>
            </a:xfrm>
            <a:custGeom>
              <a:avLst/>
              <a:pathLst>
                <a:path w="5203" h="5436">
                  <a:moveTo>
                    <a:pt x="2723" y="4302"/>
                  </a:moveTo>
                  <a:lnTo>
                    <a:pt x="1908" y="5436"/>
                  </a:lnTo>
                  <a:lnTo>
                    <a:pt x="1043" y="4415"/>
                  </a:lnTo>
                  <a:lnTo>
                    <a:pt x="0" y="3734"/>
                  </a:lnTo>
                  <a:lnTo>
                    <a:pt x="496" y="3550"/>
                  </a:lnTo>
                  <a:lnTo>
                    <a:pt x="787" y="3277"/>
                  </a:lnTo>
                  <a:lnTo>
                    <a:pt x="815" y="2844"/>
                  </a:lnTo>
                  <a:lnTo>
                    <a:pt x="1493" y="2201"/>
                  </a:lnTo>
                  <a:lnTo>
                    <a:pt x="2837" y="1704"/>
                  </a:lnTo>
                  <a:lnTo>
                    <a:pt x="3264" y="1673"/>
                  </a:lnTo>
                  <a:lnTo>
                    <a:pt x="3745" y="1205"/>
                  </a:lnTo>
                  <a:lnTo>
                    <a:pt x="3902" y="783"/>
                  </a:lnTo>
                  <a:lnTo>
                    <a:pt x="4100" y="580"/>
                  </a:lnTo>
                  <a:lnTo>
                    <a:pt x="4966" y="0"/>
                  </a:lnTo>
                  <a:lnTo>
                    <a:pt x="5203" y="667"/>
                  </a:lnTo>
                  <a:lnTo>
                    <a:pt x="5163" y="1190"/>
                  </a:lnTo>
                  <a:lnTo>
                    <a:pt x="4513" y="1481"/>
                  </a:lnTo>
                  <a:lnTo>
                    <a:pt x="3878" y="2180"/>
                  </a:lnTo>
                  <a:lnTo>
                    <a:pt x="3292" y="3051"/>
                  </a:lnTo>
                  <a:lnTo>
                    <a:pt x="2763" y="3419"/>
                  </a:lnTo>
                  <a:lnTo>
                    <a:pt x="2596" y="366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5256143" y="1993623"/>
              <a:ext cx="2697" cy="3125"/>
            </a:xfrm>
            <a:custGeom>
              <a:avLst/>
              <a:pathLst>
                <a:path w="2697" h="3125">
                  <a:moveTo>
                    <a:pt x="2220" y="2824"/>
                  </a:moveTo>
                  <a:lnTo>
                    <a:pt x="1136" y="3125"/>
                  </a:lnTo>
                  <a:lnTo>
                    <a:pt x="544" y="2801"/>
                  </a:lnTo>
                  <a:lnTo>
                    <a:pt x="0" y="1078"/>
                  </a:lnTo>
                  <a:lnTo>
                    <a:pt x="1032" y="0"/>
                  </a:lnTo>
                  <a:lnTo>
                    <a:pt x="2417" y="1067"/>
                  </a:lnTo>
                  <a:lnTo>
                    <a:pt x="2697" y="137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5260706" y="1988561"/>
              <a:ext cx="2008" cy="6166"/>
            </a:xfrm>
            <a:custGeom>
              <a:avLst/>
              <a:pathLst>
                <a:path w="2008" h="6166">
                  <a:moveTo>
                    <a:pt x="846" y="6019"/>
                  </a:moveTo>
                  <a:lnTo>
                    <a:pt x="17" y="6166"/>
                  </a:lnTo>
                  <a:lnTo>
                    <a:pt x="0" y="5359"/>
                  </a:lnTo>
                  <a:lnTo>
                    <a:pt x="658" y="3533"/>
                  </a:lnTo>
                  <a:lnTo>
                    <a:pt x="728" y="2193"/>
                  </a:lnTo>
                  <a:lnTo>
                    <a:pt x="1342" y="504"/>
                  </a:lnTo>
                  <a:lnTo>
                    <a:pt x="1603" y="133"/>
                  </a:lnTo>
                  <a:lnTo>
                    <a:pt x="1797" y="0"/>
                  </a:lnTo>
                  <a:lnTo>
                    <a:pt x="2008" y="524"/>
                  </a:lnTo>
                  <a:lnTo>
                    <a:pt x="1770" y="2594"/>
                  </a:lnTo>
                  <a:lnTo>
                    <a:pt x="1156" y="416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5249509" y="1975190"/>
              <a:ext cx="1010" cy="2056"/>
            </a:xfrm>
            <a:custGeom>
              <a:avLst/>
              <a:pathLst>
                <a:path w="1010" h="2056">
                  <a:moveTo>
                    <a:pt x="294" y="1812"/>
                  </a:moveTo>
                  <a:lnTo>
                    <a:pt x="0" y="2056"/>
                  </a:lnTo>
                  <a:lnTo>
                    <a:pt x="189" y="960"/>
                  </a:lnTo>
                  <a:lnTo>
                    <a:pt x="950" y="0"/>
                  </a:lnTo>
                  <a:lnTo>
                    <a:pt x="1010" y="62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5254758" y="1964867"/>
              <a:ext cx="2078" cy="1504"/>
            </a:xfrm>
            <a:custGeom>
              <a:avLst/>
              <a:pathLst>
                <a:path w="2078" h="1504">
                  <a:moveTo>
                    <a:pt x="1318" y="1443"/>
                  </a:moveTo>
                  <a:lnTo>
                    <a:pt x="481" y="1504"/>
                  </a:lnTo>
                  <a:lnTo>
                    <a:pt x="135" y="1341"/>
                  </a:lnTo>
                  <a:lnTo>
                    <a:pt x="0" y="898"/>
                  </a:lnTo>
                  <a:lnTo>
                    <a:pt x="1170" y="0"/>
                  </a:lnTo>
                  <a:lnTo>
                    <a:pt x="2078" y="160"/>
                  </a:lnTo>
                  <a:lnTo>
                    <a:pt x="1673" y="96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5252095" y="1964672"/>
              <a:ext cx="2264" cy="4842"/>
            </a:xfrm>
            <a:custGeom>
              <a:avLst/>
              <a:pathLst>
                <a:path w="2264" h="4842">
                  <a:moveTo>
                    <a:pt x="1157" y="4345"/>
                  </a:moveTo>
                  <a:lnTo>
                    <a:pt x="410" y="4842"/>
                  </a:lnTo>
                  <a:lnTo>
                    <a:pt x="314" y="4366"/>
                  </a:lnTo>
                  <a:lnTo>
                    <a:pt x="0" y="4148"/>
                  </a:lnTo>
                  <a:lnTo>
                    <a:pt x="540" y="3478"/>
                  </a:lnTo>
                  <a:lnTo>
                    <a:pt x="522" y="3173"/>
                  </a:lnTo>
                  <a:lnTo>
                    <a:pt x="181" y="2720"/>
                  </a:lnTo>
                  <a:lnTo>
                    <a:pt x="578" y="1009"/>
                  </a:lnTo>
                  <a:lnTo>
                    <a:pt x="469" y="273"/>
                  </a:lnTo>
                  <a:lnTo>
                    <a:pt x="1964" y="0"/>
                  </a:lnTo>
                  <a:lnTo>
                    <a:pt x="2237" y="691"/>
                  </a:lnTo>
                  <a:lnTo>
                    <a:pt x="2264" y="279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5239691" y="1961287"/>
              <a:ext cx="2321" cy="2758"/>
            </a:xfrm>
            <a:custGeom>
              <a:avLst/>
              <a:pathLst>
                <a:path w="2321" h="2758">
                  <a:moveTo>
                    <a:pt x="153" y="0"/>
                  </a:moveTo>
                  <a:lnTo>
                    <a:pt x="520" y="376"/>
                  </a:lnTo>
                  <a:lnTo>
                    <a:pt x="1058" y="160"/>
                  </a:lnTo>
                  <a:lnTo>
                    <a:pt x="1484" y="110"/>
                  </a:lnTo>
                  <a:lnTo>
                    <a:pt x="1792" y="292"/>
                  </a:lnTo>
                  <a:lnTo>
                    <a:pt x="2178" y="1263"/>
                  </a:lnTo>
                  <a:lnTo>
                    <a:pt x="2321" y="1837"/>
                  </a:lnTo>
                  <a:lnTo>
                    <a:pt x="1628" y="1918"/>
                  </a:lnTo>
                  <a:lnTo>
                    <a:pt x="1336" y="2052"/>
                  </a:lnTo>
                  <a:lnTo>
                    <a:pt x="958" y="2758"/>
                  </a:lnTo>
                  <a:lnTo>
                    <a:pt x="414" y="2498"/>
                  </a:lnTo>
                  <a:lnTo>
                    <a:pt x="77" y="2168"/>
                  </a:lnTo>
                  <a:lnTo>
                    <a:pt x="0" y="169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5344894" y="1956470"/>
              <a:ext cx="990" cy="1168"/>
            </a:xfrm>
            <a:custGeom>
              <a:avLst/>
              <a:pathLst>
                <a:path w="990" h="1168">
                  <a:moveTo>
                    <a:pt x="682" y="1020"/>
                  </a:moveTo>
                  <a:lnTo>
                    <a:pt x="519" y="1168"/>
                  </a:lnTo>
                  <a:lnTo>
                    <a:pt x="63" y="711"/>
                  </a:lnTo>
                  <a:lnTo>
                    <a:pt x="0" y="307"/>
                  </a:lnTo>
                  <a:lnTo>
                    <a:pt x="80" y="57"/>
                  </a:lnTo>
                  <a:lnTo>
                    <a:pt x="377" y="0"/>
                  </a:lnTo>
                  <a:lnTo>
                    <a:pt x="990" y="49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5242985" y="1956424"/>
              <a:ext cx="1747" cy="4227"/>
            </a:xfrm>
            <a:custGeom>
              <a:avLst/>
              <a:pathLst>
                <a:path w="1747" h="4227">
                  <a:moveTo>
                    <a:pt x="753" y="4076"/>
                  </a:moveTo>
                  <a:lnTo>
                    <a:pt x="517" y="4227"/>
                  </a:lnTo>
                  <a:lnTo>
                    <a:pt x="211" y="2970"/>
                  </a:lnTo>
                  <a:lnTo>
                    <a:pt x="0" y="2520"/>
                  </a:lnTo>
                  <a:lnTo>
                    <a:pt x="356" y="2280"/>
                  </a:lnTo>
                  <a:lnTo>
                    <a:pt x="1064" y="0"/>
                  </a:lnTo>
                  <a:lnTo>
                    <a:pt x="1195" y="905"/>
                  </a:lnTo>
                  <a:lnTo>
                    <a:pt x="1470" y="1802"/>
                  </a:lnTo>
                  <a:lnTo>
                    <a:pt x="1747" y="1945"/>
                  </a:lnTo>
                  <a:lnTo>
                    <a:pt x="1478" y="2599"/>
                  </a:lnTo>
                  <a:lnTo>
                    <a:pt x="1081" y="284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9"/>
            <p:cNvSpPr/>
            <p:nvPr/>
          </p:nvSpPr>
          <p:spPr>
            <a:xfrm>
              <a:off x="5246515" y="1953237"/>
              <a:ext cx="1887" cy="2583"/>
            </a:xfrm>
            <a:custGeom>
              <a:avLst/>
              <a:pathLst>
                <a:path w="1887" h="2583">
                  <a:moveTo>
                    <a:pt x="1148" y="1924"/>
                  </a:moveTo>
                  <a:lnTo>
                    <a:pt x="482" y="2583"/>
                  </a:lnTo>
                  <a:lnTo>
                    <a:pt x="0" y="2580"/>
                  </a:lnTo>
                  <a:lnTo>
                    <a:pt x="440" y="1812"/>
                  </a:lnTo>
                  <a:lnTo>
                    <a:pt x="499" y="1445"/>
                  </a:lnTo>
                  <a:lnTo>
                    <a:pt x="865" y="415"/>
                  </a:lnTo>
                  <a:lnTo>
                    <a:pt x="1585" y="45"/>
                  </a:lnTo>
                  <a:lnTo>
                    <a:pt x="1887" y="0"/>
                  </a:lnTo>
                  <a:lnTo>
                    <a:pt x="1302" y="106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900"/>
            <p:cNvSpPr/>
            <p:nvPr/>
          </p:nvSpPr>
          <p:spPr>
            <a:xfrm>
              <a:off x="5249395" y="1946300"/>
              <a:ext cx="1143" cy="2107"/>
            </a:xfrm>
            <a:custGeom>
              <a:avLst/>
              <a:pathLst>
                <a:path w="1143" h="2107">
                  <a:moveTo>
                    <a:pt x="1143" y="1528"/>
                  </a:moveTo>
                  <a:lnTo>
                    <a:pt x="489" y="2107"/>
                  </a:lnTo>
                  <a:lnTo>
                    <a:pt x="0" y="1655"/>
                  </a:lnTo>
                  <a:lnTo>
                    <a:pt x="238" y="411"/>
                  </a:lnTo>
                  <a:lnTo>
                    <a:pt x="401" y="0"/>
                  </a:lnTo>
                  <a:lnTo>
                    <a:pt x="960" y="40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1"/>
            <p:cNvSpPr/>
            <p:nvPr/>
          </p:nvSpPr>
          <p:spPr>
            <a:xfrm>
              <a:off x="5248499" y="1945332"/>
              <a:ext cx="22975" cy="40625"/>
            </a:xfrm>
            <a:custGeom>
              <a:avLst/>
              <a:pathLst>
                <a:path w="22975" h="40625">
                  <a:moveTo>
                    <a:pt x="15085" y="4535"/>
                  </a:moveTo>
                  <a:lnTo>
                    <a:pt x="16358" y="4951"/>
                  </a:lnTo>
                  <a:lnTo>
                    <a:pt x="16896" y="4977"/>
                  </a:lnTo>
                  <a:lnTo>
                    <a:pt x="17395" y="4789"/>
                  </a:lnTo>
                  <a:lnTo>
                    <a:pt x="18152" y="4242"/>
                  </a:lnTo>
                  <a:lnTo>
                    <a:pt x="18949" y="3841"/>
                  </a:lnTo>
                  <a:lnTo>
                    <a:pt x="19517" y="4044"/>
                  </a:lnTo>
                  <a:lnTo>
                    <a:pt x="20021" y="4532"/>
                  </a:lnTo>
                  <a:lnTo>
                    <a:pt x="20285" y="5216"/>
                  </a:lnTo>
                  <a:lnTo>
                    <a:pt x="20156" y="5933"/>
                  </a:lnTo>
                  <a:lnTo>
                    <a:pt x="19257" y="7475"/>
                  </a:lnTo>
                  <a:lnTo>
                    <a:pt x="18517" y="9117"/>
                  </a:lnTo>
                  <a:lnTo>
                    <a:pt x="20217" y="9424"/>
                  </a:lnTo>
                  <a:lnTo>
                    <a:pt x="21915" y="9389"/>
                  </a:lnTo>
                  <a:lnTo>
                    <a:pt x="21519" y="10407"/>
                  </a:lnTo>
                  <a:lnTo>
                    <a:pt x="21454" y="11293"/>
                  </a:lnTo>
                  <a:lnTo>
                    <a:pt x="21974" y="11716"/>
                  </a:lnTo>
                  <a:lnTo>
                    <a:pt x="22414" y="12284"/>
                  </a:lnTo>
                  <a:lnTo>
                    <a:pt x="22300" y="12798"/>
                  </a:lnTo>
                  <a:lnTo>
                    <a:pt x="22047" y="13307"/>
                  </a:lnTo>
                  <a:lnTo>
                    <a:pt x="22975" y="14069"/>
                  </a:lnTo>
                  <a:lnTo>
                    <a:pt x="22914" y="14581"/>
                  </a:lnTo>
                  <a:lnTo>
                    <a:pt x="22673" y="15117"/>
                  </a:lnTo>
                  <a:lnTo>
                    <a:pt x="20360" y="18619"/>
                  </a:lnTo>
                  <a:lnTo>
                    <a:pt x="19681" y="20394"/>
                  </a:lnTo>
                  <a:lnTo>
                    <a:pt x="19208" y="22348"/>
                  </a:lnTo>
                  <a:lnTo>
                    <a:pt x="18775" y="23777"/>
                  </a:lnTo>
                  <a:lnTo>
                    <a:pt x="18458" y="25260"/>
                  </a:lnTo>
                  <a:lnTo>
                    <a:pt x="18217" y="26861"/>
                  </a:lnTo>
                  <a:lnTo>
                    <a:pt x="17787" y="28513"/>
                  </a:lnTo>
                  <a:lnTo>
                    <a:pt x="17930" y="29979"/>
                  </a:lnTo>
                  <a:lnTo>
                    <a:pt x="17785" y="31480"/>
                  </a:lnTo>
                  <a:lnTo>
                    <a:pt x="16623" y="35191"/>
                  </a:lnTo>
                  <a:lnTo>
                    <a:pt x="15796" y="35123"/>
                  </a:lnTo>
                  <a:lnTo>
                    <a:pt x="14755" y="34673"/>
                  </a:lnTo>
                  <a:lnTo>
                    <a:pt x="14103" y="34743"/>
                  </a:lnTo>
                  <a:lnTo>
                    <a:pt x="13766" y="35568"/>
                  </a:lnTo>
                  <a:lnTo>
                    <a:pt x="14364" y="37263"/>
                  </a:lnTo>
                  <a:lnTo>
                    <a:pt x="12508" y="39273"/>
                  </a:lnTo>
                  <a:lnTo>
                    <a:pt x="10460" y="40625"/>
                  </a:lnTo>
                  <a:lnTo>
                    <a:pt x="10445" y="40009"/>
                  </a:lnTo>
                  <a:lnTo>
                    <a:pt x="10637" y="39524"/>
                  </a:lnTo>
                  <a:lnTo>
                    <a:pt x="10933" y="39133"/>
                  </a:lnTo>
                  <a:lnTo>
                    <a:pt x="11147" y="38663"/>
                  </a:lnTo>
                  <a:lnTo>
                    <a:pt x="11444" y="37083"/>
                  </a:lnTo>
                  <a:lnTo>
                    <a:pt x="11297" y="35491"/>
                  </a:lnTo>
                  <a:lnTo>
                    <a:pt x="10680" y="33498"/>
                  </a:lnTo>
                  <a:lnTo>
                    <a:pt x="10635" y="32782"/>
                  </a:lnTo>
                  <a:lnTo>
                    <a:pt x="11062" y="32492"/>
                  </a:lnTo>
                  <a:lnTo>
                    <a:pt x="11350" y="32410"/>
                  </a:lnTo>
                  <a:lnTo>
                    <a:pt x="11506" y="32131"/>
                  </a:lnTo>
                  <a:lnTo>
                    <a:pt x="11511" y="31473"/>
                  </a:lnTo>
                  <a:lnTo>
                    <a:pt x="11316" y="30985"/>
                  </a:lnTo>
                  <a:lnTo>
                    <a:pt x="10733" y="30826"/>
                  </a:lnTo>
                  <a:lnTo>
                    <a:pt x="10170" y="30816"/>
                  </a:lnTo>
                  <a:lnTo>
                    <a:pt x="9776" y="31555"/>
                  </a:lnTo>
                  <a:lnTo>
                    <a:pt x="9233" y="32982"/>
                  </a:lnTo>
                  <a:lnTo>
                    <a:pt x="8969" y="34424"/>
                  </a:lnTo>
                  <a:lnTo>
                    <a:pt x="9085" y="35214"/>
                  </a:lnTo>
                  <a:lnTo>
                    <a:pt x="9326" y="35921"/>
                  </a:lnTo>
                  <a:lnTo>
                    <a:pt x="10070" y="37105"/>
                  </a:lnTo>
                  <a:lnTo>
                    <a:pt x="9852" y="37802"/>
                  </a:lnTo>
                  <a:lnTo>
                    <a:pt x="9542" y="38346"/>
                  </a:lnTo>
                  <a:lnTo>
                    <a:pt x="6911" y="37113"/>
                  </a:lnTo>
                  <a:lnTo>
                    <a:pt x="6343" y="37025"/>
                  </a:lnTo>
                  <a:lnTo>
                    <a:pt x="5871" y="36765"/>
                  </a:lnTo>
                  <a:lnTo>
                    <a:pt x="5366" y="35138"/>
                  </a:lnTo>
                  <a:lnTo>
                    <a:pt x="6437" y="34747"/>
                  </a:lnTo>
                  <a:lnTo>
                    <a:pt x="6755" y="34550"/>
                  </a:lnTo>
                  <a:lnTo>
                    <a:pt x="6873" y="34032"/>
                  </a:lnTo>
                  <a:lnTo>
                    <a:pt x="7018" y="32447"/>
                  </a:lnTo>
                  <a:lnTo>
                    <a:pt x="6517" y="31123"/>
                  </a:lnTo>
                  <a:lnTo>
                    <a:pt x="6094" y="30653"/>
                  </a:lnTo>
                  <a:lnTo>
                    <a:pt x="5750" y="30112"/>
                  </a:lnTo>
                  <a:lnTo>
                    <a:pt x="5968" y="28994"/>
                  </a:lnTo>
                  <a:lnTo>
                    <a:pt x="5825" y="27587"/>
                  </a:lnTo>
                  <a:lnTo>
                    <a:pt x="5812" y="25622"/>
                  </a:lnTo>
                  <a:lnTo>
                    <a:pt x="5998" y="25283"/>
                  </a:lnTo>
                  <a:lnTo>
                    <a:pt x="6992" y="24886"/>
                  </a:lnTo>
                  <a:lnTo>
                    <a:pt x="7709" y="23833"/>
                  </a:lnTo>
                  <a:lnTo>
                    <a:pt x="8343" y="22635"/>
                  </a:lnTo>
                  <a:lnTo>
                    <a:pt x="9274" y="20527"/>
                  </a:lnTo>
                  <a:lnTo>
                    <a:pt x="10032" y="18251"/>
                  </a:lnTo>
                  <a:lnTo>
                    <a:pt x="9302" y="18152"/>
                  </a:lnTo>
                  <a:lnTo>
                    <a:pt x="8682" y="17725"/>
                  </a:lnTo>
                  <a:lnTo>
                    <a:pt x="9360" y="16648"/>
                  </a:lnTo>
                  <a:lnTo>
                    <a:pt x="9150" y="15289"/>
                  </a:lnTo>
                  <a:lnTo>
                    <a:pt x="8139" y="13618"/>
                  </a:lnTo>
                  <a:lnTo>
                    <a:pt x="7584" y="11649"/>
                  </a:lnTo>
                  <a:lnTo>
                    <a:pt x="6690" y="10781"/>
                  </a:lnTo>
                  <a:lnTo>
                    <a:pt x="6219" y="10462"/>
                  </a:lnTo>
                  <a:lnTo>
                    <a:pt x="5646" y="10924"/>
                  </a:lnTo>
                  <a:lnTo>
                    <a:pt x="5172" y="11478"/>
                  </a:lnTo>
                  <a:lnTo>
                    <a:pt x="5610" y="12759"/>
                  </a:lnTo>
                  <a:lnTo>
                    <a:pt x="5560" y="13892"/>
                  </a:lnTo>
                  <a:lnTo>
                    <a:pt x="5628" y="15014"/>
                  </a:lnTo>
                  <a:lnTo>
                    <a:pt x="6074" y="15077"/>
                  </a:lnTo>
                  <a:lnTo>
                    <a:pt x="6622" y="14797"/>
                  </a:lnTo>
                  <a:lnTo>
                    <a:pt x="7061" y="14996"/>
                  </a:lnTo>
                  <a:lnTo>
                    <a:pt x="7317" y="15585"/>
                  </a:lnTo>
                  <a:lnTo>
                    <a:pt x="7386" y="16345"/>
                  </a:lnTo>
                  <a:lnTo>
                    <a:pt x="7193" y="17099"/>
                  </a:lnTo>
                  <a:lnTo>
                    <a:pt x="6788" y="17473"/>
                  </a:lnTo>
                  <a:lnTo>
                    <a:pt x="6295" y="17443"/>
                  </a:lnTo>
                  <a:lnTo>
                    <a:pt x="5798" y="17037"/>
                  </a:lnTo>
                  <a:lnTo>
                    <a:pt x="5411" y="16457"/>
                  </a:lnTo>
                  <a:lnTo>
                    <a:pt x="4484" y="16137"/>
                  </a:lnTo>
                  <a:lnTo>
                    <a:pt x="3507" y="16821"/>
                  </a:lnTo>
                  <a:lnTo>
                    <a:pt x="2577" y="18216"/>
                  </a:lnTo>
                  <a:lnTo>
                    <a:pt x="1783" y="18924"/>
                  </a:lnTo>
                  <a:lnTo>
                    <a:pt x="2157" y="17888"/>
                  </a:lnTo>
                  <a:lnTo>
                    <a:pt x="2333" y="16771"/>
                  </a:lnTo>
                  <a:lnTo>
                    <a:pt x="1947" y="15986"/>
                  </a:lnTo>
                  <a:lnTo>
                    <a:pt x="1040" y="14680"/>
                  </a:lnTo>
                  <a:lnTo>
                    <a:pt x="829" y="13925"/>
                  </a:lnTo>
                  <a:lnTo>
                    <a:pt x="777" y="13011"/>
                  </a:lnTo>
                  <a:lnTo>
                    <a:pt x="936" y="12104"/>
                  </a:lnTo>
                  <a:lnTo>
                    <a:pt x="1870" y="13142"/>
                  </a:lnTo>
                  <a:lnTo>
                    <a:pt x="2348" y="14437"/>
                  </a:lnTo>
                  <a:lnTo>
                    <a:pt x="3034" y="15006"/>
                  </a:lnTo>
                  <a:lnTo>
                    <a:pt x="3894" y="15011"/>
                  </a:lnTo>
                  <a:lnTo>
                    <a:pt x="3233" y="13108"/>
                  </a:lnTo>
                  <a:lnTo>
                    <a:pt x="2996" y="12628"/>
                  </a:lnTo>
                  <a:lnTo>
                    <a:pt x="2068" y="11774"/>
                  </a:lnTo>
                  <a:lnTo>
                    <a:pt x="803" y="10337"/>
                  </a:lnTo>
                  <a:lnTo>
                    <a:pt x="0" y="9645"/>
                  </a:lnTo>
                  <a:lnTo>
                    <a:pt x="284" y="8147"/>
                  </a:lnTo>
                  <a:lnTo>
                    <a:pt x="755" y="7849"/>
                  </a:lnTo>
                  <a:lnTo>
                    <a:pt x="1154" y="7921"/>
                  </a:lnTo>
                  <a:lnTo>
                    <a:pt x="2498" y="8452"/>
                  </a:lnTo>
                  <a:lnTo>
                    <a:pt x="2624" y="7706"/>
                  </a:lnTo>
                  <a:lnTo>
                    <a:pt x="2427" y="7308"/>
                  </a:lnTo>
                  <a:lnTo>
                    <a:pt x="2323" y="6845"/>
                  </a:lnTo>
                  <a:lnTo>
                    <a:pt x="3207" y="6196"/>
                  </a:lnTo>
                  <a:lnTo>
                    <a:pt x="4654" y="5662"/>
                  </a:lnTo>
                  <a:lnTo>
                    <a:pt x="4951" y="5412"/>
                  </a:lnTo>
                  <a:lnTo>
                    <a:pt x="5208" y="4876"/>
                  </a:lnTo>
                  <a:lnTo>
                    <a:pt x="5561" y="4595"/>
                  </a:lnTo>
                  <a:lnTo>
                    <a:pt x="6575" y="4603"/>
                  </a:lnTo>
                  <a:lnTo>
                    <a:pt x="7426" y="4091"/>
                  </a:lnTo>
                  <a:lnTo>
                    <a:pt x="8130" y="2699"/>
                  </a:lnTo>
                  <a:lnTo>
                    <a:pt x="8298" y="1936"/>
                  </a:lnTo>
                  <a:lnTo>
                    <a:pt x="8549" y="1299"/>
                  </a:lnTo>
                  <a:lnTo>
                    <a:pt x="10307" y="171"/>
                  </a:lnTo>
                  <a:lnTo>
                    <a:pt x="10743" y="0"/>
                  </a:lnTo>
                  <a:lnTo>
                    <a:pt x="11916" y="139"/>
                  </a:lnTo>
                  <a:lnTo>
                    <a:pt x="12990" y="777"/>
                  </a:lnTo>
                  <a:lnTo>
                    <a:pt x="13519" y="2119"/>
                  </a:lnTo>
                  <a:lnTo>
                    <a:pt x="13983" y="355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g902"/>
            <p:cNvSpPr/>
            <p:nvPr/>
          </p:nvSpPr>
          <p:spPr>
            <a:xfrm>
              <a:off x="5273291" y="1945053"/>
              <a:ext cx="2311" cy="1405"/>
            </a:xfrm>
            <a:custGeom>
              <a:avLst/>
              <a:pathLst>
                <a:path w="2311" h="1405">
                  <a:moveTo>
                    <a:pt x="618" y="36"/>
                  </a:moveTo>
                  <a:lnTo>
                    <a:pt x="1078" y="546"/>
                  </a:lnTo>
                  <a:lnTo>
                    <a:pt x="2174" y="338"/>
                  </a:lnTo>
                  <a:lnTo>
                    <a:pt x="2311" y="482"/>
                  </a:lnTo>
                  <a:lnTo>
                    <a:pt x="1990" y="946"/>
                  </a:lnTo>
                  <a:lnTo>
                    <a:pt x="1507" y="1405"/>
                  </a:lnTo>
                  <a:lnTo>
                    <a:pt x="630" y="1064"/>
                  </a:lnTo>
                  <a:lnTo>
                    <a:pt x="77" y="1045"/>
                  </a:lnTo>
                  <a:lnTo>
                    <a:pt x="0" y="279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g903"/>
            <p:cNvSpPr/>
            <p:nvPr/>
          </p:nvSpPr>
          <p:spPr>
            <a:xfrm>
              <a:off x="5275754" y="1941917"/>
              <a:ext cx="1111" cy="1360"/>
            </a:xfrm>
            <a:custGeom>
              <a:avLst/>
              <a:pathLst>
                <a:path w="1111" h="1360">
                  <a:moveTo>
                    <a:pt x="1111" y="801"/>
                  </a:moveTo>
                  <a:lnTo>
                    <a:pt x="837" y="1360"/>
                  </a:lnTo>
                  <a:lnTo>
                    <a:pt x="0" y="1191"/>
                  </a:lnTo>
                  <a:lnTo>
                    <a:pt x="334" y="706"/>
                  </a:lnTo>
                  <a:lnTo>
                    <a:pt x="592" y="119"/>
                  </a:lnTo>
                  <a:lnTo>
                    <a:pt x="780" y="0"/>
                  </a:lnTo>
                  <a:lnTo>
                    <a:pt x="938" y="63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g904"/>
            <p:cNvSpPr/>
            <p:nvPr/>
          </p:nvSpPr>
          <p:spPr>
            <a:xfrm>
              <a:off x="5244775" y="1939852"/>
              <a:ext cx="1425" cy="3317"/>
            </a:xfrm>
            <a:custGeom>
              <a:avLst/>
              <a:pathLst>
                <a:path w="1425" h="3317">
                  <a:moveTo>
                    <a:pt x="880" y="2751"/>
                  </a:moveTo>
                  <a:lnTo>
                    <a:pt x="265" y="3317"/>
                  </a:lnTo>
                  <a:lnTo>
                    <a:pt x="0" y="2449"/>
                  </a:lnTo>
                  <a:lnTo>
                    <a:pt x="268" y="0"/>
                  </a:lnTo>
                  <a:lnTo>
                    <a:pt x="1425" y="500"/>
                  </a:lnTo>
                  <a:lnTo>
                    <a:pt x="1406" y="125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g905"/>
            <p:cNvSpPr/>
            <p:nvPr/>
          </p:nvSpPr>
          <p:spPr>
            <a:xfrm>
              <a:off x="5271702" y="1939326"/>
              <a:ext cx="25603" cy="22405"/>
            </a:xfrm>
            <a:custGeom>
              <a:avLst/>
              <a:pathLst>
                <a:path w="25603" h="22405">
                  <a:moveTo>
                    <a:pt x="21994" y="1423"/>
                  </a:moveTo>
                  <a:lnTo>
                    <a:pt x="23302" y="2003"/>
                  </a:lnTo>
                  <a:lnTo>
                    <a:pt x="24644" y="1838"/>
                  </a:lnTo>
                  <a:lnTo>
                    <a:pt x="24623" y="4385"/>
                  </a:lnTo>
                  <a:lnTo>
                    <a:pt x="24813" y="5241"/>
                  </a:lnTo>
                  <a:lnTo>
                    <a:pt x="25191" y="6006"/>
                  </a:lnTo>
                  <a:lnTo>
                    <a:pt x="24997" y="7121"/>
                  </a:lnTo>
                  <a:lnTo>
                    <a:pt x="25603" y="7502"/>
                  </a:lnTo>
                  <a:lnTo>
                    <a:pt x="23804" y="8774"/>
                  </a:lnTo>
                  <a:lnTo>
                    <a:pt x="22180" y="10460"/>
                  </a:lnTo>
                  <a:lnTo>
                    <a:pt x="21513" y="11598"/>
                  </a:lnTo>
                  <a:lnTo>
                    <a:pt x="20909" y="12817"/>
                  </a:lnTo>
                  <a:lnTo>
                    <a:pt x="20558" y="14107"/>
                  </a:lnTo>
                  <a:lnTo>
                    <a:pt x="20331" y="15498"/>
                  </a:lnTo>
                  <a:lnTo>
                    <a:pt x="19787" y="14946"/>
                  </a:lnTo>
                  <a:lnTo>
                    <a:pt x="18222" y="12693"/>
                  </a:lnTo>
                  <a:lnTo>
                    <a:pt x="17231" y="12074"/>
                  </a:lnTo>
                  <a:lnTo>
                    <a:pt x="15638" y="11745"/>
                  </a:lnTo>
                  <a:lnTo>
                    <a:pt x="15131" y="11819"/>
                  </a:lnTo>
                  <a:lnTo>
                    <a:pt x="11857" y="13926"/>
                  </a:lnTo>
                  <a:lnTo>
                    <a:pt x="11422" y="15465"/>
                  </a:lnTo>
                  <a:lnTo>
                    <a:pt x="10529" y="17786"/>
                  </a:lnTo>
                  <a:lnTo>
                    <a:pt x="10106" y="18553"/>
                  </a:lnTo>
                  <a:lnTo>
                    <a:pt x="9636" y="18773"/>
                  </a:lnTo>
                  <a:lnTo>
                    <a:pt x="9303" y="19171"/>
                  </a:lnTo>
                  <a:lnTo>
                    <a:pt x="8936" y="21150"/>
                  </a:lnTo>
                  <a:lnTo>
                    <a:pt x="7921" y="22369"/>
                  </a:lnTo>
                  <a:lnTo>
                    <a:pt x="7300" y="22405"/>
                  </a:lnTo>
                  <a:lnTo>
                    <a:pt x="6240" y="22072"/>
                  </a:lnTo>
                  <a:lnTo>
                    <a:pt x="5763" y="22260"/>
                  </a:lnTo>
                  <a:lnTo>
                    <a:pt x="6399" y="20306"/>
                  </a:lnTo>
                  <a:lnTo>
                    <a:pt x="5386" y="20069"/>
                  </a:lnTo>
                  <a:lnTo>
                    <a:pt x="4375" y="20110"/>
                  </a:lnTo>
                  <a:lnTo>
                    <a:pt x="4351" y="18839"/>
                  </a:lnTo>
                  <a:lnTo>
                    <a:pt x="3739" y="18118"/>
                  </a:lnTo>
                  <a:lnTo>
                    <a:pt x="4192" y="17182"/>
                  </a:lnTo>
                  <a:lnTo>
                    <a:pt x="4205" y="16420"/>
                  </a:lnTo>
                  <a:lnTo>
                    <a:pt x="4471" y="15999"/>
                  </a:lnTo>
                  <a:lnTo>
                    <a:pt x="4564" y="15384"/>
                  </a:lnTo>
                  <a:lnTo>
                    <a:pt x="4529" y="14859"/>
                  </a:lnTo>
                  <a:lnTo>
                    <a:pt x="3905" y="14698"/>
                  </a:lnTo>
                  <a:lnTo>
                    <a:pt x="3524" y="14326"/>
                  </a:lnTo>
                  <a:lnTo>
                    <a:pt x="3596" y="12942"/>
                  </a:lnTo>
                  <a:lnTo>
                    <a:pt x="3238" y="12892"/>
                  </a:lnTo>
                  <a:lnTo>
                    <a:pt x="2350" y="13133"/>
                  </a:lnTo>
                  <a:lnTo>
                    <a:pt x="503" y="14202"/>
                  </a:lnTo>
                  <a:lnTo>
                    <a:pt x="0" y="14204"/>
                  </a:lnTo>
                  <a:lnTo>
                    <a:pt x="774" y="13443"/>
                  </a:lnTo>
                  <a:lnTo>
                    <a:pt x="2415" y="12397"/>
                  </a:lnTo>
                  <a:lnTo>
                    <a:pt x="3153" y="11799"/>
                  </a:lnTo>
                  <a:lnTo>
                    <a:pt x="4762" y="10119"/>
                  </a:lnTo>
                  <a:lnTo>
                    <a:pt x="5775" y="9323"/>
                  </a:lnTo>
                  <a:lnTo>
                    <a:pt x="6303" y="7915"/>
                  </a:lnTo>
                  <a:lnTo>
                    <a:pt x="6467" y="7059"/>
                  </a:lnTo>
                  <a:lnTo>
                    <a:pt x="6809" y="6307"/>
                  </a:lnTo>
                  <a:lnTo>
                    <a:pt x="7111" y="5104"/>
                  </a:lnTo>
                  <a:lnTo>
                    <a:pt x="7633" y="4702"/>
                  </a:lnTo>
                  <a:lnTo>
                    <a:pt x="8538" y="3669"/>
                  </a:lnTo>
                  <a:lnTo>
                    <a:pt x="9059" y="3769"/>
                  </a:lnTo>
                  <a:lnTo>
                    <a:pt x="9637" y="5039"/>
                  </a:lnTo>
                  <a:lnTo>
                    <a:pt x="10417" y="6012"/>
                  </a:lnTo>
                  <a:lnTo>
                    <a:pt x="10978" y="5930"/>
                  </a:lnTo>
                  <a:lnTo>
                    <a:pt x="11979" y="5431"/>
                  </a:lnTo>
                  <a:lnTo>
                    <a:pt x="12461" y="5318"/>
                  </a:lnTo>
                  <a:lnTo>
                    <a:pt x="13618" y="5378"/>
                  </a:lnTo>
                  <a:lnTo>
                    <a:pt x="14658" y="4759"/>
                  </a:lnTo>
                  <a:lnTo>
                    <a:pt x="15082" y="4031"/>
                  </a:lnTo>
                  <a:lnTo>
                    <a:pt x="15239" y="3120"/>
                  </a:lnTo>
                  <a:lnTo>
                    <a:pt x="14853" y="1597"/>
                  </a:lnTo>
                  <a:lnTo>
                    <a:pt x="15354" y="1750"/>
                  </a:lnTo>
                  <a:lnTo>
                    <a:pt x="15834" y="1688"/>
                  </a:lnTo>
                  <a:lnTo>
                    <a:pt x="16963" y="719"/>
                  </a:lnTo>
                  <a:lnTo>
                    <a:pt x="18124" y="144"/>
                  </a:lnTo>
                  <a:lnTo>
                    <a:pt x="19331" y="0"/>
                  </a:lnTo>
                  <a:lnTo>
                    <a:pt x="20687" y="54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g906"/>
            <p:cNvSpPr/>
            <p:nvPr/>
          </p:nvSpPr>
          <p:spPr>
            <a:xfrm>
              <a:off x="5292038" y="1936871"/>
              <a:ext cx="1798" cy="1552"/>
            </a:xfrm>
            <a:custGeom>
              <a:avLst/>
              <a:pathLst>
                <a:path w="1798" h="1552">
                  <a:moveTo>
                    <a:pt x="1605" y="707"/>
                  </a:moveTo>
                  <a:lnTo>
                    <a:pt x="1429" y="984"/>
                  </a:lnTo>
                  <a:lnTo>
                    <a:pt x="1260" y="912"/>
                  </a:lnTo>
                  <a:lnTo>
                    <a:pt x="659" y="1552"/>
                  </a:lnTo>
                  <a:lnTo>
                    <a:pt x="529" y="939"/>
                  </a:lnTo>
                  <a:lnTo>
                    <a:pt x="58" y="530"/>
                  </a:lnTo>
                  <a:lnTo>
                    <a:pt x="0" y="211"/>
                  </a:lnTo>
                  <a:lnTo>
                    <a:pt x="1360" y="0"/>
                  </a:lnTo>
                  <a:lnTo>
                    <a:pt x="1798" y="16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g907"/>
            <p:cNvSpPr/>
            <p:nvPr/>
          </p:nvSpPr>
          <p:spPr>
            <a:xfrm>
              <a:off x="5296634" y="1936724"/>
              <a:ext cx="3186" cy="4770"/>
            </a:xfrm>
            <a:custGeom>
              <a:avLst/>
              <a:pathLst>
                <a:path w="3186" h="4770">
                  <a:moveTo>
                    <a:pt x="2506" y="3581"/>
                  </a:moveTo>
                  <a:lnTo>
                    <a:pt x="1480" y="4770"/>
                  </a:lnTo>
                  <a:lnTo>
                    <a:pt x="593" y="4686"/>
                  </a:lnTo>
                  <a:lnTo>
                    <a:pt x="147" y="4155"/>
                  </a:lnTo>
                  <a:lnTo>
                    <a:pt x="0" y="3497"/>
                  </a:lnTo>
                  <a:lnTo>
                    <a:pt x="845" y="2465"/>
                  </a:lnTo>
                  <a:lnTo>
                    <a:pt x="1574" y="1007"/>
                  </a:lnTo>
                  <a:lnTo>
                    <a:pt x="2234" y="360"/>
                  </a:lnTo>
                  <a:lnTo>
                    <a:pt x="2770" y="0"/>
                  </a:lnTo>
                  <a:lnTo>
                    <a:pt x="3186" y="12"/>
                  </a:lnTo>
                  <a:lnTo>
                    <a:pt x="2247" y="204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g908"/>
            <p:cNvSpPr/>
            <p:nvPr/>
          </p:nvSpPr>
          <p:spPr>
            <a:xfrm>
              <a:off x="5245534" y="1934749"/>
              <a:ext cx="2019" cy="5314"/>
            </a:xfrm>
            <a:custGeom>
              <a:avLst/>
              <a:pathLst>
                <a:path w="2019" h="5314">
                  <a:moveTo>
                    <a:pt x="1125" y="4643"/>
                  </a:moveTo>
                  <a:lnTo>
                    <a:pt x="933" y="5314"/>
                  </a:lnTo>
                  <a:lnTo>
                    <a:pt x="291" y="4839"/>
                  </a:lnTo>
                  <a:lnTo>
                    <a:pt x="0" y="4409"/>
                  </a:lnTo>
                  <a:lnTo>
                    <a:pt x="593" y="2297"/>
                  </a:lnTo>
                  <a:lnTo>
                    <a:pt x="523" y="1496"/>
                  </a:lnTo>
                  <a:lnTo>
                    <a:pt x="559" y="1106"/>
                  </a:lnTo>
                  <a:lnTo>
                    <a:pt x="1744" y="0"/>
                  </a:lnTo>
                  <a:lnTo>
                    <a:pt x="1946" y="212"/>
                  </a:lnTo>
                  <a:lnTo>
                    <a:pt x="2019" y="517"/>
                  </a:lnTo>
                  <a:lnTo>
                    <a:pt x="1915" y="990"/>
                  </a:lnTo>
                  <a:lnTo>
                    <a:pt x="1974" y="2038"/>
                  </a:lnTo>
                  <a:lnTo>
                    <a:pt x="1085" y="376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g909"/>
            <p:cNvSpPr/>
            <p:nvPr/>
          </p:nvSpPr>
          <p:spPr>
            <a:xfrm>
              <a:off x="5341090" y="1933503"/>
              <a:ext cx="847" cy="1343"/>
            </a:xfrm>
            <a:custGeom>
              <a:avLst/>
              <a:pathLst>
                <a:path w="847" h="1343">
                  <a:moveTo>
                    <a:pt x="847" y="688"/>
                  </a:moveTo>
                  <a:lnTo>
                    <a:pt x="745" y="1343"/>
                  </a:lnTo>
                  <a:lnTo>
                    <a:pt x="241" y="1199"/>
                  </a:lnTo>
                  <a:lnTo>
                    <a:pt x="0" y="772"/>
                  </a:lnTo>
                  <a:lnTo>
                    <a:pt x="29" y="6"/>
                  </a:lnTo>
                  <a:lnTo>
                    <a:pt x="560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g910"/>
            <p:cNvSpPr/>
            <p:nvPr/>
          </p:nvSpPr>
          <p:spPr>
            <a:xfrm>
              <a:off x="5282651" y="1911685"/>
              <a:ext cx="1809" cy="2421"/>
            </a:xfrm>
            <a:custGeom>
              <a:avLst/>
              <a:pathLst>
                <a:path w="1809" h="2421">
                  <a:moveTo>
                    <a:pt x="1708" y="1900"/>
                  </a:moveTo>
                  <a:lnTo>
                    <a:pt x="1274" y="2421"/>
                  </a:lnTo>
                  <a:lnTo>
                    <a:pt x="466" y="2250"/>
                  </a:lnTo>
                  <a:lnTo>
                    <a:pt x="0" y="1499"/>
                  </a:lnTo>
                  <a:lnTo>
                    <a:pt x="153" y="651"/>
                  </a:lnTo>
                  <a:lnTo>
                    <a:pt x="1000" y="0"/>
                  </a:lnTo>
                  <a:lnTo>
                    <a:pt x="1809" y="130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g911"/>
            <p:cNvSpPr/>
            <p:nvPr/>
          </p:nvSpPr>
          <p:spPr>
            <a:xfrm>
              <a:off x="5330289" y="1884127"/>
              <a:ext cx="3311" cy="6922"/>
            </a:xfrm>
            <a:custGeom>
              <a:avLst/>
              <a:pathLst>
                <a:path w="3311" h="6922">
                  <a:moveTo>
                    <a:pt x="1124" y="6887"/>
                  </a:moveTo>
                  <a:lnTo>
                    <a:pt x="225" y="6922"/>
                  </a:lnTo>
                  <a:lnTo>
                    <a:pt x="0" y="6785"/>
                  </a:lnTo>
                  <a:lnTo>
                    <a:pt x="544" y="6440"/>
                  </a:lnTo>
                  <a:lnTo>
                    <a:pt x="593" y="5859"/>
                  </a:lnTo>
                  <a:lnTo>
                    <a:pt x="918" y="4831"/>
                  </a:lnTo>
                  <a:lnTo>
                    <a:pt x="912" y="4534"/>
                  </a:lnTo>
                  <a:lnTo>
                    <a:pt x="198" y="4481"/>
                  </a:lnTo>
                  <a:lnTo>
                    <a:pt x="234" y="3311"/>
                  </a:lnTo>
                  <a:lnTo>
                    <a:pt x="767" y="2158"/>
                  </a:lnTo>
                  <a:lnTo>
                    <a:pt x="2233" y="341"/>
                  </a:lnTo>
                  <a:lnTo>
                    <a:pt x="2634" y="0"/>
                  </a:lnTo>
                  <a:lnTo>
                    <a:pt x="2694" y="794"/>
                  </a:lnTo>
                  <a:lnTo>
                    <a:pt x="2247" y="2672"/>
                  </a:lnTo>
                  <a:lnTo>
                    <a:pt x="2160" y="3350"/>
                  </a:lnTo>
                  <a:lnTo>
                    <a:pt x="3311" y="3492"/>
                  </a:lnTo>
                  <a:lnTo>
                    <a:pt x="2571" y="574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g912"/>
            <p:cNvSpPr/>
            <p:nvPr/>
          </p:nvSpPr>
          <p:spPr>
            <a:xfrm>
              <a:off x="5260885" y="1839638"/>
              <a:ext cx="105051" cy="111842"/>
            </a:xfrm>
            <a:custGeom>
              <a:avLst/>
              <a:pathLst>
                <a:path w="105051" h="111842">
                  <a:moveTo>
                    <a:pt x="97825" y="1853"/>
                  </a:moveTo>
                  <a:lnTo>
                    <a:pt x="98198" y="2116"/>
                  </a:lnTo>
                  <a:lnTo>
                    <a:pt x="99964" y="1406"/>
                  </a:lnTo>
                  <a:lnTo>
                    <a:pt x="99628" y="3548"/>
                  </a:lnTo>
                  <a:lnTo>
                    <a:pt x="99440" y="5707"/>
                  </a:lnTo>
                  <a:lnTo>
                    <a:pt x="99569" y="9292"/>
                  </a:lnTo>
                  <a:lnTo>
                    <a:pt x="99728" y="10910"/>
                  </a:lnTo>
                  <a:lnTo>
                    <a:pt x="100034" y="12475"/>
                  </a:lnTo>
                  <a:lnTo>
                    <a:pt x="100786" y="13597"/>
                  </a:lnTo>
                  <a:lnTo>
                    <a:pt x="101770" y="14393"/>
                  </a:lnTo>
                  <a:lnTo>
                    <a:pt x="103196" y="16938"/>
                  </a:lnTo>
                  <a:lnTo>
                    <a:pt x="103961" y="20061"/>
                  </a:lnTo>
                  <a:lnTo>
                    <a:pt x="104502" y="21578"/>
                  </a:lnTo>
                  <a:lnTo>
                    <a:pt x="104906" y="23169"/>
                  </a:lnTo>
                  <a:lnTo>
                    <a:pt x="105029" y="23897"/>
                  </a:lnTo>
                  <a:lnTo>
                    <a:pt x="105039" y="24627"/>
                  </a:lnTo>
                  <a:lnTo>
                    <a:pt x="104918" y="25625"/>
                  </a:lnTo>
                  <a:lnTo>
                    <a:pt x="105051" y="26431"/>
                  </a:lnTo>
                  <a:lnTo>
                    <a:pt x="104898" y="28966"/>
                  </a:lnTo>
                  <a:lnTo>
                    <a:pt x="104260" y="31896"/>
                  </a:lnTo>
                  <a:lnTo>
                    <a:pt x="104177" y="33394"/>
                  </a:lnTo>
                  <a:lnTo>
                    <a:pt x="103622" y="33691"/>
                  </a:lnTo>
                  <a:lnTo>
                    <a:pt x="103286" y="34383"/>
                  </a:lnTo>
                  <a:lnTo>
                    <a:pt x="102998" y="34704"/>
                  </a:lnTo>
                  <a:lnTo>
                    <a:pt x="102680" y="34952"/>
                  </a:lnTo>
                  <a:lnTo>
                    <a:pt x="102217" y="35014"/>
                  </a:lnTo>
                  <a:lnTo>
                    <a:pt x="101886" y="35298"/>
                  </a:lnTo>
                  <a:lnTo>
                    <a:pt x="101755" y="36092"/>
                  </a:lnTo>
                  <a:lnTo>
                    <a:pt x="101542" y="36828"/>
                  </a:lnTo>
                  <a:lnTo>
                    <a:pt x="101140" y="37506"/>
                  </a:lnTo>
                  <a:lnTo>
                    <a:pt x="100824" y="38255"/>
                  </a:lnTo>
                  <a:lnTo>
                    <a:pt x="100563" y="40079"/>
                  </a:lnTo>
                  <a:lnTo>
                    <a:pt x="100469" y="41951"/>
                  </a:lnTo>
                  <a:lnTo>
                    <a:pt x="100078" y="43258"/>
                  </a:lnTo>
                  <a:lnTo>
                    <a:pt x="99138" y="43598"/>
                  </a:lnTo>
                  <a:lnTo>
                    <a:pt x="98061" y="43575"/>
                  </a:lnTo>
                  <a:lnTo>
                    <a:pt x="96681" y="44181"/>
                  </a:lnTo>
                  <a:lnTo>
                    <a:pt x="96387" y="44535"/>
                  </a:lnTo>
                  <a:lnTo>
                    <a:pt x="95297" y="46818"/>
                  </a:lnTo>
                  <a:lnTo>
                    <a:pt x="94984" y="48157"/>
                  </a:lnTo>
                  <a:lnTo>
                    <a:pt x="94974" y="49598"/>
                  </a:lnTo>
                  <a:lnTo>
                    <a:pt x="95277" y="51369"/>
                  </a:lnTo>
                  <a:lnTo>
                    <a:pt x="95688" y="53101"/>
                  </a:lnTo>
                  <a:lnTo>
                    <a:pt x="95999" y="56326"/>
                  </a:lnTo>
                  <a:lnTo>
                    <a:pt x="95671" y="61243"/>
                  </a:lnTo>
                  <a:lnTo>
                    <a:pt x="95356" y="62814"/>
                  </a:lnTo>
                  <a:lnTo>
                    <a:pt x="94663" y="63878"/>
                  </a:lnTo>
                  <a:lnTo>
                    <a:pt x="94138" y="64372"/>
                  </a:lnTo>
                  <a:lnTo>
                    <a:pt x="93686" y="64978"/>
                  </a:lnTo>
                  <a:lnTo>
                    <a:pt x="93100" y="66582"/>
                  </a:lnTo>
                  <a:lnTo>
                    <a:pt x="92130" y="69778"/>
                  </a:lnTo>
                  <a:lnTo>
                    <a:pt x="92049" y="70579"/>
                  </a:lnTo>
                  <a:lnTo>
                    <a:pt x="92053" y="71412"/>
                  </a:lnTo>
                  <a:lnTo>
                    <a:pt x="91792" y="72497"/>
                  </a:lnTo>
                  <a:lnTo>
                    <a:pt x="91621" y="73564"/>
                  </a:lnTo>
                  <a:lnTo>
                    <a:pt x="91780" y="74804"/>
                  </a:lnTo>
                  <a:lnTo>
                    <a:pt x="92079" y="75964"/>
                  </a:lnTo>
                  <a:lnTo>
                    <a:pt x="93381" y="78943"/>
                  </a:lnTo>
                  <a:lnTo>
                    <a:pt x="93891" y="79824"/>
                  </a:lnTo>
                  <a:lnTo>
                    <a:pt x="94463" y="80627"/>
                  </a:lnTo>
                  <a:lnTo>
                    <a:pt x="92242" y="81515"/>
                  </a:lnTo>
                  <a:lnTo>
                    <a:pt x="91841" y="81923"/>
                  </a:lnTo>
                  <a:lnTo>
                    <a:pt x="90522" y="83621"/>
                  </a:lnTo>
                  <a:lnTo>
                    <a:pt x="90101" y="85232"/>
                  </a:lnTo>
                  <a:lnTo>
                    <a:pt x="90135" y="87014"/>
                  </a:lnTo>
                  <a:lnTo>
                    <a:pt x="89912" y="87654"/>
                  </a:lnTo>
                  <a:lnTo>
                    <a:pt x="89550" y="88208"/>
                  </a:lnTo>
                  <a:lnTo>
                    <a:pt x="89172" y="88576"/>
                  </a:lnTo>
                  <a:lnTo>
                    <a:pt x="87698" y="89393"/>
                  </a:lnTo>
                  <a:lnTo>
                    <a:pt x="86754" y="90204"/>
                  </a:lnTo>
                  <a:lnTo>
                    <a:pt x="85814" y="91473"/>
                  </a:lnTo>
                  <a:lnTo>
                    <a:pt x="85442" y="92139"/>
                  </a:lnTo>
                  <a:lnTo>
                    <a:pt x="84718" y="91925"/>
                  </a:lnTo>
                  <a:lnTo>
                    <a:pt x="84295" y="91339"/>
                  </a:lnTo>
                  <a:lnTo>
                    <a:pt x="84712" y="90601"/>
                  </a:lnTo>
                  <a:lnTo>
                    <a:pt x="84583" y="89732"/>
                  </a:lnTo>
                  <a:lnTo>
                    <a:pt x="84789" y="87498"/>
                  </a:lnTo>
                  <a:lnTo>
                    <a:pt x="84553" y="86600"/>
                  </a:lnTo>
                  <a:lnTo>
                    <a:pt x="85307" y="85923"/>
                  </a:lnTo>
                  <a:lnTo>
                    <a:pt x="85666" y="84838"/>
                  </a:lnTo>
                  <a:lnTo>
                    <a:pt x="86451" y="83971"/>
                  </a:lnTo>
                  <a:lnTo>
                    <a:pt x="87011" y="83201"/>
                  </a:lnTo>
                  <a:lnTo>
                    <a:pt x="87111" y="82577"/>
                  </a:lnTo>
                  <a:lnTo>
                    <a:pt x="86608" y="81904"/>
                  </a:lnTo>
                  <a:lnTo>
                    <a:pt x="86076" y="81418"/>
                  </a:lnTo>
                  <a:lnTo>
                    <a:pt x="85341" y="81416"/>
                  </a:lnTo>
                  <a:lnTo>
                    <a:pt x="84631" y="81560"/>
                  </a:lnTo>
                  <a:lnTo>
                    <a:pt x="84173" y="82201"/>
                  </a:lnTo>
                  <a:lnTo>
                    <a:pt x="84020" y="83073"/>
                  </a:lnTo>
                  <a:lnTo>
                    <a:pt x="84056" y="83480"/>
                  </a:lnTo>
                  <a:lnTo>
                    <a:pt x="83997" y="83837"/>
                  </a:lnTo>
                  <a:lnTo>
                    <a:pt x="82883" y="85032"/>
                  </a:lnTo>
                  <a:lnTo>
                    <a:pt x="83030" y="86282"/>
                  </a:lnTo>
                  <a:lnTo>
                    <a:pt x="83356" y="86917"/>
                  </a:lnTo>
                  <a:lnTo>
                    <a:pt x="83773" y="87218"/>
                  </a:lnTo>
                  <a:lnTo>
                    <a:pt x="83648" y="87648"/>
                  </a:lnTo>
                  <a:lnTo>
                    <a:pt x="83120" y="88656"/>
                  </a:lnTo>
                  <a:lnTo>
                    <a:pt x="82750" y="88756"/>
                  </a:lnTo>
                  <a:lnTo>
                    <a:pt x="82070" y="87345"/>
                  </a:lnTo>
                  <a:lnTo>
                    <a:pt x="81222" y="86574"/>
                  </a:lnTo>
                  <a:lnTo>
                    <a:pt x="80173" y="86581"/>
                  </a:lnTo>
                  <a:lnTo>
                    <a:pt x="79093" y="86860"/>
                  </a:lnTo>
                  <a:lnTo>
                    <a:pt x="78273" y="87799"/>
                  </a:lnTo>
                  <a:lnTo>
                    <a:pt x="78002" y="88578"/>
                  </a:lnTo>
                  <a:lnTo>
                    <a:pt x="77829" y="89384"/>
                  </a:lnTo>
                  <a:lnTo>
                    <a:pt x="77888" y="91345"/>
                  </a:lnTo>
                  <a:lnTo>
                    <a:pt x="77548" y="92982"/>
                  </a:lnTo>
                  <a:lnTo>
                    <a:pt x="76882" y="94420"/>
                  </a:lnTo>
                  <a:lnTo>
                    <a:pt x="76569" y="94945"/>
                  </a:lnTo>
                  <a:lnTo>
                    <a:pt x="75756" y="95921"/>
                  </a:lnTo>
                  <a:lnTo>
                    <a:pt x="75196" y="96049"/>
                  </a:lnTo>
                  <a:lnTo>
                    <a:pt x="74795" y="95606"/>
                  </a:lnTo>
                  <a:lnTo>
                    <a:pt x="74473" y="94934"/>
                  </a:lnTo>
                  <a:lnTo>
                    <a:pt x="74884" y="92472"/>
                  </a:lnTo>
                  <a:lnTo>
                    <a:pt x="74867" y="91090"/>
                  </a:lnTo>
                  <a:lnTo>
                    <a:pt x="75822" y="90386"/>
                  </a:lnTo>
                  <a:lnTo>
                    <a:pt x="75039" y="89403"/>
                  </a:lnTo>
                  <a:lnTo>
                    <a:pt x="74081" y="89008"/>
                  </a:lnTo>
                  <a:lnTo>
                    <a:pt x="72733" y="89532"/>
                  </a:lnTo>
                  <a:lnTo>
                    <a:pt x="72354" y="90123"/>
                  </a:lnTo>
                  <a:lnTo>
                    <a:pt x="72094" y="90917"/>
                  </a:lnTo>
                  <a:lnTo>
                    <a:pt x="71370" y="91921"/>
                  </a:lnTo>
                  <a:lnTo>
                    <a:pt x="70571" y="92863"/>
                  </a:lnTo>
                  <a:lnTo>
                    <a:pt x="69669" y="94467"/>
                  </a:lnTo>
                  <a:lnTo>
                    <a:pt x="69062" y="96369"/>
                  </a:lnTo>
                  <a:lnTo>
                    <a:pt x="67074" y="95747"/>
                  </a:lnTo>
                  <a:lnTo>
                    <a:pt x="65989" y="95608"/>
                  </a:lnTo>
                  <a:lnTo>
                    <a:pt x="64894" y="95656"/>
                  </a:lnTo>
                  <a:lnTo>
                    <a:pt x="62953" y="95422"/>
                  </a:lnTo>
                  <a:lnTo>
                    <a:pt x="60821" y="95810"/>
                  </a:lnTo>
                  <a:lnTo>
                    <a:pt x="58396" y="96557"/>
                  </a:lnTo>
                  <a:lnTo>
                    <a:pt x="58541" y="96018"/>
                  </a:lnTo>
                  <a:lnTo>
                    <a:pt x="60535" y="94874"/>
                  </a:lnTo>
                  <a:lnTo>
                    <a:pt x="60607" y="94538"/>
                  </a:lnTo>
                  <a:lnTo>
                    <a:pt x="60416" y="93911"/>
                  </a:lnTo>
                  <a:lnTo>
                    <a:pt x="59919" y="93881"/>
                  </a:lnTo>
                  <a:lnTo>
                    <a:pt x="58726" y="94099"/>
                  </a:lnTo>
                  <a:lnTo>
                    <a:pt x="58117" y="94003"/>
                  </a:lnTo>
                  <a:lnTo>
                    <a:pt x="57869" y="93331"/>
                  </a:lnTo>
                  <a:lnTo>
                    <a:pt x="57465" y="93041"/>
                  </a:lnTo>
                  <a:lnTo>
                    <a:pt x="57195" y="93316"/>
                  </a:lnTo>
                  <a:lnTo>
                    <a:pt x="57284" y="94622"/>
                  </a:lnTo>
                  <a:lnTo>
                    <a:pt x="56988" y="94797"/>
                  </a:lnTo>
                  <a:lnTo>
                    <a:pt x="56594" y="94461"/>
                  </a:lnTo>
                  <a:lnTo>
                    <a:pt x="56720" y="93446"/>
                  </a:lnTo>
                  <a:lnTo>
                    <a:pt x="56451" y="91959"/>
                  </a:lnTo>
                  <a:lnTo>
                    <a:pt x="56421" y="91035"/>
                  </a:lnTo>
                  <a:lnTo>
                    <a:pt x="56838" y="90243"/>
                  </a:lnTo>
                  <a:lnTo>
                    <a:pt x="56411" y="89908"/>
                  </a:lnTo>
                  <a:lnTo>
                    <a:pt x="55960" y="90037"/>
                  </a:lnTo>
                  <a:lnTo>
                    <a:pt x="55386" y="90418"/>
                  </a:lnTo>
                  <a:lnTo>
                    <a:pt x="54880" y="90960"/>
                  </a:lnTo>
                  <a:lnTo>
                    <a:pt x="53810" y="93674"/>
                  </a:lnTo>
                  <a:lnTo>
                    <a:pt x="53394" y="95224"/>
                  </a:lnTo>
                  <a:lnTo>
                    <a:pt x="54177" y="96470"/>
                  </a:lnTo>
                  <a:lnTo>
                    <a:pt x="56313" y="98211"/>
                  </a:lnTo>
                  <a:lnTo>
                    <a:pt x="56679" y="98639"/>
                  </a:lnTo>
                  <a:lnTo>
                    <a:pt x="56688" y="99380"/>
                  </a:lnTo>
                  <a:lnTo>
                    <a:pt x="56428" y="100166"/>
                  </a:lnTo>
                  <a:lnTo>
                    <a:pt x="55846" y="100512"/>
                  </a:lnTo>
                  <a:lnTo>
                    <a:pt x="53502" y="101092"/>
                  </a:lnTo>
                  <a:lnTo>
                    <a:pt x="51472" y="102219"/>
                  </a:lnTo>
                  <a:lnTo>
                    <a:pt x="50886" y="103363"/>
                  </a:lnTo>
                  <a:lnTo>
                    <a:pt x="49038" y="107780"/>
                  </a:lnTo>
                  <a:lnTo>
                    <a:pt x="47559" y="110799"/>
                  </a:lnTo>
                  <a:lnTo>
                    <a:pt x="45469" y="111842"/>
                  </a:lnTo>
                  <a:lnTo>
                    <a:pt x="43175" y="110916"/>
                  </a:lnTo>
                  <a:lnTo>
                    <a:pt x="42620" y="109864"/>
                  </a:lnTo>
                  <a:lnTo>
                    <a:pt x="42171" y="108564"/>
                  </a:lnTo>
                  <a:lnTo>
                    <a:pt x="41318" y="107389"/>
                  </a:lnTo>
                  <a:lnTo>
                    <a:pt x="40550" y="106108"/>
                  </a:lnTo>
                  <a:lnTo>
                    <a:pt x="40101" y="104589"/>
                  </a:lnTo>
                  <a:lnTo>
                    <a:pt x="40171" y="102139"/>
                  </a:lnTo>
                  <a:lnTo>
                    <a:pt x="39837" y="100664"/>
                  </a:lnTo>
                  <a:lnTo>
                    <a:pt x="40139" y="100271"/>
                  </a:lnTo>
                  <a:lnTo>
                    <a:pt x="41404" y="99375"/>
                  </a:lnTo>
                  <a:lnTo>
                    <a:pt x="41816" y="98873"/>
                  </a:lnTo>
                  <a:lnTo>
                    <a:pt x="42531" y="97706"/>
                  </a:lnTo>
                  <a:lnTo>
                    <a:pt x="42787" y="97057"/>
                  </a:lnTo>
                  <a:lnTo>
                    <a:pt x="42825" y="96074"/>
                  </a:lnTo>
                  <a:lnTo>
                    <a:pt x="42251" y="95560"/>
                  </a:lnTo>
                  <a:lnTo>
                    <a:pt x="40766" y="95579"/>
                  </a:lnTo>
                  <a:lnTo>
                    <a:pt x="39285" y="95885"/>
                  </a:lnTo>
                  <a:lnTo>
                    <a:pt x="38227" y="95455"/>
                  </a:lnTo>
                  <a:lnTo>
                    <a:pt x="36856" y="94266"/>
                  </a:lnTo>
                  <a:lnTo>
                    <a:pt x="36431" y="94013"/>
                  </a:lnTo>
                  <a:lnTo>
                    <a:pt x="34953" y="93938"/>
                  </a:lnTo>
                  <a:lnTo>
                    <a:pt x="33898" y="94159"/>
                  </a:lnTo>
                  <a:lnTo>
                    <a:pt x="32861" y="94592"/>
                  </a:lnTo>
                  <a:lnTo>
                    <a:pt x="31765" y="94729"/>
                  </a:lnTo>
                  <a:lnTo>
                    <a:pt x="31400" y="94955"/>
                  </a:lnTo>
                  <a:lnTo>
                    <a:pt x="30135" y="96413"/>
                  </a:lnTo>
                  <a:lnTo>
                    <a:pt x="29129" y="97332"/>
                  </a:lnTo>
                  <a:lnTo>
                    <a:pt x="28260" y="97787"/>
                  </a:lnTo>
                  <a:lnTo>
                    <a:pt x="26383" y="97909"/>
                  </a:lnTo>
                  <a:lnTo>
                    <a:pt x="25443" y="98205"/>
                  </a:lnTo>
                  <a:lnTo>
                    <a:pt x="24457" y="98687"/>
                  </a:lnTo>
                  <a:lnTo>
                    <a:pt x="24182" y="98645"/>
                  </a:lnTo>
                  <a:lnTo>
                    <a:pt x="23144" y="99311"/>
                  </a:lnTo>
                  <a:lnTo>
                    <a:pt x="21953" y="99888"/>
                  </a:lnTo>
                  <a:lnTo>
                    <a:pt x="21316" y="100468"/>
                  </a:lnTo>
                  <a:lnTo>
                    <a:pt x="20148" y="100089"/>
                  </a:lnTo>
                  <a:lnTo>
                    <a:pt x="17837" y="101126"/>
                  </a:lnTo>
                  <a:lnTo>
                    <a:pt x="16720" y="101254"/>
                  </a:lnTo>
                  <a:lnTo>
                    <a:pt x="15565" y="100682"/>
                  </a:lnTo>
                  <a:lnTo>
                    <a:pt x="14494" y="99758"/>
                  </a:lnTo>
                  <a:lnTo>
                    <a:pt x="13465" y="100154"/>
                  </a:lnTo>
                  <a:lnTo>
                    <a:pt x="12761" y="101520"/>
                  </a:lnTo>
                  <a:lnTo>
                    <a:pt x="12419" y="104239"/>
                  </a:lnTo>
                  <a:lnTo>
                    <a:pt x="12016" y="105464"/>
                  </a:lnTo>
                  <a:lnTo>
                    <a:pt x="11894" y="106935"/>
                  </a:lnTo>
                  <a:lnTo>
                    <a:pt x="11362" y="106702"/>
                  </a:lnTo>
                  <a:lnTo>
                    <a:pt x="8268" y="104055"/>
                  </a:lnTo>
                  <a:lnTo>
                    <a:pt x="8053" y="103960"/>
                  </a:lnTo>
                  <a:lnTo>
                    <a:pt x="5552" y="104416"/>
                  </a:lnTo>
                  <a:lnTo>
                    <a:pt x="4906" y="104636"/>
                  </a:lnTo>
                  <a:lnTo>
                    <a:pt x="4101" y="105172"/>
                  </a:lnTo>
                  <a:lnTo>
                    <a:pt x="3248" y="105412"/>
                  </a:lnTo>
                  <a:lnTo>
                    <a:pt x="2470" y="105026"/>
                  </a:lnTo>
                  <a:lnTo>
                    <a:pt x="1727" y="104398"/>
                  </a:lnTo>
                  <a:lnTo>
                    <a:pt x="1013" y="104585"/>
                  </a:lnTo>
                  <a:lnTo>
                    <a:pt x="280" y="105025"/>
                  </a:lnTo>
                  <a:lnTo>
                    <a:pt x="0" y="101034"/>
                  </a:lnTo>
                  <a:lnTo>
                    <a:pt x="142" y="100508"/>
                  </a:lnTo>
                  <a:lnTo>
                    <a:pt x="592" y="99809"/>
                  </a:lnTo>
                  <a:lnTo>
                    <a:pt x="1087" y="99211"/>
                  </a:lnTo>
                  <a:lnTo>
                    <a:pt x="2298" y="99004"/>
                  </a:lnTo>
                  <a:lnTo>
                    <a:pt x="3524" y="99198"/>
                  </a:lnTo>
                  <a:lnTo>
                    <a:pt x="4400" y="98923"/>
                  </a:lnTo>
                  <a:lnTo>
                    <a:pt x="5139" y="98133"/>
                  </a:lnTo>
                  <a:lnTo>
                    <a:pt x="5920" y="97013"/>
                  </a:lnTo>
                  <a:lnTo>
                    <a:pt x="6799" y="96102"/>
                  </a:lnTo>
                  <a:lnTo>
                    <a:pt x="7992" y="95382"/>
                  </a:lnTo>
                  <a:lnTo>
                    <a:pt x="9146" y="94556"/>
                  </a:lnTo>
                  <a:lnTo>
                    <a:pt x="10159" y="93397"/>
                  </a:lnTo>
                  <a:lnTo>
                    <a:pt x="11121" y="92133"/>
                  </a:lnTo>
                  <a:lnTo>
                    <a:pt x="12005" y="91206"/>
                  </a:lnTo>
                  <a:lnTo>
                    <a:pt x="12964" y="90427"/>
                  </a:lnTo>
                  <a:lnTo>
                    <a:pt x="14425" y="88558"/>
                  </a:lnTo>
                  <a:lnTo>
                    <a:pt x="16365" y="86459"/>
                  </a:lnTo>
                  <a:lnTo>
                    <a:pt x="17108" y="84904"/>
                  </a:lnTo>
                  <a:lnTo>
                    <a:pt x="17571" y="84475"/>
                  </a:lnTo>
                  <a:lnTo>
                    <a:pt x="19240" y="83607"/>
                  </a:lnTo>
                  <a:lnTo>
                    <a:pt x="21453" y="82944"/>
                  </a:lnTo>
                  <a:lnTo>
                    <a:pt x="22497" y="82976"/>
                  </a:lnTo>
                  <a:lnTo>
                    <a:pt x="23531" y="84339"/>
                  </a:lnTo>
                  <a:lnTo>
                    <a:pt x="24088" y="84152"/>
                  </a:lnTo>
                  <a:lnTo>
                    <a:pt x="24651" y="83800"/>
                  </a:lnTo>
                  <a:lnTo>
                    <a:pt x="25791" y="83605"/>
                  </a:lnTo>
                  <a:lnTo>
                    <a:pt x="26964" y="83830"/>
                  </a:lnTo>
                  <a:lnTo>
                    <a:pt x="28108" y="83836"/>
                  </a:lnTo>
                  <a:lnTo>
                    <a:pt x="29252" y="83664"/>
                  </a:lnTo>
                  <a:lnTo>
                    <a:pt x="31455" y="83217"/>
                  </a:lnTo>
                  <a:lnTo>
                    <a:pt x="32614" y="82677"/>
                  </a:lnTo>
                  <a:lnTo>
                    <a:pt x="33744" y="81980"/>
                  </a:lnTo>
                  <a:lnTo>
                    <a:pt x="37776" y="81488"/>
                  </a:lnTo>
                  <a:lnTo>
                    <a:pt x="40540" y="80318"/>
                  </a:lnTo>
                  <a:lnTo>
                    <a:pt x="40977" y="80401"/>
                  </a:lnTo>
                  <a:lnTo>
                    <a:pt x="41402" y="80671"/>
                  </a:lnTo>
                  <a:lnTo>
                    <a:pt x="41433" y="81537"/>
                  </a:lnTo>
                  <a:lnTo>
                    <a:pt x="41086" y="82483"/>
                  </a:lnTo>
                  <a:lnTo>
                    <a:pt x="41424" y="83055"/>
                  </a:lnTo>
                  <a:lnTo>
                    <a:pt x="41984" y="83408"/>
                  </a:lnTo>
                  <a:lnTo>
                    <a:pt x="44584" y="83517"/>
                  </a:lnTo>
                  <a:lnTo>
                    <a:pt x="45326" y="83721"/>
                  </a:lnTo>
                  <a:lnTo>
                    <a:pt x="46412" y="83074"/>
                  </a:lnTo>
                  <a:lnTo>
                    <a:pt x="47435" y="82274"/>
                  </a:lnTo>
                  <a:lnTo>
                    <a:pt x="48505" y="81219"/>
                  </a:lnTo>
                  <a:lnTo>
                    <a:pt x="49253" y="80032"/>
                  </a:lnTo>
                  <a:lnTo>
                    <a:pt x="48562" y="78546"/>
                  </a:lnTo>
                  <a:lnTo>
                    <a:pt x="48410" y="76922"/>
                  </a:lnTo>
                  <a:lnTo>
                    <a:pt x="48990" y="75161"/>
                  </a:lnTo>
                  <a:lnTo>
                    <a:pt x="49830" y="73675"/>
                  </a:lnTo>
                  <a:lnTo>
                    <a:pt x="50828" y="72778"/>
                  </a:lnTo>
                  <a:lnTo>
                    <a:pt x="51748" y="71745"/>
                  </a:lnTo>
                  <a:lnTo>
                    <a:pt x="53610" y="68813"/>
                  </a:lnTo>
                  <a:lnTo>
                    <a:pt x="54956" y="66441"/>
                  </a:lnTo>
                  <a:lnTo>
                    <a:pt x="55441" y="63526"/>
                  </a:lnTo>
                  <a:lnTo>
                    <a:pt x="55156" y="60076"/>
                  </a:lnTo>
                  <a:lnTo>
                    <a:pt x="56331" y="57513"/>
                  </a:lnTo>
                  <a:lnTo>
                    <a:pt x="57455" y="57073"/>
                  </a:lnTo>
                  <a:lnTo>
                    <a:pt x="59691" y="55904"/>
                  </a:lnTo>
                  <a:lnTo>
                    <a:pt x="60865" y="55561"/>
                  </a:lnTo>
                  <a:lnTo>
                    <a:pt x="61040" y="56072"/>
                  </a:lnTo>
                  <a:lnTo>
                    <a:pt x="61005" y="56741"/>
                  </a:lnTo>
                  <a:lnTo>
                    <a:pt x="59251" y="58893"/>
                  </a:lnTo>
                  <a:lnTo>
                    <a:pt x="58245" y="59778"/>
                  </a:lnTo>
                  <a:lnTo>
                    <a:pt x="57644" y="60052"/>
                  </a:lnTo>
                  <a:lnTo>
                    <a:pt x="57093" y="60444"/>
                  </a:lnTo>
                  <a:lnTo>
                    <a:pt x="56865" y="61201"/>
                  </a:lnTo>
                  <a:lnTo>
                    <a:pt x="57759" y="62469"/>
                  </a:lnTo>
                  <a:lnTo>
                    <a:pt x="57988" y="63406"/>
                  </a:lnTo>
                  <a:lnTo>
                    <a:pt x="57932" y="64305"/>
                  </a:lnTo>
                  <a:lnTo>
                    <a:pt x="57970" y="65113"/>
                  </a:lnTo>
                  <a:lnTo>
                    <a:pt x="58983" y="65994"/>
                  </a:lnTo>
                  <a:lnTo>
                    <a:pt x="60142" y="66285"/>
                  </a:lnTo>
                  <a:lnTo>
                    <a:pt x="60628" y="66277"/>
                  </a:lnTo>
                  <a:lnTo>
                    <a:pt x="61053" y="66046"/>
                  </a:lnTo>
                  <a:lnTo>
                    <a:pt x="62378" y="63892"/>
                  </a:lnTo>
                  <a:lnTo>
                    <a:pt x="62675" y="63518"/>
                  </a:lnTo>
                  <a:lnTo>
                    <a:pt x="66452" y="61942"/>
                  </a:lnTo>
                  <a:lnTo>
                    <a:pt x="68310" y="60735"/>
                  </a:lnTo>
                  <a:lnTo>
                    <a:pt x="69336" y="60424"/>
                  </a:lnTo>
                  <a:lnTo>
                    <a:pt x="70300" y="59796"/>
                  </a:lnTo>
                  <a:lnTo>
                    <a:pt x="72461" y="57373"/>
                  </a:lnTo>
                  <a:lnTo>
                    <a:pt x="73260" y="56257"/>
                  </a:lnTo>
                  <a:lnTo>
                    <a:pt x="73984" y="55023"/>
                  </a:lnTo>
                  <a:lnTo>
                    <a:pt x="74563" y="53589"/>
                  </a:lnTo>
                  <a:lnTo>
                    <a:pt x="75020" y="52037"/>
                  </a:lnTo>
                  <a:lnTo>
                    <a:pt x="75646" y="51071"/>
                  </a:lnTo>
                  <a:lnTo>
                    <a:pt x="79072" y="48768"/>
                  </a:lnTo>
                  <a:lnTo>
                    <a:pt x="80176" y="47514"/>
                  </a:lnTo>
                  <a:lnTo>
                    <a:pt x="80527" y="46906"/>
                  </a:lnTo>
                  <a:lnTo>
                    <a:pt x="80951" y="45146"/>
                  </a:lnTo>
                  <a:lnTo>
                    <a:pt x="81244" y="43318"/>
                  </a:lnTo>
                  <a:lnTo>
                    <a:pt x="81661" y="41885"/>
                  </a:lnTo>
                  <a:lnTo>
                    <a:pt x="82223" y="40542"/>
                  </a:lnTo>
                  <a:lnTo>
                    <a:pt x="82976" y="39173"/>
                  </a:lnTo>
                  <a:lnTo>
                    <a:pt x="83821" y="37902"/>
                  </a:lnTo>
                  <a:lnTo>
                    <a:pt x="84321" y="36598"/>
                  </a:lnTo>
                  <a:lnTo>
                    <a:pt x="85046" y="33483"/>
                  </a:lnTo>
                  <a:lnTo>
                    <a:pt x="85365" y="31759"/>
                  </a:lnTo>
                  <a:lnTo>
                    <a:pt x="85613" y="31137"/>
                  </a:lnTo>
                  <a:lnTo>
                    <a:pt x="85978" y="30614"/>
                  </a:lnTo>
                  <a:lnTo>
                    <a:pt x="86297" y="29953"/>
                  </a:lnTo>
                  <a:lnTo>
                    <a:pt x="86540" y="29212"/>
                  </a:lnTo>
                  <a:lnTo>
                    <a:pt x="86650" y="28479"/>
                  </a:lnTo>
                  <a:lnTo>
                    <a:pt x="86807" y="26238"/>
                  </a:lnTo>
                  <a:lnTo>
                    <a:pt x="86712" y="24496"/>
                  </a:lnTo>
                  <a:lnTo>
                    <a:pt x="86145" y="23020"/>
                  </a:lnTo>
                  <a:lnTo>
                    <a:pt x="85676" y="22601"/>
                  </a:lnTo>
                  <a:lnTo>
                    <a:pt x="85165" y="22577"/>
                  </a:lnTo>
                  <a:lnTo>
                    <a:pt x="84400" y="22704"/>
                  </a:lnTo>
                  <a:lnTo>
                    <a:pt x="83749" y="22103"/>
                  </a:lnTo>
                  <a:lnTo>
                    <a:pt x="83881" y="21572"/>
                  </a:lnTo>
                  <a:lnTo>
                    <a:pt x="84545" y="21473"/>
                  </a:lnTo>
                  <a:lnTo>
                    <a:pt x="84999" y="21198"/>
                  </a:lnTo>
                  <a:lnTo>
                    <a:pt x="85324" y="20696"/>
                  </a:lnTo>
                  <a:lnTo>
                    <a:pt x="85934" y="19089"/>
                  </a:lnTo>
                  <a:lnTo>
                    <a:pt x="86300" y="17368"/>
                  </a:lnTo>
                  <a:lnTo>
                    <a:pt x="86331" y="16607"/>
                  </a:lnTo>
                  <a:lnTo>
                    <a:pt x="85855" y="15220"/>
                  </a:lnTo>
                  <a:lnTo>
                    <a:pt x="85475" y="13552"/>
                  </a:lnTo>
                  <a:lnTo>
                    <a:pt x="85465" y="12652"/>
                  </a:lnTo>
                  <a:lnTo>
                    <a:pt x="85879" y="11615"/>
                  </a:lnTo>
                  <a:lnTo>
                    <a:pt x="86472" y="10773"/>
                  </a:lnTo>
                  <a:lnTo>
                    <a:pt x="87002" y="10575"/>
                  </a:lnTo>
                  <a:lnTo>
                    <a:pt x="87577" y="10516"/>
                  </a:lnTo>
                  <a:lnTo>
                    <a:pt x="88099" y="10191"/>
                  </a:lnTo>
                  <a:lnTo>
                    <a:pt x="88582" y="9718"/>
                  </a:lnTo>
                  <a:lnTo>
                    <a:pt x="88855" y="9198"/>
                  </a:lnTo>
                  <a:lnTo>
                    <a:pt x="89281" y="7781"/>
                  </a:lnTo>
                  <a:lnTo>
                    <a:pt x="89445" y="6972"/>
                  </a:lnTo>
                  <a:lnTo>
                    <a:pt x="89177" y="4807"/>
                  </a:lnTo>
                  <a:lnTo>
                    <a:pt x="89453" y="4215"/>
                  </a:lnTo>
                  <a:lnTo>
                    <a:pt x="89846" y="3846"/>
                  </a:lnTo>
                  <a:lnTo>
                    <a:pt x="90370" y="4127"/>
                  </a:lnTo>
                  <a:lnTo>
                    <a:pt x="90906" y="4182"/>
                  </a:lnTo>
                  <a:lnTo>
                    <a:pt x="91532" y="4097"/>
                  </a:lnTo>
                  <a:lnTo>
                    <a:pt x="92132" y="4326"/>
                  </a:lnTo>
                  <a:lnTo>
                    <a:pt x="92246" y="4881"/>
                  </a:lnTo>
                  <a:lnTo>
                    <a:pt x="92622" y="8540"/>
                  </a:lnTo>
                  <a:lnTo>
                    <a:pt x="92840" y="9034"/>
                  </a:lnTo>
                  <a:lnTo>
                    <a:pt x="93277" y="9418"/>
                  </a:lnTo>
                  <a:lnTo>
                    <a:pt x="93771" y="9362"/>
                  </a:lnTo>
                  <a:lnTo>
                    <a:pt x="94196" y="8792"/>
                  </a:lnTo>
                  <a:lnTo>
                    <a:pt x="94484" y="8034"/>
                  </a:lnTo>
                  <a:lnTo>
                    <a:pt x="95050" y="7877"/>
                  </a:lnTo>
                  <a:lnTo>
                    <a:pt x="96777" y="8693"/>
                  </a:lnTo>
                  <a:lnTo>
                    <a:pt x="97389" y="8111"/>
                  </a:lnTo>
                  <a:lnTo>
                    <a:pt x="97788" y="7212"/>
                  </a:lnTo>
                  <a:lnTo>
                    <a:pt x="98135" y="5619"/>
                  </a:lnTo>
                  <a:lnTo>
                    <a:pt x="97966" y="4183"/>
                  </a:lnTo>
                  <a:lnTo>
                    <a:pt x="97551" y="3653"/>
                  </a:lnTo>
                  <a:lnTo>
                    <a:pt x="97122" y="3749"/>
                  </a:lnTo>
                  <a:lnTo>
                    <a:pt x="96744" y="4143"/>
                  </a:lnTo>
                  <a:lnTo>
                    <a:pt x="96322" y="4358"/>
                  </a:lnTo>
                  <a:lnTo>
                    <a:pt x="93769" y="5115"/>
                  </a:lnTo>
                  <a:lnTo>
                    <a:pt x="93781" y="3513"/>
                  </a:lnTo>
                  <a:lnTo>
                    <a:pt x="94327" y="1117"/>
                  </a:lnTo>
                  <a:lnTo>
                    <a:pt x="94629" y="359"/>
                  </a:lnTo>
                  <a:lnTo>
                    <a:pt x="95058" y="0"/>
                  </a:lnTo>
                  <a:lnTo>
                    <a:pt x="96130" y="416"/>
                  </a:lnTo>
                  <a:lnTo>
                    <a:pt x="96657" y="69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g913"/>
            <p:cNvSpPr/>
            <p:nvPr/>
          </p:nvSpPr>
          <p:spPr>
            <a:xfrm>
              <a:off x="5341512" y="1829461"/>
              <a:ext cx="1389" cy="2225"/>
            </a:xfrm>
            <a:custGeom>
              <a:avLst/>
              <a:pathLst>
                <a:path w="1389" h="2225">
                  <a:moveTo>
                    <a:pt x="659" y="2150"/>
                  </a:moveTo>
                  <a:lnTo>
                    <a:pt x="443" y="2225"/>
                  </a:lnTo>
                  <a:lnTo>
                    <a:pt x="217" y="2107"/>
                  </a:lnTo>
                  <a:lnTo>
                    <a:pt x="0" y="1053"/>
                  </a:lnTo>
                  <a:lnTo>
                    <a:pt x="187" y="497"/>
                  </a:lnTo>
                  <a:lnTo>
                    <a:pt x="797" y="108"/>
                  </a:lnTo>
                  <a:lnTo>
                    <a:pt x="1389" y="0"/>
                  </a:lnTo>
                  <a:lnTo>
                    <a:pt x="885" y="193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g914"/>
            <p:cNvSpPr/>
            <p:nvPr/>
          </p:nvSpPr>
          <p:spPr>
            <a:xfrm>
              <a:off x="5357821" y="1787441"/>
              <a:ext cx="1833" cy="1891"/>
            </a:xfrm>
            <a:custGeom>
              <a:avLst/>
              <a:pathLst>
                <a:path w="1833" h="1891">
                  <a:moveTo>
                    <a:pt x="1514" y="1792"/>
                  </a:moveTo>
                  <a:lnTo>
                    <a:pt x="857" y="1891"/>
                  </a:lnTo>
                  <a:lnTo>
                    <a:pt x="94" y="1310"/>
                  </a:lnTo>
                  <a:lnTo>
                    <a:pt x="0" y="580"/>
                  </a:lnTo>
                  <a:lnTo>
                    <a:pt x="552" y="0"/>
                  </a:lnTo>
                  <a:lnTo>
                    <a:pt x="1102" y="214"/>
                  </a:lnTo>
                  <a:lnTo>
                    <a:pt x="1652" y="966"/>
                  </a:lnTo>
                  <a:lnTo>
                    <a:pt x="1833" y="135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g915"/>
            <p:cNvSpPr/>
            <p:nvPr/>
          </p:nvSpPr>
          <p:spPr>
            <a:xfrm>
              <a:off x="5356273" y="1784406"/>
              <a:ext cx="956" cy="2735"/>
            </a:xfrm>
            <a:custGeom>
              <a:avLst/>
              <a:pathLst>
                <a:path w="956" h="2735">
                  <a:moveTo>
                    <a:pt x="956" y="1849"/>
                  </a:moveTo>
                  <a:lnTo>
                    <a:pt x="589" y="2735"/>
                  </a:lnTo>
                  <a:lnTo>
                    <a:pt x="98" y="1418"/>
                  </a:lnTo>
                  <a:lnTo>
                    <a:pt x="0" y="0"/>
                  </a:lnTo>
                  <a:lnTo>
                    <a:pt x="283" y="8"/>
                  </a:lnTo>
                  <a:lnTo>
                    <a:pt x="804" y="221"/>
                  </a:lnTo>
                  <a:lnTo>
                    <a:pt x="929" y="91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g916"/>
            <p:cNvSpPr/>
            <p:nvPr/>
          </p:nvSpPr>
          <p:spPr>
            <a:xfrm>
              <a:off x="5345385" y="1783791"/>
              <a:ext cx="56879" cy="56994"/>
            </a:xfrm>
            <a:custGeom>
              <a:avLst/>
              <a:pathLst>
                <a:path w="56879" h="56994">
                  <a:moveTo>
                    <a:pt x="37875" y="19422"/>
                  </a:moveTo>
                  <a:lnTo>
                    <a:pt x="39060" y="19493"/>
                  </a:lnTo>
                  <a:lnTo>
                    <a:pt x="39589" y="19427"/>
                  </a:lnTo>
                  <a:lnTo>
                    <a:pt x="40496" y="19638"/>
                  </a:lnTo>
                  <a:lnTo>
                    <a:pt x="44096" y="21758"/>
                  </a:lnTo>
                  <a:lnTo>
                    <a:pt x="45182" y="22027"/>
                  </a:lnTo>
                  <a:lnTo>
                    <a:pt x="46304" y="22059"/>
                  </a:lnTo>
                  <a:lnTo>
                    <a:pt x="47092" y="21888"/>
                  </a:lnTo>
                  <a:lnTo>
                    <a:pt x="47786" y="21306"/>
                  </a:lnTo>
                  <a:lnTo>
                    <a:pt x="49959" y="18737"/>
                  </a:lnTo>
                  <a:lnTo>
                    <a:pt x="52241" y="16397"/>
                  </a:lnTo>
                  <a:lnTo>
                    <a:pt x="52494" y="16488"/>
                  </a:lnTo>
                  <a:lnTo>
                    <a:pt x="52495" y="17131"/>
                  </a:lnTo>
                  <a:lnTo>
                    <a:pt x="52328" y="17849"/>
                  </a:lnTo>
                  <a:lnTo>
                    <a:pt x="51318" y="19992"/>
                  </a:lnTo>
                  <a:lnTo>
                    <a:pt x="50194" y="22876"/>
                  </a:lnTo>
                  <a:lnTo>
                    <a:pt x="49954" y="24338"/>
                  </a:lnTo>
                  <a:lnTo>
                    <a:pt x="50319" y="25762"/>
                  </a:lnTo>
                  <a:lnTo>
                    <a:pt x="51023" y="26937"/>
                  </a:lnTo>
                  <a:lnTo>
                    <a:pt x="51580" y="28546"/>
                  </a:lnTo>
                  <a:lnTo>
                    <a:pt x="52222" y="30782"/>
                  </a:lnTo>
                  <a:lnTo>
                    <a:pt x="53124" y="31066"/>
                  </a:lnTo>
                  <a:lnTo>
                    <a:pt x="53614" y="31100"/>
                  </a:lnTo>
                  <a:lnTo>
                    <a:pt x="54516" y="30430"/>
                  </a:lnTo>
                  <a:lnTo>
                    <a:pt x="55371" y="29578"/>
                  </a:lnTo>
                  <a:lnTo>
                    <a:pt x="56106" y="29475"/>
                  </a:lnTo>
                  <a:lnTo>
                    <a:pt x="56879" y="29619"/>
                  </a:lnTo>
                  <a:lnTo>
                    <a:pt x="55863" y="30211"/>
                  </a:lnTo>
                  <a:lnTo>
                    <a:pt x="54904" y="30939"/>
                  </a:lnTo>
                  <a:lnTo>
                    <a:pt x="54082" y="32315"/>
                  </a:lnTo>
                  <a:lnTo>
                    <a:pt x="53777" y="32572"/>
                  </a:lnTo>
                  <a:lnTo>
                    <a:pt x="52828" y="32488"/>
                  </a:lnTo>
                  <a:lnTo>
                    <a:pt x="52285" y="32537"/>
                  </a:lnTo>
                  <a:lnTo>
                    <a:pt x="51175" y="33112"/>
                  </a:lnTo>
                  <a:lnTo>
                    <a:pt x="50201" y="33762"/>
                  </a:lnTo>
                  <a:lnTo>
                    <a:pt x="49271" y="34561"/>
                  </a:lnTo>
                  <a:lnTo>
                    <a:pt x="48254" y="34989"/>
                  </a:lnTo>
                  <a:lnTo>
                    <a:pt x="47173" y="35090"/>
                  </a:lnTo>
                  <a:lnTo>
                    <a:pt x="45505" y="35742"/>
                  </a:lnTo>
                  <a:lnTo>
                    <a:pt x="44421" y="35789"/>
                  </a:lnTo>
                  <a:lnTo>
                    <a:pt x="42390" y="35219"/>
                  </a:lnTo>
                  <a:lnTo>
                    <a:pt x="41404" y="35370"/>
                  </a:lnTo>
                  <a:lnTo>
                    <a:pt x="39247" y="36656"/>
                  </a:lnTo>
                  <a:lnTo>
                    <a:pt x="37287" y="38515"/>
                  </a:lnTo>
                  <a:lnTo>
                    <a:pt x="35573" y="40599"/>
                  </a:lnTo>
                  <a:lnTo>
                    <a:pt x="34140" y="43107"/>
                  </a:lnTo>
                  <a:lnTo>
                    <a:pt x="33564" y="44415"/>
                  </a:lnTo>
                  <a:lnTo>
                    <a:pt x="33219" y="45876"/>
                  </a:lnTo>
                  <a:lnTo>
                    <a:pt x="33172" y="46843"/>
                  </a:lnTo>
                  <a:lnTo>
                    <a:pt x="33044" y="47774"/>
                  </a:lnTo>
                  <a:lnTo>
                    <a:pt x="32713" y="48422"/>
                  </a:lnTo>
                  <a:lnTo>
                    <a:pt x="32314" y="48947"/>
                  </a:lnTo>
                  <a:lnTo>
                    <a:pt x="31133" y="48640"/>
                  </a:lnTo>
                  <a:lnTo>
                    <a:pt x="29190" y="47299"/>
                  </a:lnTo>
                  <a:lnTo>
                    <a:pt x="25424" y="45352"/>
                  </a:lnTo>
                  <a:lnTo>
                    <a:pt x="21447" y="42370"/>
                  </a:lnTo>
                  <a:lnTo>
                    <a:pt x="19209" y="40873"/>
                  </a:lnTo>
                  <a:lnTo>
                    <a:pt x="15002" y="41321"/>
                  </a:lnTo>
                  <a:lnTo>
                    <a:pt x="11024" y="44178"/>
                  </a:lnTo>
                  <a:lnTo>
                    <a:pt x="10667" y="43935"/>
                  </a:lnTo>
                  <a:lnTo>
                    <a:pt x="9145" y="41976"/>
                  </a:lnTo>
                  <a:lnTo>
                    <a:pt x="8409" y="41200"/>
                  </a:lnTo>
                  <a:lnTo>
                    <a:pt x="7529" y="40981"/>
                  </a:lnTo>
                  <a:lnTo>
                    <a:pt x="6875" y="41006"/>
                  </a:lnTo>
                  <a:lnTo>
                    <a:pt x="6240" y="41148"/>
                  </a:lnTo>
                  <a:lnTo>
                    <a:pt x="5341" y="42155"/>
                  </a:lnTo>
                  <a:lnTo>
                    <a:pt x="5011" y="42881"/>
                  </a:lnTo>
                  <a:lnTo>
                    <a:pt x="4755" y="43704"/>
                  </a:lnTo>
                  <a:lnTo>
                    <a:pt x="4676" y="44287"/>
                  </a:lnTo>
                  <a:lnTo>
                    <a:pt x="4784" y="44858"/>
                  </a:lnTo>
                  <a:lnTo>
                    <a:pt x="5635" y="46150"/>
                  </a:lnTo>
                  <a:lnTo>
                    <a:pt x="6685" y="47112"/>
                  </a:lnTo>
                  <a:lnTo>
                    <a:pt x="7160" y="47295"/>
                  </a:lnTo>
                  <a:lnTo>
                    <a:pt x="8168" y="47227"/>
                  </a:lnTo>
                  <a:lnTo>
                    <a:pt x="8636" y="47327"/>
                  </a:lnTo>
                  <a:lnTo>
                    <a:pt x="10325" y="49260"/>
                  </a:lnTo>
                  <a:lnTo>
                    <a:pt x="12174" y="51069"/>
                  </a:lnTo>
                  <a:lnTo>
                    <a:pt x="12583" y="51669"/>
                  </a:lnTo>
                  <a:lnTo>
                    <a:pt x="11899" y="52300"/>
                  </a:lnTo>
                  <a:lnTo>
                    <a:pt x="11150" y="52613"/>
                  </a:lnTo>
                  <a:lnTo>
                    <a:pt x="10280" y="52531"/>
                  </a:lnTo>
                  <a:lnTo>
                    <a:pt x="9418" y="52292"/>
                  </a:lnTo>
                  <a:lnTo>
                    <a:pt x="7937" y="51522"/>
                  </a:lnTo>
                  <a:lnTo>
                    <a:pt x="7304" y="52178"/>
                  </a:lnTo>
                  <a:lnTo>
                    <a:pt x="6322" y="53522"/>
                  </a:lnTo>
                  <a:lnTo>
                    <a:pt x="5778" y="54984"/>
                  </a:lnTo>
                  <a:lnTo>
                    <a:pt x="5336" y="55655"/>
                  </a:lnTo>
                  <a:lnTo>
                    <a:pt x="4250" y="56537"/>
                  </a:lnTo>
                  <a:lnTo>
                    <a:pt x="3100" y="56994"/>
                  </a:lnTo>
                  <a:lnTo>
                    <a:pt x="2500" y="56843"/>
                  </a:lnTo>
                  <a:lnTo>
                    <a:pt x="2040" y="56290"/>
                  </a:lnTo>
                  <a:lnTo>
                    <a:pt x="1781" y="55626"/>
                  </a:lnTo>
                  <a:lnTo>
                    <a:pt x="1650" y="54858"/>
                  </a:lnTo>
                  <a:lnTo>
                    <a:pt x="1896" y="53193"/>
                  </a:lnTo>
                  <a:lnTo>
                    <a:pt x="2490" y="51695"/>
                  </a:lnTo>
                  <a:lnTo>
                    <a:pt x="2720" y="50164"/>
                  </a:lnTo>
                  <a:lnTo>
                    <a:pt x="2232" y="48011"/>
                  </a:lnTo>
                  <a:lnTo>
                    <a:pt x="1922" y="47561"/>
                  </a:lnTo>
                  <a:lnTo>
                    <a:pt x="702" y="46299"/>
                  </a:lnTo>
                  <a:lnTo>
                    <a:pt x="137" y="45071"/>
                  </a:lnTo>
                  <a:lnTo>
                    <a:pt x="0" y="43544"/>
                  </a:lnTo>
                  <a:lnTo>
                    <a:pt x="72" y="42699"/>
                  </a:lnTo>
                  <a:lnTo>
                    <a:pt x="371" y="40836"/>
                  </a:lnTo>
                  <a:lnTo>
                    <a:pt x="664" y="39895"/>
                  </a:lnTo>
                  <a:lnTo>
                    <a:pt x="1227" y="39585"/>
                  </a:lnTo>
                  <a:lnTo>
                    <a:pt x="1836" y="39399"/>
                  </a:lnTo>
                  <a:lnTo>
                    <a:pt x="2779" y="38727"/>
                  </a:lnTo>
                  <a:lnTo>
                    <a:pt x="3814" y="37854"/>
                  </a:lnTo>
                  <a:lnTo>
                    <a:pt x="4803" y="36859"/>
                  </a:lnTo>
                  <a:lnTo>
                    <a:pt x="5783" y="35642"/>
                  </a:lnTo>
                  <a:lnTo>
                    <a:pt x="6296" y="34306"/>
                  </a:lnTo>
                  <a:lnTo>
                    <a:pt x="5454" y="32668"/>
                  </a:lnTo>
                  <a:lnTo>
                    <a:pt x="5282" y="31695"/>
                  </a:lnTo>
                  <a:lnTo>
                    <a:pt x="5406" y="30774"/>
                  </a:lnTo>
                  <a:lnTo>
                    <a:pt x="6301" y="30285"/>
                  </a:lnTo>
                  <a:lnTo>
                    <a:pt x="7224" y="30654"/>
                  </a:lnTo>
                  <a:lnTo>
                    <a:pt x="9080" y="32003"/>
                  </a:lnTo>
                  <a:lnTo>
                    <a:pt x="9444" y="32136"/>
                  </a:lnTo>
                  <a:lnTo>
                    <a:pt x="10718" y="32199"/>
                  </a:lnTo>
                  <a:lnTo>
                    <a:pt x="12462" y="32492"/>
                  </a:lnTo>
                  <a:lnTo>
                    <a:pt x="13473" y="32421"/>
                  </a:lnTo>
                  <a:lnTo>
                    <a:pt x="13958" y="32217"/>
                  </a:lnTo>
                  <a:lnTo>
                    <a:pt x="14694" y="31102"/>
                  </a:lnTo>
                  <a:lnTo>
                    <a:pt x="15056" y="29681"/>
                  </a:lnTo>
                  <a:lnTo>
                    <a:pt x="14923" y="27854"/>
                  </a:lnTo>
                  <a:lnTo>
                    <a:pt x="14917" y="26039"/>
                  </a:lnTo>
                  <a:lnTo>
                    <a:pt x="15382" y="24560"/>
                  </a:lnTo>
                  <a:lnTo>
                    <a:pt x="16838" y="22184"/>
                  </a:lnTo>
                  <a:lnTo>
                    <a:pt x="17254" y="20783"/>
                  </a:lnTo>
                  <a:lnTo>
                    <a:pt x="17407" y="17377"/>
                  </a:lnTo>
                  <a:lnTo>
                    <a:pt x="17932" y="15877"/>
                  </a:lnTo>
                  <a:lnTo>
                    <a:pt x="18354" y="14324"/>
                  </a:lnTo>
                  <a:lnTo>
                    <a:pt x="18555" y="11062"/>
                  </a:lnTo>
                  <a:lnTo>
                    <a:pt x="17958" y="7928"/>
                  </a:lnTo>
                  <a:lnTo>
                    <a:pt x="17359" y="6392"/>
                  </a:lnTo>
                  <a:lnTo>
                    <a:pt x="16671" y="4931"/>
                  </a:lnTo>
                  <a:lnTo>
                    <a:pt x="16772" y="3536"/>
                  </a:lnTo>
                  <a:lnTo>
                    <a:pt x="17328" y="2244"/>
                  </a:lnTo>
                  <a:lnTo>
                    <a:pt x="17342" y="1854"/>
                  </a:lnTo>
                  <a:lnTo>
                    <a:pt x="17474" y="1509"/>
                  </a:lnTo>
                  <a:lnTo>
                    <a:pt x="18517" y="1264"/>
                  </a:lnTo>
                  <a:lnTo>
                    <a:pt x="19003" y="986"/>
                  </a:lnTo>
                  <a:lnTo>
                    <a:pt x="19468" y="365"/>
                  </a:lnTo>
                  <a:lnTo>
                    <a:pt x="20026" y="0"/>
                  </a:lnTo>
                  <a:lnTo>
                    <a:pt x="20435" y="362"/>
                  </a:lnTo>
                  <a:lnTo>
                    <a:pt x="20771" y="998"/>
                  </a:lnTo>
                  <a:lnTo>
                    <a:pt x="22239" y="2564"/>
                  </a:lnTo>
                  <a:lnTo>
                    <a:pt x="24551" y="5363"/>
                  </a:lnTo>
                  <a:lnTo>
                    <a:pt x="27277" y="9628"/>
                  </a:lnTo>
                  <a:lnTo>
                    <a:pt x="28986" y="11707"/>
                  </a:lnTo>
                  <a:lnTo>
                    <a:pt x="30787" y="13593"/>
                  </a:lnTo>
                  <a:lnTo>
                    <a:pt x="32807" y="15522"/>
                  </a:lnTo>
                  <a:lnTo>
                    <a:pt x="34920" y="17183"/>
                  </a:lnTo>
                  <a:lnTo>
                    <a:pt x="36269" y="17967"/>
                  </a:lnTo>
                  <a:lnTo>
                    <a:pt x="37258" y="1921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g917"/>
            <p:cNvSpPr/>
            <p:nvPr/>
          </p:nvSpPr>
          <p:spPr>
            <a:xfrm>
              <a:off x="4748844" y="1921147"/>
              <a:ext cx="9768" cy="7696"/>
            </a:xfrm>
            <a:custGeom>
              <a:avLst/>
              <a:pathLst>
                <a:path w="9768" h="7696">
                  <a:moveTo>
                    <a:pt x="9768" y="2312"/>
                  </a:moveTo>
                  <a:lnTo>
                    <a:pt x="8799" y="3047"/>
                  </a:lnTo>
                  <a:lnTo>
                    <a:pt x="7612" y="3946"/>
                  </a:lnTo>
                  <a:lnTo>
                    <a:pt x="6211" y="5009"/>
                  </a:lnTo>
                  <a:lnTo>
                    <a:pt x="4977" y="5944"/>
                  </a:lnTo>
                  <a:lnTo>
                    <a:pt x="3800" y="6837"/>
                  </a:lnTo>
                  <a:lnTo>
                    <a:pt x="2665" y="7696"/>
                  </a:lnTo>
                  <a:lnTo>
                    <a:pt x="2247" y="6491"/>
                  </a:lnTo>
                  <a:lnTo>
                    <a:pt x="2005" y="5792"/>
                  </a:lnTo>
                  <a:lnTo>
                    <a:pt x="1521" y="4394"/>
                  </a:lnTo>
                  <a:lnTo>
                    <a:pt x="1091" y="3151"/>
                  </a:lnTo>
                  <a:lnTo>
                    <a:pt x="434" y="1253"/>
                  </a:lnTo>
                  <a:lnTo>
                    <a:pt x="0" y="0"/>
                  </a:lnTo>
                  <a:lnTo>
                    <a:pt x="1059" y="675"/>
                  </a:lnTo>
                  <a:lnTo>
                    <a:pt x="3057" y="1529"/>
                  </a:lnTo>
                  <a:lnTo>
                    <a:pt x="4994" y="2141"/>
                  </a:lnTo>
                  <a:lnTo>
                    <a:pt x="6429" y="2596"/>
                  </a:lnTo>
                  <a:lnTo>
                    <a:pt x="7125" y="2626"/>
                  </a:lnTo>
                  <a:lnTo>
                    <a:pt x="7622" y="2648"/>
                  </a:lnTo>
                  <a:lnTo>
                    <a:pt x="9055" y="252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g918"/>
            <p:cNvSpPr/>
            <p:nvPr/>
          </p:nvSpPr>
          <p:spPr>
            <a:xfrm>
              <a:off x="4495561" y="1789755"/>
              <a:ext cx="1791" cy="3563"/>
            </a:xfrm>
            <a:custGeom>
              <a:avLst/>
              <a:pathLst>
                <a:path w="1791" h="3563">
                  <a:moveTo>
                    <a:pt x="1791" y="3170"/>
                  </a:moveTo>
                  <a:lnTo>
                    <a:pt x="1453" y="3563"/>
                  </a:lnTo>
                  <a:lnTo>
                    <a:pt x="947" y="3505"/>
                  </a:lnTo>
                  <a:lnTo>
                    <a:pt x="0" y="2022"/>
                  </a:lnTo>
                  <a:lnTo>
                    <a:pt x="264" y="518"/>
                  </a:lnTo>
                  <a:lnTo>
                    <a:pt x="607" y="211"/>
                  </a:lnTo>
                  <a:lnTo>
                    <a:pt x="1085" y="0"/>
                  </a:lnTo>
                  <a:lnTo>
                    <a:pt x="1149" y="330"/>
                  </a:lnTo>
                  <a:lnTo>
                    <a:pt x="474" y="1003"/>
                  </a:lnTo>
                  <a:lnTo>
                    <a:pt x="413" y="1852"/>
                  </a:lnTo>
                  <a:lnTo>
                    <a:pt x="974" y="279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g919"/>
            <p:cNvSpPr/>
            <p:nvPr/>
          </p:nvSpPr>
          <p:spPr>
            <a:xfrm>
              <a:off x="4498031" y="1789740"/>
              <a:ext cx="885" cy="1735"/>
            </a:xfrm>
            <a:custGeom>
              <a:avLst/>
              <a:pathLst>
                <a:path w="885" h="1735">
                  <a:moveTo>
                    <a:pt x="525" y="1547"/>
                  </a:moveTo>
                  <a:lnTo>
                    <a:pt x="199" y="1735"/>
                  </a:lnTo>
                  <a:lnTo>
                    <a:pt x="0" y="845"/>
                  </a:lnTo>
                  <a:lnTo>
                    <a:pt x="366" y="98"/>
                  </a:lnTo>
                  <a:lnTo>
                    <a:pt x="885" y="0"/>
                  </a:lnTo>
                  <a:lnTo>
                    <a:pt x="706" y="117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g920"/>
            <p:cNvSpPr/>
            <p:nvPr/>
          </p:nvSpPr>
          <p:spPr>
            <a:xfrm>
              <a:off x="4519773" y="1783533"/>
              <a:ext cx="1311" cy="1767"/>
            </a:xfrm>
            <a:custGeom>
              <a:avLst/>
              <a:pathLst>
                <a:path w="1311" h="1767">
                  <a:moveTo>
                    <a:pt x="1212" y="1620"/>
                  </a:moveTo>
                  <a:lnTo>
                    <a:pt x="1045" y="1767"/>
                  </a:lnTo>
                  <a:lnTo>
                    <a:pt x="416" y="1392"/>
                  </a:lnTo>
                  <a:lnTo>
                    <a:pt x="0" y="753"/>
                  </a:lnTo>
                  <a:lnTo>
                    <a:pt x="516" y="0"/>
                  </a:lnTo>
                  <a:lnTo>
                    <a:pt x="995" y="138"/>
                  </a:lnTo>
                  <a:lnTo>
                    <a:pt x="1311" y="93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g921"/>
            <p:cNvSpPr/>
            <p:nvPr/>
          </p:nvSpPr>
          <p:spPr>
            <a:xfrm>
              <a:off x="4463527" y="1645985"/>
              <a:ext cx="385184" cy="206162"/>
            </a:xfrm>
            <a:custGeom>
              <a:avLst/>
              <a:pathLst>
                <a:path w="385184" h="206162">
                  <a:moveTo>
                    <a:pt x="385184" y="87924"/>
                  </a:moveTo>
                  <a:lnTo>
                    <a:pt x="384305" y="87644"/>
                  </a:lnTo>
                  <a:lnTo>
                    <a:pt x="382588" y="87588"/>
                  </a:lnTo>
                  <a:lnTo>
                    <a:pt x="381542" y="87760"/>
                  </a:lnTo>
                  <a:lnTo>
                    <a:pt x="381050" y="87858"/>
                  </a:lnTo>
                  <a:lnTo>
                    <a:pt x="380316" y="88428"/>
                  </a:lnTo>
                  <a:lnTo>
                    <a:pt x="379793" y="88998"/>
                  </a:lnTo>
                  <a:lnTo>
                    <a:pt x="379562" y="89967"/>
                  </a:lnTo>
                  <a:lnTo>
                    <a:pt x="379838" y="91063"/>
                  </a:lnTo>
                  <a:lnTo>
                    <a:pt x="379461" y="93345"/>
                  </a:lnTo>
                  <a:lnTo>
                    <a:pt x="378948" y="94204"/>
                  </a:lnTo>
                  <a:lnTo>
                    <a:pt x="377866" y="95696"/>
                  </a:lnTo>
                  <a:lnTo>
                    <a:pt x="377241" y="96020"/>
                  </a:lnTo>
                  <a:lnTo>
                    <a:pt x="376193" y="96287"/>
                  </a:lnTo>
                  <a:lnTo>
                    <a:pt x="375181" y="96729"/>
                  </a:lnTo>
                  <a:lnTo>
                    <a:pt x="373200" y="97159"/>
                  </a:lnTo>
                  <a:lnTo>
                    <a:pt x="371059" y="97377"/>
                  </a:lnTo>
                  <a:lnTo>
                    <a:pt x="370298" y="97698"/>
                  </a:lnTo>
                  <a:lnTo>
                    <a:pt x="369756" y="98720"/>
                  </a:lnTo>
                  <a:lnTo>
                    <a:pt x="369372" y="99574"/>
                  </a:lnTo>
                  <a:lnTo>
                    <a:pt x="369133" y="100223"/>
                  </a:lnTo>
                  <a:lnTo>
                    <a:pt x="368527" y="102345"/>
                  </a:lnTo>
                  <a:lnTo>
                    <a:pt x="368184" y="104246"/>
                  </a:lnTo>
                  <a:lnTo>
                    <a:pt x="368521" y="106605"/>
                  </a:lnTo>
                  <a:lnTo>
                    <a:pt x="368773" y="109227"/>
                  </a:lnTo>
                  <a:lnTo>
                    <a:pt x="368757" y="110131"/>
                  </a:lnTo>
                  <a:lnTo>
                    <a:pt x="369279" y="111474"/>
                  </a:lnTo>
                  <a:lnTo>
                    <a:pt x="369545" y="112297"/>
                  </a:lnTo>
                  <a:lnTo>
                    <a:pt x="369420" y="113465"/>
                  </a:lnTo>
                  <a:lnTo>
                    <a:pt x="368669" y="114388"/>
                  </a:lnTo>
                  <a:lnTo>
                    <a:pt x="368219" y="115611"/>
                  </a:lnTo>
                  <a:lnTo>
                    <a:pt x="367794" y="116131"/>
                  </a:lnTo>
                  <a:lnTo>
                    <a:pt x="366570" y="116365"/>
                  </a:lnTo>
                  <a:lnTo>
                    <a:pt x="365417" y="116509"/>
                  </a:lnTo>
                  <a:lnTo>
                    <a:pt x="364253" y="117557"/>
                  </a:lnTo>
                  <a:lnTo>
                    <a:pt x="363323" y="118283"/>
                  </a:lnTo>
                  <a:lnTo>
                    <a:pt x="361866" y="119204"/>
                  </a:lnTo>
                  <a:lnTo>
                    <a:pt x="361184" y="119378"/>
                  </a:lnTo>
                  <a:lnTo>
                    <a:pt x="360804" y="118909"/>
                  </a:lnTo>
                  <a:lnTo>
                    <a:pt x="360554" y="117862"/>
                  </a:lnTo>
                  <a:lnTo>
                    <a:pt x="360053" y="117402"/>
                  </a:lnTo>
                  <a:lnTo>
                    <a:pt x="359350" y="117366"/>
                  </a:lnTo>
                  <a:lnTo>
                    <a:pt x="358784" y="117354"/>
                  </a:lnTo>
                  <a:lnTo>
                    <a:pt x="356953" y="117070"/>
                  </a:lnTo>
                  <a:lnTo>
                    <a:pt x="355782" y="117090"/>
                  </a:lnTo>
                  <a:lnTo>
                    <a:pt x="354902" y="117315"/>
                  </a:lnTo>
                  <a:lnTo>
                    <a:pt x="353898" y="117428"/>
                  </a:lnTo>
                  <a:lnTo>
                    <a:pt x="352163" y="117047"/>
                  </a:lnTo>
                  <a:lnTo>
                    <a:pt x="351041" y="116723"/>
                  </a:lnTo>
                  <a:lnTo>
                    <a:pt x="350285" y="116414"/>
                  </a:lnTo>
                  <a:lnTo>
                    <a:pt x="348482" y="115501"/>
                  </a:lnTo>
                  <a:lnTo>
                    <a:pt x="346112" y="114414"/>
                  </a:lnTo>
                  <a:lnTo>
                    <a:pt x="345141" y="114096"/>
                  </a:lnTo>
                  <a:lnTo>
                    <a:pt x="344565" y="114423"/>
                  </a:lnTo>
                  <a:lnTo>
                    <a:pt x="344476" y="115044"/>
                  </a:lnTo>
                  <a:lnTo>
                    <a:pt x="344325" y="116549"/>
                  </a:lnTo>
                  <a:lnTo>
                    <a:pt x="344048" y="117491"/>
                  </a:lnTo>
                  <a:lnTo>
                    <a:pt x="342394" y="122255"/>
                  </a:lnTo>
                  <a:lnTo>
                    <a:pt x="341374" y="125571"/>
                  </a:lnTo>
                  <a:lnTo>
                    <a:pt x="340077" y="128751"/>
                  </a:lnTo>
                  <a:lnTo>
                    <a:pt x="339666" y="130883"/>
                  </a:lnTo>
                  <a:lnTo>
                    <a:pt x="338890" y="133588"/>
                  </a:lnTo>
                  <a:lnTo>
                    <a:pt x="338119" y="135546"/>
                  </a:lnTo>
                  <a:lnTo>
                    <a:pt x="337807" y="136614"/>
                  </a:lnTo>
                  <a:lnTo>
                    <a:pt x="337779" y="137050"/>
                  </a:lnTo>
                  <a:lnTo>
                    <a:pt x="337916" y="137661"/>
                  </a:lnTo>
                  <a:lnTo>
                    <a:pt x="339098" y="138329"/>
                  </a:lnTo>
                  <a:lnTo>
                    <a:pt x="340336" y="138739"/>
                  </a:lnTo>
                  <a:lnTo>
                    <a:pt x="340612" y="138995"/>
                  </a:lnTo>
                  <a:lnTo>
                    <a:pt x="340746" y="139690"/>
                  </a:lnTo>
                  <a:lnTo>
                    <a:pt x="340701" y="140824"/>
                  </a:lnTo>
                  <a:lnTo>
                    <a:pt x="340473" y="141900"/>
                  </a:lnTo>
                  <a:lnTo>
                    <a:pt x="340114" y="142745"/>
                  </a:lnTo>
                  <a:lnTo>
                    <a:pt x="339759" y="143162"/>
                  </a:lnTo>
                  <a:lnTo>
                    <a:pt x="339354" y="143189"/>
                  </a:lnTo>
                  <a:lnTo>
                    <a:pt x="338578" y="142647"/>
                  </a:lnTo>
                  <a:lnTo>
                    <a:pt x="337885" y="142041"/>
                  </a:lnTo>
                  <a:lnTo>
                    <a:pt x="337347" y="141856"/>
                  </a:lnTo>
                  <a:lnTo>
                    <a:pt x="335986" y="142194"/>
                  </a:lnTo>
                  <a:lnTo>
                    <a:pt x="334724" y="142655"/>
                  </a:lnTo>
                  <a:lnTo>
                    <a:pt x="334304" y="142669"/>
                  </a:lnTo>
                  <a:lnTo>
                    <a:pt x="333571" y="142373"/>
                  </a:lnTo>
                  <a:lnTo>
                    <a:pt x="332835" y="141760"/>
                  </a:lnTo>
                  <a:lnTo>
                    <a:pt x="332544" y="140577"/>
                  </a:lnTo>
                  <a:lnTo>
                    <a:pt x="331911" y="140039"/>
                  </a:lnTo>
                  <a:lnTo>
                    <a:pt x="331060" y="140577"/>
                  </a:lnTo>
                  <a:lnTo>
                    <a:pt x="328532" y="141478"/>
                  </a:lnTo>
                  <a:lnTo>
                    <a:pt x="325746" y="142553"/>
                  </a:lnTo>
                  <a:lnTo>
                    <a:pt x="323977" y="143109"/>
                  </a:lnTo>
                  <a:lnTo>
                    <a:pt x="323284" y="143022"/>
                  </a:lnTo>
                  <a:lnTo>
                    <a:pt x="321909" y="143148"/>
                  </a:lnTo>
                  <a:lnTo>
                    <a:pt x="320721" y="143448"/>
                  </a:lnTo>
                  <a:lnTo>
                    <a:pt x="319829" y="143865"/>
                  </a:lnTo>
                  <a:lnTo>
                    <a:pt x="318063" y="144438"/>
                  </a:lnTo>
                  <a:lnTo>
                    <a:pt x="316463" y="144822"/>
                  </a:lnTo>
                  <a:lnTo>
                    <a:pt x="315432" y="145692"/>
                  </a:lnTo>
                  <a:lnTo>
                    <a:pt x="314691" y="146533"/>
                  </a:lnTo>
                  <a:lnTo>
                    <a:pt x="314724" y="146853"/>
                  </a:lnTo>
                  <a:lnTo>
                    <a:pt x="315261" y="147351"/>
                  </a:lnTo>
                  <a:lnTo>
                    <a:pt x="315877" y="147741"/>
                  </a:lnTo>
                  <a:lnTo>
                    <a:pt x="317113" y="147649"/>
                  </a:lnTo>
                  <a:lnTo>
                    <a:pt x="318317" y="147589"/>
                  </a:lnTo>
                  <a:lnTo>
                    <a:pt x="319317" y="148116"/>
                  </a:lnTo>
                  <a:lnTo>
                    <a:pt x="320213" y="148454"/>
                  </a:lnTo>
                  <a:lnTo>
                    <a:pt x="320459" y="148892"/>
                  </a:lnTo>
                  <a:lnTo>
                    <a:pt x="320213" y="149319"/>
                  </a:lnTo>
                  <a:lnTo>
                    <a:pt x="319693" y="149419"/>
                  </a:lnTo>
                  <a:lnTo>
                    <a:pt x="319512" y="149718"/>
                  </a:lnTo>
                  <a:lnTo>
                    <a:pt x="319603" y="150118"/>
                  </a:lnTo>
                  <a:lnTo>
                    <a:pt x="319263" y="151161"/>
                  </a:lnTo>
                  <a:lnTo>
                    <a:pt x="319085" y="152746"/>
                  </a:lnTo>
                  <a:lnTo>
                    <a:pt x="319261" y="154306"/>
                  </a:lnTo>
                  <a:lnTo>
                    <a:pt x="319360" y="155746"/>
                  </a:lnTo>
                  <a:lnTo>
                    <a:pt x="319300" y="156471"/>
                  </a:lnTo>
                  <a:lnTo>
                    <a:pt x="319265" y="157504"/>
                  </a:lnTo>
                  <a:lnTo>
                    <a:pt x="319648" y="158202"/>
                  </a:lnTo>
                  <a:lnTo>
                    <a:pt x="319986" y="159533"/>
                  </a:lnTo>
                  <a:lnTo>
                    <a:pt x="320596" y="160365"/>
                  </a:lnTo>
                  <a:lnTo>
                    <a:pt x="321518" y="163252"/>
                  </a:lnTo>
                  <a:lnTo>
                    <a:pt x="322060" y="164939"/>
                  </a:lnTo>
                  <a:lnTo>
                    <a:pt x="322562" y="166852"/>
                  </a:lnTo>
                  <a:lnTo>
                    <a:pt x="322199" y="167885"/>
                  </a:lnTo>
                  <a:lnTo>
                    <a:pt x="322221" y="168483"/>
                  </a:lnTo>
                  <a:lnTo>
                    <a:pt x="322808" y="168983"/>
                  </a:lnTo>
                  <a:lnTo>
                    <a:pt x="323066" y="169958"/>
                  </a:lnTo>
                  <a:lnTo>
                    <a:pt x="323337" y="170554"/>
                  </a:lnTo>
                  <a:lnTo>
                    <a:pt x="323262" y="171149"/>
                  </a:lnTo>
                  <a:lnTo>
                    <a:pt x="323010" y="171379"/>
                  </a:lnTo>
                  <a:lnTo>
                    <a:pt x="321741" y="171019"/>
                  </a:lnTo>
                  <a:lnTo>
                    <a:pt x="320700" y="171612"/>
                  </a:lnTo>
                  <a:lnTo>
                    <a:pt x="319595" y="172207"/>
                  </a:lnTo>
                  <a:lnTo>
                    <a:pt x="319447" y="172523"/>
                  </a:lnTo>
                  <a:lnTo>
                    <a:pt x="319416" y="172869"/>
                  </a:lnTo>
                  <a:lnTo>
                    <a:pt x="319531" y="173174"/>
                  </a:lnTo>
                  <a:lnTo>
                    <a:pt x="320167" y="173707"/>
                  </a:lnTo>
                  <a:lnTo>
                    <a:pt x="321048" y="174039"/>
                  </a:lnTo>
                  <a:lnTo>
                    <a:pt x="321003" y="174573"/>
                  </a:lnTo>
                  <a:lnTo>
                    <a:pt x="319915" y="174820"/>
                  </a:lnTo>
                  <a:lnTo>
                    <a:pt x="318271" y="175636"/>
                  </a:lnTo>
                  <a:lnTo>
                    <a:pt x="317817" y="176512"/>
                  </a:lnTo>
                  <a:lnTo>
                    <a:pt x="317465" y="177473"/>
                  </a:lnTo>
                  <a:lnTo>
                    <a:pt x="317435" y="178031"/>
                  </a:lnTo>
                  <a:lnTo>
                    <a:pt x="317600" y="179526"/>
                  </a:lnTo>
                  <a:lnTo>
                    <a:pt x="317850" y="181185"/>
                  </a:lnTo>
                  <a:lnTo>
                    <a:pt x="318317" y="182932"/>
                  </a:lnTo>
                  <a:lnTo>
                    <a:pt x="318355" y="183473"/>
                  </a:lnTo>
                  <a:lnTo>
                    <a:pt x="318108" y="183857"/>
                  </a:lnTo>
                  <a:lnTo>
                    <a:pt x="317884" y="184105"/>
                  </a:lnTo>
                  <a:lnTo>
                    <a:pt x="316578" y="182530"/>
                  </a:lnTo>
                  <a:lnTo>
                    <a:pt x="315157" y="180994"/>
                  </a:lnTo>
                  <a:lnTo>
                    <a:pt x="314044" y="180640"/>
                  </a:lnTo>
                  <a:lnTo>
                    <a:pt x="312104" y="180387"/>
                  </a:lnTo>
                  <a:lnTo>
                    <a:pt x="311080" y="180374"/>
                  </a:lnTo>
                  <a:lnTo>
                    <a:pt x="310494" y="180012"/>
                  </a:lnTo>
                  <a:lnTo>
                    <a:pt x="309922" y="179124"/>
                  </a:lnTo>
                  <a:lnTo>
                    <a:pt x="309238" y="178320"/>
                  </a:lnTo>
                  <a:lnTo>
                    <a:pt x="308364" y="177466"/>
                  </a:lnTo>
                  <a:lnTo>
                    <a:pt x="308002" y="176169"/>
                  </a:lnTo>
                  <a:lnTo>
                    <a:pt x="307641" y="175936"/>
                  </a:lnTo>
                  <a:lnTo>
                    <a:pt x="307009" y="176102"/>
                  </a:lnTo>
                  <a:lnTo>
                    <a:pt x="305950" y="176062"/>
                  </a:lnTo>
                  <a:lnTo>
                    <a:pt x="305356" y="175948"/>
                  </a:lnTo>
                  <a:lnTo>
                    <a:pt x="304470" y="175726"/>
                  </a:lnTo>
                  <a:lnTo>
                    <a:pt x="303058" y="175197"/>
                  </a:lnTo>
                  <a:lnTo>
                    <a:pt x="301941" y="174696"/>
                  </a:lnTo>
                  <a:lnTo>
                    <a:pt x="300539" y="174601"/>
                  </a:lnTo>
                  <a:lnTo>
                    <a:pt x="299726" y="174700"/>
                  </a:lnTo>
                  <a:lnTo>
                    <a:pt x="297201" y="174795"/>
                  </a:lnTo>
                  <a:lnTo>
                    <a:pt x="295105" y="174270"/>
                  </a:lnTo>
                  <a:lnTo>
                    <a:pt x="293410" y="174172"/>
                  </a:lnTo>
                  <a:lnTo>
                    <a:pt x="292367" y="174202"/>
                  </a:lnTo>
                  <a:lnTo>
                    <a:pt x="291866" y="174137"/>
                  </a:lnTo>
                  <a:lnTo>
                    <a:pt x="291008" y="174141"/>
                  </a:lnTo>
                  <a:lnTo>
                    <a:pt x="289750" y="174027"/>
                  </a:lnTo>
                  <a:lnTo>
                    <a:pt x="288063" y="173217"/>
                  </a:lnTo>
                  <a:lnTo>
                    <a:pt x="287408" y="173177"/>
                  </a:lnTo>
                  <a:lnTo>
                    <a:pt x="286992" y="173206"/>
                  </a:lnTo>
                  <a:lnTo>
                    <a:pt x="284177" y="173801"/>
                  </a:lnTo>
                  <a:lnTo>
                    <a:pt x="282878" y="173939"/>
                  </a:lnTo>
                  <a:lnTo>
                    <a:pt x="280124" y="173872"/>
                  </a:lnTo>
                  <a:lnTo>
                    <a:pt x="277419" y="173805"/>
                  </a:lnTo>
                  <a:lnTo>
                    <a:pt x="276550" y="173680"/>
                  </a:lnTo>
                  <a:lnTo>
                    <a:pt x="276069" y="173744"/>
                  </a:lnTo>
                  <a:lnTo>
                    <a:pt x="275049" y="175173"/>
                  </a:lnTo>
                  <a:lnTo>
                    <a:pt x="274613" y="175394"/>
                  </a:lnTo>
                  <a:lnTo>
                    <a:pt x="272064" y="175082"/>
                  </a:lnTo>
                  <a:lnTo>
                    <a:pt x="269050" y="174142"/>
                  </a:lnTo>
                  <a:lnTo>
                    <a:pt x="266874" y="173113"/>
                  </a:lnTo>
                  <a:lnTo>
                    <a:pt x="265026" y="172024"/>
                  </a:lnTo>
                  <a:lnTo>
                    <a:pt x="262581" y="170305"/>
                  </a:lnTo>
                  <a:lnTo>
                    <a:pt x="261117" y="169455"/>
                  </a:lnTo>
                  <a:lnTo>
                    <a:pt x="260906" y="169945"/>
                  </a:lnTo>
                  <a:lnTo>
                    <a:pt x="260519" y="170101"/>
                  </a:lnTo>
                  <a:lnTo>
                    <a:pt x="259954" y="170177"/>
                  </a:lnTo>
                  <a:lnTo>
                    <a:pt x="258658" y="170088"/>
                  </a:lnTo>
                  <a:lnTo>
                    <a:pt x="258060" y="170959"/>
                  </a:lnTo>
                  <a:lnTo>
                    <a:pt x="256476" y="171582"/>
                  </a:lnTo>
                  <a:lnTo>
                    <a:pt x="255468" y="172140"/>
                  </a:lnTo>
                  <a:lnTo>
                    <a:pt x="254940" y="172769"/>
                  </a:lnTo>
                  <a:lnTo>
                    <a:pt x="253937" y="176950"/>
                  </a:lnTo>
                  <a:lnTo>
                    <a:pt x="253669" y="178478"/>
                  </a:lnTo>
                  <a:lnTo>
                    <a:pt x="254342" y="181051"/>
                  </a:lnTo>
                  <a:lnTo>
                    <a:pt x="253572" y="180901"/>
                  </a:lnTo>
                  <a:lnTo>
                    <a:pt x="252668" y="180242"/>
                  </a:lnTo>
                  <a:lnTo>
                    <a:pt x="252354" y="179725"/>
                  </a:lnTo>
                  <a:lnTo>
                    <a:pt x="251483" y="179407"/>
                  </a:lnTo>
                  <a:lnTo>
                    <a:pt x="248307" y="178929"/>
                  </a:lnTo>
                  <a:lnTo>
                    <a:pt x="247714" y="178339"/>
                  </a:lnTo>
                  <a:lnTo>
                    <a:pt x="247340" y="177859"/>
                  </a:lnTo>
                  <a:lnTo>
                    <a:pt x="246519" y="177545"/>
                  </a:lnTo>
                  <a:lnTo>
                    <a:pt x="245356" y="177303"/>
                  </a:lnTo>
                  <a:lnTo>
                    <a:pt x="242826" y="176188"/>
                  </a:lnTo>
                  <a:lnTo>
                    <a:pt x="241748" y="176146"/>
                  </a:lnTo>
                  <a:lnTo>
                    <a:pt x="238484" y="175289"/>
                  </a:lnTo>
                  <a:lnTo>
                    <a:pt x="237952" y="175298"/>
                  </a:lnTo>
                  <a:lnTo>
                    <a:pt x="237708" y="175334"/>
                  </a:lnTo>
                  <a:lnTo>
                    <a:pt x="236440" y="175895"/>
                  </a:lnTo>
                  <a:lnTo>
                    <a:pt x="235622" y="176059"/>
                  </a:lnTo>
                  <a:lnTo>
                    <a:pt x="234749" y="175833"/>
                  </a:lnTo>
                  <a:lnTo>
                    <a:pt x="233184" y="176525"/>
                  </a:lnTo>
                  <a:lnTo>
                    <a:pt x="232340" y="177447"/>
                  </a:lnTo>
                  <a:lnTo>
                    <a:pt x="231641" y="178575"/>
                  </a:lnTo>
                  <a:lnTo>
                    <a:pt x="230972" y="179288"/>
                  </a:lnTo>
                  <a:lnTo>
                    <a:pt x="230775" y="180353"/>
                  </a:lnTo>
                  <a:lnTo>
                    <a:pt x="230305" y="180906"/>
                  </a:lnTo>
                  <a:lnTo>
                    <a:pt x="229743" y="182014"/>
                  </a:lnTo>
                  <a:lnTo>
                    <a:pt x="229743" y="182659"/>
                  </a:lnTo>
                  <a:lnTo>
                    <a:pt x="230253" y="183287"/>
                  </a:lnTo>
                  <a:lnTo>
                    <a:pt x="229435" y="183866"/>
                  </a:lnTo>
                  <a:lnTo>
                    <a:pt x="228529" y="184047"/>
                  </a:lnTo>
                  <a:lnTo>
                    <a:pt x="228062" y="184404"/>
                  </a:lnTo>
                  <a:lnTo>
                    <a:pt x="227563" y="185257"/>
                  </a:lnTo>
                  <a:lnTo>
                    <a:pt x="227098" y="185993"/>
                  </a:lnTo>
                  <a:lnTo>
                    <a:pt x="226823" y="186253"/>
                  </a:lnTo>
                  <a:lnTo>
                    <a:pt x="226406" y="186206"/>
                  </a:lnTo>
                  <a:lnTo>
                    <a:pt x="225922" y="185636"/>
                  </a:lnTo>
                  <a:lnTo>
                    <a:pt x="225231" y="185660"/>
                  </a:lnTo>
                  <a:lnTo>
                    <a:pt x="224407" y="186366"/>
                  </a:lnTo>
                  <a:lnTo>
                    <a:pt x="223433" y="187509"/>
                  </a:lnTo>
                  <a:lnTo>
                    <a:pt x="222200" y="189260"/>
                  </a:lnTo>
                  <a:lnTo>
                    <a:pt x="220917" y="190186"/>
                  </a:lnTo>
                  <a:lnTo>
                    <a:pt x="219291" y="190978"/>
                  </a:lnTo>
                  <a:lnTo>
                    <a:pt x="218115" y="191329"/>
                  </a:lnTo>
                  <a:lnTo>
                    <a:pt x="217181" y="191930"/>
                  </a:lnTo>
                  <a:lnTo>
                    <a:pt x="215628" y="193146"/>
                  </a:lnTo>
                  <a:lnTo>
                    <a:pt x="215320" y="193861"/>
                  </a:lnTo>
                  <a:lnTo>
                    <a:pt x="214193" y="194284"/>
                  </a:lnTo>
                  <a:lnTo>
                    <a:pt x="213288" y="194773"/>
                  </a:lnTo>
                  <a:lnTo>
                    <a:pt x="212449" y="195586"/>
                  </a:lnTo>
                  <a:lnTo>
                    <a:pt x="212246" y="197020"/>
                  </a:lnTo>
                  <a:lnTo>
                    <a:pt x="211711" y="197844"/>
                  </a:lnTo>
                  <a:lnTo>
                    <a:pt x="210427" y="198977"/>
                  </a:lnTo>
                  <a:lnTo>
                    <a:pt x="209348" y="200120"/>
                  </a:lnTo>
                  <a:lnTo>
                    <a:pt x="208644" y="201241"/>
                  </a:lnTo>
                  <a:lnTo>
                    <a:pt x="207900" y="202430"/>
                  </a:lnTo>
                  <a:lnTo>
                    <a:pt x="207665" y="203085"/>
                  </a:lnTo>
                  <a:lnTo>
                    <a:pt x="207639" y="203980"/>
                  </a:lnTo>
                  <a:lnTo>
                    <a:pt x="207990" y="204731"/>
                  </a:lnTo>
                  <a:lnTo>
                    <a:pt x="208057" y="205447"/>
                  </a:lnTo>
                  <a:lnTo>
                    <a:pt x="207792" y="205967"/>
                  </a:lnTo>
                  <a:lnTo>
                    <a:pt x="207064" y="206162"/>
                  </a:lnTo>
                  <a:lnTo>
                    <a:pt x="206300" y="206012"/>
                  </a:lnTo>
                  <a:lnTo>
                    <a:pt x="205135" y="205500"/>
                  </a:lnTo>
                  <a:lnTo>
                    <a:pt x="203890" y="204585"/>
                  </a:lnTo>
                  <a:lnTo>
                    <a:pt x="203436" y="204134"/>
                  </a:lnTo>
                  <a:lnTo>
                    <a:pt x="202825" y="203364"/>
                  </a:lnTo>
                  <a:lnTo>
                    <a:pt x="202913" y="202648"/>
                  </a:lnTo>
                  <a:lnTo>
                    <a:pt x="203228" y="201258"/>
                  </a:lnTo>
                  <a:lnTo>
                    <a:pt x="203444" y="200305"/>
                  </a:lnTo>
                  <a:lnTo>
                    <a:pt x="202936" y="199849"/>
                  </a:lnTo>
                  <a:lnTo>
                    <a:pt x="202560" y="199362"/>
                  </a:lnTo>
                  <a:lnTo>
                    <a:pt x="202293" y="198890"/>
                  </a:lnTo>
                  <a:lnTo>
                    <a:pt x="201766" y="197962"/>
                  </a:lnTo>
                  <a:lnTo>
                    <a:pt x="201103" y="198189"/>
                  </a:lnTo>
                  <a:lnTo>
                    <a:pt x="200530" y="198418"/>
                  </a:lnTo>
                  <a:lnTo>
                    <a:pt x="199867" y="198092"/>
                  </a:lnTo>
                  <a:lnTo>
                    <a:pt x="197909" y="198233"/>
                  </a:lnTo>
                  <a:lnTo>
                    <a:pt x="196429" y="198339"/>
                  </a:lnTo>
                  <a:lnTo>
                    <a:pt x="195042" y="198439"/>
                  </a:lnTo>
                  <a:lnTo>
                    <a:pt x="193279" y="198565"/>
                  </a:lnTo>
                  <a:lnTo>
                    <a:pt x="191156" y="198718"/>
                  </a:lnTo>
                  <a:lnTo>
                    <a:pt x="190546" y="198513"/>
                  </a:lnTo>
                  <a:lnTo>
                    <a:pt x="190166" y="198205"/>
                  </a:lnTo>
                  <a:lnTo>
                    <a:pt x="189778" y="196927"/>
                  </a:lnTo>
                  <a:lnTo>
                    <a:pt x="189557" y="195841"/>
                  </a:lnTo>
                  <a:lnTo>
                    <a:pt x="189144" y="193809"/>
                  </a:lnTo>
                  <a:lnTo>
                    <a:pt x="188869" y="192238"/>
                  </a:lnTo>
                  <a:lnTo>
                    <a:pt x="188541" y="190365"/>
                  </a:lnTo>
                  <a:lnTo>
                    <a:pt x="188325" y="188299"/>
                  </a:lnTo>
                  <a:lnTo>
                    <a:pt x="188170" y="186828"/>
                  </a:lnTo>
                  <a:lnTo>
                    <a:pt x="186563" y="186779"/>
                  </a:lnTo>
                  <a:lnTo>
                    <a:pt x="185280" y="186740"/>
                  </a:lnTo>
                  <a:lnTo>
                    <a:pt x="183543" y="186688"/>
                  </a:lnTo>
                  <a:lnTo>
                    <a:pt x="183559" y="185518"/>
                  </a:lnTo>
                  <a:lnTo>
                    <a:pt x="183577" y="184043"/>
                  </a:lnTo>
                  <a:lnTo>
                    <a:pt x="183599" y="182365"/>
                  </a:lnTo>
                  <a:lnTo>
                    <a:pt x="183923" y="180162"/>
                  </a:lnTo>
                  <a:lnTo>
                    <a:pt x="184045" y="178315"/>
                  </a:lnTo>
                  <a:lnTo>
                    <a:pt x="184195" y="176063"/>
                  </a:lnTo>
                  <a:lnTo>
                    <a:pt x="184293" y="174574"/>
                  </a:lnTo>
                  <a:lnTo>
                    <a:pt x="184401" y="172936"/>
                  </a:lnTo>
                  <a:lnTo>
                    <a:pt x="183506" y="173441"/>
                  </a:lnTo>
                  <a:lnTo>
                    <a:pt x="182516" y="174001"/>
                  </a:lnTo>
                  <a:lnTo>
                    <a:pt x="181589" y="174524"/>
                  </a:lnTo>
                  <a:lnTo>
                    <a:pt x="180951" y="173197"/>
                  </a:lnTo>
                  <a:lnTo>
                    <a:pt x="180332" y="171907"/>
                  </a:lnTo>
                  <a:lnTo>
                    <a:pt x="179391" y="169946"/>
                  </a:lnTo>
                  <a:lnTo>
                    <a:pt x="178686" y="168477"/>
                  </a:lnTo>
                  <a:lnTo>
                    <a:pt x="177459" y="167619"/>
                  </a:lnTo>
                  <a:lnTo>
                    <a:pt x="176551" y="166984"/>
                  </a:lnTo>
                  <a:lnTo>
                    <a:pt x="175608" y="165915"/>
                  </a:lnTo>
                  <a:lnTo>
                    <a:pt x="174794" y="164806"/>
                  </a:lnTo>
                  <a:lnTo>
                    <a:pt x="174021" y="163755"/>
                  </a:lnTo>
                  <a:lnTo>
                    <a:pt x="173097" y="162840"/>
                  </a:lnTo>
                  <a:lnTo>
                    <a:pt x="172211" y="163129"/>
                  </a:lnTo>
                  <a:lnTo>
                    <a:pt x="171210" y="163700"/>
                  </a:lnTo>
                  <a:lnTo>
                    <a:pt x="170246" y="164251"/>
                  </a:lnTo>
                  <a:lnTo>
                    <a:pt x="169224" y="164835"/>
                  </a:lnTo>
                  <a:lnTo>
                    <a:pt x="168723" y="165120"/>
                  </a:lnTo>
                  <a:lnTo>
                    <a:pt x="167541" y="165012"/>
                  </a:lnTo>
                  <a:lnTo>
                    <a:pt x="166506" y="164917"/>
                  </a:lnTo>
                  <a:lnTo>
                    <a:pt x="164656" y="164749"/>
                  </a:lnTo>
                  <a:lnTo>
                    <a:pt x="163094" y="164605"/>
                  </a:lnTo>
                  <a:lnTo>
                    <a:pt x="161500" y="164458"/>
                  </a:lnTo>
                  <a:lnTo>
                    <a:pt x="159278" y="164255"/>
                  </a:lnTo>
                  <a:lnTo>
                    <a:pt x="157028" y="164049"/>
                  </a:lnTo>
                  <a:lnTo>
                    <a:pt x="155521" y="164321"/>
                  </a:lnTo>
                  <a:lnTo>
                    <a:pt x="153615" y="164664"/>
                  </a:lnTo>
                  <a:lnTo>
                    <a:pt x="151612" y="165025"/>
                  </a:lnTo>
                  <a:lnTo>
                    <a:pt x="149955" y="165323"/>
                  </a:lnTo>
                  <a:lnTo>
                    <a:pt x="147860" y="165701"/>
                  </a:lnTo>
                  <a:lnTo>
                    <a:pt x="146290" y="165983"/>
                  </a:lnTo>
                  <a:lnTo>
                    <a:pt x="145517" y="165944"/>
                  </a:lnTo>
                  <a:lnTo>
                    <a:pt x="144546" y="164757"/>
                  </a:lnTo>
                  <a:lnTo>
                    <a:pt x="142991" y="162855"/>
                  </a:lnTo>
                  <a:lnTo>
                    <a:pt x="142048" y="161703"/>
                  </a:lnTo>
                  <a:lnTo>
                    <a:pt x="141123" y="160573"/>
                  </a:lnTo>
                  <a:lnTo>
                    <a:pt x="139791" y="158945"/>
                  </a:lnTo>
                  <a:lnTo>
                    <a:pt x="138717" y="157713"/>
                  </a:lnTo>
                  <a:lnTo>
                    <a:pt x="137669" y="156509"/>
                  </a:lnTo>
                  <a:lnTo>
                    <a:pt x="137067" y="155398"/>
                  </a:lnTo>
                  <a:lnTo>
                    <a:pt x="136766" y="154001"/>
                  </a:lnTo>
                  <a:lnTo>
                    <a:pt x="136223" y="153368"/>
                  </a:lnTo>
                  <a:lnTo>
                    <a:pt x="135005" y="152513"/>
                  </a:lnTo>
                  <a:lnTo>
                    <a:pt x="133699" y="151595"/>
                  </a:lnTo>
                  <a:lnTo>
                    <a:pt x="132392" y="150678"/>
                  </a:lnTo>
                  <a:lnTo>
                    <a:pt x="131084" y="149760"/>
                  </a:lnTo>
                  <a:lnTo>
                    <a:pt x="129778" y="148843"/>
                  </a:lnTo>
                  <a:lnTo>
                    <a:pt x="128471" y="147925"/>
                  </a:lnTo>
                  <a:lnTo>
                    <a:pt x="127163" y="147008"/>
                  </a:lnTo>
                  <a:lnTo>
                    <a:pt x="125857" y="146090"/>
                  </a:lnTo>
                  <a:lnTo>
                    <a:pt x="124550" y="145173"/>
                  </a:lnTo>
                  <a:lnTo>
                    <a:pt x="123243" y="144256"/>
                  </a:lnTo>
                  <a:lnTo>
                    <a:pt x="121937" y="143338"/>
                  </a:lnTo>
                  <a:lnTo>
                    <a:pt x="120628" y="142421"/>
                  </a:lnTo>
                  <a:lnTo>
                    <a:pt x="119322" y="141503"/>
                  </a:lnTo>
                  <a:lnTo>
                    <a:pt x="118016" y="140586"/>
                  </a:lnTo>
                  <a:lnTo>
                    <a:pt x="116707" y="139668"/>
                  </a:lnTo>
                  <a:lnTo>
                    <a:pt x="115401" y="138750"/>
                  </a:lnTo>
                  <a:lnTo>
                    <a:pt x="114095" y="137833"/>
                  </a:lnTo>
                  <a:lnTo>
                    <a:pt x="113019" y="137166"/>
                  </a:lnTo>
                  <a:lnTo>
                    <a:pt x="112018" y="137340"/>
                  </a:lnTo>
                  <a:lnTo>
                    <a:pt x="110520" y="137807"/>
                  </a:lnTo>
                  <a:lnTo>
                    <a:pt x="108950" y="138296"/>
                  </a:lnTo>
                  <a:lnTo>
                    <a:pt x="107397" y="138780"/>
                  </a:lnTo>
                  <a:lnTo>
                    <a:pt x="104613" y="139648"/>
                  </a:lnTo>
                  <a:lnTo>
                    <a:pt x="102821" y="140206"/>
                  </a:lnTo>
                  <a:lnTo>
                    <a:pt x="101420" y="140677"/>
                  </a:lnTo>
                  <a:lnTo>
                    <a:pt x="99929" y="141178"/>
                  </a:lnTo>
                  <a:lnTo>
                    <a:pt x="97974" y="141835"/>
                  </a:lnTo>
                  <a:lnTo>
                    <a:pt x="96336" y="142387"/>
                  </a:lnTo>
                  <a:lnTo>
                    <a:pt x="94414" y="143033"/>
                  </a:lnTo>
                  <a:lnTo>
                    <a:pt x="92715" y="143604"/>
                  </a:lnTo>
                  <a:lnTo>
                    <a:pt x="91284" y="144085"/>
                  </a:lnTo>
                  <a:lnTo>
                    <a:pt x="89795" y="144586"/>
                  </a:lnTo>
                  <a:lnTo>
                    <a:pt x="88614" y="144983"/>
                  </a:lnTo>
                  <a:lnTo>
                    <a:pt x="88615" y="148185"/>
                  </a:lnTo>
                  <a:lnTo>
                    <a:pt x="88617" y="151386"/>
                  </a:lnTo>
                  <a:lnTo>
                    <a:pt x="88618" y="154588"/>
                  </a:lnTo>
                  <a:lnTo>
                    <a:pt x="88619" y="157790"/>
                  </a:lnTo>
                  <a:lnTo>
                    <a:pt x="88620" y="160991"/>
                  </a:lnTo>
                  <a:lnTo>
                    <a:pt x="88621" y="164194"/>
                  </a:lnTo>
                  <a:lnTo>
                    <a:pt x="88622" y="167395"/>
                  </a:lnTo>
                  <a:lnTo>
                    <a:pt x="88622" y="170596"/>
                  </a:lnTo>
                  <a:lnTo>
                    <a:pt x="88623" y="173798"/>
                  </a:lnTo>
                  <a:lnTo>
                    <a:pt x="88624" y="176999"/>
                  </a:lnTo>
                  <a:lnTo>
                    <a:pt x="88625" y="180201"/>
                  </a:lnTo>
                  <a:lnTo>
                    <a:pt x="88626" y="183403"/>
                  </a:lnTo>
                  <a:lnTo>
                    <a:pt x="88627" y="186604"/>
                  </a:lnTo>
                  <a:lnTo>
                    <a:pt x="88628" y="189806"/>
                  </a:lnTo>
                  <a:lnTo>
                    <a:pt x="88630" y="193008"/>
                  </a:lnTo>
                  <a:lnTo>
                    <a:pt x="88631" y="196210"/>
                  </a:lnTo>
                  <a:lnTo>
                    <a:pt x="88229" y="196183"/>
                  </a:lnTo>
                  <a:lnTo>
                    <a:pt x="87322" y="196369"/>
                  </a:lnTo>
                  <a:lnTo>
                    <a:pt x="85804" y="196815"/>
                  </a:lnTo>
                  <a:lnTo>
                    <a:pt x="84542" y="197039"/>
                  </a:lnTo>
                  <a:lnTo>
                    <a:pt x="83991" y="196906"/>
                  </a:lnTo>
                  <a:lnTo>
                    <a:pt x="83493" y="196571"/>
                  </a:lnTo>
                  <a:lnTo>
                    <a:pt x="83058" y="195865"/>
                  </a:lnTo>
                  <a:lnTo>
                    <a:pt x="82408" y="195008"/>
                  </a:lnTo>
                  <a:lnTo>
                    <a:pt x="81745" y="194314"/>
                  </a:lnTo>
                  <a:lnTo>
                    <a:pt x="80919" y="192890"/>
                  </a:lnTo>
                  <a:lnTo>
                    <a:pt x="80347" y="191795"/>
                  </a:lnTo>
                  <a:lnTo>
                    <a:pt x="78933" y="189406"/>
                  </a:lnTo>
                  <a:lnTo>
                    <a:pt x="78737" y="188653"/>
                  </a:lnTo>
                  <a:lnTo>
                    <a:pt x="78472" y="187885"/>
                  </a:lnTo>
                  <a:lnTo>
                    <a:pt x="78000" y="187242"/>
                  </a:lnTo>
                  <a:lnTo>
                    <a:pt x="76336" y="185665"/>
                  </a:lnTo>
                  <a:lnTo>
                    <a:pt x="74396" y="184243"/>
                  </a:lnTo>
                  <a:lnTo>
                    <a:pt x="72495" y="182851"/>
                  </a:lnTo>
                  <a:lnTo>
                    <a:pt x="71956" y="182513"/>
                  </a:lnTo>
                  <a:lnTo>
                    <a:pt x="71067" y="182081"/>
                  </a:lnTo>
                  <a:lnTo>
                    <a:pt x="69972" y="182071"/>
                  </a:lnTo>
                  <a:lnTo>
                    <a:pt x="69226" y="182156"/>
                  </a:lnTo>
                  <a:lnTo>
                    <a:pt x="66946" y="182615"/>
                  </a:lnTo>
                  <a:lnTo>
                    <a:pt x="65200" y="183154"/>
                  </a:lnTo>
                  <a:lnTo>
                    <a:pt x="62828" y="183885"/>
                  </a:lnTo>
                  <a:lnTo>
                    <a:pt x="60990" y="184695"/>
                  </a:lnTo>
                  <a:lnTo>
                    <a:pt x="60580" y="184933"/>
                  </a:lnTo>
                  <a:lnTo>
                    <a:pt x="59237" y="185911"/>
                  </a:lnTo>
                  <a:lnTo>
                    <a:pt x="57594" y="187532"/>
                  </a:lnTo>
                  <a:lnTo>
                    <a:pt x="55673" y="189819"/>
                  </a:lnTo>
                  <a:lnTo>
                    <a:pt x="55425" y="188348"/>
                  </a:lnTo>
                  <a:lnTo>
                    <a:pt x="55340" y="186082"/>
                  </a:lnTo>
                  <a:lnTo>
                    <a:pt x="55373" y="185352"/>
                  </a:lnTo>
                  <a:lnTo>
                    <a:pt x="55894" y="183448"/>
                  </a:lnTo>
                  <a:lnTo>
                    <a:pt x="56424" y="182141"/>
                  </a:lnTo>
                  <a:lnTo>
                    <a:pt x="56851" y="180783"/>
                  </a:lnTo>
                  <a:lnTo>
                    <a:pt x="57041" y="179006"/>
                  </a:lnTo>
                  <a:lnTo>
                    <a:pt x="56645" y="176153"/>
                  </a:lnTo>
                  <a:lnTo>
                    <a:pt x="56204" y="175521"/>
                  </a:lnTo>
                  <a:lnTo>
                    <a:pt x="55674" y="175315"/>
                  </a:lnTo>
                  <a:lnTo>
                    <a:pt x="55110" y="175256"/>
                  </a:lnTo>
                  <a:lnTo>
                    <a:pt x="54070" y="175372"/>
                  </a:lnTo>
                  <a:lnTo>
                    <a:pt x="53584" y="175600"/>
                  </a:lnTo>
                  <a:lnTo>
                    <a:pt x="52739" y="174639"/>
                  </a:lnTo>
                  <a:lnTo>
                    <a:pt x="51716" y="174485"/>
                  </a:lnTo>
                  <a:lnTo>
                    <a:pt x="51177" y="174753"/>
                  </a:lnTo>
                  <a:lnTo>
                    <a:pt x="50630" y="174892"/>
                  </a:lnTo>
                  <a:lnTo>
                    <a:pt x="50038" y="174627"/>
                  </a:lnTo>
                  <a:lnTo>
                    <a:pt x="49526" y="174057"/>
                  </a:lnTo>
                  <a:lnTo>
                    <a:pt x="49213" y="173444"/>
                  </a:lnTo>
                  <a:lnTo>
                    <a:pt x="48968" y="172748"/>
                  </a:lnTo>
                  <a:lnTo>
                    <a:pt x="48166" y="171357"/>
                  </a:lnTo>
                  <a:lnTo>
                    <a:pt x="47368" y="170598"/>
                  </a:lnTo>
                  <a:lnTo>
                    <a:pt x="46404" y="170430"/>
                  </a:lnTo>
                  <a:lnTo>
                    <a:pt x="44831" y="170474"/>
                  </a:lnTo>
                  <a:lnTo>
                    <a:pt x="44335" y="170379"/>
                  </a:lnTo>
                  <a:lnTo>
                    <a:pt x="44306" y="169590"/>
                  </a:lnTo>
                  <a:lnTo>
                    <a:pt x="44505" y="167847"/>
                  </a:lnTo>
                  <a:lnTo>
                    <a:pt x="44510" y="166938"/>
                  </a:lnTo>
                  <a:lnTo>
                    <a:pt x="44395" y="166080"/>
                  </a:lnTo>
                  <a:lnTo>
                    <a:pt x="44134" y="165375"/>
                  </a:lnTo>
                  <a:lnTo>
                    <a:pt x="43801" y="164764"/>
                  </a:lnTo>
                  <a:lnTo>
                    <a:pt x="42861" y="163759"/>
                  </a:lnTo>
                  <a:lnTo>
                    <a:pt x="42154" y="162345"/>
                  </a:lnTo>
                  <a:lnTo>
                    <a:pt x="40971" y="159438"/>
                  </a:lnTo>
                  <a:lnTo>
                    <a:pt x="39939" y="156171"/>
                  </a:lnTo>
                  <a:lnTo>
                    <a:pt x="39484" y="155680"/>
                  </a:lnTo>
                  <a:lnTo>
                    <a:pt x="38560" y="155163"/>
                  </a:lnTo>
                  <a:lnTo>
                    <a:pt x="36543" y="154749"/>
                  </a:lnTo>
                  <a:lnTo>
                    <a:pt x="35212" y="154320"/>
                  </a:lnTo>
                  <a:lnTo>
                    <a:pt x="34687" y="153907"/>
                  </a:lnTo>
                  <a:lnTo>
                    <a:pt x="34469" y="153191"/>
                  </a:lnTo>
                  <a:lnTo>
                    <a:pt x="34472" y="152423"/>
                  </a:lnTo>
                  <a:lnTo>
                    <a:pt x="34582" y="151516"/>
                  </a:lnTo>
                  <a:lnTo>
                    <a:pt x="34894" y="150749"/>
                  </a:lnTo>
                  <a:lnTo>
                    <a:pt x="35953" y="150156"/>
                  </a:lnTo>
                  <a:lnTo>
                    <a:pt x="38252" y="150026"/>
                  </a:lnTo>
                  <a:lnTo>
                    <a:pt x="40219" y="150090"/>
                  </a:lnTo>
                  <a:lnTo>
                    <a:pt x="42002" y="151461"/>
                  </a:lnTo>
                  <a:lnTo>
                    <a:pt x="42588" y="151777"/>
                  </a:lnTo>
                  <a:lnTo>
                    <a:pt x="43216" y="151867"/>
                  </a:lnTo>
                  <a:lnTo>
                    <a:pt x="44480" y="151434"/>
                  </a:lnTo>
                  <a:lnTo>
                    <a:pt x="45104" y="151312"/>
                  </a:lnTo>
                  <a:lnTo>
                    <a:pt x="46683" y="151454"/>
                  </a:lnTo>
                  <a:lnTo>
                    <a:pt x="46211" y="150805"/>
                  </a:lnTo>
                  <a:lnTo>
                    <a:pt x="45618" y="150464"/>
                  </a:lnTo>
                  <a:lnTo>
                    <a:pt x="45006" y="150494"/>
                  </a:lnTo>
                  <a:lnTo>
                    <a:pt x="44475" y="150230"/>
                  </a:lnTo>
                  <a:lnTo>
                    <a:pt x="43604" y="148971"/>
                  </a:lnTo>
                  <a:lnTo>
                    <a:pt x="42088" y="147541"/>
                  </a:lnTo>
                  <a:lnTo>
                    <a:pt x="41736" y="146949"/>
                  </a:lnTo>
                  <a:lnTo>
                    <a:pt x="41629" y="146003"/>
                  </a:lnTo>
                  <a:lnTo>
                    <a:pt x="41922" y="145187"/>
                  </a:lnTo>
                  <a:lnTo>
                    <a:pt x="42994" y="144351"/>
                  </a:lnTo>
                  <a:lnTo>
                    <a:pt x="43904" y="143215"/>
                  </a:lnTo>
                  <a:lnTo>
                    <a:pt x="44322" y="141707"/>
                  </a:lnTo>
                  <a:lnTo>
                    <a:pt x="44694" y="141013"/>
                  </a:lnTo>
                  <a:lnTo>
                    <a:pt x="45473" y="139921"/>
                  </a:lnTo>
                  <a:lnTo>
                    <a:pt x="46646" y="140130"/>
                  </a:lnTo>
                  <a:lnTo>
                    <a:pt x="48471" y="139341"/>
                  </a:lnTo>
                  <a:lnTo>
                    <a:pt x="51462" y="139495"/>
                  </a:lnTo>
                  <a:lnTo>
                    <a:pt x="55038" y="139268"/>
                  </a:lnTo>
                  <a:lnTo>
                    <a:pt x="56025" y="139352"/>
                  </a:lnTo>
                  <a:lnTo>
                    <a:pt x="58304" y="140121"/>
                  </a:lnTo>
                  <a:lnTo>
                    <a:pt x="59617" y="140453"/>
                  </a:lnTo>
                  <a:lnTo>
                    <a:pt x="61208" y="140623"/>
                  </a:lnTo>
                  <a:lnTo>
                    <a:pt x="62358" y="140282"/>
                  </a:lnTo>
                  <a:lnTo>
                    <a:pt x="61273" y="139230"/>
                  </a:lnTo>
                  <a:lnTo>
                    <a:pt x="58924" y="137984"/>
                  </a:lnTo>
                  <a:lnTo>
                    <a:pt x="58322" y="136924"/>
                  </a:lnTo>
                  <a:lnTo>
                    <a:pt x="59397" y="134039"/>
                  </a:lnTo>
                  <a:lnTo>
                    <a:pt x="60855" y="131413"/>
                  </a:lnTo>
                  <a:lnTo>
                    <a:pt x="61741" y="128291"/>
                  </a:lnTo>
                  <a:lnTo>
                    <a:pt x="61493" y="125189"/>
                  </a:lnTo>
                  <a:lnTo>
                    <a:pt x="61067" y="124335"/>
                  </a:lnTo>
                  <a:lnTo>
                    <a:pt x="61205" y="123329"/>
                  </a:lnTo>
                  <a:lnTo>
                    <a:pt x="61715" y="122479"/>
                  </a:lnTo>
                  <a:lnTo>
                    <a:pt x="62072" y="121633"/>
                  </a:lnTo>
                  <a:lnTo>
                    <a:pt x="61763" y="120615"/>
                  </a:lnTo>
                  <a:lnTo>
                    <a:pt x="61119" y="119024"/>
                  </a:lnTo>
                  <a:lnTo>
                    <a:pt x="60789" y="118510"/>
                  </a:lnTo>
                  <a:lnTo>
                    <a:pt x="59667" y="117653"/>
                  </a:lnTo>
                  <a:lnTo>
                    <a:pt x="57412" y="117615"/>
                  </a:lnTo>
                  <a:lnTo>
                    <a:pt x="55572" y="117147"/>
                  </a:lnTo>
                  <a:lnTo>
                    <a:pt x="54977" y="117523"/>
                  </a:lnTo>
                  <a:lnTo>
                    <a:pt x="54642" y="118103"/>
                  </a:lnTo>
                  <a:lnTo>
                    <a:pt x="54221" y="118484"/>
                  </a:lnTo>
                  <a:lnTo>
                    <a:pt x="52787" y="119255"/>
                  </a:lnTo>
                  <a:lnTo>
                    <a:pt x="52309" y="119407"/>
                  </a:lnTo>
                  <a:lnTo>
                    <a:pt x="51810" y="119254"/>
                  </a:lnTo>
                  <a:lnTo>
                    <a:pt x="51106" y="118385"/>
                  </a:lnTo>
                  <a:lnTo>
                    <a:pt x="50482" y="118483"/>
                  </a:lnTo>
                  <a:lnTo>
                    <a:pt x="48584" y="117941"/>
                  </a:lnTo>
                  <a:lnTo>
                    <a:pt x="47691" y="116765"/>
                  </a:lnTo>
                  <a:lnTo>
                    <a:pt x="47361" y="116599"/>
                  </a:lnTo>
                  <a:lnTo>
                    <a:pt x="44292" y="115659"/>
                  </a:lnTo>
                  <a:lnTo>
                    <a:pt x="43224" y="115480"/>
                  </a:lnTo>
                  <a:lnTo>
                    <a:pt x="40784" y="116449"/>
                  </a:lnTo>
                  <a:lnTo>
                    <a:pt x="39011" y="117691"/>
                  </a:lnTo>
                  <a:lnTo>
                    <a:pt x="38512" y="117871"/>
                  </a:lnTo>
                  <a:lnTo>
                    <a:pt x="37594" y="118659"/>
                  </a:lnTo>
                  <a:lnTo>
                    <a:pt x="37079" y="118784"/>
                  </a:lnTo>
                  <a:lnTo>
                    <a:pt x="36547" y="118650"/>
                  </a:lnTo>
                  <a:lnTo>
                    <a:pt x="36047" y="118697"/>
                  </a:lnTo>
                  <a:lnTo>
                    <a:pt x="34977" y="119877"/>
                  </a:lnTo>
                  <a:lnTo>
                    <a:pt x="33040" y="121251"/>
                  </a:lnTo>
                  <a:lnTo>
                    <a:pt x="32078" y="122118"/>
                  </a:lnTo>
                  <a:lnTo>
                    <a:pt x="31004" y="122656"/>
                  </a:lnTo>
                  <a:lnTo>
                    <a:pt x="29814" y="122994"/>
                  </a:lnTo>
                  <a:lnTo>
                    <a:pt x="28593" y="123048"/>
                  </a:lnTo>
                  <a:lnTo>
                    <a:pt x="28147" y="123360"/>
                  </a:lnTo>
                  <a:lnTo>
                    <a:pt x="26755" y="123471"/>
                  </a:lnTo>
                  <a:lnTo>
                    <a:pt x="25906" y="123724"/>
                  </a:lnTo>
                  <a:lnTo>
                    <a:pt x="25875" y="124192"/>
                  </a:lnTo>
                  <a:lnTo>
                    <a:pt x="26044" y="125243"/>
                  </a:lnTo>
                  <a:lnTo>
                    <a:pt x="25323" y="124872"/>
                  </a:lnTo>
                  <a:lnTo>
                    <a:pt x="24564" y="125585"/>
                  </a:lnTo>
                  <a:lnTo>
                    <a:pt x="24816" y="126262"/>
                  </a:lnTo>
                  <a:lnTo>
                    <a:pt x="24362" y="126099"/>
                  </a:lnTo>
                  <a:lnTo>
                    <a:pt x="22231" y="124798"/>
                  </a:lnTo>
                  <a:lnTo>
                    <a:pt x="20483" y="123880"/>
                  </a:lnTo>
                  <a:lnTo>
                    <a:pt x="18930" y="123064"/>
                  </a:lnTo>
                  <a:lnTo>
                    <a:pt x="18702" y="122915"/>
                  </a:lnTo>
                  <a:lnTo>
                    <a:pt x="18278" y="122517"/>
                  </a:lnTo>
                  <a:lnTo>
                    <a:pt x="17975" y="121899"/>
                  </a:lnTo>
                  <a:lnTo>
                    <a:pt x="17910" y="121220"/>
                  </a:lnTo>
                  <a:lnTo>
                    <a:pt x="18064" y="120722"/>
                  </a:lnTo>
                  <a:lnTo>
                    <a:pt x="18441" y="120404"/>
                  </a:lnTo>
                  <a:lnTo>
                    <a:pt x="18884" y="120282"/>
                  </a:lnTo>
                  <a:lnTo>
                    <a:pt x="19280" y="120382"/>
                  </a:lnTo>
                  <a:lnTo>
                    <a:pt x="19719" y="120687"/>
                  </a:lnTo>
                  <a:lnTo>
                    <a:pt x="20503" y="121057"/>
                  </a:lnTo>
                  <a:lnTo>
                    <a:pt x="21517" y="121125"/>
                  </a:lnTo>
                  <a:lnTo>
                    <a:pt x="22148" y="120841"/>
                  </a:lnTo>
                  <a:lnTo>
                    <a:pt x="22234" y="120160"/>
                  </a:lnTo>
                  <a:lnTo>
                    <a:pt x="21028" y="117645"/>
                  </a:lnTo>
                  <a:lnTo>
                    <a:pt x="19916" y="115615"/>
                  </a:lnTo>
                  <a:lnTo>
                    <a:pt x="18841" y="113358"/>
                  </a:lnTo>
                  <a:lnTo>
                    <a:pt x="18385" y="112539"/>
                  </a:lnTo>
                  <a:lnTo>
                    <a:pt x="17066" y="110649"/>
                  </a:lnTo>
                  <a:lnTo>
                    <a:pt x="15766" y="108788"/>
                  </a:lnTo>
                  <a:lnTo>
                    <a:pt x="14738" y="107130"/>
                  </a:lnTo>
                  <a:lnTo>
                    <a:pt x="14198" y="106620"/>
                  </a:lnTo>
                  <a:lnTo>
                    <a:pt x="12540" y="106407"/>
                  </a:lnTo>
                  <a:lnTo>
                    <a:pt x="9375" y="105998"/>
                  </a:lnTo>
                  <a:lnTo>
                    <a:pt x="8256" y="105804"/>
                  </a:lnTo>
                  <a:lnTo>
                    <a:pt x="7361" y="106296"/>
                  </a:lnTo>
                  <a:lnTo>
                    <a:pt x="6463" y="106682"/>
                  </a:lnTo>
                  <a:lnTo>
                    <a:pt x="5609" y="105963"/>
                  </a:lnTo>
                  <a:lnTo>
                    <a:pt x="4934" y="104788"/>
                  </a:lnTo>
                  <a:lnTo>
                    <a:pt x="4579" y="103798"/>
                  </a:lnTo>
                  <a:lnTo>
                    <a:pt x="4752" y="102788"/>
                  </a:lnTo>
                  <a:lnTo>
                    <a:pt x="4823" y="101297"/>
                  </a:lnTo>
                  <a:lnTo>
                    <a:pt x="4309" y="99826"/>
                  </a:lnTo>
                  <a:lnTo>
                    <a:pt x="3738" y="99101"/>
                  </a:lnTo>
                  <a:lnTo>
                    <a:pt x="2307" y="98555"/>
                  </a:lnTo>
                  <a:lnTo>
                    <a:pt x="489" y="97319"/>
                  </a:lnTo>
                  <a:lnTo>
                    <a:pt x="0" y="95064"/>
                  </a:lnTo>
                  <a:lnTo>
                    <a:pt x="884" y="91833"/>
                  </a:lnTo>
                  <a:lnTo>
                    <a:pt x="2306" y="89544"/>
                  </a:lnTo>
                  <a:lnTo>
                    <a:pt x="3339" y="88586"/>
                  </a:lnTo>
                  <a:lnTo>
                    <a:pt x="3832" y="87749"/>
                  </a:lnTo>
                  <a:lnTo>
                    <a:pt x="3994" y="87025"/>
                  </a:lnTo>
                  <a:lnTo>
                    <a:pt x="3869" y="86333"/>
                  </a:lnTo>
                  <a:lnTo>
                    <a:pt x="3256" y="85598"/>
                  </a:lnTo>
                  <a:lnTo>
                    <a:pt x="2306" y="84883"/>
                  </a:lnTo>
                  <a:lnTo>
                    <a:pt x="1824" y="84001"/>
                  </a:lnTo>
                  <a:lnTo>
                    <a:pt x="2024" y="82116"/>
                  </a:lnTo>
                  <a:lnTo>
                    <a:pt x="2652" y="79400"/>
                  </a:lnTo>
                  <a:lnTo>
                    <a:pt x="3621" y="77227"/>
                  </a:lnTo>
                  <a:lnTo>
                    <a:pt x="4923" y="76023"/>
                  </a:lnTo>
                  <a:lnTo>
                    <a:pt x="6046" y="75161"/>
                  </a:lnTo>
                  <a:lnTo>
                    <a:pt x="6490" y="74357"/>
                  </a:lnTo>
                  <a:lnTo>
                    <a:pt x="6513" y="73217"/>
                  </a:lnTo>
                  <a:lnTo>
                    <a:pt x="6485" y="72140"/>
                  </a:lnTo>
                  <a:lnTo>
                    <a:pt x="6786" y="71358"/>
                  </a:lnTo>
                  <a:lnTo>
                    <a:pt x="7258" y="70736"/>
                  </a:lnTo>
                  <a:lnTo>
                    <a:pt x="7758" y="70180"/>
                  </a:lnTo>
                  <a:lnTo>
                    <a:pt x="8462" y="69556"/>
                  </a:lnTo>
                  <a:lnTo>
                    <a:pt x="9370" y="69404"/>
                  </a:lnTo>
                  <a:lnTo>
                    <a:pt x="10374" y="69901"/>
                  </a:lnTo>
                  <a:lnTo>
                    <a:pt x="11735" y="71235"/>
                  </a:lnTo>
                  <a:lnTo>
                    <a:pt x="13732" y="73867"/>
                  </a:lnTo>
                  <a:lnTo>
                    <a:pt x="14873" y="75591"/>
                  </a:lnTo>
                  <a:lnTo>
                    <a:pt x="15285" y="76122"/>
                  </a:lnTo>
                  <a:lnTo>
                    <a:pt x="16327" y="77150"/>
                  </a:lnTo>
                  <a:lnTo>
                    <a:pt x="17266" y="77565"/>
                  </a:lnTo>
                  <a:lnTo>
                    <a:pt x="18834" y="76921"/>
                  </a:lnTo>
                  <a:lnTo>
                    <a:pt x="20338" y="76173"/>
                  </a:lnTo>
                  <a:lnTo>
                    <a:pt x="20823" y="75697"/>
                  </a:lnTo>
                  <a:lnTo>
                    <a:pt x="21136" y="74990"/>
                  </a:lnTo>
                  <a:lnTo>
                    <a:pt x="20896" y="73780"/>
                  </a:lnTo>
                  <a:lnTo>
                    <a:pt x="20582" y="72991"/>
                  </a:lnTo>
                  <a:lnTo>
                    <a:pt x="20248" y="71986"/>
                  </a:lnTo>
                  <a:lnTo>
                    <a:pt x="19785" y="70239"/>
                  </a:lnTo>
                  <a:lnTo>
                    <a:pt x="19459" y="67497"/>
                  </a:lnTo>
                  <a:lnTo>
                    <a:pt x="19072" y="66627"/>
                  </a:lnTo>
                  <a:lnTo>
                    <a:pt x="19356" y="66527"/>
                  </a:lnTo>
                  <a:lnTo>
                    <a:pt x="20109" y="66708"/>
                  </a:lnTo>
                  <a:lnTo>
                    <a:pt x="20806" y="66786"/>
                  </a:lnTo>
                  <a:lnTo>
                    <a:pt x="21803" y="66182"/>
                  </a:lnTo>
                  <a:lnTo>
                    <a:pt x="23174" y="65046"/>
                  </a:lnTo>
                  <a:lnTo>
                    <a:pt x="25679" y="63293"/>
                  </a:lnTo>
                  <a:lnTo>
                    <a:pt x="26209" y="62136"/>
                  </a:lnTo>
                  <a:lnTo>
                    <a:pt x="26636" y="60848"/>
                  </a:lnTo>
                  <a:lnTo>
                    <a:pt x="27331" y="60059"/>
                  </a:lnTo>
                  <a:lnTo>
                    <a:pt x="28922" y="59798"/>
                  </a:lnTo>
                  <a:lnTo>
                    <a:pt x="30398" y="59386"/>
                  </a:lnTo>
                  <a:lnTo>
                    <a:pt x="31439" y="58475"/>
                  </a:lnTo>
                  <a:lnTo>
                    <a:pt x="33072" y="57674"/>
                  </a:lnTo>
                  <a:lnTo>
                    <a:pt x="34415" y="57187"/>
                  </a:lnTo>
                  <a:lnTo>
                    <a:pt x="35005" y="56740"/>
                  </a:lnTo>
                  <a:lnTo>
                    <a:pt x="35426" y="56068"/>
                  </a:lnTo>
                  <a:lnTo>
                    <a:pt x="36964" y="54173"/>
                  </a:lnTo>
                  <a:lnTo>
                    <a:pt x="38172" y="53008"/>
                  </a:lnTo>
                  <a:lnTo>
                    <a:pt x="39233" y="51808"/>
                  </a:lnTo>
                  <a:lnTo>
                    <a:pt x="39591" y="51054"/>
                  </a:lnTo>
                  <a:lnTo>
                    <a:pt x="40428" y="51194"/>
                  </a:lnTo>
                  <a:lnTo>
                    <a:pt x="41709" y="51718"/>
                  </a:lnTo>
                  <a:lnTo>
                    <a:pt x="43087" y="52194"/>
                  </a:lnTo>
                  <a:lnTo>
                    <a:pt x="44094" y="52933"/>
                  </a:lnTo>
                  <a:lnTo>
                    <a:pt x="44291" y="53691"/>
                  </a:lnTo>
                  <a:lnTo>
                    <a:pt x="44389" y="54287"/>
                  </a:lnTo>
                  <a:lnTo>
                    <a:pt x="44800" y="54595"/>
                  </a:lnTo>
                  <a:lnTo>
                    <a:pt x="45287" y="54652"/>
                  </a:lnTo>
                  <a:lnTo>
                    <a:pt x="46019" y="54502"/>
                  </a:lnTo>
                  <a:lnTo>
                    <a:pt x="47303" y="54475"/>
                  </a:lnTo>
                  <a:lnTo>
                    <a:pt x="48876" y="53494"/>
                  </a:lnTo>
                  <a:lnTo>
                    <a:pt x="51068" y="51842"/>
                  </a:lnTo>
                  <a:lnTo>
                    <a:pt x="53074" y="51331"/>
                  </a:lnTo>
                  <a:lnTo>
                    <a:pt x="54133" y="51722"/>
                  </a:lnTo>
                  <a:lnTo>
                    <a:pt x="55003" y="52937"/>
                  </a:lnTo>
                  <a:lnTo>
                    <a:pt x="55695" y="54082"/>
                  </a:lnTo>
                  <a:lnTo>
                    <a:pt x="56405" y="54507"/>
                  </a:lnTo>
                  <a:lnTo>
                    <a:pt x="56846" y="54519"/>
                  </a:lnTo>
                  <a:lnTo>
                    <a:pt x="57010" y="54537"/>
                  </a:lnTo>
                  <a:lnTo>
                    <a:pt x="57955" y="54280"/>
                  </a:lnTo>
                  <a:lnTo>
                    <a:pt x="58764" y="54327"/>
                  </a:lnTo>
                  <a:lnTo>
                    <a:pt x="59541" y="54712"/>
                  </a:lnTo>
                  <a:lnTo>
                    <a:pt x="60825" y="54757"/>
                  </a:lnTo>
                  <a:lnTo>
                    <a:pt x="62613" y="54461"/>
                  </a:lnTo>
                  <a:lnTo>
                    <a:pt x="62801" y="54340"/>
                  </a:lnTo>
                  <a:lnTo>
                    <a:pt x="63660" y="54497"/>
                  </a:lnTo>
                  <a:lnTo>
                    <a:pt x="64706" y="55025"/>
                  </a:lnTo>
                  <a:lnTo>
                    <a:pt x="65520" y="55652"/>
                  </a:lnTo>
                  <a:lnTo>
                    <a:pt x="66972" y="57713"/>
                  </a:lnTo>
                  <a:lnTo>
                    <a:pt x="67808" y="58244"/>
                  </a:lnTo>
                  <a:lnTo>
                    <a:pt x="69514" y="58977"/>
                  </a:lnTo>
                  <a:lnTo>
                    <a:pt x="70315" y="59619"/>
                  </a:lnTo>
                  <a:lnTo>
                    <a:pt x="71245" y="60656"/>
                  </a:lnTo>
                  <a:lnTo>
                    <a:pt x="71731" y="61285"/>
                  </a:lnTo>
                  <a:lnTo>
                    <a:pt x="72741" y="62424"/>
                  </a:lnTo>
                  <a:lnTo>
                    <a:pt x="73910" y="64289"/>
                  </a:lnTo>
                  <a:lnTo>
                    <a:pt x="74117" y="65773"/>
                  </a:lnTo>
                  <a:lnTo>
                    <a:pt x="74383" y="67030"/>
                  </a:lnTo>
                  <a:lnTo>
                    <a:pt x="74817" y="67625"/>
                  </a:lnTo>
                  <a:lnTo>
                    <a:pt x="75176" y="67700"/>
                  </a:lnTo>
                  <a:lnTo>
                    <a:pt x="75563" y="67492"/>
                  </a:lnTo>
                  <a:lnTo>
                    <a:pt x="75941" y="66921"/>
                  </a:lnTo>
                  <a:lnTo>
                    <a:pt x="76072" y="65965"/>
                  </a:lnTo>
                  <a:lnTo>
                    <a:pt x="75958" y="64279"/>
                  </a:lnTo>
                  <a:lnTo>
                    <a:pt x="75658" y="62900"/>
                  </a:lnTo>
                  <a:lnTo>
                    <a:pt x="75274" y="62463"/>
                  </a:lnTo>
                  <a:lnTo>
                    <a:pt x="75089" y="61978"/>
                  </a:lnTo>
                  <a:lnTo>
                    <a:pt x="75343" y="61361"/>
                  </a:lnTo>
                  <a:lnTo>
                    <a:pt x="75993" y="61064"/>
                  </a:lnTo>
                  <a:lnTo>
                    <a:pt x="76802" y="61252"/>
                  </a:lnTo>
                  <a:lnTo>
                    <a:pt x="78134" y="62043"/>
                  </a:lnTo>
                  <a:lnTo>
                    <a:pt x="79524" y="63041"/>
                  </a:lnTo>
                  <a:lnTo>
                    <a:pt x="81230" y="64786"/>
                  </a:lnTo>
                  <a:lnTo>
                    <a:pt x="82800" y="65894"/>
                  </a:lnTo>
                  <a:lnTo>
                    <a:pt x="84514" y="66779"/>
                  </a:lnTo>
                  <a:lnTo>
                    <a:pt x="85876" y="67043"/>
                  </a:lnTo>
                  <a:lnTo>
                    <a:pt x="86930" y="66776"/>
                  </a:lnTo>
                  <a:lnTo>
                    <a:pt x="88174" y="66054"/>
                  </a:lnTo>
                  <a:lnTo>
                    <a:pt x="89314" y="65221"/>
                  </a:lnTo>
                  <a:lnTo>
                    <a:pt x="89833" y="64346"/>
                  </a:lnTo>
                  <a:lnTo>
                    <a:pt x="90206" y="63392"/>
                  </a:lnTo>
                  <a:lnTo>
                    <a:pt x="91925" y="62117"/>
                  </a:lnTo>
                  <a:lnTo>
                    <a:pt x="93493" y="60953"/>
                  </a:lnTo>
                  <a:lnTo>
                    <a:pt x="94207" y="61162"/>
                  </a:lnTo>
                  <a:lnTo>
                    <a:pt x="94712" y="61492"/>
                  </a:lnTo>
                  <a:lnTo>
                    <a:pt x="96321" y="60784"/>
                  </a:lnTo>
                  <a:lnTo>
                    <a:pt x="96882" y="60590"/>
                  </a:lnTo>
                  <a:lnTo>
                    <a:pt x="98416" y="60316"/>
                  </a:lnTo>
                  <a:lnTo>
                    <a:pt x="99999" y="60722"/>
                  </a:lnTo>
                  <a:lnTo>
                    <a:pt x="101262" y="61971"/>
                  </a:lnTo>
                  <a:lnTo>
                    <a:pt x="102488" y="62775"/>
                  </a:lnTo>
                  <a:lnTo>
                    <a:pt x="103582" y="62682"/>
                  </a:lnTo>
                  <a:lnTo>
                    <a:pt x="104491" y="62269"/>
                  </a:lnTo>
                  <a:lnTo>
                    <a:pt x="105088" y="61491"/>
                  </a:lnTo>
                  <a:lnTo>
                    <a:pt x="105541" y="60571"/>
                  </a:lnTo>
                  <a:lnTo>
                    <a:pt x="106241" y="59947"/>
                  </a:lnTo>
                  <a:lnTo>
                    <a:pt x="108193" y="60265"/>
                  </a:lnTo>
                  <a:lnTo>
                    <a:pt x="109419" y="60217"/>
                  </a:lnTo>
                  <a:lnTo>
                    <a:pt x="109549" y="60085"/>
                  </a:lnTo>
                  <a:lnTo>
                    <a:pt x="111164" y="60335"/>
                  </a:lnTo>
                  <a:lnTo>
                    <a:pt x="112945" y="61629"/>
                  </a:lnTo>
                  <a:lnTo>
                    <a:pt x="114053" y="63062"/>
                  </a:lnTo>
                  <a:lnTo>
                    <a:pt x="115468" y="64891"/>
                  </a:lnTo>
                  <a:lnTo>
                    <a:pt x="116126" y="65487"/>
                  </a:lnTo>
                  <a:lnTo>
                    <a:pt x="117083" y="65742"/>
                  </a:lnTo>
                  <a:lnTo>
                    <a:pt x="117835" y="65853"/>
                  </a:lnTo>
                  <a:lnTo>
                    <a:pt x="118843" y="66136"/>
                  </a:lnTo>
                  <a:lnTo>
                    <a:pt x="121506" y="66520"/>
                  </a:lnTo>
                  <a:lnTo>
                    <a:pt x="121911" y="66744"/>
                  </a:lnTo>
                  <a:lnTo>
                    <a:pt x="122183" y="67044"/>
                  </a:lnTo>
                  <a:lnTo>
                    <a:pt x="121937" y="68044"/>
                  </a:lnTo>
                  <a:lnTo>
                    <a:pt x="122175" y="68298"/>
                  </a:lnTo>
                  <a:lnTo>
                    <a:pt x="124333" y="67586"/>
                  </a:lnTo>
                  <a:lnTo>
                    <a:pt x="124913" y="67055"/>
                  </a:lnTo>
                  <a:lnTo>
                    <a:pt x="125626" y="65546"/>
                  </a:lnTo>
                  <a:lnTo>
                    <a:pt x="126263" y="64025"/>
                  </a:lnTo>
                  <a:lnTo>
                    <a:pt x="126737" y="63461"/>
                  </a:lnTo>
                  <a:lnTo>
                    <a:pt x="127242" y="63313"/>
                  </a:lnTo>
                  <a:lnTo>
                    <a:pt x="127748" y="63538"/>
                  </a:lnTo>
                  <a:lnTo>
                    <a:pt x="128454" y="64436"/>
                  </a:lnTo>
                  <a:lnTo>
                    <a:pt x="129413" y="65352"/>
                  </a:lnTo>
                  <a:lnTo>
                    <a:pt x="130706" y="65700"/>
                  </a:lnTo>
                  <a:lnTo>
                    <a:pt x="131498" y="65839"/>
                  </a:lnTo>
                  <a:lnTo>
                    <a:pt x="132723" y="65915"/>
                  </a:lnTo>
                  <a:lnTo>
                    <a:pt x="135602" y="65472"/>
                  </a:lnTo>
                  <a:lnTo>
                    <a:pt x="138294" y="64366"/>
                  </a:lnTo>
                  <a:lnTo>
                    <a:pt x="139833" y="63163"/>
                  </a:lnTo>
                  <a:lnTo>
                    <a:pt x="140548" y="61361"/>
                  </a:lnTo>
                  <a:lnTo>
                    <a:pt x="140994" y="59314"/>
                  </a:lnTo>
                  <a:lnTo>
                    <a:pt x="141683" y="58021"/>
                  </a:lnTo>
                  <a:lnTo>
                    <a:pt x="141396" y="56698"/>
                  </a:lnTo>
                  <a:lnTo>
                    <a:pt x="140040" y="55440"/>
                  </a:lnTo>
                  <a:lnTo>
                    <a:pt x="139583" y="55062"/>
                  </a:lnTo>
                  <a:lnTo>
                    <a:pt x="136289" y="54357"/>
                  </a:lnTo>
                  <a:lnTo>
                    <a:pt x="136085" y="53851"/>
                  </a:lnTo>
                  <a:lnTo>
                    <a:pt x="135898" y="53734"/>
                  </a:lnTo>
                  <a:lnTo>
                    <a:pt x="132651" y="52620"/>
                  </a:lnTo>
                  <a:lnTo>
                    <a:pt x="131084" y="52143"/>
                  </a:lnTo>
                  <a:lnTo>
                    <a:pt x="130645" y="51407"/>
                  </a:lnTo>
                  <a:lnTo>
                    <a:pt x="130353" y="50443"/>
                  </a:lnTo>
                  <a:lnTo>
                    <a:pt x="129340" y="49584"/>
                  </a:lnTo>
                  <a:lnTo>
                    <a:pt x="127326" y="48803"/>
                  </a:lnTo>
                  <a:lnTo>
                    <a:pt x="126974" y="48208"/>
                  </a:lnTo>
                  <a:lnTo>
                    <a:pt x="127307" y="47605"/>
                  </a:lnTo>
                  <a:lnTo>
                    <a:pt x="128898" y="46935"/>
                  </a:lnTo>
                  <a:lnTo>
                    <a:pt x="130713" y="45526"/>
                  </a:lnTo>
                  <a:lnTo>
                    <a:pt x="131411" y="45236"/>
                  </a:lnTo>
                  <a:lnTo>
                    <a:pt x="133029" y="45173"/>
                  </a:lnTo>
                  <a:lnTo>
                    <a:pt x="134525" y="44022"/>
                  </a:lnTo>
                  <a:lnTo>
                    <a:pt x="135558" y="43364"/>
                  </a:lnTo>
                  <a:lnTo>
                    <a:pt x="136097" y="42579"/>
                  </a:lnTo>
                  <a:lnTo>
                    <a:pt x="135954" y="41771"/>
                  </a:lnTo>
                  <a:lnTo>
                    <a:pt x="134457" y="39329"/>
                  </a:lnTo>
                  <a:lnTo>
                    <a:pt x="134014" y="37851"/>
                  </a:lnTo>
                  <a:lnTo>
                    <a:pt x="134278" y="36890"/>
                  </a:lnTo>
                  <a:lnTo>
                    <a:pt x="135138" y="35848"/>
                  </a:lnTo>
                  <a:lnTo>
                    <a:pt x="135625" y="35280"/>
                  </a:lnTo>
                  <a:lnTo>
                    <a:pt x="136210" y="34259"/>
                  </a:lnTo>
                  <a:lnTo>
                    <a:pt x="136597" y="33713"/>
                  </a:lnTo>
                  <a:lnTo>
                    <a:pt x="138106" y="33482"/>
                  </a:lnTo>
                  <a:lnTo>
                    <a:pt x="139940" y="33385"/>
                  </a:lnTo>
                  <a:lnTo>
                    <a:pt x="141196" y="33629"/>
                  </a:lnTo>
                  <a:lnTo>
                    <a:pt x="142954" y="33756"/>
                  </a:lnTo>
                  <a:lnTo>
                    <a:pt x="144555" y="33944"/>
                  </a:lnTo>
                  <a:lnTo>
                    <a:pt x="145365" y="34114"/>
                  </a:lnTo>
                  <a:lnTo>
                    <a:pt x="145960" y="33802"/>
                  </a:lnTo>
                  <a:lnTo>
                    <a:pt x="146392" y="33254"/>
                  </a:lnTo>
                  <a:lnTo>
                    <a:pt x="146376" y="32528"/>
                  </a:lnTo>
                  <a:lnTo>
                    <a:pt x="145748" y="31825"/>
                  </a:lnTo>
                  <a:lnTo>
                    <a:pt x="143397" y="30903"/>
                  </a:lnTo>
                  <a:lnTo>
                    <a:pt x="142391" y="30143"/>
                  </a:lnTo>
                  <a:lnTo>
                    <a:pt x="141599" y="30227"/>
                  </a:lnTo>
                  <a:lnTo>
                    <a:pt x="140281" y="29990"/>
                  </a:lnTo>
                  <a:lnTo>
                    <a:pt x="139090" y="29491"/>
                  </a:lnTo>
                  <a:lnTo>
                    <a:pt x="138033" y="29324"/>
                  </a:lnTo>
                  <a:lnTo>
                    <a:pt x="137688" y="28632"/>
                  </a:lnTo>
                  <a:lnTo>
                    <a:pt x="137907" y="27664"/>
                  </a:lnTo>
                  <a:lnTo>
                    <a:pt x="138314" y="27110"/>
                  </a:lnTo>
                  <a:lnTo>
                    <a:pt x="139096" y="26833"/>
                  </a:lnTo>
                  <a:lnTo>
                    <a:pt x="139942" y="26972"/>
                  </a:lnTo>
                  <a:lnTo>
                    <a:pt x="140865" y="26569"/>
                  </a:lnTo>
                  <a:lnTo>
                    <a:pt x="141130" y="26334"/>
                  </a:lnTo>
                  <a:lnTo>
                    <a:pt x="141209" y="26031"/>
                  </a:lnTo>
                  <a:lnTo>
                    <a:pt x="141060" y="25595"/>
                  </a:lnTo>
                  <a:lnTo>
                    <a:pt x="140634" y="25236"/>
                  </a:lnTo>
                  <a:lnTo>
                    <a:pt x="140027" y="25141"/>
                  </a:lnTo>
                  <a:lnTo>
                    <a:pt x="139328" y="25446"/>
                  </a:lnTo>
                  <a:lnTo>
                    <a:pt x="138494" y="25644"/>
                  </a:lnTo>
                  <a:lnTo>
                    <a:pt x="137080" y="25196"/>
                  </a:lnTo>
                  <a:lnTo>
                    <a:pt x="135954" y="24658"/>
                  </a:lnTo>
                  <a:lnTo>
                    <a:pt x="136012" y="24160"/>
                  </a:lnTo>
                  <a:lnTo>
                    <a:pt x="136844" y="23420"/>
                  </a:lnTo>
                  <a:lnTo>
                    <a:pt x="137219" y="22820"/>
                  </a:lnTo>
                  <a:lnTo>
                    <a:pt x="137219" y="21990"/>
                  </a:lnTo>
                  <a:lnTo>
                    <a:pt x="137219" y="21021"/>
                  </a:lnTo>
                  <a:lnTo>
                    <a:pt x="137508" y="19886"/>
                  </a:lnTo>
                  <a:lnTo>
                    <a:pt x="138334" y="19110"/>
                  </a:lnTo>
                  <a:lnTo>
                    <a:pt x="139305" y="18694"/>
                  </a:lnTo>
                  <a:lnTo>
                    <a:pt x="141807" y="19452"/>
                  </a:lnTo>
                  <a:lnTo>
                    <a:pt x="144935" y="20128"/>
                  </a:lnTo>
                  <a:lnTo>
                    <a:pt x="145473" y="20018"/>
                  </a:lnTo>
                  <a:lnTo>
                    <a:pt x="145631" y="19661"/>
                  </a:lnTo>
                  <a:lnTo>
                    <a:pt x="145990" y="19345"/>
                  </a:lnTo>
                  <a:lnTo>
                    <a:pt x="150330" y="19198"/>
                  </a:lnTo>
                  <a:lnTo>
                    <a:pt x="151175" y="18762"/>
                  </a:lnTo>
                  <a:lnTo>
                    <a:pt x="151595" y="18415"/>
                  </a:lnTo>
                  <a:lnTo>
                    <a:pt x="155769" y="17914"/>
                  </a:lnTo>
                  <a:lnTo>
                    <a:pt x="156267" y="17439"/>
                  </a:lnTo>
                  <a:lnTo>
                    <a:pt x="156880" y="16996"/>
                  </a:lnTo>
                  <a:lnTo>
                    <a:pt x="157839" y="17004"/>
                  </a:lnTo>
                  <a:lnTo>
                    <a:pt x="158983" y="16826"/>
                  </a:lnTo>
                  <a:lnTo>
                    <a:pt x="160576" y="16286"/>
                  </a:lnTo>
                  <a:lnTo>
                    <a:pt x="161705" y="15989"/>
                  </a:lnTo>
                  <a:lnTo>
                    <a:pt x="161893" y="15964"/>
                  </a:lnTo>
                  <a:lnTo>
                    <a:pt x="163084" y="16083"/>
                  </a:lnTo>
                  <a:lnTo>
                    <a:pt x="164568" y="15656"/>
                  </a:lnTo>
                  <a:lnTo>
                    <a:pt x="164884" y="15480"/>
                  </a:lnTo>
                  <a:lnTo>
                    <a:pt x="165126" y="15156"/>
                  </a:lnTo>
                  <a:lnTo>
                    <a:pt x="166417" y="14536"/>
                  </a:lnTo>
                  <a:lnTo>
                    <a:pt x="168894" y="14023"/>
                  </a:lnTo>
                  <a:lnTo>
                    <a:pt x="169499" y="14330"/>
                  </a:lnTo>
                  <a:lnTo>
                    <a:pt x="170679" y="14468"/>
                  </a:lnTo>
                  <a:lnTo>
                    <a:pt x="172187" y="14241"/>
                  </a:lnTo>
                  <a:lnTo>
                    <a:pt x="173299" y="13849"/>
                  </a:lnTo>
                  <a:lnTo>
                    <a:pt x="173948" y="14238"/>
                  </a:lnTo>
                  <a:lnTo>
                    <a:pt x="174828" y="14637"/>
                  </a:lnTo>
                  <a:lnTo>
                    <a:pt x="175485" y="14299"/>
                  </a:lnTo>
                  <a:lnTo>
                    <a:pt x="175810" y="13229"/>
                  </a:lnTo>
                  <a:lnTo>
                    <a:pt x="176237" y="12183"/>
                  </a:lnTo>
                  <a:lnTo>
                    <a:pt x="176980" y="11688"/>
                  </a:lnTo>
                  <a:lnTo>
                    <a:pt x="177569" y="11509"/>
                  </a:lnTo>
                  <a:lnTo>
                    <a:pt x="178101" y="11106"/>
                  </a:lnTo>
                  <a:lnTo>
                    <a:pt x="178504" y="10688"/>
                  </a:lnTo>
                  <a:lnTo>
                    <a:pt x="180688" y="10752"/>
                  </a:lnTo>
                  <a:lnTo>
                    <a:pt x="182641" y="9711"/>
                  </a:lnTo>
                  <a:lnTo>
                    <a:pt x="183024" y="10183"/>
                  </a:lnTo>
                  <a:lnTo>
                    <a:pt x="185559" y="10073"/>
                  </a:lnTo>
                  <a:lnTo>
                    <a:pt x="188707" y="9403"/>
                  </a:lnTo>
                  <a:lnTo>
                    <a:pt x="190590" y="9089"/>
                  </a:lnTo>
                  <a:lnTo>
                    <a:pt x="193843" y="8388"/>
                  </a:lnTo>
                  <a:lnTo>
                    <a:pt x="195348" y="7821"/>
                  </a:lnTo>
                  <a:lnTo>
                    <a:pt x="197498" y="7463"/>
                  </a:lnTo>
                  <a:lnTo>
                    <a:pt x="199473" y="7213"/>
                  </a:lnTo>
                  <a:lnTo>
                    <a:pt x="200764" y="6221"/>
                  </a:lnTo>
                  <a:lnTo>
                    <a:pt x="201806" y="6079"/>
                  </a:lnTo>
                  <a:lnTo>
                    <a:pt x="203072" y="5997"/>
                  </a:lnTo>
                  <a:lnTo>
                    <a:pt x="203848" y="5758"/>
                  </a:lnTo>
                  <a:lnTo>
                    <a:pt x="204355" y="5391"/>
                  </a:lnTo>
                  <a:lnTo>
                    <a:pt x="204683" y="4702"/>
                  </a:lnTo>
                  <a:lnTo>
                    <a:pt x="204505" y="3826"/>
                  </a:lnTo>
                  <a:lnTo>
                    <a:pt x="204325" y="3189"/>
                  </a:lnTo>
                  <a:lnTo>
                    <a:pt x="205231" y="2832"/>
                  </a:lnTo>
                  <a:lnTo>
                    <a:pt x="206522" y="2722"/>
                  </a:lnTo>
                  <a:lnTo>
                    <a:pt x="207339" y="2577"/>
                  </a:lnTo>
                  <a:lnTo>
                    <a:pt x="209118" y="1131"/>
                  </a:lnTo>
                  <a:lnTo>
                    <a:pt x="210349" y="435"/>
                  </a:lnTo>
                  <a:lnTo>
                    <a:pt x="211619" y="0"/>
                  </a:lnTo>
                  <a:lnTo>
                    <a:pt x="214171" y="238"/>
                  </a:lnTo>
                  <a:lnTo>
                    <a:pt x="216501" y="456"/>
                  </a:lnTo>
                  <a:lnTo>
                    <a:pt x="218838" y="1146"/>
                  </a:lnTo>
                  <a:lnTo>
                    <a:pt x="220068" y="2007"/>
                  </a:lnTo>
                  <a:lnTo>
                    <a:pt x="221123" y="2657"/>
                  </a:lnTo>
                  <a:lnTo>
                    <a:pt x="222122" y="2968"/>
                  </a:lnTo>
                  <a:lnTo>
                    <a:pt x="223021" y="3168"/>
                  </a:lnTo>
                  <a:lnTo>
                    <a:pt x="224071" y="2873"/>
                  </a:lnTo>
                  <a:lnTo>
                    <a:pt x="224810" y="2473"/>
                  </a:lnTo>
                  <a:lnTo>
                    <a:pt x="225242" y="1902"/>
                  </a:lnTo>
                  <a:lnTo>
                    <a:pt x="225897" y="1495"/>
                  </a:lnTo>
                  <a:lnTo>
                    <a:pt x="228278" y="1177"/>
                  </a:lnTo>
                  <a:lnTo>
                    <a:pt x="228773" y="1791"/>
                  </a:lnTo>
                  <a:lnTo>
                    <a:pt x="229906" y="3649"/>
                  </a:lnTo>
                  <a:lnTo>
                    <a:pt x="230679" y="6124"/>
                  </a:lnTo>
                  <a:lnTo>
                    <a:pt x="231951" y="9408"/>
                  </a:lnTo>
                  <a:lnTo>
                    <a:pt x="232512" y="11022"/>
                  </a:lnTo>
                  <a:lnTo>
                    <a:pt x="232262" y="11869"/>
                  </a:lnTo>
                  <a:lnTo>
                    <a:pt x="232268" y="13029"/>
                  </a:lnTo>
                  <a:lnTo>
                    <a:pt x="232196" y="14304"/>
                  </a:lnTo>
                  <a:lnTo>
                    <a:pt x="231255" y="15748"/>
                  </a:lnTo>
                  <a:lnTo>
                    <a:pt x="231638" y="16422"/>
                  </a:lnTo>
                  <a:lnTo>
                    <a:pt x="233939" y="17173"/>
                  </a:lnTo>
                  <a:lnTo>
                    <a:pt x="237163" y="16898"/>
                  </a:lnTo>
                  <a:lnTo>
                    <a:pt x="239152" y="16292"/>
                  </a:lnTo>
                  <a:lnTo>
                    <a:pt x="240260" y="16513"/>
                  </a:lnTo>
                  <a:lnTo>
                    <a:pt x="240838" y="16151"/>
                  </a:lnTo>
                  <a:lnTo>
                    <a:pt x="241214" y="15079"/>
                  </a:lnTo>
                  <a:lnTo>
                    <a:pt x="241977" y="14840"/>
                  </a:lnTo>
                  <a:lnTo>
                    <a:pt x="242763" y="15586"/>
                  </a:lnTo>
                  <a:lnTo>
                    <a:pt x="243334" y="16851"/>
                  </a:lnTo>
                  <a:lnTo>
                    <a:pt x="243881" y="17665"/>
                  </a:lnTo>
                  <a:lnTo>
                    <a:pt x="243841" y="18633"/>
                  </a:lnTo>
                  <a:lnTo>
                    <a:pt x="244042" y="19877"/>
                  </a:lnTo>
                  <a:lnTo>
                    <a:pt x="244444" y="20193"/>
                  </a:lnTo>
                  <a:lnTo>
                    <a:pt x="245234" y="19719"/>
                  </a:lnTo>
                  <a:lnTo>
                    <a:pt x="245761" y="19438"/>
                  </a:lnTo>
                  <a:lnTo>
                    <a:pt x="245886" y="19060"/>
                  </a:lnTo>
                  <a:lnTo>
                    <a:pt x="245663" y="18593"/>
                  </a:lnTo>
                  <a:lnTo>
                    <a:pt x="245555" y="18120"/>
                  </a:lnTo>
                  <a:lnTo>
                    <a:pt x="245730" y="17686"/>
                  </a:lnTo>
                  <a:lnTo>
                    <a:pt x="246104" y="17508"/>
                  </a:lnTo>
                  <a:lnTo>
                    <a:pt x="247228" y="17645"/>
                  </a:lnTo>
                  <a:lnTo>
                    <a:pt x="248865" y="17885"/>
                  </a:lnTo>
                  <a:lnTo>
                    <a:pt x="250807" y="19650"/>
                  </a:lnTo>
                  <a:lnTo>
                    <a:pt x="251853" y="19970"/>
                  </a:lnTo>
                  <a:lnTo>
                    <a:pt x="252294" y="20001"/>
                  </a:lnTo>
                  <a:lnTo>
                    <a:pt x="253279" y="19900"/>
                  </a:lnTo>
                  <a:lnTo>
                    <a:pt x="254462" y="19391"/>
                  </a:lnTo>
                  <a:lnTo>
                    <a:pt x="255259" y="18754"/>
                  </a:lnTo>
                  <a:lnTo>
                    <a:pt x="255524" y="18442"/>
                  </a:lnTo>
                  <a:lnTo>
                    <a:pt x="255983" y="18496"/>
                  </a:lnTo>
                  <a:lnTo>
                    <a:pt x="256418" y="18790"/>
                  </a:lnTo>
                  <a:lnTo>
                    <a:pt x="256447" y="19435"/>
                  </a:lnTo>
                  <a:lnTo>
                    <a:pt x="256101" y="20366"/>
                  </a:lnTo>
                  <a:lnTo>
                    <a:pt x="254921" y="21218"/>
                  </a:lnTo>
                  <a:lnTo>
                    <a:pt x="253457" y="22011"/>
                  </a:lnTo>
                  <a:lnTo>
                    <a:pt x="252570" y="23465"/>
                  </a:lnTo>
                  <a:lnTo>
                    <a:pt x="252381" y="24983"/>
                  </a:lnTo>
                  <a:lnTo>
                    <a:pt x="252770" y="25753"/>
                  </a:lnTo>
                  <a:lnTo>
                    <a:pt x="253102" y="26269"/>
                  </a:lnTo>
                  <a:lnTo>
                    <a:pt x="253196" y="26991"/>
                  </a:lnTo>
                  <a:lnTo>
                    <a:pt x="253528" y="27087"/>
                  </a:lnTo>
                  <a:lnTo>
                    <a:pt x="254124" y="26789"/>
                  </a:lnTo>
                  <a:lnTo>
                    <a:pt x="255761" y="25292"/>
                  </a:lnTo>
                  <a:lnTo>
                    <a:pt x="256595" y="24922"/>
                  </a:lnTo>
                  <a:lnTo>
                    <a:pt x="257805" y="24685"/>
                  </a:lnTo>
                  <a:lnTo>
                    <a:pt x="259788" y="24801"/>
                  </a:lnTo>
                  <a:lnTo>
                    <a:pt x="261125" y="25289"/>
                  </a:lnTo>
                  <a:lnTo>
                    <a:pt x="261763" y="25969"/>
                  </a:lnTo>
                  <a:lnTo>
                    <a:pt x="262465" y="26528"/>
                  </a:lnTo>
                  <a:lnTo>
                    <a:pt x="262949" y="26293"/>
                  </a:lnTo>
                  <a:lnTo>
                    <a:pt x="263200" y="25648"/>
                  </a:lnTo>
                  <a:lnTo>
                    <a:pt x="263211" y="24909"/>
                  </a:lnTo>
                  <a:lnTo>
                    <a:pt x="263415" y="24301"/>
                  </a:lnTo>
                  <a:lnTo>
                    <a:pt x="265586" y="22807"/>
                  </a:lnTo>
                  <a:lnTo>
                    <a:pt x="267031" y="21813"/>
                  </a:lnTo>
                  <a:lnTo>
                    <a:pt x="267529" y="21696"/>
                  </a:lnTo>
                  <a:lnTo>
                    <a:pt x="268495" y="21903"/>
                  </a:lnTo>
                  <a:lnTo>
                    <a:pt x="269093" y="21798"/>
                  </a:lnTo>
                  <a:lnTo>
                    <a:pt x="270683" y="20863"/>
                  </a:lnTo>
                  <a:lnTo>
                    <a:pt x="272167" y="19798"/>
                  </a:lnTo>
                  <a:lnTo>
                    <a:pt x="272312" y="19078"/>
                  </a:lnTo>
                  <a:lnTo>
                    <a:pt x="272366" y="18426"/>
                  </a:lnTo>
                  <a:lnTo>
                    <a:pt x="272736" y="18131"/>
                  </a:lnTo>
                  <a:lnTo>
                    <a:pt x="274814" y="17903"/>
                  </a:lnTo>
                  <a:lnTo>
                    <a:pt x="275155" y="17780"/>
                  </a:lnTo>
                  <a:lnTo>
                    <a:pt x="276931" y="17039"/>
                  </a:lnTo>
                  <a:lnTo>
                    <a:pt x="279390" y="15775"/>
                  </a:lnTo>
                  <a:lnTo>
                    <a:pt x="280583" y="15030"/>
                  </a:lnTo>
                  <a:lnTo>
                    <a:pt x="282757" y="14699"/>
                  </a:lnTo>
                  <a:lnTo>
                    <a:pt x="283161" y="14485"/>
                  </a:lnTo>
                  <a:lnTo>
                    <a:pt x="283884" y="13982"/>
                  </a:lnTo>
                  <a:lnTo>
                    <a:pt x="285245" y="13288"/>
                  </a:lnTo>
                  <a:lnTo>
                    <a:pt x="285982" y="13211"/>
                  </a:lnTo>
                  <a:lnTo>
                    <a:pt x="285525" y="14892"/>
                  </a:lnTo>
                  <a:lnTo>
                    <a:pt x="284711" y="16836"/>
                  </a:lnTo>
                  <a:lnTo>
                    <a:pt x="284253" y="17355"/>
                  </a:lnTo>
                  <a:lnTo>
                    <a:pt x="282050" y="17268"/>
                  </a:lnTo>
                  <a:lnTo>
                    <a:pt x="282053" y="17798"/>
                  </a:lnTo>
                  <a:lnTo>
                    <a:pt x="282399" y="18610"/>
                  </a:lnTo>
                  <a:lnTo>
                    <a:pt x="282647" y="19067"/>
                  </a:lnTo>
                  <a:lnTo>
                    <a:pt x="282915" y="19476"/>
                  </a:lnTo>
                  <a:lnTo>
                    <a:pt x="283507" y="20183"/>
                  </a:lnTo>
                  <a:lnTo>
                    <a:pt x="285825" y="21855"/>
                  </a:lnTo>
                  <a:lnTo>
                    <a:pt x="288774" y="23983"/>
                  </a:lnTo>
                  <a:lnTo>
                    <a:pt x="291960" y="26372"/>
                  </a:lnTo>
                  <a:lnTo>
                    <a:pt x="294185" y="28041"/>
                  </a:lnTo>
                  <a:lnTo>
                    <a:pt x="295084" y="28902"/>
                  </a:lnTo>
                  <a:lnTo>
                    <a:pt x="295657" y="29575"/>
                  </a:lnTo>
                  <a:lnTo>
                    <a:pt x="297299" y="32005"/>
                  </a:lnTo>
                  <a:lnTo>
                    <a:pt x="298856" y="34310"/>
                  </a:lnTo>
                  <a:lnTo>
                    <a:pt x="301480" y="38373"/>
                  </a:lnTo>
                  <a:lnTo>
                    <a:pt x="303808" y="42297"/>
                  </a:lnTo>
                  <a:lnTo>
                    <a:pt x="306368" y="46616"/>
                  </a:lnTo>
                  <a:lnTo>
                    <a:pt x="307850" y="49117"/>
                  </a:lnTo>
                  <a:lnTo>
                    <a:pt x="310878" y="54347"/>
                  </a:lnTo>
                  <a:lnTo>
                    <a:pt x="311687" y="55953"/>
                  </a:lnTo>
                  <a:lnTo>
                    <a:pt x="313221" y="58993"/>
                  </a:lnTo>
                  <a:lnTo>
                    <a:pt x="314576" y="61846"/>
                  </a:lnTo>
                  <a:lnTo>
                    <a:pt x="315773" y="64370"/>
                  </a:lnTo>
                  <a:lnTo>
                    <a:pt x="316527" y="64598"/>
                  </a:lnTo>
                  <a:lnTo>
                    <a:pt x="316585" y="63913"/>
                  </a:lnTo>
                  <a:lnTo>
                    <a:pt x="316720" y="63457"/>
                  </a:lnTo>
                  <a:lnTo>
                    <a:pt x="317107" y="63201"/>
                  </a:lnTo>
                  <a:lnTo>
                    <a:pt x="317987" y="62456"/>
                  </a:lnTo>
                  <a:lnTo>
                    <a:pt x="318462" y="62277"/>
                  </a:lnTo>
                  <a:lnTo>
                    <a:pt x="319170" y="62354"/>
                  </a:lnTo>
                  <a:lnTo>
                    <a:pt x="319911" y="61974"/>
                  </a:lnTo>
                  <a:lnTo>
                    <a:pt x="320182" y="61258"/>
                  </a:lnTo>
                  <a:lnTo>
                    <a:pt x="320006" y="59933"/>
                  </a:lnTo>
                  <a:lnTo>
                    <a:pt x="319891" y="59323"/>
                  </a:lnTo>
                  <a:lnTo>
                    <a:pt x="320142" y="58668"/>
                  </a:lnTo>
                  <a:lnTo>
                    <a:pt x="320549" y="58411"/>
                  </a:lnTo>
                  <a:lnTo>
                    <a:pt x="321113" y="58204"/>
                  </a:lnTo>
                  <a:lnTo>
                    <a:pt x="321632" y="58098"/>
                  </a:lnTo>
                  <a:lnTo>
                    <a:pt x="322058" y="57357"/>
                  </a:lnTo>
                  <a:lnTo>
                    <a:pt x="322860" y="57133"/>
                  </a:lnTo>
                  <a:lnTo>
                    <a:pt x="323596" y="57271"/>
                  </a:lnTo>
                  <a:lnTo>
                    <a:pt x="324204" y="57300"/>
                  </a:lnTo>
                  <a:lnTo>
                    <a:pt x="324741" y="57839"/>
                  </a:lnTo>
                  <a:lnTo>
                    <a:pt x="325039" y="58578"/>
                  </a:lnTo>
                  <a:lnTo>
                    <a:pt x="325617" y="58635"/>
                  </a:lnTo>
                  <a:lnTo>
                    <a:pt x="326568" y="58560"/>
                  </a:lnTo>
                  <a:lnTo>
                    <a:pt x="326698" y="59181"/>
                  </a:lnTo>
                  <a:lnTo>
                    <a:pt x="326428" y="60216"/>
                  </a:lnTo>
                  <a:lnTo>
                    <a:pt x="326098" y="61017"/>
                  </a:lnTo>
                  <a:lnTo>
                    <a:pt x="326041" y="61661"/>
                  </a:lnTo>
                  <a:lnTo>
                    <a:pt x="326543" y="61974"/>
                  </a:lnTo>
                  <a:lnTo>
                    <a:pt x="328384" y="61694"/>
                  </a:lnTo>
                  <a:lnTo>
                    <a:pt x="329038" y="61832"/>
                  </a:lnTo>
                  <a:lnTo>
                    <a:pt x="329245" y="62484"/>
                  </a:lnTo>
                  <a:lnTo>
                    <a:pt x="329505" y="63024"/>
                  </a:lnTo>
                  <a:lnTo>
                    <a:pt x="329636" y="63684"/>
                  </a:lnTo>
                  <a:lnTo>
                    <a:pt x="329446" y="64417"/>
                  </a:lnTo>
                  <a:lnTo>
                    <a:pt x="329772" y="64854"/>
                  </a:lnTo>
                  <a:lnTo>
                    <a:pt x="331361" y="64864"/>
                  </a:lnTo>
                  <a:lnTo>
                    <a:pt x="332479" y="64511"/>
                  </a:lnTo>
                  <a:lnTo>
                    <a:pt x="334198" y="64484"/>
                  </a:lnTo>
                  <a:lnTo>
                    <a:pt x="335753" y="65258"/>
                  </a:lnTo>
                  <a:lnTo>
                    <a:pt x="336830" y="65138"/>
                  </a:lnTo>
                  <a:lnTo>
                    <a:pt x="337913" y="64825"/>
                  </a:lnTo>
                  <a:lnTo>
                    <a:pt x="339498" y="65025"/>
                  </a:lnTo>
                  <a:lnTo>
                    <a:pt x="340612" y="64412"/>
                  </a:lnTo>
                  <a:lnTo>
                    <a:pt x="341381" y="63648"/>
                  </a:lnTo>
                  <a:lnTo>
                    <a:pt x="341623" y="63046"/>
                  </a:lnTo>
                  <a:lnTo>
                    <a:pt x="342023" y="62712"/>
                  </a:lnTo>
                  <a:lnTo>
                    <a:pt x="343520" y="62716"/>
                  </a:lnTo>
                  <a:lnTo>
                    <a:pt x="344468" y="62658"/>
                  </a:lnTo>
                  <a:lnTo>
                    <a:pt x="345164" y="61775"/>
                  </a:lnTo>
                  <a:lnTo>
                    <a:pt x="345802" y="61376"/>
                  </a:lnTo>
                  <a:lnTo>
                    <a:pt x="346876" y="61301"/>
                  </a:lnTo>
                  <a:lnTo>
                    <a:pt x="347667" y="61301"/>
                  </a:lnTo>
                  <a:lnTo>
                    <a:pt x="349787" y="62121"/>
                  </a:lnTo>
                  <a:lnTo>
                    <a:pt x="351077" y="62799"/>
                  </a:lnTo>
                  <a:lnTo>
                    <a:pt x="352420" y="63763"/>
                  </a:lnTo>
                  <a:lnTo>
                    <a:pt x="353227" y="64368"/>
                  </a:lnTo>
                  <a:lnTo>
                    <a:pt x="353769" y="65732"/>
                  </a:lnTo>
                  <a:lnTo>
                    <a:pt x="354686" y="66738"/>
                  </a:lnTo>
                  <a:lnTo>
                    <a:pt x="355412" y="67912"/>
                  </a:lnTo>
                  <a:lnTo>
                    <a:pt x="355587" y="69071"/>
                  </a:lnTo>
                  <a:lnTo>
                    <a:pt x="356186" y="71153"/>
                  </a:lnTo>
                  <a:lnTo>
                    <a:pt x="356805" y="71837"/>
                  </a:lnTo>
                  <a:lnTo>
                    <a:pt x="357540" y="71837"/>
                  </a:lnTo>
                  <a:lnTo>
                    <a:pt x="358468" y="72122"/>
                  </a:lnTo>
                  <a:lnTo>
                    <a:pt x="359493" y="72350"/>
                  </a:lnTo>
                  <a:lnTo>
                    <a:pt x="361684" y="73899"/>
                  </a:lnTo>
                  <a:lnTo>
                    <a:pt x="362489" y="73946"/>
                  </a:lnTo>
                  <a:lnTo>
                    <a:pt x="363108" y="74316"/>
                  </a:lnTo>
                  <a:lnTo>
                    <a:pt x="363205" y="75029"/>
                  </a:lnTo>
                  <a:lnTo>
                    <a:pt x="362973" y="75855"/>
                  </a:lnTo>
                  <a:lnTo>
                    <a:pt x="363215" y="76650"/>
                  </a:lnTo>
                  <a:lnTo>
                    <a:pt x="363931" y="77661"/>
                  </a:lnTo>
                  <a:lnTo>
                    <a:pt x="364499" y="78650"/>
                  </a:lnTo>
                  <a:lnTo>
                    <a:pt x="365196" y="79848"/>
                  </a:lnTo>
                  <a:lnTo>
                    <a:pt x="365408" y="80531"/>
                  </a:lnTo>
                  <a:lnTo>
                    <a:pt x="365969" y="80760"/>
                  </a:lnTo>
                  <a:lnTo>
                    <a:pt x="366723" y="80418"/>
                  </a:lnTo>
                  <a:lnTo>
                    <a:pt x="367923" y="80677"/>
                  </a:lnTo>
                  <a:lnTo>
                    <a:pt x="371538" y="81358"/>
                  </a:lnTo>
                  <a:lnTo>
                    <a:pt x="372040" y="81443"/>
                  </a:lnTo>
                  <a:lnTo>
                    <a:pt x="372426" y="82156"/>
                  </a:lnTo>
                  <a:lnTo>
                    <a:pt x="372948" y="82099"/>
                  </a:lnTo>
                  <a:lnTo>
                    <a:pt x="373548" y="82071"/>
                  </a:lnTo>
                  <a:lnTo>
                    <a:pt x="374379" y="82156"/>
                  </a:lnTo>
                  <a:lnTo>
                    <a:pt x="374960" y="81501"/>
                  </a:lnTo>
                  <a:lnTo>
                    <a:pt x="375435" y="80926"/>
                  </a:lnTo>
                  <a:lnTo>
                    <a:pt x="376623" y="80215"/>
                  </a:lnTo>
                  <a:lnTo>
                    <a:pt x="377609" y="79249"/>
                  </a:lnTo>
                  <a:lnTo>
                    <a:pt x="378441" y="78393"/>
                  </a:lnTo>
                  <a:lnTo>
                    <a:pt x="379059" y="78279"/>
                  </a:lnTo>
                  <a:lnTo>
                    <a:pt x="379563" y="78678"/>
                  </a:lnTo>
                  <a:lnTo>
                    <a:pt x="379581" y="79419"/>
                  </a:lnTo>
                  <a:lnTo>
                    <a:pt x="378963" y="79961"/>
                  </a:lnTo>
                  <a:lnTo>
                    <a:pt x="378480" y="80617"/>
                  </a:lnTo>
                  <a:lnTo>
                    <a:pt x="378595" y="81272"/>
                  </a:lnTo>
                  <a:lnTo>
                    <a:pt x="379427" y="81330"/>
                  </a:lnTo>
                  <a:lnTo>
                    <a:pt x="380352" y="82316"/>
                  </a:lnTo>
                  <a:lnTo>
                    <a:pt x="381684" y="84629"/>
                  </a:lnTo>
                  <a:lnTo>
                    <a:pt x="382138" y="85114"/>
                  </a:lnTo>
                  <a:lnTo>
                    <a:pt x="382797" y="85570"/>
                  </a:lnTo>
                  <a:lnTo>
                    <a:pt x="383530" y="85776"/>
                  </a:lnTo>
                  <a:lnTo>
                    <a:pt x="384340" y="86106"/>
                  </a:lnTo>
                  <a:lnTo>
                    <a:pt x="384938" y="8706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g922"/>
            <p:cNvSpPr/>
            <p:nvPr/>
          </p:nvSpPr>
          <p:spPr>
            <a:xfrm>
              <a:off x="4410056" y="2446958"/>
              <a:ext cx="1721" cy="1823"/>
            </a:xfrm>
            <a:custGeom>
              <a:avLst/>
              <a:pathLst>
                <a:path w="1721" h="1823">
                  <a:moveTo>
                    <a:pt x="351" y="1699"/>
                  </a:moveTo>
                  <a:lnTo>
                    <a:pt x="0" y="1823"/>
                  </a:lnTo>
                  <a:lnTo>
                    <a:pt x="181" y="1021"/>
                  </a:lnTo>
                  <a:lnTo>
                    <a:pt x="1217" y="0"/>
                  </a:lnTo>
                  <a:lnTo>
                    <a:pt x="1639" y="230"/>
                  </a:lnTo>
                  <a:lnTo>
                    <a:pt x="1721" y="464"/>
                  </a:lnTo>
                  <a:lnTo>
                    <a:pt x="1698" y="676"/>
                  </a:lnTo>
                  <a:lnTo>
                    <a:pt x="1521" y="88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g923"/>
            <p:cNvSpPr/>
            <p:nvPr/>
          </p:nvSpPr>
          <p:spPr>
            <a:xfrm>
              <a:off x="4343288" y="2341947"/>
              <a:ext cx="75534" cy="142054"/>
            </a:xfrm>
            <a:custGeom>
              <a:avLst/>
              <a:pathLst>
                <a:path w="75534" h="142054">
                  <a:moveTo>
                    <a:pt x="75534" y="21124"/>
                  </a:moveTo>
                  <a:lnTo>
                    <a:pt x="74370" y="23581"/>
                  </a:lnTo>
                  <a:lnTo>
                    <a:pt x="72975" y="26526"/>
                  </a:lnTo>
                  <a:lnTo>
                    <a:pt x="70405" y="31949"/>
                  </a:lnTo>
                  <a:lnTo>
                    <a:pt x="68448" y="34802"/>
                  </a:lnTo>
                  <a:lnTo>
                    <a:pt x="66970" y="36959"/>
                  </a:lnTo>
                  <a:lnTo>
                    <a:pt x="66835" y="37347"/>
                  </a:lnTo>
                  <a:lnTo>
                    <a:pt x="66840" y="39750"/>
                  </a:lnTo>
                  <a:lnTo>
                    <a:pt x="66856" y="45628"/>
                  </a:lnTo>
                  <a:lnTo>
                    <a:pt x="66888" y="57383"/>
                  </a:lnTo>
                  <a:lnTo>
                    <a:pt x="66918" y="69138"/>
                  </a:lnTo>
                  <a:lnTo>
                    <a:pt x="66949" y="80892"/>
                  </a:lnTo>
                  <a:lnTo>
                    <a:pt x="66965" y="86769"/>
                  </a:lnTo>
                  <a:lnTo>
                    <a:pt x="66970" y="88744"/>
                  </a:lnTo>
                  <a:lnTo>
                    <a:pt x="68267" y="91215"/>
                  </a:lnTo>
                  <a:lnTo>
                    <a:pt x="69535" y="93629"/>
                  </a:lnTo>
                  <a:lnTo>
                    <a:pt x="71211" y="96823"/>
                  </a:lnTo>
                  <a:lnTo>
                    <a:pt x="72109" y="98535"/>
                  </a:lnTo>
                  <a:lnTo>
                    <a:pt x="72257" y="99106"/>
                  </a:lnTo>
                  <a:lnTo>
                    <a:pt x="72211" y="100251"/>
                  </a:lnTo>
                  <a:lnTo>
                    <a:pt x="70832" y="102646"/>
                  </a:lnTo>
                  <a:lnTo>
                    <a:pt x="69702" y="103734"/>
                  </a:lnTo>
                  <a:lnTo>
                    <a:pt x="68182" y="104254"/>
                  </a:lnTo>
                  <a:lnTo>
                    <a:pt x="67726" y="104155"/>
                  </a:lnTo>
                  <a:lnTo>
                    <a:pt x="67129" y="103812"/>
                  </a:lnTo>
                  <a:lnTo>
                    <a:pt x="66894" y="104387"/>
                  </a:lnTo>
                  <a:lnTo>
                    <a:pt x="66718" y="105281"/>
                  </a:lnTo>
                  <a:lnTo>
                    <a:pt x="66382" y="105093"/>
                  </a:lnTo>
                  <a:lnTo>
                    <a:pt x="66128" y="104829"/>
                  </a:lnTo>
                  <a:lnTo>
                    <a:pt x="66281" y="106419"/>
                  </a:lnTo>
                  <a:lnTo>
                    <a:pt x="66437" y="107203"/>
                  </a:lnTo>
                  <a:lnTo>
                    <a:pt x="66208" y="108266"/>
                  </a:lnTo>
                  <a:lnTo>
                    <a:pt x="65469" y="109192"/>
                  </a:lnTo>
                  <a:lnTo>
                    <a:pt x="65404" y="109974"/>
                  </a:lnTo>
                  <a:lnTo>
                    <a:pt x="63804" y="112025"/>
                  </a:lnTo>
                  <a:lnTo>
                    <a:pt x="61537" y="112251"/>
                  </a:lnTo>
                  <a:lnTo>
                    <a:pt x="60345" y="113269"/>
                  </a:lnTo>
                  <a:lnTo>
                    <a:pt x="59815" y="114102"/>
                  </a:lnTo>
                  <a:lnTo>
                    <a:pt x="59411" y="115925"/>
                  </a:lnTo>
                  <a:lnTo>
                    <a:pt x="59553" y="118717"/>
                  </a:lnTo>
                  <a:lnTo>
                    <a:pt x="58923" y="120867"/>
                  </a:lnTo>
                  <a:lnTo>
                    <a:pt x="58802" y="121944"/>
                  </a:lnTo>
                  <a:lnTo>
                    <a:pt x="57632" y="123340"/>
                  </a:lnTo>
                  <a:lnTo>
                    <a:pt x="57113" y="124621"/>
                  </a:lnTo>
                  <a:lnTo>
                    <a:pt x="56729" y="125923"/>
                  </a:lnTo>
                  <a:lnTo>
                    <a:pt x="56395" y="126493"/>
                  </a:lnTo>
                  <a:lnTo>
                    <a:pt x="55999" y="129412"/>
                  </a:lnTo>
                  <a:lnTo>
                    <a:pt x="55453" y="131184"/>
                  </a:lnTo>
                  <a:lnTo>
                    <a:pt x="55305" y="131772"/>
                  </a:lnTo>
                  <a:lnTo>
                    <a:pt x="55171" y="132303"/>
                  </a:lnTo>
                  <a:lnTo>
                    <a:pt x="54748" y="133343"/>
                  </a:lnTo>
                  <a:lnTo>
                    <a:pt x="54475" y="134059"/>
                  </a:lnTo>
                  <a:lnTo>
                    <a:pt x="54277" y="134528"/>
                  </a:lnTo>
                  <a:lnTo>
                    <a:pt x="52894" y="139070"/>
                  </a:lnTo>
                  <a:lnTo>
                    <a:pt x="51816" y="141121"/>
                  </a:lnTo>
                  <a:lnTo>
                    <a:pt x="50970" y="140885"/>
                  </a:lnTo>
                  <a:lnTo>
                    <a:pt x="50408" y="141679"/>
                  </a:lnTo>
                  <a:lnTo>
                    <a:pt x="50348" y="142054"/>
                  </a:lnTo>
                  <a:lnTo>
                    <a:pt x="50048" y="141843"/>
                  </a:lnTo>
                  <a:lnTo>
                    <a:pt x="49342" y="141094"/>
                  </a:lnTo>
                  <a:lnTo>
                    <a:pt x="47889" y="139552"/>
                  </a:lnTo>
                  <a:lnTo>
                    <a:pt x="46437" y="138010"/>
                  </a:lnTo>
                  <a:lnTo>
                    <a:pt x="44984" y="136468"/>
                  </a:lnTo>
                  <a:lnTo>
                    <a:pt x="43532" y="134928"/>
                  </a:lnTo>
                  <a:lnTo>
                    <a:pt x="42080" y="133386"/>
                  </a:lnTo>
                  <a:lnTo>
                    <a:pt x="40627" y="131844"/>
                  </a:lnTo>
                  <a:lnTo>
                    <a:pt x="39175" y="130302"/>
                  </a:lnTo>
                  <a:lnTo>
                    <a:pt x="37723" y="128760"/>
                  </a:lnTo>
                  <a:lnTo>
                    <a:pt x="36871" y="127856"/>
                  </a:lnTo>
                  <a:lnTo>
                    <a:pt x="36494" y="127322"/>
                  </a:lnTo>
                  <a:lnTo>
                    <a:pt x="36198" y="126256"/>
                  </a:lnTo>
                  <a:lnTo>
                    <a:pt x="36055" y="125992"/>
                  </a:lnTo>
                  <a:lnTo>
                    <a:pt x="35668" y="125657"/>
                  </a:lnTo>
                  <a:lnTo>
                    <a:pt x="35213" y="125584"/>
                  </a:lnTo>
                  <a:lnTo>
                    <a:pt x="35082" y="125382"/>
                  </a:lnTo>
                  <a:lnTo>
                    <a:pt x="35087" y="124868"/>
                  </a:lnTo>
                  <a:lnTo>
                    <a:pt x="35245" y="124129"/>
                  </a:lnTo>
                  <a:lnTo>
                    <a:pt x="35779" y="122714"/>
                  </a:lnTo>
                  <a:lnTo>
                    <a:pt x="35837" y="121883"/>
                  </a:lnTo>
                  <a:lnTo>
                    <a:pt x="35732" y="120937"/>
                  </a:lnTo>
                  <a:lnTo>
                    <a:pt x="35564" y="119425"/>
                  </a:lnTo>
                  <a:lnTo>
                    <a:pt x="35419" y="119082"/>
                  </a:lnTo>
                  <a:lnTo>
                    <a:pt x="34458" y="118290"/>
                  </a:lnTo>
                  <a:lnTo>
                    <a:pt x="32441" y="116630"/>
                  </a:lnTo>
                  <a:lnTo>
                    <a:pt x="30424" y="114970"/>
                  </a:lnTo>
                  <a:lnTo>
                    <a:pt x="28407" y="113311"/>
                  </a:lnTo>
                  <a:lnTo>
                    <a:pt x="26390" y="111651"/>
                  </a:lnTo>
                  <a:lnTo>
                    <a:pt x="24374" y="109990"/>
                  </a:lnTo>
                  <a:lnTo>
                    <a:pt x="22356" y="108331"/>
                  </a:lnTo>
                  <a:lnTo>
                    <a:pt x="20340" y="106672"/>
                  </a:lnTo>
                  <a:lnTo>
                    <a:pt x="18324" y="105012"/>
                  </a:lnTo>
                  <a:lnTo>
                    <a:pt x="16307" y="103351"/>
                  </a:lnTo>
                  <a:lnTo>
                    <a:pt x="14290" y="101692"/>
                  </a:lnTo>
                  <a:lnTo>
                    <a:pt x="12275" y="100032"/>
                  </a:lnTo>
                  <a:lnTo>
                    <a:pt x="10258" y="98372"/>
                  </a:lnTo>
                  <a:lnTo>
                    <a:pt x="8241" y="96713"/>
                  </a:lnTo>
                  <a:lnTo>
                    <a:pt x="6224" y="95052"/>
                  </a:lnTo>
                  <a:lnTo>
                    <a:pt x="4207" y="93393"/>
                  </a:lnTo>
                  <a:lnTo>
                    <a:pt x="2191" y="91733"/>
                  </a:lnTo>
                  <a:lnTo>
                    <a:pt x="1433" y="91109"/>
                  </a:lnTo>
                  <a:lnTo>
                    <a:pt x="751" y="90582"/>
                  </a:lnTo>
                  <a:lnTo>
                    <a:pt x="30" y="90582"/>
                  </a:lnTo>
                  <a:lnTo>
                    <a:pt x="0" y="88205"/>
                  </a:lnTo>
                  <a:lnTo>
                    <a:pt x="230" y="82154"/>
                  </a:lnTo>
                  <a:lnTo>
                    <a:pt x="203" y="76842"/>
                  </a:lnTo>
                  <a:lnTo>
                    <a:pt x="408" y="74181"/>
                  </a:lnTo>
                  <a:lnTo>
                    <a:pt x="1298" y="72497"/>
                  </a:lnTo>
                  <a:lnTo>
                    <a:pt x="1708" y="71271"/>
                  </a:lnTo>
                  <a:lnTo>
                    <a:pt x="2003" y="69560"/>
                  </a:lnTo>
                  <a:lnTo>
                    <a:pt x="2468" y="68164"/>
                  </a:lnTo>
                  <a:lnTo>
                    <a:pt x="3524" y="67031"/>
                  </a:lnTo>
                  <a:lnTo>
                    <a:pt x="3714" y="66406"/>
                  </a:lnTo>
                  <a:lnTo>
                    <a:pt x="4832" y="64508"/>
                  </a:lnTo>
                  <a:lnTo>
                    <a:pt x="5503" y="62070"/>
                  </a:lnTo>
                  <a:lnTo>
                    <a:pt x="6009" y="61241"/>
                  </a:lnTo>
                  <a:lnTo>
                    <a:pt x="6641" y="60475"/>
                  </a:lnTo>
                  <a:lnTo>
                    <a:pt x="7087" y="60073"/>
                  </a:lnTo>
                  <a:lnTo>
                    <a:pt x="7821" y="59669"/>
                  </a:lnTo>
                  <a:lnTo>
                    <a:pt x="8397" y="59439"/>
                  </a:lnTo>
                  <a:lnTo>
                    <a:pt x="8501" y="59247"/>
                  </a:lnTo>
                  <a:lnTo>
                    <a:pt x="8550" y="58852"/>
                  </a:lnTo>
                  <a:lnTo>
                    <a:pt x="8359" y="57341"/>
                  </a:lnTo>
                  <a:lnTo>
                    <a:pt x="8605" y="56845"/>
                  </a:lnTo>
                  <a:lnTo>
                    <a:pt x="8996" y="55837"/>
                  </a:lnTo>
                  <a:lnTo>
                    <a:pt x="9445" y="54895"/>
                  </a:lnTo>
                  <a:lnTo>
                    <a:pt x="9850" y="54299"/>
                  </a:lnTo>
                  <a:lnTo>
                    <a:pt x="10077" y="53684"/>
                  </a:lnTo>
                  <a:lnTo>
                    <a:pt x="10184" y="52620"/>
                  </a:lnTo>
                  <a:lnTo>
                    <a:pt x="10200" y="51867"/>
                  </a:lnTo>
                  <a:lnTo>
                    <a:pt x="10194" y="50635"/>
                  </a:lnTo>
                  <a:lnTo>
                    <a:pt x="10066" y="47839"/>
                  </a:lnTo>
                  <a:lnTo>
                    <a:pt x="9592" y="45499"/>
                  </a:lnTo>
                  <a:lnTo>
                    <a:pt x="9300" y="42880"/>
                  </a:lnTo>
                  <a:lnTo>
                    <a:pt x="9515" y="42019"/>
                  </a:lnTo>
                  <a:lnTo>
                    <a:pt x="9141" y="40484"/>
                  </a:lnTo>
                  <a:lnTo>
                    <a:pt x="8956" y="40400"/>
                  </a:lnTo>
                  <a:lnTo>
                    <a:pt x="8651" y="40064"/>
                  </a:lnTo>
                  <a:lnTo>
                    <a:pt x="8263" y="38619"/>
                  </a:lnTo>
                  <a:lnTo>
                    <a:pt x="7970" y="37298"/>
                  </a:lnTo>
                  <a:lnTo>
                    <a:pt x="7788" y="36966"/>
                  </a:lnTo>
                  <a:lnTo>
                    <a:pt x="6520" y="35811"/>
                  </a:lnTo>
                  <a:lnTo>
                    <a:pt x="5889" y="33088"/>
                  </a:lnTo>
                  <a:lnTo>
                    <a:pt x="5183" y="32481"/>
                  </a:lnTo>
                  <a:lnTo>
                    <a:pt x="4798" y="29775"/>
                  </a:lnTo>
                  <a:lnTo>
                    <a:pt x="4724" y="29005"/>
                  </a:lnTo>
                  <a:lnTo>
                    <a:pt x="5125" y="26306"/>
                  </a:lnTo>
                  <a:lnTo>
                    <a:pt x="5087" y="25687"/>
                  </a:lnTo>
                  <a:lnTo>
                    <a:pt x="4662" y="25117"/>
                  </a:lnTo>
                  <a:lnTo>
                    <a:pt x="3472" y="24536"/>
                  </a:lnTo>
                  <a:lnTo>
                    <a:pt x="2507" y="23422"/>
                  </a:lnTo>
                  <a:lnTo>
                    <a:pt x="2632" y="23033"/>
                  </a:lnTo>
                  <a:lnTo>
                    <a:pt x="2703" y="22630"/>
                  </a:lnTo>
                  <a:lnTo>
                    <a:pt x="2195" y="22360"/>
                  </a:lnTo>
                  <a:lnTo>
                    <a:pt x="719" y="17742"/>
                  </a:lnTo>
                  <a:lnTo>
                    <a:pt x="2619" y="14968"/>
                  </a:lnTo>
                  <a:lnTo>
                    <a:pt x="4542" y="12157"/>
                  </a:lnTo>
                  <a:lnTo>
                    <a:pt x="6999" y="8603"/>
                  </a:lnTo>
                  <a:lnTo>
                    <a:pt x="9255" y="5338"/>
                  </a:lnTo>
                  <a:lnTo>
                    <a:pt x="11206" y="2516"/>
                  </a:lnTo>
                  <a:lnTo>
                    <a:pt x="12945" y="0"/>
                  </a:lnTo>
                  <a:lnTo>
                    <a:pt x="12903" y="479"/>
                  </a:lnTo>
                  <a:lnTo>
                    <a:pt x="12910" y="1118"/>
                  </a:lnTo>
                  <a:lnTo>
                    <a:pt x="13127" y="1509"/>
                  </a:lnTo>
                  <a:lnTo>
                    <a:pt x="13484" y="1776"/>
                  </a:lnTo>
                  <a:lnTo>
                    <a:pt x="13982" y="1494"/>
                  </a:lnTo>
                  <a:lnTo>
                    <a:pt x="14418" y="1101"/>
                  </a:lnTo>
                  <a:lnTo>
                    <a:pt x="14840" y="1020"/>
                  </a:lnTo>
                  <a:lnTo>
                    <a:pt x="17455" y="2068"/>
                  </a:lnTo>
                  <a:lnTo>
                    <a:pt x="17894" y="2980"/>
                  </a:lnTo>
                  <a:lnTo>
                    <a:pt x="17866" y="3963"/>
                  </a:lnTo>
                  <a:lnTo>
                    <a:pt x="17978" y="4677"/>
                  </a:lnTo>
                  <a:lnTo>
                    <a:pt x="17779" y="5393"/>
                  </a:lnTo>
                  <a:lnTo>
                    <a:pt x="17560" y="7556"/>
                  </a:lnTo>
                  <a:lnTo>
                    <a:pt x="17626" y="9544"/>
                  </a:lnTo>
                  <a:lnTo>
                    <a:pt x="18406" y="11013"/>
                  </a:lnTo>
                  <a:lnTo>
                    <a:pt x="19109" y="12168"/>
                  </a:lnTo>
                  <a:lnTo>
                    <a:pt x="19666" y="13787"/>
                  </a:lnTo>
                  <a:lnTo>
                    <a:pt x="20075" y="14284"/>
                  </a:lnTo>
                  <a:lnTo>
                    <a:pt x="20642" y="14541"/>
                  </a:lnTo>
                  <a:lnTo>
                    <a:pt x="22439" y="14611"/>
                  </a:lnTo>
                  <a:lnTo>
                    <a:pt x="25099" y="14715"/>
                  </a:lnTo>
                  <a:lnTo>
                    <a:pt x="27659" y="14814"/>
                  </a:lnTo>
                  <a:lnTo>
                    <a:pt x="27892" y="14853"/>
                  </a:lnTo>
                  <a:lnTo>
                    <a:pt x="28435" y="15075"/>
                  </a:lnTo>
                  <a:lnTo>
                    <a:pt x="30791" y="17263"/>
                  </a:lnTo>
                  <a:lnTo>
                    <a:pt x="32947" y="19268"/>
                  </a:lnTo>
                  <a:lnTo>
                    <a:pt x="34773" y="21010"/>
                  </a:lnTo>
                  <a:lnTo>
                    <a:pt x="36546" y="22702"/>
                  </a:lnTo>
                  <a:lnTo>
                    <a:pt x="38268" y="24346"/>
                  </a:lnTo>
                  <a:lnTo>
                    <a:pt x="39604" y="25712"/>
                  </a:lnTo>
                  <a:lnTo>
                    <a:pt x="40920" y="26128"/>
                  </a:lnTo>
                  <a:lnTo>
                    <a:pt x="43061" y="26325"/>
                  </a:lnTo>
                  <a:lnTo>
                    <a:pt x="44541" y="26391"/>
                  </a:lnTo>
                  <a:lnTo>
                    <a:pt x="45910" y="26965"/>
                  </a:lnTo>
                  <a:lnTo>
                    <a:pt x="47945" y="27500"/>
                  </a:lnTo>
                  <a:lnTo>
                    <a:pt x="49464" y="27775"/>
                  </a:lnTo>
                  <a:lnTo>
                    <a:pt x="50383" y="28084"/>
                  </a:lnTo>
                  <a:lnTo>
                    <a:pt x="52927" y="28400"/>
                  </a:lnTo>
                  <a:lnTo>
                    <a:pt x="53348" y="28217"/>
                  </a:lnTo>
                  <a:lnTo>
                    <a:pt x="54470" y="26702"/>
                  </a:lnTo>
                  <a:lnTo>
                    <a:pt x="55727" y="24241"/>
                  </a:lnTo>
                  <a:lnTo>
                    <a:pt x="56217" y="22885"/>
                  </a:lnTo>
                  <a:lnTo>
                    <a:pt x="57844" y="21540"/>
                  </a:lnTo>
                  <a:lnTo>
                    <a:pt x="60700" y="19660"/>
                  </a:lnTo>
                  <a:lnTo>
                    <a:pt x="62712" y="18336"/>
                  </a:lnTo>
                  <a:lnTo>
                    <a:pt x="64950" y="17005"/>
                  </a:lnTo>
                  <a:lnTo>
                    <a:pt x="65966" y="18159"/>
                  </a:lnTo>
                  <a:lnTo>
                    <a:pt x="67368" y="20012"/>
                  </a:lnTo>
                  <a:lnTo>
                    <a:pt x="67996" y="20926"/>
                  </a:lnTo>
                  <a:lnTo>
                    <a:pt x="68500" y="21330"/>
                  </a:lnTo>
                  <a:lnTo>
                    <a:pt x="69261" y="21601"/>
                  </a:lnTo>
                  <a:lnTo>
                    <a:pt x="70189" y="21608"/>
                  </a:lnTo>
                  <a:lnTo>
                    <a:pt x="70695" y="21564"/>
                  </a:lnTo>
                  <a:lnTo>
                    <a:pt x="71731" y="21326"/>
                  </a:lnTo>
                  <a:lnTo>
                    <a:pt x="74150" y="2110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g924"/>
            <p:cNvSpPr/>
            <p:nvPr/>
          </p:nvSpPr>
          <p:spPr>
            <a:xfrm>
              <a:off x="4677530" y="1815441"/>
              <a:ext cx="104230" cy="56249"/>
            </a:xfrm>
            <a:custGeom>
              <a:avLst/>
              <a:pathLst>
                <a:path w="104230" h="56249">
                  <a:moveTo>
                    <a:pt x="103882" y="14650"/>
                  </a:moveTo>
                  <a:lnTo>
                    <a:pt x="104069" y="15489"/>
                  </a:lnTo>
                  <a:lnTo>
                    <a:pt x="104230" y="16466"/>
                  </a:lnTo>
                  <a:lnTo>
                    <a:pt x="104126" y="16694"/>
                  </a:lnTo>
                  <a:lnTo>
                    <a:pt x="103946" y="16848"/>
                  </a:lnTo>
                  <a:lnTo>
                    <a:pt x="101046" y="17091"/>
                  </a:lnTo>
                  <a:lnTo>
                    <a:pt x="100391" y="17359"/>
                  </a:lnTo>
                  <a:lnTo>
                    <a:pt x="99688" y="18711"/>
                  </a:lnTo>
                  <a:lnTo>
                    <a:pt x="97207" y="19797"/>
                  </a:lnTo>
                  <a:lnTo>
                    <a:pt x="95793" y="20354"/>
                  </a:lnTo>
                  <a:lnTo>
                    <a:pt x="95217" y="20329"/>
                  </a:lnTo>
                  <a:lnTo>
                    <a:pt x="93844" y="21218"/>
                  </a:lnTo>
                  <a:lnTo>
                    <a:pt x="90005" y="23436"/>
                  </a:lnTo>
                  <a:lnTo>
                    <a:pt x="88118" y="24838"/>
                  </a:lnTo>
                  <a:lnTo>
                    <a:pt x="87169" y="25424"/>
                  </a:lnTo>
                  <a:lnTo>
                    <a:pt x="86408" y="26065"/>
                  </a:lnTo>
                  <a:lnTo>
                    <a:pt x="86279" y="26712"/>
                  </a:lnTo>
                  <a:lnTo>
                    <a:pt x="86255" y="27322"/>
                  </a:lnTo>
                  <a:lnTo>
                    <a:pt x="84147" y="30193"/>
                  </a:lnTo>
                  <a:lnTo>
                    <a:pt x="82567" y="30541"/>
                  </a:lnTo>
                  <a:lnTo>
                    <a:pt x="81231" y="30472"/>
                  </a:lnTo>
                  <a:lnTo>
                    <a:pt x="80324" y="30909"/>
                  </a:lnTo>
                  <a:lnTo>
                    <a:pt x="79022" y="31349"/>
                  </a:lnTo>
                  <a:lnTo>
                    <a:pt x="76205" y="31048"/>
                  </a:lnTo>
                  <a:lnTo>
                    <a:pt x="75241" y="31098"/>
                  </a:lnTo>
                  <a:lnTo>
                    <a:pt x="73392" y="30702"/>
                  </a:lnTo>
                  <a:lnTo>
                    <a:pt x="72645" y="30911"/>
                  </a:lnTo>
                  <a:lnTo>
                    <a:pt x="71854" y="31495"/>
                  </a:lnTo>
                  <a:lnTo>
                    <a:pt x="70760" y="33785"/>
                  </a:lnTo>
                  <a:lnTo>
                    <a:pt x="70312" y="34322"/>
                  </a:lnTo>
                  <a:lnTo>
                    <a:pt x="70111" y="34843"/>
                  </a:lnTo>
                  <a:lnTo>
                    <a:pt x="69944" y="35957"/>
                  </a:lnTo>
                  <a:lnTo>
                    <a:pt x="69525" y="37136"/>
                  </a:lnTo>
                  <a:lnTo>
                    <a:pt x="68986" y="38065"/>
                  </a:lnTo>
                  <a:lnTo>
                    <a:pt x="68601" y="38926"/>
                  </a:lnTo>
                  <a:lnTo>
                    <a:pt x="67808" y="39759"/>
                  </a:lnTo>
                  <a:lnTo>
                    <a:pt x="67071" y="40283"/>
                  </a:lnTo>
                  <a:lnTo>
                    <a:pt x="66501" y="39188"/>
                  </a:lnTo>
                  <a:lnTo>
                    <a:pt x="66007" y="39500"/>
                  </a:lnTo>
                  <a:lnTo>
                    <a:pt x="65540" y="39945"/>
                  </a:lnTo>
                  <a:lnTo>
                    <a:pt x="64647" y="39790"/>
                  </a:lnTo>
                  <a:lnTo>
                    <a:pt x="64098" y="40015"/>
                  </a:lnTo>
                  <a:lnTo>
                    <a:pt x="62846" y="40967"/>
                  </a:lnTo>
                  <a:lnTo>
                    <a:pt x="61003" y="40931"/>
                  </a:lnTo>
                  <a:lnTo>
                    <a:pt x="60803" y="40604"/>
                  </a:lnTo>
                  <a:lnTo>
                    <a:pt x="60438" y="37990"/>
                  </a:lnTo>
                  <a:lnTo>
                    <a:pt x="60117" y="36753"/>
                  </a:lnTo>
                  <a:lnTo>
                    <a:pt x="59853" y="36476"/>
                  </a:lnTo>
                  <a:lnTo>
                    <a:pt x="59524" y="36443"/>
                  </a:lnTo>
                  <a:lnTo>
                    <a:pt x="56877" y="38497"/>
                  </a:lnTo>
                  <a:lnTo>
                    <a:pt x="55650" y="38862"/>
                  </a:lnTo>
                  <a:lnTo>
                    <a:pt x="54639" y="38926"/>
                  </a:lnTo>
                  <a:lnTo>
                    <a:pt x="53326" y="38313"/>
                  </a:lnTo>
                  <a:lnTo>
                    <a:pt x="53037" y="38464"/>
                  </a:lnTo>
                  <a:lnTo>
                    <a:pt x="52810" y="38797"/>
                  </a:lnTo>
                  <a:lnTo>
                    <a:pt x="52717" y="39219"/>
                  </a:lnTo>
                  <a:lnTo>
                    <a:pt x="53100" y="40384"/>
                  </a:lnTo>
                  <a:lnTo>
                    <a:pt x="52993" y="40614"/>
                  </a:lnTo>
                  <a:lnTo>
                    <a:pt x="52400" y="40595"/>
                  </a:lnTo>
                  <a:lnTo>
                    <a:pt x="51568" y="40864"/>
                  </a:lnTo>
                  <a:lnTo>
                    <a:pt x="50936" y="41400"/>
                  </a:lnTo>
                  <a:lnTo>
                    <a:pt x="49033" y="43282"/>
                  </a:lnTo>
                  <a:lnTo>
                    <a:pt x="47432" y="43912"/>
                  </a:lnTo>
                  <a:lnTo>
                    <a:pt x="45942" y="44159"/>
                  </a:lnTo>
                  <a:lnTo>
                    <a:pt x="45330" y="44368"/>
                  </a:lnTo>
                  <a:lnTo>
                    <a:pt x="45057" y="44595"/>
                  </a:lnTo>
                  <a:lnTo>
                    <a:pt x="44557" y="45491"/>
                  </a:lnTo>
                  <a:lnTo>
                    <a:pt x="44044" y="46899"/>
                  </a:lnTo>
                  <a:lnTo>
                    <a:pt x="43776" y="47586"/>
                  </a:lnTo>
                  <a:lnTo>
                    <a:pt x="43578" y="47983"/>
                  </a:lnTo>
                  <a:lnTo>
                    <a:pt x="43620" y="48504"/>
                  </a:lnTo>
                  <a:lnTo>
                    <a:pt x="44025" y="49177"/>
                  </a:lnTo>
                  <a:lnTo>
                    <a:pt x="44329" y="50684"/>
                  </a:lnTo>
                  <a:lnTo>
                    <a:pt x="44257" y="51075"/>
                  </a:lnTo>
                  <a:lnTo>
                    <a:pt x="43932" y="51705"/>
                  </a:lnTo>
                  <a:lnTo>
                    <a:pt x="43461" y="52324"/>
                  </a:lnTo>
                  <a:lnTo>
                    <a:pt x="42447" y="52696"/>
                  </a:lnTo>
                  <a:lnTo>
                    <a:pt x="41651" y="52883"/>
                  </a:lnTo>
                  <a:lnTo>
                    <a:pt x="41121" y="52761"/>
                  </a:lnTo>
                  <a:lnTo>
                    <a:pt x="40126" y="52719"/>
                  </a:lnTo>
                  <a:lnTo>
                    <a:pt x="39340" y="52969"/>
                  </a:lnTo>
                  <a:lnTo>
                    <a:pt x="38855" y="53392"/>
                  </a:lnTo>
                  <a:lnTo>
                    <a:pt x="37898" y="53919"/>
                  </a:lnTo>
                  <a:lnTo>
                    <a:pt x="36709" y="54096"/>
                  </a:lnTo>
                  <a:lnTo>
                    <a:pt x="35197" y="54163"/>
                  </a:lnTo>
                  <a:lnTo>
                    <a:pt x="34469" y="54117"/>
                  </a:lnTo>
                  <a:lnTo>
                    <a:pt x="32269" y="53760"/>
                  </a:lnTo>
                  <a:lnTo>
                    <a:pt x="31544" y="53883"/>
                  </a:lnTo>
                  <a:lnTo>
                    <a:pt x="30852" y="54159"/>
                  </a:lnTo>
                  <a:lnTo>
                    <a:pt x="29599" y="54445"/>
                  </a:lnTo>
                  <a:lnTo>
                    <a:pt x="28932" y="55326"/>
                  </a:lnTo>
                  <a:lnTo>
                    <a:pt x="28578" y="56136"/>
                  </a:lnTo>
                  <a:lnTo>
                    <a:pt x="28390" y="56249"/>
                  </a:lnTo>
                  <a:lnTo>
                    <a:pt x="27609" y="55507"/>
                  </a:lnTo>
                  <a:lnTo>
                    <a:pt x="27011" y="54811"/>
                  </a:lnTo>
                  <a:lnTo>
                    <a:pt x="26619" y="54232"/>
                  </a:lnTo>
                  <a:lnTo>
                    <a:pt x="26129" y="54249"/>
                  </a:lnTo>
                  <a:lnTo>
                    <a:pt x="24379" y="55300"/>
                  </a:lnTo>
                  <a:lnTo>
                    <a:pt x="24120" y="55267"/>
                  </a:lnTo>
                  <a:lnTo>
                    <a:pt x="23619" y="54868"/>
                  </a:lnTo>
                  <a:lnTo>
                    <a:pt x="23711" y="53875"/>
                  </a:lnTo>
                  <a:lnTo>
                    <a:pt x="23681" y="53244"/>
                  </a:lnTo>
                  <a:lnTo>
                    <a:pt x="23118" y="52908"/>
                  </a:lnTo>
                  <a:lnTo>
                    <a:pt x="21922" y="52824"/>
                  </a:lnTo>
                  <a:lnTo>
                    <a:pt x="21515" y="52465"/>
                  </a:lnTo>
                  <a:lnTo>
                    <a:pt x="21539" y="51931"/>
                  </a:lnTo>
                  <a:lnTo>
                    <a:pt x="21648" y="51419"/>
                  </a:lnTo>
                  <a:lnTo>
                    <a:pt x="21513" y="51024"/>
                  </a:lnTo>
                  <a:lnTo>
                    <a:pt x="21203" y="50724"/>
                  </a:lnTo>
                  <a:lnTo>
                    <a:pt x="20579" y="50805"/>
                  </a:lnTo>
                  <a:lnTo>
                    <a:pt x="19862" y="51212"/>
                  </a:lnTo>
                  <a:lnTo>
                    <a:pt x="19335" y="51677"/>
                  </a:lnTo>
                  <a:lnTo>
                    <a:pt x="18672" y="51893"/>
                  </a:lnTo>
                  <a:lnTo>
                    <a:pt x="17871" y="51981"/>
                  </a:lnTo>
                  <a:lnTo>
                    <a:pt x="17369" y="52262"/>
                  </a:lnTo>
                  <a:lnTo>
                    <a:pt x="16800" y="53399"/>
                  </a:lnTo>
                  <a:lnTo>
                    <a:pt x="14855" y="53638"/>
                  </a:lnTo>
                  <a:lnTo>
                    <a:pt x="14229" y="53379"/>
                  </a:lnTo>
                  <a:lnTo>
                    <a:pt x="13713" y="52570"/>
                  </a:lnTo>
                  <a:lnTo>
                    <a:pt x="13043" y="51272"/>
                  </a:lnTo>
                  <a:lnTo>
                    <a:pt x="12666" y="51112"/>
                  </a:lnTo>
                  <a:lnTo>
                    <a:pt x="12034" y="50951"/>
                  </a:lnTo>
                  <a:lnTo>
                    <a:pt x="11002" y="51028"/>
                  </a:lnTo>
                  <a:lnTo>
                    <a:pt x="9609" y="51575"/>
                  </a:lnTo>
                  <a:lnTo>
                    <a:pt x="9273" y="51124"/>
                  </a:lnTo>
                  <a:lnTo>
                    <a:pt x="8912" y="50996"/>
                  </a:lnTo>
                  <a:lnTo>
                    <a:pt x="8587" y="51367"/>
                  </a:lnTo>
                  <a:lnTo>
                    <a:pt x="8255" y="51325"/>
                  </a:lnTo>
                  <a:lnTo>
                    <a:pt x="6876" y="51430"/>
                  </a:lnTo>
                  <a:lnTo>
                    <a:pt x="5136" y="51379"/>
                  </a:lnTo>
                  <a:lnTo>
                    <a:pt x="4142" y="51125"/>
                  </a:lnTo>
                  <a:lnTo>
                    <a:pt x="3497" y="51141"/>
                  </a:lnTo>
                  <a:lnTo>
                    <a:pt x="2215" y="51722"/>
                  </a:lnTo>
                  <a:lnTo>
                    <a:pt x="1536" y="51717"/>
                  </a:lnTo>
                  <a:lnTo>
                    <a:pt x="648" y="51824"/>
                  </a:lnTo>
                  <a:lnTo>
                    <a:pt x="484" y="49856"/>
                  </a:lnTo>
                  <a:lnTo>
                    <a:pt x="0" y="48528"/>
                  </a:lnTo>
                  <a:lnTo>
                    <a:pt x="147" y="47608"/>
                  </a:lnTo>
                  <a:lnTo>
                    <a:pt x="470" y="46343"/>
                  </a:lnTo>
                  <a:lnTo>
                    <a:pt x="739" y="45635"/>
                  </a:lnTo>
                  <a:lnTo>
                    <a:pt x="1289" y="45934"/>
                  </a:lnTo>
                  <a:lnTo>
                    <a:pt x="1918" y="46455"/>
                  </a:lnTo>
                  <a:lnTo>
                    <a:pt x="2338" y="46316"/>
                  </a:lnTo>
                  <a:lnTo>
                    <a:pt x="2448" y="45887"/>
                  </a:lnTo>
                  <a:lnTo>
                    <a:pt x="2288" y="45327"/>
                  </a:lnTo>
                  <a:lnTo>
                    <a:pt x="2267" y="44906"/>
                  </a:lnTo>
                  <a:lnTo>
                    <a:pt x="2502" y="44354"/>
                  </a:lnTo>
                  <a:lnTo>
                    <a:pt x="2849" y="43839"/>
                  </a:lnTo>
                  <a:lnTo>
                    <a:pt x="5072" y="42992"/>
                  </a:lnTo>
                  <a:lnTo>
                    <a:pt x="6979" y="42375"/>
                  </a:lnTo>
                  <a:lnTo>
                    <a:pt x="7969" y="42786"/>
                  </a:lnTo>
                  <a:lnTo>
                    <a:pt x="9889" y="43734"/>
                  </a:lnTo>
                  <a:lnTo>
                    <a:pt x="10878" y="44221"/>
                  </a:lnTo>
                  <a:lnTo>
                    <a:pt x="11563" y="44509"/>
                  </a:lnTo>
                  <a:lnTo>
                    <a:pt x="12166" y="45895"/>
                  </a:lnTo>
                  <a:lnTo>
                    <a:pt x="12561" y="45831"/>
                  </a:lnTo>
                  <a:lnTo>
                    <a:pt x="12962" y="45551"/>
                  </a:lnTo>
                  <a:lnTo>
                    <a:pt x="13198" y="45210"/>
                  </a:lnTo>
                  <a:lnTo>
                    <a:pt x="13389" y="44032"/>
                  </a:lnTo>
                  <a:lnTo>
                    <a:pt x="14280" y="43367"/>
                  </a:lnTo>
                  <a:lnTo>
                    <a:pt x="16246" y="42579"/>
                  </a:lnTo>
                  <a:lnTo>
                    <a:pt x="16384" y="42118"/>
                  </a:lnTo>
                  <a:lnTo>
                    <a:pt x="16356" y="41864"/>
                  </a:lnTo>
                  <a:lnTo>
                    <a:pt x="16665" y="41641"/>
                  </a:lnTo>
                  <a:lnTo>
                    <a:pt x="17648" y="41413"/>
                  </a:lnTo>
                  <a:lnTo>
                    <a:pt x="19636" y="41194"/>
                  </a:lnTo>
                  <a:lnTo>
                    <a:pt x="20313" y="41358"/>
                  </a:lnTo>
                  <a:lnTo>
                    <a:pt x="21081" y="41821"/>
                  </a:lnTo>
                  <a:lnTo>
                    <a:pt x="21677" y="42281"/>
                  </a:lnTo>
                  <a:lnTo>
                    <a:pt x="22245" y="42263"/>
                  </a:lnTo>
                  <a:lnTo>
                    <a:pt x="22713" y="42167"/>
                  </a:lnTo>
                  <a:lnTo>
                    <a:pt x="22911" y="42295"/>
                  </a:lnTo>
                  <a:lnTo>
                    <a:pt x="23062" y="42705"/>
                  </a:lnTo>
                  <a:lnTo>
                    <a:pt x="23305" y="43071"/>
                  </a:lnTo>
                  <a:lnTo>
                    <a:pt x="24064" y="42573"/>
                  </a:lnTo>
                  <a:lnTo>
                    <a:pt x="24752" y="41928"/>
                  </a:lnTo>
                  <a:lnTo>
                    <a:pt x="25294" y="41835"/>
                  </a:lnTo>
                  <a:lnTo>
                    <a:pt x="25795" y="41589"/>
                  </a:lnTo>
                  <a:lnTo>
                    <a:pt x="25941" y="41158"/>
                  </a:lnTo>
                  <a:lnTo>
                    <a:pt x="26334" y="40444"/>
                  </a:lnTo>
                  <a:lnTo>
                    <a:pt x="27456" y="39078"/>
                  </a:lnTo>
                  <a:lnTo>
                    <a:pt x="28039" y="38857"/>
                  </a:lnTo>
                  <a:lnTo>
                    <a:pt x="28417" y="38858"/>
                  </a:lnTo>
                  <a:lnTo>
                    <a:pt x="28435" y="39078"/>
                  </a:lnTo>
                  <a:lnTo>
                    <a:pt x="28618" y="39279"/>
                  </a:lnTo>
                  <a:lnTo>
                    <a:pt x="29599" y="39594"/>
                  </a:lnTo>
                  <a:lnTo>
                    <a:pt x="29897" y="39235"/>
                  </a:lnTo>
                  <a:lnTo>
                    <a:pt x="30055" y="38737"/>
                  </a:lnTo>
                  <a:lnTo>
                    <a:pt x="29712" y="37947"/>
                  </a:lnTo>
                  <a:lnTo>
                    <a:pt x="29706" y="37616"/>
                  </a:lnTo>
                  <a:lnTo>
                    <a:pt x="29834" y="37313"/>
                  </a:lnTo>
                  <a:lnTo>
                    <a:pt x="30018" y="37133"/>
                  </a:lnTo>
                  <a:lnTo>
                    <a:pt x="31583" y="37882"/>
                  </a:lnTo>
                  <a:lnTo>
                    <a:pt x="31930" y="37867"/>
                  </a:lnTo>
                  <a:lnTo>
                    <a:pt x="32644" y="37446"/>
                  </a:lnTo>
                  <a:lnTo>
                    <a:pt x="33299" y="36706"/>
                  </a:lnTo>
                  <a:lnTo>
                    <a:pt x="33535" y="36124"/>
                  </a:lnTo>
                  <a:lnTo>
                    <a:pt x="36743" y="34232"/>
                  </a:lnTo>
                  <a:lnTo>
                    <a:pt x="36971" y="33889"/>
                  </a:lnTo>
                  <a:lnTo>
                    <a:pt x="36925" y="33640"/>
                  </a:lnTo>
                  <a:lnTo>
                    <a:pt x="35581" y="33199"/>
                  </a:lnTo>
                  <a:lnTo>
                    <a:pt x="34975" y="33446"/>
                  </a:lnTo>
                  <a:lnTo>
                    <a:pt x="34413" y="33447"/>
                  </a:lnTo>
                  <a:lnTo>
                    <a:pt x="34076" y="33171"/>
                  </a:lnTo>
                  <a:lnTo>
                    <a:pt x="32442" y="33062"/>
                  </a:lnTo>
                  <a:lnTo>
                    <a:pt x="32084" y="32869"/>
                  </a:lnTo>
                  <a:lnTo>
                    <a:pt x="31001" y="31503"/>
                  </a:lnTo>
                  <a:lnTo>
                    <a:pt x="30257" y="30984"/>
                  </a:lnTo>
                  <a:lnTo>
                    <a:pt x="29659" y="30642"/>
                  </a:lnTo>
                  <a:lnTo>
                    <a:pt x="29005" y="30691"/>
                  </a:lnTo>
                  <a:lnTo>
                    <a:pt x="28230" y="31049"/>
                  </a:lnTo>
                  <a:lnTo>
                    <a:pt x="27987" y="30886"/>
                  </a:lnTo>
                  <a:lnTo>
                    <a:pt x="27924" y="30316"/>
                  </a:lnTo>
                  <a:lnTo>
                    <a:pt x="27926" y="29596"/>
                  </a:lnTo>
                  <a:lnTo>
                    <a:pt x="27768" y="28825"/>
                  </a:lnTo>
                  <a:lnTo>
                    <a:pt x="27307" y="28646"/>
                  </a:lnTo>
                  <a:lnTo>
                    <a:pt x="26711" y="28950"/>
                  </a:lnTo>
                  <a:lnTo>
                    <a:pt x="25822" y="28639"/>
                  </a:lnTo>
                  <a:lnTo>
                    <a:pt x="25066" y="28528"/>
                  </a:lnTo>
                  <a:lnTo>
                    <a:pt x="24871" y="26905"/>
                  </a:lnTo>
                  <a:lnTo>
                    <a:pt x="24566" y="26212"/>
                  </a:lnTo>
                  <a:lnTo>
                    <a:pt x="24251" y="25486"/>
                  </a:lnTo>
                  <a:lnTo>
                    <a:pt x="23922" y="25278"/>
                  </a:lnTo>
                  <a:lnTo>
                    <a:pt x="23383" y="24916"/>
                  </a:lnTo>
                  <a:lnTo>
                    <a:pt x="23350" y="24057"/>
                  </a:lnTo>
                  <a:lnTo>
                    <a:pt x="23236" y="23814"/>
                  </a:lnTo>
                  <a:lnTo>
                    <a:pt x="23044" y="23699"/>
                  </a:lnTo>
                  <a:lnTo>
                    <a:pt x="22785" y="23797"/>
                  </a:lnTo>
                  <a:lnTo>
                    <a:pt x="22451" y="24228"/>
                  </a:lnTo>
                  <a:lnTo>
                    <a:pt x="22616" y="25174"/>
                  </a:lnTo>
                  <a:lnTo>
                    <a:pt x="22489" y="26123"/>
                  </a:lnTo>
                  <a:lnTo>
                    <a:pt x="22293" y="26600"/>
                  </a:lnTo>
                  <a:lnTo>
                    <a:pt x="21915" y="26951"/>
                  </a:lnTo>
                  <a:lnTo>
                    <a:pt x="21484" y="26959"/>
                  </a:lnTo>
                  <a:lnTo>
                    <a:pt x="20736" y="26479"/>
                  </a:lnTo>
                  <a:lnTo>
                    <a:pt x="20617" y="29351"/>
                  </a:lnTo>
                  <a:lnTo>
                    <a:pt x="20472" y="29527"/>
                  </a:lnTo>
                  <a:lnTo>
                    <a:pt x="19581" y="29121"/>
                  </a:lnTo>
                  <a:lnTo>
                    <a:pt x="18867" y="29296"/>
                  </a:lnTo>
                  <a:lnTo>
                    <a:pt x="17801" y="29119"/>
                  </a:lnTo>
                  <a:lnTo>
                    <a:pt x="16999" y="28646"/>
                  </a:lnTo>
                  <a:lnTo>
                    <a:pt x="16400" y="28514"/>
                  </a:lnTo>
                  <a:lnTo>
                    <a:pt x="15433" y="28111"/>
                  </a:lnTo>
                  <a:lnTo>
                    <a:pt x="14695" y="27587"/>
                  </a:lnTo>
                  <a:lnTo>
                    <a:pt x="14241" y="25661"/>
                  </a:lnTo>
                  <a:lnTo>
                    <a:pt x="13810" y="24974"/>
                  </a:lnTo>
                  <a:lnTo>
                    <a:pt x="13404" y="24827"/>
                  </a:lnTo>
                  <a:lnTo>
                    <a:pt x="11752" y="25492"/>
                  </a:lnTo>
                  <a:lnTo>
                    <a:pt x="11151" y="24978"/>
                  </a:lnTo>
                  <a:lnTo>
                    <a:pt x="10037" y="24318"/>
                  </a:lnTo>
                  <a:lnTo>
                    <a:pt x="9193" y="24072"/>
                  </a:lnTo>
                  <a:lnTo>
                    <a:pt x="8967" y="23716"/>
                  </a:lnTo>
                  <a:lnTo>
                    <a:pt x="9005" y="23278"/>
                  </a:lnTo>
                  <a:lnTo>
                    <a:pt x="11597" y="21135"/>
                  </a:lnTo>
                  <a:lnTo>
                    <a:pt x="12618" y="19660"/>
                  </a:lnTo>
                  <a:lnTo>
                    <a:pt x="13261" y="19037"/>
                  </a:lnTo>
                  <a:lnTo>
                    <a:pt x="14178" y="18622"/>
                  </a:lnTo>
                  <a:lnTo>
                    <a:pt x="14893" y="18379"/>
                  </a:lnTo>
                  <a:lnTo>
                    <a:pt x="15258" y="17026"/>
                  </a:lnTo>
                  <a:lnTo>
                    <a:pt x="15397" y="16870"/>
                  </a:lnTo>
                  <a:lnTo>
                    <a:pt x="15905" y="16770"/>
                  </a:lnTo>
                  <a:lnTo>
                    <a:pt x="17058" y="16215"/>
                  </a:lnTo>
                  <a:lnTo>
                    <a:pt x="18916" y="15028"/>
                  </a:lnTo>
                  <a:lnTo>
                    <a:pt x="18952" y="14702"/>
                  </a:lnTo>
                  <a:lnTo>
                    <a:pt x="18766" y="14421"/>
                  </a:lnTo>
                  <a:lnTo>
                    <a:pt x="17983" y="13813"/>
                  </a:lnTo>
                  <a:lnTo>
                    <a:pt x="17095" y="13330"/>
                  </a:lnTo>
                  <a:lnTo>
                    <a:pt x="16555" y="13582"/>
                  </a:lnTo>
                  <a:lnTo>
                    <a:pt x="16250" y="13832"/>
                  </a:lnTo>
                  <a:lnTo>
                    <a:pt x="15740" y="13204"/>
                  </a:lnTo>
                  <a:lnTo>
                    <a:pt x="15740" y="12558"/>
                  </a:lnTo>
                  <a:lnTo>
                    <a:pt x="16303" y="11451"/>
                  </a:lnTo>
                  <a:lnTo>
                    <a:pt x="16772" y="10897"/>
                  </a:lnTo>
                  <a:lnTo>
                    <a:pt x="16969" y="9832"/>
                  </a:lnTo>
                  <a:lnTo>
                    <a:pt x="17639" y="9119"/>
                  </a:lnTo>
                  <a:lnTo>
                    <a:pt x="18337" y="7991"/>
                  </a:lnTo>
                  <a:lnTo>
                    <a:pt x="19182" y="7069"/>
                  </a:lnTo>
                  <a:lnTo>
                    <a:pt x="20747" y="6377"/>
                  </a:lnTo>
                  <a:lnTo>
                    <a:pt x="21619" y="6603"/>
                  </a:lnTo>
                  <a:lnTo>
                    <a:pt x="22438" y="6439"/>
                  </a:lnTo>
                  <a:lnTo>
                    <a:pt x="23705" y="5878"/>
                  </a:lnTo>
                  <a:lnTo>
                    <a:pt x="23949" y="5842"/>
                  </a:lnTo>
                  <a:lnTo>
                    <a:pt x="24481" y="5833"/>
                  </a:lnTo>
                  <a:lnTo>
                    <a:pt x="27745" y="6690"/>
                  </a:lnTo>
                  <a:lnTo>
                    <a:pt x="28824" y="6732"/>
                  </a:lnTo>
                  <a:lnTo>
                    <a:pt x="31353" y="7847"/>
                  </a:lnTo>
                  <a:lnTo>
                    <a:pt x="32516" y="8089"/>
                  </a:lnTo>
                  <a:lnTo>
                    <a:pt x="33338" y="8403"/>
                  </a:lnTo>
                  <a:lnTo>
                    <a:pt x="33711" y="8883"/>
                  </a:lnTo>
                  <a:lnTo>
                    <a:pt x="34304" y="9474"/>
                  </a:lnTo>
                  <a:lnTo>
                    <a:pt x="37481" y="9952"/>
                  </a:lnTo>
                  <a:lnTo>
                    <a:pt x="38352" y="10269"/>
                  </a:lnTo>
                  <a:lnTo>
                    <a:pt x="38665" y="10787"/>
                  </a:lnTo>
                  <a:lnTo>
                    <a:pt x="39569" y="11445"/>
                  </a:lnTo>
                  <a:lnTo>
                    <a:pt x="40339" y="11595"/>
                  </a:lnTo>
                  <a:lnTo>
                    <a:pt x="39666" y="9022"/>
                  </a:lnTo>
                  <a:lnTo>
                    <a:pt x="39934" y="7494"/>
                  </a:lnTo>
                  <a:lnTo>
                    <a:pt x="40938" y="3313"/>
                  </a:lnTo>
                  <a:lnTo>
                    <a:pt x="41465" y="2684"/>
                  </a:lnTo>
                  <a:lnTo>
                    <a:pt x="42473" y="2126"/>
                  </a:lnTo>
                  <a:lnTo>
                    <a:pt x="44058" y="1503"/>
                  </a:lnTo>
                  <a:lnTo>
                    <a:pt x="44656" y="632"/>
                  </a:lnTo>
                  <a:lnTo>
                    <a:pt x="45952" y="721"/>
                  </a:lnTo>
                  <a:lnTo>
                    <a:pt x="46516" y="645"/>
                  </a:lnTo>
                  <a:lnTo>
                    <a:pt x="46903" y="489"/>
                  </a:lnTo>
                  <a:lnTo>
                    <a:pt x="47114" y="0"/>
                  </a:lnTo>
                  <a:lnTo>
                    <a:pt x="48579" y="849"/>
                  </a:lnTo>
                  <a:lnTo>
                    <a:pt x="51023" y="2568"/>
                  </a:lnTo>
                  <a:lnTo>
                    <a:pt x="52871" y="3657"/>
                  </a:lnTo>
                  <a:lnTo>
                    <a:pt x="55048" y="4686"/>
                  </a:lnTo>
                  <a:lnTo>
                    <a:pt x="58061" y="5626"/>
                  </a:lnTo>
                  <a:lnTo>
                    <a:pt x="60611" y="5938"/>
                  </a:lnTo>
                  <a:lnTo>
                    <a:pt x="61047" y="5717"/>
                  </a:lnTo>
                  <a:lnTo>
                    <a:pt x="62067" y="4288"/>
                  </a:lnTo>
                  <a:lnTo>
                    <a:pt x="62547" y="4224"/>
                  </a:lnTo>
                  <a:lnTo>
                    <a:pt x="63416" y="4349"/>
                  </a:lnTo>
                  <a:lnTo>
                    <a:pt x="66122" y="4416"/>
                  </a:lnTo>
                  <a:lnTo>
                    <a:pt x="68875" y="4484"/>
                  </a:lnTo>
                  <a:lnTo>
                    <a:pt x="70174" y="4345"/>
                  </a:lnTo>
                  <a:lnTo>
                    <a:pt x="72989" y="3750"/>
                  </a:lnTo>
                  <a:lnTo>
                    <a:pt x="73406" y="3721"/>
                  </a:lnTo>
                  <a:lnTo>
                    <a:pt x="74061" y="3762"/>
                  </a:lnTo>
                  <a:lnTo>
                    <a:pt x="75747" y="4571"/>
                  </a:lnTo>
                  <a:lnTo>
                    <a:pt x="77005" y="4685"/>
                  </a:lnTo>
                  <a:lnTo>
                    <a:pt x="77864" y="4681"/>
                  </a:lnTo>
                  <a:lnTo>
                    <a:pt x="78364" y="4746"/>
                  </a:lnTo>
                  <a:lnTo>
                    <a:pt x="79407" y="4716"/>
                  </a:lnTo>
                  <a:lnTo>
                    <a:pt x="81103" y="4814"/>
                  </a:lnTo>
                  <a:lnTo>
                    <a:pt x="83198" y="5340"/>
                  </a:lnTo>
                  <a:lnTo>
                    <a:pt x="85723" y="5244"/>
                  </a:lnTo>
                  <a:lnTo>
                    <a:pt x="86536" y="5145"/>
                  </a:lnTo>
                  <a:lnTo>
                    <a:pt x="87939" y="5240"/>
                  </a:lnTo>
                  <a:lnTo>
                    <a:pt x="89056" y="5741"/>
                  </a:lnTo>
                  <a:lnTo>
                    <a:pt x="90468" y="6270"/>
                  </a:lnTo>
                  <a:lnTo>
                    <a:pt x="91354" y="6492"/>
                  </a:lnTo>
                  <a:lnTo>
                    <a:pt x="91948" y="6606"/>
                  </a:lnTo>
                  <a:lnTo>
                    <a:pt x="93006" y="6647"/>
                  </a:lnTo>
                  <a:lnTo>
                    <a:pt x="93638" y="6480"/>
                  </a:lnTo>
                  <a:lnTo>
                    <a:pt x="94000" y="6713"/>
                  </a:lnTo>
                  <a:lnTo>
                    <a:pt x="94361" y="8011"/>
                  </a:lnTo>
                  <a:lnTo>
                    <a:pt x="95236" y="8864"/>
                  </a:lnTo>
                  <a:lnTo>
                    <a:pt x="95919" y="9668"/>
                  </a:lnTo>
                  <a:lnTo>
                    <a:pt x="96491" y="10556"/>
                  </a:lnTo>
                  <a:lnTo>
                    <a:pt x="97077" y="10918"/>
                  </a:lnTo>
                  <a:lnTo>
                    <a:pt x="98102" y="10931"/>
                  </a:lnTo>
                  <a:lnTo>
                    <a:pt x="100041" y="11184"/>
                  </a:lnTo>
                  <a:lnTo>
                    <a:pt x="101154" y="11538"/>
                  </a:lnTo>
                  <a:lnTo>
                    <a:pt x="102575" y="1307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g925"/>
            <p:cNvSpPr/>
            <p:nvPr/>
          </p:nvSpPr>
          <p:spPr>
            <a:xfrm>
              <a:off x="4689391" y="1862273"/>
              <a:ext cx="2070" cy="1338"/>
            </a:xfrm>
            <a:custGeom>
              <a:avLst/>
              <a:pathLst>
                <a:path w="2070" h="1338">
                  <a:moveTo>
                    <a:pt x="2070" y="800"/>
                  </a:moveTo>
                  <a:lnTo>
                    <a:pt x="2038" y="514"/>
                  </a:lnTo>
                  <a:lnTo>
                    <a:pt x="1715" y="380"/>
                  </a:lnTo>
                  <a:lnTo>
                    <a:pt x="797" y="224"/>
                  </a:lnTo>
                  <a:lnTo>
                    <a:pt x="141" y="4"/>
                  </a:lnTo>
                  <a:lnTo>
                    <a:pt x="0" y="0"/>
                  </a:lnTo>
                  <a:lnTo>
                    <a:pt x="60" y="274"/>
                  </a:lnTo>
                  <a:lnTo>
                    <a:pt x="339" y="760"/>
                  </a:lnTo>
                  <a:lnTo>
                    <a:pt x="726" y="1280"/>
                  </a:lnTo>
                  <a:lnTo>
                    <a:pt x="1223" y="133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g926"/>
            <p:cNvSpPr/>
            <p:nvPr/>
          </p:nvSpPr>
          <p:spPr>
            <a:xfrm>
              <a:off x="4700613" y="1860703"/>
              <a:ext cx="1144" cy="1229"/>
            </a:xfrm>
            <a:custGeom>
              <a:avLst/>
              <a:pathLst>
                <a:path w="1144" h="1229">
                  <a:moveTo>
                    <a:pt x="1047" y="628"/>
                  </a:moveTo>
                  <a:lnTo>
                    <a:pt x="1144" y="0"/>
                  </a:lnTo>
                  <a:lnTo>
                    <a:pt x="911" y="28"/>
                  </a:lnTo>
                  <a:lnTo>
                    <a:pt x="639" y="200"/>
                  </a:lnTo>
                  <a:lnTo>
                    <a:pt x="116" y="371"/>
                  </a:lnTo>
                  <a:lnTo>
                    <a:pt x="0" y="686"/>
                  </a:lnTo>
                  <a:lnTo>
                    <a:pt x="349" y="1086"/>
                  </a:lnTo>
                  <a:lnTo>
                    <a:pt x="794" y="122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g927"/>
            <p:cNvSpPr/>
            <p:nvPr/>
          </p:nvSpPr>
          <p:spPr>
            <a:xfrm>
              <a:off x="4693912" y="1858513"/>
              <a:ext cx="2536" cy="3749"/>
            </a:xfrm>
            <a:custGeom>
              <a:avLst/>
              <a:pathLst>
                <a:path w="2536" h="3749">
                  <a:moveTo>
                    <a:pt x="2322" y="3622"/>
                  </a:moveTo>
                  <a:lnTo>
                    <a:pt x="2412" y="3424"/>
                  </a:lnTo>
                  <a:lnTo>
                    <a:pt x="2068" y="2405"/>
                  </a:lnTo>
                  <a:lnTo>
                    <a:pt x="2536" y="1452"/>
                  </a:lnTo>
                  <a:lnTo>
                    <a:pt x="1604" y="1291"/>
                  </a:lnTo>
                  <a:lnTo>
                    <a:pt x="1132" y="1010"/>
                  </a:lnTo>
                  <a:lnTo>
                    <a:pt x="600" y="43"/>
                  </a:lnTo>
                  <a:lnTo>
                    <a:pt x="424" y="0"/>
                  </a:lnTo>
                  <a:lnTo>
                    <a:pt x="147" y="265"/>
                  </a:lnTo>
                  <a:lnTo>
                    <a:pt x="0" y="896"/>
                  </a:lnTo>
                  <a:lnTo>
                    <a:pt x="130" y="1582"/>
                  </a:lnTo>
                  <a:lnTo>
                    <a:pt x="509" y="2043"/>
                  </a:lnTo>
                  <a:lnTo>
                    <a:pt x="796" y="2228"/>
                  </a:lnTo>
                  <a:lnTo>
                    <a:pt x="785" y="2454"/>
                  </a:lnTo>
                  <a:lnTo>
                    <a:pt x="483" y="3587"/>
                  </a:lnTo>
                  <a:lnTo>
                    <a:pt x="980" y="3729"/>
                  </a:lnTo>
                  <a:lnTo>
                    <a:pt x="1850" y="374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g928"/>
            <p:cNvSpPr/>
            <p:nvPr/>
          </p:nvSpPr>
          <p:spPr>
            <a:xfrm>
              <a:off x="4999139" y="2268167"/>
              <a:ext cx="897" cy="1426"/>
            </a:xfrm>
            <a:custGeom>
              <a:avLst/>
              <a:pathLst>
                <a:path w="897" h="1426">
                  <a:moveTo>
                    <a:pt x="897" y="885"/>
                  </a:moveTo>
                  <a:lnTo>
                    <a:pt x="551" y="1426"/>
                  </a:lnTo>
                  <a:lnTo>
                    <a:pt x="0" y="312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g929"/>
            <p:cNvSpPr/>
            <p:nvPr/>
          </p:nvSpPr>
          <p:spPr>
            <a:xfrm>
              <a:off x="4996967" y="2259687"/>
              <a:ext cx="489" cy="1596"/>
            </a:xfrm>
            <a:custGeom>
              <a:avLst/>
              <a:pathLst>
                <a:path w="489" h="1596">
                  <a:moveTo>
                    <a:pt x="489" y="1462"/>
                  </a:moveTo>
                  <a:lnTo>
                    <a:pt x="321" y="1596"/>
                  </a:lnTo>
                  <a:lnTo>
                    <a:pt x="162" y="1592"/>
                  </a:lnTo>
                  <a:lnTo>
                    <a:pt x="0" y="1387"/>
                  </a:lnTo>
                  <a:lnTo>
                    <a:pt x="15" y="583"/>
                  </a:lnTo>
                  <a:lnTo>
                    <a:pt x="133" y="92"/>
                  </a:lnTo>
                  <a:lnTo>
                    <a:pt x="411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g930"/>
            <p:cNvSpPr/>
            <p:nvPr/>
          </p:nvSpPr>
          <p:spPr>
            <a:xfrm>
              <a:off x="4990594" y="2213448"/>
              <a:ext cx="50007" cy="59890"/>
            </a:xfrm>
            <a:custGeom>
              <a:avLst/>
              <a:pathLst>
                <a:path w="50007" h="59890">
                  <a:moveTo>
                    <a:pt x="19930" y="59890"/>
                  </a:moveTo>
                  <a:lnTo>
                    <a:pt x="18379" y="58076"/>
                  </a:lnTo>
                  <a:lnTo>
                    <a:pt x="15301" y="57443"/>
                  </a:lnTo>
                  <a:lnTo>
                    <a:pt x="14967" y="56644"/>
                  </a:lnTo>
                  <a:lnTo>
                    <a:pt x="14671" y="56488"/>
                  </a:lnTo>
                  <a:lnTo>
                    <a:pt x="14388" y="57528"/>
                  </a:lnTo>
                  <a:lnTo>
                    <a:pt x="12698" y="58527"/>
                  </a:lnTo>
                  <a:lnTo>
                    <a:pt x="11990" y="57923"/>
                  </a:lnTo>
                  <a:lnTo>
                    <a:pt x="11471" y="57192"/>
                  </a:lnTo>
                  <a:lnTo>
                    <a:pt x="11548" y="56298"/>
                  </a:lnTo>
                  <a:lnTo>
                    <a:pt x="12037" y="55568"/>
                  </a:lnTo>
                  <a:lnTo>
                    <a:pt x="12877" y="55045"/>
                  </a:lnTo>
                  <a:lnTo>
                    <a:pt x="13265" y="53210"/>
                  </a:lnTo>
                  <a:lnTo>
                    <a:pt x="12626" y="50859"/>
                  </a:lnTo>
                  <a:lnTo>
                    <a:pt x="12065" y="50174"/>
                  </a:lnTo>
                  <a:lnTo>
                    <a:pt x="11473" y="49632"/>
                  </a:lnTo>
                  <a:lnTo>
                    <a:pt x="10851" y="50506"/>
                  </a:lnTo>
                  <a:lnTo>
                    <a:pt x="10327" y="52002"/>
                  </a:lnTo>
                  <a:lnTo>
                    <a:pt x="9781" y="52771"/>
                  </a:lnTo>
                  <a:lnTo>
                    <a:pt x="9010" y="52943"/>
                  </a:lnTo>
                  <a:lnTo>
                    <a:pt x="7881" y="52881"/>
                  </a:lnTo>
                  <a:lnTo>
                    <a:pt x="7443" y="50648"/>
                  </a:lnTo>
                  <a:lnTo>
                    <a:pt x="7297" y="48733"/>
                  </a:lnTo>
                  <a:lnTo>
                    <a:pt x="7452" y="46548"/>
                  </a:lnTo>
                  <a:lnTo>
                    <a:pt x="7623" y="45252"/>
                  </a:lnTo>
                  <a:lnTo>
                    <a:pt x="6535" y="43467"/>
                  </a:lnTo>
                  <a:lnTo>
                    <a:pt x="6475" y="41766"/>
                  </a:lnTo>
                  <a:lnTo>
                    <a:pt x="5949" y="40889"/>
                  </a:lnTo>
                  <a:lnTo>
                    <a:pt x="5795" y="41332"/>
                  </a:lnTo>
                  <a:lnTo>
                    <a:pt x="5810" y="41821"/>
                  </a:lnTo>
                  <a:lnTo>
                    <a:pt x="5660" y="41467"/>
                  </a:lnTo>
                  <a:lnTo>
                    <a:pt x="3944" y="36477"/>
                  </a:lnTo>
                  <a:lnTo>
                    <a:pt x="3656" y="34164"/>
                  </a:lnTo>
                  <a:lnTo>
                    <a:pt x="3951" y="32382"/>
                  </a:lnTo>
                  <a:lnTo>
                    <a:pt x="4124" y="31784"/>
                  </a:lnTo>
                  <a:lnTo>
                    <a:pt x="3629" y="30846"/>
                  </a:lnTo>
                  <a:lnTo>
                    <a:pt x="2932" y="29780"/>
                  </a:lnTo>
                  <a:lnTo>
                    <a:pt x="1701" y="28385"/>
                  </a:lnTo>
                  <a:lnTo>
                    <a:pt x="1617" y="26176"/>
                  </a:lnTo>
                  <a:lnTo>
                    <a:pt x="1343" y="23572"/>
                  </a:lnTo>
                  <a:lnTo>
                    <a:pt x="973" y="22694"/>
                  </a:lnTo>
                  <a:lnTo>
                    <a:pt x="409" y="21090"/>
                  </a:lnTo>
                  <a:lnTo>
                    <a:pt x="104" y="19761"/>
                  </a:lnTo>
                  <a:lnTo>
                    <a:pt x="0" y="16250"/>
                  </a:lnTo>
                  <a:lnTo>
                    <a:pt x="157" y="15967"/>
                  </a:lnTo>
                  <a:lnTo>
                    <a:pt x="1029" y="15865"/>
                  </a:lnTo>
                  <a:lnTo>
                    <a:pt x="2149" y="15613"/>
                  </a:lnTo>
                  <a:lnTo>
                    <a:pt x="2325" y="15045"/>
                  </a:lnTo>
                  <a:lnTo>
                    <a:pt x="2128" y="14577"/>
                  </a:lnTo>
                  <a:lnTo>
                    <a:pt x="2844" y="13782"/>
                  </a:lnTo>
                  <a:lnTo>
                    <a:pt x="3871" y="12039"/>
                  </a:lnTo>
                  <a:lnTo>
                    <a:pt x="4664" y="10218"/>
                  </a:lnTo>
                  <a:lnTo>
                    <a:pt x="5236" y="9068"/>
                  </a:lnTo>
                  <a:lnTo>
                    <a:pt x="5577" y="7927"/>
                  </a:lnTo>
                  <a:lnTo>
                    <a:pt x="6729" y="6311"/>
                  </a:lnTo>
                  <a:lnTo>
                    <a:pt x="8322" y="5195"/>
                  </a:lnTo>
                  <a:lnTo>
                    <a:pt x="9401" y="4934"/>
                  </a:lnTo>
                  <a:lnTo>
                    <a:pt x="10527" y="4553"/>
                  </a:lnTo>
                  <a:lnTo>
                    <a:pt x="11605" y="4012"/>
                  </a:lnTo>
                  <a:lnTo>
                    <a:pt x="12116" y="3960"/>
                  </a:lnTo>
                  <a:lnTo>
                    <a:pt x="13454" y="4615"/>
                  </a:lnTo>
                  <a:lnTo>
                    <a:pt x="14178" y="4783"/>
                  </a:lnTo>
                  <a:lnTo>
                    <a:pt x="14937" y="4774"/>
                  </a:lnTo>
                  <a:lnTo>
                    <a:pt x="15724" y="4842"/>
                  </a:lnTo>
                  <a:lnTo>
                    <a:pt x="16410" y="4774"/>
                  </a:lnTo>
                  <a:lnTo>
                    <a:pt x="18051" y="4317"/>
                  </a:lnTo>
                  <a:lnTo>
                    <a:pt x="19791" y="4679"/>
                  </a:lnTo>
                  <a:lnTo>
                    <a:pt x="21344" y="4394"/>
                  </a:lnTo>
                  <a:lnTo>
                    <a:pt x="23266" y="3867"/>
                  </a:lnTo>
                  <a:lnTo>
                    <a:pt x="24211" y="4199"/>
                  </a:lnTo>
                  <a:lnTo>
                    <a:pt x="25071" y="4727"/>
                  </a:lnTo>
                  <a:lnTo>
                    <a:pt x="25191" y="5797"/>
                  </a:lnTo>
                  <a:lnTo>
                    <a:pt x="25389" y="6285"/>
                  </a:lnTo>
                  <a:lnTo>
                    <a:pt x="25676" y="6662"/>
                  </a:lnTo>
                  <a:lnTo>
                    <a:pt x="26058" y="6662"/>
                  </a:lnTo>
                  <a:lnTo>
                    <a:pt x="26549" y="5915"/>
                  </a:lnTo>
                  <a:lnTo>
                    <a:pt x="26957" y="5146"/>
                  </a:lnTo>
                  <a:lnTo>
                    <a:pt x="27091" y="5005"/>
                  </a:lnTo>
                  <a:lnTo>
                    <a:pt x="27112" y="5383"/>
                  </a:lnTo>
                  <a:lnTo>
                    <a:pt x="27316" y="6216"/>
                  </a:lnTo>
                  <a:lnTo>
                    <a:pt x="27682" y="7037"/>
                  </a:lnTo>
                  <a:lnTo>
                    <a:pt x="28052" y="7582"/>
                  </a:lnTo>
                  <a:lnTo>
                    <a:pt x="28670" y="8306"/>
                  </a:lnTo>
                  <a:lnTo>
                    <a:pt x="29072" y="8340"/>
                  </a:lnTo>
                  <a:lnTo>
                    <a:pt x="30386" y="7656"/>
                  </a:lnTo>
                  <a:lnTo>
                    <a:pt x="32356" y="8649"/>
                  </a:lnTo>
                  <a:lnTo>
                    <a:pt x="32586" y="9149"/>
                  </a:lnTo>
                  <a:lnTo>
                    <a:pt x="33223" y="10160"/>
                  </a:lnTo>
                  <a:lnTo>
                    <a:pt x="33914" y="10887"/>
                  </a:lnTo>
                  <a:lnTo>
                    <a:pt x="35450" y="10933"/>
                  </a:lnTo>
                  <a:lnTo>
                    <a:pt x="35998" y="9149"/>
                  </a:lnTo>
                  <a:lnTo>
                    <a:pt x="35733" y="8061"/>
                  </a:lnTo>
                  <a:lnTo>
                    <a:pt x="34857" y="6167"/>
                  </a:lnTo>
                  <a:lnTo>
                    <a:pt x="34618" y="5049"/>
                  </a:lnTo>
                  <a:lnTo>
                    <a:pt x="34897" y="4852"/>
                  </a:lnTo>
                  <a:lnTo>
                    <a:pt x="36381" y="4640"/>
                  </a:lnTo>
                  <a:lnTo>
                    <a:pt x="36622" y="4420"/>
                  </a:lnTo>
                  <a:lnTo>
                    <a:pt x="36950" y="3192"/>
                  </a:lnTo>
                  <a:lnTo>
                    <a:pt x="37353" y="3331"/>
                  </a:lnTo>
                  <a:lnTo>
                    <a:pt x="38176" y="3491"/>
                  </a:lnTo>
                  <a:lnTo>
                    <a:pt x="39047" y="2650"/>
                  </a:lnTo>
                  <a:lnTo>
                    <a:pt x="39562" y="1769"/>
                  </a:lnTo>
                  <a:lnTo>
                    <a:pt x="39843" y="2171"/>
                  </a:lnTo>
                  <a:lnTo>
                    <a:pt x="40151" y="2789"/>
                  </a:lnTo>
                  <a:lnTo>
                    <a:pt x="40487" y="3147"/>
                  </a:lnTo>
                  <a:lnTo>
                    <a:pt x="41113" y="3679"/>
                  </a:lnTo>
                  <a:lnTo>
                    <a:pt x="41802" y="4426"/>
                  </a:lnTo>
                  <a:lnTo>
                    <a:pt x="42230" y="5160"/>
                  </a:lnTo>
                  <a:lnTo>
                    <a:pt x="42575" y="5444"/>
                  </a:lnTo>
                  <a:lnTo>
                    <a:pt x="43457" y="5240"/>
                  </a:lnTo>
                  <a:lnTo>
                    <a:pt x="43693" y="5268"/>
                  </a:lnTo>
                  <a:lnTo>
                    <a:pt x="44205" y="4380"/>
                  </a:lnTo>
                  <a:lnTo>
                    <a:pt x="44564" y="3896"/>
                  </a:lnTo>
                  <a:lnTo>
                    <a:pt x="44869" y="4035"/>
                  </a:lnTo>
                  <a:lnTo>
                    <a:pt x="45313" y="4022"/>
                  </a:lnTo>
                  <a:lnTo>
                    <a:pt x="46234" y="2889"/>
                  </a:lnTo>
                  <a:lnTo>
                    <a:pt x="46760" y="1854"/>
                  </a:lnTo>
                  <a:lnTo>
                    <a:pt x="47048" y="1571"/>
                  </a:lnTo>
                  <a:lnTo>
                    <a:pt x="47873" y="2088"/>
                  </a:lnTo>
                  <a:lnTo>
                    <a:pt x="48202" y="1983"/>
                  </a:lnTo>
                  <a:lnTo>
                    <a:pt x="48679" y="559"/>
                  </a:lnTo>
                  <a:lnTo>
                    <a:pt x="49193" y="0"/>
                  </a:lnTo>
                  <a:lnTo>
                    <a:pt x="49343" y="768"/>
                  </a:lnTo>
                  <a:lnTo>
                    <a:pt x="48944" y="2222"/>
                  </a:lnTo>
                  <a:lnTo>
                    <a:pt x="48521" y="3540"/>
                  </a:lnTo>
                  <a:lnTo>
                    <a:pt x="47727" y="4691"/>
                  </a:lnTo>
                  <a:lnTo>
                    <a:pt x="47688" y="5540"/>
                  </a:lnTo>
                  <a:lnTo>
                    <a:pt x="47414" y="8068"/>
                  </a:lnTo>
                  <a:lnTo>
                    <a:pt x="47520" y="8873"/>
                  </a:lnTo>
                  <a:lnTo>
                    <a:pt x="47705" y="9562"/>
                  </a:lnTo>
                  <a:lnTo>
                    <a:pt x="47963" y="9931"/>
                  </a:lnTo>
                  <a:lnTo>
                    <a:pt x="48652" y="12405"/>
                  </a:lnTo>
                  <a:lnTo>
                    <a:pt x="49280" y="14657"/>
                  </a:lnTo>
                  <a:lnTo>
                    <a:pt x="49898" y="16505"/>
                  </a:lnTo>
                  <a:lnTo>
                    <a:pt x="50007" y="17675"/>
                  </a:lnTo>
                  <a:lnTo>
                    <a:pt x="49440" y="20637"/>
                  </a:lnTo>
                  <a:lnTo>
                    <a:pt x="48776" y="23358"/>
                  </a:lnTo>
                  <a:lnTo>
                    <a:pt x="48834" y="24715"/>
                  </a:lnTo>
                  <a:lnTo>
                    <a:pt x="49118" y="26073"/>
                  </a:lnTo>
                  <a:lnTo>
                    <a:pt x="49421" y="27884"/>
                  </a:lnTo>
                  <a:lnTo>
                    <a:pt x="49534" y="30198"/>
                  </a:lnTo>
                  <a:lnTo>
                    <a:pt x="49369" y="31707"/>
                  </a:lnTo>
                  <a:lnTo>
                    <a:pt x="49070" y="32645"/>
                  </a:lnTo>
                  <a:lnTo>
                    <a:pt x="48498" y="33605"/>
                  </a:lnTo>
                  <a:lnTo>
                    <a:pt x="48000" y="34096"/>
                  </a:lnTo>
                  <a:lnTo>
                    <a:pt x="47401" y="33280"/>
                  </a:lnTo>
                  <a:lnTo>
                    <a:pt x="46925" y="33244"/>
                  </a:lnTo>
                  <a:lnTo>
                    <a:pt x="46285" y="33489"/>
                  </a:lnTo>
                  <a:lnTo>
                    <a:pt x="45783" y="33865"/>
                  </a:lnTo>
                  <a:lnTo>
                    <a:pt x="44758" y="35276"/>
                  </a:lnTo>
                  <a:lnTo>
                    <a:pt x="43623" y="36649"/>
                  </a:lnTo>
                  <a:lnTo>
                    <a:pt x="42052" y="37000"/>
                  </a:lnTo>
                  <a:lnTo>
                    <a:pt x="41441" y="38018"/>
                  </a:lnTo>
                  <a:lnTo>
                    <a:pt x="40787" y="38159"/>
                  </a:lnTo>
                  <a:lnTo>
                    <a:pt x="39545" y="38210"/>
                  </a:lnTo>
                  <a:lnTo>
                    <a:pt x="38733" y="38449"/>
                  </a:lnTo>
                  <a:lnTo>
                    <a:pt x="38770" y="38961"/>
                  </a:lnTo>
                  <a:lnTo>
                    <a:pt x="38704" y="41379"/>
                  </a:lnTo>
                  <a:lnTo>
                    <a:pt x="38721" y="41945"/>
                  </a:lnTo>
                  <a:lnTo>
                    <a:pt x="38595" y="42095"/>
                  </a:lnTo>
                  <a:lnTo>
                    <a:pt x="38033" y="42167"/>
                  </a:lnTo>
                  <a:lnTo>
                    <a:pt x="37080" y="41798"/>
                  </a:lnTo>
                  <a:lnTo>
                    <a:pt x="35792" y="41199"/>
                  </a:lnTo>
                  <a:lnTo>
                    <a:pt x="34875" y="41105"/>
                  </a:lnTo>
                  <a:lnTo>
                    <a:pt x="34404" y="42158"/>
                  </a:lnTo>
                  <a:lnTo>
                    <a:pt x="34123" y="42571"/>
                  </a:lnTo>
                  <a:lnTo>
                    <a:pt x="33776" y="42634"/>
                  </a:lnTo>
                  <a:lnTo>
                    <a:pt x="33413" y="42820"/>
                  </a:lnTo>
                  <a:lnTo>
                    <a:pt x="33290" y="43290"/>
                  </a:lnTo>
                  <a:lnTo>
                    <a:pt x="33260" y="43879"/>
                  </a:lnTo>
                  <a:lnTo>
                    <a:pt x="33437" y="44884"/>
                  </a:lnTo>
                  <a:lnTo>
                    <a:pt x="33502" y="46483"/>
                  </a:lnTo>
                  <a:lnTo>
                    <a:pt x="33456" y="47573"/>
                  </a:lnTo>
                  <a:lnTo>
                    <a:pt x="33792" y="48263"/>
                  </a:lnTo>
                  <a:lnTo>
                    <a:pt x="35759" y="50580"/>
                  </a:lnTo>
                  <a:lnTo>
                    <a:pt x="36341" y="51160"/>
                  </a:lnTo>
                  <a:lnTo>
                    <a:pt x="36407" y="51506"/>
                  </a:lnTo>
                  <a:lnTo>
                    <a:pt x="36062" y="52766"/>
                  </a:lnTo>
                  <a:lnTo>
                    <a:pt x="36369" y="54538"/>
                  </a:lnTo>
                  <a:lnTo>
                    <a:pt x="35753" y="54505"/>
                  </a:lnTo>
                  <a:lnTo>
                    <a:pt x="34725" y="53744"/>
                  </a:lnTo>
                  <a:lnTo>
                    <a:pt x="34233" y="53279"/>
                  </a:lnTo>
                  <a:lnTo>
                    <a:pt x="33637" y="53651"/>
                  </a:lnTo>
                  <a:lnTo>
                    <a:pt x="33430" y="53580"/>
                  </a:lnTo>
                  <a:lnTo>
                    <a:pt x="33027" y="52709"/>
                  </a:lnTo>
                  <a:lnTo>
                    <a:pt x="32501" y="51817"/>
                  </a:lnTo>
                  <a:lnTo>
                    <a:pt x="31958" y="51761"/>
                  </a:lnTo>
                  <a:lnTo>
                    <a:pt x="30812" y="52111"/>
                  </a:lnTo>
                  <a:lnTo>
                    <a:pt x="29640" y="52355"/>
                  </a:lnTo>
                  <a:lnTo>
                    <a:pt x="29196" y="52352"/>
                  </a:lnTo>
                  <a:lnTo>
                    <a:pt x="29014" y="52513"/>
                  </a:lnTo>
                  <a:lnTo>
                    <a:pt x="28334" y="53837"/>
                  </a:lnTo>
                  <a:lnTo>
                    <a:pt x="28047" y="53610"/>
                  </a:lnTo>
                  <a:lnTo>
                    <a:pt x="26866" y="53106"/>
                  </a:lnTo>
                  <a:lnTo>
                    <a:pt x="25789" y="52914"/>
                  </a:lnTo>
                  <a:lnTo>
                    <a:pt x="25568" y="53255"/>
                  </a:lnTo>
                  <a:lnTo>
                    <a:pt x="25699" y="54336"/>
                  </a:lnTo>
                  <a:lnTo>
                    <a:pt x="25935" y="55391"/>
                  </a:lnTo>
                  <a:lnTo>
                    <a:pt x="25796" y="55839"/>
                  </a:lnTo>
                  <a:lnTo>
                    <a:pt x="25205" y="56393"/>
                  </a:lnTo>
                  <a:lnTo>
                    <a:pt x="24423" y="57393"/>
                  </a:lnTo>
                  <a:lnTo>
                    <a:pt x="23943" y="58171"/>
                  </a:lnTo>
                  <a:lnTo>
                    <a:pt x="23611" y="58361"/>
                  </a:lnTo>
                  <a:lnTo>
                    <a:pt x="22421" y="58327"/>
                  </a:lnTo>
                  <a:lnTo>
                    <a:pt x="21235" y="58429"/>
                  </a:lnTo>
                  <a:lnTo>
                    <a:pt x="20760" y="59163"/>
                  </a:lnTo>
                  <a:lnTo>
                    <a:pt x="20314" y="5973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g931"/>
            <p:cNvSpPr/>
            <p:nvPr/>
          </p:nvSpPr>
          <p:spPr>
            <a:xfrm>
              <a:off x="2586236" y="2577456"/>
              <a:ext cx="345" cy="894"/>
            </a:xfrm>
            <a:custGeom>
              <a:avLst/>
              <a:pathLst>
                <a:path w="345" h="894">
                  <a:moveTo>
                    <a:pt x="345" y="674"/>
                  </a:moveTo>
                  <a:lnTo>
                    <a:pt x="267" y="894"/>
                  </a:lnTo>
                  <a:lnTo>
                    <a:pt x="117" y="817"/>
                  </a:lnTo>
                  <a:lnTo>
                    <a:pt x="30" y="536"/>
                  </a:lnTo>
                  <a:lnTo>
                    <a:pt x="0" y="231"/>
                  </a:lnTo>
                  <a:lnTo>
                    <a:pt x="154" y="0"/>
                  </a:lnTo>
                  <a:lnTo>
                    <a:pt x="265" y="30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g932"/>
            <p:cNvSpPr/>
            <p:nvPr/>
          </p:nvSpPr>
          <p:spPr>
            <a:xfrm>
              <a:off x="2547363" y="2496793"/>
              <a:ext cx="606" cy="311"/>
            </a:xfrm>
            <a:custGeom>
              <a:avLst/>
              <a:pathLst>
                <a:path w="606" h="311">
                  <a:moveTo>
                    <a:pt x="606" y="239"/>
                  </a:moveTo>
                  <a:lnTo>
                    <a:pt x="386" y="311"/>
                  </a:lnTo>
                  <a:lnTo>
                    <a:pt x="128" y="309"/>
                  </a:lnTo>
                  <a:lnTo>
                    <a:pt x="0" y="126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g933"/>
            <p:cNvSpPr/>
            <p:nvPr/>
          </p:nvSpPr>
          <p:spPr>
            <a:xfrm>
              <a:off x="2371360" y="2483542"/>
              <a:ext cx="233" cy="476"/>
            </a:xfrm>
            <a:custGeom>
              <a:avLst/>
              <a:pathLst>
                <a:path w="233" h="476">
                  <a:moveTo>
                    <a:pt x="174" y="217"/>
                  </a:moveTo>
                  <a:lnTo>
                    <a:pt x="233" y="476"/>
                  </a:lnTo>
                  <a:lnTo>
                    <a:pt x="188" y="3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g934"/>
            <p:cNvSpPr/>
            <p:nvPr/>
          </p:nvSpPr>
          <p:spPr>
            <a:xfrm>
              <a:off x="2393149" y="2481234"/>
              <a:ext cx="373" cy="424"/>
            </a:xfrm>
            <a:custGeom>
              <a:avLst/>
              <a:pathLst>
                <a:path w="373" h="424">
                  <a:moveTo>
                    <a:pt x="189" y="335"/>
                  </a:moveTo>
                  <a:lnTo>
                    <a:pt x="373" y="386"/>
                  </a:lnTo>
                  <a:lnTo>
                    <a:pt x="123" y="424"/>
                  </a:lnTo>
                  <a:lnTo>
                    <a:pt x="0" y="182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g935"/>
            <p:cNvSpPr/>
            <p:nvPr/>
          </p:nvSpPr>
          <p:spPr>
            <a:xfrm>
              <a:off x="2402293" y="2480539"/>
              <a:ext cx="282" cy="217"/>
            </a:xfrm>
            <a:custGeom>
              <a:avLst/>
              <a:pathLst>
                <a:path w="282" h="217">
                  <a:moveTo>
                    <a:pt x="0" y="217"/>
                  </a:moveTo>
                  <a:lnTo>
                    <a:pt x="211" y="0"/>
                  </a:lnTo>
                  <a:lnTo>
                    <a:pt x="282" y="13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g936"/>
            <p:cNvSpPr/>
            <p:nvPr/>
          </p:nvSpPr>
          <p:spPr>
            <a:xfrm>
              <a:off x="2556000" y="2474777"/>
              <a:ext cx="678" cy="764"/>
            </a:xfrm>
            <a:custGeom>
              <a:avLst/>
              <a:pathLst>
                <a:path w="678" h="764">
                  <a:moveTo>
                    <a:pt x="415" y="764"/>
                  </a:moveTo>
                  <a:lnTo>
                    <a:pt x="193" y="558"/>
                  </a:lnTo>
                  <a:lnTo>
                    <a:pt x="0" y="237"/>
                  </a:lnTo>
                  <a:lnTo>
                    <a:pt x="265" y="104"/>
                  </a:lnTo>
                  <a:lnTo>
                    <a:pt x="603" y="0"/>
                  </a:lnTo>
                  <a:lnTo>
                    <a:pt x="678" y="147"/>
                  </a:lnTo>
                  <a:lnTo>
                    <a:pt x="614" y="34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g937"/>
            <p:cNvSpPr/>
            <p:nvPr/>
          </p:nvSpPr>
          <p:spPr>
            <a:xfrm>
              <a:off x="2403854" y="2462076"/>
              <a:ext cx="148" cy="230"/>
            </a:xfrm>
            <a:custGeom>
              <a:avLst/>
              <a:pathLst>
                <a:path w="148" h="230">
                  <a:moveTo>
                    <a:pt x="0" y="230"/>
                  </a:moveTo>
                  <a:lnTo>
                    <a:pt x="47" y="65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g938"/>
            <p:cNvSpPr/>
            <p:nvPr/>
          </p:nvSpPr>
          <p:spPr>
            <a:xfrm>
              <a:off x="2397968" y="2457069"/>
              <a:ext cx="855" cy="1317"/>
            </a:xfrm>
            <a:custGeom>
              <a:avLst/>
              <a:pathLst>
                <a:path w="855" h="1317">
                  <a:moveTo>
                    <a:pt x="201" y="69"/>
                  </a:moveTo>
                  <a:lnTo>
                    <a:pt x="509" y="336"/>
                  </a:lnTo>
                  <a:lnTo>
                    <a:pt x="749" y="694"/>
                  </a:lnTo>
                  <a:lnTo>
                    <a:pt x="855" y="1317"/>
                  </a:lnTo>
                  <a:lnTo>
                    <a:pt x="676" y="1313"/>
                  </a:lnTo>
                  <a:lnTo>
                    <a:pt x="456" y="1157"/>
                  </a:lnTo>
                  <a:lnTo>
                    <a:pt x="194" y="848"/>
                  </a:lnTo>
                  <a:lnTo>
                    <a:pt x="383" y="879"/>
                  </a:lnTo>
                  <a:lnTo>
                    <a:pt x="600" y="1093"/>
                  </a:lnTo>
                  <a:lnTo>
                    <a:pt x="760" y="1189"/>
                  </a:lnTo>
                  <a:lnTo>
                    <a:pt x="748" y="945"/>
                  </a:lnTo>
                  <a:lnTo>
                    <a:pt x="555" y="517"/>
                  </a:lnTo>
                  <a:lnTo>
                    <a:pt x="437" y="370"/>
                  </a:lnTo>
                  <a:lnTo>
                    <a:pt x="291" y="2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g939"/>
            <p:cNvSpPr/>
            <p:nvPr/>
          </p:nvSpPr>
          <p:spPr>
            <a:xfrm>
              <a:off x="5675529" y="2434365"/>
              <a:ext cx="587" cy="1808"/>
            </a:xfrm>
            <a:custGeom>
              <a:avLst/>
              <a:pathLst>
                <a:path w="587" h="1808">
                  <a:moveTo>
                    <a:pt x="533" y="1091"/>
                  </a:moveTo>
                  <a:lnTo>
                    <a:pt x="587" y="1808"/>
                  </a:lnTo>
                  <a:lnTo>
                    <a:pt x="370" y="1712"/>
                  </a:lnTo>
                  <a:lnTo>
                    <a:pt x="299" y="1432"/>
                  </a:lnTo>
                  <a:lnTo>
                    <a:pt x="229" y="709"/>
                  </a:lnTo>
                  <a:lnTo>
                    <a:pt x="0" y="0"/>
                  </a:lnTo>
                  <a:lnTo>
                    <a:pt x="258" y="190"/>
                  </a:lnTo>
                  <a:lnTo>
                    <a:pt x="471" y="74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g940"/>
            <p:cNvSpPr/>
            <p:nvPr/>
          </p:nvSpPr>
          <p:spPr>
            <a:xfrm>
              <a:off x="5626391" y="2430365"/>
              <a:ext cx="305" cy="405"/>
            </a:xfrm>
            <a:custGeom>
              <a:avLst/>
              <a:pathLst>
                <a:path w="305" h="405">
                  <a:moveTo>
                    <a:pt x="177" y="405"/>
                  </a:moveTo>
                  <a:lnTo>
                    <a:pt x="0" y="261"/>
                  </a:lnTo>
                  <a:lnTo>
                    <a:pt x="148" y="0"/>
                  </a:lnTo>
                  <a:lnTo>
                    <a:pt x="305" y="13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g941"/>
            <p:cNvSpPr/>
            <p:nvPr/>
          </p:nvSpPr>
          <p:spPr>
            <a:xfrm>
              <a:off x="5672475" y="2426807"/>
              <a:ext cx="1084" cy="3308"/>
            </a:xfrm>
            <a:custGeom>
              <a:avLst/>
              <a:pathLst>
                <a:path w="1084" h="3308">
                  <a:moveTo>
                    <a:pt x="1084" y="2928"/>
                  </a:moveTo>
                  <a:lnTo>
                    <a:pt x="778" y="3308"/>
                  </a:lnTo>
                  <a:lnTo>
                    <a:pt x="662" y="2962"/>
                  </a:lnTo>
                  <a:lnTo>
                    <a:pt x="810" y="2536"/>
                  </a:lnTo>
                  <a:lnTo>
                    <a:pt x="555" y="770"/>
                  </a:lnTo>
                  <a:lnTo>
                    <a:pt x="130" y="529"/>
                  </a:lnTo>
                  <a:lnTo>
                    <a:pt x="0" y="0"/>
                  </a:lnTo>
                  <a:lnTo>
                    <a:pt x="423" y="484"/>
                  </a:lnTo>
                  <a:lnTo>
                    <a:pt x="764" y="702"/>
                  </a:lnTo>
                  <a:lnTo>
                    <a:pt x="958" y="186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g942"/>
            <p:cNvSpPr/>
            <p:nvPr/>
          </p:nvSpPr>
          <p:spPr>
            <a:xfrm>
              <a:off x="5659002" y="2404255"/>
              <a:ext cx="1103" cy="2645"/>
            </a:xfrm>
            <a:custGeom>
              <a:avLst/>
              <a:pathLst>
                <a:path w="1103" h="2645">
                  <a:moveTo>
                    <a:pt x="595" y="166"/>
                  </a:moveTo>
                  <a:lnTo>
                    <a:pt x="1103" y="720"/>
                  </a:lnTo>
                  <a:lnTo>
                    <a:pt x="1036" y="1099"/>
                  </a:lnTo>
                  <a:lnTo>
                    <a:pt x="865" y="1532"/>
                  </a:lnTo>
                  <a:lnTo>
                    <a:pt x="200" y="2645"/>
                  </a:lnTo>
                  <a:lnTo>
                    <a:pt x="0" y="2543"/>
                  </a:lnTo>
                  <a:lnTo>
                    <a:pt x="649" y="1539"/>
                  </a:lnTo>
                  <a:lnTo>
                    <a:pt x="899" y="870"/>
                  </a:lnTo>
                  <a:lnTo>
                    <a:pt x="526" y="363"/>
                  </a:lnTo>
                  <a:lnTo>
                    <a:pt x="319" y="476"/>
                  </a:lnTo>
                  <a:lnTo>
                    <a:pt x="190" y="0"/>
                  </a:lnTo>
                  <a:lnTo>
                    <a:pt x="319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g943"/>
            <p:cNvSpPr/>
            <p:nvPr/>
          </p:nvSpPr>
          <p:spPr>
            <a:xfrm>
              <a:off x="5659393" y="2399199"/>
              <a:ext cx="1518" cy="685"/>
            </a:xfrm>
            <a:custGeom>
              <a:avLst/>
              <a:pathLst>
                <a:path w="1518" h="685">
                  <a:moveTo>
                    <a:pt x="255" y="634"/>
                  </a:moveTo>
                  <a:lnTo>
                    <a:pt x="0" y="685"/>
                  </a:lnTo>
                  <a:lnTo>
                    <a:pt x="163" y="401"/>
                  </a:lnTo>
                  <a:lnTo>
                    <a:pt x="1343" y="0"/>
                  </a:lnTo>
                  <a:lnTo>
                    <a:pt x="1518" y="172"/>
                  </a:lnTo>
                  <a:lnTo>
                    <a:pt x="1435" y="418"/>
                  </a:lnTo>
                  <a:lnTo>
                    <a:pt x="899" y="424"/>
                  </a:lnTo>
                  <a:lnTo>
                    <a:pt x="476" y="57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g944"/>
            <p:cNvSpPr/>
            <p:nvPr/>
          </p:nvSpPr>
          <p:spPr>
            <a:xfrm>
              <a:off x="5659223" y="2393316"/>
              <a:ext cx="491" cy="1342"/>
            </a:xfrm>
            <a:custGeom>
              <a:avLst/>
              <a:pathLst>
                <a:path w="491" h="1342">
                  <a:moveTo>
                    <a:pt x="341" y="1282"/>
                  </a:moveTo>
                  <a:lnTo>
                    <a:pt x="0" y="1342"/>
                  </a:lnTo>
                  <a:lnTo>
                    <a:pt x="256" y="1141"/>
                  </a:lnTo>
                  <a:lnTo>
                    <a:pt x="327" y="864"/>
                  </a:lnTo>
                  <a:lnTo>
                    <a:pt x="287" y="0"/>
                  </a:lnTo>
                  <a:lnTo>
                    <a:pt x="420" y="68"/>
                  </a:lnTo>
                  <a:lnTo>
                    <a:pt x="467" y="426"/>
                  </a:lnTo>
                  <a:lnTo>
                    <a:pt x="491" y="94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g945"/>
            <p:cNvSpPr/>
            <p:nvPr/>
          </p:nvSpPr>
          <p:spPr>
            <a:xfrm>
              <a:off x="5658650" y="2391442"/>
              <a:ext cx="860" cy="1689"/>
            </a:xfrm>
            <a:custGeom>
              <a:avLst/>
              <a:pathLst>
                <a:path w="860" h="1689">
                  <a:moveTo>
                    <a:pt x="814" y="1366"/>
                  </a:moveTo>
                  <a:lnTo>
                    <a:pt x="860" y="1689"/>
                  </a:lnTo>
                  <a:lnTo>
                    <a:pt x="320" y="813"/>
                  </a:lnTo>
                  <a:lnTo>
                    <a:pt x="0" y="247"/>
                  </a:lnTo>
                  <a:lnTo>
                    <a:pt x="19" y="0"/>
                  </a:lnTo>
                  <a:lnTo>
                    <a:pt x="164" y="155"/>
                  </a:lnTo>
                  <a:lnTo>
                    <a:pt x="344" y="432"/>
                  </a:lnTo>
                  <a:lnTo>
                    <a:pt x="462" y="65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g946"/>
            <p:cNvSpPr/>
            <p:nvPr/>
          </p:nvSpPr>
          <p:spPr>
            <a:xfrm>
              <a:off x="2531743" y="2390248"/>
              <a:ext cx="3814" cy="4150"/>
            </a:xfrm>
            <a:custGeom>
              <a:avLst/>
              <a:pathLst>
                <a:path w="3814" h="4150">
                  <a:moveTo>
                    <a:pt x="2240" y="2423"/>
                  </a:moveTo>
                  <a:lnTo>
                    <a:pt x="3814" y="4037"/>
                  </a:lnTo>
                  <a:lnTo>
                    <a:pt x="3148" y="4150"/>
                  </a:lnTo>
                  <a:lnTo>
                    <a:pt x="1502" y="3371"/>
                  </a:lnTo>
                  <a:lnTo>
                    <a:pt x="0" y="1774"/>
                  </a:lnTo>
                  <a:lnTo>
                    <a:pt x="448" y="1428"/>
                  </a:lnTo>
                  <a:lnTo>
                    <a:pt x="669" y="2002"/>
                  </a:lnTo>
                  <a:lnTo>
                    <a:pt x="1353" y="2538"/>
                  </a:lnTo>
                  <a:lnTo>
                    <a:pt x="1757" y="1417"/>
                  </a:lnTo>
                  <a:lnTo>
                    <a:pt x="2022" y="1160"/>
                  </a:lnTo>
                  <a:lnTo>
                    <a:pt x="820" y="0"/>
                  </a:lnTo>
                  <a:lnTo>
                    <a:pt x="1296" y="59"/>
                  </a:lnTo>
                  <a:lnTo>
                    <a:pt x="2432" y="84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g947"/>
            <p:cNvSpPr/>
            <p:nvPr/>
          </p:nvSpPr>
          <p:spPr>
            <a:xfrm>
              <a:off x="5656926" y="2375677"/>
              <a:ext cx="1292" cy="856"/>
            </a:xfrm>
            <a:custGeom>
              <a:avLst/>
              <a:pathLst>
                <a:path w="1292" h="856">
                  <a:moveTo>
                    <a:pt x="886" y="317"/>
                  </a:moveTo>
                  <a:lnTo>
                    <a:pt x="187" y="856"/>
                  </a:lnTo>
                  <a:lnTo>
                    <a:pt x="0" y="570"/>
                  </a:lnTo>
                  <a:lnTo>
                    <a:pt x="254" y="559"/>
                  </a:lnTo>
                  <a:lnTo>
                    <a:pt x="723" y="40"/>
                  </a:lnTo>
                  <a:lnTo>
                    <a:pt x="1292" y="0"/>
                  </a:lnTo>
                  <a:lnTo>
                    <a:pt x="1227" y="28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g948"/>
            <p:cNvSpPr/>
            <p:nvPr/>
          </p:nvSpPr>
          <p:spPr>
            <a:xfrm>
              <a:off x="5658218" y="2374716"/>
              <a:ext cx="780" cy="655"/>
            </a:xfrm>
            <a:custGeom>
              <a:avLst/>
              <a:pathLst>
                <a:path w="780" h="655">
                  <a:moveTo>
                    <a:pt x="780" y="191"/>
                  </a:moveTo>
                  <a:lnTo>
                    <a:pt x="181" y="655"/>
                  </a:lnTo>
                  <a:lnTo>
                    <a:pt x="0" y="580"/>
                  </a:lnTo>
                  <a:lnTo>
                    <a:pt x="710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g949"/>
            <p:cNvSpPr/>
            <p:nvPr/>
          </p:nvSpPr>
          <p:spPr>
            <a:xfrm>
              <a:off x="2514429" y="2363828"/>
              <a:ext cx="1416" cy="1770"/>
            </a:xfrm>
            <a:custGeom>
              <a:avLst/>
              <a:pathLst>
                <a:path w="1416" h="1770">
                  <a:moveTo>
                    <a:pt x="661" y="0"/>
                  </a:moveTo>
                  <a:lnTo>
                    <a:pt x="1416" y="1176"/>
                  </a:lnTo>
                  <a:lnTo>
                    <a:pt x="1270" y="1770"/>
                  </a:lnTo>
                  <a:lnTo>
                    <a:pt x="726" y="1716"/>
                  </a:lnTo>
                  <a:lnTo>
                    <a:pt x="475" y="1509"/>
                  </a:lnTo>
                  <a:lnTo>
                    <a:pt x="902" y="1407"/>
                  </a:lnTo>
                  <a:lnTo>
                    <a:pt x="972" y="1187"/>
                  </a:lnTo>
                  <a:lnTo>
                    <a:pt x="777" y="841"/>
                  </a:lnTo>
                  <a:lnTo>
                    <a:pt x="518" y="600"/>
                  </a:lnTo>
                  <a:lnTo>
                    <a:pt x="339" y="600"/>
                  </a:lnTo>
                  <a:lnTo>
                    <a:pt x="295" y="1072"/>
                  </a:lnTo>
                  <a:lnTo>
                    <a:pt x="0" y="701"/>
                  </a:lnTo>
                  <a:lnTo>
                    <a:pt x="170" y="334"/>
                  </a:lnTo>
                  <a:lnTo>
                    <a:pt x="378" y="9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g950"/>
            <p:cNvSpPr/>
            <p:nvPr/>
          </p:nvSpPr>
          <p:spPr>
            <a:xfrm>
              <a:off x="3430085" y="2178635"/>
              <a:ext cx="876" cy="1400"/>
            </a:xfrm>
            <a:custGeom>
              <a:avLst/>
              <a:pathLst>
                <a:path w="876" h="1400">
                  <a:moveTo>
                    <a:pt x="876" y="1103"/>
                  </a:moveTo>
                  <a:lnTo>
                    <a:pt x="401" y="1400"/>
                  </a:lnTo>
                  <a:lnTo>
                    <a:pt x="0" y="996"/>
                  </a:lnTo>
                  <a:lnTo>
                    <a:pt x="91" y="26"/>
                  </a:lnTo>
                  <a:lnTo>
                    <a:pt x="474" y="0"/>
                  </a:lnTo>
                  <a:lnTo>
                    <a:pt x="858" y="43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g951"/>
            <p:cNvSpPr/>
            <p:nvPr/>
          </p:nvSpPr>
          <p:spPr>
            <a:xfrm>
              <a:off x="3428046" y="2175823"/>
              <a:ext cx="1985" cy="2485"/>
            </a:xfrm>
            <a:custGeom>
              <a:avLst/>
              <a:pathLst>
                <a:path w="1985" h="2485">
                  <a:moveTo>
                    <a:pt x="1985" y="2267"/>
                  </a:moveTo>
                  <a:lnTo>
                    <a:pt x="1740" y="2485"/>
                  </a:lnTo>
                  <a:lnTo>
                    <a:pt x="1310" y="1625"/>
                  </a:lnTo>
                  <a:lnTo>
                    <a:pt x="614" y="1391"/>
                  </a:lnTo>
                  <a:lnTo>
                    <a:pt x="0" y="774"/>
                  </a:lnTo>
                  <a:lnTo>
                    <a:pt x="10" y="519"/>
                  </a:lnTo>
                  <a:lnTo>
                    <a:pt x="127" y="225"/>
                  </a:lnTo>
                  <a:lnTo>
                    <a:pt x="433" y="0"/>
                  </a:lnTo>
                  <a:lnTo>
                    <a:pt x="1199" y="687"/>
                  </a:lnTo>
                  <a:lnTo>
                    <a:pt x="1558" y="1557"/>
                  </a:lnTo>
                  <a:lnTo>
                    <a:pt x="1891" y="195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g952"/>
            <p:cNvSpPr/>
            <p:nvPr/>
          </p:nvSpPr>
          <p:spPr>
            <a:xfrm>
              <a:off x="5216195" y="1950556"/>
              <a:ext cx="7243" cy="4905"/>
            </a:xfrm>
            <a:custGeom>
              <a:avLst/>
              <a:pathLst>
                <a:path w="7243" h="4905">
                  <a:moveTo>
                    <a:pt x="1526" y="4597"/>
                  </a:moveTo>
                  <a:lnTo>
                    <a:pt x="1101" y="4905"/>
                  </a:lnTo>
                  <a:lnTo>
                    <a:pt x="705" y="4719"/>
                  </a:lnTo>
                  <a:lnTo>
                    <a:pt x="599" y="4574"/>
                  </a:lnTo>
                  <a:lnTo>
                    <a:pt x="123" y="3775"/>
                  </a:lnTo>
                  <a:lnTo>
                    <a:pt x="0" y="3364"/>
                  </a:lnTo>
                  <a:lnTo>
                    <a:pt x="319" y="2582"/>
                  </a:lnTo>
                  <a:lnTo>
                    <a:pt x="1627" y="1294"/>
                  </a:lnTo>
                  <a:lnTo>
                    <a:pt x="5013" y="54"/>
                  </a:lnTo>
                  <a:lnTo>
                    <a:pt x="5622" y="0"/>
                  </a:lnTo>
                  <a:lnTo>
                    <a:pt x="6958" y="531"/>
                  </a:lnTo>
                  <a:lnTo>
                    <a:pt x="7243" y="1525"/>
                  </a:lnTo>
                  <a:lnTo>
                    <a:pt x="6998" y="2382"/>
                  </a:lnTo>
                  <a:lnTo>
                    <a:pt x="6690" y="2957"/>
                  </a:lnTo>
                  <a:lnTo>
                    <a:pt x="5142" y="3926"/>
                  </a:lnTo>
                  <a:lnTo>
                    <a:pt x="3936" y="439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g953"/>
            <p:cNvSpPr/>
            <p:nvPr/>
          </p:nvSpPr>
          <p:spPr>
            <a:xfrm>
              <a:off x="5220741" y="1938803"/>
              <a:ext cx="1171" cy="1387"/>
            </a:xfrm>
            <a:custGeom>
              <a:avLst/>
              <a:pathLst>
                <a:path w="1171" h="1387">
                  <a:moveTo>
                    <a:pt x="1011" y="723"/>
                  </a:moveTo>
                  <a:lnTo>
                    <a:pt x="1171" y="1387"/>
                  </a:lnTo>
                  <a:lnTo>
                    <a:pt x="406" y="1261"/>
                  </a:lnTo>
                  <a:lnTo>
                    <a:pt x="0" y="624"/>
                  </a:lnTo>
                  <a:lnTo>
                    <a:pt x="54" y="77"/>
                  </a:lnTo>
                  <a:lnTo>
                    <a:pt x="509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g954"/>
            <p:cNvSpPr/>
            <p:nvPr/>
          </p:nvSpPr>
          <p:spPr>
            <a:xfrm>
              <a:off x="5215656" y="1936468"/>
              <a:ext cx="2566" cy="2903"/>
            </a:xfrm>
            <a:custGeom>
              <a:avLst/>
              <a:pathLst>
                <a:path w="2566" h="2903">
                  <a:moveTo>
                    <a:pt x="1183" y="2689"/>
                  </a:moveTo>
                  <a:lnTo>
                    <a:pt x="578" y="2903"/>
                  </a:lnTo>
                  <a:lnTo>
                    <a:pt x="238" y="2423"/>
                  </a:lnTo>
                  <a:lnTo>
                    <a:pt x="0" y="2295"/>
                  </a:lnTo>
                  <a:lnTo>
                    <a:pt x="134" y="1665"/>
                  </a:lnTo>
                  <a:lnTo>
                    <a:pt x="1120" y="426"/>
                  </a:lnTo>
                  <a:lnTo>
                    <a:pt x="1313" y="0"/>
                  </a:lnTo>
                  <a:lnTo>
                    <a:pt x="2225" y="256"/>
                  </a:lnTo>
                  <a:lnTo>
                    <a:pt x="2566" y="911"/>
                  </a:lnTo>
                  <a:lnTo>
                    <a:pt x="2146" y="190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g955"/>
            <p:cNvSpPr/>
            <p:nvPr/>
          </p:nvSpPr>
          <p:spPr>
            <a:xfrm>
              <a:off x="5231065" y="1934811"/>
              <a:ext cx="583" cy="1367"/>
            </a:xfrm>
            <a:custGeom>
              <a:avLst/>
              <a:pathLst>
                <a:path w="583" h="1367">
                  <a:moveTo>
                    <a:pt x="583" y="935"/>
                  </a:moveTo>
                  <a:lnTo>
                    <a:pt x="477" y="1367"/>
                  </a:lnTo>
                  <a:lnTo>
                    <a:pt x="0" y="714"/>
                  </a:lnTo>
                  <a:lnTo>
                    <a:pt x="471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g956"/>
            <p:cNvSpPr/>
            <p:nvPr/>
          </p:nvSpPr>
          <p:spPr>
            <a:xfrm>
              <a:off x="5214700" y="1931565"/>
              <a:ext cx="1555" cy="2899"/>
            </a:xfrm>
            <a:custGeom>
              <a:avLst/>
              <a:pathLst>
                <a:path w="1555" h="2899">
                  <a:moveTo>
                    <a:pt x="1555" y="2562"/>
                  </a:moveTo>
                  <a:lnTo>
                    <a:pt x="1431" y="2899"/>
                  </a:lnTo>
                  <a:lnTo>
                    <a:pt x="1019" y="2798"/>
                  </a:lnTo>
                  <a:lnTo>
                    <a:pt x="596" y="1838"/>
                  </a:lnTo>
                  <a:lnTo>
                    <a:pt x="421" y="1078"/>
                  </a:lnTo>
                  <a:lnTo>
                    <a:pt x="0" y="660"/>
                  </a:lnTo>
                  <a:lnTo>
                    <a:pt x="670" y="0"/>
                  </a:lnTo>
                  <a:lnTo>
                    <a:pt x="1523" y="118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g957"/>
            <p:cNvSpPr/>
            <p:nvPr/>
          </p:nvSpPr>
          <p:spPr>
            <a:xfrm>
              <a:off x="5231963" y="1931479"/>
              <a:ext cx="2209" cy="3037"/>
            </a:xfrm>
            <a:custGeom>
              <a:avLst/>
              <a:pathLst>
                <a:path w="2209" h="3037">
                  <a:moveTo>
                    <a:pt x="2209" y="1605"/>
                  </a:moveTo>
                  <a:lnTo>
                    <a:pt x="2104" y="2970"/>
                  </a:lnTo>
                  <a:lnTo>
                    <a:pt x="1435" y="3037"/>
                  </a:lnTo>
                  <a:lnTo>
                    <a:pt x="1036" y="2158"/>
                  </a:lnTo>
                  <a:lnTo>
                    <a:pt x="611" y="2587"/>
                  </a:lnTo>
                  <a:lnTo>
                    <a:pt x="389" y="2594"/>
                  </a:lnTo>
                  <a:lnTo>
                    <a:pt x="57" y="1501"/>
                  </a:lnTo>
                  <a:lnTo>
                    <a:pt x="0" y="648"/>
                  </a:lnTo>
                  <a:lnTo>
                    <a:pt x="787" y="0"/>
                  </a:lnTo>
                  <a:lnTo>
                    <a:pt x="1262" y="390"/>
                  </a:lnTo>
                  <a:lnTo>
                    <a:pt x="1946" y="59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g958"/>
            <p:cNvSpPr/>
            <p:nvPr/>
          </p:nvSpPr>
          <p:spPr>
            <a:xfrm>
              <a:off x="5238179" y="1930188"/>
              <a:ext cx="2381" cy="3859"/>
            </a:xfrm>
            <a:custGeom>
              <a:avLst/>
              <a:pathLst>
                <a:path w="2381" h="3859">
                  <a:moveTo>
                    <a:pt x="2381" y="2999"/>
                  </a:moveTo>
                  <a:lnTo>
                    <a:pt x="1489" y="3859"/>
                  </a:lnTo>
                  <a:lnTo>
                    <a:pt x="286" y="2705"/>
                  </a:lnTo>
                  <a:lnTo>
                    <a:pt x="0" y="2068"/>
                  </a:lnTo>
                  <a:lnTo>
                    <a:pt x="914" y="1133"/>
                  </a:lnTo>
                  <a:lnTo>
                    <a:pt x="1690" y="66"/>
                  </a:lnTo>
                  <a:lnTo>
                    <a:pt x="2200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g959"/>
            <p:cNvSpPr/>
            <p:nvPr/>
          </p:nvSpPr>
          <p:spPr>
            <a:xfrm>
              <a:off x="5217642" y="1907885"/>
              <a:ext cx="936" cy="2575"/>
            </a:xfrm>
            <a:custGeom>
              <a:avLst/>
              <a:pathLst>
                <a:path w="936" h="2575">
                  <a:moveTo>
                    <a:pt x="936" y="1673"/>
                  </a:moveTo>
                  <a:lnTo>
                    <a:pt x="806" y="2575"/>
                  </a:lnTo>
                  <a:lnTo>
                    <a:pt x="179" y="1980"/>
                  </a:lnTo>
                  <a:lnTo>
                    <a:pt x="0" y="0"/>
                  </a:lnTo>
                  <a:lnTo>
                    <a:pt x="643" y="57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g960"/>
            <p:cNvSpPr/>
            <p:nvPr/>
          </p:nvSpPr>
          <p:spPr>
            <a:xfrm>
              <a:off x="5260137" y="1894758"/>
              <a:ext cx="1173" cy="1464"/>
            </a:xfrm>
            <a:custGeom>
              <a:avLst/>
              <a:pathLst>
                <a:path w="1173" h="1464">
                  <a:moveTo>
                    <a:pt x="1000" y="1049"/>
                  </a:moveTo>
                  <a:lnTo>
                    <a:pt x="570" y="1464"/>
                  </a:lnTo>
                  <a:lnTo>
                    <a:pt x="61" y="1049"/>
                  </a:lnTo>
                  <a:lnTo>
                    <a:pt x="0" y="610"/>
                  </a:lnTo>
                  <a:lnTo>
                    <a:pt x="266" y="230"/>
                  </a:lnTo>
                  <a:lnTo>
                    <a:pt x="884" y="0"/>
                  </a:lnTo>
                  <a:lnTo>
                    <a:pt x="1173" y="33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g961"/>
            <p:cNvSpPr/>
            <p:nvPr/>
          </p:nvSpPr>
          <p:spPr>
            <a:xfrm>
              <a:off x="5218123" y="1891007"/>
              <a:ext cx="1432" cy="3040"/>
            </a:xfrm>
            <a:custGeom>
              <a:avLst/>
              <a:pathLst>
                <a:path w="1432" h="3040">
                  <a:moveTo>
                    <a:pt x="1432" y="1197"/>
                  </a:moveTo>
                  <a:lnTo>
                    <a:pt x="1387" y="3040"/>
                  </a:lnTo>
                  <a:lnTo>
                    <a:pt x="865" y="2961"/>
                  </a:lnTo>
                  <a:lnTo>
                    <a:pt x="511" y="2775"/>
                  </a:lnTo>
                  <a:lnTo>
                    <a:pt x="358" y="2416"/>
                  </a:lnTo>
                  <a:lnTo>
                    <a:pt x="0" y="706"/>
                  </a:lnTo>
                  <a:lnTo>
                    <a:pt x="400" y="0"/>
                  </a:lnTo>
                  <a:lnTo>
                    <a:pt x="1175" y="55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g962"/>
            <p:cNvSpPr/>
            <p:nvPr/>
          </p:nvSpPr>
          <p:spPr>
            <a:xfrm>
              <a:off x="5216147" y="1879838"/>
              <a:ext cx="32283" cy="60103"/>
            </a:xfrm>
            <a:custGeom>
              <a:avLst/>
              <a:pathLst>
                <a:path w="32283" h="60103">
                  <a:moveTo>
                    <a:pt x="20946" y="0"/>
                  </a:moveTo>
                  <a:lnTo>
                    <a:pt x="23257" y="6239"/>
                  </a:lnTo>
                  <a:lnTo>
                    <a:pt x="25467" y="10270"/>
                  </a:lnTo>
                  <a:lnTo>
                    <a:pt x="27351" y="13191"/>
                  </a:lnTo>
                  <a:lnTo>
                    <a:pt x="30034" y="18813"/>
                  </a:lnTo>
                  <a:lnTo>
                    <a:pt x="30820" y="21820"/>
                  </a:lnTo>
                  <a:lnTo>
                    <a:pt x="30895" y="23682"/>
                  </a:lnTo>
                  <a:lnTo>
                    <a:pt x="31342" y="26243"/>
                  </a:lnTo>
                  <a:lnTo>
                    <a:pt x="30960" y="27711"/>
                  </a:lnTo>
                  <a:lnTo>
                    <a:pt x="31073" y="30026"/>
                  </a:lnTo>
                  <a:lnTo>
                    <a:pt x="30904" y="31214"/>
                  </a:lnTo>
                  <a:lnTo>
                    <a:pt x="30577" y="32090"/>
                  </a:lnTo>
                  <a:lnTo>
                    <a:pt x="30565" y="33771"/>
                  </a:lnTo>
                  <a:lnTo>
                    <a:pt x="30670" y="34671"/>
                  </a:lnTo>
                  <a:lnTo>
                    <a:pt x="30681" y="35863"/>
                  </a:lnTo>
                  <a:lnTo>
                    <a:pt x="30891" y="36329"/>
                  </a:lnTo>
                  <a:lnTo>
                    <a:pt x="31199" y="36501"/>
                  </a:lnTo>
                  <a:lnTo>
                    <a:pt x="31686" y="36066"/>
                  </a:lnTo>
                  <a:lnTo>
                    <a:pt x="32283" y="35886"/>
                  </a:lnTo>
                  <a:lnTo>
                    <a:pt x="32177" y="37321"/>
                  </a:lnTo>
                  <a:lnTo>
                    <a:pt x="31456" y="40951"/>
                  </a:lnTo>
                  <a:lnTo>
                    <a:pt x="30828" y="43595"/>
                  </a:lnTo>
                  <a:lnTo>
                    <a:pt x="29976" y="45897"/>
                  </a:lnTo>
                  <a:lnTo>
                    <a:pt x="28889" y="48003"/>
                  </a:lnTo>
                  <a:lnTo>
                    <a:pt x="27589" y="48827"/>
                  </a:lnTo>
                  <a:lnTo>
                    <a:pt x="26674" y="49123"/>
                  </a:lnTo>
                  <a:lnTo>
                    <a:pt x="24930" y="49229"/>
                  </a:lnTo>
                  <a:lnTo>
                    <a:pt x="23482" y="48871"/>
                  </a:lnTo>
                  <a:lnTo>
                    <a:pt x="22236" y="49130"/>
                  </a:lnTo>
                  <a:lnTo>
                    <a:pt x="21736" y="49570"/>
                  </a:lnTo>
                  <a:lnTo>
                    <a:pt x="21365" y="50320"/>
                  </a:lnTo>
                  <a:lnTo>
                    <a:pt x="21637" y="51486"/>
                  </a:lnTo>
                  <a:lnTo>
                    <a:pt x="21602" y="52347"/>
                  </a:lnTo>
                  <a:lnTo>
                    <a:pt x="21070" y="52281"/>
                  </a:lnTo>
                  <a:lnTo>
                    <a:pt x="20013" y="51780"/>
                  </a:lnTo>
                  <a:lnTo>
                    <a:pt x="18844" y="51712"/>
                  </a:lnTo>
                  <a:lnTo>
                    <a:pt x="18297" y="51465"/>
                  </a:lnTo>
                  <a:lnTo>
                    <a:pt x="17745" y="50232"/>
                  </a:lnTo>
                  <a:lnTo>
                    <a:pt x="17182" y="50278"/>
                  </a:lnTo>
                  <a:lnTo>
                    <a:pt x="16203" y="51009"/>
                  </a:lnTo>
                  <a:lnTo>
                    <a:pt x="14704" y="51171"/>
                  </a:lnTo>
                  <a:lnTo>
                    <a:pt x="14177" y="51566"/>
                  </a:lnTo>
                  <a:lnTo>
                    <a:pt x="13990" y="52077"/>
                  </a:lnTo>
                  <a:lnTo>
                    <a:pt x="14209" y="52723"/>
                  </a:lnTo>
                  <a:lnTo>
                    <a:pt x="14963" y="53571"/>
                  </a:lnTo>
                  <a:lnTo>
                    <a:pt x="14710" y="54430"/>
                  </a:lnTo>
                  <a:lnTo>
                    <a:pt x="13925" y="54859"/>
                  </a:lnTo>
                  <a:lnTo>
                    <a:pt x="13291" y="53804"/>
                  </a:lnTo>
                  <a:lnTo>
                    <a:pt x="12895" y="52769"/>
                  </a:lnTo>
                  <a:lnTo>
                    <a:pt x="12454" y="52711"/>
                  </a:lnTo>
                  <a:lnTo>
                    <a:pt x="11766" y="53006"/>
                  </a:lnTo>
                  <a:lnTo>
                    <a:pt x="11628" y="54123"/>
                  </a:lnTo>
                  <a:lnTo>
                    <a:pt x="11947" y="54884"/>
                  </a:lnTo>
                  <a:lnTo>
                    <a:pt x="12474" y="55766"/>
                  </a:lnTo>
                  <a:lnTo>
                    <a:pt x="11737" y="56780"/>
                  </a:lnTo>
                  <a:lnTo>
                    <a:pt x="11542" y="57504"/>
                  </a:lnTo>
                  <a:lnTo>
                    <a:pt x="11012" y="58025"/>
                  </a:lnTo>
                  <a:lnTo>
                    <a:pt x="9582" y="56869"/>
                  </a:lnTo>
                  <a:lnTo>
                    <a:pt x="9786" y="56048"/>
                  </a:lnTo>
                  <a:lnTo>
                    <a:pt x="10406" y="55258"/>
                  </a:lnTo>
                  <a:lnTo>
                    <a:pt x="10483" y="54439"/>
                  </a:lnTo>
                  <a:lnTo>
                    <a:pt x="10279" y="53954"/>
                  </a:lnTo>
                  <a:lnTo>
                    <a:pt x="8233" y="56022"/>
                  </a:lnTo>
                  <a:lnTo>
                    <a:pt x="6971" y="58365"/>
                  </a:lnTo>
                  <a:lnTo>
                    <a:pt x="6298" y="58195"/>
                  </a:lnTo>
                  <a:lnTo>
                    <a:pt x="6016" y="57592"/>
                  </a:lnTo>
                  <a:lnTo>
                    <a:pt x="5621" y="57347"/>
                  </a:lnTo>
                  <a:lnTo>
                    <a:pt x="4260" y="58858"/>
                  </a:lnTo>
                  <a:lnTo>
                    <a:pt x="4009" y="60058"/>
                  </a:lnTo>
                  <a:lnTo>
                    <a:pt x="3508" y="60103"/>
                  </a:lnTo>
                  <a:lnTo>
                    <a:pt x="3290" y="59596"/>
                  </a:lnTo>
                  <a:lnTo>
                    <a:pt x="3272" y="58512"/>
                  </a:lnTo>
                  <a:lnTo>
                    <a:pt x="3038" y="57597"/>
                  </a:lnTo>
                  <a:lnTo>
                    <a:pt x="1627" y="56262"/>
                  </a:lnTo>
                  <a:lnTo>
                    <a:pt x="983" y="55096"/>
                  </a:lnTo>
                  <a:lnTo>
                    <a:pt x="1329" y="54445"/>
                  </a:lnTo>
                  <a:lnTo>
                    <a:pt x="2507" y="54799"/>
                  </a:lnTo>
                  <a:lnTo>
                    <a:pt x="3443" y="54752"/>
                  </a:lnTo>
                  <a:lnTo>
                    <a:pt x="3258" y="54199"/>
                  </a:lnTo>
                  <a:lnTo>
                    <a:pt x="2954" y="53937"/>
                  </a:lnTo>
                  <a:lnTo>
                    <a:pt x="3576" y="53626"/>
                  </a:lnTo>
                  <a:lnTo>
                    <a:pt x="4094" y="52988"/>
                  </a:lnTo>
                  <a:lnTo>
                    <a:pt x="3665" y="52815"/>
                  </a:lnTo>
                  <a:lnTo>
                    <a:pt x="3008" y="53184"/>
                  </a:lnTo>
                  <a:lnTo>
                    <a:pt x="2461" y="53002"/>
                  </a:lnTo>
                  <a:lnTo>
                    <a:pt x="2245" y="51476"/>
                  </a:lnTo>
                  <a:lnTo>
                    <a:pt x="1578" y="49909"/>
                  </a:lnTo>
                  <a:lnTo>
                    <a:pt x="1235" y="48389"/>
                  </a:lnTo>
                  <a:lnTo>
                    <a:pt x="1892" y="47514"/>
                  </a:lnTo>
                  <a:lnTo>
                    <a:pt x="2226" y="46153"/>
                  </a:lnTo>
                  <a:lnTo>
                    <a:pt x="2837" y="44184"/>
                  </a:lnTo>
                  <a:lnTo>
                    <a:pt x="3143" y="43547"/>
                  </a:lnTo>
                  <a:lnTo>
                    <a:pt x="3989" y="43084"/>
                  </a:lnTo>
                  <a:lnTo>
                    <a:pt x="4290" y="42575"/>
                  </a:lnTo>
                  <a:lnTo>
                    <a:pt x="3825" y="42313"/>
                  </a:lnTo>
                  <a:lnTo>
                    <a:pt x="3084" y="42082"/>
                  </a:lnTo>
                  <a:lnTo>
                    <a:pt x="3102" y="41513"/>
                  </a:lnTo>
                  <a:lnTo>
                    <a:pt x="3607" y="41203"/>
                  </a:lnTo>
                  <a:lnTo>
                    <a:pt x="4172" y="40577"/>
                  </a:lnTo>
                  <a:lnTo>
                    <a:pt x="5268" y="39815"/>
                  </a:lnTo>
                  <a:lnTo>
                    <a:pt x="5605" y="38377"/>
                  </a:lnTo>
                  <a:lnTo>
                    <a:pt x="5289" y="38015"/>
                  </a:lnTo>
                  <a:lnTo>
                    <a:pt x="4606" y="37673"/>
                  </a:lnTo>
                  <a:lnTo>
                    <a:pt x="4759" y="36946"/>
                  </a:lnTo>
                  <a:lnTo>
                    <a:pt x="5041" y="36393"/>
                  </a:lnTo>
                  <a:lnTo>
                    <a:pt x="4936" y="36062"/>
                  </a:lnTo>
                  <a:lnTo>
                    <a:pt x="4129" y="35126"/>
                  </a:lnTo>
                  <a:lnTo>
                    <a:pt x="3593" y="34273"/>
                  </a:lnTo>
                  <a:lnTo>
                    <a:pt x="3752" y="33301"/>
                  </a:lnTo>
                  <a:lnTo>
                    <a:pt x="3630" y="31832"/>
                  </a:lnTo>
                  <a:lnTo>
                    <a:pt x="3703" y="30598"/>
                  </a:lnTo>
                  <a:lnTo>
                    <a:pt x="3667" y="29929"/>
                  </a:lnTo>
                  <a:lnTo>
                    <a:pt x="3274" y="28422"/>
                  </a:lnTo>
                  <a:lnTo>
                    <a:pt x="3095" y="26914"/>
                  </a:lnTo>
                  <a:lnTo>
                    <a:pt x="2577" y="27134"/>
                  </a:lnTo>
                  <a:lnTo>
                    <a:pt x="2159" y="27508"/>
                  </a:lnTo>
                  <a:lnTo>
                    <a:pt x="663" y="26977"/>
                  </a:lnTo>
                  <a:lnTo>
                    <a:pt x="192" y="26945"/>
                  </a:lnTo>
                  <a:lnTo>
                    <a:pt x="0" y="25824"/>
                  </a:lnTo>
                  <a:lnTo>
                    <a:pt x="535" y="24443"/>
                  </a:lnTo>
                  <a:lnTo>
                    <a:pt x="1807" y="23226"/>
                  </a:lnTo>
                  <a:lnTo>
                    <a:pt x="2537" y="23075"/>
                  </a:lnTo>
                  <a:lnTo>
                    <a:pt x="3088" y="22539"/>
                  </a:lnTo>
                  <a:lnTo>
                    <a:pt x="3946" y="22370"/>
                  </a:lnTo>
                  <a:lnTo>
                    <a:pt x="4977" y="23196"/>
                  </a:lnTo>
                  <a:lnTo>
                    <a:pt x="5902" y="23362"/>
                  </a:lnTo>
                  <a:lnTo>
                    <a:pt x="6416" y="24790"/>
                  </a:lnTo>
                  <a:lnTo>
                    <a:pt x="6731" y="25091"/>
                  </a:lnTo>
                  <a:lnTo>
                    <a:pt x="6798" y="24567"/>
                  </a:lnTo>
                  <a:lnTo>
                    <a:pt x="7544" y="23952"/>
                  </a:lnTo>
                  <a:lnTo>
                    <a:pt x="7722" y="23488"/>
                  </a:lnTo>
                  <a:lnTo>
                    <a:pt x="7561" y="23234"/>
                  </a:lnTo>
                  <a:lnTo>
                    <a:pt x="6702" y="22981"/>
                  </a:lnTo>
                  <a:lnTo>
                    <a:pt x="5930" y="21210"/>
                  </a:lnTo>
                  <a:lnTo>
                    <a:pt x="5823" y="20436"/>
                  </a:lnTo>
                  <a:lnTo>
                    <a:pt x="5542" y="19943"/>
                  </a:lnTo>
                  <a:lnTo>
                    <a:pt x="5960" y="18529"/>
                  </a:lnTo>
                  <a:lnTo>
                    <a:pt x="5067" y="16915"/>
                  </a:lnTo>
                  <a:lnTo>
                    <a:pt x="4633" y="16407"/>
                  </a:lnTo>
                  <a:lnTo>
                    <a:pt x="4695" y="14955"/>
                  </a:lnTo>
                  <a:lnTo>
                    <a:pt x="4229" y="14031"/>
                  </a:lnTo>
                  <a:lnTo>
                    <a:pt x="3970" y="13524"/>
                  </a:lnTo>
                  <a:lnTo>
                    <a:pt x="3811" y="12649"/>
                  </a:lnTo>
                  <a:lnTo>
                    <a:pt x="3946" y="12256"/>
                  </a:lnTo>
                  <a:lnTo>
                    <a:pt x="4353" y="12106"/>
                  </a:lnTo>
                  <a:lnTo>
                    <a:pt x="4478" y="11738"/>
                  </a:lnTo>
                  <a:lnTo>
                    <a:pt x="4768" y="11474"/>
                  </a:lnTo>
                  <a:lnTo>
                    <a:pt x="4786" y="11095"/>
                  </a:lnTo>
                  <a:lnTo>
                    <a:pt x="4789" y="9850"/>
                  </a:lnTo>
                  <a:lnTo>
                    <a:pt x="5617" y="8989"/>
                  </a:lnTo>
                  <a:lnTo>
                    <a:pt x="6796" y="7216"/>
                  </a:lnTo>
                  <a:lnTo>
                    <a:pt x="7374" y="6246"/>
                  </a:lnTo>
                  <a:lnTo>
                    <a:pt x="8033" y="5340"/>
                  </a:lnTo>
                  <a:lnTo>
                    <a:pt x="8796" y="4736"/>
                  </a:lnTo>
                  <a:lnTo>
                    <a:pt x="9545" y="4447"/>
                  </a:lnTo>
                  <a:lnTo>
                    <a:pt x="10723" y="4325"/>
                  </a:lnTo>
                  <a:lnTo>
                    <a:pt x="12981" y="4441"/>
                  </a:lnTo>
                  <a:lnTo>
                    <a:pt x="13424" y="4336"/>
                  </a:lnTo>
                  <a:lnTo>
                    <a:pt x="14995" y="4242"/>
                  </a:lnTo>
                  <a:lnTo>
                    <a:pt x="15365" y="4403"/>
                  </a:lnTo>
                  <a:lnTo>
                    <a:pt x="16506" y="4505"/>
                  </a:lnTo>
                  <a:lnTo>
                    <a:pt x="17771" y="4392"/>
                  </a:lnTo>
                  <a:lnTo>
                    <a:pt x="18407" y="4129"/>
                  </a:lnTo>
                  <a:lnTo>
                    <a:pt x="18998" y="3683"/>
                  </a:lnTo>
                  <a:lnTo>
                    <a:pt x="19513" y="2879"/>
                  </a:lnTo>
                  <a:lnTo>
                    <a:pt x="20045" y="1389"/>
                  </a:lnTo>
                  <a:lnTo>
                    <a:pt x="20614" y="21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g963"/>
            <p:cNvSpPr/>
            <p:nvPr/>
          </p:nvSpPr>
          <p:spPr>
            <a:xfrm>
              <a:off x="4212062" y="1815152"/>
              <a:ext cx="16305" cy="19628"/>
            </a:xfrm>
            <a:custGeom>
              <a:avLst/>
              <a:pathLst>
                <a:path w="16305" h="19628">
                  <a:moveTo>
                    <a:pt x="14487" y="14135"/>
                  </a:moveTo>
                  <a:lnTo>
                    <a:pt x="12867" y="14523"/>
                  </a:lnTo>
                  <a:lnTo>
                    <a:pt x="12320" y="14978"/>
                  </a:lnTo>
                  <a:lnTo>
                    <a:pt x="11996" y="15775"/>
                  </a:lnTo>
                  <a:lnTo>
                    <a:pt x="11893" y="16189"/>
                  </a:lnTo>
                  <a:lnTo>
                    <a:pt x="11607" y="16201"/>
                  </a:lnTo>
                  <a:lnTo>
                    <a:pt x="11131" y="15790"/>
                  </a:lnTo>
                  <a:lnTo>
                    <a:pt x="10529" y="15148"/>
                  </a:lnTo>
                  <a:lnTo>
                    <a:pt x="9747" y="15200"/>
                  </a:lnTo>
                  <a:lnTo>
                    <a:pt x="7082" y="16598"/>
                  </a:lnTo>
                  <a:lnTo>
                    <a:pt x="6820" y="17333"/>
                  </a:lnTo>
                  <a:lnTo>
                    <a:pt x="6761" y="18924"/>
                  </a:lnTo>
                  <a:lnTo>
                    <a:pt x="6580" y="19353"/>
                  </a:lnTo>
                  <a:lnTo>
                    <a:pt x="6295" y="19628"/>
                  </a:lnTo>
                  <a:lnTo>
                    <a:pt x="5077" y="19351"/>
                  </a:lnTo>
                  <a:lnTo>
                    <a:pt x="5221" y="18741"/>
                  </a:lnTo>
                  <a:lnTo>
                    <a:pt x="5164" y="17406"/>
                  </a:lnTo>
                  <a:lnTo>
                    <a:pt x="4667" y="15197"/>
                  </a:lnTo>
                  <a:lnTo>
                    <a:pt x="4313" y="14473"/>
                  </a:lnTo>
                  <a:lnTo>
                    <a:pt x="3583" y="13754"/>
                  </a:lnTo>
                  <a:lnTo>
                    <a:pt x="3015" y="13282"/>
                  </a:lnTo>
                  <a:lnTo>
                    <a:pt x="1996" y="12861"/>
                  </a:lnTo>
                  <a:lnTo>
                    <a:pt x="1478" y="11649"/>
                  </a:lnTo>
                  <a:lnTo>
                    <a:pt x="700" y="10271"/>
                  </a:lnTo>
                  <a:lnTo>
                    <a:pt x="326" y="9956"/>
                  </a:lnTo>
                  <a:lnTo>
                    <a:pt x="386" y="9819"/>
                  </a:lnTo>
                  <a:lnTo>
                    <a:pt x="565" y="8780"/>
                  </a:lnTo>
                  <a:lnTo>
                    <a:pt x="342" y="8023"/>
                  </a:lnTo>
                  <a:lnTo>
                    <a:pt x="0" y="7379"/>
                  </a:lnTo>
                  <a:lnTo>
                    <a:pt x="234" y="6988"/>
                  </a:lnTo>
                  <a:lnTo>
                    <a:pt x="950" y="6992"/>
                  </a:lnTo>
                  <a:lnTo>
                    <a:pt x="1542" y="7063"/>
                  </a:lnTo>
                  <a:lnTo>
                    <a:pt x="1756" y="6447"/>
                  </a:lnTo>
                  <a:lnTo>
                    <a:pt x="2978" y="6041"/>
                  </a:lnTo>
                  <a:lnTo>
                    <a:pt x="4156" y="5623"/>
                  </a:lnTo>
                  <a:lnTo>
                    <a:pt x="4326" y="5328"/>
                  </a:lnTo>
                  <a:lnTo>
                    <a:pt x="4057" y="4693"/>
                  </a:lnTo>
                  <a:lnTo>
                    <a:pt x="4215" y="4296"/>
                  </a:lnTo>
                  <a:lnTo>
                    <a:pt x="5624" y="3164"/>
                  </a:lnTo>
                  <a:lnTo>
                    <a:pt x="5856" y="2651"/>
                  </a:lnTo>
                  <a:lnTo>
                    <a:pt x="5942" y="2248"/>
                  </a:lnTo>
                  <a:lnTo>
                    <a:pt x="5753" y="1823"/>
                  </a:lnTo>
                  <a:lnTo>
                    <a:pt x="5488" y="1152"/>
                  </a:lnTo>
                  <a:lnTo>
                    <a:pt x="5616" y="871"/>
                  </a:lnTo>
                  <a:lnTo>
                    <a:pt x="6349" y="484"/>
                  </a:lnTo>
                  <a:lnTo>
                    <a:pt x="6943" y="34"/>
                  </a:lnTo>
                  <a:lnTo>
                    <a:pt x="7295" y="0"/>
                  </a:lnTo>
                  <a:lnTo>
                    <a:pt x="7515" y="322"/>
                  </a:lnTo>
                  <a:lnTo>
                    <a:pt x="7515" y="657"/>
                  </a:lnTo>
                  <a:lnTo>
                    <a:pt x="7710" y="1222"/>
                  </a:lnTo>
                  <a:lnTo>
                    <a:pt x="8147" y="1526"/>
                  </a:lnTo>
                  <a:lnTo>
                    <a:pt x="8875" y="2023"/>
                  </a:lnTo>
                  <a:lnTo>
                    <a:pt x="9721" y="2362"/>
                  </a:lnTo>
                  <a:lnTo>
                    <a:pt x="10383" y="3041"/>
                  </a:lnTo>
                  <a:lnTo>
                    <a:pt x="11288" y="4252"/>
                  </a:lnTo>
                  <a:lnTo>
                    <a:pt x="11425" y="4851"/>
                  </a:lnTo>
                  <a:lnTo>
                    <a:pt x="12239" y="5389"/>
                  </a:lnTo>
                  <a:lnTo>
                    <a:pt x="12994" y="5991"/>
                  </a:lnTo>
                  <a:lnTo>
                    <a:pt x="12877" y="7108"/>
                  </a:lnTo>
                  <a:lnTo>
                    <a:pt x="15449" y="8084"/>
                  </a:lnTo>
                  <a:lnTo>
                    <a:pt x="16029" y="8077"/>
                  </a:lnTo>
                  <a:lnTo>
                    <a:pt x="16305" y="8246"/>
                  </a:lnTo>
                  <a:lnTo>
                    <a:pt x="16297" y="8502"/>
                  </a:lnTo>
                  <a:lnTo>
                    <a:pt x="16094" y="9284"/>
                  </a:lnTo>
                  <a:lnTo>
                    <a:pt x="15038" y="11686"/>
                  </a:lnTo>
                  <a:lnTo>
                    <a:pt x="14951" y="12185"/>
                  </a:lnTo>
                  <a:lnTo>
                    <a:pt x="14195" y="12707"/>
                  </a:lnTo>
                  <a:lnTo>
                    <a:pt x="14091" y="13008"/>
                  </a:lnTo>
                  <a:lnTo>
                    <a:pt x="14305" y="1367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g964"/>
            <p:cNvSpPr/>
            <p:nvPr/>
          </p:nvSpPr>
          <p:spPr>
            <a:xfrm>
              <a:off x="4477456" y="2000411"/>
              <a:ext cx="2524" cy="5256"/>
            </a:xfrm>
            <a:custGeom>
              <a:avLst/>
              <a:pathLst>
                <a:path w="2524" h="5256">
                  <a:moveTo>
                    <a:pt x="1834" y="4945"/>
                  </a:moveTo>
                  <a:lnTo>
                    <a:pt x="1294" y="5256"/>
                  </a:lnTo>
                  <a:lnTo>
                    <a:pt x="929" y="5124"/>
                  </a:lnTo>
                  <a:lnTo>
                    <a:pt x="578" y="4373"/>
                  </a:lnTo>
                  <a:lnTo>
                    <a:pt x="0" y="2509"/>
                  </a:lnTo>
                  <a:lnTo>
                    <a:pt x="315" y="1814"/>
                  </a:lnTo>
                  <a:lnTo>
                    <a:pt x="303" y="1515"/>
                  </a:lnTo>
                  <a:lnTo>
                    <a:pt x="365" y="1290"/>
                  </a:lnTo>
                  <a:lnTo>
                    <a:pt x="543" y="1147"/>
                  </a:lnTo>
                  <a:lnTo>
                    <a:pt x="729" y="269"/>
                  </a:lnTo>
                  <a:lnTo>
                    <a:pt x="977" y="0"/>
                  </a:lnTo>
                  <a:lnTo>
                    <a:pt x="1384" y="593"/>
                  </a:lnTo>
                  <a:lnTo>
                    <a:pt x="2524" y="2736"/>
                  </a:lnTo>
                  <a:lnTo>
                    <a:pt x="2515" y="3610"/>
                  </a:lnTo>
                  <a:lnTo>
                    <a:pt x="2448" y="396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g965"/>
            <p:cNvSpPr/>
            <p:nvPr/>
          </p:nvSpPr>
          <p:spPr>
            <a:xfrm>
              <a:off x="4462792" y="1998759"/>
              <a:ext cx="18079" cy="21816"/>
            </a:xfrm>
            <a:custGeom>
              <a:avLst/>
              <a:pathLst>
                <a:path w="18079" h="21816">
                  <a:moveTo>
                    <a:pt x="18079" y="21680"/>
                  </a:moveTo>
                  <a:lnTo>
                    <a:pt x="16436" y="21713"/>
                  </a:lnTo>
                  <a:lnTo>
                    <a:pt x="14363" y="21756"/>
                  </a:lnTo>
                  <a:lnTo>
                    <a:pt x="12682" y="21784"/>
                  </a:lnTo>
                  <a:lnTo>
                    <a:pt x="10783" y="21816"/>
                  </a:lnTo>
                  <a:lnTo>
                    <a:pt x="9949" y="20494"/>
                  </a:lnTo>
                  <a:lnTo>
                    <a:pt x="9666" y="19049"/>
                  </a:lnTo>
                  <a:lnTo>
                    <a:pt x="9364" y="17566"/>
                  </a:lnTo>
                  <a:lnTo>
                    <a:pt x="8531" y="15450"/>
                  </a:lnTo>
                  <a:lnTo>
                    <a:pt x="5745" y="14940"/>
                  </a:lnTo>
                  <a:lnTo>
                    <a:pt x="4264" y="14668"/>
                  </a:lnTo>
                  <a:lnTo>
                    <a:pt x="1829" y="14264"/>
                  </a:lnTo>
                  <a:lnTo>
                    <a:pt x="0" y="13962"/>
                  </a:lnTo>
                  <a:lnTo>
                    <a:pt x="1535" y="11683"/>
                  </a:lnTo>
                  <a:lnTo>
                    <a:pt x="2250" y="10458"/>
                  </a:lnTo>
                  <a:lnTo>
                    <a:pt x="3542" y="7808"/>
                  </a:lnTo>
                  <a:lnTo>
                    <a:pt x="4205" y="5920"/>
                  </a:lnTo>
                  <a:lnTo>
                    <a:pt x="4845" y="3826"/>
                  </a:lnTo>
                  <a:lnTo>
                    <a:pt x="5398" y="2194"/>
                  </a:lnTo>
                  <a:lnTo>
                    <a:pt x="5514" y="1896"/>
                  </a:lnTo>
                  <a:lnTo>
                    <a:pt x="5835" y="1343"/>
                  </a:lnTo>
                  <a:lnTo>
                    <a:pt x="6544" y="778"/>
                  </a:lnTo>
                  <a:lnTo>
                    <a:pt x="7567" y="245"/>
                  </a:lnTo>
                  <a:lnTo>
                    <a:pt x="9303" y="11"/>
                  </a:lnTo>
                  <a:lnTo>
                    <a:pt x="10523" y="0"/>
                  </a:lnTo>
                  <a:lnTo>
                    <a:pt x="10797" y="23"/>
                  </a:lnTo>
                  <a:lnTo>
                    <a:pt x="11565" y="288"/>
                  </a:lnTo>
                  <a:lnTo>
                    <a:pt x="13692" y="1597"/>
                  </a:lnTo>
                  <a:lnTo>
                    <a:pt x="13644" y="2111"/>
                  </a:lnTo>
                  <a:lnTo>
                    <a:pt x="13947" y="3647"/>
                  </a:lnTo>
                  <a:lnTo>
                    <a:pt x="14625" y="5324"/>
                  </a:lnTo>
                  <a:lnTo>
                    <a:pt x="15181" y="6683"/>
                  </a:lnTo>
                  <a:lnTo>
                    <a:pt x="15250" y="7320"/>
                  </a:lnTo>
                  <a:lnTo>
                    <a:pt x="14740" y="7227"/>
                  </a:lnTo>
                  <a:lnTo>
                    <a:pt x="14351" y="6971"/>
                  </a:lnTo>
                  <a:lnTo>
                    <a:pt x="13606" y="6703"/>
                  </a:lnTo>
                  <a:lnTo>
                    <a:pt x="12166" y="8506"/>
                  </a:lnTo>
                  <a:lnTo>
                    <a:pt x="11294" y="9489"/>
                  </a:lnTo>
                  <a:lnTo>
                    <a:pt x="11269" y="9823"/>
                  </a:lnTo>
                  <a:lnTo>
                    <a:pt x="12430" y="10204"/>
                  </a:lnTo>
                  <a:lnTo>
                    <a:pt x="13282" y="10191"/>
                  </a:lnTo>
                  <a:lnTo>
                    <a:pt x="13876" y="9927"/>
                  </a:lnTo>
                  <a:lnTo>
                    <a:pt x="14380" y="10348"/>
                  </a:lnTo>
                  <a:lnTo>
                    <a:pt x="14710" y="11462"/>
                  </a:lnTo>
                  <a:lnTo>
                    <a:pt x="14843" y="12365"/>
                  </a:lnTo>
                  <a:lnTo>
                    <a:pt x="15632" y="15592"/>
                  </a:lnTo>
                  <a:lnTo>
                    <a:pt x="16286" y="16682"/>
                  </a:lnTo>
                  <a:lnTo>
                    <a:pt x="17103" y="18606"/>
                  </a:lnTo>
                  <a:lnTo>
                    <a:pt x="17406" y="19603"/>
                  </a:lnTo>
                  <a:lnTo>
                    <a:pt x="17580" y="2044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g966"/>
            <p:cNvSpPr/>
            <p:nvPr/>
          </p:nvSpPr>
          <p:spPr>
            <a:xfrm>
              <a:off x="4969735" y="2104791"/>
              <a:ext cx="71317" cy="119590"/>
            </a:xfrm>
            <a:custGeom>
              <a:avLst/>
              <a:pathLst>
                <a:path w="71317" h="119590">
                  <a:moveTo>
                    <a:pt x="19039" y="1618"/>
                  </a:moveTo>
                  <a:lnTo>
                    <a:pt x="19565" y="2946"/>
                  </a:lnTo>
                  <a:lnTo>
                    <a:pt x="20685" y="4422"/>
                  </a:lnTo>
                  <a:lnTo>
                    <a:pt x="22022" y="6529"/>
                  </a:lnTo>
                  <a:lnTo>
                    <a:pt x="22446" y="7496"/>
                  </a:lnTo>
                  <a:lnTo>
                    <a:pt x="23345" y="8242"/>
                  </a:lnTo>
                  <a:lnTo>
                    <a:pt x="23602" y="8975"/>
                  </a:lnTo>
                  <a:lnTo>
                    <a:pt x="23806" y="10097"/>
                  </a:lnTo>
                  <a:lnTo>
                    <a:pt x="23896" y="10932"/>
                  </a:lnTo>
                  <a:lnTo>
                    <a:pt x="24097" y="11426"/>
                  </a:lnTo>
                  <a:lnTo>
                    <a:pt x="24412" y="11620"/>
                  </a:lnTo>
                  <a:lnTo>
                    <a:pt x="24821" y="11400"/>
                  </a:lnTo>
                  <a:lnTo>
                    <a:pt x="25129" y="10957"/>
                  </a:lnTo>
                  <a:lnTo>
                    <a:pt x="25386" y="9726"/>
                  </a:lnTo>
                  <a:lnTo>
                    <a:pt x="25553" y="9594"/>
                  </a:lnTo>
                  <a:lnTo>
                    <a:pt x="25830" y="10607"/>
                  </a:lnTo>
                  <a:lnTo>
                    <a:pt x="26123" y="10781"/>
                  </a:lnTo>
                  <a:lnTo>
                    <a:pt x="26516" y="10911"/>
                  </a:lnTo>
                  <a:lnTo>
                    <a:pt x="26818" y="11352"/>
                  </a:lnTo>
                  <a:lnTo>
                    <a:pt x="26908" y="12121"/>
                  </a:lnTo>
                  <a:lnTo>
                    <a:pt x="26809" y="12908"/>
                  </a:lnTo>
                  <a:lnTo>
                    <a:pt x="26439" y="13793"/>
                  </a:lnTo>
                  <a:lnTo>
                    <a:pt x="26230" y="14719"/>
                  </a:lnTo>
                  <a:lnTo>
                    <a:pt x="26086" y="16148"/>
                  </a:lnTo>
                  <a:lnTo>
                    <a:pt x="25887" y="17146"/>
                  </a:lnTo>
                  <a:lnTo>
                    <a:pt x="26195" y="18030"/>
                  </a:lnTo>
                  <a:lnTo>
                    <a:pt x="28283" y="22367"/>
                  </a:lnTo>
                  <a:lnTo>
                    <a:pt x="29288" y="23078"/>
                  </a:lnTo>
                  <a:lnTo>
                    <a:pt x="31680" y="23926"/>
                  </a:lnTo>
                  <a:lnTo>
                    <a:pt x="32542" y="24512"/>
                  </a:lnTo>
                  <a:lnTo>
                    <a:pt x="33303" y="25081"/>
                  </a:lnTo>
                  <a:lnTo>
                    <a:pt x="34054" y="24803"/>
                  </a:lnTo>
                  <a:lnTo>
                    <a:pt x="34774" y="23512"/>
                  </a:lnTo>
                  <a:lnTo>
                    <a:pt x="35639" y="22788"/>
                  </a:lnTo>
                  <a:lnTo>
                    <a:pt x="37248" y="21675"/>
                  </a:lnTo>
                  <a:lnTo>
                    <a:pt x="37714" y="21615"/>
                  </a:lnTo>
                  <a:lnTo>
                    <a:pt x="38603" y="22055"/>
                  </a:lnTo>
                  <a:lnTo>
                    <a:pt x="40063" y="23351"/>
                  </a:lnTo>
                  <a:lnTo>
                    <a:pt x="41121" y="24569"/>
                  </a:lnTo>
                  <a:lnTo>
                    <a:pt x="41773" y="25207"/>
                  </a:lnTo>
                  <a:lnTo>
                    <a:pt x="42273" y="25783"/>
                  </a:lnTo>
                  <a:lnTo>
                    <a:pt x="42197" y="26431"/>
                  </a:lnTo>
                  <a:lnTo>
                    <a:pt x="41795" y="27064"/>
                  </a:lnTo>
                  <a:lnTo>
                    <a:pt x="41283" y="27416"/>
                  </a:lnTo>
                  <a:lnTo>
                    <a:pt x="40614" y="28028"/>
                  </a:lnTo>
                  <a:lnTo>
                    <a:pt x="40235" y="28646"/>
                  </a:lnTo>
                  <a:lnTo>
                    <a:pt x="40466" y="28879"/>
                  </a:lnTo>
                  <a:lnTo>
                    <a:pt x="41450" y="29033"/>
                  </a:lnTo>
                  <a:lnTo>
                    <a:pt x="42610" y="29579"/>
                  </a:lnTo>
                  <a:lnTo>
                    <a:pt x="42966" y="30221"/>
                  </a:lnTo>
                  <a:lnTo>
                    <a:pt x="43018" y="30772"/>
                  </a:lnTo>
                  <a:lnTo>
                    <a:pt x="43160" y="31669"/>
                  </a:lnTo>
                  <a:lnTo>
                    <a:pt x="43366" y="31939"/>
                  </a:lnTo>
                  <a:lnTo>
                    <a:pt x="44444" y="31779"/>
                  </a:lnTo>
                  <a:lnTo>
                    <a:pt x="44777" y="31980"/>
                  </a:lnTo>
                  <a:lnTo>
                    <a:pt x="45163" y="32445"/>
                  </a:lnTo>
                  <a:lnTo>
                    <a:pt x="45546" y="33648"/>
                  </a:lnTo>
                  <a:lnTo>
                    <a:pt x="45534" y="34550"/>
                  </a:lnTo>
                  <a:lnTo>
                    <a:pt x="44757" y="35540"/>
                  </a:lnTo>
                  <a:lnTo>
                    <a:pt x="44467" y="36142"/>
                  </a:lnTo>
                  <a:lnTo>
                    <a:pt x="44341" y="37089"/>
                  </a:lnTo>
                  <a:lnTo>
                    <a:pt x="43786" y="38224"/>
                  </a:lnTo>
                  <a:lnTo>
                    <a:pt x="42317" y="40121"/>
                  </a:lnTo>
                  <a:lnTo>
                    <a:pt x="41924" y="40235"/>
                  </a:lnTo>
                  <a:lnTo>
                    <a:pt x="39214" y="39190"/>
                  </a:lnTo>
                  <a:lnTo>
                    <a:pt x="37958" y="39254"/>
                  </a:lnTo>
                  <a:lnTo>
                    <a:pt x="37349" y="39289"/>
                  </a:lnTo>
                  <a:lnTo>
                    <a:pt x="37058" y="39334"/>
                  </a:lnTo>
                  <a:lnTo>
                    <a:pt x="36883" y="39734"/>
                  </a:lnTo>
                  <a:lnTo>
                    <a:pt x="37243" y="40882"/>
                  </a:lnTo>
                  <a:lnTo>
                    <a:pt x="37350" y="42020"/>
                  </a:lnTo>
                  <a:lnTo>
                    <a:pt x="37016" y="42886"/>
                  </a:lnTo>
                  <a:lnTo>
                    <a:pt x="36112" y="43645"/>
                  </a:lnTo>
                  <a:lnTo>
                    <a:pt x="35775" y="44009"/>
                  </a:lnTo>
                  <a:lnTo>
                    <a:pt x="35730" y="44497"/>
                  </a:lnTo>
                  <a:lnTo>
                    <a:pt x="35983" y="45006"/>
                  </a:lnTo>
                  <a:lnTo>
                    <a:pt x="36815" y="45530"/>
                  </a:lnTo>
                  <a:lnTo>
                    <a:pt x="37783" y="46023"/>
                  </a:lnTo>
                  <a:lnTo>
                    <a:pt x="40973" y="48976"/>
                  </a:lnTo>
                  <a:lnTo>
                    <a:pt x="41656" y="49670"/>
                  </a:lnTo>
                  <a:lnTo>
                    <a:pt x="42557" y="50695"/>
                  </a:lnTo>
                  <a:lnTo>
                    <a:pt x="43534" y="51493"/>
                  </a:lnTo>
                  <a:lnTo>
                    <a:pt x="46151" y="52540"/>
                  </a:lnTo>
                  <a:lnTo>
                    <a:pt x="47305" y="53230"/>
                  </a:lnTo>
                  <a:lnTo>
                    <a:pt x="47602" y="53619"/>
                  </a:lnTo>
                  <a:lnTo>
                    <a:pt x="47592" y="54096"/>
                  </a:lnTo>
                  <a:lnTo>
                    <a:pt x="47290" y="54706"/>
                  </a:lnTo>
                  <a:lnTo>
                    <a:pt x="47039" y="55777"/>
                  </a:lnTo>
                  <a:lnTo>
                    <a:pt x="47028" y="56421"/>
                  </a:lnTo>
                  <a:lnTo>
                    <a:pt x="47300" y="57046"/>
                  </a:lnTo>
                  <a:lnTo>
                    <a:pt x="47761" y="57974"/>
                  </a:lnTo>
                  <a:lnTo>
                    <a:pt x="48801" y="59416"/>
                  </a:lnTo>
                  <a:lnTo>
                    <a:pt x="49371" y="60054"/>
                  </a:lnTo>
                  <a:lnTo>
                    <a:pt x="50000" y="60199"/>
                  </a:lnTo>
                  <a:lnTo>
                    <a:pt x="50551" y="60547"/>
                  </a:lnTo>
                  <a:lnTo>
                    <a:pt x="51122" y="61619"/>
                  </a:lnTo>
                  <a:lnTo>
                    <a:pt x="51784" y="62926"/>
                  </a:lnTo>
                  <a:lnTo>
                    <a:pt x="51870" y="63839"/>
                  </a:lnTo>
                  <a:lnTo>
                    <a:pt x="52150" y="65008"/>
                  </a:lnTo>
                  <a:lnTo>
                    <a:pt x="52757" y="66355"/>
                  </a:lnTo>
                  <a:lnTo>
                    <a:pt x="53591" y="67658"/>
                  </a:lnTo>
                  <a:lnTo>
                    <a:pt x="54757" y="69273"/>
                  </a:lnTo>
                  <a:lnTo>
                    <a:pt x="55427" y="70412"/>
                  </a:lnTo>
                  <a:lnTo>
                    <a:pt x="55736" y="70854"/>
                  </a:lnTo>
                  <a:lnTo>
                    <a:pt x="58227" y="73623"/>
                  </a:lnTo>
                  <a:lnTo>
                    <a:pt x="58831" y="74642"/>
                  </a:lnTo>
                  <a:lnTo>
                    <a:pt x="59707" y="76611"/>
                  </a:lnTo>
                  <a:lnTo>
                    <a:pt x="60079" y="76900"/>
                  </a:lnTo>
                  <a:lnTo>
                    <a:pt x="60429" y="77287"/>
                  </a:lnTo>
                  <a:lnTo>
                    <a:pt x="60653" y="78368"/>
                  </a:lnTo>
                  <a:lnTo>
                    <a:pt x="60726" y="79143"/>
                  </a:lnTo>
                  <a:lnTo>
                    <a:pt x="60844" y="81518"/>
                  </a:lnTo>
                  <a:lnTo>
                    <a:pt x="61293" y="82225"/>
                  </a:lnTo>
                  <a:lnTo>
                    <a:pt x="61708" y="83092"/>
                  </a:lnTo>
                  <a:lnTo>
                    <a:pt x="61887" y="83724"/>
                  </a:lnTo>
                  <a:lnTo>
                    <a:pt x="62263" y="84193"/>
                  </a:lnTo>
                  <a:lnTo>
                    <a:pt x="62674" y="84283"/>
                  </a:lnTo>
                  <a:lnTo>
                    <a:pt x="63166" y="83756"/>
                  </a:lnTo>
                  <a:lnTo>
                    <a:pt x="63552" y="83254"/>
                  </a:lnTo>
                  <a:lnTo>
                    <a:pt x="63729" y="83403"/>
                  </a:lnTo>
                  <a:lnTo>
                    <a:pt x="64123" y="85064"/>
                  </a:lnTo>
                  <a:lnTo>
                    <a:pt x="64482" y="85669"/>
                  </a:lnTo>
                  <a:lnTo>
                    <a:pt x="65156" y="86245"/>
                  </a:lnTo>
                  <a:lnTo>
                    <a:pt x="65797" y="86692"/>
                  </a:lnTo>
                  <a:lnTo>
                    <a:pt x="67194" y="88693"/>
                  </a:lnTo>
                  <a:lnTo>
                    <a:pt x="67943" y="89423"/>
                  </a:lnTo>
                  <a:lnTo>
                    <a:pt x="68450" y="89655"/>
                  </a:lnTo>
                  <a:lnTo>
                    <a:pt x="68888" y="89995"/>
                  </a:lnTo>
                  <a:lnTo>
                    <a:pt x="69018" y="90625"/>
                  </a:lnTo>
                  <a:lnTo>
                    <a:pt x="68846" y="91269"/>
                  </a:lnTo>
                  <a:lnTo>
                    <a:pt x="68550" y="91686"/>
                  </a:lnTo>
                  <a:lnTo>
                    <a:pt x="66925" y="92846"/>
                  </a:lnTo>
                  <a:lnTo>
                    <a:pt x="66708" y="93350"/>
                  </a:lnTo>
                  <a:lnTo>
                    <a:pt x="66931" y="94120"/>
                  </a:lnTo>
                  <a:lnTo>
                    <a:pt x="67339" y="95085"/>
                  </a:lnTo>
                  <a:lnTo>
                    <a:pt x="67781" y="95913"/>
                  </a:lnTo>
                  <a:lnTo>
                    <a:pt x="68343" y="96725"/>
                  </a:lnTo>
                  <a:lnTo>
                    <a:pt x="69486" y="98045"/>
                  </a:lnTo>
                  <a:lnTo>
                    <a:pt x="70476" y="99081"/>
                  </a:lnTo>
                  <a:lnTo>
                    <a:pt x="71019" y="100221"/>
                  </a:lnTo>
                  <a:lnTo>
                    <a:pt x="71317" y="100983"/>
                  </a:lnTo>
                  <a:lnTo>
                    <a:pt x="71133" y="101895"/>
                  </a:lnTo>
                  <a:lnTo>
                    <a:pt x="70716" y="102890"/>
                  </a:lnTo>
                  <a:lnTo>
                    <a:pt x="70391" y="103747"/>
                  </a:lnTo>
                  <a:lnTo>
                    <a:pt x="69833" y="104244"/>
                  </a:lnTo>
                  <a:lnTo>
                    <a:pt x="69682" y="104823"/>
                  </a:lnTo>
                  <a:lnTo>
                    <a:pt x="69912" y="105715"/>
                  </a:lnTo>
                  <a:lnTo>
                    <a:pt x="70100" y="106330"/>
                  </a:lnTo>
                  <a:lnTo>
                    <a:pt x="69998" y="107090"/>
                  </a:lnTo>
                  <a:lnTo>
                    <a:pt x="70052" y="108656"/>
                  </a:lnTo>
                  <a:lnTo>
                    <a:pt x="69538" y="109215"/>
                  </a:lnTo>
                  <a:lnTo>
                    <a:pt x="69062" y="110639"/>
                  </a:lnTo>
                  <a:lnTo>
                    <a:pt x="68732" y="110745"/>
                  </a:lnTo>
                  <a:lnTo>
                    <a:pt x="67907" y="110228"/>
                  </a:lnTo>
                  <a:lnTo>
                    <a:pt x="67619" y="110511"/>
                  </a:lnTo>
                  <a:lnTo>
                    <a:pt x="67093" y="111546"/>
                  </a:lnTo>
                  <a:lnTo>
                    <a:pt x="66173" y="112678"/>
                  </a:lnTo>
                  <a:lnTo>
                    <a:pt x="65728" y="112691"/>
                  </a:lnTo>
                  <a:lnTo>
                    <a:pt x="65423" y="112553"/>
                  </a:lnTo>
                  <a:lnTo>
                    <a:pt x="65064" y="113037"/>
                  </a:lnTo>
                  <a:lnTo>
                    <a:pt x="64552" y="113925"/>
                  </a:lnTo>
                  <a:lnTo>
                    <a:pt x="64316" y="113896"/>
                  </a:lnTo>
                  <a:lnTo>
                    <a:pt x="63434" y="114101"/>
                  </a:lnTo>
                  <a:lnTo>
                    <a:pt x="63089" y="113816"/>
                  </a:lnTo>
                  <a:lnTo>
                    <a:pt x="62661" y="113082"/>
                  </a:lnTo>
                  <a:lnTo>
                    <a:pt x="61972" y="112335"/>
                  </a:lnTo>
                  <a:lnTo>
                    <a:pt x="61346" y="111804"/>
                  </a:lnTo>
                  <a:lnTo>
                    <a:pt x="61010" y="111446"/>
                  </a:lnTo>
                  <a:lnTo>
                    <a:pt x="60702" y="110827"/>
                  </a:lnTo>
                  <a:lnTo>
                    <a:pt x="60421" y="110425"/>
                  </a:lnTo>
                  <a:lnTo>
                    <a:pt x="59906" y="111307"/>
                  </a:lnTo>
                  <a:lnTo>
                    <a:pt x="59035" y="112147"/>
                  </a:lnTo>
                  <a:lnTo>
                    <a:pt x="58212" y="111988"/>
                  </a:lnTo>
                  <a:lnTo>
                    <a:pt x="57809" y="111848"/>
                  </a:lnTo>
                  <a:lnTo>
                    <a:pt x="57481" y="113077"/>
                  </a:lnTo>
                  <a:lnTo>
                    <a:pt x="57240" y="113297"/>
                  </a:lnTo>
                  <a:lnTo>
                    <a:pt x="55756" y="113509"/>
                  </a:lnTo>
                  <a:lnTo>
                    <a:pt x="55477" y="113706"/>
                  </a:lnTo>
                  <a:lnTo>
                    <a:pt x="55716" y="114824"/>
                  </a:lnTo>
                  <a:lnTo>
                    <a:pt x="56592" y="116718"/>
                  </a:lnTo>
                  <a:lnTo>
                    <a:pt x="56857" y="117805"/>
                  </a:lnTo>
                  <a:lnTo>
                    <a:pt x="56309" y="119590"/>
                  </a:lnTo>
                  <a:lnTo>
                    <a:pt x="54773" y="119543"/>
                  </a:lnTo>
                  <a:lnTo>
                    <a:pt x="54082" y="118817"/>
                  </a:lnTo>
                  <a:lnTo>
                    <a:pt x="53445" y="117806"/>
                  </a:lnTo>
                  <a:lnTo>
                    <a:pt x="53215" y="117305"/>
                  </a:lnTo>
                  <a:lnTo>
                    <a:pt x="51245" y="116312"/>
                  </a:lnTo>
                  <a:lnTo>
                    <a:pt x="49931" y="116997"/>
                  </a:lnTo>
                  <a:lnTo>
                    <a:pt x="49529" y="116962"/>
                  </a:lnTo>
                  <a:lnTo>
                    <a:pt x="48911" y="116238"/>
                  </a:lnTo>
                  <a:lnTo>
                    <a:pt x="48541" y="115693"/>
                  </a:lnTo>
                  <a:lnTo>
                    <a:pt x="48175" y="114873"/>
                  </a:lnTo>
                  <a:lnTo>
                    <a:pt x="47972" y="114040"/>
                  </a:lnTo>
                  <a:lnTo>
                    <a:pt x="47950" y="113661"/>
                  </a:lnTo>
                  <a:lnTo>
                    <a:pt x="48521" y="113359"/>
                  </a:lnTo>
                  <a:lnTo>
                    <a:pt x="49453" y="112678"/>
                  </a:lnTo>
                  <a:lnTo>
                    <a:pt x="50215" y="111912"/>
                  </a:lnTo>
                  <a:lnTo>
                    <a:pt x="50716" y="111096"/>
                  </a:lnTo>
                  <a:lnTo>
                    <a:pt x="50922" y="110252"/>
                  </a:lnTo>
                  <a:lnTo>
                    <a:pt x="50948" y="109268"/>
                  </a:lnTo>
                  <a:lnTo>
                    <a:pt x="51165" y="106728"/>
                  </a:lnTo>
                  <a:lnTo>
                    <a:pt x="51388" y="105484"/>
                  </a:lnTo>
                  <a:lnTo>
                    <a:pt x="51262" y="103962"/>
                  </a:lnTo>
                  <a:lnTo>
                    <a:pt x="50856" y="102763"/>
                  </a:lnTo>
                  <a:lnTo>
                    <a:pt x="50856" y="100964"/>
                  </a:lnTo>
                  <a:lnTo>
                    <a:pt x="51002" y="100084"/>
                  </a:lnTo>
                  <a:lnTo>
                    <a:pt x="51071" y="99509"/>
                  </a:lnTo>
                  <a:lnTo>
                    <a:pt x="51644" y="98779"/>
                  </a:lnTo>
                  <a:lnTo>
                    <a:pt x="52040" y="97732"/>
                  </a:lnTo>
                  <a:lnTo>
                    <a:pt x="52260" y="96370"/>
                  </a:lnTo>
                  <a:lnTo>
                    <a:pt x="52281" y="95385"/>
                  </a:lnTo>
                  <a:lnTo>
                    <a:pt x="52101" y="94780"/>
                  </a:lnTo>
                  <a:lnTo>
                    <a:pt x="51537" y="94204"/>
                  </a:lnTo>
                  <a:lnTo>
                    <a:pt x="50587" y="93657"/>
                  </a:lnTo>
                  <a:lnTo>
                    <a:pt x="49990" y="92967"/>
                  </a:lnTo>
                  <a:lnTo>
                    <a:pt x="49747" y="92133"/>
                  </a:lnTo>
                  <a:lnTo>
                    <a:pt x="49769" y="91401"/>
                  </a:lnTo>
                  <a:lnTo>
                    <a:pt x="50060" y="90770"/>
                  </a:lnTo>
                  <a:lnTo>
                    <a:pt x="49344" y="90066"/>
                  </a:lnTo>
                  <a:lnTo>
                    <a:pt x="47623" y="89290"/>
                  </a:lnTo>
                  <a:lnTo>
                    <a:pt x="46662" y="88359"/>
                  </a:lnTo>
                  <a:lnTo>
                    <a:pt x="46460" y="87275"/>
                  </a:lnTo>
                  <a:lnTo>
                    <a:pt x="45742" y="85853"/>
                  </a:lnTo>
                  <a:lnTo>
                    <a:pt x="44507" y="84094"/>
                  </a:lnTo>
                  <a:lnTo>
                    <a:pt x="43856" y="81563"/>
                  </a:lnTo>
                  <a:lnTo>
                    <a:pt x="43790" y="78260"/>
                  </a:lnTo>
                  <a:lnTo>
                    <a:pt x="43936" y="75571"/>
                  </a:lnTo>
                  <a:lnTo>
                    <a:pt x="44476" y="72458"/>
                  </a:lnTo>
                  <a:lnTo>
                    <a:pt x="43753" y="70207"/>
                  </a:lnTo>
                  <a:lnTo>
                    <a:pt x="42960" y="69021"/>
                  </a:lnTo>
                  <a:lnTo>
                    <a:pt x="41857" y="68149"/>
                  </a:lnTo>
                  <a:lnTo>
                    <a:pt x="40806" y="66898"/>
                  </a:lnTo>
                  <a:lnTo>
                    <a:pt x="39808" y="65268"/>
                  </a:lnTo>
                  <a:lnTo>
                    <a:pt x="38611" y="62861"/>
                  </a:lnTo>
                  <a:lnTo>
                    <a:pt x="37216" y="59676"/>
                  </a:lnTo>
                  <a:lnTo>
                    <a:pt x="36279" y="58250"/>
                  </a:lnTo>
                  <a:lnTo>
                    <a:pt x="35798" y="58580"/>
                  </a:lnTo>
                  <a:lnTo>
                    <a:pt x="34790" y="58284"/>
                  </a:lnTo>
                  <a:lnTo>
                    <a:pt x="33252" y="57363"/>
                  </a:lnTo>
                  <a:lnTo>
                    <a:pt x="31911" y="56866"/>
                  </a:lnTo>
                  <a:lnTo>
                    <a:pt x="30767" y="56794"/>
                  </a:lnTo>
                  <a:lnTo>
                    <a:pt x="30022" y="57003"/>
                  </a:lnTo>
                  <a:lnTo>
                    <a:pt x="29676" y="57490"/>
                  </a:lnTo>
                  <a:lnTo>
                    <a:pt x="29650" y="57971"/>
                  </a:lnTo>
                  <a:lnTo>
                    <a:pt x="29940" y="58445"/>
                  </a:lnTo>
                  <a:lnTo>
                    <a:pt x="29784" y="58815"/>
                  </a:lnTo>
                  <a:lnTo>
                    <a:pt x="29184" y="59080"/>
                  </a:lnTo>
                  <a:lnTo>
                    <a:pt x="28700" y="59606"/>
                  </a:lnTo>
                  <a:lnTo>
                    <a:pt x="28157" y="60771"/>
                  </a:lnTo>
                  <a:lnTo>
                    <a:pt x="27781" y="62301"/>
                  </a:lnTo>
                  <a:lnTo>
                    <a:pt x="27213" y="62891"/>
                  </a:lnTo>
                  <a:lnTo>
                    <a:pt x="26335" y="63021"/>
                  </a:lnTo>
                  <a:lnTo>
                    <a:pt x="25473" y="63458"/>
                  </a:lnTo>
                  <a:lnTo>
                    <a:pt x="24623" y="64202"/>
                  </a:lnTo>
                  <a:lnTo>
                    <a:pt x="24222" y="64767"/>
                  </a:lnTo>
                  <a:lnTo>
                    <a:pt x="24268" y="65152"/>
                  </a:lnTo>
                  <a:lnTo>
                    <a:pt x="24084" y="65238"/>
                  </a:lnTo>
                  <a:lnTo>
                    <a:pt x="23669" y="65023"/>
                  </a:lnTo>
                  <a:lnTo>
                    <a:pt x="23473" y="64517"/>
                  </a:lnTo>
                  <a:lnTo>
                    <a:pt x="23494" y="63720"/>
                  </a:lnTo>
                  <a:lnTo>
                    <a:pt x="23061" y="63186"/>
                  </a:lnTo>
                  <a:lnTo>
                    <a:pt x="22174" y="62913"/>
                  </a:lnTo>
                  <a:lnTo>
                    <a:pt x="21163" y="62058"/>
                  </a:lnTo>
                  <a:lnTo>
                    <a:pt x="20025" y="60621"/>
                  </a:lnTo>
                  <a:lnTo>
                    <a:pt x="19236" y="59856"/>
                  </a:lnTo>
                  <a:lnTo>
                    <a:pt x="18794" y="59761"/>
                  </a:lnTo>
                  <a:lnTo>
                    <a:pt x="18161" y="60330"/>
                  </a:lnTo>
                  <a:lnTo>
                    <a:pt x="17337" y="61562"/>
                  </a:lnTo>
                  <a:lnTo>
                    <a:pt x="16656" y="62051"/>
                  </a:lnTo>
                  <a:lnTo>
                    <a:pt x="16118" y="61797"/>
                  </a:lnTo>
                  <a:lnTo>
                    <a:pt x="15703" y="62233"/>
                  </a:lnTo>
                  <a:lnTo>
                    <a:pt x="15413" y="63359"/>
                  </a:lnTo>
                  <a:lnTo>
                    <a:pt x="14877" y="64241"/>
                  </a:lnTo>
                  <a:lnTo>
                    <a:pt x="13624" y="65316"/>
                  </a:lnTo>
                  <a:lnTo>
                    <a:pt x="12287" y="66622"/>
                  </a:lnTo>
                  <a:lnTo>
                    <a:pt x="11208" y="67929"/>
                  </a:lnTo>
                  <a:lnTo>
                    <a:pt x="9957" y="69686"/>
                  </a:lnTo>
                  <a:lnTo>
                    <a:pt x="9368" y="69958"/>
                  </a:lnTo>
                  <a:lnTo>
                    <a:pt x="8805" y="69534"/>
                  </a:lnTo>
                  <a:lnTo>
                    <a:pt x="7955" y="69099"/>
                  </a:lnTo>
                  <a:lnTo>
                    <a:pt x="7507" y="68503"/>
                  </a:lnTo>
                  <a:lnTo>
                    <a:pt x="8364" y="65528"/>
                  </a:lnTo>
                  <a:lnTo>
                    <a:pt x="9445" y="62231"/>
                  </a:lnTo>
                  <a:lnTo>
                    <a:pt x="9735" y="60710"/>
                  </a:lnTo>
                  <a:lnTo>
                    <a:pt x="9780" y="59600"/>
                  </a:lnTo>
                  <a:lnTo>
                    <a:pt x="9674" y="58698"/>
                  </a:lnTo>
                  <a:lnTo>
                    <a:pt x="9251" y="57754"/>
                  </a:lnTo>
                  <a:lnTo>
                    <a:pt x="8851" y="57022"/>
                  </a:lnTo>
                  <a:lnTo>
                    <a:pt x="8817" y="56534"/>
                  </a:lnTo>
                  <a:lnTo>
                    <a:pt x="8945" y="56018"/>
                  </a:lnTo>
                  <a:lnTo>
                    <a:pt x="9379" y="55257"/>
                  </a:lnTo>
                  <a:lnTo>
                    <a:pt x="9939" y="54075"/>
                  </a:lnTo>
                  <a:lnTo>
                    <a:pt x="10459" y="51641"/>
                  </a:lnTo>
                  <a:lnTo>
                    <a:pt x="11082" y="49070"/>
                  </a:lnTo>
                  <a:lnTo>
                    <a:pt x="11021" y="47511"/>
                  </a:lnTo>
                  <a:lnTo>
                    <a:pt x="10516" y="45801"/>
                  </a:lnTo>
                  <a:lnTo>
                    <a:pt x="10242" y="44177"/>
                  </a:lnTo>
                  <a:lnTo>
                    <a:pt x="10462" y="41964"/>
                  </a:lnTo>
                  <a:lnTo>
                    <a:pt x="10378" y="41103"/>
                  </a:lnTo>
                  <a:lnTo>
                    <a:pt x="9836" y="40672"/>
                  </a:lnTo>
                  <a:lnTo>
                    <a:pt x="8056" y="40232"/>
                  </a:lnTo>
                  <a:lnTo>
                    <a:pt x="7484" y="40307"/>
                  </a:lnTo>
                  <a:lnTo>
                    <a:pt x="7031" y="40591"/>
                  </a:lnTo>
                  <a:lnTo>
                    <a:pt x="6545" y="41192"/>
                  </a:lnTo>
                  <a:lnTo>
                    <a:pt x="5950" y="41571"/>
                  </a:lnTo>
                  <a:lnTo>
                    <a:pt x="4830" y="41779"/>
                  </a:lnTo>
                  <a:lnTo>
                    <a:pt x="3771" y="41031"/>
                  </a:lnTo>
                  <a:lnTo>
                    <a:pt x="2887" y="39762"/>
                  </a:lnTo>
                  <a:lnTo>
                    <a:pt x="2674" y="38205"/>
                  </a:lnTo>
                  <a:lnTo>
                    <a:pt x="3323" y="36353"/>
                  </a:lnTo>
                  <a:lnTo>
                    <a:pt x="3780" y="34854"/>
                  </a:lnTo>
                  <a:lnTo>
                    <a:pt x="4050" y="33566"/>
                  </a:lnTo>
                  <a:lnTo>
                    <a:pt x="4020" y="32957"/>
                  </a:lnTo>
                  <a:lnTo>
                    <a:pt x="3827" y="32321"/>
                  </a:lnTo>
                  <a:lnTo>
                    <a:pt x="3563" y="32236"/>
                  </a:lnTo>
                  <a:lnTo>
                    <a:pt x="2995" y="31446"/>
                  </a:lnTo>
                  <a:lnTo>
                    <a:pt x="2442" y="30056"/>
                  </a:lnTo>
                  <a:lnTo>
                    <a:pt x="1920" y="29421"/>
                  </a:lnTo>
                  <a:lnTo>
                    <a:pt x="1429" y="29541"/>
                  </a:lnTo>
                  <a:lnTo>
                    <a:pt x="975" y="30066"/>
                  </a:lnTo>
                  <a:lnTo>
                    <a:pt x="559" y="30999"/>
                  </a:lnTo>
                  <a:lnTo>
                    <a:pt x="234" y="31380"/>
                  </a:lnTo>
                  <a:lnTo>
                    <a:pt x="0" y="31209"/>
                  </a:lnTo>
                  <a:lnTo>
                    <a:pt x="71" y="30387"/>
                  </a:lnTo>
                  <a:lnTo>
                    <a:pt x="139" y="29612"/>
                  </a:lnTo>
                  <a:lnTo>
                    <a:pt x="652" y="26586"/>
                  </a:lnTo>
                  <a:lnTo>
                    <a:pt x="1271" y="24617"/>
                  </a:lnTo>
                  <a:lnTo>
                    <a:pt x="1997" y="23705"/>
                  </a:lnTo>
                  <a:lnTo>
                    <a:pt x="2767" y="23321"/>
                  </a:lnTo>
                  <a:lnTo>
                    <a:pt x="3580" y="23464"/>
                  </a:lnTo>
                  <a:lnTo>
                    <a:pt x="4259" y="23295"/>
                  </a:lnTo>
                  <a:lnTo>
                    <a:pt x="4806" y="22814"/>
                  </a:lnTo>
                  <a:lnTo>
                    <a:pt x="4756" y="22540"/>
                  </a:lnTo>
                  <a:lnTo>
                    <a:pt x="4109" y="22470"/>
                  </a:lnTo>
                  <a:lnTo>
                    <a:pt x="3853" y="21944"/>
                  </a:lnTo>
                  <a:lnTo>
                    <a:pt x="3984" y="20961"/>
                  </a:lnTo>
                  <a:lnTo>
                    <a:pt x="4273" y="20323"/>
                  </a:lnTo>
                  <a:lnTo>
                    <a:pt x="4718" y="20028"/>
                  </a:lnTo>
                  <a:lnTo>
                    <a:pt x="5148" y="19037"/>
                  </a:lnTo>
                  <a:lnTo>
                    <a:pt x="5564" y="17349"/>
                  </a:lnTo>
                  <a:lnTo>
                    <a:pt x="6071" y="16495"/>
                  </a:lnTo>
                  <a:lnTo>
                    <a:pt x="6666" y="16473"/>
                  </a:lnTo>
                  <a:lnTo>
                    <a:pt x="7687" y="15747"/>
                  </a:lnTo>
                  <a:lnTo>
                    <a:pt x="9133" y="14319"/>
                  </a:lnTo>
                  <a:lnTo>
                    <a:pt x="9687" y="12940"/>
                  </a:lnTo>
                  <a:lnTo>
                    <a:pt x="10234" y="13573"/>
                  </a:lnTo>
                  <a:lnTo>
                    <a:pt x="10032" y="15171"/>
                  </a:lnTo>
                  <a:lnTo>
                    <a:pt x="10318" y="15509"/>
                  </a:lnTo>
                  <a:lnTo>
                    <a:pt x="10454" y="16079"/>
                  </a:lnTo>
                  <a:lnTo>
                    <a:pt x="10377" y="16975"/>
                  </a:lnTo>
                  <a:lnTo>
                    <a:pt x="10496" y="17735"/>
                  </a:lnTo>
                  <a:lnTo>
                    <a:pt x="10718" y="18103"/>
                  </a:lnTo>
                  <a:lnTo>
                    <a:pt x="11036" y="18287"/>
                  </a:lnTo>
                  <a:lnTo>
                    <a:pt x="12569" y="17636"/>
                  </a:lnTo>
                  <a:lnTo>
                    <a:pt x="13504" y="17588"/>
                  </a:lnTo>
                  <a:lnTo>
                    <a:pt x="13897" y="18016"/>
                  </a:lnTo>
                  <a:lnTo>
                    <a:pt x="14255" y="18283"/>
                  </a:lnTo>
                  <a:lnTo>
                    <a:pt x="14698" y="18489"/>
                  </a:lnTo>
                  <a:lnTo>
                    <a:pt x="15041" y="18761"/>
                  </a:lnTo>
                  <a:lnTo>
                    <a:pt x="15262" y="18674"/>
                  </a:lnTo>
                  <a:lnTo>
                    <a:pt x="15785" y="18008"/>
                  </a:lnTo>
                  <a:lnTo>
                    <a:pt x="15947" y="17890"/>
                  </a:lnTo>
                  <a:lnTo>
                    <a:pt x="15961" y="17564"/>
                  </a:lnTo>
                  <a:lnTo>
                    <a:pt x="15592" y="16965"/>
                  </a:lnTo>
                  <a:lnTo>
                    <a:pt x="15213" y="16462"/>
                  </a:lnTo>
                  <a:lnTo>
                    <a:pt x="15225" y="15346"/>
                  </a:lnTo>
                  <a:lnTo>
                    <a:pt x="15407" y="13409"/>
                  </a:lnTo>
                  <a:lnTo>
                    <a:pt x="15443" y="12406"/>
                  </a:lnTo>
                  <a:lnTo>
                    <a:pt x="15411" y="10004"/>
                  </a:lnTo>
                  <a:lnTo>
                    <a:pt x="15341" y="9327"/>
                  </a:lnTo>
                  <a:lnTo>
                    <a:pt x="14992" y="8547"/>
                  </a:lnTo>
                  <a:lnTo>
                    <a:pt x="14077" y="7051"/>
                  </a:lnTo>
                  <a:lnTo>
                    <a:pt x="13820" y="6136"/>
                  </a:lnTo>
                  <a:lnTo>
                    <a:pt x="13673" y="5221"/>
                  </a:lnTo>
                  <a:lnTo>
                    <a:pt x="13688" y="4642"/>
                  </a:lnTo>
                  <a:lnTo>
                    <a:pt x="13456" y="3980"/>
                  </a:lnTo>
                  <a:lnTo>
                    <a:pt x="13335" y="3369"/>
                  </a:lnTo>
                  <a:lnTo>
                    <a:pt x="13745" y="3053"/>
                  </a:lnTo>
                  <a:lnTo>
                    <a:pt x="14238" y="2340"/>
                  </a:lnTo>
                  <a:lnTo>
                    <a:pt x="14486" y="1253"/>
                  </a:lnTo>
                  <a:lnTo>
                    <a:pt x="14726" y="459"/>
                  </a:lnTo>
                  <a:lnTo>
                    <a:pt x="15067" y="121"/>
                  </a:lnTo>
                  <a:lnTo>
                    <a:pt x="15362" y="0"/>
                  </a:lnTo>
                  <a:lnTo>
                    <a:pt x="15563" y="68"/>
                  </a:lnTo>
                  <a:lnTo>
                    <a:pt x="16337" y="1489"/>
                  </a:lnTo>
                  <a:lnTo>
                    <a:pt x="17317" y="779"/>
                  </a:lnTo>
                  <a:lnTo>
                    <a:pt x="18065" y="781"/>
                  </a:lnTo>
                  <a:lnTo>
                    <a:pt x="18699" y="115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g967"/>
            <p:cNvSpPr/>
            <p:nvPr/>
          </p:nvSpPr>
          <p:spPr>
            <a:xfrm>
              <a:off x="4354723" y="1934858"/>
              <a:ext cx="13967" cy="22358"/>
            </a:xfrm>
            <a:custGeom>
              <a:avLst/>
              <a:pathLst>
                <a:path w="13967" h="22358">
                  <a:moveTo>
                    <a:pt x="7195" y="17392"/>
                  </a:moveTo>
                  <a:lnTo>
                    <a:pt x="6926" y="17616"/>
                  </a:lnTo>
                  <a:lnTo>
                    <a:pt x="6422" y="18256"/>
                  </a:lnTo>
                  <a:lnTo>
                    <a:pt x="5921" y="18775"/>
                  </a:lnTo>
                  <a:lnTo>
                    <a:pt x="4906" y="19578"/>
                  </a:lnTo>
                  <a:lnTo>
                    <a:pt x="4676" y="20058"/>
                  </a:lnTo>
                  <a:lnTo>
                    <a:pt x="4453" y="19627"/>
                  </a:lnTo>
                  <a:lnTo>
                    <a:pt x="4010" y="19920"/>
                  </a:lnTo>
                  <a:lnTo>
                    <a:pt x="3638" y="21747"/>
                  </a:lnTo>
                  <a:lnTo>
                    <a:pt x="2863" y="22358"/>
                  </a:lnTo>
                  <a:lnTo>
                    <a:pt x="1894" y="22305"/>
                  </a:lnTo>
                  <a:lnTo>
                    <a:pt x="1085" y="22131"/>
                  </a:lnTo>
                  <a:lnTo>
                    <a:pt x="0" y="22247"/>
                  </a:lnTo>
                  <a:lnTo>
                    <a:pt x="439" y="21182"/>
                  </a:lnTo>
                  <a:lnTo>
                    <a:pt x="898" y="19802"/>
                  </a:lnTo>
                  <a:lnTo>
                    <a:pt x="1350" y="17938"/>
                  </a:lnTo>
                  <a:lnTo>
                    <a:pt x="2149" y="16392"/>
                  </a:lnTo>
                  <a:lnTo>
                    <a:pt x="3805" y="11143"/>
                  </a:lnTo>
                  <a:lnTo>
                    <a:pt x="4760" y="9017"/>
                  </a:lnTo>
                  <a:lnTo>
                    <a:pt x="5101" y="6004"/>
                  </a:lnTo>
                  <a:lnTo>
                    <a:pt x="6581" y="3365"/>
                  </a:lnTo>
                  <a:lnTo>
                    <a:pt x="7689" y="2585"/>
                  </a:lnTo>
                  <a:lnTo>
                    <a:pt x="8224" y="1831"/>
                  </a:lnTo>
                  <a:lnTo>
                    <a:pt x="8208" y="690"/>
                  </a:lnTo>
                  <a:lnTo>
                    <a:pt x="9862" y="698"/>
                  </a:lnTo>
                  <a:lnTo>
                    <a:pt x="10927" y="639"/>
                  </a:lnTo>
                  <a:lnTo>
                    <a:pt x="11236" y="0"/>
                  </a:lnTo>
                  <a:lnTo>
                    <a:pt x="12065" y="290"/>
                  </a:lnTo>
                  <a:lnTo>
                    <a:pt x="12530" y="909"/>
                  </a:lnTo>
                  <a:lnTo>
                    <a:pt x="12110" y="1559"/>
                  </a:lnTo>
                  <a:lnTo>
                    <a:pt x="11520" y="2306"/>
                  </a:lnTo>
                  <a:lnTo>
                    <a:pt x="11554" y="2498"/>
                  </a:lnTo>
                  <a:lnTo>
                    <a:pt x="11995" y="2560"/>
                  </a:lnTo>
                  <a:lnTo>
                    <a:pt x="12743" y="2964"/>
                  </a:lnTo>
                  <a:lnTo>
                    <a:pt x="13205" y="3435"/>
                  </a:lnTo>
                  <a:lnTo>
                    <a:pt x="13967" y="6380"/>
                  </a:lnTo>
                  <a:lnTo>
                    <a:pt x="13496" y="7593"/>
                  </a:lnTo>
                  <a:lnTo>
                    <a:pt x="12761" y="8673"/>
                  </a:lnTo>
                  <a:lnTo>
                    <a:pt x="12433" y="8771"/>
                  </a:lnTo>
                  <a:lnTo>
                    <a:pt x="11790" y="9308"/>
                  </a:lnTo>
                  <a:lnTo>
                    <a:pt x="11251" y="10043"/>
                  </a:lnTo>
                  <a:lnTo>
                    <a:pt x="11061" y="10508"/>
                  </a:lnTo>
                  <a:lnTo>
                    <a:pt x="11103" y="10942"/>
                  </a:lnTo>
                  <a:lnTo>
                    <a:pt x="11865" y="11487"/>
                  </a:lnTo>
                  <a:lnTo>
                    <a:pt x="11886" y="11707"/>
                  </a:lnTo>
                  <a:lnTo>
                    <a:pt x="11730" y="11878"/>
                  </a:lnTo>
                  <a:lnTo>
                    <a:pt x="11114" y="11759"/>
                  </a:lnTo>
                  <a:lnTo>
                    <a:pt x="10320" y="11704"/>
                  </a:lnTo>
                  <a:lnTo>
                    <a:pt x="9850" y="11705"/>
                  </a:lnTo>
                  <a:lnTo>
                    <a:pt x="9305" y="11815"/>
                  </a:lnTo>
                  <a:lnTo>
                    <a:pt x="8611" y="12480"/>
                  </a:lnTo>
                  <a:lnTo>
                    <a:pt x="8302" y="12916"/>
                  </a:lnTo>
                  <a:lnTo>
                    <a:pt x="8134" y="13198"/>
                  </a:lnTo>
                  <a:lnTo>
                    <a:pt x="7888" y="14103"/>
                  </a:lnTo>
                  <a:lnTo>
                    <a:pt x="8165" y="14723"/>
                  </a:lnTo>
                  <a:lnTo>
                    <a:pt x="8685" y="15074"/>
                  </a:lnTo>
                  <a:lnTo>
                    <a:pt x="8759" y="15254"/>
                  </a:lnTo>
                  <a:lnTo>
                    <a:pt x="8644" y="15568"/>
                  </a:lnTo>
                  <a:lnTo>
                    <a:pt x="8126" y="15958"/>
                  </a:lnTo>
                  <a:lnTo>
                    <a:pt x="7738" y="16436"/>
                  </a:lnTo>
                  <a:lnTo>
                    <a:pt x="7626" y="1692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g968"/>
            <p:cNvSpPr/>
            <p:nvPr/>
          </p:nvSpPr>
          <p:spPr>
            <a:xfrm>
              <a:off x="3913697" y="2299470"/>
              <a:ext cx="38861" cy="58391"/>
            </a:xfrm>
            <a:custGeom>
              <a:avLst/>
              <a:pathLst>
                <a:path w="38861" h="58391">
                  <a:moveTo>
                    <a:pt x="28581" y="13657"/>
                  </a:moveTo>
                  <a:lnTo>
                    <a:pt x="28763" y="13817"/>
                  </a:lnTo>
                  <a:lnTo>
                    <a:pt x="29048" y="14244"/>
                  </a:lnTo>
                  <a:lnTo>
                    <a:pt x="29316" y="15703"/>
                  </a:lnTo>
                  <a:lnTo>
                    <a:pt x="30377" y="20415"/>
                  </a:lnTo>
                  <a:lnTo>
                    <a:pt x="30323" y="21713"/>
                  </a:lnTo>
                  <a:lnTo>
                    <a:pt x="30113" y="22563"/>
                  </a:lnTo>
                  <a:lnTo>
                    <a:pt x="30108" y="23394"/>
                  </a:lnTo>
                  <a:lnTo>
                    <a:pt x="30037" y="24215"/>
                  </a:lnTo>
                  <a:lnTo>
                    <a:pt x="29388" y="25560"/>
                  </a:lnTo>
                  <a:lnTo>
                    <a:pt x="27473" y="28312"/>
                  </a:lnTo>
                  <a:lnTo>
                    <a:pt x="27622" y="28553"/>
                  </a:lnTo>
                  <a:lnTo>
                    <a:pt x="28079" y="28866"/>
                  </a:lnTo>
                  <a:lnTo>
                    <a:pt x="28545" y="29029"/>
                  </a:lnTo>
                  <a:lnTo>
                    <a:pt x="28927" y="28944"/>
                  </a:lnTo>
                  <a:lnTo>
                    <a:pt x="29406" y="29632"/>
                  </a:lnTo>
                  <a:lnTo>
                    <a:pt x="29921" y="30496"/>
                  </a:lnTo>
                  <a:lnTo>
                    <a:pt x="30467" y="30945"/>
                  </a:lnTo>
                  <a:lnTo>
                    <a:pt x="31255" y="31340"/>
                  </a:lnTo>
                  <a:lnTo>
                    <a:pt x="31944" y="31384"/>
                  </a:lnTo>
                  <a:lnTo>
                    <a:pt x="32531" y="31233"/>
                  </a:lnTo>
                  <a:lnTo>
                    <a:pt x="33358" y="31404"/>
                  </a:lnTo>
                  <a:lnTo>
                    <a:pt x="34237" y="32119"/>
                  </a:lnTo>
                  <a:lnTo>
                    <a:pt x="34550" y="33301"/>
                  </a:lnTo>
                  <a:lnTo>
                    <a:pt x="34761" y="34330"/>
                  </a:lnTo>
                  <a:lnTo>
                    <a:pt x="35067" y="34852"/>
                  </a:lnTo>
                  <a:lnTo>
                    <a:pt x="35108" y="35742"/>
                  </a:lnTo>
                  <a:lnTo>
                    <a:pt x="35734" y="36524"/>
                  </a:lnTo>
                  <a:lnTo>
                    <a:pt x="36626" y="36682"/>
                  </a:lnTo>
                  <a:lnTo>
                    <a:pt x="37782" y="37598"/>
                  </a:lnTo>
                  <a:lnTo>
                    <a:pt x="38203" y="37435"/>
                  </a:lnTo>
                  <a:lnTo>
                    <a:pt x="38345" y="37608"/>
                  </a:lnTo>
                  <a:lnTo>
                    <a:pt x="38635" y="40258"/>
                  </a:lnTo>
                  <a:lnTo>
                    <a:pt x="38861" y="41663"/>
                  </a:lnTo>
                  <a:lnTo>
                    <a:pt x="38742" y="42231"/>
                  </a:lnTo>
                  <a:lnTo>
                    <a:pt x="38586" y="42677"/>
                  </a:lnTo>
                  <a:lnTo>
                    <a:pt x="38578" y="44817"/>
                  </a:lnTo>
                  <a:lnTo>
                    <a:pt x="38054" y="46045"/>
                  </a:lnTo>
                  <a:lnTo>
                    <a:pt x="37969" y="47393"/>
                  </a:lnTo>
                  <a:lnTo>
                    <a:pt x="37821" y="47830"/>
                  </a:lnTo>
                  <a:lnTo>
                    <a:pt x="37262" y="48218"/>
                  </a:lnTo>
                  <a:lnTo>
                    <a:pt x="37258" y="49253"/>
                  </a:lnTo>
                  <a:lnTo>
                    <a:pt x="37109" y="50504"/>
                  </a:lnTo>
                  <a:lnTo>
                    <a:pt x="37051" y="51832"/>
                  </a:lnTo>
                  <a:lnTo>
                    <a:pt x="37208" y="55308"/>
                  </a:lnTo>
                  <a:lnTo>
                    <a:pt x="37237" y="57901"/>
                  </a:lnTo>
                  <a:lnTo>
                    <a:pt x="37488" y="58391"/>
                  </a:lnTo>
                  <a:lnTo>
                    <a:pt x="36400" y="58175"/>
                  </a:lnTo>
                  <a:lnTo>
                    <a:pt x="33200" y="56196"/>
                  </a:lnTo>
                  <a:lnTo>
                    <a:pt x="30733" y="55062"/>
                  </a:lnTo>
                  <a:lnTo>
                    <a:pt x="22472" y="48581"/>
                  </a:lnTo>
                  <a:lnTo>
                    <a:pt x="20177" y="45981"/>
                  </a:lnTo>
                  <a:lnTo>
                    <a:pt x="17532" y="42108"/>
                  </a:lnTo>
                  <a:lnTo>
                    <a:pt x="11647" y="34312"/>
                  </a:lnTo>
                  <a:lnTo>
                    <a:pt x="10306" y="33061"/>
                  </a:lnTo>
                  <a:lnTo>
                    <a:pt x="8613" y="32453"/>
                  </a:lnTo>
                  <a:lnTo>
                    <a:pt x="7567" y="31790"/>
                  </a:lnTo>
                  <a:lnTo>
                    <a:pt x="6829" y="31069"/>
                  </a:lnTo>
                  <a:lnTo>
                    <a:pt x="6229" y="28908"/>
                  </a:lnTo>
                  <a:lnTo>
                    <a:pt x="4758" y="27621"/>
                  </a:lnTo>
                  <a:lnTo>
                    <a:pt x="2042" y="25796"/>
                  </a:lnTo>
                  <a:lnTo>
                    <a:pt x="0" y="22751"/>
                  </a:lnTo>
                  <a:lnTo>
                    <a:pt x="501" y="22127"/>
                  </a:lnTo>
                  <a:lnTo>
                    <a:pt x="1238" y="20127"/>
                  </a:lnTo>
                  <a:lnTo>
                    <a:pt x="2269" y="18203"/>
                  </a:lnTo>
                  <a:lnTo>
                    <a:pt x="3229" y="17062"/>
                  </a:lnTo>
                  <a:lnTo>
                    <a:pt x="3993" y="15888"/>
                  </a:lnTo>
                  <a:lnTo>
                    <a:pt x="4799" y="14989"/>
                  </a:lnTo>
                  <a:lnTo>
                    <a:pt x="5955" y="13940"/>
                  </a:lnTo>
                  <a:lnTo>
                    <a:pt x="7722" y="11176"/>
                  </a:lnTo>
                  <a:lnTo>
                    <a:pt x="8136" y="10855"/>
                  </a:lnTo>
                  <a:lnTo>
                    <a:pt x="8419" y="8944"/>
                  </a:lnTo>
                  <a:lnTo>
                    <a:pt x="8861" y="6507"/>
                  </a:lnTo>
                  <a:lnTo>
                    <a:pt x="9373" y="5752"/>
                  </a:lnTo>
                  <a:lnTo>
                    <a:pt x="10576" y="5301"/>
                  </a:lnTo>
                  <a:lnTo>
                    <a:pt x="10858" y="4878"/>
                  </a:lnTo>
                  <a:lnTo>
                    <a:pt x="11285" y="3164"/>
                  </a:lnTo>
                  <a:lnTo>
                    <a:pt x="11558" y="1165"/>
                  </a:lnTo>
                  <a:lnTo>
                    <a:pt x="11583" y="732"/>
                  </a:lnTo>
                  <a:lnTo>
                    <a:pt x="12057" y="681"/>
                  </a:lnTo>
                  <a:lnTo>
                    <a:pt x="12867" y="250"/>
                  </a:lnTo>
                  <a:lnTo>
                    <a:pt x="13338" y="444"/>
                  </a:lnTo>
                  <a:lnTo>
                    <a:pt x="13546" y="1019"/>
                  </a:lnTo>
                  <a:lnTo>
                    <a:pt x="13653" y="1503"/>
                  </a:lnTo>
                  <a:lnTo>
                    <a:pt x="16109" y="258"/>
                  </a:lnTo>
                  <a:lnTo>
                    <a:pt x="16324" y="0"/>
                  </a:lnTo>
                  <a:lnTo>
                    <a:pt x="16454" y="43"/>
                  </a:lnTo>
                  <a:lnTo>
                    <a:pt x="16763" y="1168"/>
                  </a:lnTo>
                  <a:lnTo>
                    <a:pt x="16940" y="1099"/>
                  </a:lnTo>
                  <a:lnTo>
                    <a:pt x="17089" y="774"/>
                  </a:lnTo>
                  <a:lnTo>
                    <a:pt x="17253" y="743"/>
                  </a:lnTo>
                  <a:lnTo>
                    <a:pt x="17445" y="894"/>
                  </a:lnTo>
                  <a:lnTo>
                    <a:pt x="17637" y="1417"/>
                  </a:lnTo>
                  <a:lnTo>
                    <a:pt x="17950" y="1887"/>
                  </a:lnTo>
                  <a:lnTo>
                    <a:pt x="18482" y="2218"/>
                  </a:lnTo>
                  <a:lnTo>
                    <a:pt x="18819" y="2672"/>
                  </a:lnTo>
                  <a:lnTo>
                    <a:pt x="18782" y="3873"/>
                  </a:lnTo>
                  <a:lnTo>
                    <a:pt x="18912" y="5041"/>
                  </a:lnTo>
                  <a:lnTo>
                    <a:pt x="19142" y="5310"/>
                  </a:lnTo>
                  <a:lnTo>
                    <a:pt x="19265" y="6007"/>
                  </a:lnTo>
                  <a:lnTo>
                    <a:pt x="19328" y="6773"/>
                  </a:lnTo>
                  <a:lnTo>
                    <a:pt x="19455" y="7175"/>
                  </a:lnTo>
                  <a:lnTo>
                    <a:pt x="19545" y="7947"/>
                  </a:lnTo>
                  <a:lnTo>
                    <a:pt x="19499" y="8775"/>
                  </a:lnTo>
                  <a:lnTo>
                    <a:pt x="19595" y="9358"/>
                  </a:lnTo>
                  <a:lnTo>
                    <a:pt x="19986" y="10364"/>
                  </a:lnTo>
                  <a:lnTo>
                    <a:pt x="20230" y="11630"/>
                  </a:lnTo>
                  <a:lnTo>
                    <a:pt x="20232" y="12527"/>
                  </a:lnTo>
                  <a:lnTo>
                    <a:pt x="20090" y="13471"/>
                  </a:lnTo>
                  <a:lnTo>
                    <a:pt x="19830" y="14334"/>
                  </a:lnTo>
                  <a:lnTo>
                    <a:pt x="19373" y="15275"/>
                  </a:lnTo>
                  <a:lnTo>
                    <a:pt x="19335" y="15647"/>
                  </a:lnTo>
                  <a:lnTo>
                    <a:pt x="19606" y="15890"/>
                  </a:lnTo>
                  <a:lnTo>
                    <a:pt x="20017" y="15939"/>
                  </a:lnTo>
                  <a:lnTo>
                    <a:pt x="20361" y="15747"/>
                  </a:lnTo>
                  <a:lnTo>
                    <a:pt x="21232" y="16178"/>
                  </a:lnTo>
                  <a:lnTo>
                    <a:pt x="21687" y="16798"/>
                  </a:lnTo>
                  <a:lnTo>
                    <a:pt x="22087" y="17564"/>
                  </a:lnTo>
                  <a:lnTo>
                    <a:pt x="22447" y="17952"/>
                  </a:lnTo>
                  <a:lnTo>
                    <a:pt x="22610" y="18435"/>
                  </a:lnTo>
                  <a:lnTo>
                    <a:pt x="23227" y="18302"/>
                  </a:lnTo>
                  <a:lnTo>
                    <a:pt x="23944" y="17836"/>
                  </a:lnTo>
                  <a:lnTo>
                    <a:pt x="24092" y="17617"/>
                  </a:lnTo>
                  <a:lnTo>
                    <a:pt x="24305" y="17735"/>
                  </a:lnTo>
                  <a:lnTo>
                    <a:pt x="24767" y="17783"/>
                  </a:lnTo>
                  <a:lnTo>
                    <a:pt x="25090" y="16945"/>
                  </a:lnTo>
                  <a:lnTo>
                    <a:pt x="25351" y="15980"/>
                  </a:lnTo>
                  <a:lnTo>
                    <a:pt x="25907" y="14936"/>
                  </a:lnTo>
                  <a:lnTo>
                    <a:pt x="26180" y="14533"/>
                  </a:lnTo>
                  <a:lnTo>
                    <a:pt x="26252" y="13866"/>
                  </a:lnTo>
                  <a:lnTo>
                    <a:pt x="26282" y="13005"/>
                  </a:lnTo>
                  <a:lnTo>
                    <a:pt x="26482" y="12257"/>
                  </a:lnTo>
                  <a:lnTo>
                    <a:pt x="26942" y="11846"/>
                  </a:lnTo>
                  <a:lnTo>
                    <a:pt x="27438" y="11852"/>
                  </a:lnTo>
                  <a:lnTo>
                    <a:pt x="27707" y="12004"/>
                  </a:lnTo>
                  <a:lnTo>
                    <a:pt x="27844" y="12728"/>
                  </a:lnTo>
                  <a:lnTo>
                    <a:pt x="28242" y="1328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g969"/>
            <p:cNvSpPr/>
            <p:nvPr/>
          </p:nvSpPr>
          <p:spPr>
            <a:xfrm>
              <a:off x="4110650" y="1955735"/>
              <a:ext cx="149861" cy="190880"/>
            </a:xfrm>
            <a:custGeom>
              <a:avLst/>
              <a:pathLst>
                <a:path w="149861" h="190880">
                  <a:moveTo>
                    <a:pt x="149861" y="21297"/>
                  </a:moveTo>
                  <a:lnTo>
                    <a:pt x="149497" y="21689"/>
                  </a:lnTo>
                  <a:lnTo>
                    <a:pt x="148979" y="22522"/>
                  </a:lnTo>
                  <a:lnTo>
                    <a:pt x="148651" y="23263"/>
                  </a:lnTo>
                  <a:lnTo>
                    <a:pt x="147775" y="24470"/>
                  </a:lnTo>
                  <a:lnTo>
                    <a:pt x="147044" y="25763"/>
                  </a:lnTo>
                  <a:lnTo>
                    <a:pt x="147112" y="27655"/>
                  </a:lnTo>
                  <a:lnTo>
                    <a:pt x="147279" y="29579"/>
                  </a:lnTo>
                  <a:lnTo>
                    <a:pt x="147770" y="31459"/>
                  </a:lnTo>
                  <a:lnTo>
                    <a:pt x="148190" y="33549"/>
                  </a:lnTo>
                  <a:lnTo>
                    <a:pt x="148072" y="34917"/>
                  </a:lnTo>
                  <a:lnTo>
                    <a:pt x="147709" y="36598"/>
                  </a:lnTo>
                  <a:lnTo>
                    <a:pt x="147279" y="37999"/>
                  </a:lnTo>
                  <a:lnTo>
                    <a:pt x="145849" y="40886"/>
                  </a:lnTo>
                  <a:lnTo>
                    <a:pt x="145629" y="41576"/>
                  </a:lnTo>
                  <a:lnTo>
                    <a:pt x="145709" y="42546"/>
                  </a:lnTo>
                  <a:lnTo>
                    <a:pt x="146580" y="45970"/>
                  </a:lnTo>
                  <a:lnTo>
                    <a:pt x="146648" y="47048"/>
                  </a:lnTo>
                  <a:lnTo>
                    <a:pt x="147169" y="50375"/>
                  </a:lnTo>
                  <a:lnTo>
                    <a:pt x="147643" y="53080"/>
                  </a:lnTo>
                  <a:lnTo>
                    <a:pt x="148169" y="55207"/>
                  </a:lnTo>
                  <a:lnTo>
                    <a:pt x="148250" y="55792"/>
                  </a:lnTo>
                  <a:lnTo>
                    <a:pt x="148250" y="58924"/>
                  </a:lnTo>
                  <a:lnTo>
                    <a:pt x="148250" y="62056"/>
                  </a:lnTo>
                  <a:lnTo>
                    <a:pt x="148250" y="65188"/>
                  </a:lnTo>
                  <a:lnTo>
                    <a:pt x="148250" y="68320"/>
                  </a:lnTo>
                  <a:lnTo>
                    <a:pt x="148250" y="71452"/>
                  </a:lnTo>
                  <a:lnTo>
                    <a:pt x="148250" y="74585"/>
                  </a:lnTo>
                  <a:lnTo>
                    <a:pt x="148250" y="77717"/>
                  </a:lnTo>
                  <a:lnTo>
                    <a:pt x="148250" y="80849"/>
                  </a:lnTo>
                  <a:lnTo>
                    <a:pt x="148250" y="83981"/>
                  </a:lnTo>
                  <a:lnTo>
                    <a:pt x="148250" y="87114"/>
                  </a:lnTo>
                  <a:lnTo>
                    <a:pt x="148250" y="90246"/>
                  </a:lnTo>
                  <a:lnTo>
                    <a:pt x="148250" y="93378"/>
                  </a:lnTo>
                  <a:lnTo>
                    <a:pt x="148250" y="96510"/>
                  </a:lnTo>
                  <a:lnTo>
                    <a:pt x="148250" y="99642"/>
                  </a:lnTo>
                  <a:lnTo>
                    <a:pt x="148250" y="102775"/>
                  </a:lnTo>
                  <a:lnTo>
                    <a:pt x="148250" y="105907"/>
                  </a:lnTo>
                  <a:lnTo>
                    <a:pt x="148250" y="109039"/>
                  </a:lnTo>
                  <a:lnTo>
                    <a:pt x="148250" y="112171"/>
                  </a:lnTo>
                  <a:lnTo>
                    <a:pt x="148250" y="115303"/>
                  </a:lnTo>
                  <a:lnTo>
                    <a:pt x="148250" y="118435"/>
                  </a:lnTo>
                  <a:lnTo>
                    <a:pt x="148250" y="121567"/>
                  </a:lnTo>
                  <a:lnTo>
                    <a:pt x="148250" y="124700"/>
                  </a:lnTo>
                  <a:lnTo>
                    <a:pt x="148250" y="127832"/>
                  </a:lnTo>
                  <a:lnTo>
                    <a:pt x="148250" y="130964"/>
                  </a:lnTo>
                  <a:lnTo>
                    <a:pt x="148250" y="134096"/>
                  </a:lnTo>
                  <a:lnTo>
                    <a:pt x="148250" y="137229"/>
                  </a:lnTo>
                  <a:lnTo>
                    <a:pt x="148250" y="140361"/>
                  </a:lnTo>
                  <a:lnTo>
                    <a:pt x="148250" y="143493"/>
                  </a:lnTo>
                  <a:lnTo>
                    <a:pt x="148250" y="146625"/>
                  </a:lnTo>
                  <a:lnTo>
                    <a:pt x="148250" y="149757"/>
                  </a:lnTo>
                  <a:lnTo>
                    <a:pt x="148250" y="152890"/>
                  </a:lnTo>
                  <a:lnTo>
                    <a:pt x="148250" y="156022"/>
                  </a:lnTo>
                  <a:lnTo>
                    <a:pt x="148249" y="162972"/>
                  </a:lnTo>
                  <a:lnTo>
                    <a:pt x="148247" y="169923"/>
                  </a:lnTo>
                  <a:lnTo>
                    <a:pt x="148245" y="176873"/>
                  </a:lnTo>
                  <a:lnTo>
                    <a:pt x="148125" y="183923"/>
                  </a:lnTo>
                  <a:lnTo>
                    <a:pt x="145792" y="183922"/>
                  </a:lnTo>
                  <a:lnTo>
                    <a:pt x="143457" y="183919"/>
                  </a:lnTo>
                  <a:lnTo>
                    <a:pt x="141123" y="183917"/>
                  </a:lnTo>
                  <a:lnTo>
                    <a:pt x="138790" y="183916"/>
                  </a:lnTo>
                  <a:lnTo>
                    <a:pt x="138790" y="185657"/>
                  </a:lnTo>
                  <a:lnTo>
                    <a:pt x="138790" y="187398"/>
                  </a:lnTo>
                  <a:lnTo>
                    <a:pt x="138790" y="189139"/>
                  </a:lnTo>
                  <a:lnTo>
                    <a:pt x="138790" y="190880"/>
                  </a:lnTo>
                  <a:lnTo>
                    <a:pt x="134258" y="187581"/>
                  </a:lnTo>
                  <a:lnTo>
                    <a:pt x="129725" y="184281"/>
                  </a:lnTo>
                  <a:lnTo>
                    <a:pt x="125193" y="180981"/>
                  </a:lnTo>
                  <a:lnTo>
                    <a:pt x="120661" y="177682"/>
                  </a:lnTo>
                  <a:lnTo>
                    <a:pt x="116128" y="174382"/>
                  </a:lnTo>
                  <a:lnTo>
                    <a:pt x="111595" y="171082"/>
                  </a:lnTo>
                  <a:lnTo>
                    <a:pt x="107063" y="167783"/>
                  </a:lnTo>
                  <a:lnTo>
                    <a:pt x="102530" y="164482"/>
                  </a:lnTo>
                  <a:lnTo>
                    <a:pt x="97997" y="161183"/>
                  </a:lnTo>
                  <a:lnTo>
                    <a:pt x="93465" y="157883"/>
                  </a:lnTo>
                  <a:lnTo>
                    <a:pt x="88933" y="154583"/>
                  </a:lnTo>
                  <a:lnTo>
                    <a:pt x="84400" y="151284"/>
                  </a:lnTo>
                  <a:lnTo>
                    <a:pt x="79868" y="147984"/>
                  </a:lnTo>
                  <a:lnTo>
                    <a:pt x="75336" y="144684"/>
                  </a:lnTo>
                  <a:lnTo>
                    <a:pt x="70803" y="141385"/>
                  </a:lnTo>
                  <a:lnTo>
                    <a:pt x="66270" y="138085"/>
                  </a:lnTo>
                  <a:lnTo>
                    <a:pt x="63139" y="135806"/>
                  </a:lnTo>
                  <a:lnTo>
                    <a:pt x="59762" y="138030"/>
                  </a:lnTo>
                  <a:lnTo>
                    <a:pt x="57116" y="139775"/>
                  </a:lnTo>
                  <a:lnTo>
                    <a:pt x="53630" y="142068"/>
                  </a:lnTo>
                  <a:lnTo>
                    <a:pt x="49625" y="145049"/>
                  </a:lnTo>
                  <a:lnTo>
                    <a:pt x="46551" y="147338"/>
                  </a:lnTo>
                  <a:lnTo>
                    <a:pt x="46407" y="147321"/>
                  </a:lnTo>
                  <a:lnTo>
                    <a:pt x="46267" y="147264"/>
                  </a:lnTo>
                  <a:lnTo>
                    <a:pt x="43069" y="143381"/>
                  </a:lnTo>
                  <a:lnTo>
                    <a:pt x="40571" y="140349"/>
                  </a:lnTo>
                  <a:lnTo>
                    <a:pt x="39460" y="139503"/>
                  </a:lnTo>
                  <a:lnTo>
                    <a:pt x="34752" y="137953"/>
                  </a:lnTo>
                  <a:lnTo>
                    <a:pt x="30071" y="136414"/>
                  </a:lnTo>
                  <a:lnTo>
                    <a:pt x="25143" y="134793"/>
                  </a:lnTo>
                  <a:lnTo>
                    <a:pt x="24246" y="132325"/>
                  </a:lnTo>
                  <a:lnTo>
                    <a:pt x="23242" y="129566"/>
                  </a:lnTo>
                  <a:lnTo>
                    <a:pt x="21891" y="126120"/>
                  </a:lnTo>
                  <a:lnTo>
                    <a:pt x="21066" y="124012"/>
                  </a:lnTo>
                  <a:lnTo>
                    <a:pt x="20788" y="123683"/>
                  </a:lnTo>
                  <a:lnTo>
                    <a:pt x="17010" y="122014"/>
                  </a:lnTo>
                  <a:lnTo>
                    <a:pt x="13016" y="120378"/>
                  </a:lnTo>
                  <a:lnTo>
                    <a:pt x="10678" y="121370"/>
                  </a:lnTo>
                  <a:lnTo>
                    <a:pt x="10271" y="121295"/>
                  </a:lnTo>
                  <a:lnTo>
                    <a:pt x="9607" y="120672"/>
                  </a:lnTo>
                  <a:lnTo>
                    <a:pt x="8946" y="119825"/>
                  </a:lnTo>
                  <a:lnTo>
                    <a:pt x="8594" y="118636"/>
                  </a:lnTo>
                  <a:lnTo>
                    <a:pt x="7656" y="117046"/>
                  </a:lnTo>
                  <a:lnTo>
                    <a:pt x="6791" y="113408"/>
                  </a:lnTo>
                  <a:lnTo>
                    <a:pt x="6705" y="110514"/>
                  </a:lnTo>
                  <a:lnTo>
                    <a:pt x="6532" y="109488"/>
                  </a:lnTo>
                  <a:lnTo>
                    <a:pt x="4454" y="105413"/>
                  </a:lnTo>
                  <a:lnTo>
                    <a:pt x="2563" y="101705"/>
                  </a:lnTo>
                  <a:lnTo>
                    <a:pt x="1305" y="99236"/>
                  </a:lnTo>
                  <a:lnTo>
                    <a:pt x="1060" y="98121"/>
                  </a:lnTo>
                  <a:lnTo>
                    <a:pt x="1207" y="96748"/>
                  </a:lnTo>
                  <a:lnTo>
                    <a:pt x="1713" y="95517"/>
                  </a:lnTo>
                  <a:lnTo>
                    <a:pt x="3545" y="94060"/>
                  </a:lnTo>
                  <a:lnTo>
                    <a:pt x="5195" y="92474"/>
                  </a:lnTo>
                  <a:lnTo>
                    <a:pt x="5420" y="91374"/>
                  </a:lnTo>
                  <a:lnTo>
                    <a:pt x="5526" y="88345"/>
                  </a:lnTo>
                  <a:lnTo>
                    <a:pt x="4984" y="87398"/>
                  </a:lnTo>
                  <a:lnTo>
                    <a:pt x="4589" y="85600"/>
                  </a:lnTo>
                  <a:lnTo>
                    <a:pt x="4184" y="83165"/>
                  </a:lnTo>
                  <a:lnTo>
                    <a:pt x="4137" y="81610"/>
                  </a:lnTo>
                  <a:lnTo>
                    <a:pt x="4872" y="78511"/>
                  </a:lnTo>
                  <a:lnTo>
                    <a:pt x="5730" y="75266"/>
                  </a:lnTo>
                  <a:lnTo>
                    <a:pt x="5184" y="71672"/>
                  </a:lnTo>
                  <a:lnTo>
                    <a:pt x="4781" y="64463"/>
                  </a:lnTo>
                  <a:lnTo>
                    <a:pt x="5036" y="58789"/>
                  </a:lnTo>
                  <a:lnTo>
                    <a:pt x="4829" y="56727"/>
                  </a:lnTo>
                  <a:lnTo>
                    <a:pt x="4683" y="55861"/>
                  </a:lnTo>
                  <a:lnTo>
                    <a:pt x="4121" y="53183"/>
                  </a:lnTo>
                  <a:lnTo>
                    <a:pt x="3428" y="50420"/>
                  </a:lnTo>
                  <a:lnTo>
                    <a:pt x="3120" y="49452"/>
                  </a:lnTo>
                  <a:lnTo>
                    <a:pt x="2232" y="47227"/>
                  </a:lnTo>
                  <a:lnTo>
                    <a:pt x="764" y="44469"/>
                  </a:lnTo>
                  <a:lnTo>
                    <a:pt x="0" y="42773"/>
                  </a:lnTo>
                  <a:lnTo>
                    <a:pt x="1047" y="41880"/>
                  </a:lnTo>
                  <a:lnTo>
                    <a:pt x="1972" y="41181"/>
                  </a:lnTo>
                  <a:lnTo>
                    <a:pt x="3100" y="40443"/>
                  </a:lnTo>
                  <a:lnTo>
                    <a:pt x="4703" y="39607"/>
                  </a:lnTo>
                  <a:lnTo>
                    <a:pt x="5532" y="38979"/>
                  </a:lnTo>
                  <a:lnTo>
                    <a:pt x="5887" y="38448"/>
                  </a:lnTo>
                  <a:lnTo>
                    <a:pt x="7090" y="36290"/>
                  </a:lnTo>
                  <a:lnTo>
                    <a:pt x="7717" y="35092"/>
                  </a:lnTo>
                  <a:lnTo>
                    <a:pt x="8572" y="33457"/>
                  </a:lnTo>
                  <a:lnTo>
                    <a:pt x="8948" y="32317"/>
                  </a:lnTo>
                  <a:lnTo>
                    <a:pt x="8957" y="31258"/>
                  </a:lnTo>
                  <a:lnTo>
                    <a:pt x="8827" y="29985"/>
                  </a:lnTo>
                  <a:lnTo>
                    <a:pt x="8159" y="26932"/>
                  </a:lnTo>
                  <a:lnTo>
                    <a:pt x="7612" y="23964"/>
                  </a:lnTo>
                  <a:lnTo>
                    <a:pt x="8037" y="22820"/>
                  </a:lnTo>
                  <a:lnTo>
                    <a:pt x="8379" y="22272"/>
                  </a:lnTo>
                  <a:lnTo>
                    <a:pt x="9123" y="20879"/>
                  </a:lnTo>
                  <a:lnTo>
                    <a:pt x="9421" y="20602"/>
                  </a:lnTo>
                  <a:lnTo>
                    <a:pt x="11026" y="20167"/>
                  </a:lnTo>
                  <a:lnTo>
                    <a:pt x="11668" y="19239"/>
                  </a:lnTo>
                  <a:lnTo>
                    <a:pt x="12159" y="18079"/>
                  </a:lnTo>
                  <a:lnTo>
                    <a:pt x="12286" y="17468"/>
                  </a:lnTo>
                  <a:lnTo>
                    <a:pt x="12987" y="16828"/>
                  </a:lnTo>
                  <a:lnTo>
                    <a:pt x="13825" y="16189"/>
                  </a:lnTo>
                  <a:lnTo>
                    <a:pt x="14343" y="15360"/>
                  </a:lnTo>
                  <a:lnTo>
                    <a:pt x="16035" y="14076"/>
                  </a:lnTo>
                  <a:lnTo>
                    <a:pt x="17578" y="12904"/>
                  </a:lnTo>
                  <a:lnTo>
                    <a:pt x="19373" y="11670"/>
                  </a:lnTo>
                  <a:lnTo>
                    <a:pt x="20763" y="10715"/>
                  </a:lnTo>
                  <a:lnTo>
                    <a:pt x="21056" y="9883"/>
                  </a:lnTo>
                  <a:lnTo>
                    <a:pt x="21036" y="9163"/>
                  </a:lnTo>
                  <a:lnTo>
                    <a:pt x="20280" y="7522"/>
                  </a:lnTo>
                  <a:lnTo>
                    <a:pt x="20280" y="5582"/>
                  </a:lnTo>
                  <a:lnTo>
                    <a:pt x="20330" y="3969"/>
                  </a:lnTo>
                  <a:lnTo>
                    <a:pt x="20406" y="3015"/>
                  </a:lnTo>
                  <a:lnTo>
                    <a:pt x="20739" y="367"/>
                  </a:lnTo>
                  <a:lnTo>
                    <a:pt x="20760" y="0"/>
                  </a:lnTo>
                  <a:lnTo>
                    <a:pt x="22203" y="879"/>
                  </a:lnTo>
                  <a:lnTo>
                    <a:pt x="23682" y="1230"/>
                  </a:lnTo>
                  <a:lnTo>
                    <a:pt x="28095" y="4510"/>
                  </a:lnTo>
                  <a:lnTo>
                    <a:pt x="29487" y="4921"/>
                  </a:lnTo>
                  <a:lnTo>
                    <a:pt x="32576" y="5312"/>
                  </a:lnTo>
                  <a:lnTo>
                    <a:pt x="36214" y="3969"/>
                  </a:lnTo>
                  <a:lnTo>
                    <a:pt x="37590" y="3728"/>
                  </a:lnTo>
                  <a:lnTo>
                    <a:pt x="39982" y="4988"/>
                  </a:lnTo>
                  <a:lnTo>
                    <a:pt x="41036" y="5343"/>
                  </a:lnTo>
                  <a:lnTo>
                    <a:pt x="42811" y="5441"/>
                  </a:lnTo>
                  <a:lnTo>
                    <a:pt x="45841" y="6585"/>
                  </a:lnTo>
                  <a:lnTo>
                    <a:pt x="46612" y="6983"/>
                  </a:lnTo>
                  <a:lnTo>
                    <a:pt x="48378" y="8810"/>
                  </a:lnTo>
                  <a:lnTo>
                    <a:pt x="49225" y="9356"/>
                  </a:lnTo>
                  <a:lnTo>
                    <a:pt x="55499" y="11029"/>
                  </a:lnTo>
                  <a:lnTo>
                    <a:pt x="56354" y="12138"/>
                  </a:lnTo>
                  <a:lnTo>
                    <a:pt x="57226" y="14258"/>
                  </a:lnTo>
                  <a:lnTo>
                    <a:pt x="57264" y="16887"/>
                  </a:lnTo>
                  <a:lnTo>
                    <a:pt x="57746" y="18797"/>
                  </a:lnTo>
                  <a:lnTo>
                    <a:pt x="58525" y="21272"/>
                  </a:lnTo>
                  <a:lnTo>
                    <a:pt x="59466" y="23025"/>
                  </a:lnTo>
                  <a:lnTo>
                    <a:pt x="60508" y="24485"/>
                  </a:lnTo>
                  <a:lnTo>
                    <a:pt x="61703" y="25398"/>
                  </a:lnTo>
                  <a:lnTo>
                    <a:pt x="64454" y="26744"/>
                  </a:lnTo>
                  <a:lnTo>
                    <a:pt x="67556" y="27263"/>
                  </a:lnTo>
                  <a:lnTo>
                    <a:pt x="70684" y="27438"/>
                  </a:lnTo>
                  <a:lnTo>
                    <a:pt x="76055" y="29296"/>
                  </a:lnTo>
                  <a:lnTo>
                    <a:pt x="80608" y="31443"/>
                  </a:lnTo>
                  <a:lnTo>
                    <a:pt x="81732" y="32498"/>
                  </a:lnTo>
                  <a:lnTo>
                    <a:pt x="84013" y="33539"/>
                  </a:lnTo>
                  <a:lnTo>
                    <a:pt x="88549" y="38583"/>
                  </a:lnTo>
                  <a:lnTo>
                    <a:pt x="91071" y="40330"/>
                  </a:lnTo>
                  <a:lnTo>
                    <a:pt x="92843" y="40669"/>
                  </a:lnTo>
                  <a:lnTo>
                    <a:pt x="94432" y="40363"/>
                  </a:lnTo>
                  <a:lnTo>
                    <a:pt x="97253" y="38610"/>
                  </a:lnTo>
                  <a:lnTo>
                    <a:pt x="98421" y="37569"/>
                  </a:lnTo>
                  <a:lnTo>
                    <a:pt x="101258" y="33213"/>
                  </a:lnTo>
                  <a:lnTo>
                    <a:pt x="102188" y="30939"/>
                  </a:lnTo>
                  <a:lnTo>
                    <a:pt x="102561" y="29336"/>
                  </a:lnTo>
                  <a:lnTo>
                    <a:pt x="102468" y="27706"/>
                  </a:lnTo>
                  <a:lnTo>
                    <a:pt x="102115" y="26241"/>
                  </a:lnTo>
                  <a:lnTo>
                    <a:pt x="101323" y="24705"/>
                  </a:lnTo>
                  <a:lnTo>
                    <a:pt x="100766" y="22678"/>
                  </a:lnTo>
                  <a:lnTo>
                    <a:pt x="100436" y="19030"/>
                  </a:lnTo>
                  <a:lnTo>
                    <a:pt x="100882" y="16498"/>
                  </a:lnTo>
                  <a:lnTo>
                    <a:pt x="101426" y="14981"/>
                  </a:lnTo>
                  <a:lnTo>
                    <a:pt x="102282" y="13434"/>
                  </a:lnTo>
                  <a:lnTo>
                    <a:pt x="104639" y="10477"/>
                  </a:lnTo>
                  <a:lnTo>
                    <a:pt x="107009" y="8393"/>
                  </a:lnTo>
                  <a:lnTo>
                    <a:pt x="111183" y="5668"/>
                  </a:lnTo>
                  <a:lnTo>
                    <a:pt x="113610" y="5638"/>
                  </a:lnTo>
                  <a:lnTo>
                    <a:pt x="114612" y="5338"/>
                  </a:lnTo>
                  <a:lnTo>
                    <a:pt x="116610" y="3412"/>
                  </a:lnTo>
                  <a:lnTo>
                    <a:pt x="117419" y="3339"/>
                  </a:lnTo>
                  <a:lnTo>
                    <a:pt x="118536" y="3811"/>
                  </a:lnTo>
                  <a:lnTo>
                    <a:pt x="121828" y="3677"/>
                  </a:lnTo>
                  <a:lnTo>
                    <a:pt x="123277" y="4212"/>
                  </a:lnTo>
                  <a:lnTo>
                    <a:pt x="125007" y="5411"/>
                  </a:lnTo>
                  <a:lnTo>
                    <a:pt x="127189" y="6156"/>
                  </a:lnTo>
                  <a:lnTo>
                    <a:pt x="128729" y="6901"/>
                  </a:lnTo>
                  <a:lnTo>
                    <a:pt x="130373" y="7855"/>
                  </a:lnTo>
                  <a:lnTo>
                    <a:pt x="130742" y="10234"/>
                  </a:lnTo>
                  <a:lnTo>
                    <a:pt x="130560" y="10942"/>
                  </a:lnTo>
                  <a:lnTo>
                    <a:pt x="130521" y="11862"/>
                  </a:lnTo>
                  <a:lnTo>
                    <a:pt x="132224" y="13503"/>
                  </a:lnTo>
                  <a:lnTo>
                    <a:pt x="137062" y="14272"/>
                  </a:lnTo>
                  <a:lnTo>
                    <a:pt x="138015" y="14711"/>
                  </a:lnTo>
                  <a:lnTo>
                    <a:pt x="139345" y="15969"/>
                  </a:lnTo>
                  <a:lnTo>
                    <a:pt x="140203" y="16356"/>
                  </a:lnTo>
                  <a:lnTo>
                    <a:pt x="143515" y="16533"/>
                  </a:lnTo>
                  <a:lnTo>
                    <a:pt x="145446" y="16262"/>
                  </a:lnTo>
                  <a:lnTo>
                    <a:pt x="147288" y="16704"/>
                  </a:lnTo>
                  <a:lnTo>
                    <a:pt x="147971" y="17131"/>
                  </a:lnTo>
                  <a:lnTo>
                    <a:pt x="148674" y="18112"/>
                  </a:lnTo>
                  <a:lnTo>
                    <a:pt x="149525" y="2049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g970"/>
            <p:cNvSpPr/>
            <p:nvPr/>
          </p:nvSpPr>
          <p:spPr>
            <a:xfrm>
              <a:off x="3444766" y="2221980"/>
              <a:ext cx="1763" cy="5241"/>
            </a:xfrm>
            <a:custGeom>
              <a:avLst/>
              <a:pathLst>
                <a:path w="1763" h="5241">
                  <a:moveTo>
                    <a:pt x="1683" y="3785"/>
                  </a:moveTo>
                  <a:lnTo>
                    <a:pt x="1151" y="5241"/>
                  </a:lnTo>
                  <a:lnTo>
                    <a:pt x="118" y="4327"/>
                  </a:lnTo>
                  <a:lnTo>
                    <a:pt x="0" y="3177"/>
                  </a:lnTo>
                  <a:lnTo>
                    <a:pt x="90" y="2479"/>
                  </a:lnTo>
                  <a:lnTo>
                    <a:pt x="723" y="1149"/>
                  </a:lnTo>
                  <a:lnTo>
                    <a:pt x="1216" y="286"/>
                  </a:lnTo>
                  <a:lnTo>
                    <a:pt x="1561" y="0"/>
                  </a:lnTo>
                  <a:lnTo>
                    <a:pt x="1763" y="114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g971"/>
            <p:cNvSpPr/>
            <p:nvPr/>
          </p:nvSpPr>
          <p:spPr>
            <a:xfrm>
              <a:off x="4112251" y="1759226"/>
              <a:ext cx="1239" cy="2976"/>
            </a:xfrm>
            <a:custGeom>
              <a:avLst/>
              <a:pathLst>
                <a:path w="1239" h="2976">
                  <a:moveTo>
                    <a:pt x="953" y="2976"/>
                  </a:moveTo>
                  <a:lnTo>
                    <a:pt x="216" y="2901"/>
                  </a:lnTo>
                  <a:lnTo>
                    <a:pt x="77" y="2908"/>
                  </a:lnTo>
                  <a:lnTo>
                    <a:pt x="0" y="2416"/>
                  </a:lnTo>
                  <a:lnTo>
                    <a:pt x="45" y="1368"/>
                  </a:lnTo>
                  <a:lnTo>
                    <a:pt x="454" y="0"/>
                  </a:lnTo>
                  <a:lnTo>
                    <a:pt x="542" y="224"/>
                  </a:lnTo>
                  <a:lnTo>
                    <a:pt x="593" y="510"/>
                  </a:lnTo>
                  <a:lnTo>
                    <a:pt x="677" y="815"/>
                  </a:lnTo>
                  <a:lnTo>
                    <a:pt x="721" y="1189"/>
                  </a:lnTo>
                  <a:lnTo>
                    <a:pt x="874" y="1573"/>
                  </a:lnTo>
                  <a:lnTo>
                    <a:pt x="1151" y="1934"/>
                  </a:lnTo>
                  <a:lnTo>
                    <a:pt x="1239" y="2282"/>
                  </a:lnTo>
                  <a:lnTo>
                    <a:pt x="1099" y="271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g972"/>
            <p:cNvSpPr/>
            <p:nvPr/>
          </p:nvSpPr>
          <p:spPr>
            <a:xfrm>
              <a:off x="4777044" y="2291563"/>
              <a:ext cx="1476" cy="1807"/>
            </a:xfrm>
            <a:custGeom>
              <a:avLst/>
              <a:pathLst>
                <a:path w="1476" h="1807">
                  <a:moveTo>
                    <a:pt x="1202" y="751"/>
                  </a:moveTo>
                  <a:lnTo>
                    <a:pt x="1476" y="1807"/>
                  </a:lnTo>
                  <a:lnTo>
                    <a:pt x="694" y="1084"/>
                  </a:lnTo>
                  <a:lnTo>
                    <a:pt x="181" y="485"/>
                  </a:lnTo>
                  <a:lnTo>
                    <a:pt x="0" y="0"/>
                  </a:lnTo>
                  <a:lnTo>
                    <a:pt x="1062" y="54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g973"/>
            <p:cNvSpPr/>
            <p:nvPr/>
          </p:nvSpPr>
          <p:spPr>
            <a:xfrm>
              <a:off x="4777972" y="2282640"/>
              <a:ext cx="1171" cy="1736"/>
            </a:xfrm>
            <a:custGeom>
              <a:avLst/>
              <a:pathLst>
                <a:path w="1171" h="1736">
                  <a:moveTo>
                    <a:pt x="1171" y="1585"/>
                  </a:moveTo>
                  <a:lnTo>
                    <a:pt x="578" y="1736"/>
                  </a:lnTo>
                  <a:lnTo>
                    <a:pt x="110" y="808"/>
                  </a:lnTo>
                  <a:lnTo>
                    <a:pt x="0" y="414"/>
                  </a:lnTo>
                  <a:lnTo>
                    <a:pt x="121" y="138"/>
                  </a:lnTo>
                  <a:lnTo>
                    <a:pt x="251" y="0"/>
                  </a:lnTo>
                  <a:lnTo>
                    <a:pt x="404" y="44"/>
                  </a:lnTo>
                  <a:lnTo>
                    <a:pt x="626" y="90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g974"/>
            <p:cNvSpPr/>
            <p:nvPr/>
          </p:nvSpPr>
          <p:spPr>
            <a:xfrm>
              <a:off x="4776667" y="2281686"/>
              <a:ext cx="20521" cy="53885"/>
            </a:xfrm>
            <a:custGeom>
              <a:avLst/>
              <a:pathLst>
                <a:path w="20521" h="53885">
                  <a:moveTo>
                    <a:pt x="2597" y="0"/>
                  </a:moveTo>
                  <a:lnTo>
                    <a:pt x="3506" y="72"/>
                  </a:lnTo>
                  <a:lnTo>
                    <a:pt x="4476" y="37"/>
                  </a:lnTo>
                  <a:lnTo>
                    <a:pt x="5156" y="228"/>
                  </a:lnTo>
                  <a:lnTo>
                    <a:pt x="6321" y="2376"/>
                  </a:lnTo>
                  <a:lnTo>
                    <a:pt x="9492" y="6225"/>
                  </a:lnTo>
                  <a:lnTo>
                    <a:pt x="11217" y="10137"/>
                  </a:lnTo>
                  <a:lnTo>
                    <a:pt x="11374" y="10993"/>
                  </a:lnTo>
                  <a:lnTo>
                    <a:pt x="11614" y="11733"/>
                  </a:lnTo>
                  <a:lnTo>
                    <a:pt x="12028" y="11936"/>
                  </a:lnTo>
                  <a:lnTo>
                    <a:pt x="12376" y="12275"/>
                  </a:lnTo>
                  <a:lnTo>
                    <a:pt x="14100" y="16050"/>
                  </a:lnTo>
                  <a:lnTo>
                    <a:pt x="14299" y="16797"/>
                  </a:lnTo>
                  <a:lnTo>
                    <a:pt x="14270" y="17620"/>
                  </a:lnTo>
                  <a:lnTo>
                    <a:pt x="14372" y="18232"/>
                  </a:lnTo>
                  <a:lnTo>
                    <a:pt x="14823" y="18538"/>
                  </a:lnTo>
                  <a:lnTo>
                    <a:pt x="15384" y="18698"/>
                  </a:lnTo>
                  <a:lnTo>
                    <a:pt x="15752" y="19265"/>
                  </a:lnTo>
                  <a:lnTo>
                    <a:pt x="16219" y="22281"/>
                  </a:lnTo>
                  <a:lnTo>
                    <a:pt x="16219" y="23221"/>
                  </a:lnTo>
                  <a:lnTo>
                    <a:pt x="16349" y="23624"/>
                  </a:lnTo>
                  <a:lnTo>
                    <a:pt x="18520" y="28317"/>
                  </a:lnTo>
                  <a:lnTo>
                    <a:pt x="18646" y="28888"/>
                  </a:lnTo>
                  <a:lnTo>
                    <a:pt x="18623" y="29315"/>
                  </a:lnTo>
                  <a:lnTo>
                    <a:pt x="18685" y="29684"/>
                  </a:lnTo>
                  <a:lnTo>
                    <a:pt x="19106" y="30513"/>
                  </a:lnTo>
                  <a:lnTo>
                    <a:pt x="19762" y="32748"/>
                  </a:lnTo>
                  <a:lnTo>
                    <a:pt x="20096" y="33255"/>
                  </a:lnTo>
                  <a:lnTo>
                    <a:pt x="20494" y="35209"/>
                  </a:lnTo>
                  <a:lnTo>
                    <a:pt x="20521" y="38945"/>
                  </a:lnTo>
                  <a:lnTo>
                    <a:pt x="20374" y="40608"/>
                  </a:lnTo>
                  <a:lnTo>
                    <a:pt x="19969" y="42631"/>
                  </a:lnTo>
                  <a:lnTo>
                    <a:pt x="19488" y="44610"/>
                  </a:lnTo>
                  <a:lnTo>
                    <a:pt x="18967" y="46039"/>
                  </a:lnTo>
                  <a:lnTo>
                    <a:pt x="18255" y="47249"/>
                  </a:lnTo>
                  <a:lnTo>
                    <a:pt x="15820" y="49818"/>
                  </a:lnTo>
                  <a:lnTo>
                    <a:pt x="15122" y="50335"/>
                  </a:lnTo>
                  <a:lnTo>
                    <a:pt x="11951" y="51946"/>
                  </a:lnTo>
                  <a:lnTo>
                    <a:pt x="9615" y="53471"/>
                  </a:lnTo>
                  <a:lnTo>
                    <a:pt x="7454" y="53885"/>
                  </a:lnTo>
                  <a:lnTo>
                    <a:pt x="5293" y="53042"/>
                  </a:lnTo>
                  <a:lnTo>
                    <a:pt x="3666" y="51042"/>
                  </a:lnTo>
                  <a:lnTo>
                    <a:pt x="2832" y="48096"/>
                  </a:lnTo>
                  <a:lnTo>
                    <a:pt x="2262" y="45026"/>
                  </a:lnTo>
                  <a:lnTo>
                    <a:pt x="1433" y="41612"/>
                  </a:lnTo>
                  <a:lnTo>
                    <a:pt x="797" y="31068"/>
                  </a:lnTo>
                  <a:lnTo>
                    <a:pt x="493" y="28121"/>
                  </a:lnTo>
                  <a:lnTo>
                    <a:pt x="0" y="24367"/>
                  </a:lnTo>
                  <a:lnTo>
                    <a:pt x="48" y="22740"/>
                  </a:lnTo>
                  <a:lnTo>
                    <a:pt x="397" y="21179"/>
                  </a:lnTo>
                  <a:lnTo>
                    <a:pt x="396" y="24601"/>
                  </a:lnTo>
                  <a:lnTo>
                    <a:pt x="715" y="25025"/>
                  </a:lnTo>
                  <a:lnTo>
                    <a:pt x="956" y="24585"/>
                  </a:lnTo>
                  <a:lnTo>
                    <a:pt x="1174" y="21042"/>
                  </a:lnTo>
                  <a:lnTo>
                    <a:pt x="1353" y="19542"/>
                  </a:lnTo>
                  <a:lnTo>
                    <a:pt x="2213" y="15638"/>
                  </a:lnTo>
                  <a:lnTo>
                    <a:pt x="2231" y="14945"/>
                  </a:lnTo>
                  <a:lnTo>
                    <a:pt x="2082" y="13477"/>
                  </a:lnTo>
                  <a:lnTo>
                    <a:pt x="2091" y="12741"/>
                  </a:lnTo>
                  <a:lnTo>
                    <a:pt x="3377" y="10001"/>
                  </a:lnTo>
                  <a:lnTo>
                    <a:pt x="3706" y="8406"/>
                  </a:lnTo>
                  <a:lnTo>
                    <a:pt x="3884" y="6776"/>
                  </a:lnTo>
                  <a:lnTo>
                    <a:pt x="3813" y="5013"/>
                  </a:lnTo>
                  <a:lnTo>
                    <a:pt x="3581" y="3275"/>
                  </a:lnTo>
                  <a:lnTo>
                    <a:pt x="4619" y="3829"/>
                  </a:lnTo>
                  <a:lnTo>
                    <a:pt x="5190" y="4434"/>
                  </a:lnTo>
                  <a:lnTo>
                    <a:pt x="5772" y="4843"/>
                  </a:lnTo>
                  <a:lnTo>
                    <a:pt x="6245" y="4633"/>
                  </a:lnTo>
                  <a:lnTo>
                    <a:pt x="6816" y="4627"/>
                  </a:lnTo>
                  <a:lnTo>
                    <a:pt x="6410" y="3681"/>
                  </a:lnTo>
                  <a:lnTo>
                    <a:pt x="5201" y="2809"/>
                  </a:lnTo>
                  <a:lnTo>
                    <a:pt x="3197" y="2270"/>
                  </a:lnTo>
                  <a:lnTo>
                    <a:pt x="2570" y="1580"/>
                  </a:lnTo>
                  <a:lnTo>
                    <a:pt x="2329" y="981"/>
                  </a:lnTo>
                  <a:lnTo>
                    <a:pt x="2452" y="27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g975"/>
            <p:cNvSpPr/>
            <p:nvPr/>
          </p:nvSpPr>
          <p:spPr>
            <a:xfrm>
              <a:off x="4278499" y="2817207"/>
              <a:ext cx="22128" cy="28740"/>
            </a:xfrm>
            <a:custGeom>
              <a:avLst/>
              <a:pathLst>
                <a:path w="22128" h="28740">
                  <a:moveTo>
                    <a:pt x="15942" y="21203"/>
                  </a:moveTo>
                  <a:lnTo>
                    <a:pt x="14972" y="21577"/>
                  </a:lnTo>
                  <a:lnTo>
                    <a:pt x="14426" y="21497"/>
                  </a:lnTo>
                  <a:lnTo>
                    <a:pt x="13697" y="21579"/>
                  </a:lnTo>
                  <a:lnTo>
                    <a:pt x="13125" y="21769"/>
                  </a:lnTo>
                  <a:lnTo>
                    <a:pt x="12680" y="21839"/>
                  </a:lnTo>
                  <a:lnTo>
                    <a:pt x="11955" y="22828"/>
                  </a:lnTo>
                  <a:lnTo>
                    <a:pt x="10637" y="25498"/>
                  </a:lnTo>
                  <a:lnTo>
                    <a:pt x="10286" y="26056"/>
                  </a:lnTo>
                  <a:lnTo>
                    <a:pt x="10188" y="27105"/>
                  </a:lnTo>
                  <a:lnTo>
                    <a:pt x="9883" y="27935"/>
                  </a:lnTo>
                  <a:lnTo>
                    <a:pt x="9508" y="28583"/>
                  </a:lnTo>
                  <a:lnTo>
                    <a:pt x="9142" y="28740"/>
                  </a:lnTo>
                  <a:lnTo>
                    <a:pt x="8042" y="28482"/>
                  </a:lnTo>
                  <a:lnTo>
                    <a:pt x="6635" y="28150"/>
                  </a:lnTo>
                  <a:lnTo>
                    <a:pt x="5816" y="27345"/>
                  </a:lnTo>
                  <a:lnTo>
                    <a:pt x="5088" y="26287"/>
                  </a:lnTo>
                  <a:lnTo>
                    <a:pt x="4704" y="25517"/>
                  </a:lnTo>
                  <a:lnTo>
                    <a:pt x="4302" y="25095"/>
                  </a:lnTo>
                  <a:lnTo>
                    <a:pt x="4164" y="24858"/>
                  </a:lnTo>
                  <a:lnTo>
                    <a:pt x="3592" y="24502"/>
                  </a:lnTo>
                  <a:lnTo>
                    <a:pt x="3375" y="24318"/>
                  </a:lnTo>
                  <a:lnTo>
                    <a:pt x="3185" y="24188"/>
                  </a:lnTo>
                  <a:lnTo>
                    <a:pt x="2954" y="23675"/>
                  </a:lnTo>
                  <a:lnTo>
                    <a:pt x="2818" y="23231"/>
                  </a:lnTo>
                  <a:lnTo>
                    <a:pt x="2872" y="21993"/>
                  </a:lnTo>
                  <a:lnTo>
                    <a:pt x="2468" y="21255"/>
                  </a:lnTo>
                  <a:lnTo>
                    <a:pt x="1778" y="19995"/>
                  </a:lnTo>
                  <a:lnTo>
                    <a:pt x="1341" y="18963"/>
                  </a:lnTo>
                  <a:lnTo>
                    <a:pt x="744" y="17553"/>
                  </a:lnTo>
                  <a:lnTo>
                    <a:pt x="378" y="16346"/>
                  </a:lnTo>
                  <a:lnTo>
                    <a:pt x="0" y="15096"/>
                  </a:lnTo>
                  <a:lnTo>
                    <a:pt x="48" y="14559"/>
                  </a:lnTo>
                  <a:lnTo>
                    <a:pt x="411" y="14193"/>
                  </a:lnTo>
                  <a:lnTo>
                    <a:pt x="1472" y="13563"/>
                  </a:lnTo>
                  <a:lnTo>
                    <a:pt x="2296" y="13077"/>
                  </a:lnTo>
                  <a:lnTo>
                    <a:pt x="2886" y="12183"/>
                  </a:lnTo>
                  <a:lnTo>
                    <a:pt x="3530" y="10855"/>
                  </a:lnTo>
                  <a:lnTo>
                    <a:pt x="3843" y="10056"/>
                  </a:lnTo>
                  <a:lnTo>
                    <a:pt x="4155" y="9691"/>
                  </a:lnTo>
                  <a:lnTo>
                    <a:pt x="4497" y="9127"/>
                  </a:lnTo>
                  <a:lnTo>
                    <a:pt x="5094" y="7876"/>
                  </a:lnTo>
                  <a:lnTo>
                    <a:pt x="5758" y="6489"/>
                  </a:lnTo>
                  <a:lnTo>
                    <a:pt x="6469" y="4997"/>
                  </a:lnTo>
                  <a:lnTo>
                    <a:pt x="7366" y="4565"/>
                  </a:lnTo>
                  <a:lnTo>
                    <a:pt x="8591" y="4067"/>
                  </a:lnTo>
                  <a:lnTo>
                    <a:pt x="9769" y="2765"/>
                  </a:lnTo>
                  <a:lnTo>
                    <a:pt x="11171" y="1667"/>
                  </a:lnTo>
                  <a:lnTo>
                    <a:pt x="13435" y="475"/>
                  </a:lnTo>
                  <a:lnTo>
                    <a:pt x="14490" y="173"/>
                  </a:lnTo>
                  <a:lnTo>
                    <a:pt x="14891" y="0"/>
                  </a:lnTo>
                  <a:lnTo>
                    <a:pt x="15145" y="224"/>
                  </a:lnTo>
                  <a:lnTo>
                    <a:pt x="15415" y="907"/>
                  </a:lnTo>
                  <a:lnTo>
                    <a:pt x="15799" y="1477"/>
                  </a:lnTo>
                  <a:lnTo>
                    <a:pt x="16693" y="2470"/>
                  </a:lnTo>
                  <a:lnTo>
                    <a:pt x="17071" y="2710"/>
                  </a:lnTo>
                  <a:lnTo>
                    <a:pt x="17994" y="4180"/>
                  </a:lnTo>
                  <a:lnTo>
                    <a:pt x="18980" y="5188"/>
                  </a:lnTo>
                  <a:lnTo>
                    <a:pt x="20116" y="6348"/>
                  </a:lnTo>
                  <a:lnTo>
                    <a:pt x="20889" y="6926"/>
                  </a:lnTo>
                  <a:lnTo>
                    <a:pt x="21283" y="7087"/>
                  </a:lnTo>
                  <a:lnTo>
                    <a:pt x="21610" y="8116"/>
                  </a:lnTo>
                  <a:lnTo>
                    <a:pt x="21940" y="8880"/>
                  </a:lnTo>
                  <a:lnTo>
                    <a:pt x="22128" y="9596"/>
                  </a:lnTo>
                  <a:lnTo>
                    <a:pt x="22090" y="10293"/>
                  </a:lnTo>
                  <a:lnTo>
                    <a:pt x="21732" y="11998"/>
                  </a:lnTo>
                  <a:lnTo>
                    <a:pt x="21209" y="13740"/>
                  </a:lnTo>
                  <a:lnTo>
                    <a:pt x="20789" y="14465"/>
                  </a:lnTo>
                  <a:lnTo>
                    <a:pt x="20277" y="14923"/>
                  </a:lnTo>
                  <a:lnTo>
                    <a:pt x="19777" y="15610"/>
                  </a:lnTo>
                  <a:lnTo>
                    <a:pt x="19585" y="17008"/>
                  </a:lnTo>
                  <a:lnTo>
                    <a:pt x="19359" y="18652"/>
                  </a:lnTo>
                  <a:lnTo>
                    <a:pt x="18706" y="19329"/>
                  </a:lnTo>
                  <a:lnTo>
                    <a:pt x="18198" y="19773"/>
                  </a:lnTo>
                  <a:lnTo>
                    <a:pt x="17496" y="2031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g976"/>
            <p:cNvSpPr/>
            <p:nvPr/>
          </p:nvSpPr>
          <p:spPr>
            <a:xfrm>
              <a:off x="4220296" y="1642820"/>
              <a:ext cx="2042" cy="4708"/>
            </a:xfrm>
            <a:custGeom>
              <a:avLst/>
              <a:pathLst>
                <a:path w="2042" h="4708">
                  <a:moveTo>
                    <a:pt x="548" y="4708"/>
                  </a:moveTo>
                  <a:lnTo>
                    <a:pt x="0" y="4600"/>
                  </a:lnTo>
                  <a:lnTo>
                    <a:pt x="1080" y="2992"/>
                  </a:lnTo>
                  <a:lnTo>
                    <a:pt x="1493" y="1948"/>
                  </a:lnTo>
                  <a:lnTo>
                    <a:pt x="1779" y="465"/>
                  </a:lnTo>
                  <a:lnTo>
                    <a:pt x="2034" y="0"/>
                  </a:lnTo>
                  <a:lnTo>
                    <a:pt x="2042" y="674"/>
                  </a:lnTo>
                  <a:lnTo>
                    <a:pt x="1930" y="1795"/>
                  </a:lnTo>
                  <a:lnTo>
                    <a:pt x="1248" y="371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g977"/>
            <p:cNvSpPr/>
            <p:nvPr/>
          </p:nvSpPr>
          <p:spPr>
            <a:xfrm>
              <a:off x="4221680" y="1631736"/>
              <a:ext cx="54206" cy="35123"/>
            </a:xfrm>
            <a:custGeom>
              <a:avLst/>
              <a:pathLst>
                <a:path w="54206" h="35123">
                  <a:moveTo>
                    <a:pt x="52483" y="10372"/>
                  </a:moveTo>
                  <a:lnTo>
                    <a:pt x="52457" y="10998"/>
                  </a:lnTo>
                  <a:lnTo>
                    <a:pt x="52228" y="12060"/>
                  </a:lnTo>
                  <a:lnTo>
                    <a:pt x="51780" y="13432"/>
                  </a:lnTo>
                  <a:lnTo>
                    <a:pt x="51310" y="14495"/>
                  </a:lnTo>
                  <a:lnTo>
                    <a:pt x="51197" y="14906"/>
                  </a:lnTo>
                  <a:lnTo>
                    <a:pt x="51553" y="15247"/>
                  </a:lnTo>
                  <a:lnTo>
                    <a:pt x="53313" y="15408"/>
                  </a:lnTo>
                  <a:lnTo>
                    <a:pt x="54059" y="15591"/>
                  </a:lnTo>
                  <a:lnTo>
                    <a:pt x="54206" y="15873"/>
                  </a:lnTo>
                  <a:lnTo>
                    <a:pt x="53815" y="16240"/>
                  </a:lnTo>
                  <a:lnTo>
                    <a:pt x="53253" y="16546"/>
                  </a:lnTo>
                  <a:lnTo>
                    <a:pt x="53002" y="16834"/>
                  </a:lnTo>
                  <a:lnTo>
                    <a:pt x="52555" y="17867"/>
                  </a:lnTo>
                  <a:lnTo>
                    <a:pt x="49628" y="17735"/>
                  </a:lnTo>
                  <a:lnTo>
                    <a:pt x="49240" y="17946"/>
                  </a:lnTo>
                  <a:lnTo>
                    <a:pt x="49055" y="18425"/>
                  </a:lnTo>
                  <a:lnTo>
                    <a:pt x="48909" y="18980"/>
                  </a:lnTo>
                  <a:lnTo>
                    <a:pt x="48525" y="19637"/>
                  </a:lnTo>
                  <a:lnTo>
                    <a:pt x="47747" y="20208"/>
                  </a:lnTo>
                  <a:lnTo>
                    <a:pt x="46531" y="20419"/>
                  </a:lnTo>
                  <a:lnTo>
                    <a:pt x="45536" y="20808"/>
                  </a:lnTo>
                  <a:lnTo>
                    <a:pt x="44794" y="22008"/>
                  </a:lnTo>
                  <a:lnTo>
                    <a:pt x="44242" y="23618"/>
                  </a:lnTo>
                  <a:lnTo>
                    <a:pt x="44256" y="24759"/>
                  </a:lnTo>
                  <a:lnTo>
                    <a:pt x="44329" y="25396"/>
                  </a:lnTo>
                  <a:lnTo>
                    <a:pt x="44264" y="25760"/>
                  </a:lnTo>
                  <a:lnTo>
                    <a:pt x="43889" y="26157"/>
                  </a:lnTo>
                  <a:lnTo>
                    <a:pt x="43275" y="27209"/>
                  </a:lnTo>
                  <a:lnTo>
                    <a:pt x="42776" y="28371"/>
                  </a:lnTo>
                  <a:lnTo>
                    <a:pt x="42585" y="29002"/>
                  </a:lnTo>
                  <a:lnTo>
                    <a:pt x="42681" y="29297"/>
                  </a:lnTo>
                  <a:lnTo>
                    <a:pt x="43243" y="29305"/>
                  </a:lnTo>
                  <a:lnTo>
                    <a:pt x="44053" y="29544"/>
                  </a:lnTo>
                  <a:lnTo>
                    <a:pt x="44485" y="30009"/>
                  </a:lnTo>
                  <a:lnTo>
                    <a:pt x="44645" y="30545"/>
                  </a:lnTo>
                  <a:lnTo>
                    <a:pt x="44646" y="31123"/>
                  </a:lnTo>
                  <a:lnTo>
                    <a:pt x="44495" y="31441"/>
                  </a:lnTo>
                  <a:lnTo>
                    <a:pt x="43845" y="31671"/>
                  </a:lnTo>
                  <a:lnTo>
                    <a:pt x="42828" y="31679"/>
                  </a:lnTo>
                  <a:lnTo>
                    <a:pt x="42235" y="31404"/>
                  </a:lnTo>
                  <a:lnTo>
                    <a:pt x="42112" y="31186"/>
                  </a:lnTo>
                  <a:lnTo>
                    <a:pt x="42396" y="30630"/>
                  </a:lnTo>
                  <a:lnTo>
                    <a:pt x="42191" y="29935"/>
                  </a:lnTo>
                  <a:lnTo>
                    <a:pt x="41769" y="29547"/>
                  </a:lnTo>
                  <a:lnTo>
                    <a:pt x="40913" y="30126"/>
                  </a:lnTo>
                  <a:lnTo>
                    <a:pt x="40091" y="30126"/>
                  </a:lnTo>
                  <a:lnTo>
                    <a:pt x="39105" y="30642"/>
                  </a:lnTo>
                  <a:lnTo>
                    <a:pt x="38461" y="31469"/>
                  </a:lnTo>
                  <a:lnTo>
                    <a:pt x="37843" y="31775"/>
                  </a:lnTo>
                  <a:lnTo>
                    <a:pt x="36172" y="31606"/>
                  </a:lnTo>
                  <a:lnTo>
                    <a:pt x="35757" y="31971"/>
                  </a:lnTo>
                  <a:lnTo>
                    <a:pt x="35413" y="33655"/>
                  </a:lnTo>
                  <a:lnTo>
                    <a:pt x="35213" y="33984"/>
                  </a:lnTo>
                  <a:lnTo>
                    <a:pt x="33818" y="33912"/>
                  </a:lnTo>
                  <a:lnTo>
                    <a:pt x="32473" y="34581"/>
                  </a:lnTo>
                  <a:lnTo>
                    <a:pt x="30954" y="35123"/>
                  </a:lnTo>
                  <a:lnTo>
                    <a:pt x="30184" y="34747"/>
                  </a:lnTo>
                  <a:lnTo>
                    <a:pt x="29756" y="34322"/>
                  </a:lnTo>
                  <a:lnTo>
                    <a:pt x="28929" y="34397"/>
                  </a:lnTo>
                  <a:lnTo>
                    <a:pt x="28026" y="34584"/>
                  </a:lnTo>
                  <a:lnTo>
                    <a:pt x="27420" y="34482"/>
                  </a:lnTo>
                  <a:lnTo>
                    <a:pt x="26740" y="34527"/>
                  </a:lnTo>
                  <a:lnTo>
                    <a:pt x="25426" y="34854"/>
                  </a:lnTo>
                  <a:lnTo>
                    <a:pt x="23774" y="34749"/>
                  </a:lnTo>
                  <a:lnTo>
                    <a:pt x="23070" y="34470"/>
                  </a:lnTo>
                  <a:lnTo>
                    <a:pt x="23004" y="34203"/>
                  </a:lnTo>
                  <a:lnTo>
                    <a:pt x="23055" y="33547"/>
                  </a:lnTo>
                  <a:lnTo>
                    <a:pt x="23039" y="32528"/>
                  </a:lnTo>
                  <a:lnTo>
                    <a:pt x="22777" y="31629"/>
                  </a:lnTo>
                  <a:lnTo>
                    <a:pt x="21987" y="30834"/>
                  </a:lnTo>
                  <a:lnTo>
                    <a:pt x="21156" y="30278"/>
                  </a:lnTo>
                  <a:lnTo>
                    <a:pt x="20096" y="29705"/>
                  </a:lnTo>
                  <a:lnTo>
                    <a:pt x="19313" y="29453"/>
                  </a:lnTo>
                  <a:lnTo>
                    <a:pt x="18884" y="29387"/>
                  </a:lnTo>
                  <a:lnTo>
                    <a:pt x="18787" y="29057"/>
                  </a:lnTo>
                  <a:lnTo>
                    <a:pt x="18632" y="28772"/>
                  </a:lnTo>
                  <a:lnTo>
                    <a:pt x="18265" y="28520"/>
                  </a:lnTo>
                  <a:lnTo>
                    <a:pt x="17482" y="28183"/>
                  </a:lnTo>
                  <a:lnTo>
                    <a:pt x="16817" y="28110"/>
                  </a:lnTo>
                  <a:lnTo>
                    <a:pt x="16273" y="28654"/>
                  </a:lnTo>
                  <a:lnTo>
                    <a:pt x="15877" y="27973"/>
                  </a:lnTo>
                  <a:lnTo>
                    <a:pt x="15456" y="26754"/>
                  </a:lnTo>
                  <a:lnTo>
                    <a:pt x="15500" y="25779"/>
                  </a:lnTo>
                  <a:lnTo>
                    <a:pt x="15738" y="24807"/>
                  </a:lnTo>
                  <a:lnTo>
                    <a:pt x="16888" y="21935"/>
                  </a:lnTo>
                  <a:lnTo>
                    <a:pt x="16827" y="21478"/>
                  </a:lnTo>
                  <a:lnTo>
                    <a:pt x="15992" y="20675"/>
                  </a:lnTo>
                  <a:lnTo>
                    <a:pt x="14960" y="20091"/>
                  </a:lnTo>
                  <a:lnTo>
                    <a:pt x="14391" y="18858"/>
                  </a:lnTo>
                  <a:lnTo>
                    <a:pt x="12301" y="18786"/>
                  </a:lnTo>
                  <a:lnTo>
                    <a:pt x="10329" y="18854"/>
                  </a:lnTo>
                  <a:lnTo>
                    <a:pt x="9709" y="18794"/>
                  </a:lnTo>
                  <a:lnTo>
                    <a:pt x="7831" y="18278"/>
                  </a:lnTo>
                  <a:lnTo>
                    <a:pt x="6022" y="17446"/>
                  </a:lnTo>
                  <a:lnTo>
                    <a:pt x="4811" y="16958"/>
                  </a:lnTo>
                  <a:lnTo>
                    <a:pt x="3793" y="16413"/>
                  </a:lnTo>
                  <a:lnTo>
                    <a:pt x="3246" y="15839"/>
                  </a:lnTo>
                  <a:lnTo>
                    <a:pt x="2379" y="15994"/>
                  </a:lnTo>
                  <a:lnTo>
                    <a:pt x="1799" y="15900"/>
                  </a:lnTo>
                  <a:lnTo>
                    <a:pt x="1466" y="14887"/>
                  </a:lnTo>
                  <a:lnTo>
                    <a:pt x="1814" y="13336"/>
                  </a:lnTo>
                  <a:lnTo>
                    <a:pt x="1182" y="11067"/>
                  </a:lnTo>
                  <a:lnTo>
                    <a:pt x="149" y="8337"/>
                  </a:lnTo>
                  <a:lnTo>
                    <a:pt x="72" y="5415"/>
                  </a:lnTo>
                  <a:lnTo>
                    <a:pt x="0" y="4757"/>
                  </a:lnTo>
                  <a:lnTo>
                    <a:pt x="2540" y="3111"/>
                  </a:lnTo>
                  <a:lnTo>
                    <a:pt x="5746" y="1347"/>
                  </a:lnTo>
                  <a:lnTo>
                    <a:pt x="6475" y="1188"/>
                  </a:lnTo>
                  <a:lnTo>
                    <a:pt x="9430" y="145"/>
                  </a:lnTo>
                  <a:lnTo>
                    <a:pt x="9824" y="61"/>
                  </a:lnTo>
                  <a:lnTo>
                    <a:pt x="12486" y="255"/>
                  </a:lnTo>
                  <a:lnTo>
                    <a:pt x="14577" y="503"/>
                  </a:lnTo>
                  <a:lnTo>
                    <a:pt x="16340" y="472"/>
                  </a:lnTo>
                  <a:lnTo>
                    <a:pt x="17308" y="205"/>
                  </a:lnTo>
                  <a:lnTo>
                    <a:pt x="18185" y="429"/>
                  </a:lnTo>
                  <a:lnTo>
                    <a:pt x="18892" y="1214"/>
                  </a:lnTo>
                  <a:lnTo>
                    <a:pt x="19619" y="1123"/>
                  </a:lnTo>
                  <a:lnTo>
                    <a:pt x="20338" y="614"/>
                  </a:lnTo>
                  <a:lnTo>
                    <a:pt x="24282" y="1078"/>
                  </a:lnTo>
                  <a:lnTo>
                    <a:pt x="25171" y="1067"/>
                  </a:lnTo>
                  <a:lnTo>
                    <a:pt x="26174" y="1142"/>
                  </a:lnTo>
                  <a:lnTo>
                    <a:pt x="28023" y="1616"/>
                  </a:lnTo>
                  <a:lnTo>
                    <a:pt x="29088" y="2049"/>
                  </a:lnTo>
                  <a:lnTo>
                    <a:pt x="31426" y="1787"/>
                  </a:lnTo>
                  <a:lnTo>
                    <a:pt x="32427" y="1772"/>
                  </a:lnTo>
                  <a:lnTo>
                    <a:pt x="32951" y="1602"/>
                  </a:lnTo>
                  <a:lnTo>
                    <a:pt x="34564" y="416"/>
                  </a:lnTo>
                  <a:lnTo>
                    <a:pt x="35261" y="213"/>
                  </a:lnTo>
                  <a:lnTo>
                    <a:pt x="35902" y="0"/>
                  </a:lnTo>
                  <a:lnTo>
                    <a:pt x="36489" y="181"/>
                  </a:lnTo>
                  <a:lnTo>
                    <a:pt x="36875" y="1193"/>
                  </a:lnTo>
                  <a:lnTo>
                    <a:pt x="38068" y="2940"/>
                  </a:lnTo>
                  <a:lnTo>
                    <a:pt x="39364" y="3246"/>
                  </a:lnTo>
                  <a:lnTo>
                    <a:pt x="42948" y="3919"/>
                  </a:lnTo>
                  <a:lnTo>
                    <a:pt x="43681" y="4272"/>
                  </a:lnTo>
                  <a:lnTo>
                    <a:pt x="45698" y="5814"/>
                  </a:lnTo>
                  <a:lnTo>
                    <a:pt x="46907" y="6570"/>
                  </a:lnTo>
                  <a:lnTo>
                    <a:pt x="47677" y="7173"/>
                  </a:lnTo>
                  <a:lnTo>
                    <a:pt x="48850" y="8355"/>
                  </a:lnTo>
                  <a:lnTo>
                    <a:pt x="49528" y="9215"/>
                  </a:lnTo>
                  <a:lnTo>
                    <a:pt x="50662" y="9866"/>
                  </a:lnTo>
                  <a:lnTo>
                    <a:pt x="52003" y="1030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g978"/>
            <p:cNvSpPr/>
            <p:nvPr/>
          </p:nvSpPr>
          <p:spPr>
            <a:xfrm>
              <a:off x="4076730" y="1718827"/>
              <a:ext cx="7272" cy="10066"/>
            </a:xfrm>
            <a:custGeom>
              <a:avLst/>
              <a:pathLst>
                <a:path w="7272" h="10066">
                  <a:moveTo>
                    <a:pt x="3703" y="644"/>
                  </a:moveTo>
                  <a:lnTo>
                    <a:pt x="3626" y="1017"/>
                  </a:lnTo>
                  <a:lnTo>
                    <a:pt x="3640" y="1852"/>
                  </a:lnTo>
                  <a:lnTo>
                    <a:pt x="3909" y="2690"/>
                  </a:lnTo>
                  <a:lnTo>
                    <a:pt x="4540" y="3515"/>
                  </a:lnTo>
                  <a:lnTo>
                    <a:pt x="5024" y="4114"/>
                  </a:lnTo>
                  <a:lnTo>
                    <a:pt x="5672" y="4592"/>
                  </a:lnTo>
                  <a:lnTo>
                    <a:pt x="6773" y="5047"/>
                  </a:lnTo>
                  <a:lnTo>
                    <a:pt x="7212" y="5142"/>
                  </a:lnTo>
                  <a:lnTo>
                    <a:pt x="7272" y="5757"/>
                  </a:lnTo>
                  <a:lnTo>
                    <a:pt x="7187" y="6407"/>
                  </a:lnTo>
                  <a:lnTo>
                    <a:pt x="6808" y="6766"/>
                  </a:lnTo>
                  <a:lnTo>
                    <a:pt x="6449" y="7283"/>
                  </a:lnTo>
                  <a:lnTo>
                    <a:pt x="6180" y="7916"/>
                  </a:lnTo>
                  <a:lnTo>
                    <a:pt x="5898" y="9128"/>
                  </a:lnTo>
                  <a:lnTo>
                    <a:pt x="5859" y="9965"/>
                  </a:lnTo>
                  <a:lnTo>
                    <a:pt x="5225" y="9619"/>
                  </a:lnTo>
                  <a:lnTo>
                    <a:pt x="4893" y="9384"/>
                  </a:lnTo>
                  <a:lnTo>
                    <a:pt x="4314" y="9320"/>
                  </a:lnTo>
                  <a:lnTo>
                    <a:pt x="3736" y="9512"/>
                  </a:lnTo>
                  <a:lnTo>
                    <a:pt x="3302" y="9938"/>
                  </a:lnTo>
                  <a:lnTo>
                    <a:pt x="2709" y="10066"/>
                  </a:lnTo>
                  <a:lnTo>
                    <a:pt x="2218" y="9938"/>
                  </a:lnTo>
                  <a:lnTo>
                    <a:pt x="1929" y="9619"/>
                  </a:lnTo>
                  <a:lnTo>
                    <a:pt x="1668" y="9448"/>
                  </a:lnTo>
                  <a:lnTo>
                    <a:pt x="931" y="9235"/>
                  </a:lnTo>
                  <a:lnTo>
                    <a:pt x="612" y="8771"/>
                  </a:lnTo>
                  <a:lnTo>
                    <a:pt x="855" y="8555"/>
                  </a:lnTo>
                  <a:lnTo>
                    <a:pt x="1065" y="8213"/>
                  </a:lnTo>
                  <a:lnTo>
                    <a:pt x="1244" y="7731"/>
                  </a:lnTo>
                  <a:lnTo>
                    <a:pt x="1469" y="7286"/>
                  </a:lnTo>
                  <a:lnTo>
                    <a:pt x="744" y="6067"/>
                  </a:lnTo>
                  <a:lnTo>
                    <a:pt x="595" y="5694"/>
                  </a:lnTo>
                  <a:lnTo>
                    <a:pt x="0" y="5005"/>
                  </a:lnTo>
                  <a:lnTo>
                    <a:pt x="7" y="4656"/>
                  </a:lnTo>
                  <a:lnTo>
                    <a:pt x="149" y="4323"/>
                  </a:lnTo>
                  <a:lnTo>
                    <a:pt x="97" y="4066"/>
                  </a:lnTo>
                  <a:lnTo>
                    <a:pt x="180" y="3452"/>
                  </a:lnTo>
                  <a:lnTo>
                    <a:pt x="596" y="2872"/>
                  </a:lnTo>
                  <a:lnTo>
                    <a:pt x="874" y="2154"/>
                  </a:lnTo>
                  <a:lnTo>
                    <a:pt x="1342" y="1176"/>
                  </a:lnTo>
                  <a:lnTo>
                    <a:pt x="2377" y="0"/>
                  </a:lnTo>
                  <a:lnTo>
                    <a:pt x="3120" y="179"/>
                  </a:lnTo>
                  <a:lnTo>
                    <a:pt x="3444" y="17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g979"/>
            <p:cNvSpPr/>
            <p:nvPr/>
          </p:nvSpPr>
          <p:spPr>
            <a:xfrm>
              <a:off x="4221385" y="1608691"/>
              <a:ext cx="67995" cy="33417"/>
            </a:xfrm>
            <a:custGeom>
              <a:avLst/>
              <a:pathLst>
                <a:path w="67995" h="33417">
                  <a:moveTo>
                    <a:pt x="59953" y="7466"/>
                  </a:moveTo>
                  <a:lnTo>
                    <a:pt x="61067" y="7523"/>
                  </a:lnTo>
                  <a:lnTo>
                    <a:pt x="61459" y="7744"/>
                  </a:lnTo>
                  <a:lnTo>
                    <a:pt x="61719" y="8837"/>
                  </a:lnTo>
                  <a:lnTo>
                    <a:pt x="62988" y="9698"/>
                  </a:lnTo>
                  <a:lnTo>
                    <a:pt x="64162" y="10411"/>
                  </a:lnTo>
                  <a:lnTo>
                    <a:pt x="64462" y="10741"/>
                  </a:lnTo>
                  <a:lnTo>
                    <a:pt x="64554" y="11377"/>
                  </a:lnTo>
                  <a:lnTo>
                    <a:pt x="64478" y="12119"/>
                  </a:lnTo>
                  <a:lnTo>
                    <a:pt x="64329" y="12504"/>
                  </a:lnTo>
                  <a:lnTo>
                    <a:pt x="63840" y="12948"/>
                  </a:lnTo>
                  <a:lnTo>
                    <a:pt x="63410" y="14070"/>
                  </a:lnTo>
                  <a:lnTo>
                    <a:pt x="63351" y="15138"/>
                  </a:lnTo>
                  <a:lnTo>
                    <a:pt x="62673" y="16985"/>
                  </a:lnTo>
                  <a:lnTo>
                    <a:pt x="62826" y="17019"/>
                  </a:lnTo>
                  <a:lnTo>
                    <a:pt x="64249" y="16686"/>
                  </a:lnTo>
                  <a:lnTo>
                    <a:pt x="64652" y="16876"/>
                  </a:lnTo>
                  <a:lnTo>
                    <a:pt x="64963" y="17284"/>
                  </a:lnTo>
                  <a:lnTo>
                    <a:pt x="65063" y="18444"/>
                  </a:lnTo>
                  <a:lnTo>
                    <a:pt x="65529" y="18965"/>
                  </a:lnTo>
                  <a:lnTo>
                    <a:pt x="66004" y="19779"/>
                  </a:lnTo>
                  <a:lnTo>
                    <a:pt x="66155" y="20413"/>
                  </a:lnTo>
                  <a:lnTo>
                    <a:pt x="67059" y="21169"/>
                  </a:lnTo>
                  <a:lnTo>
                    <a:pt x="67132" y="21657"/>
                  </a:lnTo>
                  <a:lnTo>
                    <a:pt x="67685" y="23384"/>
                  </a:lnTo>
                  <a:lnTo>
                    <a:pt x="67897" y="24378"/>
                  </a:lnTo>
                  <a:lnTo>
                    <a:pt x="67995" y="25148"/>
                  </a:lnTo>
                  <a:lnTo>
                    <a:pt x="67724" y="26125"/>
                  </a:lnTo>
                  <a:lnTo>
                    <a:pt x="67483" y="26786"/>
                  </a:lnTo>
                  <a:lnTo>
                    <a:pt x="67199" y="26746"/>
                  </a:lnTo>
                  <a:lnTo>
                    <a:pt x="66387" y="26921"/>
                  </a:lnTo>
                  <a:lnTo>
                    <a:pt x="65103" y="27717"/>
                  </a:lnTo>
                  <a:lnTo>
                    <a:pt x="63191" y="29595"/>
                  </a:lnTo>
                  <a:lnTo>
                    <a:pt x="62699" y="30011"/>
                  </a:lnTo>
                  <a:lnTo>
                    <a:pt x="62200" y="31441"/>
                  </a:lnTo>
                  <a:lnTo>
                    <a:pt x="62080" y="31586"/>
                  </a:lnTo>
                  <a:lnTo>
                    <a:pt x="60967" y="31520"/>
                  </a:lnTo>
                  <a:lnTo>
                    <a:pt x="60664" y="31486"/>
                  </a:lnTo>
                  <a:lnTo>
                    <a:pt x="59548" y="31515"/>
                  </a:lnTo>
                  <a:lnTo>
                    <a:pt x="57120" y="31143"/>
                  </a:lnTo>
                  <a:lnTo>
                    <a:pt x="56179" y="31389"/>
                  </a:lnTo>
                  <a:lnTo>
                    <a:pt x="54943" y="32836"/>
                  </a:lnTo>
                  <a:lnTo>
                    <a:pt x="54465" y="33048"/>
                  </a:lnTo>
                  <a:lnTo>
                    <a:pt x="53030" y="33248"/>
                  </a:lnTo>
                  <a:lnTo>
                    <a:pt x="52778" y="33417"/>
                  </a:lnTo>
                  <a:lnTo>
                    <a:pt x="52298" y="33349"/>
                  </a:lnTo>
                  <a:lnTo>
                    <a:pt x="50957" y="32911"/>
                  </a:lnTo>
                  <a:lnTo>
                    <a:pt x="49823" y="32261"/>
                  </a:lnTo>
                  <a:lnTo>
                    <a:pt x="49145" y="31401"/>
                  </a:lnTo>
                  <a:lnTo>
                    <a:pt x="47972" y="30218"/>
                  </a:lnTo>
                  <a:lnTo>
                    <a:pt x="47202" y="29615"/>
                  </a:lnTo>
                  <a:lnTo>
                    <a:pt x="45992" y="28859"/>
                  </a:lnTo>
                  <a:lnTo>
                    <a:pt x="43976" y="27318"/>
                  </a:lnTo>
                  <a:lnTo>
                    <a:pt x="43243" y="26964"/>
                  </a:lnTo>
                  <a:lnTo>
                    <a:pt x="39659" y="26291"/>
                  </a:lnTo>
                  <a:lnTo>
                    <a:pt x="38363" y="25985"/>
                  </a:lnTo>
                  <a:lnTo>
                    <a:pt x="37170" y="24239"/>
                  </a:lnTo>
                  <a:lnTo>
                    <a:pt x="36784" y="23226"/>
                  </a:lnTo>
                  <a:lnTo>
                    <a:pt x="36197" y="23045"/>
                  </a:lnTo>
                  <a:lnTo>
                    <a:pt x="35556" y="23258"/>
                  </a:lnTo>
                  <a:lnTo>
                    <a:pt x="34858" y="23462"/>
                  </a:lnTo>
                  <a:lnTo>
                    <a:pt x="33245" y="24647"/>
                  </a:lnTo>
                  <a:lnTo>
                    <a:pt x="32721" y="24818"/>
                  </a:lnTo>
                  <a:lnTo>
                    <a:pt x="31721" y="24833"/>
                  </a:lnTo>
                  <a:lnTo>
                    <a:pt x="29383" y="25094"/>
                  </a:lnTo>
                  <a:lnTo>
                    <a:pt x="28318" y="24662"/>
                  </a:lnTo>
                  <a:lnTo>
                    <a:pt x="26468" y="24188"/>
                  </a:lnTo>
                  <a:lnTo>
                    <a:pt x="25466" y="24113"/>
                  </a:lnTo>
                  <a:lnTo>
                    <a:pt x="24576" y="24124"/>
                  </a:lnTo>
                  <a:lnTo>
                    <a:pt x="20633" y="23659"/>
                  </a:lnTo>
                  <a:lnTo>
                    <a:pt x="19913" y="24168"/>
                  </a:lnTo>
                  <a:lnTo>
                    <a:pt x="19186" y="24260"/>
                  </a:lnTo>
                  <a:lnTo>
                    <a:pt x="18479" y="23474"/>
                  </a:lnTo>
                  <a:lnTo>
                    <a:pt x="17603" y="23250"/>
                  </a:lnTo>
                  <a:lnTo>
                    <a:pt x="16634" y="23517"/>
                  </a:lnTo>
                  <a:lnTo>
                    <a:pt x="14872" y="23548"/>
                  </a:lnTo>
                  <a:lnTo>
                    <a:pt x="12781" y="23300"/>
                  </a:lnTo>
                  <a:lnTo>
                    <a:pt x="10119" y="23107"/>
                  </a:lnTo>
                  <a:lnTo>
                    <a:pt x="9725" y="23190"/>
                  </a:lnTo>
                  <a:lnTo>
                    <a:pt x="6770" y="24233"/>
                  </a:lnTo>
                  <a:lnTo>
                    <a:pt x="6041" y="24393"/>
                  </a:lnTo>
                  <a:lnTo>
                    <a:pt x="2835" y="26156"/>
                  </a:lnTo>
                  <a:lnTo>
                    <a:pt x="294" y="27803"/>
                  </a:lnTo>
                  <a:lnTo>
                    <a:pt x="0" y="25168"/>
                  </a:lnTo>
                  <a:lnTo>
                    <a:pt x="156" y="19901"/>
                  </a:lnTo>
                  <a:lnTo>
                    <a:pt x="533" y="17291"/>
                  </a:lnTo>
                  <a:lnTo>
                    <a:pt x="2294" y="15770"/>
                  </a:lnTo>
                  <a:lnTo>
                    <a:pt x="3177" y="14585"/>
                  </a:lnTo>
                  <a:lnTo>
                    <a:pt x="3691" y="13005"/>
                  </a:lnTo>
                  <a:lnTo>
                    <a:pt x="3846" y="11543"/>
                  </a:lnTo>
                  <a:lnTo>
                    <a:pt x="4202" y="10334"/>
                  </a:lnTo>
                  <a:lnTo>
                    <a:pt x="6752" y="6868"/>
                  </a:lnTo>
                  <a:lnTo>
                    <a:pt x="8774" y="6493"/>
                  </a:lnTo>
                  <a:lnTo>
                    <a:pt x="11509" y="5532"/>
                  </a:lnTo>
                  <a:lnTo>
                    <a:pt x="14566" y="4730"/>
                  </a:lnTo>
                  <a:lnTo>
                    <a:pt x="15156" y="5749"/>
                  </a:lnTo>
                  <a:lnTo>
                    <a:pt x="15456" y="6528"/>
                  </a:lnTo>
                  <a:lnTo>
                    <a:pt x="19137" y="9363"/>
                  </a:lnTo>
                  <a:lnTo>
                    <a:pt x="20074" y="10315"/>
                  </a:lnTo>
                  <a:lnTo>
                    <a:pt x="21498" y="13580"/>
                  </a:lnTo>
                  <a:lnTo>
                    <a:pt x="24908" y="15236"/>
                  </a:lnTo>
                  <a:lnTo>
                    <a:pt x="27589" y="14714"/>
                  </a:lnTo>
                  <a:lnTo>
                    <a:pt x="28754" y="13910"/>
                  </a:lnTo>
                  <a:lnTo>
                    <a:pt x="30901" y="12429"/>
                  </a:lnTo>
                  <a:lnTo>
                    <a:pt x="31860" y="11344"/>
                  </a:lnTo>
                  <a:lnTo>
                    <a:pt x="32055" y="10299"/>
                  </a:lnTo>
                  <a:lnTo>
                    <a:pt x="31675" y="5831"/>
                  </a:lnTo>
                  <a:lnTo>
                    <a:pt x="31094" y="3895"/>
                  </a:lnTo>
                  <a:lnTo>
                    <a:pt x="31292" y="2689"/>
                  </a:lnTo>
                  <a:lnTo>
                    <a:pt x="31670" y="2751"/>
                  </a:lnTo>
                  <a:lnTo>
                    <a:pt x="32582" y="2169"/>
                  </a:lnTo>
                  <a:lnTo>
                    <a:pt x="35580" y="1090"/>
                  </a:lnTo>
                  <a:lnTo>
                    <a:pt x="36179" y="1041"/>
                  </a:lnTo>
                  <a:lnTo>
                    <a:pt x="36862" y="820"/>
                  </a:lnTo>
                  <a:lnTo>
                    <a:pt x="38752" y="0"/>
                  </a:lnTo>
                  <a:lnTo>
                    <a:pt x="39359" y="436"/>
                  </a:lnTo>
                  <a:lnTo>
                    <a:pt x="39865" y="932"/>
                  </a:lnTo>
                  <a:lnTo>
                    <a:pt x="40145" y="938"/>
                  </a:lnTo>
                  <a:lnTo>
                    <a:pt x="40281" y="753"/>
                  </a:lnTo>
                  <a:lnTo>
                    <a:pt x="40243" y="435"/>
                  </a:lnTo>
                  <a:lnTo>
                    <a:pt x="40375" y="208"/>
                  </a:lnTo>
                  <a:lnTo>
                    <a:pt x="40918" y="334"/>
                  </a:lnTo>
                  <a:lnTo>
                    <a:pt x="43106" y="1682"/>
                  </a:lnTo>
                  <a:lnTo>
                    <a:pt x="43947" y="1998"/>
                  </a:lnTo>
                  <a:lnTo>
                    <a:pt x="44522" y="2086"/>
                  </a:lnTo>
                  <a:lnTo>
                    <a:pt x="45211" y="2718"/>
                  </a:lnTo>
                  <a:lnTo>
                    <a:pt x="47078" y="3141"/>
                  </a:lnTo>
                  <a:lnTo>
                    <a:pt x="47306" y="3468"/>
                  </a:lnTo>
                  <a:lnTo>
                    <a:pt x="47450" y="3875"/>
                  </a:lnTo>
                  <a:lnTo>
                    <a:pt x="49197" y="5588"/>
                  </a:lnTo>
                  <a:lnTo>
                    <a:pt x="49982" y="6448"/>
                  </a:lnTo>
                  <a:lnTo>
                    <a:pt x="51534" y="7238"/>
                  </a:lnTo>
                  <a:lnTo>
                    <a:pt x="52201" y="7426"/>
                  </a:lnTo>
                  <a:lnTo>
                    <a:pt x="54917" y="6621"/>
                  </a:lnTo>
                  <a:lnTo>
                    <a:pt x="55675" y="6341"/>
                  </a:lnTo>
                  <a:lnTo>
                    <a:pt x="56301" y="6336"/>
                  </a:lnTo>
                  <a:lnTo>
                    <a:pt x="56939" y="6759"/>
                  </a:lnTo>
                  <a:lnTo>
                    <a:pt x="58393" y="7323"/>
                  </a:lnTo>
                  <a:lnTo>
                    <a:pt x="59713" y="750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g980"/>
            <p:cNvSpPr/>
            <p:nvPr/>
          </p:nvSpPr>
          <p:spPr>
            <a:xfrm>
              <a:off x="5096169" y="2108269"/>
              <a:ext cx="630" cy="702"/>
            </a:xfrm>
            <a:custGeom>
              <a:avLst/>
              <a:pathLst>
                <a:path w="630" h="702">
                  <a:moveTo>
                    <a:pt x="0" y="702"/>
                  </a:moveTo>
                  <a:lnTo>
                    <a:pt x="20" y="397"/>
                  </a:lnTo>
                  <a:lnTo>
                    <a:pt x="144" y="61"/>
                  </a:lnTo>
                  <a:lnTo>
                    <a:pt x="455" y="0"/>
                  </a:lnTo>
                  <a:lnTo>
                    <a:pt x="630" y="341"/>
                  </a:lnTo>
                  <a:lnTo>
                    <a:pt x="188" y="61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g981"/>
            <p:cNvSpPr/>
            <p:nvPr/>
          </p:nvSpPr>
          <p:spPr>
            <a:xfrm>
              <a:off x="3425372" y="2165882"/>
              <a:ext cx="1074" cy="646"/>
            </a:xfrm>
            <a:custGeom>
              <a:avLst/>
              <a:pathLst>
                <a:path w="1074" h="646">
                  <a:moveTo>
                    <a:pt x="1058" y="646"/>
                  </a:moveTo>
                  <a:lnTo>
                    <a:pt x="0" y="646"/>
                  </a:lnTo>
                  <a:lnTo>
                    <a:pt x="76" y="343"/>
                  </a:lnTo>
                  <a:lnTo>
                    <a:pt x="567" y="0"/>
                  </a:lnTo>
                  <a:lnTo>
                    <a:pt x="929" y="31"/>
                  </a:lnTo>
                  <a:lnTo>
                    <a:pt x="1074" y="15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g982"/>
            <p:cNvSpPr/>
            <p:nvPr/>
          </p:nvSpPr>
          <p:spPr>
            <a:xfrm>
              <a:off x="3861704" y="1917407"/>
              <a:ext cx="150782" cy="202372"/>
            </a:xfrm>
            <a:custGeom>
              <a:avLst/>
              <a:pathLst>
                <a:path w="150782" h="202372">
                  <a:moveTo>
                    <a:pt x="139863" y="11516"/>
                  </a:moveTo>
                  <a:lnTo>
                    <a:pt x="140136" y="12554"/>
                  </a:lnTo>
                  <a:lnTo>
                    <a:pt x="140694" y="13376"/>
                  </a:lnTo>
                  <a:lnTo>
                    <a:pt x="142689" y="15263"/>
                  </a:lnTo>
                  <a:lnTo>
                    <a:pt x="143874" y="16430"/>
                  </a:lnTo>
                  <a:lnTo>
                    <a:pt x="143907" y="16830"/>
                  </a:lnTo>
                  <a:lnTo>
                    <a:pt x="143526" y="17786"/>
                  </a:lnTo>
                  <a:lnTo>
                    <a:pt x="143363" y="18446"/>
                  </a:lnTo>
                  <a:lnTo>
                    <a:pt x="143676" y="19147"/>
                  </a:lnTo>
                  <a:lnTo>
                    <a:pt x="144406" y="19998"/>
                  </a:lnTo>
                  <a:lnTo>
                    <a:pt x="144464" y="20403"/>
                  </a:lnTo>
                  <a:lnTo>
                    <a:pt x="144288" y="20874"/>
                  </a:lnTo>
                  <a:lnTo>
                    <a:pt x="143910" y="21786"/>
                  </a:lnTo>
                  <a:lnTo>
                    <a:pt x="144713" y="24461"/>
                  </a:lnTo>
                  <a:lnTo>
                    <a:pt x="144848" y="27053"/>
                  </a:lnTo>
                  <a:lnTo>
                    <a:pt x="144640" y="28895"/>
                  </a:lnTo>
                  <a:lnTo>
                    <a:pt x="144645" y="29960"/>
                  </a:lnTo>
                  <a:lnTo>
                    <a:pt x="144751" y="30867"/>
                  </a:lnTo>
                  <a:lnTo>
                    <a:pt x="145429" y="32960"/>
                  </a:lnTo>
                  <a:lnTo>
                    <a:pt x="144976" y="36421"/>
                  </a:lnTo>
                  <a:lnTo>
                    <a:pt x="145488" y="38308"/>
                  </a:lnTo>
                  <a:lnTo>
                    <a:pt x="146191" y="39839"/>
                  </a:lnTo>
                  <a:lnTo>
                    <a:pt x="146576" y="42572"/>
                  </a:lnTo>
                  <a:lnTo>
                    <a:pt x="147144" y="43866"/>
                  </a:lnTo>
                  <a:lnTo>
                    <a:pt x="148070" y="45003"/>
                  </a:lnTo>
                  <a:lnTo>
                    <a:pt x="148597" y="45389"/>
                  </a:lnTo>
                  <a:lnTo>
                    <a:pt x="149621" y="46326"/>
                  </a:lnTo>
                  <a:lnTo>
                    <a:pt x="150351" y="47110"/>
                  </a:lnTo>
                  <a:lnTo>
                    <a:pt x="150782" y="48281"/>
                  </a:lnTo>
                  <a:lnTo>
                    <a:pt x="149863" y="49245"/>
                  </a:lnTo>
                  <a:lnTo>
                    <a:pt x="149128" y="50104"/>
                  </a:lnTo>
                  <a:lnTo>
                    <a:pt x="148922" y="51031"/>
                  </a:lnTo>
                  <a:lnTo>
                    <a:pt x="149264" y="52518"/>
                  </a:lnTo>
                  <a:lnTo>
                    <a:pt x="149264" y="53317"/>
                  </a:lnTo>
                  <a:lnTo>
                    <a:pt x="148797" y="53571"/>
                  </a:lnTo>
                  <a:lnTo>
                    <a:pt x="146888" y="53490"/>
                  </a:lnTo>
                  <a:lnTo>
                    <a:pt x="145392" y="53424"/>
                  </a:lnTo>
                  <a:lnTo>
                    <a:pt x="143672" y="53351"/>
                  </a:lnTo>
                  <a:lnTo>
                    <a:pt x="141252" y="53208"/>
                  </a:lnTo>
                  <a:lnTo>
                    <a:pt x="139753" y="53121"/>
                  </a:lnTo>
                  <a:lnTo>
                    <a:pt x="137699" y="53000"/>
                  </a:lnTo>
                  <a:lnTo>
                    <a:pt x="136990" y="53060"/>
                  </a:lnTo>
                  <a:lnTo>
                    <a:pt x="135104" y="53477"/>
                  </a:lnTo>
                  <a:lnTo>
                    <a:pt x="133772" y="53771"/>
                  </a:lnTo>
                  <a:lnTo>
                    <a:pt x="133547" y="53853"/>
                  </a:lnTo>
                  <a:lnTo>
                    <a:pt x="133134" y="54220"/>
                  </a:lnTo>
                  <a:lnTo>
                    <a:pt x="132848" y="55316"/>
                  </a:lnTo>
                  <a:lnTo>
                    <a:pt x="132591" y="56567"/>
                  </a:lnTo>
                  <a:lnTo>
                    <a:pt x="132315" y="57125"/>
                  </a:lnTo>
                  <a:lnTo>
                    <a:pt x="128319" y="58934"/>
                  </a:lnTo>
                  <a:lnTo>
                    <a:pt x="126760" y="59182"/>
                  </a:lnTo>
                  <a:lnTo>
                    <a:pt x="125855" y="58996"/>
                  </a:lnTo>
                  <a:lnTo>
                    <a:pt x="125212" y="59143"/>
                  </a:lnTo>
                  <a:lnTo>
                    <a:pt x="124658" y="59529"/>
                  </a:lnTo>
                  <a:lnTo>
                    <a:pt x="124470" y="60115"/>
                  </a:lnTo>
                  <a:lnTo>
                    <a:pt x="124442" y="60861"/>
                  </a:lnTo>
                  <a:lnTo>
                    <a:pt x="124560" y="61615"/>
                  </a:lnTo>
                  <a:lnTo>
                    <a:pt x="124945" y="62664"/>
                  </a:lnTo>
                  <a:lnTo>
                    <a:pt x="125014" y="63714"/>
                  </a:lnTo>
                  <a:lnTo>
                    <a:pt x="124768" y="64453"/>
                  </a:lnTo>
                  <a:lnTo>
                    <a:pt x="124709" y="65198"/>
                  </a:lnTo>
                  <a:lnTo>
                    <a:pt x="124595" y="66002"/>
                  </a:lnTo>
                  <a:lnTo>
                    <a:pt x="124799" y="66437"/>
                  </a:lnTo>
                  <a:lnTo>
                    <a:pt x="125186" y="66504"/>
                  </a:lnTo>
                  <a:lnTo>
                    <a:pt x="125572" y="66872"/>
                  </a:lnTo>
                  <a:lnTo>
                    <a:pt x="126117" y="67207"/>
                  </a:lnTo>
                  <a:lnTo>
                    <a:pt x="126571" y="67844"/>
                  </a:lnTo>
                  <a:lnTo>
                    <a:pt x="126549" y="68748"/>
                  </a:lnTo>
                  <a:lnTo>
                    <a:pt x="126171" y="69263"/>
                  </a:lnTo>
                  <a:lnTo>
                    <a:pt x="125838" y="69535"/>
                  </a:lnTo>
                  <a:lnTo>
                    <a:pt x="124343" y="69776"/>
                  </a:lnTo>
                  <a:lnTo>
                    <a:pt x="123158" y="69967"/>
                  </a:lnTo>
                  <a:lnTo>
                    <a:pt x="121611" y="71417"/>
                  </a:lnTo>
                  <a:lnTo>
                    <a:pt x="119965" y="72961"/>
                  </a:lnTo>
                  <a:lnTo>
                    <a:pt x="118013" y="73984"/>
                  </a:lnTo>
                  <a:lnTo>
                    <a:pt x="117157" y="74273"/>
                  </a:lnTo>
                  <a:lnTo>
                    <a:pt x="115654" y="75004"/>
                  </a:lnTo>
                  <a:lnTo>
                    <a:pt x="113859" y="76218"/>
                  </a:lnTo>
                  <a:lnTo>
                    <a:pt x="112973" y="78156"/>
                  </a:lnTo>
                  <a:lnTo>
                    <a:pt x="111854" y="80391"/>
                  </a:lnTo>
                  <a:lnTo>
                    <a:pt x="110780" y="81891"/>
                  </a:lnTo>
                  <a:lnTo>
                    <a:pt x="109312" y="83309"/>
                  </a:lnTo>
                  <a:lnTo>
                    <a:pt x="107945" y="83853"/>
                  </a:lnTo>
                  <a:lnTo>
                    <a:pt x="106226" y="84535"/>
                  </a:lnTo>
                  <a:lnTo>
                    <a:pt x="104057" y="85062"/>
                  </a:lnTo>
                  <a:lnTo>
                    <a:pt x="102522" y="85234"/>
                  </a:lnTo>
                  <a:lnTo>
                    <a:pt x="102065" y="85349"/>
                  </a:lnTo>
                  <a:lnTo>
                    <a:pt x="100714" y="85383"/>
                  </a:lnTo>
                  <a:lnTo>
                    <a:pt x="100052" y="85274"/>
                  </a:lnTo>
                  <a:lnTo>
                    <a:pt x="99559" y="85214"/>
                  </a:lnTo>
                  <a:lnTo>
                    <a:pt x="99359" y="85371"/>
                  </a:lnTo>
                  <a:lnTo>
                    <a:pt x="99292" y="85724"/>
                  </a:lnTo>
                  <a:lnTo>
                    <a:pt x="99266" y="86530"/>
                  </a:lnTo>
                  <a:lnTo>
                    <a:pt x="99173" y="87453"/>
                  </a:lnTo>
                  <a:lnTo>
                    <a:pt x="98746" y="88234"/>
                  </a:lnTo>
                  <a:lnTo>
                    <a:pt x="98442" y="88581"/>
                  </a:lnTo>
                  <a:lnTo>
                    <a:pt x="98087" y="88723"/>
                  </a:lnTo>
                  <a:lnTo>
                    <a:pt x="96953" y="88513"/>
                  </a:lnTo>
                  <a:lnTo>
                    <a:pt x="96003" y="88265"/>
                  </a:lnTo>
                  <a:lnTo>
                    <a:pt x="93739" y="87937"/>
                  </a:lnTo>
                  <a:lnTo>
                    <a:pt x="93289" y="88015"/>
                  </a:lnTo>
                  <a:lnTo>
                    <a:pt x="93121" y="88112"/>
                  </a:lnTo>
                  <a:lnTo>
                    <a:pt x="92414" y="88638"/>
                  </a:lnTo>
                  <a:lnTo>
                    <a:pt x="91328" y="89756"/>
                  </a:lnTo>
                  <a:lnTo>
                    <a:pt x="90590" y="90729"/>
                  </a:lnTo>
                  <a:lnTo>
                    <a:pt x="90041" y="91186"/>
                  </a:lnTo>
                  <a:lnTo>
                    <a:pt x="88727" y="91423"/>
                  </a:lnTo>
                  <a:lnTo>
                    <a:pt x="88155" y="91782"/>
                  </a:lnTo>
                  <a:lnTo>
                    <a:pt x="85707" y="94219"/>
                  </a:lnTo>
                  <a:lnTo>
                    <a:pt x="85186" y="94810"/>
                  </a:lnTo>
                  <a:lnTo>
                    <a:pt x="82667" y="96928"/>
                  </a:lnTo>
                  <a:lnTo>
                    <a:pt x="81955" y="97631"/>
                  </a:lnTo>
                  <a:lnTo>
                    <a:pt x="81398" y="98328"/>
                  </a:lnTo>
                  <a:lnTo>
                    <a:pt x="79893" y="99894"/>
                  </a:lnTo>
                  <a:lnTo>
                    <a:pt x="78933" y="100582"/>
                  </a:lnTo>
                  <a:lnTo>
                    <a:pt x="78757" y="100989"/>
                  </a:lnTo>
                  <a:lnTo>
                    <a:pt x="78711" y="101946"/>
                  </a:lnTo>
                  <a:lnTo>
                    <a:pt x="78711" y="104060"/>
                  </a:lnTo>
                  <a:lnTo>
                    <a:pt x="78711" y="106090"/>
                  </a:lnTo>
                  <a:lnTo>
                    <a:pt x="78711" y="109042"/>
                  </a:lnTo>
                  <a:lnTo>
                    <a:pt x="78711" y="111994"/>
                  </a:lnTo>
                  <a:lnTo>
                    <a:pt x="78711" y="115396"/>
                  </a:lnTo>
                  <a:lnTo>
                    <a:pt x="77439" y="115404"/>
                  </a:lnTo>
                  <a:lnTo>
                    <a:pt x="77476" y="115990"/>
                  </a:lnTo>
                  <a:lnTo>
                    <a:pt x="77753" y="117148"/>
                  </a:lnTo>
                  <a:lnTo>
                    <a:pt x="77850" y="118129"/>
                  </a:lnTo>
                  <a:lnTo>
                    <a:pt x="77712" y="118742"/>
                  </a:lnTo>
                  <a:lnTo>
                    <a:pt x="77582" y="119518"/>
                  </a:lnTo>
                  <a:lnTo>
                    <a:pt x="77637" y="120254"/>
                  </a:lnTo>
                  <a:lnTo>
                    <a:pt x="77850" y="121057"/>
                  </a:lnTo>
                  <a:lnTo>
                    <a:pt x="78044" y="121888"/>
                  </a:lnTo>
                  <a:lnTo>
                    <a:pt x="78044" y="122447"/>
                  </a:lnTo>
                  <a:lnTo>
                    <a:pt x="77656" y="122869"/>
                  </a:lnTo>
                  <a:lnTo>
                    <a:pt x="76765" y="123100"/>
                  </a:lnTo>
                  <a:lnTo>
                    <a:pt x="75697" y="123291"/>
                  </a:lnTo>
                  <a:lnTo>
                    <a:pt x="74916" y="123291"/>
                  </a:lnTo>
                  <a:lnTo>
                    <a:pt x="73743" y="123155"/>
                  </a:lnTo>
                  <a:lnTo>
                    <a:pt x="73013" y="123182"/>
                  </a:lnTo>
                  <a:lnTo>
                    <a:pt x="72376" y="123182"/>
                  </a:lnTo>
                  <a:lnTo>
                    <a:pt x="71807" y="123318"/>
                  </a:lnTo>
                  <a:lnTo>
                    <a:pt x="71105" y="123850"/>
                  </a:lnTo>
                  <a:lnTo>
                    <a:pt x="70324" y="124680"/>
                  </a:lnTo>
                  <a:lnTo>
                    <a:pt x="69345" y="125797"/>
                  </a:lnTo>
                  <a:lnTo>
                    <a:pt x="68758" y="126492"/>
                  </a:lnTo>
                  <a:lnTo>
                    <a:pt x="67977" y="126642"/>
                  </a:lnTo>
                  <a:lnTo>
                    <a:pt x="67197" y="126642"/>
                  </a:lnTo>
                  <a:lnTo>
                    <a:pt x="66435" y="126083"/>
                  </a:lnTo>
                  <a:lnTo>
                    <a:pt x="65945" y="125797"/>
                  </a:lnTo>
                  <a:lnTo>
                    <a:pt x="65622" y="125825"/>
                  </a:lnTo>
                  <a:lnTo>
                    <a:pt x="65090" y="126220"/>
                  </a:lnTo>
                  <a:lnTo>
                    <a:pt x="64462" y="126492"/>
                  </a:lnTo>
                  <a:lnTo>
                    <a:pt x="63875" y="126492"/>
                  </a:lnTo>
                  <a:lnTo>
                    <a:pt x="62896" y="125934"/>
                  </a:lnTo>
                  <a:lnTo>
                    <a:pt x="61723" y="125103"/>
                  </a:lnTo>
                  <a:lnTo>
                    <a:pt x="61039" y="124680"/>
                  </a:lnTo>
                  <a:lnTo>
                    <a:pt x="60065" y="124544"/>
                  </a:lnTo>
                  <a:lnTo>
                    <a:pt x="59085" y="124272"/>
                  </a:lnTo>
                  <a:lnTo>
                    <a:pt x="58401" y="124408"/>
                  </a:lnTo>
                  <a:lnTo>
                    <a:pt x="57524" y="124408"/>
                  </a:lnTo>
                  <a:lnTo>
                    <a:pt x="56350" y="124966"/>
                  </a:lnTo>
                  <a:lnTo>
                    <a:pt x="55371" y="125375"/>
                  </a:lnTo>
                  <a:lnTo>
                    <a:pt x="54299" y="125797"/>
                  </a:lnTo>
                  <a:lnTo>
                    <a:pt x="53079" y="126179"/>
                  </a:lnTo>
                  <a:lnTo>
                    <a:pt x="53375" y="127432"/>
                  </a:lnTo>
                  <a:lnTo>
                    <a:pt x="53796" y="128113"/>
                  </a:lnTo>
                  <a:lnTo>
                    <a:pt x="53796" y="128957"/>
                  </a:lnTo>
                  <a:lnTo>
                    <a:pt x="53597" y="129666"/>
                  </a:lnTo>
                  <a:lnTo>
                    <a:pt x="53010" y="130360"/>
                  </a:lnTo>
                  <a:lnTo>
                    <a:pt x="52340" y="131246"/>
                  </a:lnTo>
                  <a:lnTo>
                    <a:pt x="51953" y="131940"/>
                  </a:lnTo>
                  <a:lnTo>
                    <a:pt x="51560" y="132908"/>
                  </a:lnTo>
                  <a:lnTo>
                    <a:pt x="51268" y="133466"/>
                  </a:lnTo>
                  <a:lnTo>
                    <a:pt x="50765" y="134379"/>
                  </a:lnTo>
                  <a:lnTo>
                    <a:pt x="50317" y="135523"/>
                  </a:lnTo>
                  <a:lnTo>
                    <a:pt x="50178" y="136231"/>
                  </a:lnTo>
                  <a:lnTo>
                    <a:pt x="49999" y="137048"/>
                  </a:lnTo>
                  <a:lnTo>
                    <a:pt x="49652" y="137293"/>
                  </a:lnTo>
                  <a:lnTo>
                    <a:pt x="48460" y="137511"/>
                  </a:lnTo>
                  <a:lnTo>
                    <a:pt x="47703" y="137797"/>
                  </a:lnTo>
                  <a:lnTo>
                    <a:pt x="47042" y="138070"/>
                  </a:lnTo>
                  <a:lnTo>
                    <a:pt x="46756" y="138628"/>
                  </a:lnTo>
                  <a:lnTo>
                    <a:pt x="46566" y="139609"/>
                  </a:lnTo>
                  <a:lnTo>
                    <a:pt x="46566" y="140304"/>
                  </a:lnTo>
                  <a:lnTo>
                    <a:pt x="46377" y="140862"/>
                  </a:lnTo>
                  <a:lnTo>
                    <a:pt x="46095" y="142252"/>
                  </a:lnTo>
                  <a:lnTo>
                    <a:pt x="45716" y="143518"/>
                  </a:lnTo>
                  <a:lnTo>
                    <a:pt x="45430" y="145194"/>
                  </a:lnTo>
                  <a:lnTo>
                    <a:pt x="45148" y="146583"/>
                  </a:lnTo>
                  <a:lnTo>
                    <a:pt x="44769" y="148818"/>
                  </a:lnTo>
                  <a:lnTo>
                    <a:pt x="44390" y="150901"/>
                  </a:lnTo>
                  <a:lnTo>
                    <a:pt x="43919" y="152862"/>
                  </a:lnTo>
                  <a:lnTo>
                    <a:pt x="43540" y="154115"/>
                  </a:lnTo>
                  <a:lnTo>
                    <a:pt x="43254" y="154810"/>
                  </a:lnTo>
                  <a:lnTo>
                    <a:pt x="42593" y="155655"/>
                  </a:lnTo>
                  <a:lnTo>
                    <a:pt x="42025" y="156199"/>
                  </a:lnTo>
                  <a:lnTo>
                    <a:pt x="41365" y="156908"/>
                  </a:lnTo>
                  <a:lnTo>
                    <a:pt x="40607" y="157602"/>
                  </a:lnTo>
                  <a:lnTo>
                    <a:pt x="39568" y="158433"/>
                  </a:lnTo>
                  <a:lnTo>
                    <a:pt x="38713" y="159141"/>
                  </a:lnTo>
                  <a:lnTo>
                    <a:pt x="38365" y="159460"/>
                  </a:lnTo>
                  <a:lnTo>
                    <a:pt x="37955" y="159836"/>
                  </a:lnTo>
                  <a:lnTo>
                    <a:pt x="37294" y="160803"/>
                  </a:lnTo>
                  <a:lnTo>
                    <a:pt x="36726" y="162206"/>
                  </a:lnTo>
                  <a:lnTo>
                    <a:pt x="36347" y="163323"/>
                  </a:lnTo>
                  <a:lnTo>
                    <a:pt x="35687" y="165135"/>
                  </a:lnTo>
                  <a:lnTo>
                    <a:pt x="35216" y="166115"/>
                  </a:lnTo>
                  <a:lnTo>
                    <a:pt x="34930" y="166660"/>
                  </a:lnTo>
                  <a:lnTo>
                    <a:pt x="34172" y="167219"/>
                  </a:lnTo>
                  <a:lnTo>
                    <a:pt x="33322" y="167641"/>
                  </a:lnTo>
                  <a:lnTo>
                    <a:pt x="32375" y="168199"/>
                  </a:lnTo>
                  <a:lnTo>
                    <a:pt x="31617" y="168758"/>
                  </a:lnTo>
                  <a:lnTo>
                    <a:pt x="30578" y="169316"/>
                  </a:lnTo>
                  <a:lnTo>
                    <a:pt x="29917" y="169875"/>
                  </a:lnTo>
                  <a:lnTo>
                    <a:pt x="29441" y="170706"/>
                  </a:lnTo>
                  <a:lnTo>
                    <a:pt x="29063" y="171686"/>
                  </a:lnTo>
                  <a:lnTo>
                    <a:pt x="28592" y="173089"/>
                  </a:lnTo>
                  <a:lnTo>
                    <a:pt x="28212" y="174615"/>
                  </a:lnTo>
                  <a:lnTo>
                    <a:pt x="28023" y="175596"/>
                  </a:lnTo>
                  <a:lnTo>
                    <a:pt x="27455" y="178946"/>
                  </a:lnTo>
                  <a:lnTo>
                    <a:pt x="27265" y="180894"/>
                  </a:lnTo>
                  <a:lnTo>
                    <a:pt x="27076" y="182147"/>
                  </a:lnTo>
                  <a:lnTo>
                    <a:pt x="26794" y="183687"/>
                  </a:lnTo>
                  <a:lnTo>
                    <a:pt x="26605" y="186057"/>
                  </a:lnTo>
                  <a:lnTo>
                    <a:pt x="26605" y="188004"/>
                  </a:lnTo>
                  <a:lnTo>
                    <a:pt x="26415" y="189121"/>
                  </a:lnTo>
                  <a:lnTo>
                    <a:pt x="26318" y="189966"/>
                  </a:lnTo>
                  <a:lnTo>
                    <a:pt x="25847" y="190933"/>
                  </a:lnTo>
                  <a:lnTo>
                    <a:pt x="25468" y="191628"/>
                  </a:lnTo>
                  <a:lnTo>
                    <a:pt x="24808" y="192608"/>
                  </a:lnTo>
                  <a:lnTo>
                    <a:pt x="24240" y="193167"/>
                  </a:lnTo>
                  <a:lnTo>
                    <a:pt x="24051" y="193725"/>
                  </a:lnTo>
                  <a:lnTo>
                    <a:pt x="23482" y="194419"/>
                  </a:lnTo>
                  <a:lnTo>
                    <a:pt x="22914" y="195537"/>
                  </a:lnTo>
                  <a:lnTo>
                    <a:pt x="22443" y="196231"/>
                  </a:lnTo>
                  <a:lnTo>
                    <a:pt x="22535" y="196790"/>
                  </a:lnTo>
                  <a:lnTo>
                    <a:pt x="22632" y="197771"/>
                  </a:lnTo>
                  <a:lnTo>
                    <a:pt x="22346" y="198751"/>
                  </a:lnTo>
                  <a:lnTo>
                    <a:pt x="22064" y="199868"/>
                  </a:lnTo>
                  <a:lnTo>
                    <a:pt x="21306" y="201258"/>
                  </a:lnTo>
                  <a:lnTo>
                    <a:pt x="20456" y="201952"/>
                  </a:lnTo>
                  <a:lnTo>
                    <a:pt x="19223" y="202088"/>
                  </a:lnTo>
                  <a:lnTo>
                    <a:pt x="17523" y="202088"/>
                  </a:lnTo>
                  <a:lnTo>
                    <a:pt x="16197" y="201952"/>
                  </a:lnTo>
                  <a:lnTo>
                    <a:pt x="14589" y="201952"/>
                  </a:lnTo>
                  <a:lnTo>
                    <a:pt x="13172" y="201680"/>
                  </a:lnTo>
                  <a:lnTo>
                    <a:pt x="11846" y="201394"/>
                  </a:lnTo>
                  <a:lnTo>
                    <a:pt x="10238" y="201258"/>
                  </a:lnTo>
                  <a:lnTo>
                    <a:pt x="9101" y="201258"/>
                  </a:lnTo>
                  <a:lnTo>
                    <a:pt x="7684" y="201530"/>
                  </a:lnTo>
                  <a:lnTo>
                    <a:pt x="3993" y="201530"/>
                  </a:lnTo>
                  <a:lnTo>
                    <a:pt x="2574" y="201680"/>
                  </a:lnTo>
                  <a:lnTo>
                    <a:pt x="491" y="202238"/>
                  </a:lnTo>
                  <a:lnTo>
                    <a:pt x="0" y="202372"/>
                  </a:lnTo>
                  <a:lnTo>
                    <a:pt x="683" y="195687"/>
                  </a:lnTo>
                  <a:lnTo>
                    <a:pt x="1985" y="192064"/>
                  </a:lnTo>
                  <a:lnTo>
                    <a:pt x="3018" y="190465"/>
                  </a:lnTo>
                  <a:lnTo>
                    <a:pt x="4623" y="189640"/>
                  </a:lnTo>
                  <a:lnTo>
                    <a:pt x="6095" y="185999"/>
                  </a:lnTo>
                  <a:lnTo>
                    <a:pt x="6611" y="182648"/>
                  </a:lnTo>
                  <a:lnTo>
                    <a:pt x="7580" y="181106"/>
                  </a:lnTo>
                  <a:lnTo>
                    <a:pt x="7884" y="179899"/>
                  </a:lnTo>
                  <a:lnTo>
                    <a:pt x="7500" y="178978"/>
                  </a:lnTo>
                  <a:lnTo>
                    <a:pt x="8414" y="177170"/>
                  </a:lnTo>
                  <a:lnTo>
                    <a:pt x="9520" y="174409"/>
                  </a:lnTo>
                  <a:lnTo>
                    <a:pt x="10032" y="172636"/>
                  </a:lnTo>
                  <a:lnTo>
                    <a:pt x="11325" y="169890"/>
                  </a:lnTo>
                  <a:lnTo>
                    <a:pt x="11483" y="169285"/>
                  </a:lnTo>
                  <a:lnTo>
                    <a:pt x="11366" y="168597"/>
                  </a:lnTo>
                  <a:lnTo>
                    <a:pt x="10860" y="169181"/>
                  </a:lnTo>
                  <a:lnTo>
                    <a:pt x="10317" y="170196"/>
                  </a:lnTo>
                  <a:lnTo>
                    <a:pt x="9672" y="170994"/>
                  </a:lnTo>
                  <a:lnTo>
                    <a:pt x="9936" y="170011"/>
                  </a:lnTo>
                  <a:lnTo>
                    <a:pt x="10442" y="168566"/>
                  </a:lnTo>
                  <a:lnTo>
                    <a:pt x="11592" y="167053"/>
                  </a:lnTo>
                  <a:lnTo>
                    <a:pt x="13403" y="165381"/>
                  </a:lnTo>
                  <a:lnTo>
                    <a:pt x="17166" y="159718"/>
                  </a:lnTo>
                  <a:lnTo>
                    <a:pt x="18582" y="158741"/>
                  </a:lnTo>
                  <a:lnTo>
                    <a:pt x="19856" y="156357"/>
                  </a:lnTo>
                  <a:lnTo>
                    <a:pt x="20312" y="154239"/>
                  </a:lnTo>
                  <a:lnTo>
                    <a:pt x="20436" y="149378"/>
                  </a:lnTo>
                  <a:lnTo>
                    <a:pt x="20890" y="146811"/>
                  </a:lnTo>
                  <a:lnTo>
                    <a:pt x="21722" y="144809"/>
                  </a:lnTo>
                  <a:lnTo>
                    <a:pt x="22713" y="141171"/>
                  </a:lnTo>
                  <a:lnTo>
                    <a:pt x="23465" y="139543"/>
                  </a:lnTo>
                  <a:lnTo>
                    <a:pt x="23959" y="136226"/>
                  </a:lnTo>
                  <a:lnTo>
                    <a:pt x="24495" y="134962"/>
                  </a:lnTo>
                  <a:lnTo>
                    <a:pt x="25455" y="134362"/>
                  </a:lnTo>
                  <a:lnTo>
                    <a:pt x="26818" y="132706"/>
                  </a:lnTo>
                  <a:lnTo>
                    <a:pt x="28864" y="131683"/>
                  </a:lnTo>
                  <a:lnTo>
                    <a:pt x="31288" y="129533"/>
                  </a:lnTo>
                  <a:lnTo>
                    <a:pt x="32424" y="128247"/>
                  </a:lnTo>
                  <a:lnTo>
                    <a:pt x="33182" y="126329"/>
                  </a:lnTo>
                  <a:lnTo>
                    <a:pt x="33995" y="122507"/>
                  </a:lnTo>
                  <a:lnTo>
                    <a:pt x="35448" y="118490"/>
                  </a:lnTo>
                  <a:lnTo>
                    <a:pt x="36207" y="115407"/>
                  </a:lnTo>
                  <a:lnTo>
                    <a:pt x="37487" y="113815"/>
                  </a:lnTo>
                  <a:lnTo>
                    <a:pt x="38355" y="111802"/>
                  </a:lnTo>
                  <a:lnTo>
                    <a:pt x="39824" y="110906"/>
                  </a:lnTo>
                  <a:lnTo>
                    <a:pt x="42896" y="110473"/>
                  </a:lnTo>
                  <a:lnTo>
                    <a:pt x="47464" y="108801"/>
                  </a:lnTo>
                  <a:lnTo>
                    <a:pt x="51565" y="106279"/>
                  </a:lnTo>
                  <a:lnTo>
                    <a:pt x="52724" y="105276"/>
                  </a:lnTo>
                  <a:lnTo>
                    <a:pt x="53964" y="103267"/>
                  </a:lnTo>
                  <a:lnTo>
                    <a:pt x="56028" y="100649"/>
                  </a:lnTo>
                  <a:lnTo>
                    <a:pt x="59879" y="97505"/>
                  </a:lnTo>
                  <a:lnTo>
                    <a:pt x="61652" y="95751"/>
                  </a:lnTo>
                  <a:lnTo>
                    <a:pt x="64357" y="91351"/>
                  </a:lnTo>
                  <a:lnTo>
                    <a:pt x="66155" y="87710"/>
                  </a:lnTo>
                  <a:lnTo>
                    <a:pt x="67648" y="85370"/>
                  </a:lnTo>
                  <a:lnTo>
                    <a:pt x="68681" y="83292"/>
                  </a:lnTo>
                  <a:lnTo>
                    <a:pt x="69404" y="81185"/>
                  </a:lnTo>
                  <a:lnTo>
                    <a:pt x="69813" y="77790"/>
                  </a:lnTo>
                  <a:lnTo>
                    <a:pt x="69538" y="76466"/>
                  </a:lnTo>
                  <a:lnTo>
                    <a:pt x="68400" y="74296"/>
                  </a:lnTo>
                  <a:lnTo>
                    <a:pt x="67636" y="73718"/>
                  </a:lnTo>
                  <a:lnTo>
                    <a:pt x="67432" y="72695"/>
                  </a:lnTo>
                  <a:lnTo>
                    <a:pt x="67840" y="70891"/>
                  </a:lnTo>
                  <a:lnTo>
                    <a:pt x="67831" y="67790"/>
                  </a:lnTo>
                  <a:lnTo>
                    <a:pt x="68064" y="62838"/>
                  </a:lnTo>
                  <a:lnTo>
                    <a:pt x="69329" y="58844"/>
                  </a:lnTo>
                  <a:lnTo>
                    <a:pt x="72428" y="53608"/>
                  </a:lnTo>
                  <a:lnTo>
                    <a:pt x="73004" y="51457"/>
                  </a:lnTo>
                  <a:lnTo>
                    <a:pt x="73358" y="48037"/>
                  </a:lnTo>
                  <a:lnTo>
                    <a:pt x="73389" y="46828"/>
                  </a:lnTo>
                  <a:lnTo>
                    <a:pt x="77264" y="41975"/>
                  </a:lnTo>
                  <a:lnTo>
                    <a:pt x="79534" y="38255"/>
                  </a:lnTo>
                  <a:lnTo>
                    <a:pt x="80324" y="37344"/>
                  </a:lnTo>
                  <a:lnTo>
                    <a:pt x="82327" y="35644"/>
                  </a:lnTo>
                  <a:lnTo>
                    <a:pt x="89316" y="31935"/>
                  </a:lnTo>
                  <a:lnTo>
                    <a:pt x="93268" y="29284"/>
                  </a:lnTo>
                  <a:lnTo>
                    <a:pt x="95574" y="27349"/>
                  </a:lnTo>
                  <a:lnTo>
                    <a:pt x="96947" y="25063"/>
                  </a:lnTo>
                  <a:lnTo>
                    <a:pt x="100757" y="16093"/>
                  </a:lnTo>
                  <a:lnTo>
                    <a:pt x="104499" y="3469"/>
                  </a:lnTo>
                  <a:lnTo>
                    <a:pt x="104809" y="2009"/>
                  </a:lnTo>
                  <a:lnTo>
                    <a:pt x="106482" y="1588"/>
                  </a:lnTo>
                  <a:lnTo>
                    <a:pt x="107666" y="1408"/>
                  </a:lnTo>
                  <a:lnTo>
                    <a:pt x="108617" y="946"/>
                  </a:lnTo>
                  <a:lnTo>
                    <a:pt x="109799" y="0"/>
                  </a:lnTo>
                  <a:lnTo>
                    <a:pt x="110930" y="378"/>
                  </a:lnTo>
                  <a:lnTo>
                    <a:pt x="110364" y="1022"/>
                  </a:lnTo>
                  <a:lnTo>
                    <a:pt x="110364" y="2575"/>
                  </a:lnTo>
                  <a:lnTo>
                    <a:pt x="111168" y="4395"/>
                  </a:lnTo>
                  <a:lnTo>
                    <a:pt x="112561" y="6445"/>
                  </a:lnTo>
                  <a:lnTo>
                    <a:pt x="115098" y="9046"/>
                  </a:lnTo>
                  <a:lnTo>
                    <a:pt x="117075" y="10091"/>
                  </a:lnTo>
                  <a:lnTo>
                    <a:pt x="119897" y="10717"/>
                  </a:lnTo>
                  <a:lnTo>
                    <a:pt x="123185" y="9574"/>
                  </a:lnTo>
                  <a:lnTo>
                    <a:pt x="125025" y="9553"/>
                  </a:lnTo>
                  <a:lnTo>
                    <a:pt x="125921" y="9064"/>
                  </a:lnTo>
                  <a:lnTo>
                    <a:pt x="126892" y="9785"/>
                  </a:lnTo>
                  <a:lnTo>
                    <a:pt x="128745" y="10015"/>
                  </a:lnTo>
                  <a:lnTo>
                    <a:pt x="130531" y="9634"/>
                  </a:lnTo>
                  <a:lnTo>
                    <a:pt x="131883" y="8545"/>
                  </a:lnTo>
                  <a:lnTo>
                    <a:pt x="132743" y="7289"/>
                  </a:lnTo>
                  <a:lnTo>
                    <a:pt x="132878" y="7905"/>
                  </a:lnTo>
                  <a:lnTo>
                    <a:pt x="132919" y="8574"/>
                  </a:lnTo>
                  <a:lnTo>
                    <a:pt x="133180" y="8965"/>
                  </a:lnTo>
                  <a:lnTo>
                    <a:pt x="133714" y="10561"/>
                  </a:lnTo>
                  <a:lnTo>
                    <a:pt x="133994" y="11186"/>
                  </a:lnTo>
                  <a:lnTo>
                    <a:pt x="135021" y="11084"/>
                  </a:lnTo>
                  <a:lnTo>
                    <a:pt x="135916" y="11398"/>
                  </a:lnTo>
                  <a:lnTo>
                    <a:pt x="137932" y="1124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g983"/>
            <p:cNvSpPr/>
            <p:nvPr/>
          </p:nvSpPr>
          <p:spPr>
            <a:xfrm>
              <a:off x="4092366" y="1808041"/>
              <a:ext cx="576" cy="546"/>
            </a:xfrm>
            <a:custGeom>
              <a:avLst/>
              <a:pathLst>
                <a:path w="576" h="546">
                  <a:moveTo>
                    <a:pt x="576" y="285"/>
                  </a:moveTo>
                  <a:lnTo>
                    <a:pt x="0" y="546"/>
                  </a:lnTo>
                  <a:lnTo>
                    <a:pt x="22" y="246"/>
                  </a:lnTo>
                  <a:lnTo>
                    <a:pt x="163" y="77"/>
                  </a:lnTo>
                  <a:lnTo>
                    <a:pt x="347" y="0"/>
                  </a:lnTo>
                  <a:lnTo>
                    <a:pt x="559" y="13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g984"/>
            <p:cNvSpPr/>
            <p:nvPr/>
          </p:nvSpPr>
          <p:spPr>
            <a:xfrm>
              <a:off x="4274404" y="1742570"/>
              <a:ext cx="33227" cy="42045"/>
            </a:xfrm>
            <a:custGeom>
              <a:avLst/>
              <a:pathLst>
                <a:path w="33227" h="42045">
                  <a:moveTo>
                    <a:pt x="15076" y="42045"/>
                  </a:moveTo>
                  <a:lnTo>
                    <a:pt x="14603" y="41161"/>
                  </a:lnTo>
                  <a:lnTo>
                    <a:pt x="14124" y="40389"/>
                  </a:lnTo>
                  <a:lnTo>
                    <a:pt x="13772" y="39973"/>
                  </a:lnTo>
                  <a:lnTo>
                    <a:pt x="13920" y="39781"/>
                  </a:lnTo>
                  <a:lnTo>
                    <a:pt x="14303" y="39564"/>
                  </a:lnTo>
                  <a:lnTo>
                    <a:pt x="14577" y="39301"/>
                  </a:lnTo>
                  <a:lnTo>
                    <a:pt x="14544" y="38381"/>
                  </a:lnTo>
                  <a:lnTo>
                    <a:pt x="14342" y="37324"/>
                  </a:lnTo>
                  <a:lnTo>
                    <a:pt x="14158" y="36813"/>
                  </a:lnTo>
                  <a:lnTo>
                    <a:pt x="14140" y="36011"/>
                  </a:lnTo>
                  <a:lnTo>
                    <a:pt x="14009" y="34762"/>
                  </a:lnTo>
                  <a:lnTo>
                    <a:pt x="14193" y="32445"/>
                  </a:lnTo>
                  <a:lnTo>
                    <a:pt x="14954" y="29532"/>
                  </a:lnTo>
                  <a:lnTo>
                    <a:pt x="15377" y="28085"/>
                  </a:lnTo>
                  <a:lnTo>
                    <a:pt x="15172" y="27293"/>
                  </a:lnTo>
                  <a:lnTo>
                    <a:pt x="15331" y="25441"/>
                  </a:lnTo>
                  <a:lnTo>
                    <a:pt x="15002" y="24527"/>
                  </a:lnTo>
                  <a:lnTo>
                    <a:pt x="14484" y="23332"/>
                  </a:lnTo>
                  <a:lnTo>
                    <a:pt x="13744" y="20733"/>
                  </a:lnTo>
                  <a:lnTo>
                    <a:pt x="12821" y="19829"/>
                  </a:lnTo>
                  <a:lnTo>
                    <a:pt x="11682" y="18835"/>
                  </a:lnTo>
                  <a:lnTo>
                    <a:pt x="11195" y="18084"/>
                  </a:lnTo>
                  <a:lnTo>
                    <a:pt x="10870" y="17257"/>
                  </a:lnTo>
                  <a:lnTo>
                    <a:pt x="10191" y="16437"/>
                  </a:lnTo>
                  <a:lnTo>
                    <a:pt x="9414" y="15682"/>
                  </a:lnTo>
                  <a:lnTo>
                    <a:pt x="8485" y="13797"/>
                  </a:lnTo>
                  <a:lnTo>
                    <a:pt x="8002" y="12946"/>
                  </a:lnTo>
                  <a:lnTo>
                    <a:pt x="7855" y="12717"/>
                  </a:lnTo>
                  <a:lnTo>
                    <a:pt x="6792" y="11508"/>
                  </a:lnTo>
                  <a:lnTo>
                    <a:pt x="6234" y="10417"/>
                  </a:lnTo>
                  <a:lnTo>
                    <a:pt x="5952" y="9521"/>
                  </a:lnTo>
                  <a:lnTo>
                    <a:pt x="5789" y="8691"/>
                  </a:lnTo>
                  <a:lnTo>
                    <a:pt x="5043" y="7052"/>
                  </a:lnTo>
                  <a:lnTo>
                    <a:pt x="4365" y="5819"/>
                  </a:lnTo>
                  <a:lnTo>
                    <a:pt x="3720" y="4943"/>
                  </a:lnTo>
                  <a:lnTo>
                    <a:pt x="3423" y="4321"/>
                  </a:lnTo>
                  <a:lnTo>
                    <a:pt x="2668" y="3539"/>
                  </a:lnTo>
                  <a:lnTo>
                    <a:pt x="1592" y="2916"/>
                  </a:lnTo>
                  <a:lnTo>
                    <a:pt x="897" y="2809"/>
                  </a:lnTo>
                  <a:lnTo>
                    <a:pt x="0" y="2859"/>
                  </a:lnTo>
                  <a:lnTo>
                    <a:pt x="203" y="2381"/>
                  </a:lnTo>
                  <a:lnTo>
                    <a:pt x="2158" y="1084"/>
                  </a:lnTo>
                  <a:lnTo>
                    <a:pt x="2664" y="1296"/>
                  </a:lnTo>
                  <a:lnTo>
                    <a:pt x="3685" y="1347"/>
                  </a:lnTo>
                  <a:lnTo>
                    <a:pt x="5767" y="1303"/>
                  </a:lnTo>
                  <a:lnTo>
                    <a:pt x="6792" y="448"/>
                  </a:lnTo>
                  <a:lnTo>
                    <a:pt x="7425" y="687"/>
                  </a:lnTo>
                  <a:lnTo>
                    <a:pt x="7941" y="304"/>
                  </a:lnTo>
                  <a:lnTo>
                    <a:pt x="9033" y="0"/>
                  </a:lnTo>
                  <a:lnTo>
                    <a:pt x="10364" y="214"/>
                  </a:lnTo>
                  <a:lnTo>
                    <a:pt x="11363" y="678"/>
                  </a:lnTo>
                  <a:lnTo>
                    <a:pt x="12031" y="1389"/>
                  </a:lnTo>
                  <a:lnTo>
                    <a:pt x="12719" y="1832"/>
                  </a:lnTo>
                  <a:lnTo>
                    <a:pt x="13429" y="2002"/>
                  </a:lnTo>
                  <a:lnTo>
                    <a:pt x="13823" y="2358"/>
                  </a:lnTo>
                  <a:lnTo>
                    <a:pt x="13902" y="2899"/>
                  </a:lnTo>
                  <a:lnTo>
                    <a:pt x="14568" y="3164"/>
                  </a:lnTo>
                  <a:lnTo>
                    <a:pt x="15819" y="3156"/>
                  </a:lnTo>
                  <a:lnTo>
                    <a:pt x="16350" y="3512"/>
                  </a:lnTo>
                  <a:lnTo>
                    <a:pt x="16159" y="4232"/>
                  </a:lnTo>
                  <a:lnTo>
                    <a:pt x="16287" y="4469"/>
                  </a:lnTo>
                  <a:lnTo>
                    <a:pt x="16731" y="4223"/>
                  </a:lnTo>
                  <a:lnTo>
                    <a:pt x="17068" y="4435"/>
                  </a:lnTo>
                  <a:lnTo>
                    <a:pt x="17247" y="4968"/>
                  </a:lnTo>
                  <a:lnTo>
                    <a:pt x="17447" y="5221"/>
                  </a:lnTo>
                  <a:lnTo>
                    <a:pt x="18084" y="4387"/>
                  </a:lnTo>
                  <a:lnTo>
                    <a:pt x="18758" y="4470"/>
                  </a:lnTo>
                  <a:lnTo>
                    <a:pt x="20386" y="4816"/>
                  </a:lnTo>
                  <a:lnTo>
                    <a:pt x="21257" y="6544"/>
                  </a:lnTo>
                  <a:lnTo>
                    <a:pt x="21799" y="7165"/>
                  </a:lnTo>
                  <a:lnTo>
                    <a:pt x="22274" y="7418"/>
                  </a:lnTo>
                  <a:lnTo>
                    <a:pt x="22875" y="7148"/>
                  </a:lnTo>
                  <a:lnTo>
                    <a:pt x="23406" y="6826"/>
                  </a:lnTo>
                  <a:lnTo>
                    <a:pt x="23712" y="6978"/>
                  </a:lnTo>
                  <a:lnTo>
                    <a:pt x="24369" y="8124"/>
                  </a:lnTo>
                  <a:lnTo>
                    <a:pt x="24524" y="9622"/>
                  </a:lnTo>
                  <a:lnTo>
                    <a:pt x="24520" y="10228"/>
                  </a:lnTo>
                  <a:lnTo>
                    <a:pt x="24286" y="11246"/>
                  </a:lnTo>
                  <a:lnTo>
                    <a:pt x="23954" y="12330"/>
                  </a:lnTo>
                  <a:lnTo>
                    <a:pt x="23689" y="13034"/>
                  </a:lnTo>
                  <a:lnTo>
                    <a:pt x="23802" y="13601"/>
                  </a:lnTo>
                  <a:lnTo>
                    <a:pt x="24038" y="14076"/>
                  </a:lnTo>
                  <a:lnTo>
                    <a:pt x="24424" y="14232"/>
                  </a:lnTo>
                  <a:lnTo>
                    <a:pt x="25684" y="15191"/>
                  </a:lnTo>
                  <a:lnTo>
                    <a:pt x="26153" y="15856"/>
                  </a:lnTo>
                  <a:lnTo>
                    <a:pt x="26837" y="16350"/>
                  </a:lnTo>
                  <a:lnTo>
                    <a:pt x="27357" y="16377"/>
                  </a:lnTo>
                  <a:lnTo>
                    <a:pt x="27627" y="16652"/>
                  </a:lnTo>
                  <a:lnTo>
                    <a:pt x="27723" y="16989"/>
                  </a:lnTo>
                  <a:lnTo>
                    <a:pt x="27652" y="17844"/>
                  </a:lnTo>
                  <a:lnTo>
                    <a:pt x="27360" y="18646"/>
                  </a:lnTo>
                  <a:lnTo>
                    <a:pt x="27399" y="19161"/>
                  </a:lnTo>
                  <a:lnTo>
                    <a:pt x="27857" y="19769"/>
                  </a:lnTo>
                  <a:lnTo>
                    <a:pt x="27906" y="20477"/>
                  </a:lnTo>
                  <a:lnTo>
                    <a:pt x="27938" y="20934"/>
                  </a:lnTo>
                  <a:lnTo>
                    <a:pt x="28181" y="21285"/>
                  </a:lnTo>
                  <a:lnTo>
                    <a:pt x="29335" y="22065"/>
                  </a:lnTo>
                  <a:lnTo>
                    <a:pt x="30831" y="22818"/>
                  </a:lnTo>
                  <a:lnTo>
                    <a:pt x="31212" y="23466"/>
                  </a:lnTo>
                  <a:lnTo>
                    <a:pt x="31443" y="24284"/>
                  </a:lnTo>
                  <a:lnTo>
                    <a:pt x="31370" y="25662"/>
                  </a:lnTo>
                  <a:lnTo>
                    <a:pt x="31271" y="26863"/>
                  </a:lnTo>
                  <a:lnTo>
                    <a:pt x="33227" y="28478"/>
                  </a:lnTo>
                  <a:lnTo>
                    <a:pt x="33004" y="28779"/>
                  </a:lnTo>
                  <a:lnTo>
                    <a:pt x="32703" y="29110"/>
                  </a:lnTo>
                  <a:lnTo>
                    <a:pt x="30833" y="29355"/>
                  </a:lnTo>
                  <a:lnTo>
                    <a:pt x="30453" y="29490"/>
                  </a:lnTo>
                  <a:lnTo>
                    <a:pt x="29640" y="28273"/>
                  </a:lnTo>
                  <a:lnTo>
                    <a:pt x="29213" y="28121"/>
                  </a:lnTo>
                  <a:lnTo>
                    <a:pt x="28813" y="28567"/>
                  </a:lnTo>
                  <a:lnTo>
                    <a:pt x="28344" y="28817"/>
                  </a:lnTo>
                  <a:lnTo>
                    <a:pt x="27778" y="28692"/>
                  </a:lnTo>
                  <a:lnTo>
                    <a:pt x="27172" y="28317"/>
                  </a:lnTo>
                  <a:lnTo>
                    <a:pt x="26867" y="28051"/>
                  </a:lnTo>
                  <a:lnTo>
                    <a:pt x="26621" y="28020"/>
                  </a:lnTo>
                  <a:lnTo>
                    <a:pt x="26243" y="28285"/>
                  </a:lnTo>
                  <a:lnTo>
                    <a:pt x="25739" y="28172"/>
                  </a:lnTo>
                  <a:lnTo>
                    <a:pt x="25411" y="27871"/>
                  </a:lnTo>
                  <a:lnTo>
                    <a:pt x="24935" y="28903"/>
                  </a:lnTo>
                  <a:lnTo>
                    <a:pt x="24644" y="29122"/>
                  </a:lnTo>
                  <a:lnTo>
                    <a:pt x="24462" y="29088"/>
                  </a:lnTo>
                  <a:lnTo>
                    <a:pt x="24426" y="27336"/>
                  </a:lnTo>
                  <a:lnTo>
                    <a:pt x="24288" y="27071"/>
                  </a:lnTo>
                  <a:lnTo>
                    <a:pt x="23910" y="27030"/>
                  </a:lnTo>
                  <a:lnTo>
                    <a:pt x="22998" y="27447"/>
                  </a:lnTo>
                  <a:lnTo>
                    <a:pt x="22133" y="27984"/>
                  </a:lnTo>
                  <a:lnTo>
                    <a:pt x="21840" y="28464"/>
                  </a:lnTo>
                  <a:lnTo>
                    <a:pt x="21869" y="29327"/>
                  </a:lnTo>
                  <a:lnTo>
                    <a:pt x="21994" y="30357"/>
                  </a:lnTo>
                  <a:lnTo>
                    <a:pt x="22585" y="31918"/>
                  </a:lnTo>
                  <a:lnTo>
                    <a:pt x="22260" y="32599"/>
                  </a:lnTo>
                  <a:lnTo>
                    <a:pt x="22032" y="33683"/>
                  </a:lnTo>
                  <a:lnTo>
                    <a:pt x="21102" y="34677"/>
                  </a:lnTo>
                  <a:lnTo>
                    <a:pt x="20055" y="35256"/>
                  </a:lnTo>
                  <a:lnTo>
                    <a:pt x="19965" y="36444"/>
                  </a:lnTo>
                  <a:lnTo>
                    <a:pt x="19381" y="37255"/>
                  </a:lnTo>
                  <a:lnTo>
                    <a:pt x="18385" y="38065"/>
                  </a:lnTo>
                  <a:lnTo>
                    <a:pt x="17716" y="39041"/>
                  </a:lnTo>
                  <a:lnTo>
                    <a:pt x="17885" y="39710"/>
                  </a:lnTo>
                  <a:lnTo>
                    <a:pt x="17926" y="40343"/>
                  </a:lnTo>
                  <a:lnTo>
                    <a:pt x="17812" y="40774"/>
                  </a:lnTo>
                  <a:lnTo>
                    <a:pt x="17787" y="41106"/>
                  </a:lnTo>
                  <a:lnTo>
                    <a:pt x="17525" y="41253"/>
                  </a:lnTo>
                  <a:lnTo>
                    <a:pt x="16002" y="41373"/>
                  </a:lnTo>
                  <a:lnTo>
                    <a:pt x="15571" y="4157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g985"/>
            <p:cNvSpPr/>
            <p:nvPr/>
          </p:nvSpPr>
          <p:spPr>
            <a:xfrm>
              <a:off x="4493942" y="2651417"/>
              <a:ext cx="1882" cy="5456"/>
            </a:xfrm>
            <a:custGeom>
              <a:avLst/>
              <a:pathLst>
                <a:path w="1882" h="5456">
                  <a:moveTo>
                    <a:pt x="1063" y="2895"/>
                  </a:moveTo>
                  <a:lnTo>
                    <a:pt x="0" y="5456"/>
                  </a:lnTo>
                  <a:lnTo>
                    <a:pt x="299" y="3318"/>
                  </a:lnTo>
                  <a:lnTo>
                    <a:pt x="1531" y="238"/>
                  </a:lnTo>
                  <a:lnTo>
                    <a:pt x="1882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g986"/>
            <p:cNvSpPr/>
            <p:nvPr/>
          </p:nvSpPr>
          <p:spPr>
            <a:xfrm>
              <a:off x="4478495" y="2602640"/>
              <a:ext cx="1512" cy="2819"/>
            </a:xfrm>
            <a:custGeom>
              <a:avLst/>
              <a:pathLst>
                <a:path w="1512" h="2819">
                  <a:moveTo>
                    <a:pt x="1428" y="2310"/>
                  </a:moveTo>
                  <a:lnTo>
                    <a:pt x="1441" y="2819"/>
                  </a:lnTo>
                  <a:lnTo>
                    <a:pt x="195" y="2608"/>
                  </a:lnTo>
                  <a:lnTo>
                    <a:pt x="0" y="860"/>
                  </a:lnTo>
                  <a:lnTo>
                    <a:pt x="609" y="806"/>
                  </a:lnTo>
                  <a:lnTo>
                    <a:pt x="742" y="88"/>
                  </a:lnTo>
                  <a:lnTo>
                    <a:pt x="1113" y="0"/>
                  </a:lnTo>
                  <a:lnTo>
                    <a:pt x="1512" y="155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g987"/>
            <p:cNvSpPr/>
            <p:nvPr/>
          </p:nvSpPr>
          <p:spPr>
            <a:xfrm>
              <a:off x="4431814" y="2587037"/>
              <a:ext cx="68359" cy="188169"/>
            </a:xfrm>
            <a:custGeom>
              <a:avLst/>
              <a:pathLst>
                <a:path w="68359" h="188169">
                  <a:moveTo>
                    <a:pt x="59424" y="4917"/>
                  </a:moveTo>
                  <a:lnTo>
                    <a:pt x="59858" y="6375"/>
                  </a:lnTo>
                  <a:lnTo>
                    <a:pt x="60366" y="7776"/>
                  </a:lnTo>
                  <a:lnTo>
                    <a:pt x="61947" y="11159"/>
                  </a:lnTo>
                  <a:lnTo>
                    <a:pt x="62624" y="12461"/>
                  </a:lnTo>
                  <a:lnTo>
                    <a:pt x="63201" y="13845"/>
                  </a:lnTo>
                  <a:lnTo>
                    <a:pt x="63482" y="16606"/>
                  </a:lnTo>
                  <a:lnTo>
                    <a:pt x="64487" y="20898"/>
                  </a:lnTo>
                  <a:lnTo>
                    <a:pt x="65437" y="27346"/>
                  </a:lnTo>
                  <a:lnTo>
                    <a:pt x="65728" y="33961"/>
                  </a:lnTo>
                  <a:lnTo>
                    <a:pt x="66019" y="36995"/>
                  </a:lnTo>
                  <a:lnTo>
                    <a:pt x="66758" y="39852"/>
                  </a:lnTo>
                  <a:lnTo>
                    <a:pt x="67968" y="42816"/>
                  </a:lnTo>
                  <a:lnTo>
                    <a:pt x="68359" y="46112"/>
                  </a:lnTo>
                  <a:lnTo>
                    <a:pt x="67620" y="49508"/>
                  </a:lnTo>
                  <a:lnTo>
                    <a:pt x="66550" y="52707"/>
                  </a:lnTo>
                  <a:lnTo>
                    <a:pt x="66274" y="53308"/>
                  </a:lnTo>
                  <a:lnTo>
                    <a:pt x="65770" y="54129"/>
                  </a:lnTo>
                  <a:lnTo>
                    <a:pt x="65542" y="54092"/>
                  </a:lnTo>
                  <a:lnTo>
                    <a:pt x="64686" y="53267"/>
                  </a:lnTo>
                  <a:lnTo>
                    <a:pt x="63986" y="51916"/>
                  </a:lnTo>
                  <a:lnTo>
                    <a:pt x="63098" y="48733"/>
                  </a:lnTo>
                  <a:lnTo>
                    <a:pt x="62776" y="47117"/>
                  </a:lnTo>
                  <a:lnTo>
                    <a:pt x="62405" y="46862"/>
                  </a:lnTo>
                  <a:lnTo>
                    <a:pt x="61368" y="47003"/>
                  </a:lnTo>
                  <a:lnTo>
                    <a:pt x="60617" y="48008"/>
                  </a:lnTo>
                  <a:lnTo>
                    <a:pt x="60480" y="48641"/>
                  </a:lnTo>
                  <a:lnTo>
                    <a:pt x="60642" y="50437"/>
                  </a:lnTo>
                  <a:lnTo>
                    <a:pt x="60927" y="52051"/>
                  </a:lnTo>
                  <a:lnTo>
                    <a:pt x="61053" y="53689"/>
                  </a:lnTo>
                  <a:lnTo>
                    <a:pt x="61075" y="55752"/>
                  </a:lnTo>
                  <a:lnTo>
                    <a:pt x="61354" y="56375"/>
                  </a:lnTo>
                  <a:lnTo>
                    <a:pt x="61767" y="56900"/>
                  </a:lnTo>
                  <a:lnTo>
                    <a:pt x="62194" y="58250"/>
                  </a:lnTo>
                  <a:lnTo>
                    <a:pt x="62270" y="61467"/>
                  </a:lnTo>
                  <a:lnTo>
                    <a:pt x="62007" y="63092"/>
                  </a:lnTo>
                  <a:lnTo>
                    <a:pt x="61276" y="64487"/>
                  </a:lnTo>
                  <a:lnTo>
                    <a:pt x="61319" y="65259"/>
                  </a:lnTo>
                  <a:lnTo>
                    <a:pt x="61590" y="66050"/>
                  </a:lnTo>
                  <a:lnTo>
                    <a:pt x="61330" y="66528"/>
                  </a:lnTo>
                  <a:lnTo>
                    <a:pt x="60357" y="67135"/>
                  </a:lnTo>
                  <a:lnTo>
                    <a:pt x="59963" y="67669"/>
                  </a:lnTo>
                  <a:lnTo>
                    <a:pt x="59436" y="69088"/>
                  </a:lnTo>
                  <a:lnTo>
                    <a:pt x="58583" y="71985"/>
                  </a:lnTo>
                  <a:lnTo>
                    <a:pt x="58467" y="73464"/>
                  </a:lnTo>
                  <a:lnTo>
                    <a:pt x="59002" y="77967"/>
                  </a:lnTo>
                  <a:lnTo>
                    <a:pt x="58852" y="81161"/>
                  </a:lnTo>
                  <a:lnTo>
                    <a:pt x="57765" y="87268"/>
                  </a:lnTo>
                  <a:lnTo>
                    <a:pt x="57140" y="90165"/>
                  </a:lnTo>
                  <a:lnTo>
                    <a:pt x="56255" y="93627"/>
                  </a:lnTo>
                  <a:lnTo>
                    <a:pt x="54900" y="98193"/>
                  </a:lnTo>
                  <a:lnTo>
                    <a:pt x="53557" y="103923"/>
                  </a:lnTo>
                  <a:lnTo>
                    <a:pt x="52415" y="109820"/>
                  </a:lnTo>
                  <a:lnTo>
                    <a:pt x="51572" y="113364"/>
                  </a:lnTo>
                  <a:lnTo>
                    <a:pt x="50614" y="116854"/>
                  </a:lnTo>
                  <a:lnTo>
                    <a:pt x="49304" y="123026"/>
                  </a:lnTo>
                  <a:lnTo>
                    <a:pt x="48190" y="129288"/>
                  </a:lnTo>
                  <a:lnTo>
                    <a:pt x="46535" y="136179"/>
                  </a:lnTo>
                  <a:lnTo>
                    <a:pt x="44251" y="143863"/>
                  </a:lnTo>
                  <a:lnTo>
                    <a:pt x="44004" y="144865"/>
                  </a:lnTo>
                  <a:lnTo>
                    <a:pt x="43530" y="148791"/>
                  </a:lnTo>
                  <a:lnTo>
                    <a:pt x="43017" y="152198"/>
                  </a:lnTo>
                  <a:lnTo>
                    <a:pt x="42406" y="155571"/>
                  </a:lnTo>
                  <a:lnTo>
                    <a:pt x="41125" y="161147"/>
                  </a:lnTo>
                  <a:lnTo>
                    <a:pt x="40979" y="162866"/>
                  </a:lnTo>
                  <a:lnTo>
                    <a:pt x="40689" y="164515"/>
                  </a:lnTo>
                  <a:lnTo>
                    <a:pt x="39456" y="168010"/>
                  </a:lnTo>
                  <a:lnTo>
                    <a:pt x="38935" y="169311"/>
                  </a:lnTo>
                  <a:lnTo>
                    <a:pt x="38566" y="170693"/>
                  </a:lnTo>
                  <a:lnTo>
                    <a:pt x="38359" y="172445"/>
                  </a:lnTo>
                  <a:lnTo>
                    <a:pt x="37991" y="174136"/>
                  </a:lnTo>
                  <a:lnTo>
                    <a:pt x="37088" y="177244"/>
                  </a:lnTo>
                  <a:lnTo>
                    <a:pt x="35741" y="179919"/>
                  </a:lnTo>
                  <a:lnTo>
                    <a:pt x="34825" y="180892"/>
                  </a:lnTo>
                  <a:lnTo>
                    <a:pt x="32842" y="182303"/>
                  </a:lnTo>
                  <a:lnTo>
                    <a:pt x="31836" y="182589"/>
                  </a:lnTo>
                  <a:lnTo>
                    <a:pt x="29608" y="182621"/>
                  </a:lnTo>
                  <a:lnTo>
                    <a:pt x="27451" y="183425"/>
                  </a:lnTo>
                  <a:lnTo>
                    <a:pt x="25201" y="184972"/>
                  </a:lnTo>
                  <a:lnTo>
                    <a:pt x="23037" y="186746"/>
                  </a:lnTo>
                  <a:lnTo>
                    <a:pt x="22208" y="187586"/>
                  </a:lnTo>
                  <a:lnTo>
                    <a:pt x="21295" y="188067"/>
                  </a:lnTo>
                  <a:lnTo>
                    <a:pt x="18435" y="188169"/>
                  </a:lnTo>
                  <a:lnTo>
                    <a:pt x="17579" y="187786"/>
                  </a:lnTo>
                  <a:lnTo>
                    <a:pt x="14718" y="184873"/>
                  </a:lnTo>
                  <a:lnTo>
                    <a:pt x="13610" y="184392"/>
                  </a:lnTo>
                  <a:lnTo>
                    <a:pt x="11510" y="183993"/>
                  </a:lnTo>
                  <a:lnTo>
                    <a:pt x="10876" y="183745"/>
                  </a:lnTo>
                  <a:lnTo>
                    <a:pt x="10300" y="183365"/>
                  </a:lnTo>
                  <a:lnTo>
                    <a:pt x="9451" y="181842"/>
                  </a:lnTo>
                  <a:lnTo>
                    <a:pt x="7767" y="180555"/>
                  </a:lnTo>
                  <a:lnTo>
                    <a:pt x="7362" y="180152"/>
                  </a:lnTo>
                  <a:lnTo>
                    <a:pt x="7106" y="179264"/>
                  </a:lnTo>
                  <a:lnTo>
                    <a:pt x="6932" y="178308"/>
                  </a:lnTo>
                  <a:lnTo>
                    <a:pt x="6495" y="177237"/>
                  </a:lnTo>
                  <a:lnTo>
                    <a:pt x="6172" y="175199"/>
                  </a:lnTo>
                  <a:lnTo>
                    <a:pt x="5623" y="173773"/>
                  </a:lnTo>
                  <a:lnTo>
                    <a:pt x="4071" y="171256"/>
                  </a:lnTo>
                  <a:lnTo>
                    <a:pt x="3906" y="170452"/>
                  </a:lnTo>
                  <a:lnTo>
                    <a:pt x="3781" y="167781"/>
                  </a:lnTo>
                  <a:lnTo>
                    <a:pt x="3831" y="165974"/>
                  </a:lnTo>
                  <a:lnTo>
                    <a:pt x="3679" y="162664"/>
                  </a:lnTo>
                  <a:lnTo>
                    <a:pt x="3856" y="161107"/>
                  </a:lnTo>
                  <a:lnTo>
                    <a:pt x="4400" y="159704"/>
                  </a:lnTo>
                  <a:lnTo>
                    <a:pt x="4177" y="158187"/>
                  </a:lnTo>
                  <a:lnTo>
                    <a:pt x="3599" y="156592"/>
                  </a:lnTo>
                  <a:lnTo>
                    <a:pt x="3382" y="154941"/>
                  </a:lnTo>
                  <a:lnTo>
                    <a:pt x="2955" y="153438"/>
                  </a:lnTo>
                  <a:lnTo>
                    <a:pt x="1331" y="150731"/>
                  </a:lnTo>
                  <a:lnTo>
                    <a:pt x="949" y="149398"/>
                  </a:lnTo>
                  <a:lnTo>
                    <a:pt x="685" y="148019"/>
                  </a:lnTo>
                  <a:lnTo>
                    <a:pt x="72" y="143719"/>
                  </a:lnTo>
                  <a:lnTo>
                    <a:pt x="0" y="142223"/>
                  </a:lnTo>
                  <a:lnTo>
                    <a:pt x="89" y="139056"/>
                  </a:lnTo>
                  <a:lnTo>
                    <a:pt x="315" y="137427"/>
                  </a:lnTo>
                  <a:lnTo>
                    <a:pt x="710" y="136292"/>
                  </a:lnTo>
                  <a:lnTo>
                    <a:pt x="809" y="135445"/>
                  </a:lnTo>
                  <a:lnTo>
                    <a:pt x="1065" y="134718"/>
                  </a:lnTo>
                  <a:lnTo>
                    <a:pt x="1451" y="134135"/>
                  </a:lnTo>
                  <a:lnTo>
                    <a:pt x="1709" y="133440"/>
                  </a:lnTo>
                  <a:lnTo>
                    <a:pt x="2315" y="129392"/>
                  </a:lnTo>
                  <a:lnTo>
                    <a:pt x="3084" y="128493"/>
                  </a:lnTo>
                  <a:lnTo>
                    <a:pt x="4224" y="127977"/>
                  </a:lnTo>
                  <a:lnTo>
                    <a:pt x="5137" y="126920"/>
                  </a:lnTo>
                  <a:lnTo>
                    <a:pt x="5662" y="125492"/>
                  </a:lnTo>
                  <a:lnTo>
                    <a:pt x="6187" y="122549"/>
                  </a:lnTo>
                  <a:lnTo>
                    <a:pt x="7625" y="119626"/>
                  </a:lnTo>
                  <a:lnTo>
                    <a:pt x="8136" y="118089"/>
                  </a:lnTo>
                  <a:lnTo>
                    <a:pt x="9295" y="115768"/>
                  </a:lnTo>
                  <a:lnTo>
                    <a:pt x="10321" y="112502"/>
                  </a:lnTo>
                  <a:lnTo>
                    <a:pt x="10633" y="110963"/>
                  </a:lnTo>
                  <a:lnTo>
                    <a:pt x="10856" y="109385"/>
                  </a:lnTo>
                  <a:lnTo>
                    <a:pt x="11117" y="105928"/>
                  </a:lnTo>
                  <a:lnTo>
                    <a:pt x="11313" y="104208"/>
                  </a:lnTo>
                  <a:lnTo>
                    <a:pt x="11274" y="102504"/>
                  </a:lnTo>
                  <a:lnTo>
                    <a:pt x="10684" y="100752"/>
                  </a:lnTo>
                  <a:lnTo>
                    <a:pt x="9287" y="97573"/>
                  </a:lnTo>
                  <a:lnTo>
                    <a:pt x="9241" y="96979"/>
                  </a:lnTo>
                  <a:lnTo>
                    <a:pt x="9352" y="94616"/>
                  </a:lnTo>
                  <a:lnTo>
                    <a:pt x="9233" y="92907"/>
                  </a:lnTo>
                  <a:lnTo>
                    <a:pt x="8718" y="91204"/>
                  </a:lnTo>
                  <a:lnTo>
                    <a:pt x="8057" y="89600"/>
                  </a:lnTo>
                  <a:lnTo>
                    <a:pt x="7406" y="86600"/>
                  </a:lnTo>
                  <a:lnTo>
                    <a:pt x="7090" y="81642"/>
                  </a:lnTo>
                  <a:lnTo>
                    <a:pt x="7157" y="79850"/>
                  </a:lnTo>
                  <a:lnTo>
                    <a:pt x="6967" y="78257"/>
                  </a:lnTo>
                  <a:lnTo>
                    <a:pt x="6494" y="76739"/>
                  </a:lnTo>
                  <a:lnTo>
                    <a:pt x="6833" y="74091"/>
                  </a:lnTo>
                  <a:lnTo>
                    <a:pt x="11014" y="64481"/>
                  </a:lnTo>
                  <a:lnTo>
                    <a:pt x="11150" y="63349"/>
                  </a:lnTo>
                  <a:lnTo>
                    <a:pt x="10982" y="60418"/>
                  </a:lnTo>
                  <a:lnTo>
                    <a:pt x="11068" y="58713"/>
                  </a:lnTo>
                  <a:lnTo>
                    <a:pt x="11214" y="58081"/>
                  </a:lnTo>
                  <a:lnTo>
                    <a:pt x="11533" y="57712"/>
                  </a:lnTo>
                  <a:lnTo>
                    <a:pt x="12249" y="57533"/>
                  </a:lnTo>
                  <a:lnTo>
                    <a:pt x="15629" y="57115"/>
                  </a:lnTo>
                  <a:lnTo>
                    <a:pt x="16063" y="56819"/>
                  </a:lnTo>
                  <a:lnTo>
                    <a:pt x="16907" y="56008"/>
                  </a:lnTo>
                  <a:lnTo>
                    <a:pt x="18066" y="54441"/>
                  </a:lnTo>
                  <a:lnTo>
                    <a:pt x="18597" y="53990"/>
                  </a:lnTo>
                  <a:lnTo>
                    <a:pt x="19055" y="54155"/>
                  </a:lnTo>
                  <a:lnTo>
                    <a:pt x="19349" y="54827"/>
                  </a:lnTo>
                  <a:lnTo>
                    <a:pt x="19726" y="55193"/>
                  </a:lnTo>
                  <a:lnTo>
                    <a:pt x="21090" y="54483"/>
                  </a:lnTo>
                  <a:lnTo>
                    <a:pt x="21614" y="54462"/>
                  </a:lnTo>
                  <a:lnTo>
                    <a:pt x="22148" y="54577"/>
                  </a:lnTo>
                  <a:lnTo>
                    <a:pt x="22399" y="53925"/>
                  </a:lnTo>
                  <a:lnTo>
                    <a:pt x="22548" y="53050"/>
                  </a:lnTo>
                  <a:lnTo>
                    <a:pt x="22747" y="52433"/>
                  </a:lnTo>
                  <a:lnTo>
                    <a:pt x="23113" y="52083"/>
                  </a:lnTo>
                  <a:lnTo>
                    <a:pt x="24870" y="51893"/>
                  </a:lnTo>
                  <a:lnTo>
                    <a:pt x="25990" y="51642"/>
                  </a:lnTo>
                  <a:lnTo>
                    <a:pt x="27440" y="51030"/>
                  </a:lnTo>
                  <a:lnTo>
                    <a:pt x="27752" y="51150"/>
                  </a:lnTo>
                  <a:lnTo>
                    <a:pt x="28921" y="53350"/>
                  </a:lnTo>
                  <a:lnTo>
                    <a:pt x="29275" y="53539"/>
                  </a:lnTo>
                  <a:lnTo>
                    <a:pt x="29730" y="53629"/>
                  </a:lnTo>
                  <a:lnTo>
                    <a:pt x="30127" y="53229"/>
                  </a:lnTo>
                  <a:lnTo>
                    <a:pt x="29178" y="52078"/>
                  </a:lnTo>
                  <a:lnTo>
                    <a:pt x="29035" y="51427"/>
                  </a:lnTo>
                  <a:lnTo>
                    <a:pt x="29085" y="50687"/>
                  </a:lnTo>
                  <a:lnTo>
                    <a:pt x="29593" y="49103"/>
                  </a:lnTo>
                  <a:lnTo>
                    <a:pt x="30444" y="47895"/>
                  </a:lnTo>
                  <a:lnTo>
                    <a:pt x="32333" y="46059"/>
                  </a:lnTo>
                  <a:lnTo>
                    <a:pt x="34294" y="43935"/>
                  </a:lnTo>
                  <a:lnTo>
                    <a:pt x="34864" y="43788"/>
                  </a:lnTo>
                  <a:lnTo>
                    <a:pt x="35346" y="44125"/>
                  </a:lnTo>
                  <a:lnTo>
                    <a:pt x="35716" y="46628"/>
                  </a:lnTo>
                  <a:lnTo>
                    <a:pt x="35670" y="47041"/>
                  </a:lnTo>
                  <a:lnTo>
                    <a:pt x="35983" y="47098"/>
                  </a:lnTo>
                  <a:lnTo>
                    <a:pt x="36349" y="46789"/>
                  </a:lnTo>
                  <a:lnTo>
                    <a:pt x="36672" y="45778"/>
                  </a:lnTo>
                  <a:lnTo>
                    <a:pt x="36689" y="44939"/>
                  </a:lnTo>
                  <a:lnTo>
                    <a:pt x="36425" y="44134"/>
                  </a:lnTo>
                  <a:lnTo>
                    <a:pt x="36297" y="43453"/>
                  </a:lnTo>
                  <a:lnTo>
                    <a:pt x="36286" y="42827"/>
                  </a:lnTo>
                  <a:lnTo>
                    <a:pt x="37280" y="41347"/>
                  </a:lnTo>
                  <a:lnTo>
                    <a:pt x="38064" y="39933"/>
                  </a:lnTo>
                  <a:lnTo>
                    <a:pt x="38426" y="38247"/>
                  </a:lnTo>
                  <a:lnTo>
                    <a:pt x="38740" y="37471"/>
                  </a:lnTo>
                  <a:lnTo>
                    <a:pt x="39564" y="36595"/>
                  </a:lnTo>
                  <a:lnTo>
                    <a:pt x="39807" y="36734"/>
                  </a:lnTo>
                  <a:lnTo>
                    <a:pt x="39999" y="37446"/>
                  </a:lnTo>
                  <a:lnTo>
                    <a:pt x="40106" y="38200"/>
                  </a:lnTo>
                  <a:lnTo>
                    <a:pt x="39895" y="38947"/>
                  </a:lnTo>
                  <a:lnTo>
                    <a:pt x="39593" y="39687"/>
                  </a:lnTo>
                  <a:lnTo>
                    <a:pt x="39471" y="40673"/>
                  </a:lnTo>
                  <a:lnTo>
                    <a:pt x="39935" y="40864"/>
                  </a:lnTo>
                  <a:lnTo>
                    <a:pt x="40374" y="40624"/>
                  </a:lnTo>
                  <a:lnTo>
                    <a:pt x="41016" y="38840"/>
                  </a:lnTo>
                  <a:lnTo>
                    <a:pt x="41749" y="37152"/>
                  </a:lnTo>
                  <a:lnTo>
                    <a:pt x="42184" y="36275"/>
                  </a:lnTo>
                  <a:lnTo>
                    <a:pt x="42733" y="35666"/>
                  </a:lnTo>
                  <a:lnTo>
                    <a:pt x="43645" y="35789"/>
                  </a:lnTo>
                  <a:lnTo>
                    <a:pt x="44532" y="36166"/>
                  </a:lnTo>
                  <a:lnTo>
                    <a:pt x="43088" y="34384"/>
                  </a:lnTo>
                  <a:lnTo>
                    <a:pt x="42726" y="31945"/>
                  </a:lnTo>
                  <a:lnTo>
                    <a:pt x="44447" y="27724"/>
                  </a:lnTo>
                  <a:lnTo>
                    <a:pt x="44463" y="26845"/>
                  </a:lnTo>
                  <a:lnTo>
                    <a:pt x="44712" y="26574"/>
                  </a:lnTo>
                  <a:lnTo>
                    <a:pt x="44828" y="26233"/>
                  </a:lnTo>
                  <a:lnTo>
                    <a:pt x="43938" y="24807"/>
                  </a:lnTo>
                  <a:lnTo>
                    <a:pt x="43770" y="24100"/>
                  </a:lnTo>
                  <a:lnTo>
                    <a:pt x="43887" y="23028"/>
                  </a:lnTo>
                  <a:lnTo>
                    <a:pt x="44313" y="22076"/>
                  </a:lnTo>
                  <a:lnTo>
                    <a:pt x="44699" y="21410"/>
                  </a:lnTo>
                  <a:lnTo>
                    <a:pt x="45248" y="21154"/>
                  </a:lnTo>
                  <a:lnTo>
                    <a:pt x="45684" y="21521"/>
                  </a:lnTo>
                  <a:lnTo>
                    <a:pt x="46641" y="22692"/>
                  </a:lnTo>
                  <a:lnTo>
                    <a:pt x="47286" y="22870"/>
                  </a:lnTo>
                  <a:lnTo>
                    <a:pt x="48066" y="21745"/>
                  </a:lnTo>
                  <a:lnTo>
                    <a:pt x="48703" y="20341"/>
                  </a:lnTo>
                  <a:lnTo>
                    <a:pt x="49662" y="19375"/>
                  </a:lnTo>
                  <a:lnTo>
                    <a:pt x="50750" y="18779"/>
                  </a:lnTo>
                  <a:lnTo>
                    <a:pt x="52406" y="16568"/>
                  </a:lnTo>
                  <a:lnTo>
                    <a:pt x="53484" y="11942"/>
                  </a:lnTo>
                  <a:lnTo>
                    <a:pt x="53569" y="10593"/>
                  </a:lnTo>
                  <a:lnTo>
                    <a:pt x="53331" y="8955"/>
                  </a:lnTo>
                  <a:lnTo>
                    <a:pt x="52949" y="7400"/>
                  </a:lnTo>
                  <a:lnTo>
                    <a:pt x="52310" y="5457"/>
                  </a:lnTo>
                  <a:lnTo>
                    <a:pt x="52476" y="5027"/>
                  </a:lnTo>
                  <a:lnTo>
                    <a:pt x="53382" y="5284"/>
                  </a:lnTo>
                  <a:lnTo>
                    <a:pt x="53686" y="5013"/>
                  </a:lnTo>
                  <a:lnTo>
                    <a:pt x="54670" y="3294"/>
                  </a:lnTo>
                  <a:lnTo>
                    <a:pt x="56290" y="0"/>
                  </a:lnTo>
                  <a:lnTo>
                    <a:pt x="56824" y="8"/>
                  </a:lnTo>
                  <a:lnTo>
                    <a:pt x="57284" y="618"/>
                  </a:lnTo>
                  <a:lnTo>
                    <a:pt x="57455" y="1521"/>
                  </a:lnTo>
                  <a:lnTo>
                    <a:pt x="57775" y="2186"/>
                  </a:lnTo>
                  <a:lnTo>
                    <a:pt x="58871" y="374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g988"/>
            <p:cNvSpPr/>
            <p:nvPr/>
          </p:nvSpPr>
          <p:spPr>
            <a:xfrm>
              <a:off x="4716820" y="2372666"/>
              <a:ext cx="574" cy="843"/>
            </a:xfrm>
            <a:custGeom>
              <a:avLst/>
              <a:pathLst>
                <a:path w="574" h="843">
                  <a:moveTo>
                    <a:pt x="327" y="817"/>
                  </a:moveTo>
                  <a:lnTo>
                    <a:pt x="125" y="843"/>
                  </a:lnTo>
                  <a:lnTo>
                    <a:pt x="0" y="604"/>
                  </a:lnTo>
                  <a:lnTo>
                    <a:pt x="27" y="257"/>
                  </a:lnTo>
                  <a:lnTo>
                    <a:pt x="184" y="14"/>
                  </a:lnTo>
                  <a:lnTo>
                    <a:pt x="432" y="0"/>
                  </a:lnTo>
                  <a:lnTo>
                    <a:pt x="574" y="216"/>
                  </a:lnTo>
                  <a:lnTo>
                    <a:pt x="500" y="55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g989"/>
            <p:cNvSpPr/>
            <p:nvPr/>
          </p:nvSpPr>
          <p:spPr>
            <a:xfrm>
              <a:off x="4717681" y="2359367"/>
              <a:ext cx="522" cy="1229"/>
            </a:xfrm>
            <a:custGeom>
              <a:avLst/>
              <a:pathLst>
                <a:path w="522" h="1229">
                  <a:moveTo>
                    <a:pt x="370" y="1098"/>
                  </a:moveTo>
                  <a:lnTo>
                    <a:pt x="206" y="1229"/>
                  </a:lnTo>
                  <a:lnTo>
                    <a:pt x="52" y="1176"/>
                  </a:lnTo>
                  <a:lnTo>
                    <a:pt x="0" y="1012"/>
                  </a:lnTo>
                  <a:lnTo>
                    <a:pt x="76" y="769"/>
                  </a:lnTo>
                  <a:lnTo>
                    <a:pt x="205" y="458"/>
                  </a:lnTo>
                  <a:lnTo>
                    <a:pt x="293" y="121"/>
                  </a:lnTo>
                  <a:lnTo>
                    <a:pt x="522" y="0"/>
                  </a:lnTo>
                  <a:lnTo>
                    <a:pt x="511" y="190"/>
                  </a:lnTo>
                  <a:lnTo>
                    <a:pt x="464" y="450"/>
                  </a:lnTo>
                  <a:lnTo>
                    <a:pt x="435" y="78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g990"/>
            <p:cNvSpPr/>
            <p:nvPr/>
          </p:nvSpPr>
          <p:spPr>
            <a:xfrm>
              <a:off x="3153913" y="2156639"/>
              <a:ext cx="2643" cy="1727"/>
            </a:xfrm>
            <a:custGeom>
              <a:avLst/>
              <a:pathLst>
                <a:path w="2643" h="1727">
                  <a:moveTo>
                    <a:pt x="1252" y="1404"/>
                  </a:moveTo>
                  <a:lnTo>
                    <a:pt x="188" y="1727"/>
                  </a:lnTo>
                  <a:lnTo>
                    <a:pt x="0" y="1424"/>
                  </a:lnTo>
                  <a:lnTo>
                    <a:pt x="2147" y="0"/>
                  </a:lnTo>
                  <a:lnTo>
                    <a:pt x="2514" y="60"/>
                  </a:lnTo>
                  <a:lnTo>
                    <a:pt x="2643" y="251"/>
                  </a:lnTo>
                  <a:lnTo>
                    <a:pt x="1531" y="92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g991"/>
            <p:cNvSpPr/>
            <p:nvPr/>
          </p:nvSpPr>
          <p:spPr>
            <a:xfrm>
              <a:off x="2971815" y="2155452"/>
              <a:ext cx="1411" cy="1991"/>
            </a:xfrm>
            <a:custGeom>
              <a:avLst/>
              <a:pathLst>
                <a:path w="1411" h="1991">
                  <a:moveTo>
                    <a:pt x="1411" y="1697"/>
                  </a:moveTo>
                  <a:lnTo>
                    <a:pt x="840" y="1991"/>
                  </a:lnTo>
                  <a:lnTo>
                    <a:pt x="0" y="1136"/>
                  </a:lnTo>
                  <a:lnTo>
                    <a:pt x="224" y="460"/>
                  </a:lnTo>
                  <a:lnTo>
                    <a:pt x="702" y="0"/>
                  </a:lnTo>
                  <a:lnTo>
                    <a:pt x="1150" y="85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g992"/>
            <p:cNvSpPr/>
            <p:nvPr/>
          </p:nvSpPr>
          <p:spPr>
            <a:xfrm>
              <a:off x="3199293" y="2131519"/>
              <a:ext cx="2501" cy="4280"/>
            </a:xfrm>
            <a:custGeom>
              <a:avLst/>
              <a:pathLst>
                <a:path w="2501" h="4280">
                  <a:moveTo>
                    <a:pt x="754" y="3845"/>
                  </a:moveTo>
                  <a:lnTo>
                    <a:pt x="265" y="4280"/>
                  </a:lnTo>
                  <a:lnTo>
                    <a:pt x="0" y="2743"/>
                  </a:lnTo>
                  <a:lnTo>
                    <a:pt x="392" y="1244"/>
                  </a:lnTo>
                  <a:lnTo>
                    <a:pt x="866" y="384"/>
                  </a:lnTo>
                  <a:lnTo>
                    <a:pt x="1805" y="282"/>
                  </a:lnTo>
                  <a:lnTo>
                    <a:pt x="2423" y="0"/>
                  </a:lnTo>
                  <a:lnTo>
                    <a:pt x="2501" y="380"/>
                  </a:lnTo>
                  <a:lnTo>
                    <a:pt x="1992" y="154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g993"/>
            <p:cNvSpPr/>
            <p:nvPr/>
          </p:nvSpPr>
          <p:spPr>
            <a:xfrm>
              <a:off x="3201815" y="2121742"/>
              <a:ext cx="535" cy="1240"/>
            </a:xfrm>
            <a:custGeom>
              <a:avLst/>
              <a:pathLst>
                <a:path w="535" h="1240">
                  <a:moveTo>
                    <a:pt x="367" y="567"/>
                  </a:moveTo>
                  <a:lnTo>
                    <a:pt x="535" y="1240"/>
                  </a:lnTo>
                  <a:lnTo>
                    <a:pt x="371" y="1160"/>
                  </a:lnTo>
                  <a:lnTo>
                    <a:pt x="156" y="651"/>
                  </a:lnTo>
                  <a:lnTo>
                    <a:pt x="0" y="16"/>
                  </a:lnTo>
                  <a:lnTo>
                    <a:pt x="130" y="0"/>
                  </a:lnTo>
                  <a:lnTo>
                    <a:pt x="245" y="21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g994"/>
            <p:cNvSpPr/>
            <p:nvPr/>
          </p:nvSpPr>
          <p:spPr>
            <a:xfrm>
              <a:off x="3013673" y="2115714"/>
              <a:ext cx="1297" cy="2561"/>
            </a:xfrm>
            <a:custGeom>
              <a:avLst/>
              <a:pathLst>
                <a:path w="1297" h="2561">
                  <a:moveTo>
                    <a:pt x="1297" y="1413"/>
                  </a:moveTo>
                  <a:lnTo>
                    <a:pt x="1021" y="2561"/>
                  </a:lnTo>
                  <a:lnTo>
                    <a:pt x="305" y="2101"/>
                  </a:lnTo>
                  <a:lnTo>
                    <a:pt x="48" y="1381"/>
                  </a:lnTo>
                  <a:lnTo>
                    <a:pt x="0" y="199"/>
                  </a:lnTo>
                  <a:lnTo>
                    <a:pt x="397" y="0"/>
                  </a:lnTo>
                  <a:lnTo>
                    <a:pt x="973" y="499"/>
                  </a:lnTo>
                  <a:lnTo>
                    <a:pt x="1092" y="83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g995"/>
            <p:cNvSpPr/>
            <p:nvPr/>
          </p:nvSpPr>
          <p:spPr>
            <a:xfrm>
              <a:off x="2982820" y="2078994"/>
              <a:ext cx="1009" cy="2751"/>
            </a:xfrm>
            <a:custGeom>
              <a:avLst/>
              <a:pathLst>
                <a:path w="1009" h="2751">
                  <a:moveTo>
                    <a:pt x="902" y="2702"/>
                  </a:moveTo>
                  <a:lnTo>
                    <a:pt x="697" y="2751"/>
                  </a:lnTo>
                  <a:lnTo>
                    <a:pt x="213" y="2011"/>
                  </a:lnTo>
                  <a:lnTo>
                    <a:pt x="0" y="194"/>
                  </a:lnTo>
                  <a:lnTo>
                    <a:pt x="96" y="0"/>
                  </a:lnTo>
                  <a:lnTo>
                    <a:pt x="1009" y="2251"/>
                  </a:lnTo>
                  <a:lnTo>
                    <a:pt x="992" y="252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g996"/>
            <p:cNvSpPr/>
            <p:nvPr/>
          </p:nvSpPr>
          <p:spPr>
            <a:xfrm>
              <a:off x="2962831" y="2076117"/>
              <a:ext cx="2974" cy="2855"/>
            </a:xfrm>
            <a:custGeom>
              <a:avLst/>
              <a:pathLst>
                <a:path w="2974" h="2855">
                  <a:moveTo>
                    <a:pt x="2974" y="2197"/>
                  </a:moveTo>
                  <a:lnTo>
                    <a:pt x="2847" y="2855"/>
                  </a:lnTo>
                  <a:lnTo>
                    <a:pt x="0" y="247"/>
                  </a:lnTo>
                  <a:lnTo>
                    <a:pt x="684" y="0"/>
                  </a:lnTo>
                  <a:lnTo>
                    <a:pt x="1480" y="18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g997"/>
            <p:cNvSpPr/>
            <p:nvPr/>
          </p:nvSpPr>
          <p:spPr>
            <a:xfrm>
              <a:off x="2975224" y="2068630"/>
              <a:ext cx="1556" cy="2737"/>
            </a:xfrm>
            <a:custGeom>
              <a:avLst/>
              <a:pathLst>
                <a:path w="1556" h="2737">
                  <a:moveTo>
                    <a:pt x="1287" y="1176"/>
                  </a:moveTo>
                  <a:lnTo>
                    <a:pt x="1556" y="2737"/>
                  </a:lnTo>
                  <a:lnTo>
                    <a:pt x="1071" y="2507"/>
                  </a:lnTo>
                  <a:lnTo>
                    <a:pt x="435" y="1659"/>
                  </a:lnTo>
                  <a:lnTo>
                    <a:pt x="0" y="574"/>
                  </a:lnTo>
                  <a:lnTo>
                    <a:pt x="124" y="0"/>
                  </a:lnTo>
                  <a:lnTo>
                    <a:pt x="1023" y="63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g998"/>
            <p:cNvSpPr/>
            <p:nvPr/>
          </p:nvSpPr>
          <p:spPr>
            <a:xfrm>
              <a:off x="2960149" y="2065872"/>
              <a:ext cx="2265" cy="10475"/>
            </a:xfrm>
            <a:custGeom>
              <a:avLst/>
              <a:pathLst>
                <a:path w="2265" h="10475">
                  <a:moveTo>
                    <a:pt x="2265" y="10320"/>
                  </a:moveTo>
                  <a:lnTo>
                    <a:pt x="2075" y="10475"/>
                  </a:lnTo>
                  <a:lnTo>
                    <a:pt x="1266" y="8861"/>
                  </a:lnTo>
                  <a:lnTo>
                    <a:pt x="1147" y="7755"/>
                  </a:lnTo>
                  <a:lnTo>
                    <a:pt x="816" y="7287"/>
                  </a:lnTo>
                  <a:lnTo>
                    <a:pt x="0" y="6918"/>
                  </a:lnTo>
                  <a:lnTo>
                    <a:pt x="704" y="4665"/>
                  </a:lnTo>
                  <a:lnTo>
                    <a:pt x="1299" y="0"/>
                  </a:lnTo>
                  <a:lnTo>
                    <a:pt x="1561" y="854"/>
                  </a:lnTo>
                  <a:lnTo>
                    <a:pt x="930" y="5581"/>
                  </a:lnTo>
                  <a:lnTo>
                    <a:pt x="962" y="6200"/>
                  </a:lnTo>
                  <a:lnTo>
                    <a:pt x="1258" y="6778"/>
                  </a:lnTo>
                  <a:lnTo>
                    <a:pt x="1575" y="7755"/>
                  </a:lnTo>
                  <a:lnTo>
                    <a:pt x="1613" y="8810"/>
                  </a:lnTo>
                  <a:lnTo>
                    <a:pt x="2169" y="979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g999"/>
            <p:cNvSpPr/>
            <p:nvPr/>
          </p:nvSpPr>
          <p:spPr>
            <a:xfrm>
              <a:off x="2970292" y="2054852"/>
              <a:ext cx="1295" cy="3344"/>
            </a:xfrm>
            <a:custGeom>
              <a:avLst/>
              <a:pathLst>
                <a:path w="1295" h="3344">
                  <a:moveTo>
                    <a:pt x="1176" y="768"/>
                  </a:moveTo>
                  <a:lnTo>
                    <a:pt x="1295" y="1271"/>
                  </a:lnTo>
                  <a:lnTo>
                    <a:pt x="1231" y="1417"/>
                  </a:lnTo>
                  <a:lnTo>
                    <a:pt x="845" y="1067"/>
                  </a:lnTo>
                  <a:lnTo>
                    <a:pt x="190" y="3151"/>
                  </a:lnTo>
                  <a:lnTo>
                    <a:pt x="0" y="3344"/>
                  </a:lnTo>
                  <a:lnTo>
                    <a:pt x="394" y="488"/>
                  </a:lnTo>
                  <a:lnTo>
                    <a:pt x="807" y="81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g1000"/>
            <p:cNvSpPr/>
            <p:nvPr/>
          </p:nvSpPr>
          <p:spPr>
            <a:xfrm>
              <a:off x="2931236" y="2022874"/>
              <a:ext cx="1933" cy="4618"/>
            </a:xfrm>
            <a:custGeom>
              <a:avLst/>
              <a:pathLst>
                <a:path w="1933" h="4618">
                  <a:moveTo>
                    <a:pt x="1724" y="4170"/>
                  </a:moveTo>
                  <a:lnTo>
                    <a:pt x="1595" y="4618"/>
                  </a:lnTo>
                  <a:lnTo>
                    <a:pt x="0" y="3687"/>
                  </a:lnTo>
                  <a:lnTo>
                    <a:pt x="875" y="2061"/>
                  </a:lnTo>
                  <a:lnTo>
                    <a:pt x="746" y="356"/>
                  </a:lnTo>
                  <a:lnTo>
                    <a:pt x="1129" y="0"/>
                  </a:lnTo>
                  <a:lnTo>
                    <a:pt x="1475" y="564"/>
                  </a:lnTo>
                  <a:lnTo>
                    <a:pt x="1933" y="273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g1001"/>
            <p:cNvSpPr/>
            <p:nvPr/>
          </p:nvSpPr>
          <p:spPr>
            <a:xfrm>
              <a:off x="2902395" y="2011448"/>
              <a:ext cx="1500" cy="3958"/>
            </a:xfrm>
            <a:custGeom>
              <a:avLst/>
              <a:pathLst>
                <a:path w="1500" h="3958">
                  <a:moveTo>
                    <a:pt x="1500" y="3426"/>
                  </a:moveTo>
                  <a:lnTo>
                    <a:pt x="1096" y="3958"/>
                  </a:lnTo>
                  <a:lnTo>
                    <a:pt x="11" y="1050"/>
                  </a:lnTo>
                  <a:lnTo>
                    <a:pt x="0" y="346"/>
                  </a:lnTo>
                  <a:lnTo>
                    <a:pt x="317" y="0"/>
                  </a:lnTo>
                  <a:lnTo>
                    <a:pt x="842" y="66"/>
                  </a:lnTo>
                  <a:lnTo>
                    <a:pt x="844" y="796"/>
                  </a:lnTo>
                  <a:lnTo>
                    <a:pt x="1285" y="1411"/>
                  </a:lnTo>
                  <a:lnTo>
                    <a:pt x="1457" y="201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g1002"/>
            <p:cNvSpPr/>
            <p:nvPr/>
          </p:nvSpPr>
          <p:spPr>
            <a:xfrm>
              <a:off x="2957933" y="2010711"/>
              <a:ext cx="3102" cy="6570"/>
            </a:xfrm>
            <a:custGeom>
              <a:avLst/>
              <a:pathLst>
                <a:path w="3102" h="6570">
                  <a:moveTo>
                    <a:pt x="3102" y="3279"/>
                  </a:moveTo>
                  <a:lnTo>
                    <a:pt x="2389" y="6570"/>
                  </a:lnTo>
                  <a:lnTo>
                    <a:pt x="1662" y="6517"/>
                  </a:lnTo>
                  <a:lnTo>
                    <a:pt x="160" y="5479"/>
                  </a:lnTo>
                  <a:lnTo>
                    <a:pt x="0" y="4832"/>
                  </a:lnTo>
                  <a:lnTo>
                    <a:pt x="578" y="1014"/>
                  </a:lnTo>
                  <a:lnTo>
                    <a:pt x="1016" y="512"/>
                  </a:lnTo>
                  <a:lnTo>
                    <a:pt x="2326" y="0"/>
                  </a:lnTo>
                  <a:lnTo>
                    <a:pt x="2531" y="469"/>
                  </a:lnTo>
                  <a:lnTo>
                    <a:pt x="2670" y="159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g1003"/>
            <p:cNvSpPr/>
            <p:nvPr/>
          </p:nvSpPr>
          <p:spPr>
            <a:xfrm>
              <a:off x="2947873" y="2006071"/>
              <a:ext cx="4151" cy="7507"/>
            </a:xfrm>
            <a:custGeom>
              <a:avLst/>
              <a:pathLst>
                <a:path w="4151" h="7507">
                  <a:moveTo>
                    <a:pt x="4151" y="7264"/>
                  </a:moveTo>
                  <a:lnTo>
                    <a:pt x="4083" y="7507"/>
                  </a:lnTo>
                  <a:lnTo>
                    <a:pt x="3118" y="6643"/>
                  </a:lnTo>
                  <a:lnTo>
                    <a:pt x="927" y="3702"/>
                  </a:lnTo>
                  <a:lnTo>
                    <a:pt x="130" y="2229"/>
                  </a:lnTo>
                  <a:lnTo>
                    <a:pt x="0" y="1539"/>
                  </a:lnTo>
                  <a:lnTo>
                    <a:pt x="67" y="0"/>
                  </a:lnTo>
                  <a:lnTo>
                    <a:pt x="817" y="183"/>
                  </a:lnTo>
                  <a:lnTo>
                    <a:pt x="1688" y="1214"/>
                  </a:lnTo>
                  <a:lnTo>
                    <a:pt x="2067" y="2169"/>
                  </a:lnTo>
                  <a:lnTo>
                    <a:pt x="2086" y="3265"/>
                  </a:lnTo>
                  <a:lnTo>
                    <a:pt x="3710" y="3782"/>
                  </a:lnTo>
                  <a:lnTo>
                    <a:pt x="3940" y="615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g1004"/>
            <p:cNvSpPr/>
            <p:nvPr/>
          </p:nvSpPr>
          <p:spPr>
            <a:xfrm>
              <a:off x="2936569" y="1975093"/>
              <a:ext cx="958" cy="1293"/>
            </a:xfrm>
            <a:custGeom>
              <a:avLst/>
              <a:pathLst>
                <a:path w="958" h="1293">
                  <a:moveTo>
                    <a:pt x="899" y="1234"/>
                  </a:moveTo>
                  <a:lnTo>
                    <a:pt x="586" y="1293"/>
                  </a:lnTo>
                  <a:lnTo>
                    <a:pt x="0" y="651"/>
                  </a:lnTo>
                  <a:lnTo>
                    <a:pt x="43" y="59"/>
                  </a:lnTo>
                  <a:lnTo>
                    <a:pt x="171" y="0"/>
                  </a:lnTo>
                  <a:lnTo>
                    <a:pt x="758" y="518"/>
                  </a:lnTo>
                  <a:lnTo>
                    <a:pt x="958" y="97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g1005"/>
            <p:cNvSpPr/>
            <p:nvPr/>
          </p:nvSpPr>
          <p:spPr>
            <a:xfrm>
              <a:off x="2914439" y="1962243"/>
              <a:ext cx="287196" cy="253431"/>
            </a:xfrm>
            <a:custGeom>
              <a:avLst/>
              <a:pathLst>
                <a:path w="287196" h="253431">
                  <a:moveTo>
                    <a:pt x="189046" y="94202"/>
                  </a:moveTo>
                  <a:lnTo>
                    <a:pt x="188873" y="97082"/>
                  </a:lnTo>
                  <a:lnTo>
                    <a:pt x="188302" y="99446"/>
                  </a:lnTo>
                  <a:lnTo>
                    <a:pt x="186417" y="104361"/>
                  </a:lnTo>
                  <a:lnTo>
                    <a:pt x="185632" y="107409"/>
                  </a:lnTo>
                  <a:lnTo>
                    <a:pt x="184112" y="116120"/>
                  </a:lnTo>
                  <a:lnTo>
                    <a:pt x="183645" y="121830"/>
                  </a:lnTo>
                  <a:lnTo>
                    <a:pt x="183536" y="124518"/>
                  </a:lnTo>
                  <a:lnTo>
                    <a:pt x="183403" y="124898"/>
                  </a:lnTo>
                  <a:lnTo>
                    <a:pt x="183548" y="125295"/>
                  </a:lnTo>
                  <a:lnTo>
                    <a:pt x="183183" y="131238"/>
                  </a:lnTo>
                  <a:lnTo>
                    <a:pt x="183379" y="136311"/>
                  </a:lnTo>
                  <a:lnTo>
                    <a:pt x="183255" y="137097"/>
                  </a:lnTo>
                  <a:lnTo>
                    <a:pt x="182703" y="138628"/>
                  </a:lnTo>
                  <a:lnTo>
                    <a:pt x="182314" y="140745"/>
                  </a:lnTo>
                  <a:lnTo>
                    <a:pt x="182467" y="141686"/>
                  </a:lnTo>
                  <a:lnTo>
                    <a:pt x="182459" y="142338"/>
                  </a:lnTo>
                  <a:lnTo>
                    <a:pt x="183027" y="145560"/>
                  </a:lnTo>
                  <a:lnTo>
                    <a:pt x="183208" y="147979"/>
                  </a:lnTo>
                  <a:lnTo>
                    <a:pt x="184897" y="152126"/>
                  </a:lnTo>
                  <a:lnTo>
                    <a:pt x="185845" y="153573"/>
                  </a:lnTo>
                  <a:lnTo>
                    <a:pt x="187022" y="154826"/>
                  </a:lnTo>
                  <a:lnTo>
                    <a:pt x="187454" y="155534"/>
                  </a:lnTo>
                  <a:lnTo>
                    <a:pt x="187242" y="157296"/>
                  </a:lnTo>
                  <a:lnTo>
                    <a:pt x="186763" y="158188"/>
                  </a:lnTo>
                  <a:lnTo>
                    <a:pt x="186558" y="159602"/>
                  </a:lnTo>
                  <a:lnTo>
                    <a:pt x="186322" y="158431"/>
                  </a:lnTo>
                  <a:lnTo>
                    <a:pt x="186414" y="156913"/>
                  </a:lnTo>
                  <a:lnTo>
                    <a:pt x="186789" y="156097"/>
                  </a:lnTo>
                  <a:lnTo>
                    <a:pt x="186802" y="155499"/>
                  </a:lnTo>
                  <a:lnTo>
                    <a:pt x="186110" y="154862"/>
                  </a:lnTo>
                  <a:lnTo>
                    <a:pt x="184844" y="152775"/>
                  </a:lnTo>
                  <a:lnTo>
                    <a:pt x="183298" y="149084"/>
                  </a:lnTo>
                  <a:lnTo>
                    <a:pt x="184397" y="154984"/>
                  </a:lnTo>
                  <a:lnTo>
                    <a:pt x="184775" y="155929"/>
                  </a:lnTo>
                  <a:lnTo>
                    <a:pt x="185069" y="156322"/>
                  </a:lnTo>
                  <a:lnTo>
                    <a:pt x="185561" y="156737"/>
                  </a:lnTo>
                  <a:lnTo>
                    <a:pt x="185689" y="157378"/>
                  </a:lnTo>
                  <a:lnTo>
                    <a:pt x="185693" y="157852"/>
                  </a:lnTo>
                  <a:lnTo>
                    <a:pt x="187051" y="161953"/>
                  </a:lnTo>
                  <a:lnTo>
                    <a:pt x="188585" y="166192"/>
                  </a:lnTo>
                  <a:lnTo>
                    <a:pt x="188666" y="167350"/>
                  </a:lnTo>
                  <a:lnTo>
                    <a:pt x="189280" y="168774"/>
                  </a:lnTo>
                  <a:lnTo>
                    <a:pt x="193185" y="174725"/>
                  </a:lnTo>
                  <a:lnTo>
                    <a:pt x="195575" y="179168"/>
                  </a:lnTo>
                  <a:lnTo>
                    <a:pt x="196405" y="183388"/>
                  </a:lnTo>
                  <a:lnTo>
                    <a:pt x="196907" y="184704"/>
                  </a:lnTo>
                  <a:lnTo>
                    <a:pt x="197151" y="186505"/>
                  </a:lnTo>
                  <a:lnTo>
                    <a:pt x="198717" y="188523"/>
                  </a:lnTo>
                  <a:lnTo>
                    <a:pt x="199196" y="189825"/>
                  </a:lnTo>
                  <a:lnTo>
                    <a:pt x="200035" y="190549"/>
                  </a:lnTo>
                  <a:lnTo>
                    <a:pt x="200713" y="192734"/>
                  </a:lnTo>
                  <a:lnTo>
                    <a:pt x="201989" y="194012"/>
                  </a:lnTo>
                  <a:lnTo>
                    <a:pt x="201684" y="194035"/>
                  </a:lnTo>
                  <a:lnTo>
                    <a:pt x="200569" y="193390"/>
                  </a:lnTo>
                  <a:lnTo>
                    <a:pt x="200643" y="193816"/>
                  </a:lnTo>
                  <a:lnTo>
                    <a:pt x="201583" y="194722"/>
                  </a:lnTo>
                  <a:lnTo>
                    <a:pt x="203421" y="195615"/>
                  </a:lnTo>
                  <a:lnTo>
                    <a:pt x="203879" y="195617"/>
                  </a:lnTo>
                  <a:lnTo>
                    <a:pt x="203155" y="195153"/>
                  </a:lnTo>
                  <a:lnTo>
                    <a:pt x="202541" y="194530"/>
                  </a:lnTo>
                  <a:lnTo>
                    <a:pt x="202756" y="194439"/>
                  </a:lnTo>
                  <a:lnTo>
                    <a:pt x="204039" y="195217"/>
                  </a:lnTo>
                  <a:lnTo>
                    <a:pt x="207631" y="195473"/>
                  </a:lnTo>
                  <a:lnTo>
                    <a:pt x="209212" y="197288"/>
                  </a:lnTo>
                  <a:lnTo>
                    <a:pt x="211261" y="198070"/>
                  </a:lnTo>
                  <a:lnTo>
                    <a:pt x="212363" y="200387"/>
                  </a:lnTo>
                  <a:lnTo>
                    <a:pt x="213644" y="202808"/>
                  </a:lnTo>
                  <a:lnTo>
                    <a:pt x="214462" y="202923"/>
                  </a:lnTo>
                  <a:lnTo>
                    <a:pt x="215100" y="202932"/>
                  </a:lnTo>
                  <a:lnTo>
                    <a:pt x="217023" y="202524"/>
                  </a:lnTo>
                  <a:lnTo>
                    <a:pt x="220012" y="201001"/>
                  </a:lnTo>
                  <a:lnTo>
                    <a:pt x="221041" y="200255"/>
                  </a:lnTo>
                  <a:lnTo>
                    <a:pt x="223047" y="199243"/>
                  </a:lnTo>
                  <a:lnTo>
                    <a:pt x="226116" y="199057"/>
                  </a:lnTo>
                  <a:lnTo>
                    <a:pt x="227068" y="199341"/>
                  </a:lnTo>
                  <a:lnTo>
                    <a:pt x="229363" y="198710"/>
                  </a:lnTo>
                  <a:lnTo>
                    <a:pt x="230457" y="197937"/>
                  </a:lnTo>
                  <a:lnTo>
                    <a:pt x="230837" y="197234"/>
                  </a:lnTo>
                  <a:lnTo>
                    <a:pt x="231015" y="196716"/>
                  </a:lnTo>
                  <a:lnTo>
                    <a:pt x="233142" y="195975"/>
                  </a:lnTo>
                  <a:lnTo>
                    <a:pt x="233561" y="195828"/>
                  </a:lnTo>
                  <a:lnTo>
                    <a:pt x="235716" y="195695"/>
                  </a:lnTo>
                  <a:lnTo>
                    <a:pt x="236757" y="195422"/>
                  </a:lnTo>
                  <a:lnTo>
                    <a:pt x="237981" y="195262"/>
                  </a:lnTo>
                  <a:lnTo>
                    <a:pt x="238865" y="196351"/>
                  </a:lnTo>
                  <a:lnTo>
                    <a:pt x="238864" y="196883"/>
                  </a:lnTo>
                  <a:lnTo>
                    <a:pt x="238276" y="197389"/>
                  </a:lnTo>
                  <a:lnTo>
                    <a:pt x="238551" y="197876"/>
                  </a:lnTo>
                  <a:lnTo>
                    <a:pt x="239597" y="198683"/>
                  </a:lnTo>
                  <a:lnTo>
                    <a:pt x="241520" y="199010"/>
                  </a:lnTo>
                  <a:lnTo>
                    <a:pt x="242142" y="198879"/>
                  </a:lnTo>
                  <a:lnTo>
                    <a:pt x="243027" y="197690"/>
                  </a:lnTo>
                  <a:lnTo>
                    <a:pt x="244590" y="196537"/>
                  </a:lnTo>
                  <a:lnTo>
                    <a:pt x="244557" y="195196"/>
                  </a:lnTo>
                  <a:lnTo>
                    <a:pt x="244277" y="194461"/>
                  </a:lnTo>
                  <a:lnTo>
                    <a:pt x="243823" y="194416"/>
                  </a:lnTo>
                  <a:lnTo>
                    <a:pt x="243715" y="194004"/>
                  </a:lnTo>
                  <a:lnTo>
                    <a:pt x="244032" y="193018"/>
                  </a:lnTo>
                  <a:lnTo>
                    <a:pt x="243948" y="192686"/>
                  </a:lnTo>
                  <a:lnTo>
                    <a:pt x="242979" y="193631"/>
                  </a:lnTo>
                  <a:lnTo>
                    <a:pt x="242755" y="193628"/>
                  </a:lnTo>
                  <a:lnTo>
                    <a:pt x="242862" y="193187"/>
                  </a:lnTo>
                  <a:lnTo>
                    <a:pt x="243063" y="192836"/>
                  </a:lnTo>
                  <a:lnTo>
                    <a:pt x="245908" y="190776"/>
                  </a:lnTo>
                  <a:lnTo>
                    <a:pt x="246636" y="189930"/>
                  </a:lnTo>
                  <a:lnTo>
                    <a:pt x="247620" y="189184"/>
                  </a:lnTo>
                  <a:lnTo>
                    <a:pt x="249661" y="186386"/>
                  </a:lnTo>
                  <a:lnTo>
                    <a:pt x="250097" y="181119"/>
                  </a:lnTo>
                  <a:lnTo>
                    <a:pt x="250504" y="180198"/>
                  </a:lnTo>
                  <a:lnTo>
                    <a:pt x="251857" y="178581"/>
                  </a:lnTo>
                  <a:lnTo>
                    <a:pt x="252003" y="178094"/>
                  </a:lnTo>
                  <a:lnTo>
                    <a:pt x="252091" y="176993"/>
                  </a:lnTo>
                  <a:lnTo>
                    <a:pt x="252053" y="174227"/>
                  </a:lnTo>
                  <a:lnTo>
                    <a:pt x="252130" y="172051"/>
                  </a:lnTo>
                  <a:lnTo>
                    <a:pt x="252075" y="169592"/>
                  </a:lnTo>
                  <a:lnTo>
                    <a:pt x="252318" y="167396"/>
                  </a:lnTo>
                  <a:lnTo>
                    <a:pt x="252538" y="166786"/>
                  </a:lnTo>
                  <a:lnTo>
                    <a:pt x="253314" y="163272"/>
                  </a:lnTo>
                  <a:lnTo>
                    <a:pt x="254924" y="161717"/>
                  </a:lnTo>
                  <a:lnTo>
                    <a:pt x="257718" y="159880"/>
                  </a:lnTo>
                  <a:lnTo>
                    <a:pt x="258360" y="159573"/>
                  </a:lnTo>
                  <a:lnTo>
                    <a:pt x="267263" y="157628"/>
                  </a:lnTo>
                  <a:lnTo>
                    <a:pt x="268512" y="157153"/>
                  </a:lnTo>
                  <a:lnTo>
                    <a:pt x="270043" y="155890"/>
                  </a:lnTo>
                  <a:lnTo>
                    <a:pt x="271161" y="155462"/>
                  </a:lnTo>
                  <a:lnTo>
                    <a:pt x="273202" y="155497"/>
                  </a:lnTo>
                  <a:lnTo>
                    <a:pt x="273828" y="155328"/>
                  </a:lnTo>
                  <a:lnTo>
                    <a:pt x="273952" y="155154"/>
                  </a:lnTo>
                  <a:lnTo>
                    <a:pt x="273955" y="154986"/>
                  </a:lnTo>
                  <a:lnTo>
                    <a:pt x="274331" y="154813"/>
                  </a:lnTo>
                  <a:lnTo>
                    <a:pt x="275512" y="154978"/>
                  </a:lnTo>
                  <a:lnTo>
                    <a:pt x="277717" y="155739"/>
                  </a:lnTo>
                  <a:lnTo>
                    <a:pt x="278520" y="155930"/>
                  </a:lnTo>
                  <a:lnTo>
                    <a:pt x="280492" y="156814"/>
                  </a:lnTo>
                  <a:lnTo>
                    <a:pt x="282664" y="157169"/>
                  </a:lnTo>
                  <a:lnTo>
                    <a:pt x="282976" y="157015"/>
                  </a:lnTo>
                  <a:lnTo>
                    <a:pt x="283262" y="156746"/>
                  </a:lnTo>
                  <a:lnTo>
                    <a:pt x="283483" y="156231"/>
                  </a:lnTo>
                  <a:lnTo>
                    <a:pt x="283256" y="155782"/>
                  </a:lnTo>
                  <a:lnTo>
                    <a:pt x="283045" y="155817"/>
                  </a:lnTo>
                  <a:lnTo>
                    <a:pt x="282677" y="156058"/>
                  </a:lnTo>
                  <a:lnTo>
                    <a:pt x="282239" y="156082"/>
                  </a:lnTo>
                  <a:lnTo>
                    <a:pt x="281379" y="155712"/>
                  </a:lnTo>
                  <a:lnTo>
                    <a:pt x="281551" y="155401"/>
                  </a:lnTo>
                  <a:lnTo>
                    <a:pt x="282429" y="155430"/>
                  </a:lnTo>
                  <a:lnTo>
                    <a:pt x="282989" y="155280"/>
                  </a:lnTo>
                  <a:lnTo>
                    <a:pt x="283822" y="154735"/>
                  </a:lnTo>
                  <a:lnTo>
                    <a:pt x="284708" y="155143"/>
                  </a:lnTo>
                  <a:lnTo>
                    <a:pt x="285872" y="156948"/>
                  </a:lnTo>
                  <a:lnTo>
                    <a:pt x="286702" y="157522"/>
                  </a:lnTo>
                  <a:lnTo>
                    <a:pt x="286768" y="160137"/>
                  </a:lnTo>
                  <a:lnTo>
                    <a:pt x="286893" y="160613"/>
                  </a:lnTo>
                  <a:lnTo>
                    <a:pt x="287196" y="161304"/>
                  </a:lnTo>
                  <a:lnTo>
                    <a:pt x="286783" y="163331"/>
                  </a:lnTo>
                  <a:lnTo>
                    <a:pt x="286317" y="165007"/>
                  </a:lnTo>
                  <a:lnTo>
                    <a:pt x="285735" y="166382"/>
                  </a:lnTo>
                  <a:lnTo>
                    <a:pt x="284474" y="168547"/>
                  </a:lnTo>
                  <a:lnTo>
                    <a:pt x="282944" y="170276"/>
                  </a:lnTo>
                  <a:lnTo>
                    <a:pt x="281051" y="174124"/>
                  </a:lnTo>
                  <a:lnTo>
                    <a:pt x="280617" y="175927"/>
                  </a:lnTo>
                  <a:lnTo>
                    <a:pt x="280630" y="177372"/>
                  </a:lnTo>
                  <a:lnTo>
                    <a:pt x="280951" y="178767"/>
                  </a:lnTo>
                  <a:lnTo>
                    <a:pt x="280858" y="179283"/>
                  </a:lnTo>
                  <a:lnTo>
                    <a:pt x="280626" y="179804"/>
                  </a:lnTo>
                  <a:lnTo>
                    <a:pt x="280242" y="179758"/>
                  </a:lnTo>
                  <a:lnTo>
                    <a:pt x="279495" y="180427"/>
                  </a:lnTo>
                  <a:lnTo>
                    <a:pt x="278531" y="182413"/>
                  </a:lnTo>
                  <a:lnTo>
                    <a:pt x="278509" y="183018"/>
                  </a:lnTo>
                  <a:lnTo>
                    <a:pt x="278932" y="183573"/>
                  </a:lnTo>
                  <a:lnTo>
                    <a:pt x="279481" y="183307"/>
                  </a:lnTo>
                  <a:lnTo>
                    <a:pt x="280197" y="183283"/>
                  </a:lnTo>
                  <a:lnTo>
                    <a:pt x="280597" y="183119"/>
                  </a:lnTo>
                  <a:lnTo>
                    <a:pt x="281019" y="183163"/>
                  </a:lnTo>
                  <a:lnTo>
                    <a:pt x="280924" y="184302"/>
                  </a:lnTo>
                  <a:lnTo>
                    <a:pt x="280471" y="185110"/>
                  </a:lnTo>
                  <a:lnTo>
                    <a:pt x="280185" y="185363"/>
                  </a:lnTo>
                  <a:lnTo>
                    <a:pt x="279673" y="185501"/>
                  </a:lnTo>
                  <a:lnTo>
                    <a:pt x="279100" y="185961"/>
                  </a:lnTo>
                  <a:lnTo>
                    <a:pt x="278806" y="186385"/>
                  </a:lnTo>
                  <a:lnTo>
                    <a:pt x="278833" y="187703"/>
                  </a:lnTo>
                  <a:lnTo>
                    <a:pt x="279152" y="187806"/>
                  </a:lnTo>
                  <a:lnTo>
                    <a:pt x="279826" y="186823"/>
                  </a:lnTo>
                  <a:lnTo>
                    <a:pt x="280217" y="186871"/>
                  </a:lnTo>
                  <a:lnTo>
                    <a:pt x="280297" y="187285"/>
                  </a:lnTo>
                  <a:lnTo>
                    <a:pt x="279422" y="190652"/>
                  </a:lnTo>
                  <a:lnTo>
                    <a:pt x="278859" y="194109"/>
                  </a:lnTo>
                  <a:lnTo>
                    <a:pt x="278097" y="196111"/>
                  </a:lnTo>
                  <a:lnTo>
                    <a:pt x="277830" y="199024"/>
                  </a:lnTo>
                  <a:lnTo>
                    <a:pt x="277430" y="200267"/>
                  </a:lnTo>
                  <a:lnTo>
                    <a:pt x="276965" y="201495"/>
                  </a:lnTo>
                  <a:lnTo>
                    <a:pt x="276693" y="201427"/>
                  </a:lnTo>
                  <a:lnTo>
                    <a:pt x="275958" y="199098"/>
                  </a:lnTo>
                  <a:lnTo>
                    <a:pt x="275207" y="198498"/>
                  </a:lnTo>
                  <a:lnTo>
                    <a:pt x="275042" y="197932"/>
                  </a:lnTo>
                  <a:lnTo>
                    <a:pt x="275471" y="195109"/>
                  </a:lnTo>
                  <a:lnTo>
                    <a:pt x="275276" y="193546"/>
                  </a:lnTo>
                  <a:lnTo>
                    <a:pt x="274878" y="193608"/>
                  </a:lnTo>
                  <a:lnTo>
                    <a:pt x="274377" y="194465"/>
                  </a:lnTo>
                  <a:lnTo>
                    <a:pt x="273715" y="195209"/>
                  </a:lnTo>
                  <a:lnTo>
                    <a:pt x="273729" y="196284"/>
                  </a:lnTo>
                  <a:lnTo>
                    <a:pt x="272968" y="198070"/>
                  </a:lnTo>
                  <a:lnTo>
                    <a:pt x="272779" y="198658"/>
                  </a:lnTo>
                  <a:lnTo>
                    <a:pt x="272053" y="198520"/>
                  </a:lnTo>
                  <a:lnTo>
                    <a:pt x="271212" y="198597"/>
                  </a:lnTo>
                  <a:lnTo>
                    <a:pt x="270628" y="199028"/>
                  </a:lnTo>
                  <a:lnTo>
                    <a:pt x="270031" y="201195"/>
                  </a:lnTo>
                  <a:lnTo>
                    <a:pt x="268541" y="204248"/>
                  </a:lnTo>
                  <a:lnTo>
                    <a:pt x="267948" y="205728"/>
                  </a:lnTo>
                  <a:lnTo>
                    <a:pt x="267465" y="206240"/>
                  </a:lnTo>
                  <a:lnTo>
                    <a:pt x="267083" y="206439"/>
                  </a:lnTo>
                  <a:lnTo>
                    <a:pt x="266658" y="206089"/>
                  </a:lnTo>
                  <a:lnTo>
                    <a:pt x="265638" y="205251"/>
                  </a:lnTo>
                  <a:lnTo>
                    <a:pt x="264852" y="205654"/>
                  </a:lnTo>
                  <a:lnTo>
                    <a:pt x="264580" y="206615"/>
                  </a:lnTo>
                  <a:lnTo>
                    <a:pt x="264588" y="207830"/>
                  </a:lnTo>
                  <a:lnTo>
                    <a:pt x="262601" y="207828"/>
                  </a:lnTo>
                  <a:lnTo>
                    <a:pt x="259221" y="207823"/>
                  </a:lnTo>
                  <a:lnTo>
                    <a:pt x="254918" y="207817"/>
                  </a:lnTo>
                  <a:lnTo>
                    <a:pt x="250770" y="207812"/>
                  </a:lnTo>
                  <a:lnTo>
                    <a:pt x="247297" y="207808"/>
                  </a:lnTo>
                  <a:lnTo>
                    <a:pt x="247285" y="210537"/>
                  </a:lnTo>
                  <a:lnTo>
                    <a:pt x="247274" y="212954"/>
                  </a:lnTo>
                  <a:lnTo>
                    <a:pt x="247261" y="215674"/>
                  </a:lnTo>
                  <a:lnTo>
                    <a:pt x="245344" y="215651"/>
                  </a:lnTo>
                  <a:lnTo>
                    <a:pt x="243319" y="215626"/>
                  </a:lnTo>
                  <a:lnTo>
                    <a:pt x="243482" y="215897"/>
                  </a:lnTo>
                  <a:lnTo>
                    <a:pt x="244174" y="216408"/>
                  </a:lnTo>
                  <a:lnTo>
                    <a:pt x="245073" y="217629"/>
                  </a:lnTo>
                  <a:lnTo>
                    <a:pt x="246136" y="219527"/>
                  </a:lnTo>
                  <a:lnTo>
                    <a:pt x="247423" y="221039"/>
                  </a:lnTo>
                  <a:lnTo>
                    <a:pt x="248935" y="222164"/>
                  </a:lnTo>
                  <a:lnTo>
                    <a:pt x="249931" y="223266"/>
                  </a:lnTo>
                  <a:lnTo>
                    <a:pt x="250411" y="224343"/>
                  </a:lnTo>
                  <a:lnTo>
                    <a:pt x="250653" y="225260"/>
                  </a:lnTo>
                  <a:lnTo>
                    <a:pt x="250656" y="226019"/>
                  </a:lnTo>
                  <a:lnTo>
                    <a:pt x="251208" y="226618"/>
                  </a:lnTo>
                  <a:lnTo>
                    <a:pt x="252198" y="227012"/>
                  </a:lnTo>
                  <a:lnTo>
                    <a:pt x="252710" y="227689"/>
                  </a:lnTo>
                  <a:lnTo>
                    <a:pt x="252710" y="228243"/>
                  </a:lnTo>
                  <a:lnTo>
                    <a:pt x="252396" y="229497"/>
                  </a:lnTo>
                  <a:lnTo>
                    <a:pt x="252304" y="230878"/>
                  </a:lnTo>
                  <a:lnTo>
                    <a:pt x="252424" y="232129"/>
                  </a:lnTo>
                  <a:lnTo>
                    <a:pt x="251717" y="232150"/>
                  </a:lnTo>
                  <a:lnTo>
                    <a:pt x="250002" y="232152"/>
                  </a:lnTo>
                  <a:lnTo>
                    <a:pt x="247387" y="232155"/>
                  </a:lnTo>
                  <a:lnTo>
                    <a:pt x="244982" y="232157"/>
                  </a:lnTo>
                  <a:lnTo>
                    <a:pt x="243088" y="232160"/>
                  </a:lnTo>
                  <a:lnTo>
                    <a:pt x="240225" y="232164"/>
                  </a:lnTo>
                  <a:lnTo>
                    <a:pt x="239442" y="234086"/>
                  </a:lnTo>
                  <a:lnTo>
                    <a:pt x="238138" y="237282"/>
                  </a:lnTo>
                  <a:lnTo>
                    <a:pt x="236956" y="240179"/>
                  </a:lnTo>
                  <a:lnTo>
                    <a:pt x="235963" y="242615"/>
                  </a:lnTo>
                  <a:lnTo>
                    <a:pt x="235801" y="243255"/>
                  </a:lnTo>
                  <a:lnTo>
                    <a:pt x="235800" y="243775"/>
                  </a:lnTo>
                  <a:lnTo>
                    <a:pt x="237026" y="246056"/>
                  </a:lnTo>
                  <a:lnTo>
                    <a:pt x="236799" y="246718"/>
                  </a:lnTo>
                  <a:lnTo>
                    <a:pt x="236369" y="247064"/>
                  </a:lnTo>
                  <a:lnTo>
                    <a:pt x="236233" y="247599"/>
                  </a:lnTo>
                  <a:lnTo>
                    <a:pt x="236261" y="248467"/>
                  </a:lnTo>
                  <a:lnTo>
                    <a:pt x="235970" y="249624"/>
                  </a:lnTo>
                  <a:lnTo>
                    <a:pt x="236064" y="250420"/>
                  </a:lnTo>
                  <a:lnTo>
                    <a:pt x="236220" y="251400"/>
                  </a:lnTo>
                  <a:lnTo>
                    <a:pt x="235963" y="252250"/>
                  </a:lnTo>
                  <a:lnTo>
                    <a:pt x="235756" y="253074"/>
                  </a:lnTo>
                  <a:lnTo>
                    <a:pt x="235509" y="253431"/>
                  </a:lnTo>
                  <a:lnTo>
                    <a:pt x="235230" y="253119"/>
                  </a:lnTo>
                  <a:lnTo>
                    <a:pt x="232710" y="249327"/>
                  </a:lnTo>
                  <a:lnTo>
                    <a:pt x="230080" y="245158"/>
                  </a:lnTo>
                  <a:lnTo>
                    <a:pt x="229044" y="243797"/>
                  </a:lnTo>
                  <a:lnTo>
                    <a:pt x="228041" y="242763"/>
                  </a:lnTo>
                  <a:lnTo>
                    <a:pt x="226694" y="240841"/>
                  </a:lnTo>
                  <a:lnTo>
                    <a:pt x="223153" y="236624"/>
                  </a:lnTo>
                  <a:lnTo>
                    <a:pt x="221325" y="234698"/>
                  </a:lnTo>
                  <a:lnTo>
                    <a:pt x="219606" y="232396"/>
                  </a:lnTo>
                  <a:lnTo>
                    <a:pt x="218065" y="231117"/>
                  </a:lnTo>
                  <a:lnTo>
                    <a:pt x="216542" y="230283"/>
                  </a:lnTo>
                  <a:lnTo>
                    <a:pt x="215867" y="229804"/>
                  </a:lnTo>
                  <a:lnTo>
                    <a:pt x="215272" y="229171"/>
                  </a:lnTo>
                  <a:lnTo>
                    <a:pt x="214942" y="229135"/>
                  </a:lnTo>
                  <a:lnTo>
                    <a:pt x="214777" y="229987"/>
                  </a:lnTo>
                  <a:lnTo>
                    <a:pt x="215310" y="230417"/>
                  </a:lnTo>
                  <a:lnTo>
                    <a:pt x="215947" y="230781"/>
                  </a:lnTo>
                  <a:lnTo>
                    <a:pt x="216451" y="230806"/>
                  </a:lnTo>
                  <a:lnTo>
                    <a:pt x="216982" y="231112"/>
                  </a:lnTo>
                  <a:lnTo>
                    <a:pt x="218544" y="232277"/>
                  </a:lnTo>
                  <a:lnTo>
                    <a:pt x="218800" y="232879"/>
                  </a:lnTo>
                  <a:lnTo>
                    <a:pt x="214358" y="230541"/>
                  </a:lnTo>
                  <a:lnTo>
                    <a:pt x="212553" y="230327"/>
                  </a:lnTo>
                  <a:lnTo>
                    <a:pt x="212357" y="229960"/>
                  </a:lnTo>
                  <a:lnTo>
                    <a:pt x="213257" y="228738"/>
                  </a:lnTo>
                  <a:lnTo>
                    <a:pt x="212976" y="228295"/>
                  </a:lnTo>
                  <a:lnTo>
                    <a:pt x="212655" y="228236"/>
                  </a:lnTo>
                  <a:lnTo>
                    <a:pt x="211689" y="229081"/>
                  </a:lnTo>
                  <a:lnTo>
                    <a:pt x="211330" y="229138"/>
                  </a:lnTo>
                  <a:lnTo>
                    <a:pt x="211267" y="228581"/>
                  </a:lnTo>
                  <a:lnTo>
                    <a:pt x="211310" y="228058"/>
                  </a:lnTo>
                  <a:lnTo>
                    <a:pt x="210688" y="227289"/>
                  </a:lnTo>
                  <a:lnTo>
                    <a:pt x="210293" y="227320"/>
                  </a:lnTo>
                  <a:lnTo>
                    <a:pt x="209968" y="227855"/>
                  </a:lnTo>
                  <a:lnTo>
                    <a:pt x="209128" y="228871"/>
                  </a:lnTo>
                  <a:lnTo>
                    <a:pt x="209154" y="229270"/>
                  </a:lnTo>
                  <a:lnTo>
                    <a:pt x="210807" y="229704"/>
                  </a:lnTo>
                  <a:lnTo>
                    <a:pt x="211377" y="229947"/>
                  </a:lnTo>
                  <a:lnTo>
                    <a:pt x="211249" y="230219"/>
                  </a:lnTo>
                  <a:lnTo>
                    <a:pt x="209830" y="230214"/>
                  </a:lnTo>
                  <a:lnTo>
                    <a:pt x="208080" y="230675"/>
                  </a:lnTo>
                  <a:lnTo>
                    <a:pt x="204957" y="233496"/>
                  </a:lnTo>
                  <a:lnTo>
                    <a:pt x="202049" y="234708"/>
                  </a:lnTo>
                  <a:lnTo>
                    <a:pt x="197869" y="237424"/>
                  </a:lnTo>
                  <a:lnTo>
                    <a:pt x="196024" y="237563"/>
                  </a:lnTo>
                  <a:lnTo>
                    <a:pt x="195057" y="237998"/>
                  </a:lnTo>
                  <a:lnTo>
                    <a:pt x="192246" y="236959"/>
                  </a:lnTo>
                  <a:lnTo>
                    <a:pt x="188682" y="234408"/>
                  </a:lnTo>
                  <a:lnTo>
                    <a:pt x="183288" y="233605"/>
                  </a:lnTo>
                  <a:lnTo>
                    <a:pt x="179654" y="230265"/>
                  </a:lnTo>
                  <a:lnTo>
                    <a:pt x="176046" y="228891"/>
                  </a:lnTo>
                  <a:lnTo>
                    <a:pt x="173757" y="225684"/>
                  </a:lnTo>
                  <a:lnTo>
                    <a:pt x="172378" y="225547"/>
                  </a:lnTo>
                  <a:lnTo>
                    <a:pt x="171492" y="225033"/>
                  </a:lnTo>
                  <a:lnTo>
                    <a:pt x="168215" y="223871"/>
                  </a:lnTo>
                  <a:lnTo>
                    <a:pt x="164973" y="223106"/>
                  </a:lnTo>
                  <a:lnTo>
                    <a:pt x="161815" y="220304"/>
                  </a:lnTo>
                  <a:lnTo>
                    <a:pt x="159748" y="219416"/>
                  </a:lnTo>
                  <a:lnTo>
                    <a:pt x="157961" y="218301"/>
                  </a:lnTo>
                  <a:lnTo>
                    <a:pt x="154026" y="216399"/>
                  </a:lnTo>
                  <a:lnTo>
                    <a:pt x="152568" y="215344"/>
                  </a:lnTo>
                  <a:lnTo>
                    <a:pt x="151187" y="213712"/>
                  </a:lnTo>
                  <a:lnTo>
                    <a:pt x="148939" y="212023"/>
                  </a:lnTo>
                  <a:lnTo>
                    <a:pt x="147978" y="210612"/>
                  </a:lnTo>
                  <a:lnTo>
                    <a:pt x="146907" y="210107"/>
                  </a:lnTo>
                  <a:lnTo>
                    <a:pt x="145373" y="207451"/>
                  </a:lnTo>
                  <a:lnTo>
                    <a:pt x="144572" y="206331"/>
                  </a:lnTo>
                  <a:lnTo>
                    <a:pt x="143894" y="205808"/>
                  </a:lnTo>
                  <a:lnTo>
                    <a:pt x="143168" y="205628"/>
                  </a:lnTo>
                  <a:lnTo>
                    <a:pt x="141076" y="205841"/>
                  </a:lnTo>
                  <a:lnTo>
                    <a:pt x="137950" y="204670"/>
                  </a:lnTo>
                  <a:lnTo>
                    <a:pt x="136507" y="204371"/>
                  </a:lnTo>
                  <a:lnTo>
                    <a:pt x="133489" y="202641"/>
                  </a:lnTo>
                  <a:lnTo>
                    <a:pt x="129486" y="200709"/>
                  </a:lnTo>
                  <a:lnTo>
                    <a:pt x="128175" y="198491"/>
                  </a:lnTo>
                  <a:lnTo>
                    <a:pt x="127052" y="196419"/>
                  </a:lnTo>
                  <a:lnTo>
                    <a:pt x="125032" y="193692"/>
                  </a:lnTo>
                  <a:lnTo>
                    <a:pt x="123772" y="192529"/>
                  </a:lnTo>
                  <a:lnTo>
                    <a:pt x="121583" y="191146"/>
                  </a:lnTo>
                  <a:lnTo>
                    <a:pt x="120370" y="190027"/>
                  </a:lnTo>
                  <a:lnTo>
                    <a:pt x="118499" y="189167"/>
                  </a:lnTo>
                  <a:lnTo>
                    <a:pt x="115325" y="186984"/>
                  </a:lnTo>
                  <a:lnTo>
                    <a:pt x="114315" y="185117"/>
                  </a:lnTo>
                  <a:lnTo>
                    <a:pt x="113724" y="183458"/>
                  </a:lnTo>
                  <a:lnTo>
                    <a:pt x="112033" y="181445"/>
                  </a:lnTo>
                  <a:lnTo>
                    <a:pt x="110182" y="177685"/>
                  </a:lnTo>
                  <a:lnTo>
                    <a:pt x="109706" y="176300"/>
                  </a:lnTo>
                  <a:lnTo>
                    <a:pt x="109346" y="174174"/>
                  </a:lnTo>
                  <a:lnTo>
                    <a:pt x="108916" y="172940"/>
                  </a:lnTo>
                  <a:lnTo>
                    <a:pt x="108409" y="171973"/>
                  </a:lnTo>
                  <a:lnTo>
                    <a:pt x="108668" y="171270"/>
                  </a:lnTo>
                  <a:lnTo>
                    <a:pt x="109610" y="170406"/>
                  </a:lnTo>
                  <a:lnTo>
                    <a:pt x="111176" y="170212"/>
                  </a:lnTo>
                  <a:lnTo>
                    <a:pt x="112282" y="169275"/>
                  </a:lnTo>
                  <a:lnTo>
                    <a:pt x="112428" y="168506"/>
                  </a:lnTo>
                  <a:lnTo>
                    <a:pt x="112356" y="168027"/>
                  </a:lnTo>
                  <a:lnTo>
                    <a:pt x="111649" y="166849"/>
                  </a:lnTo>
                  <a:lnTo>
                    <a:pt x="110768" y="166536"/>
                  </a:lnTo>
                  <a:lnTo>
                    <a:pt x="110085" y="166519"/>
                  </a:lnTo>
                  <a:lnTo>
                    <a:pt x="109910" y="166071"/>
                  </a:lnTo>
                  <a:lnTo>
                    <a:pt x="110425" y="165582"/>
                  </a:lnTo>
                  <a:lnTo>
                    <a:pt x="111015" y="164434"/>
                  </a:lnTo>
                  <a:lnTo>
                    <a:pt x="111886" y="163033"/>
                  </a:lnTo>
                  <a:lnTo>
                    <a:pt x="112500" y="161741"/>
                  </a:lnTo>
                  <a:lnTo>
                    <a:pt x="112614" y="159921"/>
                  </a:lnTo>
                  <a:lnTo>
                    <a:pt x="112536" y="158097"/>
                  </a:lnTo>
                  <a:lnTo>
                    <a:pt x="112768" y="156558"/>
                  </a:lnTo>
                  <a:lnTo>
                    <a:pt x="110661" y="154780"/>
                  </a:lnTo>
                  <a:lnTo>
                    <a:pt x="110415" y="154024"/>
                  </a:lnTo>
                  <a:lnTo>
                    <a:pt x="109753" y="151988"/>
                  </a:lnTo>
                  <a:lnTo>
                    <a:pt x="108602" y="149622"/>
                  </a:lnTo>
                  <a:lnTo>
                    <a:pt x="108636" y="144896"/>
                  </a:lnTo>
                  <a:lnTo>
                    <a:pt x="107252" y="140703"/>
                  </a:lnTo>
                  <a:lnTo>
                    <a:pt x="105818" y="138618"/>
                  </a:lnTo>
                  <a:lnTo>
                    <a:pt x="105076" y="137892"/>
                  </a:lnTo>
                  <a:lnTo>
                    <a:pt x="103063" y="134658"/>
                  </a:lnTo>
                  <a:lnTo>
                    <a:pt x="101476" y="132779"/>
                  </a:lnTo>
                  <a:lnTo>
                    <a:pt x="99922" y="129239"/>
                  </a:lnTo>
                  <a:lnTo>
                    <a:pt x="98387" y="126990"/>
                  </a:lnTo>
                  <a:lnTo>
                    <a:pt x="96431" y="123216"/>
                  </a:lnTo>
                  <a:lnTo>
                    <a:pt x="95018" y="121335"/>
                  </a:lnTo>
                  <a:lnTo>
                    <a:pt x="88584" y="114978"/>
                  </a:lnTo>
                  <a:lnTo>
                    <a:pt x="88947" y="114978"/>
                  </a:lnTo>
                  <a:lnTo>
                    <a:pt x="90833" y="116538"/>
                  </a:lnTo>
                  <a:lnTo>
                    <a:pt x="91150" y="116408"/>
                  </a:lnTo>
                  <a:lnTo>
                    <a:pt x="91196" y="115646"/>
                  </a:lnTo>
                  <a:lnTo>
                    <a:pt x="90978" y="114737"/>
                  </a:lnTo>
                  <a:lnTo>
                    <a:pt x="90628" y="114519"/>
                  </a:lnTo>
                  <a:lnTo>
                    <a:pt x="90126" y="114724"/>
                  </a:lnTo>
                  <a:lnTo>
                    <a:pt x="89448" y="114536"/>
                  </a:lnTo>
                  <a:lnTo>
                    <a:pt x="89109" y="114237"/>
                  </a:lnTo>
                  <a:lnTo>
                    <a:pt x="88095" y="114042"/>
                  </a:lnTo>
                  <a:lnTo>
                    <a:pt x="86822" y="112983"/>
                  </a:lnTo>
                  <a:lnTo>
                    <a:pt x="86277" y="111886"/>
                  </a:lnTo>
                  <a:lnTo>
                    <a:pt x="86218" y="110633"/>
                  </a:lnTo>
                  <a:lnTo>
                    <a:pt x="84396" y="107963"/>
                  </a:lnTo>
                  <a:lnTo>
                    <a:pt x="83704" y="106475"/>
                  </a:lnTo>
                  <a:lnTo>
                    <a:pt x="84058" y="106584"/>
                  </a:lnTo>
                  <a:lnTo>
                    <a:pt x="84544" y="107184"/>
                  </a:lnTo>
                  <a:lnTo>
                    <a:pt x="85035" y="107355"/>
                  </a:lnTo>
                  <a:lnTo>
                    <a:pt x="85607" y="107360"/>
                  </a:lnTo>
                  <a:lnTo>
                    <a:pt x="86023" y="107119"/>
                  </a:lnTo>
                  <a:lnTo>
                    <a:pt x="85874" y="106677"/>
                  </a:lnTo>
                  <a:lnTo>
                    <a:pt x="85482" y="106308"/>
                  </a:lnTo>
                  <a:lnTo>
                    <a:pt x="82825" y="104901"/>
                  </a:lnTo>
                  <a:lnTo>
                    <a:pt x="81949" y="103914"/>
                  </a:lnTo>
                  <a:lnTo>
                    <a:pt x="79772" y="102271"/>
                  </a:lnTo>
                  <a:lnTo>
                    <a:pt x="79256" y="101695"/>
                  </a:lnTo>
                  <a:lnTo>
                    <a:pt x="78912" y="100108"/>
                  </a:lnTo>
                  <a:lnTo>
                    <a:pt x="78379" y="100034"/>
                  </a:lnTo>
                  <a:lnTo>
                    <a:pt x="77910" y="100477"/>
                  </a:lnTo>
                  <a:lnTo>
                    <a:pt x="76627" y="100910"/>
                  </a:lnTo>
                  <a:lnTo>
                    <a:pt x="76299" y="100405"/>
                  </a:lnTo>
                  <a:lnTo>
                    <a:pt x="76252" y="99919"/>
                  </a:lnTo>
                  <a:lnTo>
                    <a:pt x="77157" y="99404"/>
                  </a:lnTo>
                  <a:lnTo>
                    <a:pt x="77989" y="97904"/>
                  </a:lnTo>
                  <a:lnTo>
                    <a:pt x="77973" y="97382"/>
                  </a:lnTo>
                  <a:lnTo>
                    <a:pt x="77513" y="97984"/>
                  </a:lnTo>
                  <a:lnTo>
                    <a:pt x="76821" y="98658"/>
                  </a:lnTo>
                  <a:lnTo>
                    <a:pt x="76104" y="99034"/>
                  </a:lnTo>
                  <a:lnTo>
                    <a:pt x="75041" y="99347"/>
                  </a:lnTo>
                  <a:lnTo>
                    <a:pt x="74497" y="99121"/>
                  </a:lnTo>
                  <a:lnTo>
                    <a:pt x="74021" y="98781"/>
                  </a:lnTo>
                  <a:lnTo>
                    <a:pt x="73258" y="97470"/>
                  </a:lnTo>
                  <a:lnTo>
                    <a:pt x="72873" y="93210"/>
                  </a:lnTo>
                  <a:lnTo>
                    <a:pt x="73549" y="91733"/>
                  </a:lnTo>
                  <a:lnTo>
                    <a:pt x="74339" y="90273"/>
                  </a:lnTo>
                  <a:lnTo>
                    <a:pt x="75010" y="89407"/>
                  </a:lnTo>
                  <a:lnTo>
                    <a:pt x="75397" y="90061"/>
                  </a:lnTo>
                  <a:lnTo>
                    <a:pt x="75796" y="90139"/>
                  </a:lnTo>
                  <a:lnTo>
                    <a:pt x="75515" y="89400"/>
                  </a:lnTo>
                  <a:lnTo>
                    <a:pt x="74856" y="88709"/>
                  </a:lnTo>
                  <a:lnTo>
                    <a:pt x="74623" y="88020"/>
                  </a:lnTo>
                  <a:lnTo>
                    <a:pt x="74598" y="87388"/>
                  </a:lnTo>
                  <a:lnTo>
                    <a:pt x="74286" y="86218"/>
                  </a:lnTo>
                  <a:lnTo>
                    <a:pt x="72331" y="83756"/>
                  </a:lnTo>
                  <a:lnTo>
                    <a:pt x="70503" y="83945"/>
                  </a:lnTo>
                  <a:lnTo>
                    <a:pt x="69759" y="83860"/>
                  </a:lnTo>
                  <a:lnTo>
                    <a:pt x="69063" y="82923"/>
                  </a:lnTo>
                  <a:lnTo>
                    <a:pt x="68471" y="81343"/>
                  </a:lnTo>
                  <a:lnTo>
                    <a:pt x="68179" y="80021"/>
                  </a:lnTo>
                  <a:lnTo>
                    <a:pt x="68142" y="79316"/>
                  </a:lnTo>
                  <a:lnTo>
                    <a:pt x="67969" y="78610"/>
                  </a:lnTo>
                  <a:lnTo>
                    <a:pt x="64817" y="77454"/>
                  </a:lnTo>
                  <a:lnTo>
                    <a:pt x="63869" y="76462"/>
                  </a:lnTo>
                  <a:lnTo>
                    <a:pt x="62919" y="75216"/>
                  </a:lnTo>
                  <a:lnTo>
                    <a:pt x="62525" y="74198"/>
                  </a:lnTo>
                  <a:lnTo>
                    <a:pt x="62135" y="73438"/>
                  </a:lnTo>
                  <a:lnTo>
                    <a:pt x="61832" y="72124"/>
                  </a:lnTo>
                  <a:lnTo>
                    <a:pt x="61616" y="70596"/>
                  </a:lnTo>
                  <a:lnTo>
                    <a:pt x="61968" y="68619"/>
                  </a:lnTo>
                  <a:lnTo>
                    <a:pt x="62426" y="67662"/>
                  </a:lnTo>
                  <a:lnTo>
                    <a:pt x="60258" y="66951"/>
                  </a:lnTo>
                  <a:lnTo>
                    <a:pt x="59410" y="66918"/>
                  </a:lnTo>
                  <a:lnTo>
                    <a:pt x="58727" y="67318"/>
                  </a:lnTo>
                  <a:lnTo>
                    <a:pt x="58110" y="66801"/>
                  </a:lnTo>
                  <a:lnTo>
                    <a:pt x="56830" y="66229"/>
                  </a:lnTo>
                  <a:lnTo>
                    <a:pt x="55306" y="64161"/>
                  </a:lnTo>
                  <a:lnTo>
                    <a:pt x="53515" y="60413"/>
                  </a:lnTo>
                  <a:lnTo>
                    <a:pt x="51544" y="59205"/>
                  </a:lnTo>
                  <a:lnTo>
                    <a:pt x="50909" y="57902"/>
                  </a:lnTo>
                  <a:lnTo>
                    <a:pt x="50103" y="56728"/>
                  </a:lnTo>
                  <a:lnTo>
                    <a:pt x="49397" y="55273"/>
                  </a:lnTo>
                  <a:lnTo>
                    <a:pt x="49287" y="54639"/>
                  </a:lnTo>
                  <a:lnTo>
                    <a:pt x="49077" y="54287"/>
                  </a:lnTo>
                  <a:lnTo>
                    <a:pt x="48093" y="53273"/>
                  </a:lnTo>
                  <a:lnTo>
                    <a:pt x="46987" y="51557"/>
                  </a:lnTo>
                  <a:lnTo>
                    <a:pt x="46700" y="50175"/>
                  </a:lnTo>
                  <a:lnTo>
                    <a:pt x="46403" y="48062"/>
                  </a:lnTo>
                  <a:lnTo>
                    <a:pt x="45666" y="47317"/>
                  </a:lnTo>
                  <a:lnTo>
                    <a:pt x="44939" y="46971"/>
                  </a:lnTo>
                  <a:lnTo>
                    <a:pt x="44797" y="45966"/>
                  </a:lnTo>
                  <a:lnTo>
                    <a:pt x="44840" y="45403"/>
                  </a:lnTo>
                  <a:lnTo>
                    <a:pt x="44595" y="44338"/>
                  </a:lnTo>
                  <a:lnTo>
                    <a:pt x="43097" y="41785"/>
                  </a:lnTo>
                  <a:lnTo>
                    <a:pt x="42338" y="39685"/>
                  </a:lnTo>
                  <a:lnTo>
                    <a:pt x="41921" y="39032"/>
                  </a:lnTo>
                  <a:lnTo>
                    <a:pt x="41531" y="38076"/>
                  </a:lnTo>
                  <a:lnTo>
                    <a:pt x="41334" y="36120"/>
                  </a:lnTo>
                  <a:lnTo>
                    <a:pt x="40714" y="33686"/>
                  </a:lnTo>
                  <a:lnTo>
                    <a:pt x="39513" y="30759"/>
                  </a:lnTo>
                  <a:lnTo>
                    <a:pt x="38511" y="28792"/>
                  </a:lnTo>
                  <a:lnTo>
                    <a:pt x="38011" y="26808"/>
                  </a:lnTo>
                  <a:lnTo>
                    <a:pt x="38233" y="24788"/>
                  </a:lnTo>
                  <a:lnTo>
                    <a:pt x="38063" y="23545"/>
                  </a:lnTo>
                  <a:lnTo>
                    <a:pt x="37934" y="23254"/>
                  </a:lnTo>
                  <a:lnTo>
                    <a:pt x="38035" y="22847"/>
                  </a:lnTo>
                  <a:lnTo>
                    <a:pt x="38368" y="23075"/>
                  </a:lnTo>
                  <a:lnTo>
                    <a:pt x="38650" y="22711"/>
                  </a:lnTo>
                  <a:lnTo>
                    <a:pt x="38614" y="21425"/>
                  </a:lnTo>
                  <a:lnTo>
                    <a:pt x="38265" y="21035"/>
                  </a:lnTo>
                  <a:lnTo>
                    <a:pt x="37295" y="20633"/>
                  </a:lnTo>
                  <a:lnTo>
                    <a:pt x="36867" y="20355"/>
                  </a:lnTo>
                  <a:lnTo>
                    <a:pt x="34507" y="19830"/>
                  </a:lnTo>
                  <a:lnTo>
                    <a:pt x="33158" y="19100"/>
                  </a:lnTo>
                  <a:lnTo>
                    <a:pt x="33068" y="17402"/>
                  </a:lnTo>
                  <a:lnTo>
                    <a:pt x="32434" y="16625"/>
                  </a:lnTo>
                  <a:lnTo>
                    <a:pt x="31872" y="16145"/>
                  </a:lnTo>
                  <a:lnTo>
                    <a:pt x="30090" y="15147"/>
                  </a:lnTo>
                  <a:lnTo>
                    <a:pt x="29808" y="15657"/>
                  </a:lnTo>
                  <a:lnTo>
                    <a:pt x="29570" y="16600"/>
                  </a:lnTo>
                  <a:lnTo>
                    <a:pt x="28830" y="16806"/>
                  </a:lnTo>
                  <a:lnTo>
                    <a:pt x="28183" y="16848"/>
                  </a:lnTo>
                  <a:lnTo>
                    <a:pt x="27097" y="16191"/>
                  </a:lnTo>
                  <a:lnTo>
                    <a:pt x="24405" y="13693"/>
                  </a:lnTo>
                  <a:lnTo>
                    <a:pt x="23836" y="13293"/>
                  </a:lnTo>
                  <a:lnTo>
                    <a:pt x="22996" y="13081"/>
                  </a:lnTo>
                  <a:lnTo>
                    <a:pt x="22582" y="12676"/>
                  </a:lnTo>
                  <a:lnTo>
                    <a:pt x="20763" y="11361"/>
                  </a:lnTo>
                  <a:lnTo>
                    <a:pt x="21128" y="12060"/>
                  </a:lnTo>
                  <a:lnTo>
                    <a:pt x="21653" y="12787"/>
                  </a:lnTo>
                  <a:lnTo>
                    <a:pt x="22123" y="14899"/>
                  </a:lnTo>
                  <a:lnTo>
                    <a:pt x="21571" y="16422"/>
                  </a:lnTo>
                  <a:lnTo>
                    <a:pt x="21252" y="21743"/>
                  </a:lnTo>
                  <a:lnTo>
                    <a:pt x="21604" y="22802"/>
                  </a:lnTo>
                  <a:lnTo>
                    <a:pt x="22396" y="24500"/>
                  </a:lnTo>
                  <a:lnTo>
                    <a:pt x="22941" y="27200"/>
                  </a:lnTo>
                  <a:lnTo>
                    <a:pt x="23111" y="29208"/>
                  </a:lnTo>
                  <a:lnTo>
                    <a:pt x="23604" y="30803"/>
                  </a:lnTo>
                  <a:lnTo>
                    <a:pt x="23448" y="34551"/>
                  </a:lnTo>
                  <a:lnTo>
                    <a:pt x="23636" y="35693"/>
                  </a:lnTo>
                  <a:lnTo>
                    <a:pt x="24387" y="37562"/>
                  </a:lnTo>
                  <a:lnTo>
                    <a:pt x="25779" y="39316"/>
                  </a:lnTo>
                  <a:lnTo>
                    <a:pt x="26070" y="40241"/>
                  </a:lnTo>
                  <a:lnTo>
                    <a:pt x="27900" y="41578"/>
                  </a:lnTo>
                  <a:lnTo>
                    <a:pt x="29010" y="43319"/>
                  </a:lnTo>
                  <a:lnTo>
                    <a:pt x="31214" y="45691"/>
                  </a:lnTo>
                  <a:lnTo>
                    <a:pt x="31909" y="46695"/>
                  </a:lnTo>
                  <a:lnTo>
                    <a:pt x="33897" y="50394"/>
                  </a:lnTo>
                  <a:lnTo>
                    <a:pt x="33962" y="51494"/>
                  </a:lnTo>
                  <a:lnTo>
                    <a:pt x="34329" y="52843"/>
                  </a:lnTo>
                  <a:lnTo>
                    <a:pt x="35444" y="52564"/>
                  </a:lnTo>
                  <a:lnTo>
                    <a:pt x="35945" y="53591"/>
                  </a:lnTo>
                  <a:lnTo>
                    <a:pt x="35887" y="54065"/>
                  </a:lnTo>
                  <a:lnTo>
                    <a:pt x="36022" y="54427"/>
                  </a:lnTo>
                  <a:lnTo>
                    <a:pt x="36607" y="54347"/>
                  </a:lnTo>
                  <a:lnTo>
                    <a:pt x="37112" y="54627"/>
                  </a:lnTo>
                  <a:lnTo>
                    <a:pt x="38170" y="58630"/>
                  </a:lnTo>
                  <a:lnTo>
                    <a:pt x="38739" y="59176"/>
                  </a:lnTo>
                  <a:lnTo>
                    <a:pt x="39467" y="59410"/>
                  </a:lnTo>
                  <a:lnTo>
                    <a:pt x="40278" y="59851"/>
                  </a:lnTo>
                  <a:lnTo>
                    <a:pt x="40331" y="60878"/>
                  </a:lnTo>
                  <a:lnTo>
                    <a:pt x="40301" y="61696"/>
                  </a:lnTo>
                  <a:lnTo>
                    <a:pt x="40989" y="62879"/>
                  </a:lnTo>
                  <a:lnTo>
                    <a:pt x="40872" y="64483"/>
                  </a:lnTo>
                  <a:lnTo>
                    <a:pt x="41428" y="65840"/>
                  </a:lnTo>
                  <a:lnTo>
                    <a:pt x="41344" y="67154"/>
                  </a:lnTo>
                  <a:lnTo>
                    <a:pt x="41573" y="68196"/>
                  </a:lnTo>
                  <a:lnTo>
                    <a:pt x="43289" y="70546"/>
                  </a:lnTo>
                  <a:lnTo>
                    <a:pt x="45403" y="72415"/>
                  </a:lnTo>
                  <a:lnTo>
                    <a:pt x="45843" y="74870"/>
                  </a:lnTo>
                  <a:lnTo>
                    <a:pt x="46706" y="77113"/>
                  </a:lnTo>
                  <a:lnTo>
                    <a:pt x="47589" y="77681"/>
                  </a:lnTo>
                  <a:lnTo>
                    <a:pt x="48480" y="78613"/>
                  </a:lnTo>
                  <a:lnTo>
                    <a:pt x="48370" y="79581"/>
                  </a:lnTo>
                  <a:lnTo>
                    <a:pt x="48431" y="80175"/>
                  </a:lnTo>
                  <a:lnTo>
                    <a:pt x="49623" y="81945"/>
                  </a:lnTo>
                  <a:lnTo>
                    <a:pt x="49817" y="84200"/>
                  </a:lnTo>
                  <a:lnTo>
                    <a:pt x="50844" y="85676"/>
                  </a:lnTo>
                  <a:lnTo>
                    <a:pt x="51134" y="85792"/>
                  </a:lnTo>
                  <a:lnTo>
                    <a:pt x="51361" y="85561"/>
                  </a:lnTo>
                  <a:lnTo>
                    <a:pt x="50613" y="84078"/>
                  </a:lnTo>
                  <a:lnTo>
                    <a:pt x="50250" y="83116"/>
                  </a:lnTo>
                  <a:lnTo>
                    <a:pt x="50203" y="81598"/>
                  </a:lnTo>
                  <a:lnTo>
                    <a:pt x="50454" y="81394"/>
                  </a:lnTo>
                  <a:lnTo>
                    <a:pt x="52588" y="83794"/>
                  </a:lnTo>
                  <a:lnTo>
                    <a:pt x="52813" y="85586"/>
                  </a:lnTo>
                  <a:lnTo>
                    <a:pt x="53530" y="86598"/>
                  </a:lnTo>
                  <a:lnTo>
                    <a:pt x="53583" y="87967"/>
                  </a:lnTo>
                  <a:lnTo>
                    <a:pt x="54019" y="88783"/>
                  </a:lnTo>
                  <a:lnTo>
                    <a:pt x="54150" y="89967"/>
                  </a:lnTo>
                  <a:lnTo>
                    <a:pt x="54836" y="91915"/>
                  </a:lnTo>
                  <a:lnTo>
                    <a:pt x="54852" y="94622"/>
                  </a:lnTo>
                  <a:lnTo>
                    <a:pt x="55219" y="96596"/>
                  </a:lnTo>
                  <a:lnTo>
                    <a:pt x="56563" y="99625"/>
                  </a:lnTo>
                  <a:lnTo>
                    <a:pt x="57652" y="100262"/>
                  </a:lnTo>
                  <a:lnTo>
                    <a:pt x="57849" y="101750"/>
                  </a:lnTo>
                  <a:lnTo>
                    <a:pt x="58981" y="105600"/>
                  </a:lnTo>
                  <a:lnTo>
                    <a:pt x="60290" y="107688"/>
                  </a:lnTo>
                  <a:lnTo>
                    <a:pt x="60941" y="109458"/>
                  </a:lnTo>
                  <a:lnTo>
                    <a:pt x="61031" y="110562"/>
                  </a:lnTo>
                  <a:lnTo>
                    <a:pt x="60542" y="112193"/>
                  </a:lnTo>
                  <a:lnTo>
                    <a:pt x="60490" y="113333"/>
                  </a:lnTo>
                  <a:lnTo>
                    <a:pt x="61201" y="116797"/>
                  </a:lnTo>
                  <a:lnTo>
                    <a:pt x="62264" y="118573"/>
                  </a:lnTo>
                  <a:lnTo>
                    <a:pt x="63451" y="119002"/>
                  </a:lnTo>
                  <a:lnTo>
                    <a:pt x="63658" y="119257"/>
                  </a:lnTo>
                  <a:lnTo>
                    <a:pt x="63563" y="119733"/>
                  </a:lnTo>
                  <a:lnTo>
                    <a:pt x="63963" y="120158"/>
                  </a:lnTo>
                  <a:lnTo>
                    <a:pt x="64412" y="119615"/>
                  </a:lnTo>
                  <a:lnTo>
                    <a:pt x="64631" y="118842"/>
                  </a:lnTo>
                  <a:lnTo>
                    <a:pt x="64403" y="117945"/>
                  </a:lnTo>
                  <a:lnTo>
                    <a:pt x="64363" y="117292"/>
                  </a:lnTo>
                  <a:lnTo>
                    <a:pt x="64565" y="116825"/>
                  </a:lnTo>
                  <a:lnTo>
                    <a:pt x="64952" y="116754"/>
                  </a:lnTo>
                  <a:lnTo>
                    <a:pt x="67223" y="119124"/>
                  </a:lnTo>
                  <a:lnTo>
                    <a:pt x="67604" y="120034"/>
                  </a:lnTo>
                  <a:lnTo>
                    <a:pt x="68450" y="121100"/>
                  </a:lnTo>
                  <a:lnTo>
                    <a:pt x="69224" y="122411"/>
                  </a:lnTo>
                  <a:lnTo>
                    <a:pt x="69558" y="123444"/>
                  </a:lnTo>
                  <a:lnTo>
                    <a:pt x="70177" y="124296"/>
                  </a:lnTo>
                  <a:lnTo>
                    <a:pt x="70499" y="126280"/>
                  </a:lnTo>
                  <a:lnTo>
                    <a:pt x="72078" y="127168"/>
                  </a:lnTo>
                  <a:lnTo>
                    <a:pt x="72918" y="128811"/>
                  </a:lnTo>
                  <a:lnTo>
                    <a:pt x="72973" y="129851"/>
                  </a:lnTo>
                  <a:lnTo>
                    <a:pt x="72566" y="132513"/>
                  </a:lnTo>
                  <a:lnTo>
                    <a:pt x="72210" y="133279"/>
                  </a:lnTo>
                  <a:lnTo>
                    <a:pt x="70935" y="134411"/>
                  </a:lnTo>
                  <a:lnTo>
                    <a:pt x="70008" y="135761"/>
                  </a:lnTo>
                  <a:lnTo>
                    <a:pt x="69113" y="136593"/>
                  </a:lnTo>
                  <a:lnTo>
                    <a:pt x="68163" y="137099"/>
                  </a:lnTo>
                  <a:lnTo>
                    <a:pt x="67380" y="136986"/>
                  </a:lnTo>
                  <a:lnTo>
                    <a:pt x="66625" y="135432"/>
                  </a:lnTo>
                  <a:lnTo>
                    <a:pt x="65730" y="130745"/>
                  </a:lnTo>
                  <a:lnTo>
                    <a:pt x="65130" y="129758"/>
                  </a:lnTo>
                  <a:lnTo>
                    <a:pt x="64707" y="128287"/>
                  </a:lnTo>
                  <a:lnTo>
                    <a:pt x="64007" y="127070"/>
                  </a:lnTo>
                  <a:lnTo>
                    <a:pt x="61479" y="125224"/>
                  </a:lnTo>
                  <a:lnTo>
                    <a:pt x="60202" y="123275"/>
                  </a:lnTo>
                  <a:lnTo>
                    <a:pt x="58966" y="121975"/>
                  </a:lnTo>
                  <a:lnTo>
                    <a:pt x="57636" y="120092"/>
                  </a:lnTo>
                  <a:lnTo>
                    <a:pt x="54011" y="116971"/>
                  </a:lnTo>
                  <a:lnTo>
                    <a:pt x="52508" y="115381"/>
                  </a:lnTo>
                  <a:lnTo>
                    <a:pt x="51517" y="113808"/>
                  </a:lnTo>
                  <a:lnTo>
                    <a:pt x="50879" y="113831"/>
                  </a:lnTo>
                  <a:lnTo>
                    <a:pt x="50386" y="113993"/>
                  </a:lnTo>
                  <a:lnTo>
                    <a:pt x="50199" y="113562"/>
                  </a:lnTo>
                  <a:lnTo>
                    <a:pt x="50171" y="112748"/>
                  </a:lnTo>
                  <a:lnTo>
                    <a:pt x="49953" y="112214"/>
                  </a:lnTo>
                  <a:lnTo>
                    <a:pt x="47831" y="109843"/>
                  </a:lnTo>
                  <a:lnTo>
                    <a:pt x="47391" y="108532"/>
                  </a:lnTo>
                  <a:lnTo>
                    <a:pt x="47301" y="107011"/>
                  </a:lnTo>
                  <a:lnTo>
                    <a:pt x="47779" y="103093"/>
                  </a:lnTo>
                  <a:lnTo>
                    <a:pt x="47990" y="100802"/>
                  </a:lnTo>
                  <a:lnTo>
                    <a:pt x="47856" y="99622"/>
                  </a:lnTo>
                  <a:lnTo>
                    <a:pt x="47634" y="99461"/>
                  </a:lnTo>
                  <a:lnTo>
                    <a:pt x="47433" y="98820"/>
                  </a:lnTo>
                  <a:lnTo>
                    <a:pt x="47384" y="96935"/>
                  </a:lnTo>
                  <a:lnTo>
                    <a:pt x="46873" y="94883"/>
                  </a:lnTo>
                  <a:lnTo>
                    <a:pt x="44948" y="90680"/>
                  </a:lnTo>
                  <a:lnTo>
                    <a:pt x="43540" y="89850"/>
                  </a:lnTo>
                  <a:lnTo>
                    <a:pt x="42288" y="89246"/>
                  </a:lnTo>
                  <a:lnTo>
                    <a:pt x="38860" y="85529"/>
                  </a:lnTo>
                  <a:lnTo>
                    <a:pt x="37928" y="83670"/>
                  </a:lnTo>
                  <a:lnTo>
                    <a:pt x="37701" y="82615"/>
                  </a:lnTo>
                  <a:lnTo>
                    <a:pt x="37582" y="80466"/>
                  </a:lnTo>
                  <a:lnTo>
                    <a:pt x="37110" y="81711"/>
                  </a:lnTo>
                  <a:lnTo>
                    <a:pt x="36480" y="82632"/>
                  </a:lnTo>
                  <a:lnTo>
                    <a:pt x="35027" y="82564"/>
                  </a:lnTo>
                  <a:lnTo>
                    <a:pt x="33394" y="83604"/>
                  </a:lnTo>
                  <a:lnTo>
                    <a:pt x="32422" y="82626"/>
                  </a:lnTo>
                  <a:lnTo>
                    <a:pt x="31898" y="81518"/>
                  </a:lnTo>
                  <a:lnTo>
                    <a:pt x="31100" y="80183"/>
                  </a:lnTo>
                  <a:lnTo>
                    <a:pt x="30202" y="79922"/>
                  </a:lnTo>
                  <a:lnTo>
                    <a:pt x="29629" y="79888"/>
                  </a:lnTo>
                  <a:lnTo>
                    <a:pt x="28554" y="78238"/>
                  </a:lnTo>
                  <a:lnTo>
                    <a:pt x="27686" y="77715"/>
                  </a:lnTo>
                  <a:lnTo>
                    <a:pt x="26441" y="77512"/>
                  </a:lnTo>
                  <a:lnTo>
                    <a:pt x="25383" y="76673"/>
                  </a:lnTo>
                  <a:lnTo>
                    <a:pt x="25057" y="75761"/>
                  </a:lnTo>
                  <a:lnTo>
                    <a:pt x="24881" y="74469"/>
                  </a:lnTo>
                  <a:lnTo>
                    <a:pt x="24488" y="73703"/>
                  </a:lnTo>
                  <a:lnTo>
                    <a:pt x="22825" y="72191"/>
                  </a:lnTo>
                  <a:lnTo>
                    <a:pt x="21471" y="70522"/>
                  </a:lnTo>
                  <a:lnTo>
                    <a:pt x="20196" y="69450"/>
                  </a:lnTo>
                  <a:lnTo>
                    <a:pt x="19821" y="68574"/>
                  </a:lnTo>
                  <a:lnTo>
                    <a:pt x="19790" y="67974"/>
                  </a:lnTo>
                  <a:lnTo>
                    <a:pt x="21804" y="68140"/>
                  </a:lnTo>
                  <a:lnTo>
                    <a:pt x="24203" y="68782"/>
                  </a:lnTo>
                  <a:lnTo>
                    <a:pt x="25353" y="68602"/>
                  </a:lnTo>
                  <a:lnTo>
                    <a:pt x="26069" y="67983"/>
                  </a:lnTo>
                  <a:lnTo>
                    <a:pt x="26752" y="67540"/>
                  </a:lnTo>
                  <a:lnTo>
                    <a:pt x="26861" y="68020"/>
                  </a:lnTo>
                  <a:lnTo>
                    <a:pt x="26736" y="68896"/>
                  </a:lnTo>
                  <a:lnTo>
                    <a:pt x="27394" y="69700"/>
                  </a:lnTo>
                  <a:lnTo>
                    <a:pt x="28297" y="70351"/>
                  </a:lnTo>
                  <a:lnTo>
                    <a:pt x="28940" y="70292"/>
                  </a:lnTo>
                  <a:lnTo>
                    <a:pt x="28318" y="69582"/>
                  </a:lnTo>
                  <a:lnTo>
                    <a:pt x="27936" y="68132"/>
                  </a:lnTo>
                  <a:lnTo>
                    <a:pt x="28107" y="67610"/>
                  </a:lnTo>
                  <a:lnTo>
                    <a:pt x="28097" y="66889"/>
                  </a:lnTo>
                  <a:lnTo>
                    <a:pt x="27205" y="67051"/>
                  </a:lnTo>
                  <a:lnTo>
                    <a:pt x="27080" y="66682"/>
                  </a:lnTo>
                  <a:lnTo>
                    <a:pt x="27843" y="65583"/>
                  </a:lnTo>
                  <a:lnTo>
                    <a:pt x="28718" y="62681"/>
                  </a:lnTo>
                  <a:lnTo>
                    <a:pt x="29137" y="59824"/>
                  </a:lnTo>
                  <a:lnTo>
                    <a:pt x="28219" y="57324"/>
                  </a:lnTo>
                  <a:lnTo>
                    <a:pt x="26670" y="55587"/>
                  </a:lnTo>
                  <a:lnTo>
                    <a:pt x="23313" y="50501"/>
                  </a:lnTo>
                  <a:lnTo>
                    <a:pt x="21309" y="47889"/>
                  </a:lnTo>
                  <a:lnTo>
                    <a:pt x="20728" y="46916"/>
                  </a:lnTo>
                  <a:lnTo>
                    <a:pt x="20196" y="46459"/>
                  </a:lnTo>
                  <a:lnTo>
                    <a:pt x="18561" y="45861"/>
                  </a:lnTo>
                  <a:lnTo>
                    <a:pt x="17191" y="44401"/>
                  </a:lnTo>
                  <a:lnTo>
                    <a:pt x="14787" y="42336"/>
                  </a:lnTo>
                  <a:lnTo>
                    <a:pt x="13760" y="41270"/>
                  </a:lnTo>
                  <a:lnTo>
                    <a:pt x="13052" y="38769"/>
                  </a:lnTo>
                  <a:lnTo>
                    <a:pt x="12488" y="38428"/>
                  </a:lnTo>
                  <a:lnTo>
                    <a:pt x="12665" y="36699"/>
                  </a:lnTo>
                  <a:lnTo>
                    <a:pt x="12418" y="33638"/>
                  </a:lnTo>
                  <a:lnTo>
                    <a:pt x="12015" y="32854"/>
                  </a:lnTo>
                  <a:lnTo>
                    <a:pt x="10714" y="32092"/>
                  </a:lnTo>
                  <a:lnTo>
                    <a:pt x="10404" y="30012"/>
                  </a:lnTo>
                  <a:lnTo>
                    <a:pt x="10339" y="28033"/>
                  </a:lnTo>
                  <a:lnTo>
                    <a:pt x="10086" y="26656"/>
                  </a:lnTo>
                  <a:lnTo>
                    <a:pt x="7871" y="24336"/>
                  </a:lnTo>
                  <a:lnTo>
                    <a:pt x="7745" y="23214"/>
                  </a:lnTo>
                  <a:lnTo>
                    <a:pt x="7744" y="22149"/>
                  </a:lnTo>
                  <a:lnTo>
                    <a:pt x="7519" y="21096"/>
                  </a:lnTo>
                  <a:lnTo>
                    <a:pt x="6336" y="18890"/>
                  </a:lnTo>
                  <a:lnTo>
                    <a:pt x="4907" y="16964"/>
                  </a:lnTo>
                  <a:lnTo>
                    <a:pt x="4409" y="16046"/>
                  </a:lnTo>
                  <a:lnTo>
                    <a:pt x="4350" y="14180"/>
                  </a:lnTo>
                  <a:lnTo>
                    <a:pt x="3843" y="13679"/>
                  </a:lnTo>
                  <a:lnTo>
                    <a:pt x="4035" y="13552"/>
                  </a:lnTo>
                  <a:lnTo>
                    <a:pt x="4504" y="13599"/>
                  </a:lnTo>
                  <a:lnTo>
                    <a:pt x="4772" y="13352"/>
                  </a:lnTo>
                  <a:lnTo>
                    <a:pt x="4801" y="12054"/>
                  </a:lnTo>
                  <a:lnTo>
                    <a:pt x="2651" y="10014"/>
                  </a:lnTo>
                  <a:lnTo>
                    <a:pt x="2030" y="7208"/>
                  </a:lnTo>
                  <a:lnTo>
                    <a:pt x="884" y="5722"/>
                  </a:lnTo>
                  <a:lnTo>
                    <a:pt x="616" y="5184"/>
                  </a:lnTo>
                  <a:lnTo>
                    <a:pt x="0" y="2538"/>
                  </a:lnTo>
                  <a:lnTo>
                    <a:pt x="2707" y="2239"/>
                  </a:lnTo>
                  <a:lnTo>
                    <a:pt x="5414" y="1940"/>
                  </a:lnTo>
                  <a:lnTo>
                    <a:pt x="8121" y="1642"/>
                  </a:lnTo>
                  <a:lnTo>
                    <a:pt x="10828" y="1342"/>
                  </a:lnTo>
                  <a:lnTo>
                    <a:pt x="13536" y="1044"/>
                  </a:lnTo>
                  <a:lnTo>
                    <a:pt x="16243" y="745"/>
                  </a:lnTo>
                  <a:lnTo>
                    <a:pt x="18950" y="446"/>
                  </a:lnTo>
                  <a:lnTo>
                    <a:pt x="21657" y="147"/>
                  </a:lnTo>
                  <a:lnTo>
                    <a:pt x="22739" y="0"/>
                  </a:lnTo>
                  <a:lnTo>
                    <a:pt x="22140" y="2099"/>
                  </a:lnTo>
                  <a:lnTo>
                    <a:pt x="21687" y="2887"/>
                  </a:lnTo>
                  <a:lnTo>
                    <a:pt x="26173" y="4951"/>
                  </a:lnTo>
                  <a:lnTo>
                    <a:pt x="30660" y="7016"/>
                  </a:lnTo>
                  <a:lnTo>
                    <a:pt x="35147" y="9080"/>
                  </a:lnTo>
                  <a:lnTo>
                    <a:pt x="39634" y="11145"/>
                  </a:lnTo>
                  <a:lnTo>
                    <a:pt x="44120" y="13209"/>
                  </a:lnTo>
                  <a:lnTo>
                    <a:pt x="48607" y="15274"/>
                  </a:lnTo>
                  <a:lnTo>
                    <a:pt x="53094" y="17338"/>
                  </a:lnTo>
                  <a:lnTo>
                    <a:pt x="57581" y="19403"/>
                  </a:lnTo>
                  <a:lnTo>
                    <a:pt x="60925" y="19394"/>
                  </a:lnTo>
                  <a:lnTo>
                    <a:pt x="64268" y="19384"/>
                  </a:lnTo>
                  <a:lnTo>
                    <a:pt x="67613" y="19375"/>
                  </a:lnTo>
                  <a:lnTo>
                    <a:pt x="70956" y="19367"/>
                  </a:lnTo>
                  <a:lnTo>
                    <a:pt x="74300" y="19358"/>
                  </a:lnTo>
                  <a:lnTo>
                    <a:pt x="77644" y="19348"/>
                  </a:lnTo>
                  <a:lnTo>
                    <a:pt x="80988" y="19339"/>
                  </a:lnTo>
                  <a:lnTo>
                    <a:pt x="84332" y="19330"/>
                  </a:lnTo>
                  <a:lnTo>
                    <a:pt x="84338" y="17761"/>
                  </a:lnTo>
                  <a:lnTo>
                    <a:pt x="84343" y="16192"/>
                  </a:lnTo>
                  <a:lnTo>
                    <a:pt x="84350" y="14624"/>
                  </a:lnTo>
                  <a:lnTo>
                    <a:pt x="84356" y="13055"/>
                  </a:lnTo>
                  <a:lnTo>
                    <a:pt x="86436" y="13071"/>
                  </a:lnTo>
                  <a:lnTo>
                    <a:pt x="88515" y="13087"/>
                  </a:lnTo>
                  <a:lnTo>
                    <a:pt x="90596" y="13103"/>
                  </a:lnTo>
                  <a:lnTo>
                    <a:pt x="92675" y="13119"/>
                  </a:lnTo>
                  <a:lnTo>
                    <a:pt x="94755" y="13134"/>
                  </a:lnTo>
                  <a:lnTo>
                    <a:pt x="96835" y="13151"/>
                  </a:lnTo>
                  <a:lnTo>
                    <a:pt x="98914" y="13166"/>
                  </a:lnTo>
                  <a:lnTo>
                    <a:pt x="101157" y="13262"/>
                  </a:lnTo>
                  <a:lnTo>
                    <a:pt x="101999" y="14454"/>
                  </a:lnTo>
                  <a:lnTo>
                    <a:pt x="102863" y="16328"/>
                  </a:lnTo>
                  <a:lnTo>
                    <a:pt x="103881" y="17635"/>
                  </a:lnTo>
                  <a:lnTo>
                    <a:pt x="105054" y="18377"/>
                  </a:lnTo>
                  <a:lnTo>
                    <a:pt x="107054" y="20563"/>
                  </a:lnTo>
                  <a:lnTo>
                    <a:pt x="109880" y="24193"/>
                  </a:lnTo>
                  <a:lnTo>
                    <a:pt x="112133" y="26613"/>
                  </a:lnTo>
                  <a:lnTo>
                    <a:pt x="113814" y="27822"/>
                  </a:lnTo>
                  <a:lnTo>
                    <a:pt x="114943" y="28863"/>
                  </a:lnTo>
                  <a:lnTo>
                    <a:pt x="115520" y="29736"/>
                  </a:lnTo>
                  <a:lnTo>
                    <a:pt x="116295" y="31629"/>
                  </a:lnTo>
                  <a:lnTo>
                    <a:pt x="117757" y="35998"/>
                  </a:lnTo>
                  <a:lnTo>
                    <a:pt x="117757" y="38005"/>
                  </a:lnTo>
                  <a:lnTo>
                    <a:pt x="118317" y="39905"/>
                  </a:lnTo>
                  <a:lnTo>
                    <a:pt x="119435" y="42368"/>
                  </a:lnTo>
                  <a:lnTo>
                    <a:pt x="120413" y="43818"/>
                  </a:lnTo>
                  <a:lnTo>
                    <a:pt x="121250" y="44255"/>
                  </a:lnTo>
                  <a:lnTo>
                    <a:pt x="122165" y="45127"/>
                  </a:lnTo>
                  <a:lnTo>
                    <a:pt x="123157" y="46435"/>
                  </a:lnTo>
                  <a:lnTo>
                    <a:pt x="124301" y="47313"/>
                  </a:lnTo>
                  <a:lnTo>
                    <a:pt x="125595" y="47761"/>
                  </a:lnTo>
                  <a:lnTo>
                    <a:pt x="127383" y="48935"/>
                  </a:lnTo>
                  <a:lnTo>
                    <a:pt x="129663" y="50834"/>
                  </a:lnTo>
                  <a:lnTo>
                    <a:pt x="131226" y="51805"/>
                  </a:lnTo>
                  <a:lnTo>
                    <a:pt x="132072" y="51846"/>
                  </a:lnTo>
                  <a:lnTo>
                    <a:pt x="132813" y="51236"/>
                  </a:lnTo>
                  <a:lnTo>
                    <a:pt x="133448" y="49976"/>
                  </a:lnTo>
                  <a:lnTo>
                    <a:pt x="134073" y="49165"/>
                  </a:lnTo>
                  <a:lnTo>
                    <a:pt x="134686" y="48802"/>
                  </a:lnTo>
                  <a:lnTo>
                    <a:pt x="134935" y="48222"/>
                  </a:lnTo>
                  <a:lnTo>
                    <a:pt x="134820" y="47422"/>
                  </a:lnTo>
                  <a:lnTo>
                    <a:pt x="135235" y="45628"/>
                  </a:lnTo>
                  <a:lnTo>
                    <a:pt x="136179" y="42839"/>
                  </a:lnTo>
                  <a:lnTo>
                    <a:pt x="137307" y="41327"/>
                  </a:lnTo>
                  <a:lnTo>
                    <a:pt x="138619" y="41093"/>
                  </a:lnTo>
                  <a:lnTo>
                    <a:pt x="139477" y="40570"/>
                  </a:lnTo>
                  <a:lnTo>
                    <a:pt x="139879" y="39756"/>
                  </a:lnTo>
                  <a:lnTo>
                    <a:pt x="140581" y="39669"/>
                  </a:lnTo>
                  <a:lnTo>
                    <a:pt x="141582" y="40310"/>
                  </a:lnTo>
                  <a:lnTo>
                    <a:pt x="143211" y="40722"/>
                  </a:lnTo>
                  <a:lnTo>
                    <a:pt x="145468" y="40907"/>
                  </a:lnTo>
                  <a:lnTo>
                    <a:pt x="146800" y="40844"/>
                  </a:lnTo>
                  <a:lnTo>
                    <a:pt x="147206" y="40533"/>
                  </a:lnTo>
                  <a:lnTo>
                    <a:pt x="147417" y="40550"/>
                  </a:lnTo>
                  <a:lnTo>
                    <a:pt x="147433" y="40892"/>
                  </a:lnTo>
                  <a:lnTo>
                    <a:pt x="147768" y="41037"/>
                  </a:lnTo>
                  <a:lnTo>
                    <a:pt x="148420" y="40985"/>
                  </a:lnTo>
                  <a:lnTo>
                    <a:pt x="148987" y="41463"/>
                  </a:lnTo>
                  <a:lnTo>
                    <a:pt x="149715" y="42976"/>
                  </a:lnTo>
                  <a:lnTo>
                    <a:pt x="152221" y="45400"/>
                  </a:lnTo>
                  <a:lnTo>
                    <a:pt x="152432" y="46232"/>
                  </a:lnTo>
                  <a:lnTo>
                    <a:pt x="153304" y="47431"/>
                  </a:lnTo>
                  <a:lnTo>
                    <a:pt x="154908" y="49275"/>
                  </a:lnTo>
                  <a:lnTo>
                    <a:pt x="155816" y="50864"/>
                  </a:lnTo>
                  <a:lnTo>
                    <a:pt x="156027" y="52200"/>
                  </a:lnTo>
                  <a:lnTo>
                    <a:pt x="156846" y="54312"/>
                  </a:lnTo>
                  <a:lnTo>
                    <a:pt x="158273" y="57201"/>
                  </a:lnTo>
                  <a:lnTo>
                    <a:pt x="158908" y="58759"/>
                  </a:lnTo>
                  <a:lnTo>
                    <a:pt x="158753" y="58984"/>
                  </a:lnTo>
                  <a:lnTo>
                    <a:pt x="158865" y="59797"/>
                  </a:lnTo>
                  <a:lnTo>
                    <a:pt x="159246" y="61198"/>
                  </a:lnTo>
                  <a:lnTo>
                    <a:pt x="159953" y="62384"/>
                  </a:lnTo>
                  <a:lnTo>
                    <a:pt x="160988" y="63356"/>
                  </a:lnTo>
                  <a:lnTo>
                    <a:pt x="162033" y="65101"/>
                  </a:lnTo>
                  <a:lnTo>
                    <a:pt x="163091" y="67619"/>
                  </a:lnTo>
                  <a:lnTo>
                    <a:pt x="164372" y="69535"/>
                  </a:lnTo>
                  <a:lnTo>
                    <a:pt x="165875" y="70847"/>
                  </a:lnTo>
                  <a:lnTo>
                    <a:pt x="166727" y="72068"/>
                  </a:lnTo>
                  <a:lnTo>
                    <a:pt x="166926" y="73197"/>
                  </a:lnTo>
                  <a:lnTo>
                    <a:pt x="166911" y="74164"/>
                  </a:lnTo>
                  <a:lnTo>
                    <a:pt x="166682" y="74969"/>
                  </a:lnTo>
                  <a:lnTo>
                    <a:pt x="166779" y="75734"/>
                  </a:lnTo>
                  <a:lnTo>
                    <a:pt x="167202" y="76457"/>
                  </a:lnTo>
                  <a:lnTo>
                    <a:pt x="167343" y="77343"/>
                  </a:lnTo>
                  <a:lnTo>
                    <a:pt x="167177" y="78577"/>
                  </a:lnTo>
                  <a:lnTo>
                    <a:pt x="167189" y="78926"/>
                  </a:lnTo>
                  <a:lnTo>
                    <a:pt x="167311" y="79205"/>
                  </a:lnTo>
                  <a:lnTo>
                    <a:pt x="168646" y="81324"/>
                  </a:lnTo>
                  <a:lnTo>
                    <a:pt x="169332" y="83037"/>
                  </a:lnTo>
                  <a:lnTo>
                    <a:pt x="169880" y="85795"/>
                  </a:lnTo>
                  <a:lnTo>
                    <a:pt x="170488" y="87430"/>
                  </a:lnTo>
                  <a:lnTo>
                    <a:pt x="171363" y="88099"/>
                  </a:lnTo>
                  <a:lnTo>
                    <a:pt x="172707" y="88347"/>
                  </a:lnTo>
                  <a:lnTo>
                    <a:pt x="173729" y="88916"/>
                  </a:lnTo>
                  <a:lnTo>
                    <a:pt x="174427" y="89808"/>
                  </a:lnTo>
                  <a:lnTo>
                    <a:pt x="175308" y="90347"/>
                  </a:lnTo>
                  <a:lnTo>
                    <a:pt x="176371" y="90532"/>
                  </a:lnTo>
                  <a:lnTo>
                    <a:pt x="177391" y="91120"/>
                  </a:lnTo>
                  <a:lnTo>
                    <a:pt x="178366" y="92113"/>
                  </a:lnTo>
                  <a:lnTo>
                    <a:pt x="180185" y="92765"/>
                  </a:lnTo>
                  <a:lnTo>
                    <a:pt x="182847" y="93078"/>
                  </a:lnTo>
                  <a:lnTo>
                    <a:pt x="184873" y="93885"/>
                  </a:lnTo>
                  <a:lnTo>
                    <a:pt x="186264" y="95187"/>
                  </a:lnTo>
                  <a:lnTo>
                    <a:pt x="186875" y="95452"/>
                  </a:lnTo>
                  <a:lnTo>
                    <a:pt x="187041" y="95470"/>
                  </a:lnTo>
                  <a:lnTo>
                    <a:pt x="187120" y="95271"/>
                  </a:lnTo>
                  <a:lnTo>
                    <a:pt x="187225" y="94903"/>
                  </a:lnTo>
                  <a:lnTo>
                    <a:pt x="187763" y="9447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g1006"/>
            <p:cNvSpPr/>
            <p:nvPr/>
          </p:nvSpPr>
          <p:spPr>
            <a:xfrm>
              <a:off x="5627030" y="2334668"/>
              <a:ext cx="1362" cy="2989"/>
            </a:xfrm>
            <a:custGeom>
              <a:avLst/>
              <a:pathLst>
                <a:path w="1362" h="2989">
                  <a:moveTo>
                    <a:pt x="421" y="2567"/>
                  </a:moveTo>
                  <a:lnTo>
                    <a:pt x="235" y="2989"/>
                  </a:lnTo>
                  <a:lnTo>
                    <a:pt x="0" y="2960"/>
                  </a:lnTo>
                  <a:lnTo>
                    <a:pt x="204" y="2646"/>
                  </a:lnTo>
                  <a:lnTo>
                    <a:pt x="346" y="2208"/>
                  </a:lnTo>
                  <a:lnTo>
                    <a:pt x="572" y="963"/>
                  </a:lnTo>
                  <a:lnTo>
                    <a:pt x="1039" y="517"/>
                  </a:lnTo>
                  <a:lnTo>
                    <a:pt x="1362" y="0"/>
                  </a:lnTo>
                  <a:lnTo>
                    <a:pt x="1285" y="536"/>
                  </a:lnTo>
                  <a:lnTo>
                    <a:pt x="776" y="110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g1007"/>
            <p:cNvSpPr/>
            <p:nvPr/>
          </p:nvSpPr>
          <p:spPr>
            <a:xfrm>
              <a:off x="5645827" y="2320245"/>
              <a:ext cx="1698" cy="1047"/>
            </a:xfrm>
            <a:custGeom>
              <a:avLst/>
              <a:pathLst>
                <a:path w="1698" h="1047">
                  <a:moveTo>
                    <a:pt x="0" y="0"/>
                  </a:moveTo>
                  <a:lnTo>
                    <a:pt x="353" y="301"/>
                  </a:lnTo>
                  <a:lnTo>
                    <a:pt x="1050" y="278"/>
                  </a:lnTo>
                  <a:lnTo>
                    <a:pt x="1698" y="1047"/>
                  </a:lnTo>
                  <a:lnTo>
                    <a:pt x="1448" y="999"/>
                  </a:lnTo>
                  <a:lnTo>
                    <a:pt x="1097" y="670"/>
                  </a:lnTo>
                  <a:lnTo>
                    <a:pt x="776" y="532"/>
                  </a:lnTo>
                  <a:lnTo>
                    <a:pt x="348" y="572"/>
                  </a:lnTo>
                  <a:lnTo>
                    <a:pt x="145" y="44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g1008"/>
            <p:cNvSpPr/>
            <p:nvPr/>
          </p:nvSpPr>
          <p:spPr>
            <a:xfrm>
              <a:off x="5640703" y="2318522"/>
              <a:ext cx="3387" cy="1437"/>
            </a:xfrm>
            <a:custGeom>
              <a:avLst/>
              <a:pathLst>
                <a:path w="3387" h="1437">
                  <a:moveTo>
                    <a:pt x="626" y="467"/>
                  </a:moveTo>
                  <a:lnTo>
                    <a:pt x="1809" y="1182"/>
                  </a:lnTo>
                  <a:lnTo>
                    <a:pt x="3387" y="848"/>
                  </a:lnTo>
                  <a:lnTo>
                    <a:pt x="3133" y="1063"/>
                  </a:lnTo>
                  <a:lnTo>
                    <a:pt x="2544" y="1264"/>
                  </a:lnTo>
                  <a:lnTo>
                    <a:pt x="2152" y="1437"/>
                  </a:lnTo>
                  <a:lnTo>
                    <a:pt x="1888" y="1437"/>
                  </a:lnTo>
                  <a:lnTo>
                    <a:pt x="1576" y="1370"/>
                  </a:lnTo>
                  <a:lnTo>
                    <a:pt x="565" y="871"/>
                  </a:lnTo>
                  <a:lnTo>
                    <a:pt x="0" y="218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g1009"/>
            <p:cNvSpPr/>
            <p:nvPr/>
          </p:nvSpPr>
          <p:spPr>
            <a:xfrm>
              <a:off x="5618369" y="2316228"/>
              <a:ext cx="1468" cy="595"/>
            </a:xfrm>
            <a:custGeom>
              <a:avLst/>
              <a:pathLst>
                <a:path w="1468" h="595">
                  <a:moveTo>
                    <a:pt x="1468" y="380"/>
                  </a:moveTo>
                  <a:lnTo>
                    <a:pt x="1327" y="595"/>
                  </a:lnTo>
                  <a:lnTo>
                    <a:pt x="417" y="467"/>
                  </a:lnTo>
                  <a:lnTo>
                    <a:pt x="0" y="199"/>
                  </a:lnTo>
                  <a:lnTo>
                    <a:pt x="39" y="0"/>
                  </a:lnTo>
                  <a:lnTo>
                    <a:pt x="760" y="19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g1010"/>
            <p:cNvSpPr/>
            <p:nvPr/>
          </p:nvSpPr>
          <p:spPr>
            <a:xfrm>
              <a:off x="5601053" y="2262806"/>
              <a:ext cx="517" cy="279"/>
            </a:xfrm>
            <a:custGeom>
              <a:avLst/>
              <a:pathLst>
                <a:path w="517" h="279">
                  <a:moveTo>
                    <a:pt x="431" y="184"/>
                  </a:moveTo>
                  <a:lnTo>
                    <a:pt x="186" y="279"/>
                  </a:lnTo>
                  <a:lnTo>
                    <a:pt x="0" y="180"/>
                  </a:lnTo>
                  <a:lnTo>
                    <a:pt x="133" y="0"/>
                  </a:lnTo>
                  <a:lnTo>
                    <a:pt x="517" y="1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g1011"/>
            <p:cNvSpPr/>
            <p:nvPr/>
          </p:nvSpPr>
          <p:spPr>
            <a:xfrm>
              <a:off x="4216028" y="1827746"/>
              <a:ext cx="24191" cy="21036"/>
            </a:xfrm>
            <a:custGeom>
              <a:avLst/>
              <a:pathLst>
                <a:path w="24191" h="21036">
                  <a:moveTo>
                    <a:pt x="17932" y="616"/>
                  </a:moveTo>
                  <a:lnTo>
                    <a:pt x="19390" y="2692"/>
                  </a:lnTo>
                  <a:lnTo>
                    <a:pt x="20190" y="3533"/>
                  </a:lnTo>
                  <a:lnTo>
                    <a:pt x="21132" y="4170"/>
                  </a:lnTo>
                  <a:lnTo>
                    <a:pt x="22208" y="4637"/>
                  </a:lnTo>
                  <a:lnTo>
                    <a:pt x="22594" y="5084"/>
                  </a:lnTo>
                  <a:lnTo>
                    <a:pt x="23278" y="7294"/>
                  </a:lnTo>
                  <a:lnTo>
                    <a:pt x="23607" y="8132"/>
                  </a:lnTo>
                  <a:lnTo>
                    <a:pt x="24062" y="8382"/>
                  </a:lnTo>
                  <a:lnTo>
                    <a:pt x="24172" y="8624"/>
                  </a:lnTo>
                  <a:lnTo>
                    <a:pt x="24191" y="8943"/>
                  </a:lnTo>
                  <a:lnTo>
                    <a:pt x="23678" y="10496"/>
                  </a:lnTo>
                  <a:lnTo>
                    <a:pt x="23472" y="13976"/>
                  </a:lnTo>
                  <a:lnTo>
                    <a:pt x="23343" y="14253"/>
                  </a:lnTo>
                  <a:lnTo>
                    <a:pt x="22806" y="14238"/>
                  </a:lnTo>
                  <a:lnTo>
                    <a:pt x="22093" y="14312"/>
                  </a:lnTo>
                  <a:lnTo>
                    <a:pt x="21820" y="14581"/>
                  </a:lnTo>
                  <a:lnTo>
                    <a:pt x="21534" y="16453"/>
                  </a:lnTo>
                  <a:lnTo>
                    <a:pt x="20387" y="16988"/>
                  </a:lnTo>
                  <a:lnTo>
                    <a:pt x="19346" y="17290"/>
                  </a:lnTo>
                  <a:lnTo>
                    <a:pt x="18468" y="17222"/>
                  </a:lnTo>
                  <a:lnTo>
                    <a:pt x="16925" y="16779"/>
                  </a:lnTo>
                  <a:lnTo>
                    <a:pt x="16422" y="16730"/>
                  </a:lnTo>
                  <a:lnTo>
                    <a:pt x="15990" y="16983"/>
                  </a:lnTo>
                  <a:lnTo>
                    <a:pt x="14614" y="17116"/>
                  </a:lnTo>
                  <a:lnTo>
                    <a:pt x="14010" y="17445"/>
                  </a:lnTo>
                  <a:lnTo>
                    <a:pt x="12591" y="19634"/>
                  </a:lnTo>
                  <a:lnTo>
                    <a:pt x="11153" y="20389"/>
                  </a:lnTo>
                  <a:lnTo>
                    <a:pt x="10663" y="20771"/>
                  </a:lnTo>
                  <a:lnTo>
                    <a:pt x="9565" y="20287"/>
                  </a:lnTo>
                  <a:lnTo>
                    <a:pt x="9039" y="20238"/>
                  </a:lnTo>
                  <a:lnTo>
                    <a:pt x="8279" y="20796"/>
                  </a:lnTo>
                  <a:lnTo>
                    <a:pt x="6612" y="20852"/>
                  </a:lnTo>
                  <a:lnTo>
                    <a:pt x="6162" y="20949"/>
                  </a:lnTo>
                  <a:lnTo>
                    <a:pt x="4878" y="21036"/>
                  </a:lnTo>
                  <a:lnTo>
                    <a:pt x="4824" y="20735"/>
                  </a:lnTo>
                  <a:lnTo>
                    <a:pt x="4587" y="20294"/>
                  </a:lnTo>
                  <a:lnTo>
                    <a:pt x="3988" y="20088"/>
                  </a:lnTo>
                  <a:lnTo>
                    <a:pt x="2764" y="20264"/>
                  </a:lnTo>
                  <a:lnTo>
                    <a:pt x="2465" y="19942"/>
                  </a:lnTo>
                  <a:lnTo>
                    <a:pt x="1962" y="18083"/>
                  </a:lnTo>
                  <a:lnTo>
                    <a:pt x="1568" y="17784"/>
                  </a:lnTo>
                  <a:lnTo>
                    <a:pt x="1128" y="17160"/>
                  </a:lnTo>
                  <a:lnTo>
                    <a:pt x="381" y="15141"/>
                  </a:lnTo>
                  <a:lnTo>
                    <a:pt x="363" y="14255"/>
                  </a:lnTo>
                  <a:lnTo>
                    <a:pt x="413" y="13484"/>
                  </a:lnTo>
                  <a:lnTo>
                    <a:pt x="0" y="11672"/>
                  </a:lnTo>
                  <a:lnTo>
                    <a:pt x="254" y="11214"/>
                  </a:lnTo>
                  <a:lnTo>
                    <a:pt x="639" y="10926"/>
                  </a:lnTo>
                  <a:lnTo>
                    <a:pt x="643" y="10197"/>
                  </a:lnTo>
                  <a:lnTo>
                    <a:pt x="534" y="9089"/>
                  </a:lnTo>
                  <a:lnTo>
                    <a:pt x="988" y="6915"/>
                  </a:lnTo>
                  <a:lnTo>
                    <a:pt x="1228" y="6861"/>
                  </a:lnTo>
                  <a:lnTo>
                    <a:pt x="2330" y="7034"/>
                  </a:lnTo>
                  <a:lnTo>
                    <a:pt x="2614" y="6759"/>
                  </a:lnTo>
                  <a:lnTo>
                    <a:pt x="2795" y="6330"/>
                  </a:lnTo>
                  <a:lnTo>
                    <a:pt x="2854" y="4739"/>
                  </a:lnTo>
                  <a:lnTo>
                    <a:pt x="3117" y="4004"/>
                  </a:lnTo>
                  <a:lnTo>
                    <a:pt x="5781" y="2606"/>
                  </a:lnTo>
                  <a:lnTo>
                    <a:pt x="6564" y="2554"/>
                  </a:lnTo>
                  <a:lnTo>
                    <a:pt x="7165" y="3196"/>
                  </a:lnTo>
                  <a:lnTo>
                    <a:pt x="7641" y="3607"/>
                  </a:lnTo>
                  <a:lnTo>
                    <a:pt x="7928" y="3595"/>
                  </a:lnTo>
                  <a:lnTo>
                    <a:pt x="8031" y="3181"/>
                  </a:lnTo>
                  <a:lnTo>
                    <a:pt x="8354" y="2385"/>
                  </a:lnTo>
                  <a:lnTo>
                    <a:pt x="8901" y="1929"/>
                  </a:lnTo>
                  <a:lnTo>
                    <a:pt x="10538" y="1543"/>
                  </a:lnTo>
                  <a:lnTo>
                    <a:pt x="11065" y="1618"/>
                  </a:lnTo>
                  <a:lnTo>
                    <a:pt x="12210" y="1261"/>
                  </a:lnTo>
                  <a:lnTo>
                    <a:pt x="12923" y="767"/>
                  </a:lnTo>
                  <a:lnTo>
                    <a:pt x="13286" y="693"/>
                  </a:lnTo>
                  <a:lnTo>
                    <a:pt x="13769" y="503"/>
                  </a:lnTo>
                  <a:lnTo>
                    <a:pt x="14464" y="531"/>
                  </a:lnTo>
                  <a:lnTo>
                    <a:pt x="15169" y="746"/>
                  </a:lnTo>
                  <a:lnTo>
                    <a:pt x="16064" y="462"/>
                  </a:lnTo>
                  <a:lnTo>
                    <a:pt x="16945" y="0"/>
                  </a:lnTo>
                  <a:lnTo>
                    <a:pt x="17298" y="115"/>
                  </a:lnTo>
                  <a:lnTo>
                    <a:pt x="17679" y="50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g1012"/>
            <p:cNvSpPr/>
            <p:nvPr/>
          </p:nvSpPr>
          <p:spPr>
            <a:xfrm>
              <a:off x="3906383" y="2069917"/>
              <a:ext cx="156247" cy="207158"/>
            </a:xfrm>
            <a:custGeom>
              <a:avLst/>
              <a:pathLst>
                <a:path w="156247" h="207158">
                  <a:moveTo>
                    <a:pt x="156181" y="81634"/>
                  </a:moveTo>
                  <a:lnTo>
                    <a:pt x="156186" y="84071"/>
                  </a:lnTo>
                  <a:lnTo>
                    <a:pt x="156194" y="87749"/>
                  </a:lnTo>
                  <a:lnTo>
                    <a:pt x="156203" y="91846"/>
                  </a:lnTo>
                  <a:lnTo>
                    <a:pt x="156211" y="95628"/>
                  </a:lnTo>
                  <a:lnTo>
                    <a:pt x="156221" y="99937"/>
                  </a:lnTo>
                  <a:lnTo>
                    <a:pt x="156229" y="103401"/>
                  </a:lnTo>
                  <a:lnTo>
                    <a:pt x="156238" y="107498"/>
                  </a:lnTo>
                  <a:lnTo>
                    <a:pt x="156247" y="111572"/>
                  </a:lnTo>
                  <a:lnTo>
                    <a:pt x="155947" y="112042"/>
                  </a:lnTo>
                  <a:lnTo>
                    <a:pt x="155836" y="114336"/>
                  </a:lnTo>
                  <a:lnTo>
                    <a:pt x="155750" y="117354"/>
                  </a:lnTo>
                  <a:lnTo>
                    <a:pt x="155175" y="120480"/>
                  </a:lnTo>
                  <a:lnTo>
                    <a:pt x="154168" y="122781"/>
                  </a:lnTo>
                  <a:lnTo>
                    <a:pt x="153802" y="124973"/>
                  </a:lnTo>
                  <a:lnTo>
                    <a:pt x="153526" y="126227"/>
                  </a:lnTo>
                  <a:lnTo>
                    <a:pt x="153150" y="126908"/>
                  </a:lnTo>
                  <a:lnTo>
                    <a:pt x="153062" y="127729"/>
                  </a:lnTo>
                  <a:lnTo>
                    <a:pt x="152863" y="128883"/>
                  </a:lnTo>
                  <a:lnTo>
                    <a:pt x="152542" y="129630"/>
                  </a:lnTo>
                  <a:lnTo>
                    <a:pt x="152291" y="130016"/>
                  </a:lnTo>
                  <a:lnTo>
                    <a:pt x="151280" y="130467"/>
                  </a:lnTo>
                  <a:lnTo>
                    <a:pt x="149491" y="132679"/>
                  </a:lnTo>
                  <a:lnTo>
                    <a:pt x="149337" y="134447"/>
                  </a:lnTo>
                  <a:lnTo>
                    <a:pt x="147301" y="133962"/>
                  </a:lnTo>
                  <a:lnTo>
                    <a:pt x="145136" y="133458"/>
                  </a:lnTo>
                  <a:lnTo>
                    <a:pt x="144845" y="133491"/>
                  </a:lnTo>
                  <a:lnTo>
                    <a:pt x="144666" y="133722"/>
                  </a:lnTo>
                  <a:lnTo>
                    <a:pt x="144577" y="134661"/>
                  </a:lnTo>
                  <a:lnTo>
                    <a:pt x="141630" y="134816"/>
                  </a:lnTo>
                  <a:lnTo>
                    <a:pt x="139087" y="134948"/>
                  </a:lnTo>
                  <a:lnTo>
                    <a:pt x="135940" y="135102"/>
                  </a:lnTo>
                  <a:lnTo>
                    <a:pt x="133775" y="135209"/>
                  </a:lnTo>
                  <a:lnTo>
                    <a:pt x="131029" y="135421"/>
                  </a:lnTo>
                  <a:lnTo>
                    <a:pt x="128485" y="135619"/>
                  </a:lnTo>
                  <a:lnTo>
                    <a:pt x="126792" y="137658"/>
                  </a:lnTo>
                  <a:lnTo>
                    <a:pt x="125148" y="139666"/>
                  </a:lnTo>
                  <a:lnTo>
                    <a:pt x="122983" y="140046"/>
                  </a:lnTo>
                  <a:lnTo>
                    <a:pt x="120281" y="139710"/>
                  </a:lnTo>
                  <a:lnTo>
                    <a:pt x="118892" y="139693"/>
                  </a:lnTo>
                  <a:lnTo>
                    <a:pt x="118348" y="139924"/>
                  </a:lnTo>
                  <a:lnTo>
                    <a:pt x="118242" y="140652"/>
                  </a:lnTo>
                  <a:lnTo>
                    <a:pt x="116184" y="139597"/>
                  </a:lnTo>
                  <a:lnTo>
                    <a:pt x="113952" y="138588"/>
                  </a:lnTo>
                  <a:lnTo>
                    <a:pt x="112348" y="139243"/>
                  </a:lnTo>
                  <a:lnTo>
                    <a:pt x="112094" y="139019"/>
                  </a:lnTo>
                  <a:lnTo>
                    <a:pt x="111884" y="138585"/>
                  </a:lnTo>
                  <a:lnTo>
                    <a:pt x="111108" y="138331"/>
                  </a:lnTo>
                  <a:lnTo>
                    <a:pt x="109879" y="138444"/>
                  </a:lnTo>
                  <a:lnTo>
                    <a:pt x="108990" y="138751"/>
                  </a:lnTo>
                  <a:lnTo>
                    <a:pt x="107594" y="140290"/>
                  </a:lnTo>
                  <a:lnTo>
                    <a:pt x="106542" y="141630"/>
                  </a:lnTo>
                  <a:lnTo>
                    <a:pt x="106254" y="141934"/>
                  </a:lnTo>
                  <a:lnTo>
                    <a:pt x="104784" y="142743"/>
                  </a:lnTo>
                  <a:lnTo>
                    <a:pt x="102053" y="144632"/>
                  </a:lnTo>
                  <a:lnTo>
                    <a:pt x="100504" y="146017"/>
                  </a:lnTo>
                  <a:lnTo>
                    <a:pt x="100147" y="146272"/>
                  </a:lnTo>
                  <a:lnTo>
                    <a:pt x="99459" y="146586"/>
                  </a:lnTo>
                  <a:lnTo>
                    <a:pt x="98400" y="146649"/>
                  </a:lnTo>
                  <a:lnTo>
                    <a:pt x="97517" y="146997"/>
                  </a:lnTo>
                  <a:lnTo>
                    <a:pt x="96722" y="150650"/>
                  </a:lnTo>
                  <a:lnTo>
                    <a:pt x="96191" y="151015"/>
                  </a:lnTo>
                  <a:lnTo>
                    <a:pt x="92937" y="149541"/>
                  </a:lnTo>
                  <a:lnTo>
                    <a:pt x="92277" y="149762"/>
                  </a:lnTo>
                  <a:lnTo>
                    <a:pt x="91712" y="150191"/>
                  </a:lnTo>
                  <a:lnTo>
                    <a:pt x="89894" y="152336"/>
                  </a:lnTo>
                  <a:lnTo>
                    <a:pt x="88994" y="154052"/>
                  </a:lnTo>
                  <a:lnTo>
                    <a:pt x="88503" y="156339"/>
                  </a:lnTo>
                  <a:lnTo>
                    <a:pt x="88573" y="157042"/>
                  </a:lnTo>
                  <a:lnTo>
                    <a:pt x="88586" y="157835"/>
                  </a:lnTo>
                  <a:lnTo>
                    <a:pt x="88267" y="158268"/>
                  </a:lnTo>
                  <a:lnTo>
                    <a:pt x="87828" y="158426"/>
                  </a:lnTo>
                  <a:lnTo>
                    <a:pt x="87436" y="158399"/>
                  </a:lnTo>
                  <a:lnTo>
                    <a:pt x="85924" y="157928"/>
                  </a:lnTo>
                  <a:lnTo>
                    <a:pt x="85449" y="158130"/>
                  </a:lnTo>
                  <a:lnTo>
                    <a:pt x="85246" y="159259"/>
                  </a:lnTo>
                  <a:lnTo>
                    <a:pt x="85278" y="161723"/>
                  </a:lnTo>
                  <a:lnTo>
                    <a:pt x="84947" y="163397"/>
                  </a:lnTo>
                  <a:lnTo>
                    <a:pt x="84048" y="163914"/>
                  </a:lnTo>
                  <a:lnTo>
                    <a:pt x="83356" y="164574"/>
                  </a:lnTo>
                  <a:lnTo>
                    <a:pt x="82810" y="164764"/>
                  </a:lnTo>
                  <a:lnTo>
                    <a:pt x="82354" y="164604"/>
                  </a:lnTo>
                  <a:lnTo>
                    <a:pt x="79727" y="162103"/>
                  </a:lnTo>
                  <a:lnTo>
                    <a:pt x="78839" y="161703"/>
                  </a:lnTo>
                  <a:lnTo>
                    <a:pt x="77857" y="161979"/>
                  </a:lnTo>
                  <a:lnTo>
                    <a:pt x="76912" y="163042"/>
                  </a:lnTo>
                  <a:lnTo>
                    <a:pt x="76485" y="163740"/>
                  </a:lnTo>
                  <a:lnTo>
                    <a:pt x="75893" y="164561"/>
                  </a:lnTo>
                  <a:lnTo>
                    <a:pt x="75231" y="165652"/>
                  </a:lnTo>
                  <a:lnTo>
                    <a:pt x="75406" y="166581"/>
                  </a:lnTo>
                  <a:lnTo>
                    <a:pt x="75875" y="167657"/>
                  </a:lnTo>
                  <a:lnTo>
                    <a:pt x="76210" y="168994"/>
                  </a:lnTo>
                  <a:lnTo>
                    <a:pt x="76192" y="170190"/>
                  </a:lnTo>
                  <a:lnTo>
                    <a:pt x="73794" y="171885"/>
                  </a:lnTo>
                  <a:lnTo>
                    <a:pt x="73990" y="172468"/>
                  </a:lnTo>
                  <a:lnTo>
                    <a:pt x="74349" y="173149"/>
                  </a:lnTo>
                  <a:lnTo>
                    <a:pt x="74352" y="174383"/>
                  </a:lnTo>
                  <a:lnTo>
                    <a:pt x="74285" y="176552"/>
                  </a:lnTo>
                  <a:lnTo>
                    <a:pt x="73801" y="177330"/>
                  </a:lnTo>
                  <a:lnTo>
                    <a:pt x="73175" y="178102"/>
                  </a:lnTo>
                  <a:lnTo>
                    <a:pt x="72788" y="179098"/>
                  </a:lnTo>
                  <a:lnTo>
                    <a:pt x="72407" y="179584"/>
                  </a:lnTo>
                  <a:lnTo>
                    <a:pt x="71725" y="180198"/>
                  </a:lnTo>
                  <a:lnTo>
                    <a:pt x="70792" y="180812"/>
                  </a:lnTo>
                  <a:lnTo>
                    <a:pt x="69173" y="181354"/>
                  </a:lnTo>
                  <a:lnTo>
                    <a:pt x="67878" y="181714"/>
                  </a:lnTo>
                  <a:lnTo>
                    <a:pt x="67390" y="182064"/>
                  </a:lnTo>
                  <a:lnTo>
                    <a:pt x="66702" y="182791"/>
                  </a:lnTo>
                  <a:lnTo>
                    <a:pt x="66154" y="183661"/>
                  </a:lnTo>
                  <a:lnTo>
                    <a:pt x="66023" y="184602"/>
                  </a:lnTo>
                  <a:lnTo>
                    <a:pt x="66131" y="185678"/>
                  </a:lnTo>
                  <a:lnTo>
                    <a:pt x="66323" y="186563"/>
                  </a:lnTo>
                  <a:lnTo>
                    <a:pt x="66564" y="187164"/>
                  </a:lnTo>
                  <a:lnTo>
                    <a:pt x="66710" y="187921"/>
                  </a:lnTo>
                  <a:lnTo>
                    <a:pt x="66512" y="189967"/>
                  </a:lnTo>
                  <a:lnTo>
                    <a:pt x="66043" y="192336"/>
                  </a:lnTo>
                  <a:lnTo>
                    <a:pt x="65593" y="193391"/>
                  </a:lnTo>
                  <a:lnTo>
                    <a:pt x="64867" y="193971"/>
                  </a:lnTo>
                  <a:lnTo>
                    <a:pt x="64240" y="194617"/>
                  </a:lnTo>
                  <a:lnTo>
                    <a:pt x="64447" y="196170"/>
                  </a:lnTo>
                  <a:lnTo>
                    <a:pt x="64556" y="198397"/>
                  </a:lnTo>
                  <a:lnTo>
                    <a:pt x="64380" y="200175"/>
                  </a:lnTo>
                  <a:lnTo>
                    <a:pt x="64348" y="201275"/>
                  </a:lnTo>
                  <a:lnTo>
                    <a:pt x="64083" y="202413"/>
                  </a:lnTo>
                  <a:lnTo>
                    <a:pt x="63927" y="203214"/>
                  </a:lnTo>
                  <a:lnTo>
                    <a:pt x="63614" y="203020"/>
                  </a:lnTo>
                  <a:lnTo>
                    <a:pt x="62311" y="203114"/>
                  </a:lnTo>
                  <a:lnTo>
                    <a:pt x="60896" y="203723"/>
                  </a:lnTo>
                  <a:lnTo>
                    <a:pt x="60401" y="204209"/>
                  </a:lnTo>
                  <a:lnTo>
                    <a:pt x="60294" y="204871"/>
                  </a:lnTo>
                  <a:lnTo>
                    <a:pt x="59980" y="205319"/>
                  </a:lnTo>
                  <a:lnTo>
                    <a:pt x="59526" y="205821"/>
                  </a:lnTo>
                  <a:lnTo>
                    <a:pt x="59092" y="206439"/>
                  </a:lnTo>
                  <a:lnTo>
                    <a:pt x="58310" y="206340"/>
                  </a:lnTo>
                  <a:lnTo>
                    <a:pt x="57557" y="205919"/>
                  </a:lnTo>
                  <a:lnTo>
                    <a:pt x="57164" y="205507"/>
                  </a:lnTo>
                  <a:lnTo>
                    <a:pt x="57136" y="205262"/>
                  </a:lnTo>
                  <a:lnTo>
                    <a:pt x="57385" y="204660"/>
                  </a:lnTo>
                  <a:lnTo>
                    <a:pt x="57597" y="204004"/>
                  </a:lnTo>
                  <a:lnTo>
                    <a:pt x="57615" y="203573"/>
                  </a:lnTo>
                  <a:lnTo>
                    <a:pt x="57359" y="202513"/>
                  </a:lnTo>
                  <a:lnTo>
                    <a:pt x="57151" y="201372"/>
                  </a:lnTo>
                  <a:lnTo>
                    <a:pt x="57237" y="200822"/>
                  </a:lnTo>
                  <a:lnTo>
                    <a:pt x="56949" y="199057"/>
                  </a:lnTo>
                  <a:lnTo>
                    <a:pt x="55960" y="199493"/>
                  </a:lnTo>
                  <a:lnTo>
                    <a:pt x="55596" y="199601"/>
                  </a:lnTo>
                  <a:lnTo>
                    <a:pt x="55390" y="199787"/>
                  </a:lnTo>
                  <a:lnTo>
                    <a:pt x="55326" y="200108"/>
                  </a:lnTo>
                  <a:lnTo>
                    <a:pt x="55564" y="201173"/>
                  </a:lnTo>
                  <a:lnTo>
                    <a:pt x="55408" y="201358"/>
                  </a:lnTo>
                  <a:lnTo>
                    <a:pt x="54853" y="201328"/>
                  </a:lnTo>
                  <a:lnTo>
                    <a:pt x="54078" y="200977"/>
                  </a:lnTo>
                  <a:lnTo>
                    <a:pt x="53230" y="200000"/>
                  </a:lnTo>
                  <a:lnTo>
                    <a:pt x="53020" y="200316"/>
                  </a:lnTo>
                  <a:lnTo>
                    <a:pt x="52928" y="201094"/>
                  </a:lnTo>
                  <a:lnTo>
                    <a:pt x="52872" y="202015"/>
                  </a:lnTo>
                  <a:lnTo>
                    <a:pt x="53087" y="203686"/>
                  </a:lnTo>
                  <a:lnTo>
                    <a:pt x="52860" y="204282"/>
                  </a:lnTo>
                  <a:lnTo>
                    <a:pt x="52293" y="204175"/>
                  </a:lnTo>
                  <a:lnTo>
                    <a:pt x="51532" y="204177"/>
                  </a:lnTo>
                  <a:lnTo>
                    <a:pt x="50868" y="204343"/>
                  </a:lnTo>
                  <a:lnTo>
                    <a:pt x="50428" y="204382"/>
                  </a:lnTo>
                  <a:lnTo>
                    <a:pt x="50152" y="204978"/>
                  </a:lnTo>
                  <a:lnTo>
                    <a:pt x="50036" y="205644"/>
                  </a:lnTo>
                  <a:lnTo>
                    <a:pt x="50301" y="206385"/>
                  </a:lnTo>
                  <a:lnTo>
                    <a:pt x="50260" y="206698"/>
                  </a:lnTo>
                  <a:lnTo>
                    <a:pt x="50058" y="206985"/>
                  </a:lnTo>
                  <a:lnTo>
                    <a:pt x="49797" y="207158"/>
                  </a:lnTo>
                  <a:lnTo>
                    <a:pt x="49582" y="207137"/>
                  </a:lnTo>
                  <a:lnTo>
                    <a:pt x="48966" y="206318"/>
                  </a:lnTo>
                  <a:lnTo>
                    <a:pt x="48233" y="206009"/>
                  </a:lnTo>
                  <a:lnTo>
                    <a:pt x="46522" y="205539"/>
                  </a:lnTo>
                  <a:lnTo>
                    <a:pt x="46315" y="204412"/>
                  </a:lnTo>
                  <a:lnTo>
                    <a:pt x="46034" y="204396"/>
                  </a:lnTo>
                  <a:lnTo>
                    <a:pt x="45639" y="203801"/>
                  </a:lnTo>
                  <a:lnTo>
                    <a:pt x="45247" y="203022"/>
                  </a:lnTo>
                  <a:lnTo>
                    <a:pt x="44918" y="203064"/>
                  </a:lnTo>
                  <a:lnTo>
                    <a:pt x="44640" y="203281"/>
                  </a:lnTo>
                  <a:lnTo>
                    <a:pt x="43704" y="203194"/>
                  </a:lnTo>
                  <a:lnTo>
                    <a:pt x="42872" y="204382"/>
                  </a:lnTo>
                  <a:lnTo>
                    <a:pt x="42255" y="205857"/>
                  </a:lnTo>
                  <a:lnTo>
                    <a:pt x="41594" y="206566"/>
                  </a:lnTo>
                  <a:lnTo>
                    <a:pt x="40867" y="206876"/>
                  </a:lnTo>
                  <a:lnTo>
                    <a:pt x="40586" y="206890"/>
                  </a:lnTo>
                  <a:lnTo>
                    <a:pt x="40739" y="205955"/>
                  </a:lnTo>
                  <a:lnTo>
                    <a:pt x="40633" y="205273"/>
                  </a:lnTo>
                  <a:lnTo>
                    <a:pt x="40429" y="204667"/>
                  </a:lnTo>
                  <a:lnTo>
                    <a:pt x="38307" y="203047"/>
                  </a:lnTo>
                  <a:lnTo>
                    <a:pt x="37975" y="202378"/>
                  </a:lnTo>
                  <a:lnTo>
                    <a:pt x="37645" y="200542"/>
                  </a:lnTo>
                  <a:lnTo>
                    <a:pt x="37431" y="198702"/>
                  </a:lnTo>
                  <a:lnTo>
                    <a:pt x="37454" y="197622"/>
                  </a:lnTo>
                  <a:lnTo>
                    <a:pt x="37599" y="196658"/>
                  </a:lnTo>
                  <a:lnTo>
                    <a:pt x="37539" y="195909"/>
                  </a:lnTo>
                  <a:lnTo>
                    <a:pt x="37305" y="195339"/>
                  </a:lnTo>
                  <a:lnTo>
                    <a:pt x="36671" y="194791"/>
                  </a:lnTo>
                  <a:lnTo>
                    <a:pt x="36006" y="194534"/>
                  </a:lnTo>
                  <a:lnTo>
                    <a:pt x="35166" y="195255"/>
                  </a:lnTo>
                  <a:lnTo>
                    <a:pt x="34762" y="195390"/>
                  </a:lnTo>
                  <a:lnTo>
                    <a:pt x="34384" y="195341"/>
                  </a:lnTo>
                  <a:lnTo>
                    <a:pt x="34190" y="195076"/>
                  </a:lnTo>
                  <a:lnTo>
                    <a:pt x="34216" y="194709"/>
                  </a:lnTo>
                  <a:lnTo>
                    <a:pt x="35131" y="192740"/>
                  </a:lnTo>
                  <a:lnTo>
                    <a:pt x="35575" y="191918"/>
                  </a:lnTo>
                  <a:lnTo>
                    <a:pt x="36112" y="191293"/>
                  </a:lnTo>
                  <a:lnTo>
                    <a:pt x="36474" y="190958"/>
                  </a:lnTo>
                  <a:lnTo>
                    <a:pt x="36707" y="190475"/>
                  </a:lnTo>
                  <a:lnTo>
                    <a:pt x="36727" y="190096"/>
                  </a:lnTo>
                  <a:lnTo>
                    <a:pt x="36643" y="189821"/>
                  </a:lnTo>
                  <a:lnTo>
                    <a:pt x="36044" y="189459"/>
                  </a:lnTo>
                  <a:lnTo>
                    <a:pt x="35117" y="188540"/>
                  </a:lnTo>
                  <a:lnTo>
                    <a:pt x="34621" y="188442"/>
                  </a:lnTo>
                  <a:lnTo>
                    <a:pt x="34207" y="188025"/>
                  </a:lnTo>
                  <a:lnTo>
                    <a:pt x="33767" y="186592"/>
                  </a:lnTo>
                  <a:lnTo>
                    <a:pt x="33562" y="186317"/>
                  </a:lnTo>
                  <a:lnTo>
                    <a:pt x="33121" y="186167"/>
                  </a:lnTo>
                  <a:lnTo>
                    <a:pt x="32721" y="185818"/>
                  </a:lnTo>
                  <a:lnTo>
                    <a:pt x="32739" y="183951"/>
                  </a:lnTo>
                  <a:lnTo>
                    <a:pt x="32756" y="182341"/>
                  </a:lnTo>
                  <a:lnTo>
                    <a:pt x="31852" y="179747"/>
                  </a:lnTo>
                  <a:lnTo>
                    <a:pt x="31502" y="178114"/>
                  </a:lnTo>
                  <a:lnTo>
                    <a:pt x="31047" y="176436"/>
                  </a:lnTo>
                  <a:lnTo>
                    <a:pt x="30629" y="175649"/>
                  </a:lnTo>
                  <a:lnTo>
                    <a:pt x="29897" y="174985"/>
                  </a:lnTo>
                  <a:lnTo>
                    <a:pt x="28998" y="174526"/>
                  </a:lnTo>
                  <a:lnTo>
                    <a:pt x="28199" y="174422"/>
                  </a:lnTo>
                  <a:lnTo>
                    <a:pt x="27582" y="174575"/>
                  </a:lnTo>
                  <a:lnTo>
                    <a:pt x="27296" y="174780"/>
                  </a:lnTo>
                  <a:lnTo>
                    <a:pt x="27312" y="175092"/>
                  </a:lnTo>
                  <a:lnTo>
                    <a:pt x="27812" y="176155"/>
                  </a:lnTo>
                  <a:lnTo>
                    <a:pt x="27900" y="176745"/>
                  </a:lnTo>
                  <a:lnTo>
                    <a:pt x="27818" y="177317"/>
                  </a:lnTo>
                  <a:lnTo>
                    <a:pt x="27649" y="177698"/>
                  </a:lnTo>
                  <a:lnTo>
                    <a:pt x="27205" y="177740"/>
                  </a:lnTo>
                  <a:lnTo>
                    <a:pt x="26431" y="178071"/>
                  </a:lnTo>
                  <a:lnTo>
                    <a:pt x="25476" y="178716"/>
                  </a:lnTo>
                  <a:lnTo>
                    <a:pt x="24809" y="179264"/>
                  </a:lnTo>
                  <a:lnTo>
                    <a:pt x="24275" y="180668"/>
                  </a:lnTo>
                  <a:lnTo>
                    <a:pt x="23903" y="180843"/>
                  </a:lnTo>
                  <a:lnTo>
                    <a:pt x="23272" y="180668"/>
                  </a:lnTo>
                  <a:lnTo>
                    <a:pt x="21475" y="179636"/>
                  </a:lnTo>
                  <a:lnTo>
                    <a:pt x="19995" y="178786"/>
                  </a:lnTo>
                  <a:lnTo>
                    <a:pt x="18976" y="178295"/>
                  </a:lnTo>
                  <a:lnTo>
                    <a:pt x="18360" y="178607"/>
                  </a:lnTo>
                  <a:lnTo>
                    <a:pt x="18049" y="178756"/>
                  </a:lnTo>
                  <a:lnTo>
                    <a:pt x="17169" y="179326"/>
                  </a:lnTo>
                  <a:lnTo>
                    <a:pt x="15999" y="181396"/>
                  </a:lnTo>
                  <a:lnTo>
                    <a:pt x="15720" y="182081"/>
                  </a:lnTo>
                  <a:lnTo>
                    <a:pt x="15486" y="182299"/>
                  </a:lnTo>
                  <a:lnTo>
                    <a:pt x="15168" y="182664"/>
                  </a:lnTo>
                  <a:lnTo>
                    <a:pt x="14866" y="182673"/>
                  </a:lnTo>
                  <a:lnTo>
                    <a:pt x="14623" y="182426"/>
                  </a:lnTo>
                  <a:lnTo>
                    <a:pt x="14546" y="182275"/>
                  </a:lnTo>
                  <a:lnTo>
                    <a:pt x="13946" y="180783"/>
                  </a:lnTo>
                  <a:lnTo>
                    <a:pt x="13287" y="179143"/>
                  </a:lnTo>
                  <a:lnTo>
                    <a:pt x="12747" y="178399"/>
                  </a:lnTo>
                  <a:lnTo>
                    <a:pt x="12072" y="178366"/>
                  </a:lnTo>
                  <a:lnTo>
                    <a:pt x="11492" y="178878"/>
                  </a:lnTo>
                  <a:lnTo>
                    <a:pt x="10892" y="179935"/>
                  </a:lnTo>
                  <a:lnTo>
                    <a:pt x="10132" y="180914"/>
                  </a:lnTo>
                  <a:lnTo>
                    <a:pt x="9649" y="181204"/>
                  </a:lnTo>
                  <a:lnTo>
                    <a:pt x="9228" y="181045"/>
                  </a:lnTo>
                  <a:lnTo>
                    <a:pt x="8192" y="179810"/>
                  </a:lnTo>
                  <a:lnTo>
                    <a:pt x="7456" y="178932"/>
                  </a:lnTo>
                  <a:lnTo>
                    <a:pt x="7364" y="178490"/>
                  </a:lnTo>
                  <a:lnTo>
                    <a:pt x="7625" y="177813"/>
                  </a:lnTo>
                  <a:lnTo>
                    <a:pt x="7881" y="176808"/>
                  </a:lnTo>
                  <a:lnTo>
                    <a:pt x="8160" y="175993"/>
                  </a:lnTo>
                  <a:lnTo>
                    <a:pt x="8431" y="175620"/>
                  </a:lnTo>
                  <a:lnTo>
                    <a:pt x="8497" y="174576"/>
                  </a:lnTo>
                  <a:lnTo>
                    <a:pt x="7869" y="173841"/>
                  </a:lnTo>
                  <a:lnTo>
                    <a:pt x="7852" y="173482"/>
                  </a:lnTo>
                  <a:lnTo>
                    <a:pt x="7914" y="172507"/>
                  </a:lnTo>
                  <a:lnTo>
                    <a:pt x="8195" y="170444"/>
                  </a:lnTo>
                  <a:lnTo>
                    <a:pt x="8166" y="169658"/>
                  </a:lnTo>
                  <a:lnTo>
                    <a:pt x="8422" y="168122"/>
                  </a:lnTo>
                  <a:lnTo>
                    <a:pt x="8010" y="167430"/>
                  </a:lnTo>
                  <a:lnTo>
                    <a:pt x="7913" y="166919"/>
                  </a:lnTo>
                  <a:lnTo>
                    <a:pt x="7453" y="166100"/>
                  </a:lnTo>
                  <a:lnTo>
                    <a:pt x="6923" y="164938"/>
                  </a:lnTo>
                  <a:lnTo>
                    <a:pt x="6801" y="164008"/>
                  </a:lnTo>
                  <a:lnTo>
                    <a:pt x="6615" y="163267"/>
                  </a:lnTo>
                  <a:lnTo>
                    <a:pt x="6108" y="162154"/>
                  </a:lnTo>
                  <a:lnTo>
                    <a:pt x="5734" y="161979"/>
                  </a:lnTo>
                  <a:lnTo>
                    <a:pt x="4941" y="161810"/>
                  </a:lnTo>
                  <a:lnTo>
                    <a:pt x="4809" y="162193"/>
                  </a:lnTo>
                  <a:lnTo>
                    <a:pt x="4515" y="162748"/>
                  </a:lnTo>
                  <a:lnTo>
                    <a:pt x="4247" y="162908"/>
                  </a:lnTo>
                  <a:lnTo>
                    <a:pt x="3811" y="162228"/>
                  </a:lnTo>
                  <a:lnTo>
                    <a:pt x="3646" y="161646"/>
                  </a:lnTo>
                  <a:lnTo>
                    <a:pt x="3652" y="161114"/>
                  </a:lnTo>
                  <a:lnTo>
                    <a:pt x="3060" y="160187"/>
                  </a:lnTo>
                  <a:lnTo>
                    <a:pt x="2142" y="158483"/>
                  </a:lnTo>
                  <a:lnTo>
                    <a:pt x="2237" y="157077"/>
                  </a:lnTo>
                  <a:lnTo>
                    <a:pt x="2804" y="156321"/>
                  </a:lnTo>
                  <a:lnTo>
                    <a:pt x="2973" y="155751"/>
                  </a:lnTo>
                  <a:lnTo>
                    <a:pt x="3024" y="155104"/>
                  </a:lnTo>
                  <a:lnTo>
                    <a:pt x="2767" y="154331"/>
                  </a:lnTo>
                  <a:lnTo>
                    <a:pt x="2464" y="153718"/>
                  </a:lnTo>
                  <a:lnTo>
                    <a:pt x="2549" y="152363"/>
                  </a:lnTo>
                  <a:lnTo>
                    <a:pt x="2473" y="150485"/>
                  </a:lnTo>
                  <a:lnTo>
                    <a:pt x="2008" y="149540"/>
                  </a:lnTo>
                  <a:lnTo>
                    <a:pt x="1586" y="148856"/>
                  </a:lnTo>
                  <a:lnTo>
                    <a:pt x="996" y="148111"/>
                  </a:lnTo>
                  <a:lnTo>
                    <a:pt x="493" y="146968"/>
                  </a:lnTo>
                  <a:lnTo>
                    <a:pt x="698" y="145399"/>
                  </a:lnTo>
                  <a:lnTo>
                    <a:pt x="890" y="144325"/>
                  </a:lnTo>
                  <a:lnTo>
                    <a:pt x="0" y="142081"/>
                  </a:lnTo>
                  <a:lnTo>
                    <a:pt x="1664" y="142969"/>
                  </a:lnTo>
                  <a:lnTo>
                    <a:pt x="1883" y="142676"/>
                  </a:lnTo>
                  <a:lnTo>
                    <a:pt x="2450" y="142138"/>
                  </a:lnTo>
                  <a:lnTo>
                    <a:pt x="3213" y="140994"/>
                  </a:lnTo>
                  <a:lnTo>
                    <a:pt x="3857" y="139484"/>
                  </a:lnTo>
                  <a:lnTo>
                    <a:pt x="4147" y="137612"/>
                  </a:lnTo>
                  <a:lnTo>
                    <a:pt x="4274" y="136002"/>
                  </a:lnTo>
                  <a:lnTo>
                    <a:pt x="4561" y="134637"/>
                  </a:lnTo>
                  <a:lnTo>
                    <a:pt x="4923" y="133482"/>
                  </a:lnTo>
                  <a:lnTo>
                    <a:pt x="5721" y="132275"/>
                  </a:lnTo>
                  <a:lnTo>
                    <a:pt x="6470" y="131421"/>
                  </a:lnTo>
                  <a:lnTo>
                    <a:pt x="7359" y="130535"/>
                  </a:lnTo>
                  <a:lnTo>
                    <a:pt x="7808" y="130694"/>
                  </a:lnTo>
                  <a:lnTo>
                    <a:pt x="8656" y="131930"/>
                  </a:lnTo>
                  <a:lnTo>
                    <a:pt x="10513" y="134415"/>
                  </a:lnTo>
                  <a:lnTo>
                    <a:pt x="12045" y="136308"/>
                  </a:lnTo>
                  <a:lnTo>
                    <a:pt x="12605" y="137309"/>
                  </a:lnTo>
                  <a:lnTo>
                    <a:pt x="13103" y="137318"/>
                  </a:lnTo>
                  <a:lnTo>
                    <a:pt x="13865" y="135487"/>
                  </a:lnTo>
                  <a:lnTo>
                    <a:pt x="14651" y="133909"/>
                  </a:lnTo>
                  <a:lnTo>
                    <a:pt x="14986" y="133522"/>
                  </a:lnTo>
                  <a:lnTo>
                    <a:pt x="16027" y="133352"/>
                  </a:lnTo>
                  <a:lnTo>
                    <a:pt x="16910" y="133283"/>
                  </a:lnTo>
                  <a:lnTo>
                    <a:pt x="17680" y="133309"/>
                  </a:lnTo>
                  <a:lnTo>
                    <a:pt x="19096" y="133614"/>
                  </a:lnTo>
                  <a:lnTo>
                    <a:pt x="19743" y="133893"/>
                  </a:lnTo>
                  <a:lnTo>
                    <a:pt x="20350" y="134065"/>
                  </a:lnTo>
                  <a:lnTo>
                    <a:pt x="22130" y="134204"/>
                  </a:lnTo>
                  <a:lnTo>
                    <a:pt x="23893" y="133817"/>
                  </a:lnTo>
                  <a:lnTo>
                    <a:pt x="25570" y="133318"/>
                  </a:lnTo>
                  <a:lnTo>
                    <a:pt x="26809" y="133026"/>
                  </a:lnTo>
                  <a:lnTo>
                    <a:pt x="26871" y="132280"/>
                  </a:lnTo>
                  <a:lnTo>
                    <a:pt x="26801" y="131399"/>
                  </a:lnTo>
                  <a:lnTo>
                    <a:pt x="27001" y="130727"/>
                  </a:lnTo>
                  <a:lnTo>
                    <a:pt x="27391" y="130105"/>
                  </a:lnTo>
                  <a:lnTo>
                    <a:pt x="27720" y="129969"/>
                  </a:lnTo>
                  <a:lnTo>
                    <a:pt x="27863" y="132085"/>
                  </a:lnTo>
                  <a:lnTo>
                    <a:pt x="28258" y="132404"/>
                  </a:lnTo>
                  <a:lnTo>
                    <a:pt x="29364" y="132498"/>
                  </a:lnTo>
                  <a:lnTo>
                    <a:pt x="31159" y="132498"/>
                  </a:lnTo>
                  <a:lnTo>
                    <a:pt x="33089" y="132498"/>
                  </a:lnTo>
                  <a:lnTo>
                    <a:pt x="35018" y="132497"/>
                  </a:lnTo>
                  <a:lnTo>
                    <a:pt x="36948" y="132497"/>
                  </a:lnTo>
                  <a:lnTo>
                    <a:pt x="38877" y="132497"/>
                  </a:lnTo>
                  <a:lnTo>
                    <a:pt x="40807" y="132497"/>
                  </a:lnTo>
                  <a:lnTo>
                    <a:pt x="42736" y="132497"/>
                  </a:lnTo>
                  <a:lnTo>
                    <a:pt x="44666" y="132497"/>
                  </a:lnTo>
                  <a:lnTo>
                    <a:pt x="46595" y="132496"/>
                  </a:lnTo>
                  <a:lnTo>
                    <a:pt x="48525" y="132496"/>
                  </a:lnTo>
                  <a:lnTo>
                    <a:pt x="50455" y="132496"/>
                  </a:lnTo>
                  <a:lnTo>
                    <a:pt x="52384" y="132496"/>
                  </a:lnTo>
                  <a:lnTo>
                    <a:pt x="54314" y="132496"/>
                  </a:lnTo>
                  <a:lnTo>
                    <a:pt x="56243" y="132496"/>
                  </a:lnTo>
                  <a:lnTo>
                    <a:pt x="58172" y="132496"/>
                  </a:lnTo>
                  <a:lnTo>
                    <a:pt x="60102" y="132495"/>
                  </a:lnTo>
                  <a:lnTo>
                    <a:pt x="62032" y="132495"/>
                  </a:lnTo>
                  <a:lnTo>
                    <a:pt x="64031" y="132495"/>
                  </a:lnTo>
                  <a:lnTo>
                    <a:pt x="64569" y="128406"/>
                  </a:lnTo>
                  <a:lnTo>
                    <a:pt x="65062" y="124661"/>
                  </a:lnTo>
                  <a:lnTo>
                    <a:pt x="65475" y="121524"/>
                  </a:lnTo>
                  <a:lnTo>
                    <a:pt x="64059" y="119304"/>
                  </a:lnTo>
                  <a:lnTo>
                    <a:pt x="62932" y="117538"/>
                  </a:lnTo>
                  <a:lnTo>
                    <a:pt x="62671" y="114177"/>
                  </a:lnTo>
                  <a:lnTo>
                    <a:pt x="62402" y="110709"/>
                  </a:lnTo>
                  <a:lnTo>
                    <a:pt x="62133" y="107241"/>
                  </a:lnTo>
                  <a:lnTo>
                    <a:pt x="61863" y="103772"/>
                  </a:lnTo>
                  <a:lnTo>
                    <a:pt x="61594" y="100304"/>
                  </a:lnTo>
                  <a:lnTo>
                    <a:pt x="61324" y="96835"/>
                  </a:lnTo>
                  <a:lnTo>
                    <a:pt x="61055" y="93367"/>
                  </a:lnTo>
                  <a:lnTo>
                    <a:pt x="60786" y="89899"/>
                  </a:lnTo>
                  <a:lnTo>
                    <a:pt x="60516" y="86431"/>
                  </a:lnTo>
                  <a:lnTo>
                    <a:pt x="60247" y="82963"/>
                  </a:lnTo>
                  <a:lnTo>
                    <a:pt x="59977" y="79494"/>
                  </a:lnTo>
                  <a:lnTo>
                    <a:pt x="59708" y="76026"/>
                  </a:lnTo>
                  <a:lnTo>
                    <a:pt x="59439" y="72558"/>
                  </a:lnTo>
                  <a:lnTo>
                    <a:pt x="59169" y="69089"/>
                  </a:lnTo>
                  <a:lnTo>
                    <a:pt x="58900" y="65621"/>
                  </a:lnTo>
                  <a:lnTo>
                    <a:pt x="58630" y="62153"/>
                  </a:lnTo>
                  <a:lnTo>
                    <a:pt x="58361" y="58684"/>
                  </a:lnTo>
                  <a:lnTo>
                    <a:pt x="58092" y="55216"/>
                  </a:lnTo>
                  <a:lnTo>
                    <a:pt x="57822" y="51747"/>
                  </a:lnTo>
                  <a:lnTo>
                    <a:pt x="57553" y="48279"/>
                  </a:lnTo>
                  <a:lnTo>
                    <a:pt x="57284" y="44810"/>
                  </a:lnTo>
                  <a:lnTo>
                    <a:pt x="57014" y="41342"/>
                  </a:lnTo>
                  <a:lnTo>
                    <a:pt x="56744" y="37874"/>
                  </a:lnTo>
                  <a:lnTo>
                    <a:pt x="56476" y="34405"/>
                  </a:lnTo>
                  <a:lnTo>
                    <a:pt x="56206" y="30937"/>
                  </a:lnTo>
                  <a:lnTo>
                    <a:pt x="55937" y="27470"/>
                  </a:lnTo>
                  <a:lnTo>
                    <a:pt x="55667" y="24001"/>
                  </a:lnTo>
                  <a:lnTo>
                    <a:pt x="55398" y="20532"/>
                  </a:lnTo>
                  <a:lnTo>
                    <a:pt x="55129" y="17064"/>
                  </a:lnTo>
                  <a:lnTo>
                    <a:pt x="54859" y="13596"/>
                  </a:lnTo>
                  <a:lnTo>
                    <a:pt x="54590" y="10127"/>
                  </a:lnTo>
                  <a:lnTo>
                    <a:pt x="54320" y="6659"/>
                  </a:lnTo>
                  <a:lnTo>
                    <a:pt x="54051" y="3191"/>
                  </a:lnTo>
                  <a:lnTo>
                    <a:pt x="53799" y="13"/>
                  </a:lnTo>
                  <a:lnTo>
                    <a:pt x="56702" y="10"/>
                  </a:lnTo>
                  <a:lnTo>
                    <a:pt x="59799" y="8"/>
                  </a:lnTo>
                  <a:lnTo>
                    <a:pt x="62818" y="6"/>
                  </a:lnTo>
                  <a:lnTo>
                    <a:pt x="67244" y="2"/>
                  </a:lnTo>
                  <a:lnTo>
                    <a:pt x="70558" y="0"/>
                  </a:lnTo>
                  <a:lnTo>
                    <a:pt x="73450" y="2665"/>
                  </a:lnTo>
                  <a:lnTo>
                    <a:pt x="76067" y="5189"/>
                  </a:lnTo>
                  <a:lnTo>
                    <a:pt x="79166" y="8175"/>
                  </a:lnTo>
                  <a:lnTo>
                    <a:pt x="82264" y="11161"/>
                  </a:lnTo>
                  <a:lnTo>
                    <a:pt x="85362" y="14148"/>
                  </a:lnTo>
                  <a:lnTo>
                    <a:pt x="88460" y="17134"/>
                  </a:lnTo>
                  <a:lnTo>
                    <a:pt x="91558" y="20120"/>
                  </a:lnTo>
                  <a:lnTo>
                    <a:pt x="94657" y="23107"/>
                  </a:lnTo>
                  <a:lnTo>
                    <a:pt x="97755" y="26093"/>
                  </a:lnTo>
                  <a:lnTo>
                    <a:pt x="100854" y="29080"/>
                  </a:lnTo>
                  <a:lnTo>
                    <a:pt x="103951" y="32067"/>
                  </a:lnTo>
                  <a:lnTo>
                    <a:pt x="107050" y="35052"/>
                  </a:lnTo>
                  <a:lnTo>
                    <a:pt x="110148" y="38039"/>
                  </a:lnTo>
                  <a:lnTo>
                    <a:pt x="113246" y="41026"/>
                  </a:lnTo>
                  <a:lnTo>
                    <a:pt x="116184" y="43857"/>
                  </a:lnTo>
                  <a:lnTo>
                    <a:pt x="116345" y="44012"/>
                  </a:lnTo>
                  <a:lnTo>
                    <a:pt x="119443" y="46999"/>
                  </a:lnTo>
                  <a:lnTo>
                    <a:pt x="122540" y="49985"/>
                  </a:lnTo>
                  <a:lnTo>
                    <a:pt x="125639" y="52971"/>
                  </a:lnTo>
                  <a:lnTo>
                    <a:pt x="127021" y="54304"/>
                  </a:lnTo>
                  <a:lnTo>
                    <a:pt x="127151" y="54858"/>
                  </a:lnTo>
                  <a:lnTo>
                    <a:pt x="127279" y="55981"/>
                  </a:lnTo>
                  <a:lnTo>
                    <a:pt x="127197" y="57246"/>
                  </a:lnTo>
                  <a:lnTo>
                    <a:pt x="127213" y="58276"/>
                  </a:lnTo>
                  <a:lnTo>
                    <a:pt x="127621" y="58976"/>
                  </a:lnTo>
                  <a:lnTo>
                    <a:pt x="128391" y="59725"/>
                  </a:lnTo>
                  <a:lnTo>
                    <a:pt x="131422" y="61929"/>
                  </a:lnTo>
                  <a:lnTo>
                    <a:pt x="131662" y="62364"/>
                  </a:lnTo>
                  <a:lnTo>
                    <a:pt x="131769" y="63278"/>
                  </a:lnTo>
                  <a:lnTo>
                    <a:pt x="132130" y="64400"/>
                  </a:lnTo>
                  <a:lnTo>
                    <a:pt x="132771" y="65053"/>
                  </a:lnTo>
                  <a:lnTo>
                    <a:pt x="133520" y="65537"/>
                  </a:lnTo>
                  <a:lnTo>
                    <a:pt x="134432" y="65874"/>
                  </a:lnTo>
                  <a:lnTo>
                    <a:pt x="137181" y="66221"/>
                  </a:lnTo>
                  <a:lnTo>
                    <a:pt x="137763" y="66744"/>
                  </a:lnTo>
                  <a:lnTo>
                    <a:pt x="138948" y="68787"/>
                  </a:lnTo>
                  <a:lnTo>
                    <a:pt x="139592" y="69189"/>
                  </a:lnTo>
                  <a:lnTo>
                    <a:pt x="141423" y="69776"/>
                  </a:lnTo>
                  <a:lnTo>
                    <a:pt x="142749" y="70104"/>
                  </a:lnTo>
                  <a:lnTo>
                    <a:pt x="143296" y="70292"/>
                  </a:lnTo>
                  <a:lnTo>
                    <a:pt x="144495" y="70841"/>
                  </a:lnTo>
                  <a:lnTo>
                    <a:pt x="145799" y="71767"/>
                  </a:lnTo>
                  <a:lnTo>
                    <a:pt x="146494" y="72611"/>
                  </a:lnTo>
                  <a:lnTo>
                    <a:pt x="146491" y="72875"/>
                  </a:lnTo>
                  <a:lnTo>
                    <a:pt x="146484" y="73607"/>
                  </a:lnTo>
                  <a:lnTo>
                    <a:pt x="146474" y="75809"/>
                  </a:lnTo>
                  <a:lnTo>
                    <a:pt x="146714" y="77020"/>
                  </a:lnTo>
                  <a:lnTo>
                    <a:pt x="146987" y="77894"/>
                  </a:lnTo>
                  <a:lnTo>
                    <a:pt x="146973" y="78428"/>
                  </a:lnTo>
                  <a:lnTo>
                    <a:pt x="146644" y="78808"/>
                  </a:lnTo>
                  <a:lnTo>
                    <a:pt x="146387" y="79273"/>
                  </a:lnTo>
                  <a:lnTo>
                    <a:pt x="146243" y="79885"/>
                  </a:lnTo>
                  <a:lnTo>
                    <a:pt x="145871" y="80666"/>
                  </a:lnTo>
                  <a:lnTo>
                    <a:pt x="145570" y="81532"/>
                  </a:lnTo>
                  <a:lnTo>
                    <a:pt x="145699" y="82186"/>
                  </a:lnTo>
                  <a:lnTo>
                    <a:pt x="146215" y="82609"/>
                  </a:lnTo>
                  <a:lnTo>
                    <a:pt x="146988" y="83440"/>
                  </a:lnTo>
                  <a:lnTo>
                    <a:pt x="147626" y="83788"/>
                  </a:lnTo>
                  <a:lnTo>
                    <a:pt x="147939" y="83812"/>
                  </a:lnTo>
                  <a:lnTo>
                    <a:pt x="148359" y="83787"/>
                  </a:lnTo>
                  <a:lnTo>
                    <a:pt x="148718" y="83679"/>
                  </a:lnTo>
                  <a:lnTo>
                    <a:pt x="151033" y="83045"/>
                  </a:lnTo>
                  <a:lnTo>
                    <a:pt x="153177" y="8245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g1013"/>
            <p:cNvSpPr/>
            <p:nvPr/>
          </p:nvSpPr>
          <p:spPr>
            <a:xfrm>
              <a:off x="4158342" y="1916730"/>
              <a:ext cx="2033" cy="2206"/>
            </a:xfrm>
            <a:custGeom>
              <a:avLst/>
              <a:pathLst>
                <a:path w="2033" h="2206">
                  <a:moveTo>
                    <a:pt x="2033" y="1753"/>
                  </a:moveTo>
                  <a:lnTo>
                    <a:pt x="1716" y="2206"/>
                  </a:lnTo>
                  <a:lnTo>
                    <a:pt x="805" y="2186"/>
                  </a:lnTo>
                  <a:lnTo>
                    <a:pt x="10" y="1480"/>
                  </a:lnTo>
                  <a:lnTo>
                    <a:pt x="0" y="0"/>
                  </a:lnTo>
                  <a:lnTo>
                    <a:pt x="918" y="292"/>
                  </a:lnTo>
                  <a:lnTo>
                    <a:pt x="1757" y="128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g1014"/>
            <p:cNvSpPr/>
            <p:nvPr/>
          </p:nvSpPr>
          <p:spPr>
            <a:xfrm>
              <a:off x="4156725" y="1915372"/>
              <a:ext cx="1259" cy="887"/>
            </a:xfrm>
            <a:custGeom>
              <a:avLst/>
              <a:pathLst>
                <a:path w="1259" h="887">
                  <a:moveTo>
                    <a:pt x="1259" y="672"/>
                  </a:moveTo>
                  <a:lnTo>
                    <a:pt x="692" y="887"/>
                  </a:lnTo>
                  <a:lnTo>
                    <a:pt x="131" y="467"/>
                  </a:lnTo>
                  <a:lnTo>
                    <a:pt x="0" y="214"/>
                  </a:lnTo>
                  <a:lnTo>
                    <a:pt x="784" y="0"/>
                  </a:lnTo>
                  <a:lnTo>
                    <a:pt x="1166" y="18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g1015"/>
            <p:cNvSpPr/>
            <p:nvPr/>
          </p:nvSpPr>
          <p:spPr>
            <a:xfrm>
              <a:off x="4950843" y="2278358"/>
              <a:ext cx="1642" cy="2453"/>
            </a:xfrm>
            <a:custGeom>
              <a:avLst/>
              <a:pathLst>
                <a:path w="1642" h="2453">
                  <a:moveTo>
                    <a:pt x="610" y="1644"/>
                  </a:moveTo>
                  <a:lnTo>
                    <a:pt x="154" y="2453"/>
                  </a:lnTo>
                  <a:lnTo>
                    <a:pt x="0" y="2419"/>
                  </a:lnTo>
                  <a:lnTo>
                    <a:pt x="209" y="1069"/>
                  </a:lnTo>
                  <a:lnTo>
                    <a:pt x="971" y="85"/>
                  </a:lnTo>
                  <a:lnTo>
                    <a:pt x="1642" y="0"/>
                  </a:lnTo>
                  <a:lnTo>
                    <a:pt x="1564" y="609"/>
                  </a:lnTo>
                  <a:lnTo>
                    <a:pt x="1070" y="135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g1016"/>
            <p:cNvSpPr/>
            <p:nvPr/>
          </p:nvSpPr>
          <p:spPr>
            <a:xfrm>
              <a:off x="4950487" y="2265400"/>
              <a:ext cx="2014" cy="3353"/>
            </a:xfrm>
            <a:custGeom>
              <a:avLst/>
              <a:pathLst>
                <a:path w="2014" h="3353">
                  <a:moveTo>
                    <a:pt x="1223" y="384"/>
                  </a:moveTo>
                  <a:lnTo>
                    <a:pt x="2014" y="2798"/>
                  </a:lnTo>
                  <a:lnTo>
                    <a:pt x="1929" y="3168"/>
                  </a:lnTo>
                  <a:lnTo>
                    <a:pt x="1807" y="3353"/>
                  </a:lnTo>
                  <a:lnTo>
                    <a:pt x="1620" y="3290"/>
                  </a:lnTo>
                  <a:lnTo>
                    <a:pt x="1302" y="1988"/>
                  </a:lnTo>
                  <a:lnTo>
                    <a:pt x="708" y="1148"/>
                  </a:lnTo>
                  <a:lnTo>
                    <a:pt x="0" y="1306"/>
                  </a:lnTo>
                  <a:lnTo>
                    <a:pt x="587" y="239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g1017"/>
            <p:cNvSpPr/>
            <p:nvPr/>
          </p:nvSpPr>
          <p:spPr>
            <a:xfrm>
              <a:off x="4954243" y="2263913"/>
              <a:ext cx="607" cy="1779"/>
            </a:xfrm>
            <a:custGeom>
              <a:avLst/>
              <a:pathLst>
                <a:path w="607" h="1779">
                  <a:moveTo>
                    <a:pt x="607" y="1749"/>
                  </a:moveTo>
                  <a:lnTo>
                    <a:pt x="392" y="1779"/>
                  </a:lnTo>
                  <a:lnTo>
                    <a:pt x="194" y="1711"/>
                  </a:lnTo>
                  <a:lnTo>
                    <a:pt x="0" y="1495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g1018"/>
            <p:cNvSpPr/>
            <p:nvPr/>
          </p:nvSpPr>
          <p:spPr>
            <a:xfrm>
              <a:off x="4951498" y="2254205"/>
              <a:ext cx="1137" cy="4553"/>
            </a:xfrm>
            <a:custGeom>
              <a:avLst/>
              <a:pathLst>
                <a:path w="1137" h="4553">
                  <a:moveTo>
                    <a:pt x="325" y="4251"/>
                  </a:moveTo>
                  <a:lnTo>
                    <a:pt x="208" y="4553"/>
                  </a:lnTo>
                  <a:lnTo>
                    <a:pt x="0" y="4332"/>
                  </a:lnTo>
                  <a:lnTo>
                    <a:pt x="130" y="3010"/>
                  </a:lnTo>
                  <a:lnTo>
                    <a:pt x="489" y="1928"/>
                  </a:lnTo>
                  <a:lnTo>
                    <a:pt x="859" y="343"/>
                  </a:lnTo>
                  <a:lnTo>
                    <a:pt x="1062" y="0"/>
                  </a:lnTo>
                  <a:lnTo>
                    <a:pt x="1137" y="838"/>
                  </a:lnTo>
                  <a:lnTo>
                    <a:pt x="912" y="2634"/>
                  </a:lnTo>
                  <a:lnTo>
                    <a:pt x="718" y="361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g1019"/>
            <p:cNvSpPr/>
            <p:nvPr/>
          </p:nvSpPr>
          <p:spPr>
            <a:xfrm>
              <a:off x="4953288" y="2253899"/>
              <a:ext cx="1677" cy="3713"/>
            </a:xfrm>
            <a:custGeom>
              <a:avLst/>
              <a:pathLst>
                <a:path w="1677" h="3713">
                  <a:moveTo>
                    <a:pt x="1677" y="837"/>
                  </a:moveTo>
                  <a:lnTo>
                    <a:pt x="1437" y="3713"/>
                  </a:lnTo>
                  <a:lnTo>
                    <a:pt x="836" y="3316"/>
                  </a:lnTo>
                  <a:lnTo>
                    <a:pt x="551" y="3317"/>
                  </a:lnTo>
                  <a:lnTo>
                    <a:pt x="193" y="1693"/>
                  </a:lnTo>
                  <a:lnTo>
                    <a:pt x="218" y="1256"/>
                  </a:lnTo>
                  <a:lnTo>
                    <a:pt x="0" y="187"/>
                  </a:lnTo>
                  <a:lnTo>
                    <a:pt x="1391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g1020"/>
            <p:cNvSpPr/>
            <p:nvPr/>
          </p:nvSpPr>
          <p:spPr>
            <a:xfrm>
              <a:off x="4949824" y="2253127"/>
              <a:ext cx="692" cy="3116"/>
            </a:xfrm>
            <a:custGeom>
              <a:avLst/>
              <a:pathLst>
                <a:path w="692" h="3116">
                  <a:moveTo>
                    <a:pt x="616" y="2341"/>
                  </a:moveTo>
                  <a:lnTo>
                    <a:pt x="692" y="3116"/>
                  </a:lnTo>
                  <a:lnTo>
                    <a:pt x="101" y="2292"/>
                  </a:lnTo>
                  <a:lnTo>
                    <a:pt x="0" y="0"/>
                  </a:lnTo>
                  <a:lnTo>
                    <a:pt x="465" y="1444"/>
                  </a:lnTo>
                  <a:lnTo>
                    <a:pt x="666" y="177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g1021"/>
            <p:cNvSpPr/>
            <p:nvPr/>
          </p:nvSpPr>
          <p:spPr>
            <a:xfrm>
              <a:off x="4954026" y="2250003"/>
              <a:ext cx="1467" cy="2578"/>
            </a:xfrm>
            <a:custGeom>
              <a:avLst/>
              <a:pathLst>
                <a:path w="1467" h="2578">
                  <a:moveTo>
                    <a:pt x="582" y="2500"/>
                  </a:moveTo>
                  <a:lnTo>
                    <a:pt x="187" y="2578"/>
                  </a:lnTo>
                  <a:lnTo>
                    <a:pt x="0" y="320"/>
                  </a:lnTo>
                  <a:lnTo>
                    <a:pt x="110" y="0"/>
                  </a:lnTo>
                  <a:lnTo>
                    <a:pt x="669" y="1103"/>
                  </a:lnTo>
                  <a:lnTo>
                    <a:pt x="1467" y="1780"/>
                  </a:lnTo>
                  <a:lnTo>
                    <a:pt x="1154" y="222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g1022"/>
            <p:cNvSpPr/>
            <p:nvPr/>
          </p:nvSpPr>
          <p:spPr>
            <a:xfrm>
              <a:off x="4950079" y="2247108"/>
              <a:ext cx="861" cy="2049"/>
            </a:xfrm>
            <a:custGeom>
              <a:avLst/>
              <a:pathLst>
                <a:path w="861" h="2049">
                  <a:moveTo>
                    <a:pt x="830" y="2049"/>
                  </a:moveTo>
                  <a:lnTo>
                    <a:pt x="673" y="2004"/>
                  </a:lnTo>
                  <a:lnTo>
                    <a:pt x="360" y="1776"/>
                  </a:lnTo>
                  <a:lnTo>
                    <a:pt x="0" y="827"/>
                  </a:lnTo>
                  <a:lnTo>
                    <a:pt x="189" y="163"/>
                  </a:lnTo>
                  <a:lnTo>
                    <a:pt x="322" y="0"/>
                  </a:lnTo>
                  <a:lnTo>
                    <a:pt x="639" y="55"/>
                  </a:lnTo>
                  <a:lnTo>
                    <a:pt x="805" y="182"/>
                  </a:lnTo>
                  <a:lnTo>
                    <a:pt x="861" y="426"/>
                  </a:lnTo>
                  <a:lnTo>
                    <a:pt x="767" y="954"/>
                  </a:lnTo>
                  <a:lnTo>
                    <a:pt x="783" y="140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g1023"/>
            <p:cNvSpPr/>
            <p:nvPr/>
          </p:nvSpPr>
          <p:spPr>
            <a:xfrm>
              <a:off x="4949146" y="2245685"/>
              <a:ext cx="1205" cy="1601"/>
            </a:xfrm>
            <a:custGeom>
              <a:avLst/>
              <a:pathLst>
                <a:path w="1205" h="1601">
                  <a:moveTo>
                    <a:pt x="1205" y="55"/>
                  </a:moveTo>
                  <a:lnTo>
                    <a:pt x="1151" y="561"/>
                  </a:lnTo>
                  <a:lnTo>
                    <a:pt x="602" y="1601"/>
                  </a:lnTo>
                  <a:lnTo>
                    <a:pt x="123" y="997"/>
                  </a:lnTo>
                  <a:lnTo>
                    <a:pt x="0" y="665"/>
                  </a:lnTo>
                  <a:lnTo>
                    <a:pt x="487" y="0"/>
                  </a:lnTo>
                  <a:lnTo>
                    <a:pt x="1007" y="9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g1024"/>
            <p:cNvSpPr/>
            <p:nvPr/>
          </p:nvSpPr>
          <p:spPr>
            <a:xfrm>
              <a:off x="4952588" y="2241719"/>
              <a:ext cx="1567" cy="4772"/>
            </a:xfrm>
            <a:custGeom>
              <a:avLst/>
              <a:pathLst>
                <a:path w="1567" h="4772">
                  <a:moveTo>
                    <a:pt x="1054" y="1118"/>
                  </a:moveTo>
                  <a:lnTo>
                    <a:pt x="1266" y="1501"/>
                  </a:lnTo>
                  <a:lnTo>
                    <a:pt x="1567" y="1490"/>
                  </a:lnTo>
                  <a:lnTo>
                    <a:pt x="1484" y="2851"/>
                  </a:lnTo>
                  <a:lnTo>
                    <a:pt x="740" y="4526"/>
                  </a:lnTo>
                  <a:lnTo>
                    <a:pt x="302" y="4770"/>
                  </a:lnTo>
                  <a:lnTo>
                    <a:pt x="107" y="4772"/>
                  </a:lnTo>
                  <a:lnTo>
                    <a:pt x="273" y="2325"/>
                  </a:lnTo>
                  <a:lnTo>
                    <a:pt x="0" y="928"/>
                  </a:lnTo>
                  <a:lnTo>
                    <a:pt x="90" y="0"/>
                  </a:lnTo>
                  <a:lnTo>
                    <a:pt x="888" y="43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g1025"/>
            <p:cNvSpPr/>
            <p:nvPr/>
          </p:nvSpPr>
          <p:spPr>
            <a:xfrm>
              <a:off x="4952099" y="2234409"/>
              <a:ext cx="611" cy="3731"/>
            </a:xfrm>
            <a:custGeom>
              <a:avLst/>
              <a:pathLst>
                <a:path w="611" h="3731">
                  <a:moveTo>
                    <a:pt x="611" y="1439"/>
                  </a:moveTo>
                  <a:lnTo>
                    <a:pt x="552" y="3731"/>
                  </a:lnTo>
                  <a:lnTo>
                    <a:pt x="80" y="2625"/>
                  </a:lnTo>
                  <a:lnTo>
                    <a:pt x="0" y="1364"/>
                  </a:lnTo>
                  <a:lnTo>
                    <a:pt x="35" y="190"/>
                  </a:lnTo>
                  <a:lnTo>
                    <a:pt x="137" y="0"/>
                  </a:lnTo>
                  <a:lnTo>
                    <a:pt x="168" y="179"/>
                  </a:lnTo>
                  <a:lnTo>
                    <a:pt x="452" y="70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g1026"/>
            <p:cNvSpPr/>
            <p:nvPr/>
          </p:nvSpPr>
          <p:spPr>
            <a:xfrm>
              <a:off x="4918822" y="2196321"/>
              <a:ext cx="990" cy="1940"/>
            </a:xfrm>
            <a:custGeom>
              <a:avLst/>
              <a:pathLst>
                <a:path w="990" h="1940">
                  <a:moveTo>
                    <a:pt x="675" y="1585"/>
                  </a:moveTo>
                  <a:lnTo>
                    <a:pt x="481" y="1940"/>
                  </a:lnTo>
                  <a:lnTo>
                    <a:pt x="93" y="1686"/>
                  </a:lnTo>
                  <a:lnTo>
                    <a:pt x="0" y="1533"/>
                  </a:lnTo>
                  <a:lnTo>
                    <a:pt x="894" y="0"/>
                  </a:lnTo>
                  <a:lnTo>
                    <a:pt x="990" y="57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g1027"/>
            <p:cNvSpPr/>
            <p:nvPr/>
          </p:nvSpPr>
          <p:spPr>
            <a:xfrm>
              <a:off x="4915553" y="2192520"/>
              <a:ext cx="2183" cy="4981"/>
            </a:xfrm>
            <a:custGeom>
              <a:avLst/>
              <a:pathLst>
                <a:path w="2183" h="4981">
                  <a:moveTo>
                    <a:pt x="840" y="3620"/>
                  </a:moveTo>
                  <a:lnTo>
                    <a:pt x="227" y="4981"/>
                  </a:lnTo>
                  <a:lnTo>
                    <a:pt x="0" y="2948"/>
                  </a:lnTo>
                  <a:lnTo>
                    <a:pt x="1001" y="1815"/>
                  </a:lnTo>
                  <a:lnTo>
                    <a:pt x="1495" y="734"/>
                  </a:lnTo>
                  <a:lnTo>
                    <a:pt x="2018" y="0"/>
                  </a:lnTo>
                  <a:lnTo>
                    <a:pt x="2183" y="895"/>
                  </a:lnTo>
                  <a:lnTo>
                    <a:pt x="1686" y="259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g1028"/>
            <p:cNvSpPr/>
            <p:nvPr/>
          </p:nvSpPr>
          <p:spPr>
            <a:xfrm>
              <a:off x="4944704" y="2188342"/>
              <a:ext cx="1234" cy="3695"/>
            </a:xfrm>
            <a:custGeom>
              <a:avLst/>
              <a:pathLst>
                <a:path w="1234" h="3695">
                  <a:moveTo>
                    <a:pt x="1001" y="3512"/>
                  </a:moveTo>
                  <a:lnTo>
                    <a:pt x="643" y="3695"/>
                  </a:lnTo>
                  <a:lnTo>
                    <a:pt x="106" y="2780"/>
                  </a:lnTo>
                  <a:lnTo>
                    <a:pt x="0" y="614"/>
                  </a:lnTo>
                  <a:lnTo>
                    <a:pt x="447" y="114"/>
                  </a:lnTo>
                  <a:lnTo>
                    <a:pt x="689" y="0"/>
                  </a:lnTo>
                  <a:lnTo>
                    <a:pt x="1039" y="265"/>
                  </a:lnTo>
                  <a:lnTo>
                    <a:pt x="1174" y="617"/>
                  </a:lnTo>
                  <a:lnTo>
                    <a:pt x="1234" y="1053"/>
                  </a:lnTo>
                  <a:lnTo>
                    <a:pt x="1137" y="150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g1029"/>
            <p:cNvSpPr/>
            <p:nvPr/>
          </p:nvSpPr>
          <p:spPr>
            <a:xfrm>
              <a:off x="4907034" y="2155094"/>
              <a:ext cx="2440" cy="2972"/>
            </a:xfrm>
            <a:custGeom>
              <a:avLst/>
              <a:pathLst>
                <a:path w="2440" h="2972">
                  <a:moveTo>
                    <a:pt x="1923" y="2852"/>
                  </a:moveTo>
                  <a:lnTo>
                    <a:pt x="1764" y="2972"/>
                  </a:lnTo>
                  <a:lnTo>
                    <a:pt x="779" y="1802"/>
                  </a:lnTo>
                  <a:lnTo>
                    <a:pt x="0" y="296"/>
                  </a:lnTo>
                  <a:lnTo>
                    <a:pt x="1237" y="0"/>
                  </a:lnTo>
                  <a:lnTo>
                    <a:pt x="2433" y="324"/>
                  </a:lnTo>
                  <a:lnTo>
                    <a:pt x="2440" y="1126"/>
                  </a:lnTo>
                  <a:lnTo>
                    <a:pt x="2184" y="241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g1030"/>
            <p:cNvSpPr/>
            <p:nvPr/>
          </p:nvSpPr>
          <p:spPr>
            <a:xfrm>
              <a:off x="4908515" y="2145756"/>
              <a:ext cx="2870" cy="3620"/>
            </a:xfrm>
            <a:custGeom>
              <a:avLst/>
              <a:pathLst>
                <a:path w="2870" h="3620">
                  <a:moveTo>
                    <a:pt x="669" y="0"/>
                  </a:moveTo>
                  <a:lnTo>
                    <a:pt x="1754" y="1157"/>
                  </a:lnTo>
                  <a:lnTo>
                    <a:pt x="2182" y="1076"/>
                  </a:lnTo>
                  <a:lnTo>
                    <a:pt x="2853" y="1808"/>
                  </a:lnTo>
                  <a:lnTo>
                    <a:pt x="2870" y="2093"/>
                  </a:lnTo>
                  <a:lnTo>
                    <a:pt x="2743" y="2689"/>
                  </a:lnTo>
                  <a:lnTo>
                    <a:pt x="2440" y="3155"/>
                  </a:lnTo>
                  <a:lnTo>
                    <a:pt x="1619" y="3620"/>
                  </a:lnTo>
                  <a:lnTo>
                    <a:pt x="1057" y="3243"/>
                  </a:lnTo>
                  <a:lnTo>
                    <a:pt x="835" y="1979"/>
                  </a:lnTo>
                  <a:lnTo>
                    <a:pt x="171" y="1385"/>
                  </a:lnTo>
                  <a:lnTo>
                    <a:pt x="0" y="881"/>
                  </a:lnTo>
                  <a:lnTo>
                    <a:pt x="419" y="19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g1031"/>
            <p:cNvSpPr/>
            <p:nvPr/>
          </p:nvSpPr>
          <p:spPr>
            <a:xfrm>
              <a:off x="4906328" y="2140288"/>
              <a:ext cx="949" cy="2727"/>
            </a:xfrm>
            <a:custGeom>
              <a:avLst/>
              <a:pathLst>
                <a:path w="949" h="2727">
                  <a:moveTo>
                    <a:pt x="746" y="805"/>
                  </a:moveTo>
                  <a:lnTo>
                    <a:pt x="949" y="2727"/>
                  </a:lnTo>
                  <a:lnTo>
                    <a:pt x="300" y="2007"/>
                  </a:lnTo>
                  <a:lnTo>
                    <a:pt x="62" y="10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g1032"/>
            <p:cNvSpPr/>
            <p:nvPr/>
          </p:nvSpPr>
          <p:spPr>
            <a:xfrm>
              <a:off x="4901596" y="2138389"/>
              <a:ext cx="1045" cy="3593"/>
            </a:xfrm>
            <a:custGeom>
              <a:avLst/>
              <a:pathLst>
                <a:path w="1045" h="3593">
                  <a:moveTo>
                    <a:pt x="922" y="2267"/>
                  </a:moveTo>
                  <a:lnTo>
                    <a:pt x="1045" y="3593"/>
                  </a:lnTo>
                  <a:lnTo>
                    <a:pt x="591" y="3047"/>
                  </a:lnTo>
                  <a:lnTo>
                    <a:pt x="0" y="1208"/>
                  </a:lnTo>
                  <a:lnTo>
                    <a:pt x="18" y="0"/>
                  </a:lnTo>
                  <a:lnTo>
                    <a:pt x="443" y="56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g1033"/>
            <p:cNvSpPr/>
            <p:nvPr/>
          </p:nvSpPr>
          <p:spPr>
            <a:xfrm>
              <a:off x="4894660" y="2020800"/>
              <a:ext cx="84841" cy="257785"/>
            </a:xfrm>
            <a:custGeom>
              <a:avLst/>
              <a:pathLst>
                <a:path w="84841" h="257785">
                  <a:moveTo>
                    <a:pt x="84761" y="96931"/>
                  </a:moveTo>
                  <a:lnTo>
                    <a:pt x="84208" y="98310"/>
                  </a:lnTo>
                  <a:lnTo>
                    <a:pt x="82762" y="99738"/>
                  </a:lnTo>
                  <a:lnTo>
                    <a:pt x="81740" y="100464"/>
                  </a:lnTo>
                  <a:lnTo>
                    <a:pt x="81145" y="100486"/>
                  </a:lnTo>
                  <a:lnTo>
                    <a:pt x="80639" y="101340"/>
                  </a:lnTo>
                  <a:lnTo>
                    <a:pt x="80223" y="103028"/>
                  </a:lnTo>
                  <a:lnTo>
                    <a:pt x="79793" y="104019"/>
                  </a:lnTo>
                  <a:lnTo>
                    <a:pt x="79347" y="104314"/>
                  </a:lnTo>
                  <a:lnTo>
                    <a:pt x="79059" y="104952"/>
                  </a:lnTo>
                  <a:lnTo>
                    <a:pt x="78928" y="105935"/>
                  </a:lnTo>
                  <a:lnTo>
                    <a:pt x="79184" y="106461"/>
                  </a:lnTo>
                  <a:lnTo>
                    <a:pt x="79831" y="106531"/>
                  </a:lnTo>
                  <a:lnTo>
                    <a:pt x="79880" y="106805"/>
                  </a:lnTo>
                  <a:lnTo>
                    <a:pt x="79334" y="107286"/>
                  </a:lnTo>
                  <a:lnTo>
                    <a:pt x="78654" y="107455"/>
                  </a:lnTo>
                  <a:lnTo>
                    <a:pt x="77841" y="107312"/>
                  </a:lnTo>
                  <a:lnTo>
                    <a:pt x="77072" y="107696"/>
                  </a:lnTo>
                  <a:lnTo>
                    <a:pt x="76346" y="108608"/>
                  </a:lnTo>
                  <a:lnTo>
                    <a:pt x="75727" y="110577"/>
                  </a:lnTo>
                  <a:lnTo>
                    <a:pt x="75214" y="113603"/>
                  </a:lnTo>
                  <a:lnTo>
                    <a:pt x="75145" y="114378"/>
                  </a:lnTo>
                  <a:lnTo>
                    <a:pt x="74021" y="113500"/>
                  </a:lnTo>
                  <a:lnTo>
                    <a:pt x="73555" y="113000"/>
                  </a:lnTo>
                  <a:lnTo>
                    <a:pt x="72949" y="112874"/>
                  </a:lnTo>
                  <a:lnTo>
                    <a:pt x="72333" y="113432"/>
                  </a:lnTo>
                  <a:lnTo>
                    <a:pt x="71842" y="114034"/>
                  </a:lnTo>
                  <a:lnTo>
                    <a:pt x="71339" y="114255"/>
                  </a:lnTo>
                  <a:lnTo>
                    <a:pt x="70568" y="114324"/>
                  </a:lnTo>
                  <a:lnTo>
                    <a:pt x="69556" y="114013"/>
                  </a:lnTo>
                  <a:lnTo>
                    <a:pt x="68868" y="113731"/>
                  </a:lnTo>
                  <a:lnTo>
                    <a:pt x="68764" y="113884"/>
                  </a:lnTo>
                  <a:lnTo>
                    <a:pt x="69138" y="115159"/>
                  </a:lnTo>
                  <a:lnTo>
                    <a:pt x="69272" y="116176"/>
                  </a:lnTo>
                  <a:lnTo>
                    <a:pt x="69123" y="116704"/>
                  </a:lnTo>
                  <a:lnTo>
                    <a:pt x="68798" y="117144"/>
                  </a:lnTo>
                  <a:lnTo>
                    <a:pt x="68303" y="117491"/>
                  </a:lnTo>
                  <a:lnTo>
                    <a:pt x="67723" y="117694"/>
                  </a:lnTo>
                  <a:lnTo>
                    <a:pt x="67210" y="117672"/>
                  </a:lnTo>
                  <a:lnTo>
                    <a:pt x="66389" y="117188"/>
                  </a:lnTo>
                  <a:lnTo>
                    <a:pt x="65763" y="117168"/>
                  </a:lnTo>
                  <a:lnTo>
                    <a:pt x="65228" y="117408"/>
                  </a:lnTo>
                  <a:lnTo>
                    <a:pt x="64902" y="117767"/>
                  </a:lnTo>
                  <a:lnTo>
                    <a:pt x="64722" y="118211"/>
                  </a:lnTo>
                  <a:lnTo>
                    <a:pt x="64407" y="120728"/>
                  </a:lnTo>
                  <a:lnTo>
                    <a:pt x="64129" y="121515"/>
                  </a:lnTo>
                  <a:lnTo>
                    <a:pt x="63738" y="121962"/>
                  </a:lnTo>
                  <a:lnTo>
                    <a:pt x="63351" y="122008"/>
                  </a:lnTo>
                  <a:lnTo>
                    <a:pt x="62819" y="121884"/>
                  </a:lnTo>
                  <a:lnTo>
                    <a:pt x="62262" y="121987"/>
                  </a:lnTo>
                  <a:lnTo>
                    <a:pt x="59738" y="122960"/>
                  </a:lnTo>
                  <a:lnTo>
                    <a:pt x="59370" y="123056"/>
                  </a:lnTo>
                  <a:lnTo>
                    <a:pt x="58578" y="123130"/>
                  </a:lnTo>
                  <a:lnTo>
                    <a:pt x="57843" y="123156"/>
                  </a:lnTo>
                  <a:lnTo>
                    <a:pt x="57327" y="123109"/>
                  </a:lnTo>
                  <a:lnTo>
                    <a:pt x="56116" y="122112"/>
                  </a:lnTo>
                  <a:lnTo>
                    <a:pt x="55529" y="122006"/>
                  </a:lnTo>
                  <a:lnTo>
                    <a:pt x="55208" y="122288"/>
                  </a:lnTo>
                  <a:lnTo>
                    <a:pt x="54982" y="123624"/>
                  </a:lnTo>
                  <a:lnTo>
                    <a:pt x="54274" y="124473"/>
                  </a:lnTo>
                  <a:lnTo>
                    <a:pt x="53332" y="126327"/>
                  </a:lnTo>
                  <a:lnTo>
                    <a:pt x="53112" y="129034"/>
                  </a:lnTo>
                  <a:lnTo>
                    <a:pt x="53210" y="130922"/>
                  </a:lnTo>
                  <a:lnTo>
                    <a:pt x="52361" y="132791"/>
                  </a:lnTo>
                  <a:lnTo>
                    <a:pt x="52284" y="133693"/>
                  </a:lnTo>
                  <a:lnTo>
                    <a:pt x="52738" y="138031"/>
                  </a:lnTo>
                  <a:lnTo>
                    <a:pt x="52661" y="138486"/>
                  </a:lnTo>
                  <a:lnTo>
                    <a:pt x="52489" y="138711"/>
                  </a:lnTo>
                  <a:lnTo>
                    <a:pt x="51958" y="138862"/>
                  </a:lnTo>
                  <a:lnTo>
                    <a:pt x="51067" y="139316"/>
                  </a:lnTo>
                  <a:lnTo>
                    <a:pt x="50478" y="139747"/>
                  </a:lnTo>
                  <a:lnTo>
                    <a:pt x="50193" y="139796"/>
                  </a:lnTo>
                  <a:lnTo>
                    <a:pt x="49361" y="139471"/>
                  </a:lnTo>
                  <a:lnTo>
                    <a:pt x="49142" y="139465"/>
                  </a:lnTo>
                  <a:lnTo>
                    <a:pt x="49206" y="139796"/>
                  </a:lnTo>
                  <a:lnTo>
                    <a:pt x="49869" y="141673"/>
                  </a:lnTo>
                  <a:lnTo>
                    <a:pt x="50560" y="142563"/>
                  </a:lnTo>
                  <a:lnTo>
                    <a:pt x="51275" y="142464"/>
                  </a:lnTo>
                  <a:lnTo>
                    <a:pt x="51586" y="142640"/>
                  </a:lnTo>
                  <a:lnTo>
                    <a:pt x="51493" y="143091"/>
                  </a:lnTo>
                  <a:lnTo>
                    <a:pt x="51769" y="144267"/>
                  </a:lnTo>
                  <a:lnTo>
                    <a:pt x="52414" y="146168"/>
                  </a:lnTo>
                  <a:lnTo>
                    <a:pt x="52605" y="147592"/>
                  </a:lnTo>
                  <a:lnTo>
                    <a:pt x="52213" y="149012"/>
                  </a:lnTo>
                  <a:lnTo>
                    <a:pt x="52288" y="149520"/>
                  </a:lnTo>
                  <a:lnTo>
                    <a:pt x="52502" y="149817"/>
                  </a:lnTo>
                  <a:lnTo>
                    <a:pt x="53107" y="151136"/>
                  </a:lnTo>
                  <a:lnTo>
                    <a:pt x="54396" y="153199"/>
                  </a:lnTo>
                  <a:lnTo>
                    <a:pt x="55662" y="155431"/>
                  </a:lnTo>
                  <a:lnTo>
                    <a:pt x="56717" y="157292"/>
                  </a:lnTo>
                  <a:lnTo>
                    <a:pt x="57492" y="158578"/>
                  </a:lnTo>
                  <a:lnTo>
                    <a:pt x="59217" y="160977"/>
                  </a:lnTo>
                  <a:lnTo>
                    <a:pt x="59523" y="162102"/>
                  </a:lnTo>
                  <a:lnTo>
                    <a:pt x="59589" y="164373"/>
                  </a:lnTo>
                  <a:lnTo>
                    <a:pt x="60015" y="165684"/>
                  </a:lnTo>
                  <a:lnTo>
                    <a:pt x="60408" y="166622"/>
                  </a:lnTo>
                  <a:lnTo>
                    <a:pt x="60682" y="167405"/>
                  </a:lnTo>
                  <a:lnTo>
                    <a:pt x="61316" y="169977"/>
                  </a:lnTo>
                  <a:lnTo>
                    <a:pt x="61586" y="170326"/>
                  </a:lnTo>
                  <a:lnTo>
                    <a:pt x="62969" y="168761"/>
                  </a:lnTo>
                  <a:lnTo>
                    <a:pt x="63290" y="169088"/>
                  </a:lnTo>
                  <a:lnTo>
                    <a:pt x="63469" y="169677"/>
                  </a:lnTo>
                  <a:lnTo>
                    <a:pt x="63471" y="170428"/>
                  </a:lnTo>
                  <a:lnTo>
                    <a:pt x="63254" y="171279"/>
                  </a:lnTo>
                  <a:lnTo>
                    <a:pt x="62804" y="172064"/>
                  </a:lnTo>
                  <a:lnTo>
                    <a:pt x="60670" y="173879"/>
                  </a:lnTo>
                  <a:lnTo>
                    <a:pt x="60496" y="175442"/>
                  </a:lnTo>
                  <a:lnTo>
                    <a:pt x="60346" y="177813"/>
                  </a:lnTo>
                  <a:lnTo>
                    <a:pt x="60311" y="180726"/>
                  </a:lnTo>
                  <a:lnTo>
                    <a:pt x="60413" y="182905"/>
                  </a:lnTo>
                  <a:lnTo>
                    <a:pt x="60334" y="183405"/>
                  </a:lnTo>
                  <a:lnTo>
                    <a:pt x="60149" y="183642"/>
                  </a:lnTo>
                  <a:lnTo>
                    <a:pt x="59343" y="183549"/>
                  </a:lnTo>
                  <a:lnTo>
                    <a:pt x="58182" y="184648"/>
                  </a:lnTo>
                  <a:lnTo>
                    <a:pt x="57772" y="184746"/>
                  </a:lnTo>
                  <a:lnTo>
                    <a:pt x="57262" y="185167"/>
                  </a:lnTo>
                  <a:lnTo>
                    <a:pt x="56872" y="185687"/>
                  </a:lnTo>
                  <a:lnTo>
                    <a:pt x="56749" y="186477"/>
                  </a:lnTo>
                  <a:lnTo>
                    <a:pt x="56978" y="188869"/>
                  </a:lnTo>
                  <a:lnTo>
                    <a:pt x="57393" y="191117"/>
                  </a:lnTo>
                  <a:lnTo>
                    <a:pt x="58208" y="192767"/>
                  </a:lnTo>
                  <a:lnTo>
                    <a:pt x="58851" y="194071"/>
                  </a:lnTo>
                  <a:lnTo>
                    <a:pt x="59749" y="195885"/>
                  </a:lnTo>
                  <a:lnTo>
                    <a:pt x="60458" y="197461"/>
                  </a:lnTo>
                  <a:lnTo>
                    <a:pt x="61888" y="199193"/>
                  </a:lnTo>
                  <a:lnTo>
                    <a:pt x="63898" y="201786"/>
                  </a:lnTo>
                  <a:lnTo>
                    <a:pt x="64665" y="203218"/>
                  </a:lnTo>
                  <a:lnTo>
                    <a:pt x="65342" y="204954"/>
                  </a:lnTo>
                  <a:lnTo>
                    <a:pt x="65820" y="206433"/>
                  </a:lnTo>
                  <a:lnTo>
                    <a:pt x="66003" y="208398"/>
                  </a:lnTo>
                  <a:lnTo>
                    <a:pt x="66150" y="209498"/>
                  </a:lnTo>
                  <a:lnTo>
                    <a:pt x="66193" y="213179"/>
                  </a:lnTo>
                  <a:lnTo>
                    <a:pt x="65823" y="214016"/>
                  </a:lnTo>
                  <a:lnTo>
                    <a:pt x="65542" y="214985"/>
                  </a:lnTo>
                  <a:lnTo>
                    <a:pt x="65699" y="216000"/>
                  </a:lnTo>
                  <a:lnTo>
                    <a:pt x="66168" y="216969"/>
                  </a:lnTo>
                  <a:lnTo>
                    <a:pt x="66168" y="218076"/>
                  </a:lnTo>
                  <a:lnTo>
                    <a:pt x="66606" y="220059"/>
                  </a:lnTo>
                  <a:lnTo>
                    <a:pt x="67339" y="221271"/>
                  </a:lnTo>
                  <a:lnTo>
                    <a:pt x="68045" y="222089"/>
                  </a:lnTo>
                  <a:lnTo>
                    <a:pt x="68358" y="222735"/>
                  </a:lnTo>
                  <a:lnTo>
                    <a:pt x="68256" y="223771"/>
                  </a:lnTo>
                  <a:lnTo>
                    <a:pt x="68465" y="224870"/>
                  </a:lnTo>
                  <a:lnTo>
                    <a:pt x="68617" y="226067"/>
                  </a:lnTo>
                  <a:lnTo>
                    <a:pt x="68905" y="227724"/>
                  </a:lnTo>
                  <a:lnTo>
                    <a:pt x="69474" y="229127"/>
                  </a:lnTo>
                  <a:lnTo>
                    <a:pt x="70342" y="233429"/>
                  </a:lnTo>
                  <a:lnTo>
                    <a:pt x="70321" y="233869"/>
                  </a:lnTo>
                  <a:lnTo>
                    <a:pt x="69946" y="234741"/>
                  </a:lnTo>
                  <a:lnTo>
                    <a:pt x="69401" y="235529"/>
                  </a:lnTo>
                  <a:lnTo>
                    <a:pt x="69048" y="235782"/>
                  </a:lnTo>
                  <a:lnTo>
                    <a:pt x="68714" y="236592"/>
                  </a:lnTo>
                  <a:lnTo>
                    <a:pt x="67921" y="238893"/>
                  </a:lnTo>
                  <a:lnTo>
                    <a:pt x="66325" y="242857"/>
                  </a:lnTo>
                  <a:lnTo>
                    <a:pt x="64766" y="245441"/>
                  </a:lnTo>
                  <a:lnTo>
                    <a:pt x="63458" y="247277"/>
                  </a:lnTo>
                  <a:lnTo>
                    <a:pt x="62510" y="248392"/>
                  </a:lnTo>
                  <a:lnTo>
                    <a:pt x="62229" y="249054"/>
                  </a:lnTo>
                  <a:lnTo>
                    <a:pt x="62229" y="249575"/>
                  </a:lnTo>
                  <a:lnTo>
                    <a:pt x="62401" y="250504"/>
                  </a:lnTo>
                  <a:lnTo>
                    <a:pt x="62335" y="252263"/>
                  </a:lnTo>
                  <a:lnTo>
                    <a:pt x="62131" y="253380"/>
                  </a:lnTo>
                  <a:lnTo>
                    <a:pt x="61862" y="254563"/>
                  </a:lnTo>
                  <a:lnTo>
                    <a:pt x="61712" y="255618"/>
                  </a:lnTo>
                  <a:lnTo>
                    <a:pt x="61291" y="255776"/>
                  </a:lnTo>
                  <a:lnTo>
                    <a:pt x="60388" y="257785"/>
                  </a:lnTo>
                  <a:lnTo>
                    <a:pt x="59997" y="256777"/>
                  </a:lnTo>
                  <a:lnTo>
                    <a:pt x="59766" y="255727"/>
                  </a:lnTo>
                  <a:lnTo>
                    <a:pt x="60014" y="253348"/>
                  </a:lnTo>
                  <a:lnTo>
                    <a:pt x="59464" y="248847"/>
                  </a:lnTo>
                  <a:lnTo>
                    <a:pt x="59805" y="248245"/>
                  </a:lnTo>
                  <a:lnTo>
                    <a:pt x="60133" y="247942"/>
                  </a:lnTo>
                  <a:lnTo>
                    <a:pt x="60731" y="246216"/>
                  </a:lnTo>
                  <a:lnTo>
                    <a:pt x="61457" y="244508"/>
                  </a:lnTo>
                  <a:lnTo>
                    <a:pt x="61523" y="242469"/>
                  </a:lnTo>
                  <a:lnTo>
                    <a:pt x="62111" y="240972"/>
                  </a:lnTo>
                  <a:lnTo>
                    <a:pt x="61972" y="239723"/>
                  </a:lnTo>
                  <a:lnTo>
                    <a:pt x="62003" y="238254"/>
                  </a:lnTo>
                  <a:lnTo>
                    <a:pt x="62127" y="237054"/>
                  </a:lnTo>
                  <a:lnTo>
                    <a:pt x="62080" y="236072"/>
                  </a:lnTo>
                  <a:lnTo>
                    <a:pt x="62546" y="235048"/>
                  </a:lnTo>
                  <a:lnTo>
                    <a:pt x="63353" y="234286"/>
                  </a:lnTo>
                  <a:lnTo>
                    <a:pt x="63015" y="234014"/>
                  </a:lnTo>
                  <a:lnTo>
                    <a:pt x="62679" y="233456"/>
                  </a:lnTo>
                  <a:lnTo>
                    <a:pt x="61628" y="234305"/>
                  </a:lnTo>
                  <a:lnTo>
                    <a:pt x="61085" y="234026"/>
                  </a:lnTo>
                  <a:lnTo>
                    <a:pt x="60977" y="233146"/>
                  </a:lnTo>
                  <a:lnTo>
                    <a:pt x="61111" y="232202"/>
                  </a:lnTo>
                  <a:lnTo>
                    <a:pt x="61167" y="231628"/>
                  </a:lnTo>
                  <a:lnTo>
                    <a:pt x="61588" y="230981"/>
                  </a:lnTo>
                  <a:lnTo>
                    <a:pt x="61559" y="229720"/>
                  </a:lnTo>
                  <a:lnTo>
                    <a:pt x="61346" y="228610"/>
                  </a:lnTo>
                  <a:lnTo>
                    <a:pt x="61653" y="227236"/>
                  </a:lnTo>
                  <a:lnTo>
                    <a:pt x="61031" y="227232"/>
                  </a:lnTo>
                  <a:lnTo>
                    <a:pt x="60744" y="226956"/>
                  </a:lnTo>
                  <a:lnTo>
                    <a:pt x="60923" y="226193"/>
                  </a:lnTo>
                  <a:lnTo>
                    <a:pt x="61486" y="225517"/>
                  </a:lnTo>
                  <a:lnTo>
                    <a:pt x="60973" y="224230"/>
                  </a:lnTo>
                  <a:lnTo>
                    <a:pt x="61353" y="222846"/>
                  </a:lnTo>
                  <a:lnTo>
                    <a:pt x="61340" y="221138"/>
                  </a:lnTo>
                  <a:lnTo>
                    <a:pt x="61079" y="219630"/>
                  </a:lnTo>
                  <a:lnTo>
                    <a:pt x="61093" y="218546"/>
                  </a:lnTo>
                  <a:lnTo>
                    <a:pt x="60696" y="216624"/>
                  </a:lnTo>
                  <a:lnTo>
                    <a:pt x="60514" y="214171"/>
                  </a:lnTo>
                  <a:lnTo>
                    <a:pt x="59674" y="212342"/>
                  </a:lnTo>
                  <a:lnTo>
                    <a:pt x="59051" y="209681"/>
                  </a:lnTo>
                  <a:lnTo>
                    <a:pt x="57387" y="206199"/>
                  </a:lnTo>
                  <a:lnTo>
                    <a:pt x="57416" y="204708"/>
                  </a:lnTo>
                  <a:lnTo>
                    <a:pt x="57326" y="203395"/>
                  </a:lnTo>
                  <a:lnTo>
                    <a:pt x="56961" y="202758"/>
                  </a:lnTo>
                  <a:lnTo>
                    <a:pt x="56480" y="207397"/>
                  </a:lnTo>
                  <a:lnTo>
                    <a:pt x="56112" y="206486"/>
                  </a:lnTo>
                  <a:lnTo>
                    <a:pt x="55995" y="203899"/>
                  </a:lnTo>
                  <a:lnTo>
                    <a:pt x="55753" y="202670"/>
                  </a:lnTo>
                  <a:lnTo>
                    <a:pt x="56013" y="200229"/>
                  </a:lnTo>
                  <a:lnTo>
                    <a:pt x="55051" y="197805"/>
                  </a:lnTo>
                  <a:lnTo>
                    <a:pt x="54844" y="196045"/>
                  </a:lnTo>
                  <a:lnTo>
                    <a:pt x="54212" y="193378"/>
                  </a:lnTo>
                  <a:lnTo>
                    <a:pt x="54396" y="192780"/>
                  </a:lnTo>
                  <a:lnTo>
                    <a:pt x="55243" y="193379"/>
                  </a:lnTo>
                  <a:lnTo>
                    <a:pt x="54465" y="191826"/>
                  </a:lnTo>
                  <a:lnTo>
                    <a:pt x="53827" y="192178"/>
                  </a:lnTo>
                  <a:lnTo>
                    <a:pt x="53290" y="190501"/>
                  </a:lnTo>
                  <a:lnTo>
                    <a:pt x="53171" y="185954"/>
                  </a:lnTo>
                  <a:lnTo>
                    <a:pt x="52641" y="184255"/>
                  </a:lnTo>
                  <a:lnTo>
                    <a:pt x="52929" y="182523"/>
                  </a:lnTo>
                  <a:lnTo>
                    <a:pt x="52325" y="176322"/>
                  </a:lnTo>
                  <a:lnTo>
                    <a:pt x="51132" y="174313"/>
                  </a:lnTo>
                  <a:lnTo>
                    <a:pt x="51369" y="172579"/>
                  </a:lnTo>
                  <a:lnTo>
                    <a:pt x="51665" y="171045"/>
                  </a:lnTo>
                  <a:lnTo>
                    <a:pt x="51600" y="168202"/>
                  </a:lnTo>
                  <a:lnTo>
                    <a:pt x="51893" y="167326"/>
                  </a:lnTo>
                  <a:lnTo>
                    <a:pt x="52473" y="166656"/>
                  </a:lnTo>
                  <a:lnTo>
                    <a:pt x="51929" y="166892"/>
                  </a:lnTo>
                  <a:lnTo>
                    <a:pt x="51467" y="167093"/>
                  </a:lnTo>
                  <a:lnTo>
                    <a:pt x="50383" y="167259"/>
                  </a:lnTo>
                  <a:lnTo>
                    <a:pt x="49161" y="167292"/>
                  </a:lnTo>
                  <a:lnTo>
                    <a:pt x="48737" y="165216"/>
                  </a:lnTo>
                  <a:lnTo>
                    <a:pt x="48135" y="164221"/>
                  </a:lnTo>
                  <a:lnTo>
                    <a:pt x="47607" y="162136"/>
                  </a:lnTo>
                  <a:lnTo>
                    <a:pt x="47292" y="159773"/>
                  </a:lnTo>
                  <a:lnTo>
                    <a:pt x="47498" y="159307"/>
                  </a:lnTo>
                  <a:lnTo>
                    <a:pt x="46552" y="158343"/>
                  </a:lnTo>
                  <a:lnTo>
                    <a:pt x="46309" y="157751"/>
                  </a:lnTo>
                  <a:lnTo>
                    <a:pt x="45322" y="156212"/>
                  </a:lnTo>
                  <a:lnTo>
                    <a:pt x="44199" y="155044"/>
                  </a:lnTo>
                  <a:lnTo>
                    <a:pt x="44448" y="155865"/>
                  </a:lnTo>
                  <a:lnTo>
                    <a:pt x="44751" y="156386"/>
                  </a:lnTo>
                  <a:lnTo>
                    <a:pt x="44194" y="157807"/>
                  </a:lnTo>
                  <a:lnTo>
                    <a:pt x="44740" y="160206"/>
                  </a:lnTo>
                  <a:lnTo>
                    <a:pt x="44261" y="161737"/>
                  </a:lnTo>
                  <a:lnTo>
                    <a:pt x="43813" y="163729"/>
                  </a:lnTo>
                  <a:lnTo>
                    <a:pt x="43385" y="164678"/>
                  </a:lnTo>
                  <a:lnTo>
                    <a:pt x="42033" y="166720"/>
                  </a:lnTo>
                  <a:lnTo>
                    <a:pt x="40937" y="167411"/>
                  </a:lnTo>
                  <a:lnTo>
                    <a:pt x="40223" y="167543"/>
                  </a:lnTo>
                  <a:lnTo>
                    <a:pt x="39591" y="167326"/>
                  </a:lnTo>
                  <a:lnTo>
                    <a:pt x="38814" y="166273"/>
                  </a:lnTo>
                  <a:lnTo>
                    <a:pt x="38623" y="165392"/>
                  </a:lnTo>
                  <a:lnTo>
                    <a:pt x="38499" y="163911"/>
                  </a:lnTo>
                  <a:lnTo>
                    <a:pt x="38228" y="163698"/>
                  </a:lnTo>
                  <a:lnTo>
                    <a:pt x="37932" y="163869"/>
                  </a:lnTo>
                  <a:lnTo>
                    <a:pt x="38392" y="165781"/>
                  </a:lnTo>
                  <a:lnTo>
                    <a:pt x="38383" y="166671"/>
                  </a:lnTo>
                  <a:lnTo>
                    <a:pt x="39212" y="168387"/>
                  </a:lnTo>
                  <a:lnTo>
                    <a:pt x="38916" y="168866"/>
                  </a:lnTo>
                  <a:lnTo>
                    <a:pt x="37421" y="169808"/>
                  </a:lnTo>
                  <a:lnTo>
                    <a:pt x="36910" y="169657"/>
                  </a:lnTo>
                  <a:lnTo>
                    <a:pt x="36549" y="169844"/>
                  </a:lnTo>
                  <a:lnTo>
                    <a:pt x="36448" y="170616"/>
                  </a:lnTo>
                  <a:lnTo>
                    <a:pt x="36260" y="171047"/>
                  </a:lnTo>
                  <a:lnTo>
                    <a:pt x="33904" y="172228"/>
                  </a:lnTo>
                  <a:lnTo>
                    <a:pt x="33414" y="173562"/>
                  </a:lnTo>
                  <a:lnTo>
                    <a:pt x="33111" y="174910"/>
                  </a:lnTo>
                  <a:lnTo>
                    <a:pt x="31940" y="176847"/>
                  </a:lnTo>
                  <a:lnTo>
                    <a:pt x="30368" y="178453"/>
                  </a:lnTo>
                  <a:lnTo>
                    <a:pt x="29979" y="178361"/>
                  </a:lnTo>
                  <a:lnTo>
                    <a:pt x="29535" y="177987"/>
                  </a:lnTo>
                  <a:lnTo>
                    <a:pt x="29595" y="176254"/>
                  </a:lnTo>
                  <a:lnTo>
                    <a:pt x="30134" y="174789"/>
                  </a:lnTo>
                  <a:lnTo>
                    <a:pt x="29964" y="173224"/>
                  </a:lnTo>
                  <a:lnTo>
                    <a:pt x="29833" y="174122"/>
                  </a:lnTo>
                  <a:lnTo>
                    <a:pt x="28820" y="176304"/>
                  </a:lnTo>
                  <a:lnTo>
                    <a:pt x="28357" y="177017"/>
                  </a:lnTo>
                  <a:lnTo>
                    <a:pt x="27424" y="176829"/>
                  </a:lnTo>
                  <a:lnTo>
                    <a:pt x="26140" y="177121"/>
                  </a:lnTo>
                  <a:lnTo>
                    <a:pt x="25654" y="174877"/>
                  </a:lnTo>
                  <a:lnTo>
                    <a:pt x="25663" y="174053"/>
                  </a:lnTo>
                  <a:lnTo>
                    <a:pt x="25569" y="173359"/>
                  </a:lnTo>
                  <a:lnTo>
                    <a:pt x="25716" y="172622"/>
                  </a:lnTo>
                  <a:lnTo>
                    <a:pt x="25672" y="172036"/>
                  </a:lnTo>
                  <a:lnTo>
                    <a:pt x="25360" y="173157"/>
                  </a:lnTo>
                  <a:lnTo>
                    <a:pt x="25243" y="174127"/>
                  </a:lnTo>
                  <a:lnTo>
                    <a:pt x="24773" y="174989"/>
                  </a:lnTo>
                  <a:lnTo>
                    <a:pt x="23481" y="175919"/>
                  </a:lnTo>
                  <a:lnTo>
                    <a:pt x="23431" y="174742"/>
                  </a:lnTo>
                  <a:lnTo>
                    <a:pt x="23385" y="173681"/>
                  </a:lnTo>
                  <a:lnTo>
                    <a:pt x="23663" y="172726"/>
                  </a:lnTo>
                  <a:lnTo>
                    <a:pt x="23623" y="171210"/>
                  </a:lnTo>
                  <a:lnTo>
                    <a:pt x="24033" y="169024"/>
                  </a:lnTo>
                  <a:lnTo>
                    <a:pt x="24002" y="168274"/>
                  </a:lnTo>
                  <a:lnTo>
                    <a:pt x="23876" y="167446"/>
                  </a:lnTo>
                  <a:lnTo>
                    <a:pt x="23646" y="168650"/>
                  </a:lnTo>
                  <a:lnTo>
                    <a:pt x="23516" y="169897"/>
                  </a:lnTo>
                  <a:lnTo>
                    <a:pt x="23255" y="170275"/>
                  </a:lnTo>
                  <a:lnTo>
                    <a:pt x="22780" y="170557"/>
                  </a:lnTo>
                  <a:lnTo>
                    <a:pt x="21912" y="171990"/>
                  </a:lnTo>
                  <a:lnTo>
                    <a:pt x="21400" y="173269"/>
                  </a:lnTo>
                  <a:lnTo>
                    <a:pt x="20051" y="174479"/>
                  </a:lnTo>
                  <a:lnTo>
                    <a:pt x="19340" y="174356"/>
                  </a:lnTo>
                  <a:lnTo>
                    <a:pt x="19249" y="172820"/>
                  </a:lnTo>
                  <a:lnTo>
                    <a:pt x="19789" y="167371"/>
                  </a:lnTo>
                  <a:lnTo>
                    <a:pt x="20319" y="166605"/>
                  </a:lnTo>
                  <a:lnTo>
                    <a:pt x="20566" y="165660"/>
                  </a:lnTo>
                  <a:lnTo>
                    <a:pt x="21006" y="162477"/>
                  </a:lnTo>
                  <a:lnTo>
                    <a:pt x="21502" y="161273"/>
                  </a:lnTo>
                  <a:lnTo>
                    <a:pt x="21698" y="158749"/>
                  </a:lnTo>
                  <a:lnTo>
                    <a:pt x="21899" y="158315"/>
                  </a:lnTo>
                  <a:lnTo>
                    <a:pt x="22562" y="156334"/>
                  </a:lnTo>
                  <a:lnTo>
                    <a:pt x="22794" y="152697"/>
                  </a:lnTo>
                  <a:lnTo>
                    <a:pt x="22521" y="150889"/>
                  </a:lnTo>
                  <a:lnTo>
                    <a:pt x="21899" y="149136"/>
                  </a:lnTo>
                  <a:lnTo>
                    <a:pt x="21297" y="143877"/>
                  </a:lnTo>
                  <a:lnTo>
                    <a:pt x="19737" y="139615"/>
                  </a:lnTo>
                  <a:lnTo>
                    <a:pt x="19608" y="138193"/>
                  </a:lnTo>
                  <a:lnTo>
                    <a:pt x="18837" y="136474"/>
                  </a:lnTo>
                  <a:lnTo>
                    <a:pt x="19547" y="136352"/>
                  </a:lnTo>
                  <a:lnTo>
                    <a:pt x="18086" y="134845"/>
                  </a:lnTo>
                  <a:lnTo>
                    <a:pt x="17884" y="134229"/>
                  </a:lnTo>
                  <a:lnTo>
                    <a:pt x="17591" y="130703"/>
                  </a:lnTo>
                  <a:lnTo>
                    <a:pt x="17647" y="128733"/>
                  </a:lnTo>
                  <a:lnTo>
                    <a:pt x="17435" y="128993"/>
                  </a:lnTo>
                  <a:lnTo>
                    <a:pt x="17237" y="130206"/>
                  </a:lnTo>
                  <a:lnTo>
                    <a:pt x="16664" y="130704"/>
                  </a:lnTo>
                  <a:lnTo>
                    <a:pt x="16920" y="132811"/>
                  </a:lnTo>
                  <a:lnTo>
                    <a:pt x="16856" y="133322"/>
                  </a:lnTo>
                  <a:lnTo>
                    <a:pt x="16552" y="134142"/>
                  </a:lnTo>
                  <a:lnTo>
                    <a:pt x="15331" y="133292"/>
                  </a:lnTo>
                  <a:lnTo>
                    <a:pt x="14436" y="132367"/>
                  </a:lnTo>
                  <a:lnTo>
                    <a:pt x="13420" y="130113"/>
                  </a:lnTo>
                  <a:lnTo>
                    <a:pt x="12426" y="127589"/>
                  </a:lnTo>
                  <a:lnTo>
                    <a:pt x="12781" y="127197"/>
                  </a:lnTo>
                  <a:lnTo>
                    <a:pt x="13235" y="127147"/>
                  </a:lnTo>
                  <a:lnTo>
                    <a:pt x="14649" y="129025"/>
                  </a:lnTo>
                  <a:lnTo>
                    <a:pt x="15566" y="129416"/>
                  </a:lnTo>
                  <a:lnTo>
                    <a:pt x="16145" y="128949"/>
                  </a:lnTo>
                  <a:lnTo>
                    <a:pt x="16863" y="128148"/>
                  </a:lnTo>
                  <a:lnTo>
                    <a:pt x="17205" y="126593"/>
                  </a:lnTo>
                  <a:lnTo>
                    <a:pt x="16851" y="126023"/>
                  </a:lnTo>
                  <a:lnTo>
                    <a:pt x="16161" y="125714"/>
                  </a:lnTo>
                  <a:lnTo>
                    <a:pt x="15704" y="125292"/>
                  </a:lnTo>
                  <a:lnTo>
                    <a:pt x="15045" y="124240"/>
                  </a:lnTo>
                  <a:lnTo>
                    <a:pt x="14961" y="123703"/>
                  </a:lnTo>
                  <a:lnTo>
                    <a:pt x="14758" y="123017"/>
                  </a:lnTo>
                  <a:lnTo>
                    <a:pt x="14088" y="122532"/>
                  </a:lnTo>
                  <a:lnTo>
                    <a:pt x="13549" y="121917"/>
                  </a:lnTo>
                  <a:lnTo>
                    <a:pt x="14004" y="120828"/>
                  </a:lnTo>
                  <a:lnTo>
                    <a:pt x="14450" y="120019"/>
                  </a:lnTo>
                  <a:lnTo>
                    <a:pt x="13266" y="120055"/>
                  </a:lnTo>
                  <a:lnTo>
                    <a:pt x="11915" y="118663"/>
                  </a:lnTo>
                  <a:lnTo>
                    <a:pt x="11636" y="118260"/>
                  </a:lnTo>
                  <a:lnTo>
                    <a:pt x="11189" y="117981"/>
                  </a:lnTo>
                  <a:lnTo>
                    <a:pt x="10126" y="117816"/>
                  </a:lnTo>
                  <a:lnTo>
                    <a:pt x="9243" y="118225"/>
                  </a:lnTo>
                  <a:lnTo>
                    <a:pt x="9644" y="120212"/>
                  </a:lnTo>
                  <a:lnTo>
                    <a:pt x="9565" y="120869"/>
                  </a:lnTo>
                  <a:lnTo>
                    <a:pt x="8986" y="120775"/>
                  </a:lnTo>
                  <a:lnTo>
                    <a:pt x="7780" y="117750"/>
                  </a:lnTo>
                  <a:lnTo>
                    <a:pt x="8143" y="116984"/>
                  </a:lnTo>
                  <a:lnTo>
                    <a:pt x="8665" y="116265"/>
                  </a:lnTo>
                  <a:lnTo>
                    <a:pt x="8408" y="116163"/>
                  </a:lnTo>
                  <a:lnTo>
                    <a:pt x="7904" y="116210"/>
                  </a:lnTo>
                  <a:lnTo>
                    <a:pt x="8393" y="113527"/>
                  </a:lnTo>
                  <a:lnTo>
                    <a:pt x="8096" y="113129"/>
                  </a:lnTo>
                  <a:lnTo>
                    <a:pt x="7939" y="113968"/>
                  </a:lnTo>
                  <a:lnTo>
                    <a:pt x="7673" y="114777"/>
                  </a:lnTo>
                  <a:lnTo>
                    <a:pt x="6646" y="116672"/>
                  </a:lnTo>
                  <a:lnTo>
                    <a:pt x="6137" y="116317"/>
                  </a:lnTo>
                  <a:lnTo>
                    <a:pt x="5786" y="115845"/>
                  </a:lnTo>
                  <a:lnTo>
                    <a:pt x="6281" y="114852"/>
                  </a:lnTo>
                  <a:lnTo>
                    <a:pt x="6547" y="114585"/>
                  </a:lnTo>
                  <a:lnTo>
                    <a:pt x="6731" y="114047"/>
                  </a:lnTo>
                  <a:lnTo>
                    <a:pt x="6349" y="113008"/>
                  </a:lnTo>
                  <a:lnTo>
                    <a:pt x="5745" y="112252"/>
                  </a:lnTo>
                  <a:lnTo>
                    <a:pt x="5260" y="110946"/>
                  </a:lnTo>
                  <a:lnTo>
                    <a:pt x="5008" y="110928"/>
                  </a:lnTo>
                  <a:lnTo>
                    <a:pt x="5232" y="112471"/>
                  </a:lnTo>
                  <a:lnTo>
                    <a:pt x="5139" y="114671"/>
                  </a:lnTo>
                  <a:lnTo>
                    <a:pt x="4053" y="112240"/>
                  </a:lnTo>
                  <a:lnTo>
                    <a:pt x="1880" y="108785"/>
                  </a:lnTo>
                  <a:lnTo>
                    <a:pt x="1367" y="107750"/>
                  </a:lnTo>
                  <a:lnTo>
                    <a:pt x="1251" y="106737"/>
                  </a:lnTo>
                  <a:lnTo>
                    <a:pt x="1008" y="105800"/>
                  </a:lnTo>
                  <a:lnTo>
                    <a:pt x="840" y="104781"/>
                  </a:lnTo>
                  <a:lnTo>
                    <a:pt x="802" y="103989"/>
                  </a:lnTo>
                  <a:lnTo>
                    <a:pt x="332" y="103274"/>
                  </a:lnTo>
                  <a:lnTo>
                    <a:pt x="117" y="102025"/>
                  </a:lnTo>
                  <a:lnTo>
                    <a:pt x="0" y="100758"/>
                  </a:lnTo>
                  <a:lnTo>
                    <a:pt x="270" y="99855"/>
                  </a:lnTo>
                  <a:lnTo>
                    <a:pt x="947" y="98882"/>
                  </a:lnTo>
                  <a:lnTo>
                    <a:pt x="1428" y="98712"/>
                  </a:lnTo>
                  <a:lnTo>
                    <a:pt x="1826" y="99141"/>
                  </a:lnTo>
                  <a:lnTo>
                    <a:pt x="2765" y="99783"/>
                  </a:lnTo>
                  <a:lnTo>
                    <a:pt x="3401" y="100385"/>
                  </a:lnTo>
                  <a:lnTo>
                    <a:pt x="3679" y="101173"/>
                  </a:lnTo>
                  <a:lnTo>
                    <a:pt x="3975" y="101078"/>
                  </a:lnTo>
                  <a:lnTo>
                    <a:pt x="4276" y="100575"/>
                  </a:lnTo>
                  <a:lnTo>
                    <a:pt x="4216" y="99954"/>
                  </a:lnTo>
                  <a:lnTo>
                    <a:pt x="3915" y="98328"/>
                  </a:lnTo>
                  <a:lnTo>
                    <a:pt x="3828" y="96352"/>
                  </a:lnTo>
                  <a:lnTo>
                    <a:pt x="3814" y="91731"/>
                  </a:lnTo>
                  <a:lnTo>
                    <a:pt x="3740" y="91204"/>
                  </a:lnTo>
                  <a:lnTo>
                    <a:pt x="4264" y="90740"/>
                  </a:lnTo>
                  <a:lnTo>
                    <a:pt x="4475" y="90211"/>
                  </a:lnTo>
                  <a:lnTo>
                    <a:pt x="4684" y="89420"/>
                  </a:lnTo>
                  <a:lnTo>
                    <a:pt x="4819" y="89072"/>
                  </a:lnTo>
                  <a:lnTo>
                    <a:pt x="5122" y="89051"/>
                  </a:lnTo>
                  <a:lnTo>
                    <a:pt x="5598" y="89437"/>
                  </a:lnTo>
                  <a:lnTo>
                    <a:pt x="6383" y="90757"/>
                  </a:lnTo>
                  <a:lnTo>
                    <a:pt x="6905" y="91053"/>
                  </a:lnTo>
                  <a:lnTo>
                    <a:pt x="7426" y="90846"/>
                  </a:lnTo>
                  <a:lnTo>
                    <a:pt x="7969" y="88866"/>
                  </a:lnTo>
                  <a:lnTo>
                    <a:pt x="8168" y="88332"/>
                  </a:lnTo>
                  <a:lnTo>
                    <a:pt x="8429" y="87977"/>
                  </a:lnTo>
                  <a:lnTo>
                    <a:pt x="8911" y="88037"/>
                  </a:lnTo>
                  <a:lnTo>
                    <a:pt x="9191" y="87682"/>
                  </a:lnTo>
                  <a:lnTo>
                    <a:pt x="9298" y="86827"/>
                  </a:lnTo>
                  <a:lnTo>
                    <a:pt x="9294" y="85874"/>
                  </a:lnTo>
                  <a:lnTo>
                    <a:pt x="8755" y="83267"/>
                  </a:lnTo>
                  <a:lnTo>
                    <a:pt x="8596" y="82066"/>
                  </a:lnTo>
                  <a:lnTo>
                    <a:pt x="8506" y="80881"/>
                  </a:lnTo>
                  <a:lnTo>
                    <a:pt x="8842" y="79660"/>
                  </a:lnTo>
                  <a:lnTo>
                    <a:pt x="9299" y="78234"/>
                  </a:lnTo>
                  <a:lnTo>
                    <a:pt x="9190" y="76988"/>
                  </a:lnTo>
                  <a:lnTo>
                    <a:pt x="9314" y="76504"/>
                  </a:lnTo>
                  <a:lnTo>
                    <a:pt x="9690" y="76434"/>
                  </a:lnTo>
                  <a:lnTo>
                    <a:pt x="10160" y="76735"/>
                  </a:lnTo>
                  <a:lnTo>
                    <a:pt x="10675" y="76527"/>
                  </a:lnTo>
                  <a:lnTo>
                    <a:pt x="11067" y="75765"/>
                  </a:lnTo>
                  <a:lnTo>
                    <a:pt x="11224" y="75102"/>
                  </a:lnTo>
                  <a:lnTo>
                    <a:pt x="11463" y="72220"/>
                  </a:lnTo>
                  <a:lnTo>
                    <a:pt x="11622" y="69586"/>
                  </a:lnTo>
                  <a:lnTo>
                    <a:pt x="11687" y="67437"/>
                  </a:lnTo>
                  <a:lnTo>
                    <a:pt x="11286" y="66152"/>
                  </a:lnTo>
                  <a:lnTo>
                    <a:pt x="10669" y="62698"/>
                  </a:lnTo>
                  <a:lnTo>
                    <a:pt x="10848" y="62107"/>
                  </a:lnTo>
                  <a:lnTo>
                    <a:pt x="11125" y="61969"/>
                  </a:lnTo>
                  <a:lnTo>
                    <a:pt x="12039" y="63178"/>
                  </a:lnTo>
                  <a:lnTo>
                    <a:pt x="12433" y="63381"/>
                  </a:lnTo>
                  <a:lnTo>
                    <a:pt x="13098" y="63197"/>
                  </a:lnTo>
                  <a:lnTo>
                    <a:pt x="13753" y="62928"/>
                  </a:lnTo>
                  <a:lnTo>
                    <a:pt x="14227" y="62911"/>
                  </a:lnTo>
                  <a:lnTo>
                    <a:pt x="14912" y="63325"/>
                  </a:lnTo>
                  <a:lnTo>
                    <a:pt x="15855" y="63785"/>
                  </a:lnTo>
                  <a:lnTo>
                    <a:pt x="17325" y="64357"/>
                  </a:lnTo>
                  <a:lnTo>
                    <a:pt x="17930" y="64787"/>
                  </a:lnTo>
                  <a:lnTo>
                    <a:pt x="18430" y="64726"/>
                  </a:lnTo>
                  <a:lnTo>
                    <a:pt x="18833" y="63384"/>
                  </a:lnTo>
                  <a:lnTo>
                    <a:pt x="19301" y="61424"/>
                  </a:lnTo>
                  <a:lnTo>
                    <a:pt x="19995" y="58513"/>
                  </a:lnTo>
                  <a:lnTo>
                    <a:pt x="20791" y="56395"/>
                  </a:lnTo>
                  <a:lnTo>
                    <a:pt x="21001" y="55833"/>
                  </a:lnTo>
                  <a:lnTo>
                    <a:pt x="21888" y="54109"/>
                  </a:lnTo>
                  <a:lnTo>
                    <a:pt x="22748" y="52301"/>
                  </a:lnTo>
                  <a:lnTo>
                    <a:pt x="23497" y="50017"/>
                  </a:lnTo>
                  <a:lnTo>
                    <a:pt x="23917" y="48375"/>
                  </a:lnTo>
                  <a:lnTo>
                    <a:pt x="23880" y="47690"/>
                  </a:lnTo>
                  <a:lnTo>
                    <a:pt x="23611" y="47122"/>
                  </a:lnTo>
                  <a:lnTo>
                    <a:pt x="23046" y="46759"/>
                  </a:lnTo>
                  <a:lnTo>
                    <a:pt x="22582" y="46384"/>
                  </a:lnTo>
                  <a:lnTo>
                    <a:pt x="22454" y="46046"/>
                  </a:lnTo>
                  <a:lnTo>
                    <a:pt x="22467" y="45659"/>
                  </a:lnTo>
                  <a:lnTo>
                    <a:pt x="22708" y="44594"/>
                  </a:lnTo>
                  <a:lnTo>
                    <a:pt x="23115" y="43336"/>
                  </a:lnTo>
                  <a:lnTo>
                    <a:pt x="23540" y="42654"/>
                  </a:lnTo>
                  <a:lnTo>
                    <a:pt x="24657" y="41811"/>
                  </a:lnTo>
                  <a:lnTo>
                    <a:pt x="25369" y="40725"/>
                  </a:lnTo>
                  <a:lnTo>
                    <a:pt x="26169" y="39288"/>
                  </a:lnTo>
                  <a:lnTo>
                    <a:pt x="26607" y="38308"/>
                  </a:lnTo>
                  <a:lnTo>
                    <a:pt x="26827" y="36321"/>
                  </a:lnTo>
                  <a:lnTo>
                    <a:pt x="27068" y="35925"/>
                  </a:lnTo>
                  <a:lnTo>
                    <a:pt x="27562" y="35284"/>
                  </a:lnTo>
                  <a:lnTo>
                    <a:pt x="27936" y="34531"/>
                  </a:lnTo>
                  <a:lnTo>
                    <a:pt x="27906" y="34125"/>
                  </a:lnTo>
                  <a:lnTo>
                    <a:pt x="27708" y="33832"/>
                  </a:lnTo>
                  <a:lnTo>
                    <a:pt x="27335" y="32441"/>
                  </a:lnTo>
                  <a:lnTo>
                    <a:pt x="27164" y="30263"/>
                  </a:lnTo>
                  <a:lnTo>
                    <a:pt x="27248" y="28496"/>
                  </a:lnTo>
                  <a:lnTo>
                    <a:pt x="27529" y="27777"/>
                  </a:lnTo>
                  <a:lnTo>
                    <a:pt x="27901" y="26776"/>
                  </a:lnTo>
                  <a:lnTo>
                    <a:pt x="28589" y="26161"/>
                  </a:lnTo>
                  <a:lnTo>
                    <a:pt x="29569" y="25730"/>
                  </a:lnTo>
                  <a:lnTo>
                    <a:pt x="31071" y="24561"/>
                  </a:lnTo>
                  <a:lnTo>
                    <a:pt x="33669" y="21850"/>
                  </a:lnTo>
                  <a:lnTo>
                    <a:pt x="34604" y="20966"/>
                  </a:lnTo>
                  <a:lnTo>
                    <a:pt x="35247" y="20509"/>
                  </a:lnTo>
                  <a:lnTo>
                    <a:pt x="35868" y="19373"/>
                  </a:lnTo>
                  <a:lnTo>
                    <a:pt x="36725" y="18131"/>
                  </a:lnTo>
                  <a:lnTo>
                    <a:pt x="37949" y="17515"/>
                  </a:lnTo>
                  <a:lnTo>
                    <a:pt x="38738" y="17276"/>
                  </a:lnTo>
                  <a:lnTo>
                    <a:pt x="42442" y="16427"/>
                  </a:lnTo>
                  <a:lnTo>
                    <a:pt x="43066" y="16535"/>
                  </a:lnTo>
                  <a:lnTo>
                    <a:pt x="43692" y="17028"/>
                  </a:lnTo>
                  <a:lnTo>
                    <a:pt x="44472" y="18679"/>
                  </a:lnTo>
                  <a:lnTo>
                    <a:pt x="45164" y="19300"/>
                  </a:lnTo>
                  <a:lnTo>
                    <a:pt x="45965" y="19736"/>
                  </a:lnTo>
                  <a:lnTo>
                    <a:pt x="46570" y="19549"/>
                  </a:lnTo>
                  <a:lnTo>
                    <a:pt x="46586" y="18881"/>
                  </a:lnTo>
                  <a:lnTo>
                    <a:pt x="44677" y="15028"/>
                  </a:lnTo>
                  <a:lnTo>
                    <a:pt x="44503" y="13978"/>
                  </a:lnTo>
                  <a:lnTo>
                    <a:pt x="44439" y="12976"/>
                  </a:lnTo>
                  <a:lnTo>
                    <a:pt x="44656" y="12179"/>
                  </a:lnTo>
                  <a:lnTo>
                    <a:pt x="45252" y="11419"/>
                  </a:lnTo>
                  <a:lnTo>
                    <a:pt x="46075" y="10558"/>
                  </a:lnTo>
                  <a:lnTo>
                    <a:pt x="47098" y="9487"/>
                  </a:lnTo>
                  <a:lnTo>
                    <a:pt x="47743" y="8745"/>
                  </a:lnTo>
                  <a:lnTo>
                    <a:pt x="48501" y="8507"/>
                  </a:lnTo>
                  <a:lnTo>
                    <a:pt x="48775" y="8079"/>
                  </a:lnTo>
                  <a:lnTo>
                    <a:pt x="48855" y="7458"/>
                  </a:lnTo>
                  <a:lnTo>
                    <a:pt x="48813" y="6781"/>
                  </a:lnTo>
                  <a:lnTo>
                    <a:pt x="48469" y="6012"/>
                  </a:lnTo>
                  <a:lnTo>
                    <a:pt x="48540" y="5046"/>
                  </a:lnTo>
                  <a:lnTo>
                    <a:pt x="48655" y="4171"/>
                  </a:lnTo>
                  <a:lnTo>
                    <a:pt x="48977" y="3661"/>
                  </a:lnTo>
                  <a:lnTo>
                    <a:pt x="49686" y="2275"/>
                  </a:lnTo>
                  <a:lnTo>
                    <a:pt x="50124" y="1274"/>
                  </a:lnTo>
                  <a:lnTo>
                    <a:pt x="50355" y="846"/>
                  </a:lnTo>
                  <a:lnTo>
                    <a:pt x="50693" y="95"/>
                  </a:lnTo>
                  <a:lnTo>
                    <a:pt x="51274" y="0"/>
                  </a:lnTo>
                  <a:lnTo>
                    <a:pt x="51838" y="237"/>
                  </a:lnTo>
                  <a:lnTo>
                    <a:pt x="52176" y="665"/>
                  </a:lnTo>
                  <a:lnTo>
                    <a:pt x="52512" y="1533"/>
                  </a:lnTo>
                  <a:lnTo>
                    <a:pt x="52880" y="2244"/>
                  </a:lnTo>
                  <a:lnTo>
                    <a:pt x="53329" y="2241"/>
                  </a:lnTo>
                  <a:lnTo>
                    <a:pt x="53787" y="2140"/>
                  </a:lnTo>
                  <a:lnTo>
                    <a:pt x="54002" y="2239"/>
                  </a:lnTo>
                  <a:lnTo>
                    <a:pt x="54442" y="2834"/>
                  </a:lnTo>
                  <a:lnTo>
                    <a:pt x="55276" y="4261"/>
                  </a:lnTo>
                  <a:lnTo>
                    <a:pt x="55648" y="4618"/>
                  </a:lnTo>
                  <a:lnTo>
                    <a:pt x="56001" y="5227"/>
                  </a:lnTo>
                  <a:lnTo>
                    <a:pt x="56185" y="6441"/>
                  </a:lnTo>
                  <a:lnTo>
                    <a:pt x="56300" y="7663"/>
                  </a:lnTo>
                  <a:lnTo>
                    <a:pt x="57345" y="11909"/>
                  </a:lnTo>
                  <a:lnTo>
                    <a:pt x="57660" y="12803"/>
                  </a:lnTo>
                  <a:lnTo>
                    <a:pt x="57892" y="13486"/>
                  </a:lnTo>
                  <a:lnTo>
                    <a:pt x="58381" y="13654"/>
                  </a:lnTo>
                  <a:lnTo>
                    <a:pt x="58778" y="12971"/>
                  </a:lnTo>
                  <a:lnTo>
                    <a:pt x="58934" y="12240"/>
                  </a:lnTo>
                  <a:lnTo>
                    <a:pt x="59347" y="11992"/>
                  </a:lnTo>
                  <a:lnTo>
                    <a:pt x="59838" y="12126"/>
                  </a:lnTo>
                  <a:lnTo>
                    <a:pt x="60740" y="12807"/>
                  </a:lnTo>
                  <a:lnTo>
                    <a:pt x="61226" y="13174"/>
                  </a:lnTo>
                  <a:lnTo>
                    <a:pt x="61468" y="15274"/>
                  </a:lnTo>
                  <a:lnTo>
                    <a:pt x="61522" y="17737"/>
                  </a:lnTo>
                  <a:lnTo>
                    <a:pt x="61449" y="18500"/>
                  </a:lnTo>
                  <a:lnTo>
                    <a:pt x="61844" y="20532"/>
                  </a:lnTo>
                  <a:lnTo>
                    <a:pt x="61967" y="22869"/>
                  </a:lnTo>
                  <a:lnTo>
                    <a:pt x="62052" y="24147"/>
                  </a:lnTo>
                  <a:lnTo>
                    <a:pt x="62060" y="25369"/>
                  </a:lnTo>
                  <a:lnTo>
                    <a:pt x="61989" y="26970"/>
                  </a:lnTo>
                  <a:lnTo>
                    <a:pt x="61777" y="29114"/>
                  </a:lnTo>
                  <a:lnTo>
                    <a:pt x="61422" y="30943"/>
                  </a:lnTo>
                  <a:lnTo>
                    <a:pt x="61551" y="32466"/>
                  </a:lnTo>
                  <a:lnTo>
                    <a:pt x="61340" y="33162"/>
                  </a:lnTo>
                  <a:lnTo>
                    <a:pt x="60477" y="33516"/>
                  </a:lnTo>
                  <a:lnTo>
                    <a:pt x="60402" y="34097"/>
                  </a:lnTo>
                  <a:lnTo>
                    <a:pt x="60657" y="35055"/>
                  </a:lnTo>
                  <a:lnTo>
                    <a:pt x="61259" y="36254"/>
                  </a:lnTo>
                  <a:lnTo>
                    <a:pt x="61274" y="37010"/>
                  </a:lnTo>
                  <a:lnTo>
                    <a:pt x="60982" y="37524"/>
                  </a:lnTo>
                  <a:lnTo>
                    <a:pt x="60348" y="37572"/>
                  </a:lnTo>
                  <a:lnTo>
                    <a:pt x="59470" y="38052"/>
                  </a:lnTo>
                  <a:lnTo>
                    <a:pt x="58865" y="39598"/>
                  </a:lnTo>
                  <a:lnTo>
                    <a:pt x="58223" y="40871"/>
                  </a:lnTo>
                  <a:lnTo>
                    <a:pt x="57871" y="41121"/>
                  </a:lnTo>
                  <a:lnTo>
                    <a:pt x="56698" y="40762"/>
                  </a:lnTo>
                  <a:lnTo>
                    <a:pt x="56417" y="41089"/>
                  </a:lnTo>
                  <a:lnTo>
                    <a:pt x="56008" y="43256"/>
                  </a:lnTo>
                  <a:lnTo>
                    <a:pt x="55671" y="44187"/>
                  </a:lnTo>
                  <a:lnTo>
                    <a:pt x="55167" y="44975"/>
                  </a:lnTo>
                  <a:lnTo>
                    <a:pt x="54706" y="45438"/>
                  </a:lnTo>
                  <a:lnTo>
                    <a:pt x="54289" y="45761"/>
                  </a:lnTo>
                  <a:lnTo>
                    <a:pt x="53358" y="45542"/>
                  </a:lnTo>
                  <a:lnTo>
                    <a:pt x="52865" y="46850"/>
                  </a:lnTo>
                  <a:lnTo>
                    <a:pt x="52368" y="48576"/>
                  </a:lnTo>
                  <a:lnTo>
                    <a:pt x="52329" y="49468"/>
                  </a:lnTo>
                  <a:lnTo>
                    <a:pt x="52586" y="50870"/>
                  </a:lnTo>
                  <a:lnTo>
                    <a:pt x="52452" y="51259"/>
                  </a:lnTo>
                  <a:lnTo>
                    <a:pt x="51950" y="51564"/>
                  </a:lnTo>
                  <a:lnTo>
                    <a:pt x="51123" y="52196"/>
                  </a:lnTo>
                  <a:lnTo>
                    <a:pt x="50613" y="54199"/>
                  </a:lnTo>
                  <a:lnTo>
                    <a:pt x="50632" y="56144"/>
                  </a:lnTo>
                  <a:lnTo>
                    <a:pt x="50934" y="56812"/>
                  </a:lnTo>
                  <a:lnTo>
                    <a:pt x="51505" y="57103"/>
                  </a:lnTo>
                  <a:lnTo>
                    <a:pt x="51911" y="57703"/>
                  </a:lnTo>
                  <a:lnTo>
                    <a:pt x="51950" y="58641"/>
                  </a:lnTo>
                  <a:lnTo>
                    <a:pt x="52305" y="59812"/>
                  </a:lnTo>
                  <a:lnTo>
                    <a:pt x="52138" y="61178"/>
                  </a:lnTo>
                  <a:lnTo>
                    <a:pt x="50981" y="63163"/>
                  </a:lnTo>
                  <a:lnTo>
                    <a:pt x="50946" y="64243"/>
                  </a:lnTo>
                  <a:lnTo>
                    <a:pt x="51562" y="64577"/>
                  </a:lnTo>
                  <a:lnTo>
                    <a:pt x="52095" y="64424"/>
                  </a:lnTo>
                  <a:lnTo>
                    <a:pt x="52754" y="63953"/>
                  </a:lnTo>
                  <a:lnTo>
                    <a:pt x="53530" y="63194"/>
                  </a:lnTo>
                  <a:lnTo>
                    <a:pt x="55225" y="62090"/>
                  </a:lnTo>
                  <a:lnTo>
                    <a:pt x="57076" y="61459"/>
                  </a:lnTo>
                  <a:lnTo>
                    <a:pt x="58540" y="61342"/>
                  </a:lnTo>
                  <a:lnTo>
                    <a:pt x="59790" y="61389"/>
                  </a:lnTo>
                  <a:lnTo>
                    <a:pt x="60403" y="61624"/>
                  </a:lnTo>
                  <a:lnTo>
                    <a:pt x="60585" y="62029"/>
                  </a:lnTo>
                  <a:lnTo>
                    <a:pt x="62297" y="61384"/>
                  </a:lnTo>
                  <a:lnTo>
                    <a:pt x="62656" y="61347"/>
                  </a:lnTo>
                  <a:lnTo>
                    <a:pt x="62966" y="61312"/>
                  </a:lnTo>
                  <a:lnTo>
                    <a:pt x="62955" y="61739"/>
                  </a:lnTo>
                  <a:lnTo>
                    <a:pt x="61703" y="63504"/>
                  </a:lnTo>
                  <a:lnTo>
                    <a:pt x="61468" y="64327"/>
                  </a:lnTo>
                  <a:lnTo>
                    <a:pt x="61507" y="65209"/>
                  </a:lnTo>
                  <a:lnTo>
                    <a:pt x="62019" y="66028"/>
                  </a:lnTo>
                  <a:lnTo>
                    <a:pt x="62518" y="66659"/>
                  </a:lnTo>
                  <a:lnTo>
                    <a:pt x="62939" y="68242"/>
                  </a:lnTo>
                  <a:lnTo>
                    <a:pt x="62614" y="69692"/>
                  </a:lnTo>
                  <a:lnTo>
                    <a:pt x="62821" y="70220"/>
                  </a:lnTo>
                  <a:lnTo>
                    <a:pt x="63191" y="70812"/>
                  </a:lnTo>
                  <a:lnTo>
                    <a:pt x="63416" y="71646"/>
                  </a:lnTo>
                  <a:lnTo>
                    <a:pt x="63443" y="72662"/>
                  </a:lnTo>
                  <a:lnTo>
                    <a:pt x="63237" y="74283"/>
                  </a:lnTo>
                  <a:lnTo>
                    <a:pt x="65047" y="75129"/>
                  </a:lnTo>
                  <a:lnTo>
                    <a:pt x="66610" y="75509"/>
                  </a:lnTo>
                  <a:lnTo>
                    <a:pt x="67751" y="75613"/>
                  </a:lnTo>
                  <a:lnTo>
                    <a:pt x="68481" y="75985"/>
                  </a:lnTo>
                  <a:lnTo>
                    <a:pt x="68921" y="76306"/>
                  </a:lnTo>
                  <a:lnTo>
                    <a:pt x="69231" y="76887"/>
                  </a:lnTo>
                  <a:lnTo>
                    <a:pt x="69324" y="77521"/>
                  </a:lnTo>
                  <a:lnTo>
                    <a:pt x="68942" y="77965"/>
                  </a:lnTo>
                  <a:lnTo>
                    <a:pt x="68170" y="79390"/>
                  </a:lnTo>
                  <a:lnTo>
                    <a:pt x="67726" y="81293"/>
                  </a:lnTo>
                  <a:lnTo>
                    <a:pt x="67773" y="82718"/>
                  </a:lnTo>
                  <a:lnTo>
                    <a:pt x="67721" y="83952"/>
                  </a:lnTo>
                  <a:lnTo>
                    <a:pt x="66826" y="85733"/>
                  </a:lnTo>
                  <a:lnTo>
                    <a:pt x="66469" y="86957"/>
                  </a:lnTo>
                  <a:lnTo>
                    <a:pt x="66157" y="88214"/>
                  </a:lnTo>
                  <a:lnTo>
                    <a:pt x="66167" y="88760"/>
                  </a:lnTo>
                  <a:lnTo>
                    <a:pt x="66352" y="89141"/>
                  </a:lnTo>
                  <a:lnTo>
                    <a:pt x="66734" y="89362"/>
                  </a:lnTo>
                  <a:lnTo>
                    <a:pt x="67394" y="89495"/>
                  </a:lnTo>
                  <a:lnTo>
                    <a:pt x="68203" y="89353"/>
                  </a:lnTo>
                  <a:lnTo>
                    <a:pt x="70133" y="89655"/>
                  </a:lnTo>
                  <a:lnTo>
                    <a:pt x="72335" y="90205"/>
                  </a:lnTo>
                  <a:lnTo>
                    <a:pt x="73208" y="90507"/>
                  </a:lnTo>
                  <a:lnTo>
                    <a:pt x="73494" y="91061"/>
                  </a:lnTo>
                  <a:lnTo>
                    <a:pt x="73423" y="92271"/>
                  </a:lnTo>
                  <a:lnTo>
                    <a:pt x="73283" y="93398"/>
                  </a:lnTo>
                  <a:lnTo>
                    <a:pt x="73426" y="94263"/>
                  </a:lnTo>
                  <a:lnTo>
                    <a:pt x="73781" y="95060"/>
                  </a:lnTo>
                  <a:lnTo>
                    <a:pt x="74377" y="95323"/>
                  </a:lnTo>
                  <a:lnTo>
                    <a:pt x="74890" y="95632"/>
                  </a:lnTo>
                  <a:lnTo>
                    <a:pt x="74987" y="96240"/>
                  </a:lnTo>
                  <a:lnTo>
                    <a:pt x="74831" y="97065"/>
                  </a:lnTo>
                  <a:lnTo>
                    <a:pt x="75092" y="97716"/>
                  </a:lnTo>
                  <a:lnTo>
                    <a:pt x="75384" y="98144"/>
                  </a:lnTo>
                  <a:lnTo>
                    <a:pt x="76019" y="98389"/>
                  </a:lnTo>
                  <a:lnTo>
                    <a:pt x="77304" y="97858"/>
                  </a:lnTo>
                  <a:lnTo>
                    <a:pt x="78204" y="98094"/>
                  </a:lnTo>
                  <a:lnTo>
                    <a:pt x="79014" y="98457"/>
                  </a:lnTo>
                  <a:lnTo>
                    <a:pt x="79707" y="98266"/>
                  </a:lnTo>
                  <a:lnTo>
                    <a:pt x="80393" y="97804"/>
                  </a:lnTo>
                  <a:lnTo>
                    <a:pt x="81888" y="95708"/>
                  </a:lnTo>
                  <a:lnTo>
                    <a:pt x="83631" y="94575"/>
                  </a:lnTo>
                  <a:lnTo>
                    <a:pt x="84203" y="94304"/>
                  </a:lnTo>
                  <a:lnTo>
                    <a:pt x="84590" y="94440"/>
                  </a:lnTo>
                  <a:lnTo>
                    <a:pt x="84686" y="94587"/>
                  </a:lnTo>
                  <a:lnTo>
                    <a:pt x="84660" y="95011"/>
                  </a:lnTo>
                  <a:lnTo>
                    <a:pt x="84841" y="9673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g1034"/>
            <p:cNvSpPr/>
            <p:nvPr/>
          </p:nvSpPr>
          <p:spPr>
            <a:xfrm>
              <a:off x="4196990" y="1811229"/>
              <a:ext cx="18082" cy="23338"/>
            </a:xfrm>
            <a:custGeom>
              <a:avLst/>
              <a:pathLst>
                <a:path w="18082" h="23338">
                  <a:moveTo>
                    <a:pt x="7171" y="125"/>
                  </a:moveTo>
                  <a:lnTo>
                    <a:pt x="7145" y="296"/>
                  </a:lnTo>
                  <a:lnTo>
                    <a:pt x="7191" y="799"/>
                  </a:lnTo>
                  <a:lnTo>
                    <a:pt x="7402" y="1288"/>
                  </a:lnTo>
                  <a:lnTo>
                    <a:pt x="8154" y="1790"/>
                  </a:lnTo>
                  <a:lnTo>
                    <a:pt x="9255" y="2782"/>
                  </a:lnTo>
                  <a:lnTo>
                    <a:pt x="10551" y="4603"/>
                  </a:lnTo>
                  <a:lnTo>
                    <a:pt x="11146" y="5145"/>
                  </a:lnTo>
                  <a:lnTo>
                    <a:pt x="11680" y="5277"/>
                  </a:lnTo>
                  <a:lnTo>
                    <a:pt x="12723" y="6033"/>
                  </a:lnTo>
                  <a:lnTo>
                    <a:pt x="13450" y="6217"/>
                  </a:lnTo>
                  <a:lnTo>
                    <a:pt x="14264" y="6425"/>
                  </a:lnTo>
                  <a:lnTo>
                    <a:pt x="16381" y="8003"/>
                  </a:lnTo>
                  <a:lnTo>
                    <a:pt x="17333" y="8464"/>
                  </a:lnTo>
                  <a:lnTo>
                    <a:pt x="18009" y="9058"/>
                  </a:lnTo>
                  <a:lnTo>
                    <a:pt x="18082" y="9617"/>
                  </a:lnTo>
                  <a:lnTo>
                    <a:pt x="18051" y="9964"/>
                  </a:lnTo>
                  <a:lnTo>
                    <a:pt x="16828" y="10370"/>
                  </a:lnTo>
                  <a:lnTo>
                    <a:pt x="16615" y="10986"/>
                  </a:lnTo>
                  <a:lnTo>
                    <a:pt x="16023" y="10915"/>
                  </a:lnTo>
                  <a:lnTo>
                    <a:pt x="15307" y="10911"/>
                  </a:lnTo>
                  <a:lnTo>
                    <a:pt x="15072" y="11302"/>
                  </a:lnTo>
                  <a:lnTo>
                    <a:pt x="15415" y="11946"/>
                  </a:lnTo>
                  <a:lnTo>
                    <a:pt x="15638" y="12703"/>
                  </a:lnTo>
                  <a:lnTo>
                    <a:pt x="15458" y="13742"/>
                  </a:lnTo>
                  <a:lnTo>
                    <a:pt x="15398" y="13879"/>
                  </a:lnTo>
                  <a:lnTo>
                    <a:pt x="15225" y="13842"/>
                  </a:lnTo>
                  <a:lnTo>
                    <a:pt x="14217" y="14445"/>
                  </a:lnTo>
                  <a:lnTo>
                    <a:pt x="13466" y="14729"/>
                  </a:lnTo>
                  <a:lnTo>
                    <a:pt x="12790" y="14870"/>
                  </a:lnTo>
                  <a:lnTo>
                    <a:pt x="12470" y="14581"/>
                  </a:lnTo>
                  <a:lnTo>
                    <a:pt x="12312" y="14187"/>
                  </a:lnTo>
                  <a:lnTo>
                    <a:pt x="12340" y="13046"/>
                  </a:lnTo>
                  <a:lnTo>
                    <a:pt x="12218" y="12662"/>
                  </a:lnTo>
                  <a:lnTo>
                    <a:pt x="11987" y="12474"/>
                  </a:lnTo>
                  <a:lnTo>
                    <a:pt x="11524" y="12745"/>
                  </a:lnTo>
                  <a:lnTo>
                    <a:pt x="10985" y="13625"/>
                  </a:lnTo>
                  <a:lnTo>
                    <a:pt x="10484" y="14650"/>
                  </a:lnTo>
                  <a:lnTo>
                    <a:pt x="9733" y="15718"/>
                  </a:lnTo>
                  <a:lnTo>
                    <a:pt x="9113" y="16743"/>
                  </a:lnTo>
                  <a:lnTo>
                    <a:pt x="8445" y="18035"/>
                  </a:lnTo>
                  <a:lnTo>
                    <a:pt x="7988" y="19105"/>
                  </a:lnTo>
                  <a:lnTo>
                    <a:pt x="8462" y="19708"/>
                  </a:lnTo>
                  <a:lnTo>
                    <a:pt x="8752" y="20548"/>
                  </a:lnTo>
                  <a:lnTo>
                    <a:pt x="8664" y="21177"/>
                  </a:lnTo>
                  <a:lnTo>
                    <a:pt x="8749" y="21543"/>
                  </a:lnTo>
                  <a:lnTo>
                    <a:pt x="8601" y="22644"/>
                  </a:lnTo>
                  <a:lnTo>
                    <a:pt x="8572" y="23338"/>
                  </a:lnTo>
                  <a:lnTo>
                    <a:pt x="7096" y="22228"/>
                  </a:lnTo>
                  <a:lnTo>
                    <a:pt x="6489" y="20668"/>
                  </a:lnTo>
                  <a:lnTo>
                    <a:pt x="4332" y="18032"/>
                  </a:lnTo>
                  <a:lnTo>
                    <a:pt x="1859" y="16238"/>
                  </a:lnTo>
                  <a:lnTo>
                    <a:pt x="1728" y="15955"/>
                  </a:lnTo>
                  <a:lnTo>
                    <a:pt x="1864" y="15610"/>
                  </a:lnTo>
                  <a:lnTo>
                    <a:pt x="1982" y="15337"/>
                  </a:lnTo>
                  <a:lnTo>
                    <a:pt x="1468" y="15316"/>
                  </a:lnTo>
                  <a:lnTo>
                    <a:pt x="1108" y="15535"/>
                  </a:lnTo>
                  <a:lnTo>
                    <a:pt x="767" y="15474"/>
                  </a:lnTo>
                  <a:lnTo>
                    <a:pt x="381" y="14801"/>
                  </a:lnTo>
                  <a:lnTo>
                    <a:pt x="16" y="14218"/>
                  </a:lnTo>
                  <a:lnTo>
                    <a:pt x="0" y="13705"/>
                  </a:lnTo>
                  <a:lnTo>
                    <a:pt x="166" y="13638"/>
                  </a:lnTo>
                  <a:lnTo>
                    <a:pt x="413" y="13433"/>
                  </a:lnTo>
                  <a:lnTo>
                    <a:pt x="933" y="12862"/>
                  </a:lnTo>
                  <a:lnTo>
                    <a:pt x="1036" y="12563"/>
                  </a:lnTo>
                  <a:lnTo>
                    <a:pt x="1011" y="12108"/>
                  </a:lnTo>
                  <a:lnTo>
                    <a:pt x="280" y="10671"/>
                  </a:lnTo>
                  <a:lnTo>
                    <a:pt x="177" y="9738"/>
                  </a:lnTo>
                  <a:lnTo>
                    <a:pt x="71" y="8004"/>
                  </a:lnTo>
                  <a:lnTo>
                    <a:pt x="225" y="7593"/>
                  </a:lnTo>
                  <a:lnTo>
                    <a:pt x="493" y="7394"/>
                  </a:lnTo>
                  <a:lnTo>
                    <a:pt x="1772" y="7178"/>
                  </a:lnTo>
                  <a:lnTo>
                    <a:pt x="1755" y="5826"/>
                  </a:lnTo>
                  <a:lnTo>
                    <a:pt x="1832" y="5421"/>
                  </a:lnTo>
                  <a:lnTo>
                    <a:pt x="2086" y="4859"/>
                  </a:lnTo>
                  <a:lnTo>
                    <a:pt x="2250" y="4345"/>
                  </a:lnTo>
                  <a:lnTo>
                    <a:pt x="2960" y="3609"/>
                  </a:lnTo>
                  <a:lnTo>
                    <a:pt x="3923" y="2733"/>
                  </a:lnTo>
                  <a:lnTo>
                    <a:pt x="4345" y="2707"/>
                  </a:lnTo>
                  <a:lnTo>
                    <a:pt x="4714" y="2829"/>
                  </a:lnTo>
                  <a:lnTo>
                    <a:pt x="5131" y="3583"/>
                  </a:lnTo>
                  <a:lnTo>
                    <a:pt x="5584" y="3485"/>
                  </a:lnTo>
                  <a:lnTo>
                    <a:pt x="5680" y="2580"/>
                  </a:lnTo>
                  <a:lnTo>
                    <a:pt x="5085" y="1394"/>
                  </a:lnTo>
                  <a:lnTo>
                    <a:pt x="4767" y="636"/>
                  </a:lnTo>
                  <a:lnTo>
                    <a:pt x="4866" y="218"/>
                  </a:lnTo>
                  <a:lnTo>
                    <a:pt x="5088" y="0"/>
                  </a:lnTo>
                  <a:lnTo>
                    <a:pt x="5600" y="136"/>
                  </a:lnTo>
                  <a:lnTo>
                    <a:pt x="6090" y="343"/>
                  </a:lnTo>
                  <a:lnTo>
                    <a:pt x="6399" y="203"/>
                  </a:lnTo>
                  <a:lnTo>
                    <a:pt x="6887" y="9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g1035"/>
            <p:cNvSpPr/>
            <p:nvPr/>
          </p:nvSpPr>
          <p:spPr>
            <a:xfrm>
              <a:off x="4852688" y="1691627"/>
              <a:ext cx="304209" cy="146756"/>
            </a:xfrm>
            <a:custGeom>
              <a:avLst/>
              <a:pathLst>
                <a:path w="304209" h="146756">
                  <a:moveTo>
                    <a:pt x="273797" y="31989"/>
                  </a:moveTo>
                  <a:lnTo>
                    <a:pt x="272911" y="33927"/>
                  </a:lnTo>
                  <a:lnTo>
                    <a:pt x="271137" y="37813"/>
                  </a:lnTo>
                  <a:lnTo>
                    <a:pt x="269634" y="41103"/>
                  </a:lnTo>
                  <a:lnTo>
                    <a:pt x="268842" y="42957"/>
                  </a:lnTo>
                  <a:lnTo>
                    <a:pt x="268261" y="44370"/>
                  </a:lnTo>
                  <a:lnTo>
                    <a:pt x="267657" y="45710"/>
                  </a:lnTo>
                  <a:lnTo>
                    <a:pt x="267573" y="46516"/>
                  </a:lnTo>
                  <a:lnTo>
                    <a:pt x="266895" y="47812"/>
                  </a:lnTo>
                  <a:lnTo>
                    <a:pt x="265634" y="49375"/>
                  </a:lnTo>
                  <a:lnTo>
                    <a:pt x="265361" y="51071"/>
                  </a:lnTo>
                  <a:lnTo>
                    <a:pt x="265407" y="52596"/>
                  </a:lnTo>
                  <a:lnTo>
                    <a:pt x="265303" y="53964"/>
                  </a:lnTo>
                  <a:lnTo>
                    <a:pt x="263921" y="54829"/>
                  </a:lnTo>
                  <a:lnTo>
                    <a:pt x="262839" y="55602"/>
                  </a:lnTo>
                  <a:lnTo>
                    <a:pt x="263147" y="58194"/>
                  </a:lnTo>
                  <a:lnTo>
                    <a:pt x="263703" y="59173"/>
                  </a:lnTo>
                  <a:lnTo>
                    <a:pt x="264605" y="60231"/>
                  </a:lnTo>
                  <a:lnTo>
                    <a:pt x="265551" y="61078"/>
                  </a:lnTo>
                  <a:lnTo>
                    <a:pt x="266369" y="61794"/>
                  </a:lnTo>
                  <a:lnTo>
                    <a:pt x="267274" y="61453"/>
                  </a:lnTo>
                  <a:lnTo>
                    <a:pt x="268040" y="60362"/>
                  </a:lnTo>
                  <a:lnTo>
                    <a:pt x="269519" y="59405"/>
                  </a:lnTo>
                  <a:lnTo>
                    <a:pt x="270333" y="59381"/>
                  </a:lnTo>
                  <a:lnTo>
                    <a:pt x="270910" y="59602"/>
                  </a:lnTo>
                  <a:lnTo>
                    <a:pt x="272190" y="59665"/>
                  </a:lnTo>
                  <a:lnTo>
                    <a:pt x="273500" y="59317"/>
                  </a:lnTo>
                  <a:lnTo>
                    <a:pt x="274527" y="59243"/>
                  </a:lnTo>
                  <a:lnTo>
                    <a:pt x="275858" y="59476"/>
                  </a:lnTo>
                  <a:lnTo>
                    <a:pt x="276335" y="59706"/>
                  </a:lnTo>
                  <a:lnTo>
                    <a:pt x="277452" y="60127"/>
                  </a:lnTo>
                  <a:lnTo>
                    <a:pt x="278657" y="61049"/>
                  </a:lnTo>
                  <a:lnTo>
                    <a:pt x="279498" y="62081"/>
                  </a:lnTo>
                  <a:lnTo>
                    <a:pt x="280111" y="62278"/>
                  </a:lnTo>
                  <a:lnTo>
                    <a:pt x="280426" y="61950"/>
                  </a:lnTo>
                  <a:lnTo>
                    <a:pt x="281098" y="61034"/>
                  </a:lnTo>
                  <a:lnTo>
                    <a:pt x="282047" y="60151"/>
                  </a:lnTo>
                  <a:lnTo>
                    <a:pt x="283194" y="58706"/>
                  </a:lnTo>
                  <a:lnTo>
                    <a:pt x="284062" y="57596"/>
                  </a:lnTo>
                  <a:lnTo>
                    <a:pt x="284744" y="57429"/>
                  </a:lnTo>
                  <a:lnTo>
                    <a:pt x="286057" y="57432"/>
                  </a:lnTo>
                  <a:lnTo>
                    <a:pt x="286650" y="57163"/>
                  </a:lnTo>
                  <a:lnTo>
                    <a:pt x="287645" y="57024"/>
                  </a:lnTo>
                  <a:lnTo>
                    <a:pt x="288521" y="57434"/>
                  </a:lnTo>
                  <a:lnTo>
                    <a:pt x="290969" y="57650"/>
                  </a:lnTo>
                  <a:lnTo>
                    <a:pt x="291625" y="58218"/>
                  </a:lnTo>
                  <a:lnTo>
                    <a:pt x="292787" y="59906"/>
                  </a:lnTo>
                  <a:lnTo>
                    <a:pt x="293443" y="60808"/>
                  </a:lnTo>
                  <a:lnTo>
                    <a:pt x="294582" y="61261"/>
                  </a:lnTo>
                  <a:lnTo>
                    <a:pt x="295271" y="61570"/>
                  </a:lnTo>
                  <a:lnTo>
                    <a:pt x="295881" y="61816"/>
                  </a:lnTo>
                  <a:lnTo>
                    <a:pt x="296489" y="62251"/>
                  </a:lnTo>
                  <a:lnTo>
                    <a:pt x="296635" y="62779"/>
                  </a:lnTo>
                  <a:lnTo>
                    <a:pt x="296878" y="63585"/>
                  </a:lnTo>
                  <a:lnTo>
                    <a:pt x="297251" y="64049"/>
                  </a:lnTo>
                  <a:lnTo>
                    <a:pt x="297940" y="64504"/>
                  </a:lnTo>
                  <a:lnTo>
                    <a:pt x="298466" y="64782"/>
                  </a:lnTo>
                  <a:lnTo>
                    <a:pt x="298634" y="65367"/>
                  </a:lnTo>
                  <a:lnTo>
                    <a:pt x="298798" y="65654"/>
                  </a:lnTo>
                  <a:lnTo>
                    <a:pt x="299278" y="66063"/>
                  </a:lnTo>
                  <a:lnTo>
                    <a:pt x="300700" y="67805"/>
                  </a:lnTo>
                  <a:lnTo>
                    <a:pt x="301393" y="68272"/>
                  </a:lnTo>
                  <a:lnTo>
                    <a:pt x="302442" y="69283"/>
                  </a:lnTo>
                  <a:lnTo>
                    <a:pt x="302878" y="70119"/>
                  </a:lnTo>
                  <a:lnTo>
                    <a:pt x="302903" y="70998"/>
                  </a:lnTo>
                  <a:lnTo>
                    <a:pt x="303174" y="71670"/>
                  </a:lnTo>
                  <a:lnTo>
                    <a:pt x="303876" y="72678"/>
                  </a:lnTo>
                  <a:lnTo>
                    <a:pt x="304209" y="73358"/>
                  </a:lnTo>
                  <a:lnTo>
                    <a:pt x="304079" y="74284"/>
                  </a:lnTo>
                  <a:lnTo>
                    <a:pt x="304190" y="75101"/>
                  </a:lnTo>
                  <a:lnTo>
                    <a:pt x="303919" y="75947"/>
                  </a:lnTo>
                  <a:lnTo>
                    <a:pt x="302786" y="76575"/>
                  </a:lnTo>
                  <a:lnTo>
                    <a:pt x="302400" y="76870"/>
                  </a:lnTo>
                  <a:lnTo>
                    <a:pt x="301582" y="76899"/>
                  </a:lnTo>
                  <a:lnTo>
                    <a:pt x="300199" y="76582"/>
                  </a:lnTo>
                  <a:lnTo>
                    <a:pt x="298854" y="76761"/>
                  </a:lnTo>
                  <a:lnTo>
                    <a:pt x="297248" y="76415"/>
                  </a:lnTo>
                  <a:lnTo>
                    <a:pt x="295984" y="75668"/>
                  </a:lnTo>
                  <a:lnTo>
                    <a:pt x="295309" y="75073"/>
                  </a:lnTo>
                  <a:lnTo>
                    <a:pt x="294238" y="74719"/>
                  </a:lnTo>
                  <a:lnTo>
                    <a:pt x="293731" y="74903"/>
                  </a:lnTo>
                  <a:lnTo>
                    <a:pt x="293093" y="75672"/>
                  </a:lnTo>
                  <a:lnTo>
                    <a:pt x="292391" y="75536"/>
                  </a:lnTo>
                  <a:lnTo>
                    <a:pt x="291745" y="75672"/>
                  </a:lnTo>
                  <a:lnTo>
                    <a:pt x="290079" y="75515"/>
                  </a:lnTo>
                  <a:lnTo>
                    <a:pt x="289174" y="75321"/>
                  </a:lnTo>
                  <a:lnTo>
                    <a:pt x="287737" y="75858"/>
                  </a:lnTo>
                  <a:lnTo>
                    <a:pt x="286928" y="76025"/>
                  </a:lnTo>
                  <a:lnTo>
                    <a:pt x="285406" y="76684"/>
                  </a:lnTo>
                  <a:lnTo>
                    <a:pt x="284489" y="77823"/>
                  </a:lnTo>
                  <a:lnTo>
                    <a:pt x="283805" y="78095"/>
                  </a:lnTo>
                  <a:lnTo>
                    <a:pt x="283142" y="78041"/>
                  </a:lnTo>
                  <a:lnTo>
                    <a:pt x="282663" y="77623"/>
                  </a:lnTo>
                  <a:lnTo>
                    <a:pt x="281967" y="77117"/>
                  </a:lnTo>
                  <a:lnTo>
                    <a:pt x="280937" y="77146"/>
                  </a:lnTo>
                  <a:lnTo>
                    <a:pt x="280630" y="77360"/>
                  </a:lnTo>
                  <a:lnTo>
                    <a:pt x="280503" y="77824"/>
                  </a:lnTo>
                  <a:lnTo>
                    <a:pt x="280164" y="79232"/>
                  </a:lnTo>
                  <a:lnTo>
                    <a:pt x="280170" y="79865"/>
                  </a:lnTo>
                  <a:lnTo>
                    <a:pt x="279947" y="80273"/>
                  </a:lnTo>
                  <a:lnTo>
                    <a:pt x="279338" y="80410"/>
                  </a:lnTo>
                  <a:lnTo>
                    <a:pt x="278268" y="80370"/>
                  </a:lnTo>
                  <a:lnTo>
                    <a:pt x="276592" y="80277"/>
                  </a:lnTo>
                  <a:lnTo>
                    <a:pt x="275460" y="79912"/>
                  </a:lnTo>
                  <a:lnTo>
                    <a:pt x="274778" y="80069"/>
                  </a:lnTo>
                  <a:lnTo>
                    <a:pt x="273849" y="80832"/>
                  </a:lnTo>
                  <a:lnTo>
                    <a:pt x="273191" y="80956"/>
                  </a:lnTo>
                  <a:lnTo>
                    <a:pt x="272655" y="81281"/>
                  </a:lnTo>
                  <a:lnTo>
                    <a:pt x="272220" y="82406"/>
                  </a:lnTo>
                  <a:lnTo>
                    <a:pt x="271540" y="83108"/>
                  </a:lnTo>
                  <a:lnTo>
                    <a:pt x="270715" y="83976"/>
                  </a:lnTo>
                  <a:lnTo>
                    <a:pt x="269835" y="85838"/>
                  </a:lnTo>
                  <a:lnTo>
                    <a:pt x="269347" y="86900"/>
                  </a:lnTo>
                  <a:lnTo>
                    <a:pt x="269499" y="87474"/>
                  </a:lnTo>
                  <a:lnTo>
                    <a:pt x="269608" y="88168"/>
                  </a:lnTo>
                  <a:lnTo>
                    <a:pt x="269202" y="88958"/>
                  </a:lnTo>
                  <a:lnTo>
                    <a:pt x="268371" y="89692"/>
                  </a:lnTo>
                  <a:lnTo>
                    <a:pt x="267706" y="89828"/>
                  </a:lnTo>
                  <a:lnTo>
                    <a:pt x="266709" y="90537"/>
                  </a:lnTo>
                  <a:lnTo>
                    <a:pt x="265337" y="91811"/>
                  </a:lnTo>
                  <a:lnTo>
                    <a:pt x="264314" y="92879"/>
                  </a:lnTo>
                  <a:lnTo>
                    <a:pt x="262975" y="93140"/>
                  </a:lnTo>
                  <a:lnTo>
                    <a:pt x="262029" y="93413"/>
                  </a:lnTo>
                  <a:lnTo>
                    <a:pt x="259929" y="93744"/>
                  </a:lnTo>
                  <a:lnTo>
                    <a:pt x="259409" y="93828"/>
                  </a:lnTo>
                  <a:lnTo>
                    <a:pt x="257107" y="93994"/>
                  </a:lnTo>
                  <a:lnTo>
                    <a:pt x="255400" y="93418"/>
                  </a:lnTo>
                  <a:lnTo>
                    <a:pt x="254506" y="93506"/>
                  </a:lnTo>
                  <a:lnTo>
                    <a:pt x="253710" y="93831"/>
                  </a:lnTo>
                  <a:lnTo>
                    <a:pt x="253303" y="94185"/>
                  </a:lnTo>
                  <a:lnTo>
                    <a:pt x="253162" y="94859"/>
                  </a:lnTo>
                  <a:lnTo>
                    <a:pt x="253021" y="95480"/>
                  </a:lnTo>
                  <a:lnTo>
                    <a:pt x="252376" y="96445"/>
                  </a:lnTo>
                  <a:lnTo>
                    <a:pt x="251069" y="97724"/>
                  </a:lnTo>
                  <a:lnTo>
                    <a:pt x="249994" y="98575"/>
                  </a:lnTo>
                  <a:lnTo>
                    <a:pt x="249170" y="99673"/>
                  </a:lnTo>
                  <a:lnTo>
                    <a:pt x="248697" y="100071"/>
                  </a:lnTo>
                  <a:lnTo>
                    <a:pt x="247756" y="100494"/>
                  </a:lnTo>
                  <a:lnTo>
                    <a:pt x="247247" y="100718"/>
                  </a:lnTo>
                  <a:lnTo>
                    <a:pt x="246065" y="101698"/>
                  </a:lnTo>
                  <a:lnTo>
                    <a:pt x="245124" y="102570"/>
                  </a:lnTo>
                  <a:lnTo>
                    <a:pt x="244503" y="102817"/>
                  </a:lnTo>
                  <a:lnTo>
                    <a:pt x="243755" y="102585"/>
                  </a:lnTo>
                  <a:lnTo>
                    <a:pt x="243260" y="102514"/>
                  </a:lnTo>
                  <a:lnTo>
                    <a:pt x="241797" y="102177"/>
                  </a:lnTo>
                  <a:lnTo>
                    <a:pt x="240805" y="102132"/>
                  </a:lnTo>
                  <a:lnTo>
                    <a:pt x="239417" y="101916"/>
                  </a:lnTo>
                  <a:lnTo>
                    <a:pt x="236175" y="100896"/>
                  </a:lnTo>
                  <a:lnTo>
                    <a:pt x="235135" y="100419"/>
                  </a:lnTo>
                  <a:lnTo>
                    <a:pt x="234213" y="99118"/>
                  </a:lnTo>
                  <a:lnTo>
                    <a:pt x="233380" y="98459"/>
                  </a:lnTo>
                  <a:lnTo>
                    <a:pt x="232252" y="98391"/>
                  </a:lnTo>
                  <a:lnTo>
                    <a:pt x="230557" y="98393"/>
                  </a:lnTo>
                  <a:lnTo>
                    <a:pt x="229797" y="98132"/>
                  </a:lnTo>
                  <a:lnTo>
                    <a:pt x="228524" y="98377"/>
                  </a:lnTo>
                  <a:lnTo>
                    <a:pt x="227134" y="99695"/>
                  </a:lnTo>
                  <a:lnTo>
                    <a:pt x="226475" y="100677"/>
                  </a:lnTo>
                  <a:lnTo>
                    <a:pt x="225906" y="101681"/>
                  </a:lnTo>
                  <a:lnTo>
                    <a:pt x="225207" y="103833"/>
                  </a:lnTo>
                  <a:lnTo>
                    <a:pt x="224898" y="105271"/>
                  </a:lnTo>
                  <a:lnTo>
                    <a:pt x="224658" y="106083"/>
                  </a:lnTo>
                  <a:lnTo>
                    <a:pt x="223916" y="107372"/>
                  </a:lnTo>
                  <a:lnTo>
                    <a:pt x="223833" y="108096"/>
                  </a:lnTo>
                  <a:lnTo>
                    <a:pt x="224092" y="108722"/>
                  </a:lnTo>
                  <a:lnTo>
                    <a:pt x="224628" y="109430"/>
                  </a:lnTo>
                  <a:lnTo>
                    <a:pt x="224945" y="110542"/>
                  </a:lnTo>
                  <a:lnTo>
                    <a:pt x="225729" y="111724"/>
                  </a:lnTo>
                  <a:lnTo>
                    <a:pt x="226497" y="112645"/>
                  </a:lnTo>
                  <a:lnTo>
                    <a:pt x="227946" y="114130"/>
                  </a:lnTo>
                  <a:lnTo>
                    <a:pt x="228356" y="114907"/>
                  </a:lnTo>
                  <a:lnTo>
                    <a:pt x="228843" y="115800"/>
                  </a:lnTo>
                  <a:lnTo>
                    <a:pt x="228948" y="116671"/>
                  </a:lnTo>
                  <a:lnTo>
                    <a:pt x="228857" y="117243"/>
                  </a:lnTo>
                  <a:lnTo>
                    <a:pt x="228336" y="117679"/>
                  </a:lnTo>
                  <a:lnTo>
                    <a:pt x="227323" y="117896"/>
                  </a:lnTo>
                  <a:lnTo>
                    <a:pt x="226837" y="118503"/>
                  </a:lnTo>
                  <a:lnTo>
                    <a:pt x="226091" y="119311"/>
                  </a:lnTo>
                  <a:lnTo>
                    <a:pt x="225206" y="120244"/>
                  </a:lnTo>
                  <a:lnTo>
                    <a:pt x="224792" y="120293"/>
                  </a:lnTo>
                  <a:lnTo>
                    <a:pt x="224295" y="120542"/>
                  </a:lnTo>
                  <a:lnTo>
                    <a:pt x="221795" y="121699"/>
                  </a:lnTo>
                  <a:lnTo>
                    <a:pt x="220846" y="122023"/>
                  </a:lnTo>
                  <a:lnTo>
                    <a:pt x="220096" y="122404"/>
                  </a:lnTo>
                  <a:lnTo>
                    <a:pt x="219207" y="123583"/>
                  </a:lnTo>
                  <a:lnTo>
                    <a:pt x="218510" y="124459"/>
                  </a:lnTo>
                  <a:lnTo>
                    <a:pt x="217649" y="125621"/>
                  </a:lnTo>
                  <a:lnTo>
                    <a:pt x="217271" y="126136"/>
                  </a:lnTo>
                  <a:lnTo>
                    <a:pt x="216504" y="127298"/>
                  </a:lnTo>
                  <a:lnTo>
                    <a:pt x="215495" y="128627"/>
                  </a:lnTo>
                  <a:lnTo>
                    <a:pt x="214935" y="129340"/>
                  </a:lnTo>
                  <a:lnTo>
                    <a:pt x="214631" y="129767"/>
                  </a:lnTo>
                  <a:lnTo>
                    <a:pt x="214355" y="130323"/>
                  </a:lnTo>
                  <a:lnTo>
                    <a:pt x="213300" y="130755"/>
                  </a:lnTo>
                  <a:lnTo>
                    <a:pt x="212430" y="131211"/>
                  </a:lnTo>
                  <a:lnTo>
                    <a:pt x="211116" y="131900"/>
                  </a:lnTo>
                  <a:lnTo>
                    <a:pt x="209231" y="132658"/>
                  </a:lnTo>
                  <a:lnTo>
                    <a:pt x="207710" y="133390"/>
                  </a:lnTo>
                  <a:lnTo>
                    <a:pt x="206740" y="133993"/>
                  </a:lnTo>
                  <a:lnTo>
                    <a:pt x="205299" y="134755"/>
                  </a:lnTo>
                  <a:lnTo>
                    <a:pt x="204321" y="135000"/>
                  </a:lnTo>
                  <a:lnTo>
                    <a:pt x="202352" y="134969"/>
                  </a:lnTo>
                  <a:lnTo>
                    <a:pt x="199919" y="135166"/>
                  </a:lnTo>
                  <a:lnTo>
                    <a:pt x="198148" y="135310"/>
                  </a:lnTo>
                  <a:lnTo>
                    <a:pt x="196816" y="135126"/>
                  </a:lnTo>
                  <a:lnTo>
                    <a:pt x="194805" y="135022"/>
                  </a:lnTo>
                  <a:lnTo>
                    <a:pt x="193265" y="134875"/>
                  </a:lnTo>
                  <a:lnTo>
                    <a:pt x="192235" y="135156"/>
                  </a:lnTo>
                  <a:lnTo>
                    <a:pt x="189810" y="135453"/>
                  </a:lnTo>
                  <a:lnTo>
                    <a:pt x="189268" y="135521"/>
                  </a:lnTo>
                  <a:lnTo>
                    <a:pt x="184951" y="136243"/>
                  </a:lnTo>
                  <a:lnTo>
                    <a:pt x="183043" y="136629"/>
                  </a:lnTo>
                  <a:lnTo>
                    <a:pt x="181296" y="136806"/>
                  </a:lnTo>
                  <a:lnTo>
                    <a:pt x="180009" y="137087"/>
                  </a:lnTo>
                  <a:lnTo>
                    <a:pt x="179282" y="137438"/>
                  </a:lnTo>
                  <a:lnTo>
                    <a:pt x="178203" y="137943"/>
                  </a:lnTo>
                  <a:lnTo>
                    <a:pt x="177632" y="138163"/>
                  </a:lnTo>
                  <a:lnTo>
                    <a:pt x="175725" y="139153"/>
                  </a:lnTo>
                  <a:lnTo>
                    <a:pt x="171471" y="141198"/>
                  </a:lnTo>
                  <a:lnTo>
                    <a:pt x="168622" y="142856"/>
                  </a:lnTo>
                  <a:lnTo>
                    <a:pt x="168155" y="143140"/>
                  </a:lnTo>
                  <a:lnTo>
                    <a:pt x="166237" y="144310"/>
                  </a:lnTo>
                  <a:lnTo>
                    <a:pt x="165127" y="144768"/>
                  </a:lnTo>
                  <a:lnTo>
                    <a:pt x="164355" y="145811"/>
                  </a:lnTo>
                  <a:lnTo>
                    <a:pt x="163742" y="146471"/>
                  </a:lnTo>
                  <a:lnTo>
                    <a:pt x="163093" y="146756"/>
                  </a:lnTo>
                  <a:lnTo>
                    <a:pt x="161942" y="146083"/>
                  </a:lnTo>
                  <a:lnTo>
                    <a:pt x="161121" y="146119"/>
                  </a:lnTo>
                  <a:lnTo>
                    <a:pt x="158516" y="145875"/>
                  </a:lnTo>
                  <a:lnTo>
                    <a:pt x="158516" y="142830"/>
                  </a:lnTo>
                  <a:lnTo>
                    <a:pt x="156689" y="143260"/>
                  </a:lnTo>
                  <a:lnTo>
                    <a:pt x="153776" y="143946"/>
                  </a:lnTo>
                  <a:lnTo>
                    <a:pt x="151069" y="144583"/>
                  </a:lnTo>
                  <a:lnTo>
                    <a:pt x="148596" y="143125"/>
                  </a:lnTo>
                  <a:lnTo>
                    <a:pt x="146686" y="141999"/>
                  </a:lnTo>
                  <a:lnTo>
                    <a:pt x="145031" y="141031"/>
                  </a:lnTo>
                  <a:lnTo>
                    <a:pt x="142514" y="140389"/>
                  </a:lnTo>
                  <a:lnTo>
                    <a:pt x="140322" y="139830"/>
                  </a:lnTo>
                  <a:lnTo>
                    <a:pt x="136363" y="138909"/>
                  </a:lnTo>
                  <a:lnTo>
                    <a:pt x="134625" y="138103"/>
                  </a:lnTo>
                  <a:lnTo>
                    <a:pt x="133744" y="137037"/>
                  </a:lnTo>
                  <a:lnTo>
                    <a:pt x="132174" y="134617"/>
                  </a:lnTo>
                  <a:lnTo>
                    <a:pt x="131664" y="134140"/>
                  </a:lnTo>
                  <a:lnTo>
                    <a:pt x="130899" y="133812"/>
                  </a:lnTo>
                  <a:lnTo>
                    <a:pt x="130106" y="133599"/>
                  </a:lnTo>
                  <a:lnTo>
                    <a:pt x="128388" y="133612"/>
                  </a:lnTo>
                  <a:lnTo>
                    <a:pt x="126290" y="133424"/>
                  </a:lnTo>
                  <a:lnTo>
                    <a:pt x="123268" y="132916"/>
                  </a:lnTo>
                  <a:lnTo>
                    <a:pt x="120870" y="132511"/>
                  </a:lnTo>
                  <a:lnTo>
                    <a:pt x="116776" y="131759"/>
                  </a:lnTo>
                  <a:lnTo>
                    <a:pt x="115806" y="131667"/>
                  </a:lnTo>
                  <a:lnTo>
                    <a:pt x="113664" y="132335"/>
                  </a:lnTo>
                  <a:lnTo>
                    <a:pt x="110925" y="133189"/>
                  </a:lnTo>
                  <a:lnTo>
                    <a:pt x="105996" y="132519"/>
                  </a:lnTo>
                  <a:lnTo>
                    <a:pt x="103814" y="132205"/>
                  </a:lnTo>
                  <a:lnTo>
                    <a:pt x="99386" y="131566"/>
                  </a:lnTo>
                  <a:lnTo>
                    <a:pt x="94378" y="130845"/>
                  </a:lnTo>
                  <a:lnTo>
                    <a:pt x="89522" y="130098"/>
                  </a:lnTo>
                  <a:lnTo>
                    <a:pt x="85997" y="130510"/>
                  </a:lnTo>
                  <a:lnTo>
                    <a:pt x="84032" y="130739"/>
                  </a:lnTo>
                  <a:lnTo>
                    <a:pt x="81763" y="131067"/>
                  </a:lnTo>
                  <a:lnTo>
                    <a:pt x="81449" y="130698"/>
                  </a:lnTo>
                  <a:lnTo>
                    <a:pt x="81356" y="129268"/>
                  </a:lnTo>
                  <a:lnTo>
                    <a:pt x="80949" y="128161"/>
                  </a:lnTo>
                  <a:lnTo>
                    <a:pt x="79710" y="126964"/>
                  </a:lnTo>
                  <a:lnTo>
                    <a:pt x="78875" y="125825"/>
                  </a:lnTo>
                  <a:lnTo>
                    <a:pt x="77288" y="124286"/>
                  </a:lnTo>
                  <a:lnTo>
                    <a:pt x="76787" y="123317"/>
                  </a:lnTo>
                  <a:lnTo>
                    <a:pt x="76621" y="121815"/>
                  </a:lnTo>
                  <a:lnTo>
                    <a:pt x="75157" y="117904"/>
                  </a:lnTo>
                  <a:lnTo>
                    <a:pt x="74248" y="115260"/>
                  </a:lnTo>
                  <a:lnTo>
                    <a:pt x="74021" y="114721"/>
                  </a:lnTo>
                  <a:lnTo>
                    <a:pt x="73627" y="113861"/>
                  </a:lnTo>
                  <a:lnTo>
                    <a:pt x="73114" y="113411"/>
                  </a:lnTo>
                  <a:lnTo>
                    <a:pt x="72027" y="113135"/>
                  </a:lnTo>
                  <a:lnTo>
                    <a:pt x="71735" y="112669"/>
                  </a:lnTo>
                  <a:lnTo>
                    <a:pt x="71735" y="111756"/>
                  </a:lnTo>
                  <a:lnTo>
                    <a:pt x="71906" y="110493"/>
                  </a:lnTo>
                  <a:lnTo>
                    <a:pt x="72125" y="109571"/>
                  </a:lnTo>
                  <a:lnTo>
                    <a:pt x="71969" y="109340"/>
                  </a:lnTo>
                  <a:lnTo>
                    <a:pt x="69126" y="109600"/>
                  </a:lnTo>
                  <a:lnTo>
                    <a:pt x="67387" y="108988"/>
                  </a:lnTo>
                  <a:lnTo>
                    <a:pt x="65930" y="108325"/>
                  </a:lnTo>
                  <a:lnTo>
                    <a:pt x="63871" y="106628"/>
                  </a:lnTo>
                  <a:lnTo>
                    <a:pt x="62645" y="105973"/>
                  </a:lnTo>
                  <a:lnTo>
                    <a:pt x="61080" y="104220"/>
                  </a:lnTo>
                  <a:lnTo>
                    <a:pt x="58796" y="103804"/>
                  </a:lnTo>
                  <a:lnTo>
                    <a:pt x="57947" y="103117"/>
                  </a:lnTo>
                  <a:lnTo>
                    <a:pt x="56879" y="101615"/>
                  </a:lnTo>
                  <a:lnTo>
                    <a:pt x="55944" y="100652"/>
                  </a:lnTo>
                  <a:lnTo>
                    <a:pt x="54617" y="100045"/>
                  </a:lnTo>
                  <a:lnTo>
                    <a:pt x="52518" y="99505"/>
                  </a:lnTo>
                  <a:lnTo>
                    <a:pt x="48939" y="98989"/>
                  </a:lnTo>
                  <a:lnTo>
                    <a:pt x="47727" y="98772"/>
                  </a:lnTo>
                  <a:lnTo>
                    <a:pt x="45749" y="99117"/>
                  </a:lnTo>
                  <a:lnTo>
                    <a:pt x="44282" y="99146"/>
                  </a:lnTo>
                  <a:lnTo>
                    <a:pt x="41906" y="98779"/>
                  </a:lnTo>
                  <a:lnTo>
                    <a:pt x="40554" y="98315"/>
                  </a:lnTo>
                  <a:lnTo>
                    <a:pt x="38880" y="98303"/>
                  </a:lnTo>
                  <a:lnTo>
                    <a:pt x="37792" y="98309"/>
                  </a:lnTo>
                  <a:lnTo>
                    <a:pt x="36340" y="98203"/>
                  </a:lnTo>
                  <a:lnTo>
                    <a:pt x="35637" y="97900"/>
                  </a:lnTo>
                  <a:lnTo>
                    <a:pt x="34984" y="97530"/>
                  </a:lnTo>
                  <a:lnTo>
                    <a:pt x="33765" y="97623"/>
                  </a:lnTo>
                  <a:lnTo>
                    <a:pt x="32910" y="97255"/>
                  </a:lnTo>
                  <a:lnTo>
                    <a:pt x="32114" y="96565"/>
                  </a:lnTo>
                  <a:lnTo>
                    <a:pt x="31285" y="96238"/>
                  </a:lnTo>
                  <a:lnTo>
                    <a:pt x="30373" y="96259"/>
                  </a:lnTo>
                  <a:lnTo>
                    <a:pt x="29998" y="96565"/>
                  </a:lnTo>
                  <a:lnTo>
                    <a:pt x="29650" y="96535"/>
                  </a:lnTo>
                  <a:lnTo>
                    <a:pt x="29423" y="95604"/>
                  </a:lnTo>
                  <a:lnTo>
                    <a:pt x="28571" y="94101"/>
                  </a:lnTo>
                  <a:lnTo>
                    <a:pt x="28443" y="93427"/>
                  </a:lnTo>
                  <a:lnTo>
                    <a:pt x="27921" y="92650"/>
                  </a:lnTo>
                  <a:lnTo>
                    <a:pt x="27612" y="91944"/>
                  </a:lnTo>
                  <a:lnTo>
                    <a:pt x="27696" y="90969"/>
                  </a:lnTo>
                  <a:lnTo>
                    <a:pt x="28065" y="89077"/>
                  </a:lnTo>
                  <a:lnTo>
                    <a:pt x="28881" y="87366"/>
                  </a:lnTo>
                  <a:lnTo>
                    <a:pt x="29416" y="86921"/>
                  </a:lnTo>
                  <a:lnTo>
                    <a:pt x="29744" y="86416"/>
                  </a:lnTo>
                  <a:lnTo>
                    <a:pt x="30431" y="85531"/>
                  </a:lnTo>
                  <a:lnTo>
                    <a:pt x="30828" y="84823"/>
                  </a:lnTo>
                  <a:lnTo>
                    <a:pt x="30781" y="83858"/>
                  </a:lnTo>
                  <a:lnTo>
                    <a:pt x="30316" y="82850"/>
                  </a:lnTo>
                  <a:lnTo>
                    <a:pt x="29975" y="81548"/>
                  </a:lnTo>
                  <a:lnTo>
                    <a:pt x="30038" y="80800"/>
                  </a:lnTo>
                  <a:lnTo>
                    <a:pt x="30542" y="79911"/>
                  </a:lnTo>
                  <a:lnTo>
                    <a:pt x="31132" y="77944"/>
                  </a:lnTo>
                  <a:lnTo>
                    <a:pt x="31085" y="77427"/>
                  </a:lnTo>
                  <a:lnTo>
                    <a:pt x="30852" y="77013"/>
                  </a:lnTo>
                  <a:lnTo>
                    <a:pt x="30791" y="76102"/>
                  </a:lnTo>
                  <a:lnTo>
                    <a:pt x="30677" y="74875"/>
                  </a:lnTo>
                  <a:lnTo>
                    <a:pt x="29965" y="73003"/>
                  </a:lnTo>
                  <a:lnTo>
                    <a:pt x="29581" y="72009"/>
                  </a:lnTo>
                  <a:lnTo>
                    <a:pt x="28910" y="71582"/>
                  </a:lnTo>
                  <a:lnTo>
                    <a:pt x="28120" y="71321"/>
                  </a:lnTo>
                  <a:lnTo>
                    <a:pt x="27438" y="69976"/>
                  </a:lnTo>
                  <a:lnTo>
                    <a:pt x="26582" y="68390"/>
                  </a:lnTo>
                  <a:lnTo>
                    <a:pt x="26045" y="67397"/>
                  </a:lnTo>
                  <a:lnTo>
                    <a:pt x="25859" y="66789"/>
                  </a:lnTo>
                  <a:lnTo>
                    <a:pt x="25774" y="65682"/>
                  </a:lnTo>
                  <a:lnTo>
                    <a:pt x="25374" y="64344"/>
                  </a:lnTo>
                  <a:lnTo>
                    <a:pt x="24952" y="63611"/>
                  </a:lnTo>
                  <a:lnTo>
                    <a:pt x="24638" y="63048"/>
                  </a:lnTo>
                  <a:lnTo>
                    <a:pt x="24479" y="62236"/>
                  </a:lnTo>
                  <a:lnTo>
                    <a:pt x="24315" y="61944"/>
                  </a:lnTo>
                  <a:lnTo>
                    <a:pt x="23158" y="61582"/>
                  </a:lnTo>
                  <a:lnTo>
                    <a:pt x="22328" y="60978"/>
                  </a:lnTo>
                  <a:lnTo>
                    <a:pt x="21981" y="60167"/>
                  </a:lnTo>
                  <a:lnTo>
                    <a:pt x="21861" y="59512"/>
                  </a:lnTo>
                  <a:lnTo>
                    <a:pt x="21615" y="59133"/>
                  </a:lnTo>
                  <a:lnTo>
                    <a:pt x="20960" y="59012"/>
                  </a:lnTo>
                  <a:lnTo>
                    <a:pt x="20504" y="59598"/>
                  </a:lnTo>
                  <a:lnTo>
                    <a:pt x="19755" y="59892"/>
                  </a:lnTo>
                  <a:lnTo>
                    <a:pt x="19252" y="59840"/>
                  </a:lnTo>
                  <a:lnTo>
                    <a:pt x="18755" y="59484"/>
                  </a:lnTo>
                  <a:lnTo>
                    <a:pt x="18448" y="59112"/>
                  </a:lnTo>
                  <a:lnTo>
                    <a:pt x="17931" y="58695"/>
                  </a:lnTo>
                  <a:lnTo>
                    <a:pt x="17197" y="57372"/>
                  </a:lnTo>
                  <a:lnTo>
                    <a:pt x="16424" y="57022"/>
                  </a:lnTo>
                  <a:lnTo>
                    <a:pt x="15011" y="57080"/>
                  </a:lnTo>
                  <a:lnTo>
                    <a:pt x="13747" y="57693"/>
                  </a:lnTo>
                  <a:lnTo>
                    <a:pt x="12984" y="57598"/>
                  </a:lnTo>
                  <a:lnTo>
                    <a:pt x="12341" y="57391"/>
                  </a:lnTo>
                  <a:lnTo>
                    <a:pt x="11617" y="56730"/>
                  </a:lnTo>
                  <a:lnTo>
                    <a:pt x="11112" y="56185"/>
                  </a:lnTo>
                  <a:lnTo>
                    <a:pt x="10360" y="56008"/>
                  </a:lnTo>
                  <a:lnTo>
                    <a:pt x="8880" y="55048"/>
                  </a:lnTo>
                  <a:lnTo>
                    <a:pt x="7879" y="54356"/>
                  </a:lnTo>
                  <a:lnTo>
                    <a:pt x="7792" y="52999"/>
                  </a:lnTo>
                  <a:lnTo>
                    <a:pt x="7321" y="52064"/>
                  </a:lnTo>
                  <a:lnTo>
                    <a:pt x="6346" y="51800"/>
                  </a:lnTo>
                  <a:lnTo>
                    <a:pt x="5362" y="50843"/>
                  </a:lnTo>
                  <a:lnTo>
                    <a:pt x="3926" y="50326"/>
                  </a:lnTo>
                  <a:lnTo>
                    <a:pt x="3022" y="49925"/>
                  </a:lnTo>
                  <a:lnTo>
                    <a:pt x="2237" y="49684"/>
                  </a:lnTo>
                  <a:lnTo>
                    <a:pt x="2121" y="49322"/>
                  </a:lnTo>
                  <a:lnTo>
                    <a:pt x="2167" y="49012"/>
                  </a:lnTo>
                  <a:lnTo>
                    <a:pt x="2530" y="48494"/>
                  </a:lnTo>
                  <a:lnTo>
                    <a:pt x="2904" y="48011"/>
                  </a:lnTo>
                  <a:lnTo>
                    <a:pt x="2998" y="47563"/>
                  </a:lnTo>
                  <a:lnTo>
                    <a:pt x="2694" y="47167"/>
                  </a:lnTo>
                  <a:lnTo>
                    <a:pt x="1882" y="46753"/>
                  </a:lnTo>
                  <a:lnTo>
                    <a:pt x="838" y="46385"/>
                  </a:lnTo>
                  <a:lnTo>
                    <a:pt x="624" y="45770"/>
                  </a:lnTo>
                  <a:lnTo>
                    <a:pt x="0" y="45130"/>
                  </a:lnTo>
                  <a:lnTo>
                    <a:pt x="108" y="44615"/>
                  </a:lnTo>
                  <a:lnTo>
                    <a:pt x="602" y="44239"/>
                  </a:lnTo>
                  <a:lnTo>
                    <a:pt x="1104" y="43960"/>
                  </a:lnTo>
                  <a:lnTo>
                    <a:pt x="1220" y="43477"/>
                  </a:lnTo>
                  <a:lnTo>
                    <a:pt x="865" y="43034"/>
                  </a:lnTo>
                  <a:lnTo>
                    <a:pt x="691" y="42359"/>
                  </a:lnTo>
                  <a:lnTo>
                    <a:pt x="776" y="41857"/>
                  </a:lnTo>
                  <a:lnTo>
                    <a:pt x="710" y="41218"/>
                  </a:lnTo>
                  <a:lnTo>
                    <a:pt x="1812" y="41184"/>
                  </a:lnTo>
                  <a:lnTo>
                    <a:pt x="2317" y="40872"/>
                  </a:lnTo>
                  <a:lnTo>
                    <a:pt x="2699" y="40414"/>
                  </a:lnTo>
                  <a:lnTo>
                    <a:pt x="3524" y="39904"/>
                  </a:lnTo>
                  <a:lnTo>
                    <a:pt x="3700" y="39316"/>
                  </a:lnTo>
                  <a:lnTo>
                    <a:pt x="3712" y="38158"/>
                  </a:lnTo>
                  <a:lnTo>
                    <a:pt x="4251" y="37179"/>
                  </a:lnTo>
                  <a:lnTo>
                    <a:pt x="5625" y="36888"/>
                  </a:lnTo>
                  <a:lnTo>
                    <a:pt x="6151" y="36744"/>
                  </a:lnTo>
                  <a:lnTo>
                    <a:pt x="6710" y="36886"/>
                  </a:lnTo>
                  <a:lnTo>
                    <a:pt x="7579" y="36748"/>
                  </a:lnTo>
                  <a:lnTo>
                    <a:pt x="8420" y="36698"/>
                  </a:lnTo>
                  <a:lnTo>
                    <a:pt x="8888" y="36999"/>
                  </a:lnTo>
                  <a:lnTo>
                    <a:pt x="9505" y="37255"/>
                  </a:lnTo>
                  <a:lnTo>
                    <a:pt x="10297" y="37224"/>
                  </a:lnTo>
                  <a:lnTo>
                    <a:pt x="10569" y="36763"/>
                  </a:lnTo>
                  <a:lnTo>
                    <a:pt x="10602" y="36120"/>
                  </a:lnTo>
                  <a:lnTo>
                    <a:pt x="10946" y="35951"/>
                  </a:lnTo>
                  <a:lnTo>
                    <a:pt x="11374" y="36398"/>
                  </a:lnTo>
                  <a:lnTo>
                    <a:pt x="11612" y="36732"/>
                  </a:lnTo>
                  <a:lnTo>
                    <a:pt x="11970" y="36884"/>
                  </a:lnTo>
                  <a:lnTo>
                    <a:pt x="12926" y="36486"/>
                  </a:lnTo>
                  <a:lnTo>
                    <a:pt x="13593" y="36056"/>
                  </a:lnTo>
                  <a:lnTo>
                    <a:pt x="13810" y="35170"/>
                  </a:lnTo>
                  <a:lnTo>
                    <a:pt x="14198" y="34733"/>
                  </a:lnTo>
                  <a:lnTo>
                    <a:pt x="14721" y="34955"/>
                  </a:lnTo>
                  <a:lnTo>
                    <a:pt x="15633" y="34950"/>
                  </a:lnTo>
                  <a:lnTo>
                    <a:pt x="16384" y="34266"/>
                  </a:lnTo>
                  <a:lnTo>
                    <a:pt x="17370" y="33720"/>
                  </a:lnTo>
                  <a:lnTo>
                    <a:pt x="18078" y="33472"/>
                  </a:lnTo>
                  <a:lnTo>
                    <a:pt x="18224" y="33011"/>
                  </a:lnTo>
                  <a:lnTo>
                    <a:pt x="17891" y="31996"/>
                  </a:lnTo>
                  <a:lnTo>
                    <a:pt x="17982" y="30884"/>
                  </a:lnTo>
                  <a:lnTo>
                    <a:pt x="18931" y="30255"/>
                  </a:lnTo>
                  <a:lnTo>
                    <a:pt x="20197" y="30179"/>
                  </a:lnTo>
                  <a:lnTo>
                    <a:pt x="21137" y="29750"/>
                  </a:lnTo>
                  <a:lnTo>
                    <a:pt x="21398" y="28565"/>
                  </a:lnTo>
                  <a:lnTo>
                    <a:pt x="21859" y="28223"/>
                  </a:lnTo>
                  <a:lnTo>
                    <a:pt x="22332" y="28090"/>
                  </a:lnTo>
                  <a:lnTo>
                    <a:pt x="23475" y="27903"/>
                  </a:lnTo>
                  <a:lnTo>
                    <a:pt x="24296" y="27423"/>
                  </a:lnTo>
                  <a:lnTo>
                    <a:pt x="24803" y="27203"/>
                  </a:lnTo>
                  <a:lnTo>
                    <a:pt x="26241" y="26556"/>
                  </a:lnTo>
                  <a:lnTo>
                    <a:pt x="27549" y="26430"/>
                  </a:lnTo>
                  <a:lnTo>
                    <a:pt x="28109" y="25913"/>
                  </a:lnTo>
                  <a:lnTo>
                    <a:pt x="28548" y="25264"/>
                  </a:lnTo>
                  <a:lnTo>
                    <a:pt x="29280" y="25016"/>
                  </a:lnTo>
                  <a:lnTo>
                    <a:pt x="30028" y="24452"/>
                  </a:lnTo>
                  <a:lnTo>
                    <a:pt x="31016" y="23736"/>
                  </a:lnTo>
                  <a:lnTo>
                    <a:pt x="31406" y="23637"/>
                  </a:lnTo>
                  <a:lnTo>
                    <a:pt x="33024" y="23221"/>
                  </a:lnTo>
                  <a:lnTo>
                    <a:pt x="33656" y="23068"/>
                  </a:lnTo>
                  <a:lnTo>
                    <a:pt x="34036" y="22975"/>
                  </a:lnTo>
                  <a:lnTo>
                    <a:pt x="34738" y="23003"/>
                  </a:lnTo>
                  <a:lnTo>
                    <a:pt x="35036" y="22248"/>
                  </a:lnTo>
                  <a:lnTo>
                    <a:pt x="35747" y="21692"/>
                  </a:lnTo>
                  <a:lnTo>
                    <a:pt x="36459" y="21504"/>
                  </a:lnTo>
                  <a:lnTo>
                    <a:pt x="36812" y="20951"/>
                  </a:lnTo>
                  <a:lnTo>
                    <a:pt x="37494" y="20248"/>
                  </a:lnTo>
                  <a:lnTo>
                    <a:pt x="38421" y="19857"/>
                  </a:lnTo>
                  <a:lnTo>
                    <a:pt x="39861" y="19801"/>
                  </a:lnTo>
                  <a:lnTo>
                    <a:pt x="41257" y="19879"/>
                  </a:lnTo>
                  <a:lnTo>
                    <a:pt x="42093" y="19759"/>
                  </a:lnTo>
                  <a:lnTo>
                    <a:pt x="42783" y="18719"/>
                  </a:lnTo>
                  <a:lnTo>
                    <a:pt x="42912" y="18203"/>
                  </a:lnTo>
                  <a:lnTo>
                    <a:pt x="43071" y="17678"/>
                  </a:lnTo>
                  <a:lnTo>
                    <a:pt x="43629" y="17478"/>
                  </a:lnTo>
                  <a:lnTo>
                    <a:pt x="44306" y="18330"/>
                  </a:lnTo>
                  <a:lnTo>
                    <a:pt x="44875" y="18860"/>
                  </a:lnTo>
                  <a:lnTo>
                    <a:pt x="45749" y="19413"/>
                  </a:lnTo>
                  <a:lnTo>
                    <a:pt x="46201" y="19931"/>
                  </a:lnTo>
                  <a:lnTo>
                    <a:pt x="46719" y="20002"/>
                  </a:lnTo>
                  <a:lnTo>
                    <a:pt x="47261" y="19615"/>
                  </a:lnTo>
                  <a:lnTo>
                    <a:pt x="47645" y="18670"/>
                  </a:lnTo>
                  <a:lnTo>
                    <a:pt x="48375" y="18525"/>
                  </a:lnTo>
                  <a:lnTo>
                    <a:pt x="49178" y="18677"/>
                  </a:lnTo>
                  <a:lnTo>
                    <a:pt x="49389" y="19141"/>
                  </a:lnTo>
                  <a:lnTo>
                    <a:pt x="49456" y="19593"/>
                  </a:lnTo>
                  <a:lnTo>
                    <a:pt x="49827" y="20402"/>
                  </a:lnTo>
                  <a:lnTo>
                    <a:pt x="50709" y="21108"/>
                  </a:lnTo>
                  <a:lnTo>
                    <a:pt x="51839" y="21071"/>
                  </a:lnTo>
                  <a:lnTo>
                    <a:pt x="52293" y="20945"/>
                  </a:lnTo>
                  <a:lnTo>
                    <a:pt x="53393" y="21044"/>
                  </a:lnTo>
                  <a:lnTo>
                    <a:pt x="54474" y="21198"/>
                  </a:lnTo>
                  <a:lnTo>
                    <a:pt x="55652" y="21364"/>
                  </a:lnTo>
                  <a:lnTo>
                    <a:pt x="55997" y="21390"/>
                  </a:lnTo>
                  <a:lnTo>
                    <a:pt x="57259" y="21474"/>
                  </a:lnTo>
                  <a:lnTo>
                    <a:pt x="59098" y="21597"/>
                  </a:lnTo>
                  <a:lnTo>
                    <a:pt x="59911" y="21541"/>
                  </a:lnTo>
                  <a:lnTo>
                    <a:pt x="61570" y="21771"/>
                  </a:lnTo>
                  <a:lnTo>
                    <a:pt x="61910" y="22399"/>
                  </a:lnTo>
                  <a:lnTo>
                    <a:pt x="62215" y="23884"/>
                  </a:lnTo>
                  <a:lnTo>
                    <a:pt x="62476" y="25299"/>
                  </a:lnTo>
                  <a:lnTo>
                    <a:pt x="62550" y="26437"/>
                  </a:lnTo>
                  <a:lnTo>
                    <a:pt x="62980" y="27026"/>
                  </a:lnTo>
                  <a:lnTo>
                    <a:pt x="63532" y="27220"/>
                  </a:lnTo>
                  <a:lnTo>
                    <a:pt x="63895" y="27679"/>
                  </a:lnTo>
                  <a:lnTo>
                    <a:pt x="64536" y="28305"/>
                  </a:lnTo>
                  <a:lnTo>
                    <a:pt x="65010" y="29200"/>
                  </a:lnTo>
                  <a:lnTo>
                    <a:pt x="65585" y="29140"/>
                  </a:lnTo>
                  <a:lnTo>
                    <a:pt x="65988" y="28928"/>
                  </a:lnTo>
                  <a:lnTo>
                    <a:pt x="66869" y="28859"/>
                  </a:lnTo>
                  <a:lnTo>
                    <a:pt x="67995" y="28921"/>
                  </a:lnTo>
                  <a:lnTo>
                    <a:pt x="68777" y="29416"/>
                  </a:lnTo>
                  <a:lnTo>
                    <a:pt x="69074" y="30067"/>
                  </a:lnTo>
                  <a:lnTo>
                    <a:pt x="69709" y="30431"/>
                  </a:lnTo>
                  <a:lnTo>
                    <a:pt x="70228" y="30314"/>
                  </a:lnTo>
                  <a:lnTo>
                    <a:pt x="71772" y="30310"/>
                  </a:lnTo>
                  <a:lnTo>
                    <a:pt x="72304" y="30351"/>
                  </a:lnTo>
                  <a:lnTo>
                    <a:pt x="72835" y="30709"/>
                  </a:lnTo>
                  <a:lnTo>
                    <a:pt x="73600" y="30769"/>
                  </a:lnTo>
                  <a:lnTo>
                    <a:pt x="74021" y="30314"/>
                  </a:lnTo>
                  <a:lnTo>
                    <a:pt x="75352" y="30005"/>
                  </a:lnTo>
                  <a:lnTo>
                    <a:pt x="76123" y="29357"/>
                  </a:lnTo>
                  <a:lnTo>
                    <a:pt x="76715" y="29351"/>
                  </a:lnTo>
                  <a:lnTo>
                    <a:pt x="77164" y="29663"/>
                  </a:lnTo>
                  <a:lnTo>
                    <a:pt x="77508" y="30089"/>
                  </a:lnTo>
                  <a:lnTo>
                    <a:pt x="78017" y="29900"/>
                  </a:lnTo>
                  <a:lnTo>
                    <a:pt x="78291" y="29548"/>
                  </a:lnTo>
                  <a:lnTo>
                    <a:pt x="78736" y="29549"/>
                  </a:lnTo>
                  <a:lnTo>
                    <a:pt x="79173" y="29776"/>
                  </a:lnTo>
                  <a:lnTo>
                    <a:pt x="80289" y="30171"/>
                  </a:lnTo>
                  <a:lnTo>
                    <a:pt x="81096" y="30910"/>
                  </a:lnTo>
                  <a:lnTo>
                    <a:pt x="81722" y="30981"/>
                  </a:lnTo>
                  <a:lnTo>
                    <a:pt x="82528" y="30765"/>
                  </a:lnTo>
                  <a:lnTo>
                    <a:pt x="82901" y="30665"/>
                  </a:lnTo>
                  <a:lnTo>
                    <a:pt x="83255" y="31030"/>
                  </a:lnTo>
                  <a:lnTo>
                    <a:pt x="83777" y="31227"/>
                  </a:lnTo>
                  <a:lnTo>
                    <a:pt x="84173" y="30956"/>
                  </a:lnTo>
                  <a:lnTo>
                    <a:pt x="84849" y="30764"/>
                  </a:lnTo>
                  <a:lnTo>
                    <a:pt x="87442" y="31166"/>
                  </a:lnTo>
                  <a:lnTo>
                    <a:pt x="88041" y="31904"/>
                  </a:lnTo>
                  <a:lnTo>
                    <a:pt x="88501" y="32251"/>
                  </a:lnTo>
                  <a:lnTo>
                    <a:pt x="88872" y="32855"/>
                  </a:lnTo>
                  <a:lnTo>
                    <a:pt x="89550" y="33286"/>
                  </a:lnTo>
                  <a:lnTo>
                    <a:pt x="90980" y="33137"/>
                  </a:lnTo>
                  <a:lnTo>
                    <a:pt x="91535" y="32697"/>
                  </a:lnTo>
                  <a:lnTo>
                    <a:pt x="92693" y="31719"/>
                  </a:lnTo>
                  <a:lnTo>
                    <a:pt x="93152" y="30766"/>
                  </a:lnTo>
                  <a:lnTo>
                    <a:pt x="93735" y="30457"/>
                  </a:lnTo>
                  <a:lnTo>
                    <a:pt x="94395" y="30303"/>
                  </a:lnTo>
                  <a:lnTo>
                    <a:pt x="95009" y="30305"/>
                  </a:lnTo>
                  <a:lnTo>
                    <a:pt x="95655" y="30273"/>
                  </a:lnTo>
                  <a:lnTo>
                    <a:pt x="96438" y="29576"/>
                  </a:lnTo>
                  <a:lnTo>
                    <a:pt x="97074" y="29332"/>
                  </a:lnTo>
                  <a:lnTo>
                    <a:pt x="98016" y="28446"/>
                  </a:lnTo>
                  <a:lnTo>
                    <a:pt x="98191" y="28044"/>
                  </a:lnTo>
                  <a:lnTo>
                    <a:pt x="98647" y="27013"/>
                  </a:lnTo>
                  <a:lnTo>
                    <a:pt x="98930" y="26355"/>
                  </a:lnTo>
                  <a:lnTo>
                    <a:pt x="99405" y="25313"/>
                  </a:lnTo>
                  <a:lnTo>
                    <a:pt x="99661" y="23631"/>
                  </a:lnTo>
                  <a:lnTo>
                    <a:pt x="99806" y="22739"/>
                  </a:lnTo>
                  <a:lnTo>
                    <a:pt x="99682" y="22093"/>
                  </a:lnTo>
                  <a:lnTo>
                    <a:pt x="99124" y="21760"/>
                  </a:lnTo>
                  <a:lnTo>
                    <a:pt x="98409" y="21601"/>
                  </a:lnTo>
                  <a:lnTo>
                    <a:pt x="97784" y="21109"/>
                  </a:lnTo>
                  <a:lnTo>
                    <a:pt x="97319" y="20540"/>
                  </a:lnTo>
                  <a:lnTo>
                    <a:pt x="97049" y="19739"/>
                  </a:lnTo>
                  <a:lnTo>
                    <a:pt x="96677" y="18803"/>
                  </a:lnTo>
                  <a:lnTo>
                    <a:pt x="96698" y="18126"/>
                  </a:lnTo>
                  <a:lnTo>
                    <a:pt x="96594" y="17603"/>
                  </a:lnTo>
                  <a:lnTo>
                    <a:pt x="96279" y="17157"/>
                  </a:lnTo>
                  <a:lnTo>
                    <a:pt x="95677" y="16373"/>
                  </a:lnTo>
                  <a:lnTo>
                    <a:pt x="95385" y="15789"/>
                  </a:lnTo>
                  <a:lnTo>
                    <a:pt x="95483" y="14863"/>
                  </a:lnTo>
                  <a:lnTo>
                    <a:pt x="96194" y="13279"/>
                  </a:lnTo>
                  <a:lnTo>
                    <a:pt x="96260" y="12544"/>
                  </a:lnTo>
                  <a:lnTo>
                    <a:pt x="96350" y="12086"/>
                  </a:lnTo>
                  <a:lnTo>
                    <a:pt x="96311" y="11671"/>
                  </a:lnTo>
                  <a:lnTo>
                    <a:pt x="96535" y="10723"/>
                  </a:lnTo>
                  <a:lnTo>
                    <a:pt x="96935" y="10324"/>
                  </a:lnTo>
                  <a:lnTo>
                    <a:pt x="97393" y="9307"/>
                  </a:lnTo>
                  <a:lnTo>
                    <a:pt x="98013" y="8839"/>
                  </a:lnTo>
                  <a:lnTo>
                    <a:pt x="98785" y="8808"/>
                  </a:lnTo>
                  <a:lnTo>
                    <a:pt x="99118" y="8531"/>
                  </a:lnTo>
                  <a:lnTo>
                    <a:pt x="99284" y="7516"/>
                  </a:lnTo>
                  <a:lnTo>
                    <a:pt x="99657" y="6732"/>
                  </a:lnTo>
                  <a:lnTo>
                    <a:pt x="99905" y="6179"/>
                  </a:lnTo>
                  <a:lnTo>
                    <a:pt x="100375" y="5574"/>
                  </a:lnTo>
                  <a:lnTo>
                    <a:pt x="103097" y="4409"/>
                  </a:lnTo>
                  <a:lnTo>
                    <a:pt x="104229" y="2959"/>
                  </a:lnTo>
                  <a:lnTo>
                    <a:pt x="104630" y="2229"/>
                  </a:lnTo>
                  <a:lnTo>
                    <a:pt x="105066" y="658"/>
                  </a:lnTo>
                  <a:lnTo>
                    <a:pt x="105487" y="0"/>
                  </a:lnTo>
                  <a:lnTo>
                    <a:pt x="106102" y="217"/>
                  </a:lnTo>
                  <a:lnTo>
                    <a:pt x="106823" y="1142"/>
                  </a:lnTo>
                  <a:lnTo>
                    <a:pt x="107363" y="1149"/>
                  </a:lnTo>
                  <a:lnTo>
                    <a:pt x="108165" y="1651"/>
                  </a:lnTo>
                  <a:lnTo>
                    <a:pt x="110349" y="2702"/>
                  </a:lnTo>
                  <a:lnTo>
                    <a:pt x="111534" y="3031"/>
                  </a:lnTo>
                  <a:lnTo>
                    <a:pt x="112297" y="3134"/>
                  </a:lnTo>
                  <a:lnTo>
                    <a:pt x="113303" y="3426"/>
                  </a:lnTo>
                  <a:lnTo>
                    <a:pt x="113952" y="4041"/>
                  </a:lnTo>
                  <a:lnTo>
                    <a:pt x="115218" y="5045"/>
                  </a:lnTo>
                  <a:lnTo>
                    <a:pt x="116286" y="5302"/>
                  </a:lnTo>
                  <a:lnTo>
                    <a:pt x="118139" y="5404"/>
                  </a:lnTo>
                  <a:lnTo>
                    <a:pt x="120396" y="5456"/>
                  </a:lnTo>
                  <a:lnTo>
                    <a:pt x="121032" y="5632"/>
                  </a:lnTo>
                  <a:lnTo>
                    <a:pt x="122683" y="6356"/>
                  </a:lnTo>
                  <a:lnTo>
                    <a:pt x="124508" y="7155"/>
                  </a:lnTo>
                  <a:lnTo>
                    <a:pt x="126227" y="7870"/>
                  </a:lnTo>
                  <a:lnTo>
                    <a:pt x="127532" y="8424"/>
                  </a:lnTo>
                  <a:lnTo>
                    <a:pt x="128301" y="8961"/>
                  </a:lnTo>
                  <a:lnTo>
                    <a:pt x="129027" y="9270"/>
                  </a:lnTo>
                  <a:lnTo>
                    <a:pt x="129813" y="9007"/>
                  </a:lnTo>
                  <a:lnTo>
                    <a:pt x="130821" y="9067"/>
                  </a:lnTo>
                  <a:lnTo>
                    <a:pt x="133189" y="9711"/>
                  </a:lnTo>
                  <a:lnTo>
                    <a:pt x="134684" y="10252"/>
                  </a:lnTo>
                  <a:lnTo>
                    <a:pt x="135936" y="10653"/>
                  </a:lnTo>
                  <a:lnTo>
                    <a:pt x="136353" y="11207"/>
                  </a:lnTo>
                  <a:lnTo>
                    <a:pt x="136395" y="11945"/>
                  </a:lnTo>
                  <a:lnTo>
                    <a:pt x="136228" y="12570"/>
                  </a:lnTo>
                  <a:lnTo>
                    <a:pt x="136318" y="14084"/>
                  </a:lnTo>
                  <a:lnTo>
                    <a:pt x="136721" y="14876"/>
                  </a:lnTo>
                  <a:lnTo>
                    <a:pt x="136870" y="15941"/>
                  </a:lnTo>
                  <a:lnTo>
                    <a:pt x="137020" y="16958"/>
                  </a:lnTo>
                  <a:lnTo>
                    <a:pt x="136915" y="17962"/>
                  </a:lnTo>
                  <a:lnTo>
                    <a:pt x="137104" y="18495"/>
                  </a:lnTo>
                  <a:lnTo>
                    <a:pt x="137497" y="18809"/>
                  </a:lnTo>
                  <a:lnTo>
                    <a:pt x="137876" y="19510"/>
                  </a:lnTo>
                  <a:lnTo>
                    <a:pt x="137750" y="20248"/>
                  </a:lnTo>
                  <a:lnTo>
                    <a:pt x="137584" y="20679"/>
                  </a:lnTo>
                  <a:lnTo>
                    <a:pt x="137609" y="21370"/>
                  </a:lnTo>
                  <a:lnTo>
                    <a:pt x="138064" y="21940"/>
                  </a:lnTo>
                  <a:lnTo>
                    <a:pt x="138730" y="22053"/>
                  </a:lnTo>
                  <a:lnTo>
                    <a:pt x="139322" y="22199"/>
                  </a:lnTo>
                  <a:lnTo>
                    <a:pt x="140049" y="23097"/>
                  </a:lnTo>
                  <a:lnTo>
                    <a:pt x="141345" y="24131"/>
                  </a:lnTo>
                  <a:lnTo>
                    <a:pt x="142122" y="24418"/>
                  </a:lnTo>
                  <a:lnTo>
                    <a:pt x="143014" y="24883"/>
                  </a:lnTo>
                  <a:lnTo>
                    <a:pt x="144715" y="25338"/>
                  </a:lnTo>
                  <a:lnTo>
                    <a:pt x="145871" y="25476"/>
                  </a:lnTo>
                  <a:lnTo>
                    <a:pt x="146553" y="25845"/>
                  </a:lnTo>
                  <a:lnTo>
                    <a:pt x="147221" y="26737"/>
                  </a:lnTo>
                  <a:lnTo>
                    <a:pt x="148326" y="26922"/>
                  </a:lnTo>
                  <a:lnTo>
                    <a:pt x="149037" y="27230"/>
                  </a:lnTo>
                  <a:lnTo>
                    <a:pt x="150329" y="27598"/>
                  </a:lnTo>
                  <a:lnTo>
                    <a:pt x="151184" y="27385"/>
                  </a:lnTo>
                  <a:lnTo>
                    <a:pt x="151935" y="27075"/>
                  </a:lnTo>
                  <a:lnTo>
                    <a:pt x="152441" y="27134"/>
                  </a:lnTo>
                  <a:lnTo>
                    <a:pt x="153410" y="27337"/>
                  </a:lnTo>
                  <a:lnTo>
                    <a:pt x="154547" y="27380"/>
                  </a:lnTo>
                  <a:lnTo>
                    <a:pt x="155502" y="27168"/>
                  </a:lnTo>
                  <a:lnTo>
                    <a:pt x="156262" y="26540"/>
                  </a:lnTo>
                  <a:lnTo>
                    <a:pt x="157150" y="25691"/>
                  </a:lnTo>
                  <a:lnTo>
                    <a:pt x="158214" y="25261"/>
                  </a:lnTo>
                  <a:lnTo>
                    <a:pt x="159445" y="25107"/>
                  </a:lnTo>
                  <a:lnTo>
                    <a:pt x="160286" y="24763"/>
                  </a:lnTo>
                  <a:lnTo>
                    <a:pt x="163045" y="24190"/>
                  </a:lnTo>
                  <a:lnTo>
                    <a:pt x="164159" y="24092"/>
                  </a:lnTo>
                  <a:lnTo>
                    <a:pt x="165022" y="23539"/>
                  </a:lnTo>
                  <a:lnTo>
                    <a:pt x="165786" y="23108"/>
                  </a:lnTo>
                  <a:lnTo>
                    <a:pt x="166892" y="22924"/>
                  </a:lnTo>
                  <a:lnTo>
                    <a:pt x="168387" y="23376"/>
                  </a:lnTo>
                  <a:lnTo>
                    <a:pt x="169815" y="23754"/>
                  </a:lnTo>
                  <a:lnTo>
                    <a:pt x="171543" y="23877"/>
                  </a:lnTo>
                  <a:lnTo>
                    <a:pt x="172691" y="24399"/>
                  </a:lnTo>
                  <a:lnTo>
                    <a:pt x="173505" y="24892"/>
                  </a:lnTo>
                  <a:lnTo>
                    <a:pt x="174785" y="25283"/>
                  </a:lnTo>
                  <a:lnTo>
                    <a:pt x="176210" y="25102"/>
                  </a:lnTo>
                  <a:lnTo>
                    <a:pt x="178158" y="24945"/>
                  </a:lnTo>
                  <a:lnTo>
                    <a:pt x="179452" y="25171"/>
                  </a:lnTo>
                  <a:lnTo>
                    <a:pt x="180801" y="26068"/>
                  </a:lnTo>
                  <a:lnTo>
                    <a:pt x="181629" y="26788"/>
                  </a:lnTo>
                  <a:lnTo>
                    <a:pt x="182565" y="28325"/>
                  </a:lnTo>
                  <a:lnTo>
                    <a:pt x="183538" y="29071"/>
                  </a:lnTo>
                  <a:lnTo>
                    <a:pt x="184392" y="29679"/>
                  </a:lnTo>
                  <a:lnTo>
                    <a:pt x="185468" y="29717"/>
                  </a:lnTo>
                  <a:lnTo>
                    <a:pt x="188154" y="29767"/>
                  </a:lnTo>
                  <a:lnTo>
                    <a:pt x="189629" y="30089"/>
                  </a:lnTo>
                  <a:lnTo>
                    <a:pt x="190856" y="30259"/>
                  </a:lnTo>
                  <a:lnTo>
                    <a:pt x="191152" y="30581"/>
                  </a:lnTo>
                  <a:lnTo>
                    <a:pt x="191029" y="31637"/>
                  </a:lnTo>
                  <a:lnTo>
                    <a:pt x="191066" y="33147"/>
                  </a:lnTo>
                  <a:lnTo>
                    <a:pt x="191047" y="33841"/>
                  </a:lnTo>
                  <a:lnTo>
                    <a:pt x="191318" y="34364"/>
                  </a:lnTo>
                  <a:lnTo>
                    <a:pt x="191736" y="34456"/>
                  </a:lnTo>
                  <a:lnTo>
                    <a:pt x="191965" y="35194"/>
                  </a:lnTo>
                  <a:lnTo>
                    <a:pt x="192573" y="35631"/>
                  </a:lnTo>
                  <a:lnTo>
                    <a:pt x="193661" y="36159"/>
                  </a:lnTo>
                  <a:lnTo>
                    <a:pt x="195495" y="37950"/>
                  </a:lnTo>
                  <a:lnTo>
                    <a:pt x="196588" y="38716"/>
                  </a:lnTo>
                  <a:lnTo>
                    <a:pt x="197451" y="38977"/>
                  </a:lnTo>
                  <a:lnTo>
                    <a:pt x="198580" y="38797"/>
                  </a:lnTo>
                  <a:lnTo>
                    <a:pt x="200349" y="38802"/>
                  </a:lnTo>
                  <a:lnTo>
                    <a:pt x="203346" y="38808"/>
                  </a:lnTo>
                  <a:lnTo>
                    <a:pt x="205399" y="39346"/>
                  </a:lnTo>
                  <a:lnTo>
                    <a:pt x="206108" y="39715"/>
                  </a:lnTo>
                  <a:lnTo>
                    <a:pt x="208206" y="40141"/>
                  </a:lnTo>
                  <a:lnTo>
                    <a:pt x="210515" y="40611"/>
                  </a:lnTo>
                  <a:lnTo>
                    <a:pt x="212458" y="41102"/>
                  </a:lnTo>
                  <a:lnTo>
                    <a:pt x="213608" y="40468"/>
                  </a:lnTo>
                  <a:lnTo>
                    <a:pt x="214615" y="40411"/>
                  </a:lnTo>
                  <a:lnTo>
                    <a:pt x="215577" y="40870"/>
                  </a:lnTo>
                  <a:lnTo>
                    <a:pt x="216537" y="41560"/>
                  </a:lnTo>
                  <a:lnTo>
                    <a:pt x="217282" y="41485"/>
                  </a:lnTo>
                  <a:lnTo>
                    <a:pt x="218400" y="41161"/>
                  </a:lnTo>
                  <a:lnTo>
                    <a:pt x="221960" y="39235"/>
                  </a:lnTo>
                  <a:lnTo>
                    <a:pt x="223213" y="38516"/>
                  </a:lnTo>
                  <a:lnTo>
                    <a:pt x="224089" y="38700"/>
                  </a:lnTo>
                  <a:lnTo>
                    <a:pt x="224871" y="38445"/>
                  </a:lnTo>
                  <a:lnTo>
                    <a:pt x="225466" y="38229"/>
                  </a:lnTo>
                  <a:lnTo>
                    <a:pt x="226987" y="37931"/>
                  </a:lnTo>
                  <a:lnTo>
                    <a:pt x="227912" y="37849"/>
                  </a:lnTo>
                  <a:lnTo>
                    <a:pt x="228869" y="37676"/>
                  </a:lnTo>
                  <a:lnTo>
                    <a:pt x="230243" y="37562"/>
                  </a:lnTo>
                  <a:lnTo>
                    <a:pt x="233038" y="36301"/>
                  </a:lnTo>
                  <a:lnTo>
                    <a:pt x="234171" y="36054"/>
                  </a:lnTo>
                  <a:lnTo>
                    <a:pt x="236086" y="36404"/>
                  </a:lnTo>
                  <a:lnTo>
                    <a:pt x="237118" y="36176"/>
                  </a:lnTo>
                  <a:lnTo>
                    <a:pt x="238144" y="35539"/>
                  </a:lnTo>
                  <a:lnTo>
                    <a:pt x="239475" y="34883"/>
                  </a:lnTo>
                  <a:lnTo>
                    <a:pt x="239821" y="33820"/>
                  </a:lnTo>
                  <a:lnTo>
                    <a:pt x="240503" y="32360"/>
                  </a:lnTo>
                  <a:lnTo>
                    <a:pt x="241968" y="31284"/>
                  </a:lnTo>
                  <a:lnTo>
                    <a:pt x="243164" y="30346"/>
                  </a:lnTo>
                  <a:lnTo>
                    <a:pt x="244382" y="29433"/>
                  </a:lnTo>
                  <a:lnTo>
                    <a:pt x="245879" y="28673"/>
                  </a:lnTo>
                  <a:lnTo>
                    <a:pt x="247286" y="28121"/>
                  </a:lnTo>
                  <a:lnTo>
                    <a:pt x="249079" y="26675"/>
                  </a:lnTo>
                  <a:lnTo>
                    <a:pt x="250509" y="25943"/>
                  </a:lnTo>
                  <a:lnTo>
                    <a:pt x="251221" y="25704"/>
                  </a:lnTo>
                  <a:lnTo>
                    <a:pt x="252065" y="25968"/>
                  </a:lnTo>
                  <a:lnTo>
                    <a:pt x="253652" y="26163"/>
                  </a:lnTo>
                  <a:lnTo>
                    <a:pt x="254795" y="26104"/>
                  </a:lnTo>
                  <a:lnTo>
                    <a:pt x="255441" y="26272"/>
                  </a:lnTo>
                  <a:lnTo>
                    <a:pt x="256732" y="26978"/>
                  </a:lnTo>
                  <a:lnTo>
                    <a:pt x="257903" y="27598"/>
                  </a:lnTo>
                  <a:lnTo>
                    <a:pt x="258799" y="28702"/>
                  </a:lnTo>
                  <a:lnTo>
                    <a:pt x="260468" y="30244"/>
                  </a:lnTo>
                  <a:lnTo>
                    <a:pt x="261325" y="30762"/>
                  </a:lnTo>
                  <a:lnTo>
                    <a:pt x="261932" y="30975"/>
                  </a:lnTo>
                  <a:lnTo>
                    <a:pt x="263434" y="31121"/>
                  </a:lnTo>
                  <a:lnTo>
                    <a:pt x="264662" y="31196"/>
                  </a:lnTo>
                  <a:lnTo>
                    <a:pt x="265395" y="30844"/>
                  </a:lnTo>
                  <a:lnTo>
                    <a:pt x="266632" y="30199"/>
                  </a:lnTo>
                  <a:lnTo>
                    <a:pt x="268605" y="29381"/>
                  </a:lnTo>
                  <a:lnTo>
                    <a:pt x="269383" y="29402"/>
                  </a:lnTo>
                  <a:lnTo>
                    <a:pt x="270654" y="29837"/>
                  </a:lnTo>
                  <a:lnTo>
                    <a:pt x="272546" y="30643"/>
                  </a:lnTo>
                  <a:lnTo>
                    <a:pt x="273307" y="3124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g1036"/>
            <p:cNvSpPr/>
            <p:nvPr/>
          </p:nvSpPr>
          <p:spPr>
            <a:xfrm>
              <a:off x="5395823" y="2220640"/>
              <a:ext cx="1071" cy="1089"/>
            </a:xfrm>
            <a:custGeom>
              <a:avLst/>
              <a:pathLst>
                <a:path w="1071" h="1089">
                  <a:moveTo>
                    <a:pt x="1066" y="437"/>
                  </a:moveTo>
                  <a:lnTo>
                    <a:pt x="597" y="1089"/>
                  </a:lnTo>
                  <a:lnTo>
                    <a:pt x="259" y="954"/>
                  </a:lnTo>
                  <a:lnTo>
                    <a:pt x="49" y="732"/>
                  </a:lnTo>
                  <a:lnTo>
                    <a:pt x="0" y="360"/>
                  </a:lnTo>
                  <a:lnTo>
                    <a:pt x="759" y="0"/>
                  </a:lnTo>
                  <a:lnTo>
                    <a:pt x="1071" y="12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g1037"/>
            <p:cNvSpPr/>
            <p:nvPr/>
          </p:nvSpPr>
          <p:spPr>
            <a:xfrm>
              <a:off x="5399935" y="2208495"/>
              <a:ext cx="715" cy="1961"/>
            </a:xfrm>
            <a:custGeom>
              <a:avLst/>
              <a:pathLst>
                <a:path w="715" h="1961">
                  <a:moveTo>
                    <a:pt x="715" y="1250"/>
                  </a:moveTo>
                  <a:lnTo>
                    <a:pt x="324" y="1961"/>
                  </a:lnTo>
                  <a:lnTo>
                    <a:pt x="46" y="855"/>
                  </a:lnTo>
                  <a:lnTo>
                    <a:pt x="0" y="409"/>
                  </a:lnTo>
                  <a:lnTo>
                    <a:pt x="360" y="0"/>
                  </a:lnTo>
                  <a:lnTo>
                    <a:pt x="573" y="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g1038"/>
            <p:cNvSpPr/>
            <p:nvPr/>
          </p:nvSpPr>
          <p:spPr>
            <a:xfrm>
              <a:off x="5400858" y="2205633"/>
              <a:ext cx="1301" cy="2205"/>
            </a:xfrm>
            <a:custGeom>
              <a:avLst/>
              <a:pathLst>
                <a:path w="1301" h="2205">
                  <a:moveTo>
                    <a:pt x="640" y="1844"/>
                  </a:moveTo>
                  <a:lnTo>
                    <a:pt x="614" y="2205"/>
                  </a:lnTo>
                  <a:lnTo>
                    <a:pt x="132" y="2118"/>
                  </a:lnTo>
                  <a:lnTo>
                    <a:pt x="0" y="1956"/>
                  </a:lnTo>
                  <a:lnTo>
                    <a:pt x="273" y="698"/>
                  </a:lnTo>
                  <a:lnTo>
                    <a:pt x="965" y="118"/>
                  </a:lnTo>
                  <a:lnTo>
                    <a:pt x="1301" y="0"/>
                  </a:lnTo>
                  <a:lnTo>
                    <a:pt x="986" y="595"/>
                  </a:lnTo>
                  <a:lnTo>
                    <a:pt x="927" y="126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g1039"/>
            <p:cNvSpPr/>
            <p:nvPr/>
          </p:nvSpPr>
          <p:spPr>
            <a:xfrm>
              <a:off x="5400354" y="2190091"/>
              <a:ext cx="837" cy="662"/>
            </a:xfrm>
            <a:custGeom>
              <a:avLst/>
              <a:pathLst>
                <a:path w="837" h="662">
                  <a:moveTo>
                    <a:pt x="766" y="565"/>
                  </a:moveTo>
                  <a:lnTo>
                    <a:pt x="559" y="662"/>
                  </a:lnTo>
                  <a:lnTo>
                    <a:pt x="257" y="611"/>
                  </a:lnTo>
                  <a:lnTo>
                    <a:pt x="47" y="392"/>
                  </a:lnTo>
                  <a:lnTo>
                    <a:pt x="0" y="23"/>
                  </a:lnTo>
                  <a:lnTo>
                    <a:pt x="609" y="0"/>
                  </a:lnTo>
                  <a:lnTo>
                    <a:pt x="837" y="27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g1040"/>
            <p:cNvSpPr/>
            <p:nvPr/>
          </p:nvSpPr>
          <p:spPr>
            <a:xfrm>
              <a:off x="5401282" y="2165083"/>
              <a:ext cx="1006" cy="1614"/>
            </a:xfrm>
            <a:custGeom>
              <a:avLst/>
              <a:pathLst>
                <a:path w="1006" h="1614">
                  <a:moveTo>
                    <a:pt x="458" y="1306"/>
                  </a:moveTo>
                  <a:lnTo>
                    <a:pt x="0" y="1614"/>
                  </a:lnTo>
                  <a:lnTo>
                    <a:pt x="569" y="240"/>
                  </a:lnTo>
                  <a:lnTo>
                    <a:pt x="740" y="0"/>
                  </a:lnTo>
                  <a:lnTo>
                    <a:pt x="1006" y="50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g1041"/>
            <p:cNvSpPr/>
            <p:nvPr/>
          </p:nvSpPr>
          <p:spPr>
            <a:xfrm>
              <a:off x="5400491" y="2156238"/>
              <a:ext cx="595" cy="1137"/>
            </a:xfrm>
            <a:custGeom>
              <a:avLst/>
              <a:pathLst>
                <a:path w="595" h="1137">
                  <a:moveTo>
                    <a:pt x="595" y="617"/>
                  </a:moveTo>
                  <a:lnTo>
                    <a:pt x="308" y="1137"/>
                  </a:lnTo>
                  <a:lnTo>
                    <a:pt x="66" y="755"/>
                  </a:lnTo>
                  <a:lnTo>
                    <a:pt x="0" y="0"/>
                  </a:lnTo>
                  <a:lnTo>
                    <a:pt x="422" y="72"/>
                  </a:lnTo>
                  <a:lnTo>
                    <a:pt x="578" y="22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g1042"/>
            <p:cNvSpPr/>
            <p:nvPr/>
          </p:nvSpPr>
          <p:spPr>
            <a:xfrm>
              <a:off x="4308489" y="2564508"/>
              <a:ext cx="100499" cy="228707"/>
            </a:xfrm>
            <a:custGeom>
              <a:avLst/>
              <a:pathLst>
                <a:path w="100499" h="228707">
                  <a:moveTo>
                    <a:pt x="25206" y="228535"/>
                  </a:moveTo>
                  <a:lnTo>
                    <a:pt x="24170" y="228558"/>
                  </a:lnTo>
                  <a:lnTo>
                    <a:pt x="22393" y="228625"/>
                  </a:lnTo>
                  <a:lnTo>
                    <a:pt x="21343" y="228663"/>
                  </a:lnTo>
                  <a:lnTo>
                    <a:pt x="20167" y="228707"/>
                  </a:lnTo>
                  <a:lnTo>
                    <a:pt x="18711" y="228314"/>
                  </a:lnTo>
                  <a:lnTo>
                    <a:pt x="17891" y="228397"/>
                  </a:lnTo>
                  <a:lnTo>
                    <a:pt x="17825" y="223942"/>
                  </a:lnTo>
                  <a:lnTo>
                    <a:pt x="17560" y="222963"/>
                  </a:lnTo>
                  <a:lnTo>
                    <a:pt x="17280" y="221531"/>
                  </a:lnTo>
                  <a:lnTo>
                    <a:pt x="17215" y="220612"/>
                  </a:lnTo>
                  <a:lnTo>
                    <a:pt x="17390" y="219688"/>
                  </a:lnTo>
                  <a:lnTo>
                    <a:pt x="17474" y="218225"/>
                  </a:lnTo>
                  <a:lnTo>
                    <a:pt x="17396" y="216945"/>
                  </a:lnTo>
                  <a:lnTo>
                    <a:pt x="16525" y="216302"/>
                  </a:lnTo>
                  <a:lnTo>
                    <a:pt x="16333" y="216098"/>
                  </a:lnTo>
                  <a:lnTo>
                    <a:pt x="16145" y="215090"/>
                  </a:lnTo>
                  <a:lnTo>
                    <a:pt x="16069" y="213536"/>
                  </a:lnTo>
                  <a:lnTo>
                    <a:pt x="16677" y="211555"/>
                  </a:lnTo>
                  <a:lnTo>
                    <a:pt x="16628" y="207755"/>
                  </a:lnTo>
                  <a:lnTo>
                    <a:pt x="16700" y="206416"/>
                  </a:lnTo>
                  <a:lnTo>
                    <a:pt x="16688" y="203771"/>
                  </a:lnTo>
                  <a:lnTo>
                    <a:pt x="16675" y="200566"/>
                  </a:lnTo>
                  <a:lnTo>
                    <a:pt x="16664" y="197696"/>
                  </a:lnTo>
                  <a:lnTo>
                    <a:pt x="16689" y="195218"/>
                  </a:lnTo>
                  <a:lnTo>
                    <a:pt x="16507" y="194044"/>
                  </a:lnTo>
                  <a:lnTo>
                    <a:pt x="16355" y="193400"/>
                  </a:lnTo>
                  <a:lnTo>
                    <a:pt x="15953" y="192088"/>
                  </a:lnTo>
                  <a:lnTo>
                    <a:pt x="15482" y="189354"/>
                  </a:lnTo>
                  <a:lnTo>
                    <a:pt x="14927" y="187289"/>
                  </a:lnTo>
                  <a:lnTo>
                    <a:pt x="14212" y="185927"/>
                  </a:lnTo>
                  <a:lnTo>
                    <a:pt x="13985" y="185209"/>
                  </a:lnTo>
                  <a:lnTo>
                    <a:pt x="13754" y="184249"/>
                  </a:lnTo>
                  <a:lnTo>
                    <a:pt x="13077" y="182557"/>
                  </a:lnTo>
                  <a:lnTo>
                    <a:pt x="12524" y="181573"/>
                  </a:lnTo>
                  <a:lnTo>
                    <a:pt x="12373" y="180784"/>
                  </a:lnTo>
                  <a:lnTo>
                    <a:pt x="12393" y="178743"/>
                  </a:lnTo>
                  <a:lnTo>
                    <a:pt x="11777" y="175078"/>
                  </a:lnTo>
                  <a:lnTo>
                    <a:pt x="11329" y="172406"/>
                  </a:lnTo>
                  <a:lnTo>
                    <a:pt x="10655" y="169511"/>
                  </a:lnTo>
                  <a:lnTo>
                    <a:pt x="10202" y="167573"/>
                  </a:lnTo>
                  <a:lnTo>
                    <a:pt x="10136" y="167239"/>
                  </a:lnTo>
                  <a:lnTo>
                    <a:pt x="10086" y="166505"/>
                  </a:lnTo>
                  <a:lnTo>
                    <a:pt x="11425" y="165065"/>
                  </a:lnTo>
                  <a:lnTo>
                    <a:pt x="12769" y="163038"/>
                  </a:lnTo>
                  <a:lnTo>
                    <a:pt x="14341" y="160666"/>
                  </a:lnTo>
                  <a:lnTo>
                    <a:pt x="15744" y="158548"/>
                  </a:lnTo>
                  <a:lnTo>
                    <a:pt x="16977" y="156686"/>
                  </a:lnTo>
                  <a:lnTo>
                    <a:pt x="18665" y="154139"/>
                  </a:lnTo>
                  <a:lnTo>
                    <a:pt x="20334" y="151620"/>
                  </a:lnTo>
                  <a:lnTo>
                    <a:pt x="20725" y="151299"/>
                  </a:lnTo>
                  <a:lnTo>
                    <a:pt x="20889" y="151093"/>
                  </a:lnTo>
                  <a:lnTo>
                    <a:pt x="20168" y="148854"/>
                  </a:lnTo>
                  <a:lnTo>
                    <a:pt x="21328" y="146253"/>
                  </a:lnTo>
                  <a:lnTo>
                    <a:pt x="21391" y="144563"/>
                  </a:lnTo>
                  <a:lnTo>
                    <a:pt x="21342" y="142946"/>
                  </a:lnTo>
                  <a:lnTo>
                    <a:pt x="21481" y="142204"/>
                  </a:lnTo>
                  <a:lnTo>
                    <a:pt x="21830" y="141553"/>
                  </a:lnTo>
                  <a:lnTo>
                    <a:pt x="23186" y="140200"/>
                  </a:lnTo>
                  <a:lnTo>
                    <a:pt x="24210" y="138044"/>
                  </a:lnTo>
                  <a:lnTo>
                    <a:pt x="25050" y="136031"/>
                  </a:lnTo>
                  <a:lnTo>
                    <a:pt x="26215" y="132790"/>
                  </a:lnTo>
                  <a:lnTo>
                    <a:pt x="26330" y="132028"/>
                  </a:lnTo>
                  <a:lnTo>
                    <a:pt x="26347" y="131242"/>
                  </a:lnTo>
                  <a:lnTo>
                    <a:pt x="26025" y="130148"/>
                  </a:lnTo>
                  <a:lnTo>
                    <a:pt x="25247" y="128372"/>
                  </a:lnTo>
                  <a:lnTo>
                    <a:pt x="24683" y="126839"/>
                  </a:lnTo>
                  <a:lnTo>
                    <a:pt x="24180" y="124476"/>
                  </a:lnTo>
                  <a:lnTo>
                    <a:pt x="24684" y="122421"/>
                  </a:lnTo>
                  <a:lnTo>
                    <a:pt x="24865" y="121180"/>
                  </a:lnTo>
                  <a:lnTo>
                    <a:pt x="24863" y="120510"/>
                  </a:lnTo>
                  <a:lnTo>
                    <a:pt x="24639" y="119874"/>
                  </a:lnTo>
                  <a:lnTo>
                    <a:pt x="24072" y="119393"/>
                  </a:lnTo>
                  <a:lnTo>
                    <a:pt x="23602" y="119080"/>
                  </a:lnTo>
                  <a:lnTo>
                    <a:pt x="23443" y="118230"/>
                  </a:lnTo>
                  <a:lnTo>
                    <a:pt x="23438" y="117219"/>
                  </a:lnTo>
                  <a:lnTo>
                    <a:pt x="23653" y="116660"/>
                  </a:lnTo>
                  <a:lnTo>
                    <a:pt x="24907" y="115757"/>
                  </a:lnTo>
                  <a:lnTo>
                    <a:pt x="25192" y="115267"/>
                  </a:lnTo>
                  <a:lnTo>
                    <a:pt x="25340" y="114717"/>
                  </a:lnTo>
                  <a:lnTo>
                    <a:pt x="25353" y="113934"/>
                  </a:lnTo>
                  <a:lnTo>
                    <a:pt x="25740" y="111978"/>
                  </a:lnTo>
                  <a:lnTo>
                    <a:pt x="26218" y="110121"/>
                  </a:lnTo>
                  <a:lnTo>
                    <a:pt x="26250" y="109466"/>
                  </a:lnTo>
                  <a:lnTo>
                    <a:pt x="26080" y="108892"/>
                  </a:lnTo>
                  <a:lnTo>
                    <a:pt x="25949" y="107844"/>
                  </a:lnTo>
                  <a:lnTo>
                    <a:pt x="25863" y="106262"/>
                  </a:lnTo>
                  <a:lnTo>
                    <a:pt x="25855" y="101834"/>
                  </a:lnTo>
                  <a:lnTo>
                    <a:pt x="26102" y="97260"/>
                  </a:lnTo>
                  <a:lnTo>
                    <a:pt x="25994" y="94667"/>
                  </a:lnTo>
                  <a:lnTo>
                    <a:pt x="25190" y="91685"/>
                  </a:lnTo>
                  <a:lnTo>
                    <a:pt x="25113" y="89534"/>
                  </a:lnTo>
                  <a:lnTo>
                    <a:pt x="25696" y="88033"/>
                  </a:lnTo>
                  <a:lnTo>
                    <a:pt x="25792" y="87145"/>
                  </a:lnTo>
                  <a:lnTo>
                    <a:pt x="25365" y="87032"/>
                  </a:lnTo>
                  <a:lnTo>
                    <a:pt x="24489" y="86941"/>
                  </a:lnTo>
                  <a:lnTo>
                    <a:pt x="23841" y="86662"/>
                  </a:lnTo>
                  <a:lnTo>
                    <a:pt x="22838" y="85432"/>
                  </a:lnTo>
                  <a:lnTo>
                    <a:pt x="21099" y="84403"/>
                  </a:lnTo>
                  <a:lnTo>
                    <a:pt x="19124" y="83469"/>
                  </a:lnTo>
                  <a:lnTo>
                    <a:pt x="16254" y="83191"/>
                  </a:lnTo>
                  <a:lnTo>
                    <a:pt x="13867" y="80197"/>
                  </a:lnTo>
                  <a:lnTo>
                    <a:pt x="11996" y="79716"/>
                  </a:lnTo>
                  <a:lnTo>
                    <a:pt x="11394" y="79335"/>
                  </a:lnTo>
                  <a:lnTo>
                    <a:pt x="9597" y="77540"/>
                  </a:lnTo>
                  <a:lnTo>
                    <a:pt x="6783" y="77373"/>
                  </a:lnTo>
                  <a:lnTo>
                    <a:pt x="3863" y="77199"/>
                  </a:lnTo>
                  <a:lnTo>
                    <a:pt x="2043" y="77145"/>
                  </a:lnTo>
                  <a:lnTo>
                    <a:pt x="1774" y="76906"/>
                  </a:lnTo>
                  <a:lnTo>
                    <a:pt x="1668" y="74431"/>
                  </a:lnTo>
                  <a:lnTo>
                    <a:pt x="1649" y="72232"/>
                  </a:lnTo>
                  <a:lnTo>
                    <a:pt x="1495" y="70318"/>
                  </a:lnTo>
                  <a:lnTo>
                    <a:pt x="1218" y="68140"/>
                  </a:lnTo>
                  <a:lnTo>
                    <a:pt x="793" y="67291"/>
                  </a:lnTo>
                  <a:lnTo>
                    <a:pt x="287" y="65817"/>
                  </a:lnTo>
                  <a:lnTo>
                    <a:pt x="30" y="64195"/>
                  </a:lnTo>
                  <a:lnTo>
                    <a:pt x="0" y="63409"/>
                  </a:lnTo>
                  <a:lnTo>
                    <a:pt x="95" y="63127"/>
                  </a:lnTo>
                  <a:lnTo>
                    <a:pt x="2122" y="61972"/>
                  </a:lnTo>
                  <a:lnTo>
                    <a:pt x="2988" y="61400"/>
                  </a:lnTo>
                  <a:lnTo>
                    <a:pt x="4272" y="60740"/>
                  </a:lnTo>
                  <a:lnTo>
                    <a:pt x="6559" y="59821"/>
                  </a:lnTo>
                  <a:lnTo>
                    <a:pt x="8600" y="59003"/>
                  </a:lnTo>
                  <a:lnTo>
                    <a:pt x="10470" y="58209"/>
                  </a:lnTo>
                  <a:lnTo>
                    <a:pt x="12451" y="57364"/>
                  </a:lnTo>
                  <a:lnTo>
                    <a:pt x="13257" y="56800"/>
                  </a:lnTo>
                  <a:lnTo>
                    <a:pt x="14258" y="56234"/>
                  </a:lnTo>
                  <a:lnTo>
                    <a:pt x="16654" y="55095"/>
                  </a:lnTo>
                  <a:lnTo>
                    <a:pt x="17338" y="54705"/>
                  </a:lnTo>
                  <a:lnTo>
                    <a:pt x="18714" y="54068"/>
                  </a:lnTo>
                  <a:lnTo>
                    <a:pt x="19404" y="53820"/>
                  </a:lnTo>
                  <a:lnTo>
                    <a:pt x="22057" y="52517"/>
                  </a:lnTo>
                  <a:lnTo>
                    <a:pt x="25097" y="51022"/>
                  </a:lnTo>
                  <a:lnTo>
                    <a:pt x="26162" y="50499"/>
                  </a:lnTo>
                  <a:lnTo>
                    <a:pt x="28193" y="49501"/>
                  </a:lnTo>
                  <a:lnTo>
                    <a:pt x="28588" y="49915"/>
                  </a:lnTo>
                  <a:lnTo>
                    <a:pt x="29973" y="53352"/>
                  </a:lnTo>
                  <a:lnTo>
                    <a:pt x="31064" y="55369"/>
                  </a:lnTo>
                  <a:lnTo>
                    <a:pt x="32305" y="57239"/>
                  </a:lnTo>
                  <a:lnTo>
                    <a:pt x="32512" y="57148"/>
                  </a:lnTo>
                  <a:lnTo>
                    <a:pt x="32869" y="56710"/>
                  </a:lnTo>
                  <a:lnTo>
                    <a:pt x="33487" y="56529"/>
                  </a:lnTo>
                  <a:lnTo>
                    <a:pt x="35459" y="56108"/>
                  </a:lnTo>
                  <a:lnTo>
                    <a:pt x="36212" y="56082"/>
                  </a:lnTo>
                  <a:lnTo>
                    <a:pt x="36708" y="55581"/>
                  </a:lnTo>
                  <a:lnTo>
                    <a:pt x="37720" y="55224"/>
                  </a:lnTo>
                  <a:lnTo>
                    <a:pt x="38890" y="55013"/>
                  </a:lnTo>
                  <a:lnTo>
                    <a:pt x="39292" y="55239"/>
                  </a:lnTo>
                  <a:lnTo>
                    <a:pt x="40525" y="57657"/>
                  </a:lnTo>
                  <a:lnTo>
                    <a:pt x="40703" y="59507"/>
                  </a:lnTo>
                  <a:lnTo>
                    <a:pt x="40959" y="62179"/>
                  </a:lnTo>
                  <a:lnTo>
                    <a:pt x="41020" y="63484"/>
                  </a:lnTo>
                  <a:lnTo>
                    <a:pt x="41000" y="65228"/>
                  </a:lnTo>
                  <a:lnTo>
                    <a:pt x="40861" y="67408"/>
                  </a:lnTo>
                  <a:lnTo>
                    <a:pt x="39860" y="69917"/>
                  </a:lnTo>
                  <a:lnTo>
                    <a:pt x="39668" y="71168"/>
                  </a:lnTo>
                  <a:lnTo>
                    <a:pt x="39132" y="73099"/>
                  </a:lnTo>
                  <a:lnTo>
                    <a:pt x="38422" y="74050"/>
                  </a:lnTo>
                  <a:lnTo>
                    <a:pt x="38073" y="74830"/>
                  </a:lnTo>
                  <a:lnTo>
                    <a:pt x="38093" y="75641"/>
                  </a:lnTo>
                  <a:lnTo>
                    <a:pt x="38472" y="76319"/>
                  </a:lnTo>
                  <a:lnTo>
                    <a:pt x="39302" y="77541"/>
                  </a:lnTo>
                  <a:lnTo>
                    <a:pt x="39557" y="78330"/>
                  </a:lnTo>
                  <a:lnTo>
                    <a:pt x="39483" y="79035"/>
                  </a:lnTo>
                  <a:lnTo>
                    <a:pt x="39486" y="79989"/>
                  </a:lnTo>
                  <a:lnTo>
                    <a:pt x="39684" y="80652"/>
                  </a:lnTo>
                  <a:lnTo>
                    <a:pt x="39920" y="81037"/>
                  </a:lnTo>
                  <a:lnTo>
                    <a:pt x="40741" y="81661"/>
                  </a:lnTo>
                  <a:lnTo>
                    <a:pt x="41541" y="83229"/>
                  </a:lnTo>
                  <a:lnTo>
                    <a:pt x="42923" y="85120"/>
                  </a:lnTo>
                  <a:lnTo>
                    <a:pt x="44575" y="87815"/>
                  </a:lnTo>
                  <a:lnTo>
                    <a:pt x="45350" y="88641"/>
                  </a:lnTo>
                  <a:lnTo>
                    <a:pt x="45961" y="88841"/>
                  </a:lnTo>
                  <a:lnTo>
                    <a:pt x="46266" y="89743"/>
                  </a:lnTo>
                  <a:lnTo>
                    <a:pt x="46097" y="90793"/>
                  </a:lnTo>
                  <a:lnTo>
                    <a:pt x="45621" y="91394"/>
                  </a:lnTo>
                  <a:lnTo>
                    <a:pt x="45817" y="92254"/>
                  </a:lnTo>
                  <a:lnTo>
                    <a:pt x="46086" y="92705"/>
                  </a:lnTo>
                  <a:lnTo>
                    <a:pt x="46384" y="92933"/>
                  </a:lnTo>
                  <a:lnTo>
                    <a:pt x="47110" y="92986"/>
                  </a:lnTo>
                  <a:lnTo>
                    <a:pt x="47784" y="92810"/>
                  </a:lnTo>
                  <a:lnTo>
                    <a:pt x="47953" y="92510"/>
                  </a:lnTo>
                  <a:lnTo>
                    <a:pt x="47865" y="88477"/>
                  </a:lnTo>
                  <a:lnTo>
                    <a:pt x="47379" y="86126"/>
                  </a:lnTo>
                  <a:lnTo>
                    <a:pt x="46892" y="85207"/>
                  </a:lnTo>
                  <a:lnTo>
                    <a:pt x="46787" y="85024"/>
                  </a:lnTo>
                  <a:lnTo>
                    <a:pt x="46958" y="84252"/>
                  </a:lnTo>
                  <a:lnTo>
                    <a:pt x="47502" y="82446"/>
                  </a:lnTo>
                  <a:lnTo>
                    <a:pt x="47963" y="80657"/>
                  </a:lnTo>
                  <a:lnTo>
                    <a:pt x="48256" y="79904"/>
                  </a:lnTo>
                  <a:lnTo>
                    <a:pt x="48597" y="79449"/>
                  </a:lnTo>
                  <a:lnTo>
                    <a:pt x="50875" y="78966"/>
                  </a:lnTo>
                  <a:lnTo>
                    <a:pt x="51912" y="78546"/>
                  </a:lnTo>
                  <a:lnTo>
                    <a:pt x="52351" y="78023"/>
                  </a:lnTo>
                  <a:lnTo>
                    <a:pt x="52691" y="76634"/>
                  </a:lnTo>
                  <a:lnTo>
                    <a:pt x="52962" y="72752"/>
                  </a:lnTo>
                  <a:lnTo>
                    <a:pt x="53060" y="69106"/>
                  </a:lnTo>
                  <a:lnTo>
                    <a:pt x="52825" y="66967"/>
                  </a:lnTo>
                  <a:lnTo>
                    <a:pt x="53152" y="63746"/>
                  </a:lnTo>
                  <a:lnTo>
                    <a:pt x="53652" y="61753"/>
                  </a:lnTo>
                  <a:lnTo>
                    <a:pt x="53405" y="61362"/>
                  </a:lnTo>
                  <a:lnTo>
                    <a:pt x="53220" y="58672"/>
                  </a:lnTo>
                  <a:lnTo>
                    <a:pt x="51737" y="55807"/>
                  </a:lnTo>
                  <a:lnTo>
                    <a:pt x="49827" y="52119"/>
                  </a:lnTo>
                  <a:lnTo>
                    <a:pt x="48761" y="50133"/>
                  </a:lnTo>
                  <a:lnTo>
                    <a:pt x="47547" y="47876"/>
                  </a:lnTo>
                  <a:lnTo>
                    <a:pt x="45337" y="44341"/>
                  </a:lnTo>
                  <a:lnTo>
                    <a:pt x="44324" y="43061"/>
                  </a:lnTo>
                  <a:lnTo>
                    <a:pt x="43791" y="42564"/>
                  </a:lnTo>
                  <a:lnTo>
                    <a:pt x="42004" y="42155"/>
                  </a:lnTo>
                  <a:lnTo>
                    <a:pt x="41530" y="41474"/>
                  </a:lnTo>
                  <a:lnTo>
                    <a:pt x="41077" y="40390"/>
                  </a:lnTo>
                  <a:lnTo>
                    <a:pt x="40907" y="38383"/>
                  </a:lnTo>
                  <a:lnTo>
                    <a:pt x="40878" y="36882"/>
                  </a:lnTo>
                  <a:lnTo>
                    <a:pt x="40676" y="34331"/>
                  </a:lnTo>
                  <a:lnTo>
                    <a:pt x="40313" y="30719"/>
                  </a:lnTo>
                  <a:lnTo>
                    <a:pt x="40152" y="29658"/>
                  </a:lnTo>
                  <a:lnTo>
                    <a:pt x="39643" y="26940"/>
                  </a:lnTo>
                  <a:lnTo>
                    <a:pt x="39158" y="24355"/>
                  </a:lnTo>
                  <a:lnTo>
                    <a:pt x="39130" y="23716"/>
                  </a:lnTo>
                  <a:lnTo>
                    <a:pt x="39302" y="23095"/>
                  </a:lnTo>
                  <a:lnTo>
                    <a:pt x="40124" y="21192"/>
                  </a:lnTo>
                  <a:lnTo>
                    <a:pt x="40710" y="19843"/>
                  </a:lnTo>
                  <a:lnTo>
                    <a:pt x="40985" y="19104"/>
                  </a:lnTo>
                  <a:lnTo>
                    <a:pt x="41480" y="17095"/>
                  </a:lnTo>
                  <a:lnTo>
                    <a:pt x="41597" y="16121"/>
                  </a:lnTo>
                  <a:lnTo>
                    <a:pt x="41985" y="15681"/>
                  </a:lnTo>
                  <a:lnTo>
                    <a:pt x="43564" y="15500"/>
                  </a:lnTo>
                  <a:lnTo>
                    <a:pt x="44822" y="15534"/>
                  </a:lnTo>
                  <a:lnTo>
                    <a:pt x="46933" y="15488"/>
                  </a:lnTo>
                  <a:lnTo>
                    <a:pt x="49162" y="15605"/>
                  </a:lnTo>
                  <a:lnTo>
                    <a:pt x="49476" y="15694"/>
                  </a:lnTo>
                  <a:lnTo>
                    <a:pt x="49977" y="15906"/>
                  </a:lnTo>
                  <a:lnTo>
                    <a:pt x="50545" y="15872"/>
                  </a:lnTo>
                  <a:lnTo>
                    <a:pt x="51175" y="15589"/>
                  </a:lnTo>
                  <a:lnTo>
                    <a:pt x="51872" y="14893"/>
                  </a:lnTo>
                  <a:lnTo>
                    <a:pt x="52636" y="13788"/>
                  </a:lnTo>
                  <a:lnTo>
                    <a:pt x="53827" y="13813"/>
                  </a:lnTo>
                  <a:lnTo>
                    <a:pt x="55444" y="14965"/>
                  </a:lnTo>
                  <a:lnTo>
                    <a:pt x="56326" y="15969"/>
                  </a:lnTo>
                  <a:lnTo>
                    <a:pt x="56476" y="16825"/>
                  </a:lnTo>
                  <a:lnTo>
                    <a:pt x="57558" y="17323"/>
                  </a:lnTo>
                  <a:lnTo>
                    <a:pt x="59573" y="17460"/>
                  </a:lnTo>
                  <a:lnTo>
                    <a:pt x="61041" y="17015"/>
                  </a:lnTo>
                  <a:lnTo>
                    <a:pt x="61961" y="15984"/>
                  </a:lnTo>
                  <a:lnTo>
                    <a:pt x="62922" y="15439"/>
                  </a:lnTo>
                  <a:lnTo>
                    <a:pt x="63927" y="15379"/>
                  </a:lnTo>
                  <a:lnTo>
                    <a:pt x="64687" y="15730"/>
                  </a:lnTo>
                  <a:lnTo>
                    <a:pt x="65204" y="16497"/>
                  </a:lnTo>
                  <a:lnTo>
                    <a:pt x="66193" y="17046"/>
                  </a:lnTo>
                  <a:lnTo>
                    <a:pt x="67654" y="17380"/>
                  </a:lnTo>
                  <a:lnTo>
                    <a:pt x="69252" y="16887"/>
                  </a:lnTo>
                  <a:lnTo>
                    <a:pt x="70984" y="15570"/>
                  </a:lnTo>
                  <a:lnTo>
                    <a:pt x="71973" y="14193"/>
                  </a:lnTo>
                  <a:lnTo>
                    <a:pt x="72217" y="12758"/>
                  </a:lnTo>
                  <a:lnTo>
                    <a:pt x="72503" y="11888"/>
                  </a:lnTo>
                  <a:lnTo>
                    <a:pt x="72833" y="11581"/>
                  </a:lnTo>
                  <a:lnTo>
                    <a:pt x="73751" y="11406"/>
                  </a:lnTo>
                  <a:lnTo>
                    <a:pt x="75258" y="11358"/>
                  </a:lnTo>
                  <a:lnTo>
                    <a:pt x="76569" y="11810"/>
                  </a:lnTo>
                  <a:lnTo>
                    <a:pt x="78241" y="13235"/>
                  </a:lnTo>
                  <a:lnTo>
                    <a:pt x="79296" y="12287"/>
                  </a:lnTo>
                  <a:lnTo>
                    <a:pt x="81107" y="10663"/>
                  </a:lnTo>
                  <a:lnTo>
                    <a:pt x="82930" y="9804"/>
                  </a:lnTo>
                  <a:lnTo>
                    <a:pt x="84666" y="9798"/>
                  </a:lnTo>
                  <a:lnTo>
                    <a:pt x="86091" y="9180"/>
                  </a:lnTo>
                  <a:lnTo>
                    <a:pt x="87203" y="7953"/>
                  </a:lnTo>
                  <a:lnTo>
                    <a:pt x="88379" y="7171"/>
                  </a:lnTo>
                  <a:lnTo>
                    <a:pt x="89618" y="6840"/>
                  </a:lnTo>
                  <a:lnTo>
                    <a:pt x="90779" y="6249"/>
                  </a:lnTo>
                  <a:lnTo>
                    <a:pt x="92402" y="4971"/>
                  </a:lnTo>
                  <a:lnTo>
                    <a:pt x="94082" y="3112"/>
                  </a:lnTo>
                  <a:lnTo>
                    <a:pt x="95797" y="1216"/>
                  </a:lnTo>
                  <a:lnTo>
                    <a:pt x="96895" y="0"/>
                  </a:lnTo>
                  <a:lnTo>
                    <a:pt x="97398" y="1437"/>
                  </a:lnTo>
                  <a:lnTo>
                    <a:pt x="98297" y="2750"/>
                  </a:lnTo>
                  <a:lnTo>
                    <a:pt x="97761" y="3512"/>
                  </a:lnTo>
                  <a:lnTo>
                    <a:pt x="97113" y="4195"/>
                  </a:lnTo>
                  <a:lnTo>
                    <a:pt x="98159" y="5109"/>
                  </a:lnTo>
                  <a:lnTo>
                    <a:pt x="97392" y="6489"/>
                  </a:lnTo>
                  <a:lnTo>
                    <a:pt x="97299" y="7449"/>
                  </a:lnTo>
                  <a:lnTo>
                    <a:pt x="97494" y="7825"/>
                  </a:lnTo>
                  <a:lnTo>
                    <a:pt x="97661" y="8386"/>
                  </a:lnTo>
                  <a:lnTo>
                    <a:pt x="97158" y="9966"/>
                  </a:lnTo>
                  <a:lnTo>
                    <a:pt x="96492" y="11176"/>
                  </a:lnTo>
                  <a:lnTo>
                    <a:pt x="96320" y="12102"/>
                  </a:lnTo>
                  <a:lnTo>
                    <a:pt x="96910" y="13739"/>
                  </a:lnTo>
                  <a:lnTo>
                    <a:pt x="96607" y="16639"/>
                  </a:lnTo>
                  <a:lnTo>
                    <a:pt x="97179" y="19249"/>
                  </a:lnTo>
                  <a:lnTo>
                    <a:pt x="97339" y="20588"/>
                  </a:lnTo>
                  <a:lnTo>
                    <a:pt x="97538" y="21483"/>
                  </a:lnTo>
                  <a:lnTo>
                    <a:pt x="97254" y="23084"/>
                  </a:lnTo>
                  <a:lnTo>
                    <a:pt x="97327" y="25783"/>
                  </a:lnTo>
                  <a:lnTo>
                    <a:pt x="97459" y="26897"/>
                  </a:lnTo>
                  <a:lnTo>
                    <a:pt x="97118" y="28283"/>
                  </a:lnTo>
                  <a:lnTo>
                    <a:pt x="97697" y="28763"/>
                  </a:lnTo>
                  <a:lnTo>
                    <a:pt x="98005" y="30283"/>
                  </a:lnTo>
                  <a:lnTo>
                    <a:pt x="97922" y="31997"/>
                  </a:lnTo>
                  <a:lnTo>
                    <a:pt x="97744" y="32920"/>
                  </a:lnTo>
                  <a:lnTo>
                    <a:pt x="96745" y="34038"/>
                  </a:lnTo>
                  <a:lnTo>
                    <a:pt x="96626" y="34473"/>
                  </a:lnTo>
                  <a:lnTo>
                    <a:pt x="96642" y="35131"/>
                  </a:lnTo>
                  <a:lnTo>
                    <a:pt x="97890" y="35153"/>
                  </a:lnTo>
                  <a:lnTo>
                    <a:pt x="97933" y="36171"/>
                  </a:lnTo>
                  <a:lnTo>
                    <a:pt x="97850" y="36974"/>
                  </a:lnTo>
                  <a:lnTo>
                    <a:pt x="97898" y="38483"/>
                  </a:lnTo>
                  <a:lnTo>
                    <a:pt x="97731" y="39464"/>
                  </a:lnTo>
                  <a:lnTo>
                    <a:pt x="98024" y="40583"/>
                  </a:lnTo>
                  <a:lnTo>
                    <a:pt x="97667" y="41823"/>
                  </a:lnTo>
                  <a:lnTo>
                    <a:pt x="97790" y="42779"/>
                  </a:lnTo>
                  <a:lnTo>
                    <a:pt x="97806" y="44018"/>
                  </a:lnTo>
                  <a:lnTo>
                    <a:pt x="98096" y="47153"/>
                  </a:lnTo>
                  <a:lnTo>
                    <a:pt x="98145" y="51028"/>
                  </a:lnTo>
                  <a:lnTo>
                    <a:pt x="98210" y="51649"/>
                  </a:lnTo>
                  <a:lnTo>
                    <a:pt x="98654" y="52087"/>
                  </a:lnTo>
                  <a:lnTo>
                    <a:pt x="99280" y="52305"/>
                  </a:lnTo>
                  <a:lnTo>
                    <a:pt x="99256" y="53368"/>
                  </a:lnTo>
                  <a:lnTo>
                    <a:pt x="98564" y="54754"/>
                  </a:lnTo>
                  <a:lnTo>
                    <a:pt x="98522" y="55617"/>
                  </a:lnTo>
                  <a:lnTo>
                    <a:pt x="98622" y="56828"/>
                  </a:lnTo>
                  <a:lnTo>
                    <a:pt x="99384" y="55182"/>
                  </a:lnTo>
                  <a:lnTo>
                    <a:pt x="99841" y="55190"/>
                  </a:lnTo>
                  <a:lnTo>
                    <a:pt x="100250" y="55836"/>
                  </a:lnTo>
                  <a:lnTo>
                    <a:pt x="100193" y="56784"/>
                  </a:lnTo>
                  <a:lnTo>
                    <a:pt x="100333" y="57251"/>
                  </a:lnTo>
                  <a:lnTo>
                    <a:pt x="100273" y="58171"/>
                  </a:lnTo>
                  <a:lnTo>
                    <a:pt x="100499" y="59338"/>
                  </a:lnTo>
                  <a:lnTo>
                    <a:pt x="100411" y="60354"/>
                  </a:lnTo>
                  <a:lnTo>
                    <a:pt x="99851" y="61065"/>
                  </a:lnTo>
                  <a:lnTo>
                    <a:pt x="99138" y="62283"/>
                  </a:lnTo>
                  <a:lnTo>
                    <a:pt x="99013" y="63424"/>
                  </a:lnTo>
                  <a:lnTo>
                    <a:pt x="99078" y="64172"/>
                  </a:lnTo>
                  <a:lnTo>
                    <a:pt x="98585" y="64412"/>
                  </a:lnTo>
                  <a:lnTo>
                    <a:pt x="98354" y="64873"/>
                  </a:lnTo>
                  <a:lnTo>
                    <a:pt x="98688" y="65950"/>
                  </a:lnTo>
                  <a:lnTo>
                    <a:pt x="98668" y="66902"/>
                  </a:lnTo>
                  <a:lnTo>
                    <a:pt x="97798" y="69866"/>
                  </a:lnTo>
                  <a:lnTo>
                    <a:pt x="95479" y="73918"/>
                  </a:lnTo>
                  <a:lnTo>
                    <a:pt x="94477" y="75356"/>
                  </a:lnTo>
                  <a:lnTo>
                    <a:pt x="93539" y="76921"/>
                  </a:lnTo>
                  <a:lnTo>
                    <a:pt x="93540" y="77563"/>
                  </a:lnTo>
                  <a:lnTo>
                    <a:pt x="93448" y="78121"/>
                  </a:lnTo>
                  <a:lnTo>
                    <a:pt x="92354" y="80355"/>
                  </a:lnTo>
                  <a:lnTo>
                    <a:pt x="91183" y="80721"/>
                  </a:lnTo>
                  <a:lnTo>
                    <a:pt x="90531" y="81318"/>
                  </a:lnTo>
                  <a:lnTo>
                    <a:pt x="91039" y="83286"/>
                  </a:lnTo>
                  <a:lnTo>
                    <a:pt x="90282" y="83740"/>
                  </a:lnTo>
                  <a:lnTo>
                    <a:pt x="88965" y="85291"/>
                  </a:lnTo>
                  <a:lnTo>
                    <a:pt x="85341" y="88265"/>
                  </a:lnTo>
                  <a:lnTo>
                    <a:pt x="84768" y="88954"/>
                  </a:lnTo>
                  <a:lnTo>
                    <a:pt x="83847" y="90779"/>
                  </a:lnTo>
                  <a:lnTo>
                    <a:pt x="82633" y="91222"/>
                  </a:lnTo>
                  <a:lnTo>
                    <a:pt x="81958" y="91738"/>
                  </a:lnTo>
                  <a:lnTo>
                    <a:pt x="80755" y="91927"/>
                  </a:lnTo>
                  <a:lnTo>
                    <a:pt x="80336" y="91795"/>
                  </a:lnTo>
                  <a:lnTo>
                    <a:pt x="79926" y="91859"/>
                  </a:lnTo>
                  <a:lnTo>
                    <a:pt x="79579" y="92250"/>
                  </a:lnTo>
                  <a:lnTo>
                    <a:pt x="77190" y="93531"/>
                  </a:lnTo>
                  <a:lnTo>
                    <a:pt x="74959" y="94544"/>
                  </a:lnTo>
                  <a:lnTo>
                    <a:pt x="74410" y="95007"/>
                  </a:lnTo>
                  <a:lnTo>
                    <a:pt x="74044" y="95641"/>
                  </a:lnTo>
                  <a:lnTo>
                    <a:pt x="72069" y="96642"/>
                  </a:lnTo>
                  <a:lnTo>
                    <a:pt x="68974" y="99118"/>
                  </a:lnTo>
                  <a:lnTo>
                    <a:pt x="66440" y="101478"/>
                  </a:lnTo>
                  <a:lnTo>
                    <a:pt x="64606" y="103840"/>
                  </a:lnTo>
                  <a:lnTo>
                    <a:pt x="64122" y="104199"/>
                  </a:lnTo>
                  <a:lnTo>
                    <a:pt x="63553" y="105015"/>
                  </a:lnTo>
                  <a:lnTo>
                    <a:pt x="63363" y="106223"/>
                  </a:lnTo>
                  <a:lnTo>
                    <a:pt x="63177" y="106905"/>
                  </a:lnTo>
                  <a:lnTo>
                    <a:pt x="61820" y="109392"/>
                  </a:lnTo>
                  <a:lnTo>
                    <a:pt x="59776" y="112333"/>
                  </a:lnTo>
                  <a:lnTo>
                    <a:pt x="59378" y="113137"/>
                  </a:lnTo>
                  <a:lnTo>
                    <a:pt x="58566" y="114771"/>
                  </a:lnTo>
                  <a:lnTo>
                    <a:pt x="58486" y="115842"/>
                  </a:lnTo>
                  <a:lnTo>
                    <a:pt x="57762" y="116169"/>
                  </a:lnTo>
                  <a:lnTo>
                    <a:pt x="57153" y="115143"/>
                  </a:lnTo>
                  <a:lnTo>
                    <a:pt x="56896" y="117119"/>
                  </a:lnTo>
                  <a:lnTo>
                    <a:pt x="56399" y="117260"/>
                  </a:lnTo>
                  <a:lnTo>
                    <a:pt x="55849" y="116855"/>
                  </a:lnTo>
                  <a:lnTo>
                    <a:pt x="54478" y="117833"/>
                  </a:lnTo>
                  <a:lnTo>
                    <a:pt x="53282" y="118961"/>
                  </a:lnTo>
                  <a:lnTo>
                    <a:pt x="51367" y="121339"/>
                  </a:lnTo>
                  <a:lnTo>
                    <a:pt x="48662" y="125943"/>
                  </a:lnTo>
                  <a:lnTo>
                    <a:pt x="44712" y="130389"/>
                  </a:lnTo>
                  <a:lnTo>
                    <a:pt x="44172" y="130516"/>
                  </a:lnTo>
                  <a:lnTo>
                    <a:pt x="43808" y="130498"/>
                  </a:lnTo>
                  <a:lnTo>
                    <a:pt x="42566" y="128951"/>
                  </a:lnTo>
                  <a:lnTo>
                    <a:pt x="41889" y="128836"/>
                  </a:lnTo>
                  <a:lnTo>
                    <a:pt x="42495" y="129754"/>
                  </a:lnTo>
                  <a:lnTo>
                    <a:pt x="42895" y="130518"/>
                  </a:lnTo>
                  <a:lnTo>
                    <a:pt x="42793" y="132018"/>
                  </a:lnTo>
                  <a:lnTo>
                    <a:pt x="42840" y="134268"/>
                  </a:lnTo>
                  <a:lnTo>
                    <a:pt x="42350" y="138642"/>
                  </a:lnTo>
                  <a:lnTo>
                    <a:pt x="42415" y="139600"/>
                  </a:lnTo>
                  <a:lnTo>
                    <a:pt x="42980" y="140839"/>
                  </a:lnTo>
                  <a:lnTo>
                    <a:pt x="44042" y="142358"/>
                  </a:lnTo>
                  <a:lnTo>
                    <a:pt x="45038" y="144247"/>
                  </a:lnTo>
                  <a:lnTo>
                    <a:pt x="46318" y="149672"/>
                  </a:lnTo>
                  <a:lnTo>
                    <a:pt x="46417" y="152463"/>
                  </a:lnTo>
                  <a:lnTo>
                    <a:pt x="47738" y="156029"/>
                  </a:lnTo>
                  <a:lnTo>
                    <a:pt x="47788" y="157574"/>
                  </a:lnTo>
                  <a:lnTo>
                    <a:pt x="48321" y="161419"/>
                  </a:lnTo>
                  <a:lnTo>
                    <a:pt x="48286" y="164529"/>
                  </a:lnTo>
                  <a:lnTo>
                    <a:pt x="48192" y="166433"/>
                  </a:lnTo>
                  <a:lnTo>
                    <a:pt x="48829" y="167238"/>
                  </a:lnTo>
                  <a:lnTo>
                    <a:pt x="49064" y="166512"/>
                  </a:lnTo>
                  <a:lnTo>
                    <a:pt x="48998" y="165308"/>
                  </a:lnTo>
                  <a:lnTo>
                    <a:pt x="49168" y="163375"/>
                  </a:lnTo>
                  <a:lnTo>
                    <a:pt x="49523" y="162514"/>
                  </a:lnTo>
                  <a:lnTo>
                    <a:pt x="49877" y="162637"/>
                  </a:lnTo>
                  <a:lnTo>
                    <a:pt x="49982" y="163549"/>
                  </a:lnTo>
                  <a:lnTo>
                    <a:pt x="50220" y="164358"/>
                  </a:lnTo>
                  <a:lnTo>
                    <a:pt x="50316" y="165118"/>
                  </a:lnTo>
                  <a:lnTo>
                    <a:pt x="50333" y="166150"/>
                  </a:lnTo>
                  <a:lnTo>
                    <a:pt x="49843" y="170071"/>
                  </a:lnTo>
                  <a:lnTo>
                    <a:pt x="49990" y="171666"/>
                  </a:lnTo>
                  <a:lnTo>
                    <a:pt x="50649" y="174330"/>
                  </a:lnTo>
                  <a:lnTo>
                    <a:pt x="49883" y="177428"/>
                  </a:lnTo>
                  <a:lnTo>
                    <a:pt x="48772" y="184718"/>
                  </a:lnTo>
                  <a:lnTo>
                    <a:pt x="48710" y="185979"/>
                  </a:lnTo>
                  <a:lnTo>
                    <a:pt x="48979" y="186529"/>
                  </a:lnTo>
                  <a:lnTo>
                    <a:pt x="49577" y="186716"/>
                  </a:lnTo>
                  <a:lnTo>
                    <a:pt x="49797" y="185787"/>
                  </a:lnTo>
                  <a:lnTo>
                    <a:pt x="50148" y="185794"/>
                  </a:lnTo>
                  <a:lnTo>
                    <a:pt x="50333" y="186344"/>
                  </a:lnTo>
                  <a:lnTo>
                    <a:pt x="49838" y="189707"/>
                  </a:lnTo>
                  <a:lnTo>
                    <a:pt x="49350" y="191181"/>
                  </a:lnTo>
                  <a:lnTo>
                    <a:pt x="47617" y="194794"/>
                  </a:lnTo>
                  <a:lnTo>
                    <a:pt x="46681" y="196345"/>
                  </a:lnTo>
                  <a:lnTo>
                    <a:pt x="45131" y="197867"/>
                  </a:lnTo>
                  <a:lnTo>
                    <a:pt x="41490" y="200248"/>
                  </a:lnTo>
                  <a:lnTo>
                    <a:pt x="34193" y="203689"/>
                  </a:lnTo>
                  <a:lnTo>
                    <a:pt x="31299" y="205375"/>
                  </a:lnTo>
                  <a:lnTo>
                    <a:pt x="29571" y="206380"/>
                  </a:lnTo>
                  <a:lnTo>
                    <a:pt x="25916" y="209581"/>
                  </a:lnTo>
                  <a:lnTo>
                    <a:pt x="24318" y="211728"/>
                  </a:lnTo>
                  <a:lnTo>
                    <a:pt x="23659" y="214191"/>
                  </a:lnTo>
                  <a:lnTo>
                    <a:pt x="23028" y="215319"/>
                  </a:lnTo>
                  <a:lnTo>
                    <a:pt x="22409" y="216746"/>
                  </a:lnTo>
                  <a:lnTo>
                    <a:pt x="22948" y="217972"/>
                  </a:lnTo>
                  <a:lnTo>
                    <a:pt x="23479" y="218899"/>
                  </a:lnTo>
                  <a:lnTo>
                    <a:pt x="24104" y="219521"/>
                  </a:lnTo>
                  <a:lnTo>
                    <a:pt x="24429" y="220056"/>
                  </a:lnTo>
                  <a:lnTo>
                    <a:pt x="24854" y="220428"/>
                  </a:lnTo>
                  <a:lnTo>
                    <a:pt x="25281" y="218500"/>
                  </a:lnTo>
                  <a:lnTo>
                    <a:pt x="25493" y="217901"/>
                  </a:lnTo>
                  <a:lnTo>
                    <a:pt x="25857" y="217855"/>
                  </a:lnTo>
                  <a:lnTo>
                    <a:pt x="25655" y="220208"/>
                  </a:lnTo>
                  <a:lnTo>
                    <a:pt x="25235" y="22827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g1043"/>
            <p:cNvSpPr/>
            <p:nvPr/>
          </p:nvSpPr>
          <p:spPr>
            <a:xfrm>
              <a:off x="4349358" y="2585524"/>
              <a:ext cx="946" cy="1332"/>
            </a:xfrm>
            <a:custGeom>
              <a:avLst/>
              <a:pathLst>
                <a:path w="946" h="1332">
                  <a:moveTo>
                    <a:pt x="946" y="593"/>
                  </a:moveTo>
                  <a:lnTo>
                    <a:pt x="781" y="190"/>
                  </a:lnTo>
                  <a:lnTo>
                    <a:pt x="471" y="0"/>
                  </a:lnTo>
                  <a:lnTo>
                    <a:pt x="117" y="155"/>
                  </a:lnTo>
                  <a:lnTo>
                    <a:pt x="0" y="663"/>
                  </a:lnTo>
                  <a:lnTo>
                    <a:pt x="367" y="1321"/>
                  </a:lnTo>
                  <a:lnTo>
                    <a:pt x="758" y="133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g1044"/>
            <p:cNvSpPr/>
            <p:nvPr/>
          </p:nvSpPr>
          <p:spPr>
            <a:xfrm>
              <a:off x="4350499" y="2585965"/>
              <a:ext cx="890" cy="1616"/>
            </a:xfrm>
            <a:custGeom>
              <a:avLst/>
              <a:pathLst>
                <a:path w="890" h="1616">
                  <a:moveTo>
                    <a:pt x="541" y="1505"/>
                  </a:moveTo>
                  <a:lnTo>
                    <a:pt x="793" y="1194"/>
                  </a:lnTo>
                  <a:lnTo>
                    <a:pt x="890" y="785"/>
                  </a:lnTo>
                  <a:lnTo>
                    <a:pt x="887" y="390"/>
                  </a:lnTo>
                  <a:lnTo>
                    <a:pt x="727" y="144"/>
                  </a:lnTo>
                  <a:lnTo>
                    <a:pt x="499" y="0"/>
                  </a:lnTo>
                  <a:lnTo>
                    <a:pt x="168" y="85"/>
                  </a:lnTo>
                  <a:lnTo>
                    <a:pt x="50" y="625"/>
                  </a:lnTo>
                  <a:lnTo>
                    <a:pt x="0" y="1367"/>
                  </a:lnTo>
                  <a:lnTo>
                    <a:pt x="208" y="161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g1045"/>
            <p:cNvSpPr/>
            <p:nvPr/>
          </p:nvSpPr>
          <p:spPr>
            <a:xfrm>
              <a:off x="3866681" y="2141461"/>
              <a:ext cx="1261" cy="3583"/>
            </a:xfrm>
            <a:custGeom>
              <a:avLst/>
              <a:pathLst>
                <a:path w="1261" h="3583">
                  <a:moveTo>
                    <a:pt x="980" y="2228"/>
                  </a:moveTo>
                  <a:lnTo>
                    <a:pt x="373" y="3583"/>
                  </a:lnTo>
                  <a:lnTo>
                    <a:pt x="104" y="3066"/>
                  </a:lnTo>
                  <a:lnTo>
                    <a:pt x="0" y="2173"/>
                  </a:lnTo>
                  <a:lnTo>
                    <a:pt x="537" y="896"/>
                  </a:lnTo>
                  <a:lnTo>
                    <a:pt x="792" y="236"/>
                  </a:lnTo>
                  <a:lnTo>
                    <a:pt x="1261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g1046"/>
            <p:cNvSpPr/>
            <p:nvPr/>
          </p:nvSpPr>
          <p:spPr>
            <a:xfrm>
              <a:off x="3861128" y="2037972"/>
              <a:ext cx="115813" cy="174914"/>
            </a:xfrm>
            <a:custGeom>
              <a:avLst/>
              <a:pathLst>
                <a:path w="115813" h="174914">
                  <a:moveTo>
                    <a:pt x="45254" y="174026"/>
                  </a:moveTo>
                  <a:lnTo>
                    <a:pt x="45046" y="173915"/>
                  </a:lnTo>
                  <a:lnTo>
                    <a:pt x="44042" y="172910"/>
                  </a:lnTo>
                  <a:lnTo>
                    <a:pt x="43558" y="171716"/>
                  </a:lnTo>
                  <a:lnTo>
                    <a:pt x="42766" y="170818"/>
                  </a:lnTo>
                  <a:lnTo>
                    <a:pt x="41668" y="170217"/>
                  </a:lnTo>
                  <a:lnTo>
                    <a:pt x="40953" y="169532"/>
                  </a:lnTo>
                  <a:lnTo>
                    <a:pt x="40621" y="168759"/>
                  </a:lnTo>
                  <a:lnTo>
                    <a:pt x="40215" y="168244"/>
                  </a:lnTo>
                  <a:lnTo>
                    <a:pt x="39787" y="167980"/>
                  </a:lnTo>
                  <a:lnTo>
                    <a:pt x="39747" y="167702"/>
                  </a:lnTo>
                  <a:lnTo>
                    <a:pt x="39849" y="167322"/>
                  </a:lnTo>
                  <a:lnTo>
                    <a:pt x="39747" y="166614"/>
                  </a:lnTo>
                  <a:lnTo>
                    <a:pt x="39102" y="165044"/>
                  </a:lnTo>
                  <a:lnTo>
                    <a:pt x="38501" y="164320"/>
                  </a:lnTo>
                  <a:lnTo>
                    <a:pt x="37989" y="164435"/>
                  </a:lnTo>
                  <a:lnTo>
                    <a:pt x="37698" y="164243"/>
                  </a:lnTo>
                  <a:lnTo>
                    <a:pt x="37522" y="163897"/>
                  </a:lnTo>
                  <a:lnTo>
                    <a:pt x="37452" y="163387"/>
                  </a:lnTo>
                  <a:lnTo>
                    <a:pt x="37101" y="162947"/>
                  </a:lnTo>
                  <a:lnTo>
                    <a:pt x="36495" y="162758"/>
                  </a:lnTo>
                  <a:lnTo>
                    <a:pt x="36007" y="161593"/>
                  </a:lnTo>
                  <a:lnTo>
                    <a:pt x="35638" y="159453"/>
                  </a:lnTo>
                  <a:lnTo>
                    <a:pt x="35160" y="157784"/>
                  </a:lnTo>
                  <a:lnTo>
                    <a:pt x="34572" y="156589"/>
                  </a:lnTo>
                  <a:lnTo>
                    <a:pt x="34152" y="156144"/>
                  </a:lnTo>
                  <a:lnTo>
                    <a:pt x="33841" y="156061"/>
                  </a:lnTo>
                  <a:lnTo>
                    <a:pt x="33735" y="155876"/>
                  </a:lnTo>
                  <a:lnTo>
                    <a:pt x="33651" y="155529"/>
                  </a:lnTo>
                  <a:lnTo>
                    <a:pt x="33192" y="155405"/>
                  </a:lnTo>
                  <a:lnTo>
                    <a:pt x="32549" y="155764"/>
                  </a:lnTo>
                  <a:lnTo>
                    <a:pt x="31970" y="155644"/>
                  </a:lnTo>
                  <a:lnTo>
                    <a:pt x="31684" y="155060"/>
                  </a:lnTo>
                  <a:lnTo>
                    <a:pt x="31289" y="155008"/>
                  </a:lnTo>
                  <a:lnTo>
                    <a:pt x="30786" y="155489"/>
                  </a:lnTo>
                  <a:lnTo>
                    <a:pt x="30232" y="155348"/>
                  </a:lnTo>
                  <a:lnTo>
                    <a:pt x="29625" y="154585"/>
                  </a:lnTo>
                  <a:lnTo>
                    <a:pt x="29288" y="153827"/>
                  </a:lnTo>
                  <a:lnTo>
                    <a:pt x="29223" y="153075"/>
                  </a:lnTo>
                  <a:lnTo>
                    <a:pt x="28177" y="151572"/>
                  </a:lnTo>
                  <a:lnTo>
                    <a:pt x="26148" y="149321"/>
                  </a:lnTo>
                  <a:lnTo>
                    <a:pt x="23937" y="148265"/>
                  </a:lnTo>
                  <a:lnTo>
                    <a:pt x="21544" y="148405"/>
                  </a:lnTo>
                  <a:lnTo>
                    <a:pt x="20202" y="148299"/>
                  </a:lnTo>
                  <a:lnTo>
                    <a:pt x="19909" y="147945"/>
                  </a:lnTo>
                  <a:lnTo>
                    <a:pt x="19615" y="147973"/>
                  </a:lnTo>
                  <a:lnTo>
                    <a:pt x="19319" y="148384"/>
                  </a:lnTo>
                  <a:lnTo>
                    <a:pt x="19004" y="148474"/>
                  </a:lnTo>
                  <a:lnTo>
                    <a:pt x="18669" y="148245"/>
                  </a:lnTo>
                  <a:lnTo>
                    <a:pt x="18461" y="148419"/>
                  </a:lnTo>
                  <a:lnTo>
                    <a:pt x="18377" y="148995"/>
                  </a:lnTo>
                  <a:lnTo>
                    <a:pt x="17534" y="149288"/>
                  </a:lnTo>
                  <a:lnTo>
                    <a:pt x="15931" y="149297"/>
                  </a:lnTo>
                  <a:lnTo>
                    <a:pt x="14638" y="149651"/>
                  </a:lnTo>
                  <a:lnTo>
                    <a:pt x="13653" y="150349"/>
                  </a:lnTo>
                  <a:lnTo>
                    <a:pt x="12258" y="150648"/>
                  </a:lnTo>
                  <a:lnTo>
                    <a:pt x="10454" y="150550"/>
                  </a:lnTo>
                  <a:lnTo>
                    <a:pt x="9365" y="150295"/>
                  </a:lnTo>
                  <a:lnTo>
                    <a:pt x="8994" y="149881"/>
                  </a:lnTo>
                  <a:lnTo>
                    <a:pt x="8473" y="149784"/>
                  </a:lnTo>
                  <a:lnTo>
                    <a:pt x="7804" y="150004"/>
                  </a:lnTo>
                  <a:lnTo>
                    <a:pt x="7206" y="151119"/>
                  </a:lnTo>
                  <a:lnTo>
                    <a:pt x="6678" y="153130"/>
                  </a:lnTo>
                  <a:lnTo>
                    <a:pt x="6240" y="154277"/>
                  </a:lnTo>
                  <a:lnTo>
                    <a:pt x="5893" y="154561"/>
                  </a:lnTo>
                  <a:lnTo>
                    <a:pt x="5524" y="156058"/>
                  </a:lnTo>
                  <a:lnTo>
                    <a:pt x="5316" y="158567"/>
                  </a:lnTo>
                  <a:lnTo>
                    <a:pt x="5002" y="159669"/>
                  </a:lnTo>
                  <a:lnTo>
                    <a:pt x="4997" y="153414"/>
                  </a:lnTo>
                  <a:lnTo>
                    <a:pt x="5512" y="151079"/>
                  </a:lnTo>
                  <a:lnTo>
                    <a:pt x="5679" y="149025"/>
                  </a:lnTo>
                  <a:lnTo>
                    <a:pt x="6786" y="144493"/>
                  </a:lnTo>
                  <a:lnTo>
                    <a:pt x="8103" y="140780"/>
                  </a:lnTo>
                  <a:lnTo>
                    <a:pt x="9319" y="135853"/>
                  </a:lnTo>
                  <a:lnTo>
                    <a:pt x="9779" y="131082"/>
                  </a:lnTo>
                  <a:lnTo>
                    <a:pt x="9623" y="126406"/>
                  </a:lnTo>
                  <a:lnTo>
                    <a:pt x="9262" y="122249"/>
                  </a:lnTo>
                  <a:lnTo>
                    <a:pt x="8645" y="119502"/>
                  </a:lnTo>
                  <a:lnTo>
                    <a:pt x="8049" y="115524"/>
                  </a:lnTo>
                  <a:lnTo>
                    <a:pt x="7171" y="113425"/>
                  </a:lnTo>
                  <a:lnTo>
                    <a:pt x="5560" y="111595"/>
                  </a:lnTo>
                  <a:lnTo>
                    <a:pt x="5198" y="110522"/>
                  </a:lnTo>
                  <a:lnTo>
                    <a:pt x="5573" y="110122"/>
                  </a:lnTo>
                  <a:lnTo>
                    <a:pt x="6553" y="109849"/>
                  </a:lnTo>
                  <a:lnTo>
                    <a:pt x="7177" y="108420"/>
                  </a:lnTo>
                  <a:lnTo>
                    <a:pt x="5857" y="108971"/>
                  </a:lnTo>
                  <a:lnTo>
                    <a:pt x="7384" y="104592"/>
                  </a:lnTo>
                  <a:lnTo>
                    <a:pt x="7859" y="101609"/>
                  </a:lnTo>
                  <a:lnTo>
                    <a:pt x="7784" y="99653"/>
                  </a:lnTo>
                  <a:lnTo>
                    <a:pt x="8074" y="98444"/>
                  </a:lnTo>
                  <a:lnTo>
                    <a:pt x="6908" y="95822"/>
                  </a:lnTo>
                  <a:lnTo>
                    <a:pt x="5999" y="92524"/>
                  </a:lnTo>
                  <a:lnTo>
                    <a:pt x="5532" y="92002"/>
                  </a:lnTo>
                  <a:lnTo>
                    <a:pt x="5047" y="91727"/>
                  </a:lnTo>
                  <a:lnTo>
                    <a:pt x="5005" y="92501"/>
                  </a:lnTo>
                  <a:lnTo>
                    <a:pt x="4742" y="93196"/>
                  </a:lnTo>
                  <a:lnTo>
                    <a:pt x="4176" y="92777"/>
                  </a:lnTo>
                  <a:lnTo>
                    <a:pt x="3175" y="90379"/>
                  </a:lnTo>
                  <a:lnTo>
                    <a:pt x="1777" y="86474"/>
                  </a:lnTo>
                  <a:lnTo>
                    <a:pt x="1286" y="86074"/>
                  </a:lnTo>
                  <a:lnTo>
                    <a:pt x="878" y="86608"/>
                  </a:lnTo>
                  <a:lnTo>
                    <a:pt x="621" y="87121"/>
                  </a:lnTo>
                  <a:lnTo>
                    <a:pt x="150" y="90379"/>
                  </a:lnTo>
                  <a:lnTo>
                    <a:pt x="0" y="89086"/>
                  </a:lnTo>
                  <a:lnTo>
                    <a:pt x="204" y="87563"/>
                  </a:lnTo>
                  <a:lnTo>
                    <a:pt x="549" y="85688"/>
                  </a:lnTo>
                  <a:lnTo>
                    <a:pt x="940" y="83083"/>
                  </a:lnTo>
                  <a:lnTo>
                    <a:pt x="2153" y="83081"/>
                  </a:lnTo>
                  <a:lnTo>
                    <a:pt x="4322" y="83077"/>
                  </a:lnTo>
                  <a:lnTo>
                    <a:pt x="6492" y="83073"/>
                  </a:lnTo>
                  <a:lnTo>
                    <a:pt x="8661" y="83069"/>
                  </a:lnTo>
                  <a:lnTo>
                    <a:pt x="10830" y="83066"/>
                  </a:lnTo>
                  <a:lnTo>
                    <a:pt x="13000" y="83062"/>
                  </a:lnTo>
                  <a:lnTo>
                    <a:pt x="15169" y="83057"/>
                  </a:lnTo>
                  <a:lnTo>
                    <a:pt x="17339" y="83054"/>
                  </a:lnTo>
                  <a:lnTo>
                    <a:pt x="19508" y="83050"/>
                  </a:lnTo>
                  <a:lnTo>
                    <a:pt x="21678" y="83046"/>
                  </a:lnTo>
                  <a:lnTo>
                    <a:pt x="23847" y="83043"/>
                  </a:lnTo>
                  <a:lnTo>
                    <a:pt x="26017" y="83038"/>
                  </a:lnTo>
                  <a:lnTo>
                    <a:pt x="28186" y="83034"/>
                  </a:lnTo>
                  <a:lnTo>
                    <a:pt x="30355" y="83031"/>
                  </a:lnTo>
                  <a:lnTo>
                    <a:pt x="32525" y="83027"/>
                  </a:lnTo>
                  <a:lnTo>
                    <a:pt x="34695" y="83023"/>
                  </a:lnTo>
                  <a:lnTo>
                    <a:pt x="36864" y="83019"/>
                  </a:lnTo>
                  <a:lnTo>
                    <a:pt x="38295" y="83017"/>
                  </a:lnTo>
                  <a:lnTo>
                    <a:pt x="38210" y="81164"/>
                  </a:lnTo>
                  <a:lnTo>
                    <a:pt x="38143" y="79696"/>
                  </a:lnTo>
                  <a:lnTo>
                    <a:pt x="38053" y="77719"/>
                  </a:lnTo>
                  <a:lnTo>
                    <a:pt x="37963" y="75753"/>
                  </a:lnTo>
                  <a:lnTo>
                    <a:pt x="37874" y="73786"/>
                  </a:lnTo>
                  <a:lnTo>
                    <a:pt x="37790" y="71939"/>
                  </a:lnTo>
                  <a:lnTo>
                    <a:pt x="37706" y="70094"/>
                  </a:lnTo>
                  <a:lnTo>
                    <a:pt x="37627" y="68382"/>
                  </a:lnTo>
                  <a:lnTo>
                    <a:pt x="37555" y="66809"/>
                  </a:lnTo>
                  <a:lnTo>
                    <a:pt x="37433" y="65906"/>
                  </a:lnTo>
                  <a:lnTo>
                    <a:pt x="36972" y="64113"/>
                  </a:lnTo>
                  <a:lnTo>
                    <a:pt x="36873" y="63221"/>
                  </a:lnTo>
                  <a:lnTo>
                    <a:pt x="36998" y="62283"/>
                  </a:lnTo>
                  <a:lnTo>
                    <a:pt x="37304" y="61396"/>
                  </a:lnTo>
                  <a:lnTo>
                    <a:pt x="38150" y="59776"/>
                  </a:lnTo>
                  <a:lnTo>
                    <a:pt x="39432" y="58530"/>
                  </a:lnTo>
                  <a:lnTo>
                    <a:pt x="40911" y="57091"/>
                  </a:lnTo>
                  <a:lnTo>
                    <a:pt x="42039" y="55995"/>
                  </a:lnTo>
                  <a:lnTo>
                    <a:pt x="42617" y="55723"/>
                  </a:lnTo>
                  <a:lnTo>
                    <a:pt x="44381" y="55344"/>
                  </a:lnTo>
                  <a:lnTo>
                    <a:pt x="45769" y="54514"/>
                  </a:lnTo>
                  <a:lnTo>
                    <a:pt x="47120" y="53706"/>
                  </a:lnTo>
                  <a:lnTo>
                    <a:pt x="47687" y="53258"/>
                  </a:lnTo>
                  <a:lnTo>
                    <a:pt x="47754" y="51739"/>
                  </a:lnTo>
                  <a:lnTo>
                    <a:pt x="47754" y="50045"/>
                  </a:lnTo>
                  <a:lnTo>
                    <a:pt x="47754" y="48146"/>
                  </a:lnTo>
                  <a:lnTo>
                    <a:pt x="47754" y="46247"/>
                  </a:lnTo>
                  <a:lnTo>
                    <a:pt x="47754" y="44348"/>
                  </a:lnTo>
                  <a:lnTo>
                    <a:pt x="47754" y="42449"/>
                  </a:lnTo>
                  <a:lnTo>
                    <a:pt x="47754" y="40550"/>
                  </a:lnTo>
                  <a:lnTo>
                    <a:pt x="47754" y="38651"/>
                  </a:lnTo>
                  <a:lnTo>
                    <a:pt x="47754" y="36752"/>
                  </a:lnTo>
                  <a:lnTo>
                    <a:pt x="47754" y="34853"/>
                  </a:lnTo>
                  <a:lnTo>
                    <a:pt x="47754" y="32954"/>
                  </a:lnTo>
                  <a:lnTo>
                    <a:pt x="47754" y="31055"/>
                  </a:lnTo>
                  <a:lnTo>
                    <a:pt x="47754" y="29156"/>
                  </a:lnTo>
                  <a:lnTo>
                    <a:pt x="47754" y="27257"/>
                  </a:lnTo>
                  <a:lnTo>
                    <a:pt x="47754" y="25358"/>
                  </a:lnTo>
                  <a:lnTo>
                    <a:pt x="47754" y="23459"/>
                  </a:lnTo>
                  <a:lnTo>
                    <a:pt x="47754" y="21560"/>
                  </a:lnTo>
                  <a:lnTo>
                    <a:pt x="47754" y="19661"/>
                  </a:lnTo>
                  <a:lnTo>
                    <a:pt x="47754" y="18000"/>
                  </a:lnTo>
                  <a:lnTo>
                    <a:pt x="49170" y="18000"/>
                  </a:lnTo>
                  <a:lnTo>
                    <a:pt x="50933" y="18000"/>
                  </a:lnTo>
                  <a:lnTo>
                    <a:pt x="52695" y="18000"/>
                  </a:lnTo>
                  <a:lnTo>
                    <a:pt x="54458" y="18000"/>
                  </a:lnTo>
                  <a:lnTo>
                    <a:pt x="56221" y="17999"/>
                  </a:lnTo>
                  <a:lnTo>
                    <a:pt x="57983" y="17999"/>
                  </a:lnTo>
                  <a:lnTo>
                    <a:pt x="59746" y="17999"/>
                  </a:lnTo>
                  <a:lnTo>
                    <a:pt x="61509" y="17999"/>
                  </a:lnTo>
                  <a:lnTo>
                    <a:pt x="63272" y="17999"/>
                  </a:lnTo>
                  <a:lnTo>
                    <a:pt x="65035" y="17999"/>
                  </a:lnTo>
                  <a:lnTo>
                    <a:pt x="66797" y="17999"/>
                  </a:lnTo>
                  <a:lnTo>
                    <a:pt x="68560" y="17999"/>
                  </a:lnTo>
                  <a:lnTo>
                    <a:pt x="70323" y="17998"/>
                  </a:lnTo>
                  <a:lnTo>
                    <a:pt x="72085" y="17998"/>
                  </a:lnTo>
                  <a:lnTo>
                    <a:pt x="73848" y="17998"/>
                  </a:lnTo>
                  <a:lnTo>
                    <a:pt x="75611" y="17998"/>
                  </a:lnTo>
                  <a:lnTo>
                    <a:pt x="77373" y="17998"/>
                  </a:lnTo>
                  <a:lnTo>
                    <a:pt x="79297" y="17998"/>
                  </a:lnTo>
                  <a:lnTo>
                    <a:pt x="79298" y="16409"/>
                  </a:lnTo>
                  <a:lnTo>
                    <a:pt x="79298" y="14125"/>
                  </a:lnTo>
                  <a:lnTo>
                    <a:pt x="79297" y="10994"/>
                  </a:lnTo>
                  <a:lnTo>
                    <a:pt x="79294" y="7849"/>
                  </a:lnTo>
                  <a:lnTo>
                    <a:pt x="79291" y="5085"/>
                  </a:lnTo>
                  <a:lnTo>
                    <a:pt x="79289" y="2324"/>
                  </a:lnTo>
                  <a:lnTo>
                    <a:pt x="79287" y="0"/>
                  </a:lnTo>
                  <a:lnTo>
                    <a:pt x="81066" y="1542"/>
                  </a:lnTo>
                  <a:lnTo>
                    <a:pt x="82845" y="3085"/>
                  </a:lnTo>
                  <a:lnTo>
                    <a:pt x="84624" y="4627"/>
                  </a:lnTo>
                  <a:lnTo>
                    <a:pt x="86403" y="6170"/>
                  </a:lnTo>
                  <a:lnTo>
                    <a:pt x="88182" y="7712"/>
                  </a:lnTo>
                  <a:lnTo>
                    <a:pt x="89961" y="9255"/>
                  </a:lnTo>
                  <a:lnTo>
                    <a:pt x="91741" y="10798"/>
                  </a:lnTo>
                  <a:lnTo>
                    <a:pt x="93520" y="12340"/>
                  </a:lnTo>
                  <a:lnTo>
                    <a:pt x="95299" y="13883"/>
                  </a:lnTo>
                  <a:lnTo>
                    <a:pt x="97078" y="15425"/>
                  </a:lnTo>
                  <a:lnTo>
                    <a:pt x="98858" y="16967"/>
                  </a:lnTo>
                  <a:lnTo>
                    <a:pt x="100637" y="18510"/>
                  </a:lnTo>
                  <a:lnTo>
                    <a:pt x="102415" y="20053"/>
                  </a:lnTo>
                  <a:lnTo>
                    <a:pt x="104195" y="21596"/>
                  </a:lnTo>
                  <a:lnTo>
                    <a:pt x="105974" y="23138"/>
                  </a:lnTo>
                  <a:lnTo>
                    <a:pt x="107753" y="24681"/>
                  </a:lnTo>
                  <a:lnTo>
                    <a:pt x="109244" y="25973"/>
                  </a:lnTo>
                  <a:lnTo>
                    <a:pt x="111533" y="28055"/>
                  </a:lnTo>
                  <a:lnTo>
                    <a:pt x="113666" y="29994"/>
                  </a:lnTo>
                  <a:lnTo>
                    <a:pt x="115813" y="31945"/>
                  </a:lnTo>
                  <a:lnTo>
                    <a:pt x="112499" y="31947"/>
                  </a:lnTo>
                  <a:lnTo>
                    <a:pt x="108072" y="31951"/>
                  </a:lnTo>
                  <a:lnTo>
                    <a:pt x="105054" y="31954"/>
                  </a:lnTo>
                  <a:lnTo>
                    <a:pt x="101956" y="31956"/>
                  </a:lnTo>
                  <a:lnTo>
                    <a:pt x="99053" y="31958"/>
                  </a:lnTo>
                  <a:lnTo>
                    <a:pt x="99306" y="35136"/>
                  </a:lnTo>
                  <a:lnTo>
                    <a:pt x="99574" y="38604"/>
                  </a:lnTo>
                  <a:lnTo>
                    <a:pt x="99844" y="42073"/>
                  </a:lnTo>
                  <a:lnTo>
                    <a:pt x="100113" y="45541"/>
                  </a:lnTo>
                  <a:lnTo>
                    <a:pt x="100383" y="49009"/>
                  </a:lnTo>
                  <a:lnTo>
                    <a:pt x="100652" y="52478"/>
                  </a:lnTo>
                  <a:lnTo>
                    <a:pt x="100922" y="55946"/>
                  </a:lnTo>
                  <a:lnTo>
                    <a:pt x="101191" y="59415"/>
                  </a:lnTo>
                  <a:lnTo>
                    <a:pt x="101460" y="62883"/>
                  </a:lnTo>
                  <a:lnTo>
                    <a:pt x="101730" y="66351"/>
                  </a:lnTo>
                  <a:lnTo>
                    <a:pt x="101999" y="69819"/>
                  </a:lnTo>
                  <a:lnTo>
                    <a:pt x="102269" y="73287"/>
                  </a:lnTo>
                  <a:lnTo>
                    <a:pt x="102538" y="76756"/>
                  </a:lnTo>
                  <a:lnTo>
                    <a:pt x="102807" y="80224"/>
                  </a:lnTo>
                  <a:lnTo>
                    <a:pt x="103077" y="83692"/>
                  </a:lnTo>
                  <a:lnTo>
                    <a:pt x="103346" y="87161"/>
                  </a:lnTo>
                  <a:lnTo>
                    <a:pt x="103616" y="90629"/>
                  </a:lnTo>
                  <a:lnTo>
                    <a:pt x="103884" y="94098"/>
                  </a:lnTo>
                  <a:lnTo>
                    <a:pt x="104154" y="97566"/>
                  </a:lnTo>
                  <a:lnTo>
                    <a:pt x="104424" y="101034"/>
                  </a:lnTo>
                  <a:lnTo>
                    <a:pt x="104693" y="104503"/>
                  </a:lnTo>
                  <a:lnTo>
                    <a:pt x="104962" y="107971"/>
                  </a:lnTo>
                  <a:lnTo>
                    <a:pt x="105232" y="111440"/>
                  </a:lnTo>
                  <a:lnTo>
                    <a:pt x="105501" y="114908"/>
                  </a:lnTo>
                  <a:lnTo>
                    <a:pt x="105770" y="118376"/>
                  </a:lnTo>
                  <a:lnTo>
                    <a:pt x="106040" y="121844"/>
                  </a:lnTo>
                  <a:lnTo>
                    <a:pt x="106309" y="125312"/>
                  </a:lnTo>
                  <a:lnTo>
                    <a:pt x="106579" y="128780"/>
                  </a:lnTo>
                  <a:lnTo>
                    <a:pt x="106848" y="132249"/>
                  </a:lnTo>
                  <a:lnTo>
                    <a:pt x="107117" y="135718"/>
                  </a:lnTo>
                  <a:lnTo>
                    <a:pt x="107387" y="139186"/>
                  </a:lnTo>
                  <a:lnTo>
                    <a:pt x="107656" y="142654"/>
                  </a:lnTo>
                  <a:lnTo>
                    <a:pt x="107926" y="146123"/>
                  </a:lnTo>
                  <a:lnTo>
                    <a:pt x="108187" y="149483"/>
                  </a:lnTo>
                  <a:lnTo>
                    <a:pt x="109313" y="151249"/>
                  </a:lnTo>
                  <a:lnTo>
                    <a:pt x="110729" y="153469"/>
                  </a:lnTo>
                  <a:lnTo>
                    <a:pt x="110316" y="156607"/>
                  </a:lnTo>
                  <a:lnTo>
                    <a:pt x="109824" y="160352"/>
                  </a:lnTo>
                  <a:lnTo>
                    <a:pt x="109286" y="164440"/>
                  </a:lnTo>
                  <a:lnTo>
                    <a:pt x="107286" y="164440"/>
                  </a:lnTo>
                  <a:lnTo>
                    <a:pt x="105356" y="164440"/>
                  </a:lnTo>
                  <a:lnTo>
                    <a:pt x="103427" y="164441"/>
                  </a:lnTo>
                  <a:lnTo>
                    <a:pt x="101497" y="164441"/>
                  </a:lnTo>
                  <a:lnTo>
                    <a:pt x="99568" y="164441"/>
                  </a:lnTo>
                  <a:lnTo>
                    <a:pt x="97638" y="164441"/>
                  </a:lnTo>
                  <a:lnTo>
                    <a:pt x="95709" y="164441"/>
                  </a:lnTo>
                  <a:lnTo>
                    <a:pt x="93779" y="164441"/>
                  </a:lnTo>
                  <a:lnTo>
                    <a:pt x="91850" y="164441"/>
                  </a:lnTo>
                  <a:lnTo>
                    <a:pt x="89921" y="164442"/>
                  </a:lnTo>
                  <a:lnTo>
                    <a:pt x="87991" y="164442"/>
                  </a:lnTo>
                  <a:lnTo>
                    <a:pt x="86061" y="164442"/>
                  </a:lnTo>
                  <a:lnTo>
                    <a:pt x="84132" y="164442"/>
                  </a:lnTo>
                  <a:lnTo>
                    <a:pt x="82202" y="164442"/>
                  </a:lnTo>
                  <a:lnTo>
                    <a:pt x="80273" y="164442"/>
                  </a:lnTo>
                  <a:lnTo>
                    <a:pt x="78343" y="164443"/>
                  </a:lnTo>
                  <a:lnTo>
                    <a:pt x="76414" y="164443"/>
                  </a:lnTo>
                  <a:lnTo>
                    <a:pt x="74618" y="164443"/>
                  </a:lnTo>
                  <a:lnTo>
                    <a:pt x="73512" y="164349"/>
                  </a:lnTo>
                  <a:lnTo>
                    <a:pt x="73117" y="164030"/>
                  </a:lnTo>
                  <a:lnTo>
                    <a:pt x="72974" y="161914"/>
                  </a:lnTo>
                  <a:lnTo>
                    <a:pt x="72645" y="162050"/>
                  </a:lnTo>
                  <a:lnTo>
                    <a:pt x="72255" y="162672"/>
                  </a:lnTo>
                  <a:lnTo>
                    <a:pt x="72055" y="163344"/>
                  </a:lnTo>
                  <a:lnTo>
                    <a:pt x="72125" y="164226"/>
                  </a:lnTo>
                  <a:lnTo>
                    <a:pt x="72063" y="164971"/>
                  </a:lnTo>
                  <a:lnTo>
                    <a:pt x="70824" y="165263"/>
                  </a:lnTo>
                  <a:lnTo>
                    <a:pt x="69147" y="165763"/>
                  </a:lnTo>
                  <a:lnTo>
                    <a:pt x="67385" y="166149"/>
                  </a:lnTo>
                  <a:lnTo>
                    <a:pt x="65605" y="166011"/>
                  </a:lnTo>
                  <a:lnTo>
                    <a:pt x="64997" y="165838"/>
                  </a:lnTo>
                  <a:lnTo>
                    <a:pt x="64351" y="165560"/>
                  </a:lnTo>
                  <a:lnTo>
                    <a:pt x="62934" y="165254"/>
                  </a:lnTo>
                  <a:lnTo>
                    <a:pt x="62165" y="165228"/>
                  </a:lnTo>
                  <a:lnTo>
                    <a:pt x="61281" y="165297"/>
                  </a:lnTo>
                  <a:lnTo>
                    <a:pt x="60240" y="165467"/>
                  </a:lnTo>
                  <a:lnTo>
                    <a:pt x="59905" y="165854"/>
                  </a:lnTo>
                  <a:lnTo>
                    <a:pt x="59119" y="167433"/>
                  </a:lnTo>
                  <a:lnTo>
                    <a:pt x="58357" y="169263"/>
                  </a:lnTo>
                  <a:lnTo>
                    <a:pt x="57859" y="169254"/>
                  </a:lnTo>
                  <a:lnTo>
                    <a:pt x="57299" y="168253"/>
                  </a:lnTo>
                  <a:lnTo>
                    <a:pt x="55767" y="166360"/>
                  </a:lnTo>
                  <a:lnTo>
                    <a:pt x="53910" y="163876"/>
                  </a:lnTo>
                  <a:lnTo>
                    <a:pt x="53063" y="162639"/>
                  </a:lnTo>
                  <a:lnTo>
                    <a:pt x="52614" y="162480"/>
                  </a:lnTo>
                  <a:lnTo>
                    <a:pt x="51724" y="163367"/>
                  </a:lnTo>
                  <a:lnTo>
                    <a:pt x="50975" y="164220"/>
                  </a:lnTo>
                  <a:lnTo>
                    <a:pt x="50178" y="165427"/>
                  </a:lnTo>
                  <a:lnTo>
                    <a:pt x="49816" y="166582"/>
                  </a:lnTo>
                  <a:lnTo>
                    <a:pt x="49529" y="167947"/>
                  </a:lnTo>
                  <a:lnTo>
                    <a:pt x="49401" y="169557"/>
                  </a:lnTo>
                  <a:lnTo>
                    <a:pt x="49112" y="171430"/>
                  </a:lnTo>
                  <a:lnTo>
                    <a:pt x="48468" y="172940"/>
                  </a:lnTo>
                  <a:lnTo>
                    <a:pt x="47705" y="174083"/>
                  </a:lnTo>
                  <a:lnTo>
                    <a:pt x="47137" y="174621"/>
                  </a:lnTo>
                  <a:lnTo>
                    <a:pt x="46918" y="17491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g1047"/>
            <p:cNvSpPr/>
            <p:nvPr/>
          </p:nvSpPr>
          <p:spPr>
            <a:xfrm>
              <a:off x="3433887" y="2184095"/>
              <a:ext cx="705" cy="1790"/>
            </a:xfrm>
            <a:custGeom>
              <a:avLst/>
              <a:pathLst>
                <a:path w="705" h="1790">
                  <a:moveTo>
                    <a:pt x="705" y="965"/>
                  </a:moveTo>
                  <a:lnTo>
                    <a:pt x="650" y="1790"/>
                  </a:lnTo>
                  <a:lnTo>
                    <a:pt x="13" y="1535"/>
                  </a:lnTo>
                  <a:lnTo>
                    <a:pt x="0" y="809"/>
                  </a:lnTo>
                  <a:lnTo>
                    <a:pt x="299" y="72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g1048"/>
            <p:cNvSpPr/>
            <p:nvPr/>
          </p:nvSpPr>
          <p:spPr>
            <a:xfrm>
              <a:off x="4564838" y="2697370"/>
              <a:ext cx="4487" cy="7298"/>
            </a:xfrm>
            <a:custGeom>
              <a:avLst/>
              <a:pathLst>
                <a:path w="4487" h="7298">
                  <a:moveTo>
                    <a:pt x="3156" y="6903"/>
                  </a:moveTo>
                  <a:lnTo>
                    <a:pt x="1959" y="7298"/>
                  </a:lnTo>
                  <a:lnTo>
                    <a:pt x="620" y="7165"/>
                  </a:lnTo>
                  <a:lnTo>
                    <a:pt x="100" y="6416"/>
                  </a:lnTo>
                  <a:lnTo>
                    <a:pt x="0" y="6104"/>
                  </a:lnTo>
                  <a:lnTo>
                    <a:pt x="448" y="5809"/>
                  </a:lnTo>
                  <a:lnTo>
                    <a:pt x="420" y="4849"/>
                  </a:lnTo>
                  <a:lnTo>
                    <a:pt x="643" y="3328"/>
                  </a:lnTo>
                  <a:lnTo>
                    <a:pt x="930" y="2703"/>
                  </a:lnTo>
                  <a:lnTo>
                    <a:pt x="1596" y="2148"/>
                  </a:lnTo>
                  <a:lnTo>
                    <a:pt x="1867" y="920"/>
                  </a:lnTo>
                  <a:lnTo>
                    <a:pt x="2441" y="100"/>
                  </a:lnTo>
                  <a:lnTo>
                    <a:pt x="3205" y="0"/>
                  </a:lnTo>
                  <a:lnTo>
                    <a:pt x="3969" y="1513"/>
                  </a:lnTo>
                  <a:lnTo>
                    <a:pt x="4487" y="3105"/>
                  </a:lnTo>
                  <a:lnTo>
                    <a:pt x="4380" y="4700"/>
                  </a:lnTo>
                  <a:lnTo>
                    <a:pt x="3853" y="5284"/>
                  </a:lnTo>
                  <a:lnTo>
                    <a:pt x="3679" y="620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g1049"/>
            <p:cNvSpPr/>
            <p:nvPr/>
          </p:nvSpPr>
          <p:spPr>
            <a:xfrm>
              <a:off x="4350499" y="2585965"/>
              <a:ext cx="890" cy="1616"/>
            </a:xfrm>
            <a:custGeom>
              <a:avLst/>
              <a:pathLst>
                <a:path w="890" h="1616">
                  <a:moveTo>
                    <a:pt x="541" y="1505"/>
                  </a:moveTo>
                  <a:lnTo>
                    <a:pt x="208" y="1616"/>
                  </a:lnTo>
                  <a:lnTo>
                    <a:pt x="0" y="1367"/>
                  </a:lnTo>
                  <a:lnTo>
                    <a:pt x="50" y="625"/>
                  </a:lnTo>
                  <a:lnTo>
                    <a:pt x="168" y="85"/>
                  </a:lnTo>
                  <a:lnTo>
                    <a:pt x="499" y="0"/>
                  </a:lnTo>
                  <a:lnTo>
                    <a:pt x="727" y="144"/>
                  </a:lnTo>
                  <a:lnTo>
                    <a:pt x="887" y="390"/>
                  </a:lnTo>
                  <a:lnTo>
                    <a:pt x="890" y="785"/>
                  </a:lnTo>
                  <a:lnTo>
                    <a:pt x="793" y="119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g1050"/>
            <p:cNvSpPr/>
            <p:nvPr/>
          </p:nvSpPr>
          <p:spPr>
            <a:xfrm>
              <a:off x="4349358" y="2585524"/>
              <a:ext cx="946" cy="1332"/>
            </a:xfrm>
            <a:custGeom>
              <a:avLst/>
              <a:pathLst>
                <a:path w="946" h="1332">
                  <a:moveTo>
                    <a:pt x="946" y="593"/>
                  </a:moveTo>
                  <a:lnTo>
                    <a:pt x="758" y="1332"/>
                  </a:lnTo>
                  <a:lnTo>
                    <a:pt x="367" y="1321"/>
                  </a:lnTo>
                  <a:lnTo>
                    <a:pt x="0" y="663"/>
                  </a:lnTo>
                  <a:lnTo>
                    <a:pt x="117" y="155"/>
                  </a:lnTo>
                  <a:lnTo>
                    <a:pt x="471" y="0"/>
                  </a:lnTo>
                  <a:lnTo>
                    <a:pt x="781" y="19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g1051"/>
            <p:cNvSpPr/>
            <p:nvPr/>
          </p:nvSpPr>
          <p:spPr>
            <a:xfrm>
              <a:off x="4331656" y="2549593"/>
              <a:ext cx="30486" cy="107901"/>
            </a:xfrm>
            <a:custGeom>
              <a:avLst/>
              <a:pathLst>
                <a:path w="30486" h="107901">
                  <a:moveTo>
                    <a:pt x="21656" y="30449"/>
                  </a:moveTo>
                  <a:lnTo>
                    <a:pt x="20398" y="30415"/>
                  </a:lnTo>
                  <a:lnTo>
                    <a:pt x="18819" y="30596"/>
                  </a:lnTo>
                  <a:lnTo>
                    <a:pt x="18431" y="31036"/>
                  </a:lnTo>
                  <a:lnTo>
                    <a:pt x="18314" y="32010"/>
                  </a:lnTo>
                  <a:lnTo>
                    <a:pt x="17819" y="34019"/>
                  </a:lnTo>
                  <a:lnTo>
                    <a:pt x="17544" y="34758"/>
                  </a:lnTo>
                  <a:lnTo>
                    <a:pt x="16958" y="36107"/>
                  </a:lnTo>
                  <a:lnTo>
                    <a:pt x="16136" y="38010"/>
                  </a:lnTo>
                  <a:lnTo>
                    <a:pt x="15964" y="38631"/>
                  </a:lnTo>
                  <a:lnTo>
                    <a:pt x="15992" y="39270"/>
                  </a:lnTo>
                  <a:lnTo>
                    <a:pt x="16477" y="41855"/>
                  </a:lnTo>
                  <a:lnTo>
                    <a:pt x="16986" y="44573"/>
                  </a:lnTo>
                  <a:lnTo>
                    <a:pt x="17147" y="45634"/>
                  </a:lnTo>
                  <a:lnTo>
                    <a:pt x="17510" y="49246"/>
                  </a:lnTo>
                  <a:lnTo>
                    <a:pt x="17712" y="51797"/>
                  </a:lnTo>
                  <a:lnTo>
                    <a:pt x="17741" y="53298"/>
                  </a:lnTo>
                  <a:lnTo>
                    <a:pt x="17911" y="55305"/>
                  </a:lnTo>
                  <a:lnTo>
                    <a:pt x="18364" y="56389"/>
                  </a:lnTo>
                  <a:lnTo>
                    <a:pt x="18838" y="57070"/>
                  </a:lnTo>
                  <a:lnTo>
                    <a:pt x="20625" y="57479"/>
                  </a:lnTo>
                  <a:lnTo>
                    <a:pt x="21158" y="57976"/>
                  </a:lnTo>
                  <a:lnTo>
                    <a:pt x="22171" y="59256"/>
                  </a:lnTo>
                  <a:lnTo>
                    <a:pt x="24380" y="62791"/>
                  </a:lnTo>
                  <a:lnTo>
                    <a:pt x="25594" y="65048"/>
                  </a:lnTo>
                  <a:lnTo>
                    <a:pt x="26661" y="67034"/>
                  </a:lnTo>
                  <a:lnTo>
                    <a:pt x="28571" y="70722"/>
                  </a:lnTo>
                  <a:lnTo>
                    <a:pt x="30054" y="73587"/>
                  </a:lnTo>
                  <a:lnTo>
                    <a:pt x="30239" y="76277"/>
                  </a:lnTo>
                  <a:lnTo>
                    <a:pt x="30486" y="76668"/>
                  </a:lnTo>
                  <a:lnTo>
                    <a:pt x="29986" y="78661"/>
                  </a:lnTo>
                  <a:lnTo>
                    <a:pt x="29659" y="81882"/>
                  </a:lnTo>
                  <a:lnTo>
                    <a:pt x="29894" y="84020"/>
                  </a:lnTo>
                  <a:lnTo>
                    <a:pt x="29796" y="87667"/>
                  </a:lnTo>
                  <a:lnTo>
                    <a:pt x="29525" y="91549"/>
                  </a:lnTo>
                  <a:lnTo>
                    <a:pt x="29185" y="92938"/>
                  </a:lnTo>
                  <a:lnTo>
                    <a:pt x="28746" y="93461"/>
                  </a:lnTo>
                  <a:lnTo>
                    <a:pt x="27709" y="93881"/>
                  </a:lnTo>
                  <a:lnTo>
                    <a:pt x="25431" y="94364"/>
                  </a:lnTo>
                  <a:lnTo>
                    <a:pt x="25090" y="94819"/>
                  </a:lnTo>
                  <a:lnTo>
                    <a:pt x="24797" y="95572"/>
                  </a:lnTo>
                  <a:lnTo>
                    <a:pt x="24336" y="97361"/>
                  </a:lnTo>
                  <a:lnTo>
                    <a:pt x="23792" y="99167"/>
                  </a:lnTo>
                  <a:lnTo>
                    <a:pt x="23621" y="99939"/>
                  </a:lnTo>
                  <a:lnTo>
                    <a:pt x="23726" y="100122"/>
                  </a:lnTo>
                  <a:lnTo>
                    <a:pt x="24213" y="101041"/>
                  </a:lnTo>
                  <a:lnTo>
                    <a:pt x="24699" y="103392"/>
                  </a:lnTo>
                  <a:lnTo>
                    <a:pt x="24787" y="107425"/>
                  </a:lnTo>
                  <a:lnTo>
                    <a:pt x="24618" y="107725"/>
                  </a:lnTo>
                  <a:lnTo>
                    <a:pt x="23944" y="107901"/>
                  </a:lnTo>
                  <a:lnTo>
                    <a:pt x="23218" y="107848"/>
                  </a:lnTo>
                  <a:lnTo>
                    <a:pt x="22920" y="107620"/>
                  </a:lnTo>
                  <a:lnTo>
                    <a:pt x="22651" y="107169"/>
                  </a:lnTo>
                  <a:lnTo>
                    <a:pt x="22455" y="106308"/>
                  </a:lnTo>
                  <a:lnTo>
                    <a:pt x="22931" y="105708"/>
                  </a:lnTo>
                  <a:lnTo>
                    <a:pt x="23100" y="104658"/>
                  </a:lnTo>
                  <a:lnTo>
                    <a:pt x="22795" y="103756"/>
                  </a:lnTo>
                  <a:lnTo>
                    <a:pt x="22184" y="103556"/>
                  </a:lnTo>
                  <a:lnTo>
                    <a:pt x="21409" y="102730"/>
                  </a:lnTo>
                  <a:lnTo>
                    <a:pt x="19757" y="100035"/>
                  </a:lnTo>
                  <a:lnTo>
                    <a:pt x="18375" y="98144"/>
                  </a:lnTo>
                  <a:lnTo>
                    <a:pt x="17575" y="96576"/>
                  </a:lnTo>
                  <a:lnTo>
                    <a:pt x="16754" y="95952"/>
                  </a:lnTo>
                  <a:lnTo>
                    <a:pt x="16518" y="95567"/>
                  </a:lnTo>
                  <a:lnTo>
                    <a:pt x="16320" y="94904"/>
                  </a:lnTo>
                  <a:lnTo>
                    <a:pt x="16317" y="93950"/>
                  </a:lnTo>
                  <a:lnTo>
                    <a:pt x="16391" y="93245"/>
                  </a:lnTo>
                  <a:lnTo>
                    <a:pt x="16136" y="92456"/>
                  </a:lnTo>
                  <a:lnTo>
                    <a:pt x="15306" y="91234"/>
                  </a:lnTo>
                  <a:lnTo>
                    <a:pt x="14927" y="90556"/>
                  </a:lnTo>
                  <a:lnTo>
                    <a:pt x="14907" y="89745"/>
                  </a:lnTo>
                  <a:lnTo>
                    <a:pt x="15256" y="88965"/>
                  </a:lnTo>
                  <a:lnTo>
                    <a:pt x="15966" y="88014"/>
                  </a:lnTo>
                  <a:lnTo>
                    <a:pt x="16502" y="86083"/>
                  </a:lnTo>
                  <a:lnTo>
                    <a:pt x="16694" y="84832"/>
                  </a:lnTo>
                  <a:lnTo>
                    <a:pt x="17695" y="82323"/>
                  </a:lnTo>
                  <a:lnTo>
                    <a:pt x="17834" y="80143"/>
                  </a:lnTo>
                  <a:lnTo>
                    <a:pt x="17854" y="78399"/>
                  </a:lnTo>
                  <a:lnTo>
                    <a:pt x="17793" y="77094"/>
                  </a:lnTo>
                  <a:lnTo>
                    <a:pt x="17537" y="74422"/>
                  </a:lnTo>
                  <a:lnTo>
                    <a:pt x="17359" y="72572"/>
                  </a:lnTo>
                  <a:lnTo>
                    <a:pt x="16126" y="70154"/>
                  </a:lnTo>
                  <a:lnTo>
                    <a:pt x="15724" y="69928"/>
                  </a:lnTo>
                  <a:lnTo>
                    <a:pt x="14554" y="70139"/>
                  </a:lnTo>
                  <a:lnTo>
                    <a:pt x="13542" y="70496"/>
                  </a:lnTo>
                  <a:lnTo>
                    <a:pt x="13046" y="70997"/>
                  </a:lnTo>
                  <a:lnTo>
                    <a:pt x="12293" y="71023"/>
                  </a:lnTo>
                  <a:lnTo>
                    <a:pt x="10321" y="71444"/>
                  </a:lnTo>
                  <a:lnTo>
                    <a:pt x="9703" y="71625"/>
                  </a:lnTo>
                  <a:lnTo>
                    <a:pt x="9346" y="72063"/>
                  </a:lnTo>
                  <a:lnTo>
                    <a:pt x="9139" y="72154"/>
                  </a:lnTo>
                  <a:lnTo>
                    <a:pt x="7898" y="70284"/>
                  </a:lnTo>
                  <a:lnTo>
                    <a:pt x="6807" y="68266"/>
                  </a:lnTo>
                  <a:lnTo>
                    <a:pt x="5422" y="64830"/>
                  </a:lnTo>
                  <a:lnTo>
                    <a:pt x="5026" y="64416"/>
                  </a:lnTo>
                  <a:lnTo>
                    <a:pt x="4518" y="63405"/>
                  </a:lnTo>
                  <a:lnTo>
                    <a:pt x="4098" y="63660"/>
                  </a:lnTo>
                  <a:lnTo>
                    <a:pt x="3519" y="64370"/>
                  </a:lnTo>
                  <a:lnTo>
                    <a:pt x="3205" y="64560"/>
                  </a:lnTo>
                  <a:lnTo>
                    <a:pt x="3043" y="64538"/>
                  </a:lnTo>
                  <a:lnTo>
                    <a:pt x="2940" y="64360"/>
                  </a:lnTo>
                  <a:lnTo>
                    <a:pt x="2811" y="63906"/>
                  </a:lnTo>
                  <a:lnTo>
                    <a:pt x="2364" y="62610"/>
                  </a:lnTo>
                  <a:lnTo>
                    <a:pt x="1861" y="61682"/>
                  </a:lnTo>
                  <a:lnTo>
                    <a:pt x="1330" y="61322"/>
                  </a:lnTo>
                  <a:lnTo>
                    <a:pt x="896" y="60896"/>
                  </a:lnTo>
                  <a:lnTo>
                    <a:pt x="1087" y="60483"/>
                  </a:lnTo>
                  <a:lnTo>
                    <a:pt x="1289" y="60188"/>
                  </a:lnTo>
                  <a:lnTo>
                    <a:pt x="1202" y="59884"/>
                  </a:lnTo>
                  <a:lnTo>
                    <a:pt x="959" y="59439"/>
                  </a:lnTo>
                  <a:lnTo>
                    <a:pt x="15" y="58794"/>
                  </a:lnTo>
                  <a:lnTo>
                    <a:pt x="0" y="58517"/>
                  </a:lnTo>
                  <a:lnTo>
                    <a:pt x="832" y="57957"/>
                  </a:lnTo>
                  <a:lnTo>
                    <a:pt x="1359" y="57293"/>
                  </a:lnTo>
                  <a:lnTo>
                    <a:pt x="1716" y="56656"/>
                  </a:lnTo>
                  <a:lnTo>
                    <a:pt x="2169" y="55261"/>
                  </a:lnTo>
                  <a:lnTo>
                    <a:pt x="2537" y="53872"/>
                  </a:lnTo>
                  <a:lnTo>
                    <a:pt x="2811" y="53420"/>
                  </a:lnTo>
                  <a:lnTo>
                    <a:pt x="2906" y="52497"/>
                  </a:lnTo>
                  <a:lnTo>
                    <a:pt x="2844" y="51457"/>
                  </a:lnTo>
                  <a:lnTo>
                    <a:pt x="3027" y="50134"/>
                  </a:lnTo>
                  <a:lnTo>
                    <a:pt x="3118" y="48881"/>
                  </a:lnTo>
                  <a:lnTo>
                    <a:pt x="2839" y="48395"/>
                  </a:lnTo>
                  <a:lnTo>
                    <a:pt x="2603" y="47553"/>
                  </a:lnTo>
                  <a:lnTo>
                    <a:pt x="2883" y="46116"/>
                  </a:lnTo>
                  <a:lnTo>
                    <a:pt x="3322" y="45127"/>
                  </a:lnTo>
                  <a:lnTo>
                    <a:pt x="5421" y="44096"/>
                  </a:lnTo>
                  <a:lnTo>
                    <a:pt x="6883" y="43166"/>
                  </a:lnTo>
                  <a:lnTo>
                    <a:pt x="7192" y="42756"/>
                  </a:lnTo>
                  <a:lnTo>
                    <a:pt x="7689" y="41960"/>
                  </a:lnTo>
                  <a:lnTo>
                    <a:pt x="7965" y="41184"/>
                  </a:lnTo>
                  <a:lnTo>
                    <a:pt x="7767" y="40951"/>
                  </a:lnTo>
                  <a:lnTo>
                    <a:pt x="6618" y="40932"/>
                  </a:lnTo>
                  <a:lnTo>
                    <a:pt x="6336" y="40634"/>
                  </a:lnTo>
                  <a:lnTo>
                    <a:pt x="5505" y="37904"/>
                  </a:lnTo>
                  <a:lnTo>
                    <a:pt x="5965" y="34774"/>
                  </a:lnTo>
                  <a:lnTo>
                    <a:pt x="6004" y="33544"/>
                  </a:lnTo>
                  <a:lnTo>
                    <a:pt x="5993" y="32021"/>
                  </a:lnTo>
                  <a:lnTo>
                    <a:pt x="5845" y="30910"/>
                  </a:lnTo>
                  <a:lnTo>
                    <a:pt x="5483" y="30442"/>
                  </a:lnTo>
                  <a:lnTo>
                    <a:pt x="5259" y="29846"/>
                  </a:lnTo>
                  <a:lnTo>
                    <a:pt x="5319" y="28211"/>
                  </a:lnTo>
                  <a:lnTo>
                    <a:pt x="5657" y="28019"/>
                  </a:lnTo>
                  <a:lnTo>
                    <a:pt x="6386" y="25860"/>
                  </a:lnTo>
                  <a:lnTo>
                    <a:pt x="6711" y="24588"/>
                  </a:lnTo>
                  <a:lnTo>
                    <a:pt x="6322" y="23573"/>
                  </a:lnTo>
                  <a:lnTo>
                    <a:pt x="5892" y="22123"/>
                  </a:lnTo>
                  <a:lnTo>
                    <a:pt x="5698" y="21201"/>
                  </a:lnTo>
                  <a:lnTo>
                    <a:pt x="5590" y="20898"/>
                  </a:lnTo>
                  <a:lnTo>
                    <a:pt x="5888" y="20326"/>
                  </a:lnTo>
                  <a:lnTo>
                    <a:pt x="6381" y="19773"/>
                  </a:lnTo>
                  <a:lnTo>
                    <a:pt x="6932" y="19621"/>
                  </a:lnTo>
                  <a:lnTo>
                    <a:pt x="7515" y="19360"/>
                  </a:lnTo>
                  <a:lnTo>
                    <a:pt x="9353" y="16674"/>
                  </a:lnTo>
                  <a:lnTo>
                    <a:pt x="9376" y="16153"/>
                  </a:lnTo>
                  <a:lnTo>
                    <a:pt x="9042" y="15252"/>
                  </a:lnTo>
                  <a:lnTo>
                    <a:pt x="8356" y="13896"/>
                  </a:lnTo>
                  <a:lnTo>
                    <a:pt x="8204" y="13341"/>
                  </a:lnTo>
                  <a:lnTo>
                    <a:pt x="8122" y="11711"/>
                  </a:lnTo>
                  <a:lnTo>
                    <a:pt x="7849" y="11223"/>
                  </a:lnTo>
                  <a:lnTo>
                    <a:pt x="6841" y="10124"/>
                  </a:lnTo>
                  <a:lnTo>
                    <a:pt x="6065" y="8968"/>
                  </a:lnTo>
                  <a:lnTo>
                    <a:pt x="6307" y="7796"/>
                  </a:lnTo>
                  <a:lnTo>
                    <a:pt x="6438" y="6516"/>
                  </a:lnTo>
                  <a:lnTo>
                    <a:pt x="6055" y="5813"/>
                  </a:lnTo>
                  <a:lnTo>
                    <a:pt x="5483" y="5084"/>
                  </a:lnTo>
                  <a:lnTo>
                    <a:pt x="5130" y="4016"/>
                  </a:lnTo>
                  <a:lnTo>
                    <a:pt x="4969" y="3224"/>
                  </a:lnTo>
                  <a:lnTo>
                    <a:pt x="4518" y="2908"/>
                  </a:lnTo>
                  <a:lnTo>
                    <a:pt x="4106" y="2895"/>
                  </a:lnTo>
                  <a:lnTo>
                    <a:pt x="3803" y="3391"/>
                  </a:lnTo>
                  <a:lnTo>
                    <a:pt x="3475" y="3348"/>
                  </a:lnTo>
                  <a:lnTo>
                    <a:pt x="3080" y="3177"/>
                  </a:lnTo>
                  <a:lnTo>
                    <a:pt x="2949" y="2491"/>
                  </a:lnTo>
                  <a:lnTo>
                    <a:pt x="2927" y="1747"/>
                  </a:lnTo>
                  <a:lnTo>
                    <a:pt x="2655" y="1243"/>
                  </a:lnTo>
                  <a:lnTo>
                    <a:pt x="2392" y="543"/>
                  </a:lnTo>
                  <a:lnTo>
                    <a:pt x="2360" y="172"/>
                  </a:lnTo>
                  <a:lnTo>
                    <a:pt x="2525" y="65"/>
                  </a:lnTo>
                  <a:lnTo>
                    <a:pt x="2872" y="0"/>
                  </a:lnTo>
                  <a:lnTo>
                    <a:pt x="4352" y="1407"/>
                  </a:lnTo>
                  <a:lnTo>
                    <a:pt x="5249" y="1471"/>
                  </a:lnTo>
                  <a:lnTo>
                    <a:pt x="6248" y="1731"/>
                  </a:lnTo>
                  <a:lnTo>
                    <a:pt x="7100" y="2970"/>
                  </a:lnTo>
                  <a:lnTo>
                    <a:pt x="7543" y="3134"/>
                  </a:lnTo>
                  <a:lnTo>
                    <a:pt x="8109" y="2963"/>
                  </a:lnTo>
                  <a:lnTo>
                    <a:pt x="9718" y="2833"/>
                  </a:lnTo>
                  <a:lnTo>
                    <a:pt x="10367" y="3011"/>
                  </a:lnTo>
                  <a:lnTo>
                    <a:pt x="11199" y="3737"/>
                  </a:lnTo>
                  <a:lnTo>
                    <a:pt x="11527" y="3837"/>
                  </a:lnTo>
                  <a:lnTo>
                    <a:pt x="12048" y="3865"/>
                  </a:lnTo>
                  <a:lnTo>
                    <a:pt x="12141" y="3670"/>
                  </a:lnTo>
                  <a:lnTo>
                    <a:pt x="12194" y="3240"/>
                  </a:lnTo>
                  <a:lnTo>
                    <a:pt x="12102" y="2375"/>
                  </a:lnTo>
                  <a:lnTo>
                    <a:pt x="12220" y="1906"/>
                  </a:lnTo>
                  <a:lnTo>
                    <a:pt x="12537" y="1400"/>
                  </a:lnTo>
                  <a:lnTo>
                    <a:pt x="13417" y="1991"/>
                  </a:lnTo>
                  <a:lnTo>
                    <a:pt x="15614" y="4693"/>
                  </a:lnTo>
                  <a:lnTo>
                    <a:pt x="15680" y="5042"/>
                  </a:lnTo>
                  <a:lnTo>
                    <a:pt x="17082" y="7724"/>
                  </a:lnTo>
                  <a:lnTo>
                    <a:pt x="17538" y="8859"/>
                  </a:lnTo>
                  <a:lnTo>
                    <a:pt x="17538" y="9458"/>
                  </a:lnTo>
                  <a:lnTo>
                    <a:pt x="17970" y="11801"/>
                  </a:lnTo>
                  <a:lnTo>
                    <a:pt x="18066" y="12899"/>
                  </a:lnTo>
                  <a:lnTo>
                    <a:pt x="17969" y="13734"/>
                  </a:lnTo>
                  <a:lnTo>
                    <a:pt x="17986" y="14402"/>
                  </a:lnTo>
                  <a:lnTo>
                    <a:pt x="18156" y="15359"/>
                  </a:lnTo>
                  <a:lnTo>
                    <a:pt x="18100" y="15762"/>
                  </a:lnTo>
                  <a:lnTo>
                    <a:pt x="18601" y="17163"/>
                  </a:lnTo>
                  <a:lnTo>
                    <a:pt x="18840" y="18342"/>
                  </a:lnTo>
                  <a:lnTo>
                    <a:pt x="18890" y="19491"/>
                  </a:lnTo>
                  <a:lnTo>
                    <a:pt x="18750" y="20612"/>
                  </a:lnTo>
                  <a:lnTo>
                    <a:pt x="18309" y="22249"/>
                  </a:lnTo>
                  <a:lnTo>
                    <a:pt x="18233" y="22909"/>
                  </a:lnTo>
                  <a:lnTo>
                    <a:pt x="18330" y="23508"/>
                  </a:lnTo>
                  <a:lnTo>
                    <a:pt x="18615" y="24159"/>
                  </a:lnTo>
                  <a:lnTo>
                    <a:pt x="19092" y="24861"/>
                  </a:lnTo>
                  <a:lnTo>
                    <a:pt x="19451" y="25708"/>
                  </a:lnTo>
                  <a:lnTo>
                    <a:pt x="19694" y="26702"/>
                  </a:lnTo>
                  <a:lnTo>
                    <a:pt x="19900" y="27152"/>
                  </a:lnTo>
                  <a:lnTo>
                    <a:pt x="20155" y="27141"/>
                  </a:lnTo>
                  <a:lnTo>
                    <a:pt x="20626" y="27295"/>
                  </a:lnTo>
                  <a:lnTo>
                    <a:pt x="21005" y="27875"/>
                  </a:lnTo>
                  <a:lnTo>
                    <a:pt x="21443" y="28850"/>
                  </a:lnTo>
                  <a:lnTo>
                    <a:pt x="21591" y="2997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g1052"/>
            <p:cNvSpPr/>
            <p:nvPr/>
          </p:nvSpPr>
          <p:spPr>
            <a:xfrm>
              <a:off x="5075558" y="2379941"/>
              <a:ext cx="840" cy="5106"/>
            </a:xfrm>
            <a:custGeom>
              <a:avLst/>
              <a:pathLst>
                <a:path w="840" h="5106">
                  <a:moveTo>
                    <a:pt x="840" y="4923"/>
                  </a:moveTo>
                  <a:lnTo>
                    <a:pt x="551" y="5106"/>
                  </a:lnTo>
                  <a:lnTo>
                    <a:pt x="105" y="4612"/>
                  </a:lnTo>
                  <a:lnTo>
                    <a:pt x="0" y="378"/>
                  </a:lnTo>
                  <a:lnTo>
                    <a:pt x="313" y="0"/>
                  </a:lnTo>
                  <a:lnTo>
                    <a:pt x="517" y="53"/>
                  </a:lnTo>
                  <a:lnTo>
                    <a:pt x="737" y="822"/>
                  </a:lnTo>
                  <a:lnTo>
                    <a:pt x="717" y="2677"/>
                  </a:lnTo>
                  <a:lnTo>
                    <a:pt x="757" y="431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g1053"/>
            <p:cNvSpPr/>
            <p:nvPr/>
          </p:nvSpPr>
          <p:spPr>
            <a:xfrm>
              <a:off x="5007712" y="2378498"/>
              <a:ext cx="890" cy="2097"/>
            </a:xfrm>
            <a:custGeom>
              <a:avLst/>
              <a:pathLst>
                <a:path w="890" h="2097">
                  <a:moveTo>
                    <a:pt x="874" y="1952"/>
                  </a:moveTo>
                  <a:lnTo>
                    <a:pt x="418" y="2097"/>
                  </a:lnTo>
                  <a:lnTo>
                    <a:pt x="168" y="2001"/>
                  </a:lnTo>
                  <a:lnTo>
                    <a:pt x="0" y="1457"/>
                  </a:lnTo>
                  <a:lnTo>
                    <a:pt x="385" y="207"/>
                  </a:lnTo>
                  <a:lnTo>
                    <a:pt x="526" y="0"/>
                  </a:lnTo>
                  <a:lnTo>
                    <a:pt x="890" y="136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g1054"/>
            <p:cNvSpPr/>
            <p:nvPr/>
          </p:nvSpPr>
          <p:spPr>
            <a:xfrm>
              <a:off x="4980620" y="2375769"/>
              <a:ext cx="595" cy="1352"/>
            </a:xfrm>
            <a:custGeom>
              <a:avLst/>
              <a:pathLst>
                <a:path w="595" h="1352">
                  <a:moveTo>
                    <a:pt x="502" y="1100"/>
                  </a:moveTo>
                  <a:lnTo>
                    <a:pt x="24" y="1352"/>
                  </a:lnTo>
                  <a:lnTo>
                    <a:pt x="0" y="988"/>
                  </a:lnTo>
                  <a:lnTo>
                    <a:pt x="83" y="482"/>
                  </a:lnTo>
                  <a:lnTo>
                    <a:pt x="433" y="0"/>
                  </a:lnTo>
                  <a:lnTo>
                    <a:pt x="595" y="27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g1055"/>
            <p:cNvSpPr/>
            <p:nvPr/>
          </p:nvSpPr>
          <p:spPr>
            <a:xfrm>
              <a:off x="5135622" y="2359101"/>
              <a:ext cx="2230" cy="1331"/>
            </a:xfrm>
            <a:custGeom>
              <a:avLst/>
              <a:pathLst>
                <a:path w="2230" h="1331">
                  <a:moveTo>
                    <a:pt x="2230" y="1063"/>
                  </a:moveTo>
                  <a:lnTo>
                    <a:pt x="911" y="1331"/>
                  </a:lnTo>
                  <a:lnTo>
                    <a:pt x="0" y="1302"/>
                  </a:lnTo>
                  <a:lnTo>
                    <a:pt x="168" y="814"/>
                  </a:lnTo>
                  <a:lnTo>
                    <a:pt x="123" y="170"/>
                  </a:lnTo>
                  <a:lnTo>
                    <a:pt x="558" y="0"/>
                  </a:lnTo>
                  <a:lnTo>
                    <a:pt x="1063" y="14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g1056"/>
            <p:cNvSpPr/>
            <p:nvPr/>
          </p:nvSpPr>
          <p:spPr>
            <a:xfrm>
              <a:off x="4970455" y="2342289"/>
              <a:ext cx="1398" cy="2800"/>
            </a:xfrm>
            <a:custGeom>
              <a:avLst/>
              <a:pathLst>
                <a:path w="1398" h="2800">
                  <a:moveTo>
                    <a:pt x="926" y="2413"/>
                  </a:moveTo>
                  <a:lnTo>
                    <a:pt x="688" y="2800"/>
                  </a:lnTo>
                  <a:lnTo>
                    <a:pt x="0" y="2579"/>
                  </a:lnTo>
                  <a:lnTo>
                    <a:pt x="121" y="291"/>
                  </a:lnTo>
                  <a:lnTo>
                    <a:pt x="515" y="0"/>
                  </a:lnTo>
                  <a:lnTo>
                    <a:pt x="1127" y="416"/>
                  </a:lnTo>
                  <a:lnTo>
                    <a:pt x="1398" y="80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g1057"/>
            <p:cNvSpPr/>
            <p:nvPr/>
          </p:nvSpPr>
          <p:spPr>
            <a:xfrm>
              <a:off x="4965301" y="2328370"/>
              <a:ext cx="2576" cy="2823"/>
            </a:xfrm>
            <a:custGeom>
              <a:avLst/>
              <a:pathLst>
                <a:path w="2576" h="2823">
                  <a:moveTo>
                    <a:pt x="1908" y="0"/>
                  </a:moveTo>
                  <a:lnTo>
                    <a:pt x="2576" y="1494"/>
                  </a:lnTo>
                  <a:lnTo>
                    <a:pt x="2243" y="2160"/>
                  </a:lnTo>
                  <a:lnTo>
                    <a:pt x="2076" y="2352"/>
                  </a:lnTo>
                  <a:lnTo>
                    <a:pt x="1674" y="2133"/>
                  </a:lnTo>
                  <a:lnTo>
                    <a:pt x="1289" y="2707"/>
                  </a:lnTo>
                  <a:lnTo>
                    <a:pt x="922" y="2823"/>
                  </a:lnTo>
                  <a:lnTo>
                    <a:pt x="552" y="1787"/>
                  </a:lnTo>
                  <a:lnTo>
                    <a:pt x="97" y="1375"/>
                  </a:lnTo>
                  <a:lnTo>
                    <a:pt x="0" y="660"/>
                  </a:lnTo>
                  <a:lnTo>
                    <a:pt x="607" y="535"/>
                  </a:lnTo>
                  <a:lnTo>
                    <a:pt x="973" y="782"/>
                  </a:lnTo>
                  <a:lnTo>
                    <a:pt x="1659" y="28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g1058"/>
            <p:cNvSpPr/>
            <p:nvPr/>
          </p:nvSpPr>
          <p:spPr>
            <a:xfrm>
              <a:off x="4969775" y="2325288"/>
              <a:ext cx="39445" cy="74720"/>
            </a:xfrm>
            <a:custGeom>
              <a:avLst/>
              <a:pathLst>
                <a:path w="39445" h="74720">
                  <a:moveTo>
                    <a:pt x="18750" y="6198"/>
                  </a:moveTo>
                  <a:lnTo>
                    <a:pt x="20386" y="6739"/>
                  </a:lnTo>
                  <a:lnTo>
                    <a:pt x="21012" y="7177"/>
                  </a:lnTo>
                  <a:lnTo>
                    <a:pt x="22850" y="11494"/>
                  </a:lnTo>
                  <a:lnTo>
                    <a:pt x="25270" y="14529"/>
                  </a:lnTo>
                  <a:lnTo>
                    <a:pt x="26295" y="15661"/>
                  </a:lnTo>
                  <a:lnTo>
                    <a:pt x="27088" y="16202"/>
                  </a:lnTo>
                  <a:lnTo>
                    <a:pt x="28173" y="17827"/>
                  </a:lnTo>
                  <a:lnTo>
                    <a:pt x="29118" y="19868"/>
                  </a:lnTo>
                  <a:lnTo>
                    <a:pt x="31189" y="25612"/>
                  </a:lnTo>
                  <a:lnTo>
                    <a:pt x="31549" y="28134"/>
                  </a:lnTo>
                  <a:lnTo>
                    <a:pt x="31690" y="31987"/>
                  </a:lnTo>
                  <a:lnTo>
                    <a:pt x="31233" y="37795"/>
                  </a:lnTo>
                  <a:lnTo>
                    <a:pt x="30680" y="40692"/>
                  </a:lnTo>
                  <a:lnTo>
                    <a:pt x="30787" y="42060"/>
                  </a:lnTo>
                  <a:lnTo>
                    <a:pt x="31545" y="44159"/>
                  </a:lnTo>
                  <a:lnTo>
                    <a:pt x="31318" y="46140"/>
                  </a:lnTo>
                  <a:lnTo>
                    <a:pt x="31465" y="47785"/>
                  </a:lnTo>
                  <a:lnTo>
                    <a:pt x="31412" y="52353"/>
                  </a:lnTo>
                  <a:lnTo>
                    <a:pt x="31845" y="53700"/>
                  </a:lnTo>
                  <a:lnTo>
                    <a:pt x="32338" y="54562"/>
                  </a:lnTo>
                  <a:lnTo>
                    <a:pt x="34939" y="57272"/>
                  </a:lnTo>
                  <a:lnTo>
                    <a:pt x="35129" y="58275"/>
                  </a:lnTo>
                  <a:lnTo>
                    <a:pt x="36411" y="61724"/>
                  </a:lnTo>
                  <a:lnTo>
                    <a:pt x="38783" y="69234"/>
                  </a:lnTo>
                  <a:lnTo>
                    <a:pt x="39445" y="72612"/>
                  </a:lnTo>
                  <a:lnTo>
                    <a:pt x="39368" y="73519"/>
                  </a:lnTo>
                  <a:lnTo>
                    <a:pt x="39082" y="73896"/>
                  </a:lnTo>
                  <a:lnTo>
                    <a:pt x="38384" y="74226"/>
                  </a:lnTo>
                  <a:lnTo>
                    <a:pt x="37803" y="73566"/>
                  </a:lnTo>
                  <a:lnTo>
                    <a:pt x="37607" y="73092"/>
                  </a:lnTo>
                  <a:lnTo>
                    <a:pt x="37667" y="72505"/>
                  </a:lnTo>
                  <a:lnTo>
                    <a:pt x="37436" y="71926"/>
                  </a:lnTo>
                  <a:lnTo>
                    <a:pt x="36867" y="71236"/>
                  </a:lnTo>
                  <a:lnTo>
                    <a:pt x="36540" y="70617"/>
                  </a:lnTo>
                  <a:lnTo>
                    <a:pt x="36632" y="71644"/>
                  </a:lnTo>
                  <a:lnTo>
                    <a:pt x="36635" y="72973"/>
                  </a:lnTo>
                  <a:lnTo>
                    <a:pt x="35913" y="73086"/>
                  </a:lnTo>
                  <a:lnTo>
                    <a:pt x="34982" y="72669"/>
                  </a:lnTo>
                  <a:lnTo>
                    <a:pt x="33826" y="73044"/>
                  </a:lnTo>
                  <a:lnTo>
                    <a:pt x="32456" y="74674"/>
                  </a:lnTo>
                  <a:lnTo>
                    <a:pt x="31799" y="74720"/>
                  </a:lnTo>
                  <a:lnTo>
                    <a:pt x="31298" y="73321"/>
                  </a:lnTo>
                  <a:lnTo>
                    <a:pt x="31039" y="72372"/>
                  </a:lnTo>
                  <a:lnTo>
                    <a:pt x="30631" y="71698"/>
                  </a:lnTo>
                  <a:lnTo>
                    <a:pt x="26279" y="68264"/>
                  </a:lnTo>
                  <a:lnTo>
                    <a:pt x="24673" y="67382"/>
                  </a:lnTo>
                  <a:lnTo>
                    <a:pt x="22981" y="64777"/>
                  </a:lnTo>
                  <a:lnTo>
                    <a:pt x="19171" y="61902"/>
                  </a:lnTo>
                  <a:lnTo>
                    <a:pt x="16753" y="59100"/>
                  </a:lnTo>
                  <a:lnTo>
                    <a:pt x="15724" y="57368"/>
                  </a:lnTo>
                  <a:lnTo>
                    <a:pt x="13250" y="55833"/>
                  </a:lnTo>
                  <a:lnTo>
                    <a:pt x="12182" y="54022"/>
                  </a:lnTo>
                  <a:lnTo>
                    <a:pt x="11657" y="53666"/>
                  </a:lnTo>
                  <a:lnTo>
                    <a:pt x="11129" y="53021"/>
                  </a:lnTo>
                  <a:lnTo>
                    <a:pt x="11685" y="51265"/>
                  </a:lnTo>
                  <a:lnTo>
                    <a:pt x="11457" y="49433"/>
                  </a:lnTo>
                  <a:lnTo>
                    <a:pt x="11170" y="47887"/>
                  </a:lnTo>
                  <a:lnTo>
                    <a:pt x="9425" y="44836"/>
                  </a:lnTo>
                  <a:lnTo>
                    <a:pt x="8568" y="42707"/>
                  </a:lnTo>
                  <a:lnTo>
                    <a:pt x="6926" y="40587"/>
                  </a:lnTo>
                  <a:lnTo>
                    <a:pt x="6269" y="39363"/>
                  </a:lnTo>
                  <a:lnTo>
                    <a:pt x="5641" y="37943"/>
                  </a:lnTo>
                  <a:lnTo>
                    <a:pt x="6034" y="37447"/>
                  </a:lnTo>
                  <a:lnTo>
                    <a:pt x="6398" y="37146"/>
                  </a:lnTo>
                  <a:lnTo>
                    <a:pt x="6065" y="36116"/>
                  </a:lnTo>
                  <a:lnTo>
                    <a:pt x="5126" y="34324"/>
                  </a:lnTo>
                  <a:lnTo>
                    <a:pt x="4687" y="32264"/>
                  </a:lnTo>
                  <a:lnTo>
                    <a:pt x="4687" y="28375"/>
                  </a:lnTo>
                  <a:lnTo>
                    <a:pt x="3351" y="22907"/>
                  </a:lnTo>
                  <a:lnTo>
                    <a:pt x="2209" y="15327"/>
                  </a:lnTo>
                  <a:lnTo>
                    <a:pt x="2411" y="12673"/>
                  </a:lnTo>
                  <a:lnTo>
                    <a:pt x="2120" y="9797"/>
                  </a:lnTo>
                  <a:lnTo>
                    <a:pt x="1363" y="7031"/>
                  </a:lnTo>
                  <a:lnTo>
                    <a:pt x="371" y="5054"/>
                  </a:lnTo>
                  <a:lnTo>
                    <a:pt x="0" y="3412"/>
                  </a:lnTo>
                  <a:lnTo>
                    <a:pt x="178" y="2760"/>
                  </a:lnTo>
                  <a:lnTo>
                    <a:pt x="398" y="627"/>
                  </a:lnTo>
                  <a:lnTo>
                    <a:pt x="545" y="206"/>
                  </a:lnTo>
                  <a:lnTo>
                    <a:pt x="922" y="0"/>
                  </a:lnTo>
                  <a:lnTo>
                    <a:pt x="1346" y="54"/>
                  </a:lnTo>
                  <a:lnTo>
                    <a:pt x="2140" y="1906"/>
                  </a:lnTo>
                  <a:lnTo>
                    <a:pt x="4207" y="3055"/>
                  </a:lnTo>
                  <a:lnTo>
                    <a:pt x="4828" y="3328"/>
                  </a:lnTo>
                  <a:lnTo>
                    <a:pt x="5643" y="2872"/>
                  </a:lnTo>
                  <a:lnTo>
                    <a:pt x="6010" y="3160"/>
                  </a:lnTo>
                  <a:lnTo>
                    <a:pt x="6382" y="3632"/>
                  </a:lnTo>
                  <a:lnTo>
                    <a:pt x="6597" y="4951"/>
                  </a:lnTo>
                  <a:lnTo>
                    <a:pt x="7140" y="6153"/>
                  </a:lnTo>
                  <a:lnTo>
                    <a:pt x="8227" y="5983"/>
                  </a:lnTo>
                  <a:lnTo>
                    <a:pt x="8611" y="6155"/>
                  </a:lnTo>
                  <a:lnTo>
                    <a:pt x="8839" y="6193"/>
                  </a:lnTo>
                  <a:lnTo>
                    <a:pt x="9052" y="7260"/>
                  </a:lnTo>
                  <a:lnTo>
                    <a:pt x="9152" y="9106"/>
                  </a:lnTo>
                  <a:lnTo>
                    <a:pt x="9048" y="10183"/>
                  </a:lnTo>
                  <a:lnTo>
                    <a:pt x="8265" y="11722"/>
                  </a:lnTo>
                  <a:lnTo>
                    <a:pt x="8159" y="12770"/>
                  </a:lnTo>
                  <a:lnTo>
                    <a:pt x="8572" y="13419"/>
                  </a:lnTo>
                  <a:lnTo>
                    <a:pt x="9106" y="14111"/>
                  </a:lnTo>
                  <a:lnTo>
                    <a:pt x="9411" y="14643"/>
                  </a:lnTo>
                  <a:lnTo>
                    <a:pt x="9730" y="14555"/>
                  </a:lnTo>
                  <a:lnTo>
                    <a:pt x="10137" y="14197"/>
                  </a:lnTo>
                  <a:lnTo>
                    <a:pt x="10507" y="13291"/>
                  </a:lnTo>
                  <a:lnTo>
                    <a:pt x="10765" y="12514"/>
                  </a:lnTo>
                  <a:lnTo>
                    <a:pt x="12157" y="11645"/>
                  </a:lnTo>
                  <a:lnTo>
                    <a:pt x="13594" y="10863"/>
                  </a:lnTo>
                  <a:lnTo>
                    <a:pt x="13790" y="10943"/>
                  </a:lnTo>
                  <a:lnTo>
                    <a:pt x="14023" y="11290"/>
                  </a:lnTo>
                  <a:lnTo>
                    <a:pt x="14483" y="12422"/>
                  </a:lnTo>
                  <a:lnTo>
                    <a:pt x="14751" y="12662"/>
                  </a:lnTo>
                  <a:lnTo>
                    <a:pt x="15140" y="12776"/>
                  </a:lnTo>
                  <a:lnTo>
                    <a:pt x="15814" y="12654"/>
                  </a:lnTo>
                  <a:lnTo>
                    <a:pt x="16598" y="12013"/>
                  </a:lnTo>
                  <a:lnTo>
                    <a:pt x="17010" y="10813"/>
                  </a:lnTo>
                  <a:lnTo>
                    <a:pt x="17190" y="9864"/>
                  </a:lnTo>
                  <a:lnTo>
                    <a:pt x="18316" y="8228"/>
                  </a:lnTo>
                  <a:lnTo>
                    <a:pt x="18441" y="700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g1059"/>
            <p:cNvSpPr/>
            <p:nvPr/>
          </p:nvSpPr>
          <p:spPr>
            <a:xfrm>
              <a:off x="5058894" y="2321054"/>
              <a:ext cx="92028" cy="85476"/>
            </a:xfrm>
            <a:custGeom>
              <a:avLst/>
              <a:pathLst>
                <a:path w="92028" h="85476">
                  <a:moveTo>
                    <a:pt x="76021" y="39327"/>
                  </a:moveTo>
                  <a:lnTo>
                    <a:pt x="75670" y="39316"/>
                  </a:lnTo>
                  <a:lnTo>
                    <a:pt x="74853" y="39017"/>
                  </a:lnTo>
                  <a:lnTo>
                    <a:pt x="73213" y="37532"/>
                  </a:lnTo>
                  <a:lnTo>
                    <a:pt x="71538" y="37006"/>
                  </a:lnTo>
                  <a:lnTo>
                    <a:pt x="69107" y="36963"/>
                  </a:lnTo>
                  <a:lnTo>
                    <a:pt x="67728" y="36756"/>
                  </a:lnTo>
                  <a:lnTo>
                    <a:pt x="67168" y="36977"/>
                  </a:lnTo>
                  <a:lnTo>
                    <a:pt x="66699" y="36987"/>
                  </a:lnTo>
                  <a:lnTo>
                    <a:pt x="66359" y="36688"/>
                  </a:lnTo>
                  <a:lnTo>
                    <a:pt x="65996" y="36535"/>
                  </a:lnTo>
                  <a:lnTo>
                    <a:pt x="65048" y="37408"/>
                  </a:lnTo>
                  <a:lnTo>
                    <a:pt x="64605" y="37141"/>
                  </a:lnTo>
                  <a:lnTo>
                    <a:pt x="64156" y="36773"/>
                  </a:lnTo>
                  <a:lnTo>
                    <a:pt x="63361" y="36650"/>
                  </a:lnTo>
                  <a:lnTo>
                    <a:pt x="62398" y="36753"/>
                  </a:lnTo>
                  <a:lnTo>
                    <a:pt x="61330" y="37653"/>
                  </a:lnTo>
                  <a:lnTo>
                    <a:pt x="60144" y="36844"/>
                  </a:lnTo>
                  <a:lnTo>
                    <a:pt x="59809" y="36852"/>
                  </a:lnTo>
                  <a:lnTo>
                    <a:pt x="59582" y="37058"/>
                  </a:lnTo>
                  <a:lnTo>
                    <a:pt x="59068" y="38168"/>
                  </a:lnTo>
                  <a:lnTo>
                    <a:pt x="58087" y="39015"/>
                  </a:lnTo>
                  <a:lnTo>
                    <a:pt x="57602" y="40563"/>
                  </a:lnTo>
                  <a:lnTo>
                    <a:pt x="57305" y="42048"/>
                  </a:lnTo>
                  <a:lnTo>
                    <a:pt x="57043" y="42561"/>
                  </a:lnTo>
                  <a:lnTo>
                    <a:pt x="56972" y="45430"/>
                  </a:lnTo>
                  <a:lnTo>
                    <a:pt x="56817" y="46816"/>
                  </a:lnTo>
                  <a:lnTo>
                    <a:pt x="57065" y="48649"/>
                  </a:lnTo>
                  <a:lnTo>
                    <a:pt x="57021" y="49438"/>
                  </a:lnTo>
                  <a:lnTo>
                    <a:pt x="56584" y="50610"/>
                  </a:lnTo>
                  <a:lnTo>
                    <a:pt x="56531" y="50879"/>
                  </a:lnTo>
                  <a:lnTo>
                    <a:pt x="56299" y="52745"/>
                  </a:lnTo>
                  <a:lnTo>
                    <a:pt x="56387" y="53240"/>
                  </a:lnTo>
                  <a:lnTo>
                    <a:pt x="56331" y="53868"/>
                  </a:lnTo>
                  <a:lnTo>
                    <a:pt x="55964" y="55176"/>
                  </a:lnTo>
                  <a:lnTo>
                    <a:pt x="55300" y="55533"/>
                  </a:lnTo>
                  <a:lnTo>
                    <a:pt x="54600" y="55739"/>
                  </a:lnTo>
                  <a:lnTo>
                    <a:pt x="54002" y="55293"/>
                  </a:lnTo>
                  <a:lnTo>
                    <a:pt x="53462" y="56011"/>
                  </a:lnTo>
                  <a:lnTo>
                    <a:pt x="52778" y="57121"/>
                  </a:lnTo>
                  <a:lnTo>
                    <a:pt x="52482" y="57871"/>
                  </a:lnTo>
                  <a:lnTo>
                    <a:pt x="52484" y="58567"/>
                  </a:lnTo>
                  <a:lnTo>
                    <a:pt x="52551" y="59033"/>
                  </a:lnTo>
                  <a:lnTo>
                    <a:pt x="52412" y="59512"/>
                  </a:lnTo>
                  <a:lnTo>
                    <a:pt x="52394" y="60020"/>
                  </a:lnTo>
                  <a:lnTo>
                    <a:pt x="52429" y="60757"/>
                  </a:lnTo>
                  <a:lnTo>
                    <a:pt x="52894" y="61061"/>
                  </a:lnTo>
                  <a:lnTo>
                    <a:pt x="53376" y="61696"/>
                  </a:lnTo>
                  <a:lnTo>
                    <a:pt x="53360" y="62305"/>
                  </a:lnTo>
                  <a:lnTo>
                    <a:pt x="53092" y="62727"/>
                  </a:lnTo>
                  <a:lnTo>
                    <a:pt x="52484" y="63380"/>
                  </a:lnTo>
                  <a:lnTo>
                    <a:pt x="51373" y="64709"/>
                  </a:lnTo>
                  <a:lnTo>
                    <a:pt x="50117" y="65845"/>
                  </a:lnTo>
                  <a:lnTo>
                    <a:pt x="49645" y="66109"/>
                  </a:lnTo>
                  <a:lnTo>
                    <a:pt x="49474" y="66633"/>
                  </a:lnTo>
                  <a:lnTo>
                    <a:pt x="49382" y="67338"/>
                  </a:lnTo>
                  <a:lnTo>
                    <a:pt x="49659" y="68883"/>
                  </a:lnTo>
                  <a:lnTo>
                    <a:pt x="49923" y="69338"/>
                  </a:lnTo>
                  <a:lnTo>
                    <a:pt x="50062" y="69881"/>
                  </a:lnTo>
                  <a:lnTo>
                    <a:pt x="49893" y="70526"/>
                  </a:lnTo>
                  <a:lnTo>
                    <a:pt x="49773" y="71082"/>
                  </a:lnTo>
                  <a:lnTo>
                    <a:pt x="49310" y="71430"/>
                  </a:lnTo>
                  <a:lnTo>
                    <a:pt x="48860" y="71684"/>
                  </a:lnTo>
                  <a:lnTo>
                    <a:pt x="48696" y="72127"/>
                  </a:lnTo>
                  <a:lnTo>
                    <a:pt x="48457" y="73978"/>
                  </a:lnTo>
                  <a:lnTo>
                    <a:pt x="48186" y="74944"/>
                  </a:lnTo>
                  <a:lnTo>
                    <a:pt x="47573" y="76379"/>
                  </a:lnTo>
                  <a:lnTo>
                    <a:pt x="47369" y="77035"/>
                  </a:lnTo>
                  <a:lnTo>
                    <a:pt x="47053" y="77246"/>
                  </a:lnTo>
                  <a:lnTo>
                    <a:pt x="45867" y="76576"/>
                  </a:lnTo>
                  <a:lnTo>
                    <a:pt x="44803" y="76983"/>
                  </a:lnTo>
                  <a:lnTo>
                    <a:pt x="43396" y="77241"/>
                  </a:lnTo>
                  <a:lnTo>
                    <a:pt x="42204" y="77200"/>
                  </a:lnTo>
                  <a:lnTo>
                    <a:pt x="41281" y="77493"/>
                  </a:lnTo>
                  <a:lnTo>
                    <a:pt x="40646" y="78252"/>
                  </a:lnTo>
                  <a:lnTo>
                    <a:pt x="39937" y="79208"/>
                  </a:lnTo>
                  <a:lnTo>
                    <a:pt x="39192" y="79916"/>
                  </a:lnTo>
                  <a:lnTo>
                    <a:pt x="38631" y="80260"/>
                  </a:lnTo>
                  <a:lnTo>
                    <a:pt x="37599" y="79249"/>
                  </a:lnTo>
                  <a:lnTo>
                    <a:pt x="37079" y="79336"/>
                  </a:lnTo>
                  <a:lnTo>
                    <a:pt x="36140" y="78988"/>
                  </a:lnTo>
                  <a:lnTo>
                    <a:pt x="33938" y="77858"/>
                  </a:lnTo>
                  <a:lnTo>
                    <a:pt x="33393" y="77528"/>
                  </a:lnTo>
                  <a:lnTo>
                    <a:pt x="32806" y="77499"/>
                  </a:lnTo>
                  <a:lnTo>
                    <a:pt x="32633" y="77175"/>
                  </a:lnTo>
                  <a:lnTo>
                    <a:pt x="32725" y="76629"/>
                  </a:lnTo>
                  <a:lnTo>
                    <a:pt x="32633" y="75913"/>
                  </a:lnTo>
                  <a:lnTo>
                    <a:pt x="32204" y="75642"/>
                  </a:lnTo>
                  <a:lnTo>
                    <a:pt x="27788" y="75753"/>
                  </a:lnTo>
                  <a:lnTo>
                    <a:pt x="26515" y="76371"/>
                  </a:lnTo>
                  <a:lnTo>
                    <a:pt x="25654" y="76861"/>
                  </a:lnTo>
                  <a:lnTo>
                    <a:pt x="25040" y="77427"/>
                  </a:lnTo>
                  <a:lnTo>
                    <a:pt x="24866" y="78834"/>
                  </a:lnTo>
                  <a:lnTo>
                    <a:pt x="24500" y="80153"/>
                  </a:lnTo>
                  <a:lnTo>
                    <a:pt x="24026" y="81551"/>
                  </a:lnTo>
                  <a:lnTo>
                    <a:pt x="22556" y="81971"/>
                  </a:lnTo>
                  <a:lnTo>
                    <a:pt x="21476" y="83388"/>
                  </a:lnTo>
                  <a:lnTo>
                    <a:pt x="21104" y="83558"/>
                  </a:lnTo>
                  <a:lnTo>
                    <a:pt x="20362" y="83352"/>
                  </a:lnTo>
                  <a:lnTo>
                    <a:pt x="19569" y="83235"/>
                  </a:lnTo>
                  <a:lnTo>
                    <a:pt x="18994" y="83630"/>
                  </a:lnTo>
                  <a:lnTo>
                    <a:pt x="18393" y="83610"/>
                  </a:lnTo>
                  <a:lnTo>
                    <a:pt x="16535" y="82948"/>
                  </a:lnTo>
                  <a:lnTo>
                    <a:pt x="14781" y="82846"/>
                  </a:lnTo>
                  <a:lnTo>
                    <a:pt x="13785" y="83183"/>
                  </a:lnTo>
                  <a:lnTo>
                    <a:pt x="13236" y="83309"/>
                  </a:lnTo>
                  <a:lnTo>
                    <a:pt x="10177" y="85250"/>
                  </a:lnTo>
                  <a:lnTo>
                    <a:pt x="9146" y="85476"/>
                  </a:lnTo>
                  <a:lnTo>
                    <a:pt x="8727" y="85195"/>
                  </a:lnTo>
                  <a:lnTo>
                    <a:pt x="8136" y="84401"/>
                  </a:lnTo>
                  <a:lnTo>
                    <a:pt x="7344" y="83606"/>
                  </a:lnTo>
                  <a:lnTo>
                    <a:pt x="5447" y="80899"/>
                  </a:lnTo>
                  <a:lnTo>
                    <a:pt x="4747" y="80262"/>
                  </a:lnTo>
                  <a:lnTo>
                    <a:pt x="4283" y="79609"/>
                  </a:lnTo>
                  <a:lnTo>
                    <a:pt x="3840" y="78836"/>
                  </a:lnTo>
                  <a:lnTo>
                    <a:pt x="3212" y="78001"/>
                  </a:lnTo>
                  <a:lnTo>
                    <a:pt x="2640" y="77428"/>
                  </a:lnTo>
                  <a:lnTo>
                    <a:pt x="1861" y="76257"/>
                  </a:lnTo>
                  <a:lnTo>
                    <a:pt x="1088" y="74974"/>
                  </a:lnTo>
                  <a:lnTo>
                    <a:pt x="916" y="72718"/>
                  </a:lnTo>
                  <a:lnTo>
                    <a:pt x="301" y="72304"/>
                  </a:lnTo>
                  <a:lnTo>
                    <a:pt x="94" y="71718"/>
                  </a:lnTo>
                  <a:lnTo>
                    <a:pt x="0" y="71051"/>
                  </a:lnTo>
                  <a:lnTo>
                    <a:pt x="850" y="69219"/>
                  </a:lnTo>
                  <a:lnTo>
                    <a:pt x="1469" y="71154"/>
                  </a:lnTo>
                  <a:lnTo>
                    <a:pt x="1709" y="71586"/>
                  </a:lnTo>
                  <a:lnTo>
                    <a:pt x="3083" y="72888"/>
                  </a:lnTo>
                  <a:lnTo>
                    <a:pt x="4215" y="73541"/>
                  </a:lnTo>
                  <a:lnTo>
                    <a:pt x="5440" y="73807"/>
                  </a:lnTo>
                  <a:lnTo>
                    <a:pt x="6688" y="73861"/>
                  </a:lnTo>
                  <a:lnTo>
                    <a:pt x="7184" y="73771"/>
                  </a:lnTo>
                  <a:lnTo>
                    <a:pt x="7665" y="73512"/>
                  </a:lnTo>
                  <a:lnTo>
                    <a:pt x="8141" y="73789"/>
                  </a:lnTo>
                  <a:lnTo>
                    <a:pt x="10749" y="75906"/>
                  </a:lnTo>
                  <a:lnTo>
                    <a:pt x="11760" y="76286"/>
                  </a:lnTo>
                  <a:lnTo>
                    <a:pt x="12828" y="76124"/>
                  </a:lnTo>
                  <a:lnTo>
                    <a:pt x="13254" y="76335"/>
                  </a:lnTo>
                  <a:lnTo>
                    <a:pt x="14753" y="77959"/>
                  </a:lnTo>
                  <a:lnTo>
                    <a:pt x="15196" y="78153"/>
                  </a:lnTo>
                  <a:lnTo>
                    <a:pt x="15934" y="78029"/>
                  </a:lnTo>
                  <a:lnTo>
                    <a:pt x="14990" y="77288"/>
                  </a:lnTo>
                  <a:lnTo>
                    <a:pt x="14371" y="76763"/>
                  </a:lnTo>
                  <a:lnTo>
                    <a:pt x="14094" y="75770"/>
                  </a:lnTo>
                  <a:lnTo>
                    <a:pt x="14263" y="74713"/>
                  </a:lnTo>
                  <a:lnTo>
                    <a:pt x="14864" y="74009"/>
                  </a:lnTo>
                  <a:lnTo>
                    <a:pt x="15281" y="73246"/>
                  </a:lnTo>
                  <a:lnTo>
                    <a:pt x="15430" y="70965"/>
                  </a:lnTo>
                  <a:lnTo>
                    <a:pt x="15696" y="69810"/>
                  </a:lnTo>
                  <a:lnTo>
                    <a:pt x="16196" y="68712"/>
                  </a:lnTo>
                  <a:lnTo>
                    <a:pt x="16359" y="67654"/>
                  </a:lnTo>
                  <a:lnTo>
                    <a:pt x="15798" y="66846"/>
                  </a:lnTo>
                  <a:lnTo>
                    <a:pt x="15672" y="65458"/>
                  </a:lnTo>
                  <a:lnTo>
                    <a:pt x="15795" y="64308"/>
                  </a:lnTo>
                  <a:lnTo>
                    <a:pt x="16113" y="63525"/>
                  </a:lnTo>
                  <a:lnTo>
                    <a:pt x="16621" y="64041"/>
                  </a:lnTo>
                  <a:lnTo>
                    <a:pt x="17146" y="64519"/>
                  </a:lnTo>
                  <a:lnTo>
                    <a:pt x="17665" y="64472"/>
                  </a:lnTo>
                  <a:lnTo>
                    <a:pt x="18021" y="64281"/>
                  </a:lnTo>
                  <a:lnTo>
                    <a:pt x="18087" y="63688"/>
                  </a:lnTo>
                  <a:lnTo>
                    <a:pt x="17989" y="62655"/>
                  </a:lnTo>
                  <a:lnTo>
                    <a:pt x="18016" y="60755"/>
                  </a:lnTo>
                  <a:lnTo>
                    <a:pt x="18671" y="59239"/>
                  </a:lnTo>
                  <a:lnTo>
                    <a:pt x="19718" y="58194"/>
                  </a:lnTo>
                  <a:lnTo>
                    <a:pt x="20707" y="57694"/>
                  </a:lnTo>
                  <a:lnTo>
                    <a:pt x="24407" y="56845"/>
                  </a:lnTo>
                  <a:lnTo>
                    <a:pt x="30258" y="54672"/>
                  </a:lnTo>
                  <a:lnTo>
                    <a:pt x="31992" y="53832"/>
                  </a:lnTo>
                  <a:lnTo>
                    <a:pt x="32629" y="53396"/>
                  </a:lnTo>
                  <a:lnTo>
                    <a:pt x="33167" y="52792"/>
                  </a:lnTo>
                  <a:lnTo>
                    <a:pt x="34070" y="50864"/>
                  </a:lnTo>
                  <a:lnTo>
                    <a:pt x="35772" y="47823"/>
                  </a:lnTo>
                  <a:lnTo>
                    <a:pt x="36964" y="45325"/>
                  </a:lnTo>
                  <a:lnTo>
                    <a:pt x="39481" y="41687"/>
                  </a:lnTo>
                  <a:lnTo>
                    <a:pt x="41485" y="38315"/>
                  </a:lnTo>
                  <a:lnTo>
                    <a:pt x="41755" y="37680"/>
                  </a:lnTo>
                  <a:lnTo>
                    <a:pt x="42089" y="35839"/>
                  </a:lnTo>
                  <a:lnTo>
                    <a:pt x="42114" y="34973"/>
                  </a:lnTo>
                  <a:lnTo>
                    <a:pt x="42056" y="34094"/>
                  </a:lnTo>
                  <a:lnTo>
                    <a:pt x="42323" y="33683"/>
                  </a:lnTo>
                  <a:lnTo>
                    <a:pt x="42809" y="33440"/>
                  </a:lnTo>
                  <a:lnTo>
                    <a:pt x="43104" y="33823"/>
                  </a:lnTo>
                  <a:lnTo>
                    <a:pt x="43802" y="34357"/>
                  </a:lnTo>
                  <a:lnTo>
                    <a:pt x="44325" y="35042"/>
                  </a:lnTo>
                  <a:lnTo>
                    <a:pt x="44674" y="35929"/>
                  </a:lnTo>
                  <a:lnTo>
                    <a:pt x="44925" y="36759"/>
                  </a:lnTo>
                  <a:lnTo>
                    <a:pt x="44945" y="37464"/>
                  </a:lnTo>
                  <a:lnTo>
                    <a:pt x="45260" y="38042"/>
                  </a:lnTo>
                  <a:lnTo>
                    <a:pt x="46146" y="38138"/>
                  </a:lnTo>
                  <a:lnTo>
                    <a:pt x="46434" y="38868"/>
                  </a:lnTo>
                  <a:lnTo>
                    <a:pt x="47050" y="40123"/>
                  </a:lnTo>
                  <a:lnTo>
                    <a:pt x="47614" y="41022"/>
                  </a:lnTo>
                  <a:lnTo>
                    <a:pt x="47959" y="41373"/>
                  </a:lnTo>
                  <a:lnTo>
                    <a:pt x="48393" y="41182"/>
                  </a:lnTo>
                  <a:lnTo>
                    <a:pt x="49063" y="40360"/>
                  </a:lnTo>
                  <a:lnTo>
                    <a:pt x="49548" y="39353"/>
                  </a:lnTo>
                  <a:lnTo>
                    <a:pt x="49872" y="37990"/>
                  </a:lnTo>
                  <a:lnTo>
                    <a:pt x="49617" y="37791"/>
                  </a:lnTo>
                  <a:lnTo>
                    <a:pt x="50067" y="36763"/>
                  </a:lnTo>
                  <a:lnTo>
                    <a:pt x="50154" y="36222"/>
                  </a:lnTo>
                  <a:lnTo>
                    <a:pt x="49946" y="35727"/>
                  </a:lnTo>
                  <a:lnTo>
                    <a:pt x="49680" y="35236"/>
                  </a:lnTo>
                  <a:lnTo>
                    <a:pt x="49577" y="33993"/>
                  </a:lnTo>
                  <a:lnTo>
                    <a:pt x="49394" y="32411"/>
                  </a:lnTo>
                  <a:lnTo>
                    <a:pt x="49269" y="31691"/>
                  </a:lnTo>
                  <a:lnTo>
                    <a:pt x="49623" y="31179"/>
                  </a:lnTo>
                  <a:lnTo>
                    <a:pt x="50384" y="30524"/>
                  </a:lnTo>
                  <a:lnTo>
                    <a:pt x="51142" y="29764"/>
                  </a:lnTo>
                  <a:lnTo>
                    <a:pt x="51918" y="29158"/>
                  </a:lnTo>
                  <a:lnTo>
                    <a:pt x="51938" y="30254"/>
                  </a:lnTo>
                  <a:lnTo>
                    <a:pt x="51918" y="32064"/>
                  </a:lnTo>
                  <a:lnTo>
                    <a:pt x="52153" y="33580"/>
                  </a:lnTo>
                  <a:lnTo>
                    <a:pt x="52678" y="36261"/>
                  </a:lnTo>
                  <a:lnTo>
                    <a:pt x="53279" y="36627"/>
                  </a:lnTo>
                  <a:lnTo>
                    <a:pt x="53999" y="36864"/>
                  </a:lnTo>
                  <a:lnTo>
                    <a:pt x="54415" y="36789"/>
                  </a:lnTo>
                  <a:lnTo>
                    <a:pt x="54685" y="36612"/>
                  </a:lnTo>
                  <a:lnTo>
                    <a:pt x="54757" y="36396"/>
                  </a:lnTo>
                  <a:lnTo>
                    <a:pt x="54308" y="35342"/>
                  </a:lnTo>
                  <a:lnTo>
                    <a:pt x="54188" y="32864"/>
                  </a:lnTo>
                  <a:lnTo>
                    <a:pt x="53822" y="31238"/>
                  </a:lnTo>
                  <a:lnTo>
                    <a:pt x="53259" y="29618"/>
                  </a:lnTo>
                  <a:lnTo>
                    <a:pt x="52990" y="29157"/>
                  </a:lnTo>
                  <a:lnTo>
                    <a:pt x="55212" y="28697"/>
                  </a:lnTo>
                  <a:lnTo>
                    <a:pt x="55711" y="28189"/>
                  </a:lnTo>
                  <a:lnTo>
                    <a:pt x="56583" y="27077"/>
                  </a:lnTo>
                  <a:lnTo>
                    <a:pt x="56911" y="26454"/>
                  </a:lnTo>
                  <a:lnTo>
                    <a:pt x="57172" y="25051"/>
                  </a:lnTo>
                  <a:lnTo>
                    <a:pt x="56082" y="24215"/>
                  </a:lnTo>
                  <a:lnTo>
                    <a:pt x="55655" y="23149"/>
                  </a:lnTo>
                  <a:lnTo>
                    <a:pt x="55630" y="21996"/>
                  </a:lnTo>
                  <a:lnTo>
                    <a:pt x="56930" y="19855"/>
                  </a:lnTo>
                  <a:lnTo>
                    <a:pt x="57379" y="19343"/>
                  </a:lnTo>
                  <a:lnTo>
                    <a:pt x="57574" y="20103"/>
                  </a:lnTo>
                  <a:lnTo>
                    <a:pt x="58146" y="20295"/>
                  </a:lnTo>
                  <a:lnTo>
                    <a:pt x="58674" y="20325"/>
                  </a:lnTo>
                  <a:lnTo>
                    <a:pt x="59204" y="20281"/>
                  </a:lnTo>
                  <a:lnTo>
                    <a:pt x="59964" y="19202"/>
                  </a:lnTo>
                  <a:lnTo>
                    <a:pt x="60355" y="17648"/>
                  </a:lnTo>
                  <a:lnTo>
                    <a:pt x="61691" y="15452"/>
                  </a:lnTo>
                  <a:lnTo>
                    <a:pt x="62167" y="13766"/>
                  </a:lnTo>
                  <a:lnTo>
                    <a:pt x="62435" y="12004"/>
                  </a:lnTo>
                  <a:lnTo>
                    <a:pt x="65806" y="6535"/>
                  </a:lnTo>
                  <a:lnTo>
                    <a:pt x="66219" y="5684"/>
                  </a:lnTo>
                  <a:lnTo>
                    <a:pt x="68220" y="183"/>
                  </a:lnTo>
                  <a:lnTo>
                    <a:pt x="68469" y="0"/>
                  </a:lnTo>
                  <a:lnTo>
                    <a:pt x="69007" y="532"/>
                  </a:lnTo>
                  <a:lnTo>
                    <a:pt x="69166" y="2280"/>
                  </a:lnTo>
                  <a:lnTo>
                    <a:pt x="69092" y="3042"/>
                  </a:lnTo>
                  <a:lnTo>
                    <a:pt x="68768" y="4172"/>
                  </a:lnTo>
                  <a:lnTo>
                    <a:pt x="68582" y="5357"/>
                  </a:lnTo>
                  <a:lnTo>
                    <a:pt x="68812" y="5332"/>
                  </a:lnTo>
                  <a:lnTo>
                    <a:pt x="69766" y="4610"/>
                  </a:lnTo>
                  <a:lnTo>
                    <a:pt x="70762" y="2690"/>
                  </a:lnTo>
                  <a:lnTo>
                    <a:pt x="71324" y="1023"/>
                  </a:lnTo>
                  <a:lnTo>
                    <a:pt x="71803" y="297"/>
                  </a:lnTo>
                  <a:lnTo>
                    <a:pt x="72762" y="700"/>
                  </a:lnTo>
                  <a:lnTo>
                    <a:pt x="72975" y="990"/>
                  </a:lnTo>
                  <a:lnTo>
                    <a:pt x="72908" y="2187"/>
                  </a:lnTo>
                  <a:lnTo>
                    <a:pt x="72999" y="2884"/>
                  </a:lnTo>
                  <a:lnTo>
                    <a:pt x="73369" y="4370"/>
                  </a:lnTo>
                  <a:lnTo>
                    <a:pt x="74185" y="5271"/>
                  </a:lnTo>
                  <a:lnTo>
                    <a:pt x="75310" y="5840"/>
                  </a:lnTo>
                  <a:lnTo>
                    <a:pt x="76355" y="6661"/>
                  </a:lnTo>
                  <a:lnTo>
                    <a:pt x="76696" y="7204"/>
                  </a:lnTo>
                  <a:lnTo>
                    <a:pt x="76922" y="7859"/>
                  </a:lnTo>
                  <a:lnTo>
                    <a:pt x="77150" y="8929"/>
                  </a:lnTo>
                  <a:lnTo>
                    <a:pt x="77168" y="10013"/>
                  </a:lnTo>
                  <a:lnTo>
                    <a:pt x="76414" y="11070"/>
                  </a:lnTo>
                  <a:lnTo>
                    <a:pt x="76735" y="12785"/>
                  </a:lnTo>
                  <a:lnTo>
                    <a:pt x="76685" y="13785"/>
                  </a:lnTo>
                  <a:lnTo>
                    <a:pt x="76426" y="14638"/>
                  </a:lnTo>
                  <a:lnTo>
                    <a:pt x="75328" y="15420"/>
                  </a:lnTo>
                  <a:lnTo>
                    <a:pt x="78323" y="14642"/>
                  </a:lnTo>
                  <a:lnTo>
                    <a:pt x="79062" y="14198"/>
                  </a:lnTo>
                  <a:lnTo>
                    <a:pt x="80084" y="13067"/>
                  </a:lnTo>
                  <a:lnTo>
                    <a:pt x="80632" y="14042"/>
                  </a:lnTo>
                  <a:lnTo>
                    <a:pt x="81143" y="15729"/>
                  </a:lnTo>
                  <a:lnTo>
                    <a:pt x="80731" y="16153"/>
                  </a:lnTo>
                  <a:lnTo>
                    <a:pt x="79430" y="16775"/>
                  </a:lnTo>
                  <a:lnTo>
                    <a:pt x="79367" y="17030"/>
                  </a:lnTo>
                  <a:lnTo>
                    <a:pt x="79798" y="17908"/>
                  </a:lnTo>
                  <a:lnTo>
                    <a:pt x="80342" y="17827"/>
                  </a:lnTo>
                  <a:lnTo>
                    <a:pt x="81416" y="17240"/>
                  </a:lnTo>
                  <a:lnTo>
                    <a:pt x="82405" y="16314"/>
                  </a:lnTo>
                  <a:lnTo>
                    <a:pt x="82884" y="16326"/>
                  </a:lnTo>
                  <a:lnTo>
                    <a:pt x="83388" y="16516"/>
                  </a:lnTo>
                  <a:lnTo>
                    <a:pt x="84365" y="17111"/>
                  </a:lnTo>
                  <a:lnTo>
                    <a:pt x="84912" y="17592"/>
                  </a:lnTo>
                  <a:lnTo>
                    <a:pt x="85375" y="18211"/>
                  </a:lnTo>
                  <a:lnTo>
                    <a:pt x="85675" y="19501"/>
                  </a:lnTo>
                  <a:lnTo>
                    <a:pt x="86800" y="19969"/>
                  </a:lnTo>
                  <a:lnTo>
                    <a:pt x="89105" y="21775"/>
                  </a:lnTo>
                  <a:lnTo>
                    <a:pt x="89532" y="21931"/>
                  </a:lnTo>
                  <a:lnTo>
                    <a:pt x="89982" y="21967"/>
                  </a:lnTo>
                  <a:lnTo>
                    <a:pt x="91196" y="21749"/>
                  </a:lnTo>
                  <a:lnTo>
                    <a:pt x="91622" y="22004"/>
                  </a:lnTo>
                  <a:lnTo>
                    <a:pt x="91926" y="22655"/>
                  </a:lnTo>
                  <a:lnTo>
                    <a:pt x="92028" y="23462"/>
                  </a:lnTo>
                  <a:lnTo>
                    <a:pt x="91995" y="24329"/>
                  </a:lnTo>
                  <a:lnTo>
                    <a:pt x="91871" y="24987"/>
                  </a:lnTo>
                  <a:lnTo>
                    <a:pt x="91586" y="25530"/>
                  </a:lnTo>
                  <a:lnTo>
                    <a:pt x="90759" y="26357"/>
                  </a:lnTo>
                  <a:lnTo>
                    <a:pt x="88681" y="27440"/>
                  </a:lnTo>
                  <a:lnTo>
                    <a:pt x="86406" y="28260"/>
                  </a:lnTo>
                  <a:lnTo>
                    <a:pt x="85264" y="28204"/>
                  </a:lnTo>
                  <a:lnTo>
                    <a:pt x="83660" y="27501"/>
                  </a:lnTo>
                  <a:lnTo>
                    <a:pt x="83075" y="27592"/>
                  </a:lnTo>
                  <a:lnTo>
                    <a:pt x="82513" y="27914"/>
                  </a:lnTo>
                  <a:lnTo>
                    <a:pt x="81801" y="30151"/>
                  </a:lnTo>
                  <a:lnTo>
                    <a:pt x="83115" y="32380"/>
                  </a:lnTo>
                  <a:lnTo>
                    <a:pt x="85369" y="34703"/>
                  </a:lnTo>
                  <a:lnTo>
                    <a:pt x="85678" y="35282"/>
                  </a:lnTo>
                  <a:lnTo>
                    <a:pt x="85595" y="35993"/>
                  </a:lnTo>
                  <a:lnTo>
                    <a:pt x="85235" y="36417"/>
                  </a:lnTo>
                  <a:lnTo>
                    <a:pt x="84760" y="36653"/>
                  </a:lnTo>
                  <a:lnTo>
                    <a:pt x="83492" y="37024"/>
                  </a:lnTo>
                  <a:lnTo>
                    <a:pt x="82211" y="37299"/>
                  </a:lnTo>
                  <a:lnTo>
                    <a:pt x="81157" y="37696"/>
                  </a:lnTo>
                  <a:lnTo>
                    <a:pt x="80125" y="38217"/>
                  </a:lnTo>
                  <a:lnTo>
                    <a:pt x="79060" y="38039"/>
                  </a:lnTo>
                  <a:lnTo>
                    <a:pt x="77597" y="36999"/>
                  </a:lnTo>
                  <a:lnTo>
                    <a:pt x="77176" y="36925"/>
                  </a:lnTo>
                  <a:lnTo>
                    <a:pt x="76735" y="37460"/>
                  </a:lnTo>
                  <a:lnTo>
                    <a:pt x="76299" y="3891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g1060"/>
            <p:cNvSpPr/>
            <p:nvPr/>
          </p:nvSpPr>
          <p:spPr>
            <a:xfrm>
              <a:off x="5130050" y="2316013"/>
              <a:ext cx="2087" cy="3296"/>
            </a:xfrm>
            <a:custGeom>
              <a:avLst/>
              <a:pathLst>
                <a:path w="2087" h="3296">
                  <a:moveTo>
                    <a:pt x="770" y="2558"/>
                  </a:moveTo>
                  <a:lnTo>
                    <a:pt x="194" y="3296"/>
                  </a:lnTo>
                  <a:lnTo>
                    <a:pt x="0" y="2410"/>
                  </a:lnTo>
                  <a:lnTo>
                    <a:pt x="38" y="1268"/>
                  </a:lnTo>
                  <a:lnTo>
                    <a:pt x="820" y="204"/>
                  </a:lnTo>
                  <a:lnTo>
                    <a:pt x="1929" y="0"/>
                  </a:lnTo>
                  <a:lnTo>
                    <a:pt x="2087" y="851"/>
                  </a:lnTo>
                  <a:lnTo>
                    <a:pt x="1955" y="1825"/>
                  </a:lnTo>
                  <a:lnTo>
                    <a:pt x="1695" y="232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g1061"/>
            <p:cNvSpPr/>
            <p:nvPr/>
          </p:nvSpPr>
          <p:spPr>
            <a:xfrm>
              <a:off x="4133464" y="2655216"/>
              <a:ext cx="128071" cy="166971"/>
            </a:xfrm>
            <a:custGeom>
              <a:avLst/>
              <a:pathLst>
                <a:path w="128071" h="166971">
                  <a:moveTo>
                    <a:pt x="110303" y="9386"/>
                  </a:moveTo>
                  <a:lnTo>
                    <a:pt x="112330" y="8811"/>
                  </a:lnTo>
                  <a:lnTo>
                    <a:pt x="114263" y="8263"/>
                  </a:lnTo>
                  <a:lnTo>
                    <a:pt x="116512" y="7716"/>
                  </a:lnTo>
                  <a:lnTo>
                    <a:pt x="118311" y="7279"/>
                  </a:lnTo>
                  <a:lnTo>
                    <a:pt x="118763" y="7160"/>
                  </a:lnTo>
                  <a:lnTo>
                    <a:pt x="123096" y="7672"/>
                  </a:lnTo>
                  <a:lnTo>
                    <a:pt x="124984" y="8030"/>
                  </a:lnTo>
                  <a:lnTo>
                    <a:pt x="125640" y="8380"/>
                  </a:lnTo>
                  <a:lnTo>
                    <a:pt x="126495" y="9299"/>
                  </a:lnTo>
                  <a:lnTo>
                    <a:pt x="128071" y="11519"/>
                  </a:lnTo>
                  <a:lnTo>
                    <a:pt x="127667" y="11436"/>
                  </a:lnTo>
                  <a:lnTo>
                    <a:pt x="124763" y="11907"/>
                  </a:lnTo>
                  <a:lnTo>
                    <a:pt x="123657" y="12510"/>
                  </a:lnTo>
                  <a:lnTo>
                    <a:pt x="121182" y="15134"/>
                  </a:lnTo>
                  <a:lnTo>
                    <a:pt x="120655" y="14796"/>
                  </a:lnTo>
                  <a:lnTo>
                    <a:pt x="120062" y="14251"/>
                  </a:lnTo>
                  <a:lnTo>
                    <a:pt x="119559" y="14094"/>
                  </a:lnTo>
                  <a:lnTo>
                    <a:pt x="118470" y="14725"/>
                  </a:lnTo>
                  <a:lnTo>
                    <a:pt x="117386" y="15480"/>
                  </a:lnTo>
                  <a:lnTo>
                    <a:pt x="116187" y="16548"/>
                  </a:lnTo>
                  <a:lnTo>
                    <a:pt x="115201" y="17595"/>
                  </a:lnTo>
                  <a:lnTo>
                    <a:pt x="114878" y="18158"/>
                  </a:lnTo>
                  <a:lnTo>
                    <a:pt x="113329" y="20317"/>
                  </a:lnTo>
                  <a:lnTo>
                    <a:pt x="112824" y="20667"/>
                  </a:lnTo>
                  <a:lnTo>
                    <a:pt x="112375" y="20814"/>
                  </a:lnTo>
                  <a:lnTo>
                    <a:pt x="112194" y="20716"/>
                  </a:lnTo>
                  <a:lnTo>
                    <a:pt x="112001" y="19788"/>
                  </a:lnTo>
                  <a:lnTo>
                    <a:pt x="111051" y="17621"/>
                  </a:lnTo>
                  <a:lnTo>
                    <a:pt x="109527" y="14780"/>
                  </a:lnTo>
                  <a:lnTo>
                    <a:pt x="109081" y="14503"/>
                  </a:lnTo>
                  <a:lnTo>
                    <a:pt x="108777" y="14394"/>
                  </a:lnTo>
                  <a:lnTo>
                    <a:pt x="107647" y="14532"/>
                  </a:lnTo>
                  <a:lnTo>
                    <a:pt x="104362" y="15335"/>
                  </a:lnTo>
                  <a:lnTo>
                    <a:pt x="101593" y="16012"/>
                  </a:lnTo>
                  <a:lnTo>
                    <a:pt x="97349" y="17169"/>
                  </a:lnTo>
                  <a:lnTo>
                    <a:pt x="92791" y="18103"/>
                  </a:lnTo>
                  <a:lnTo>
                    <a:pt x="89980" y="18678"/>
                  </a:lnTo>
                  <a:lnTo>
                    <a:pt x="87535" y="18845"/>
                  </a:lnTo>
                  <a:lnTo>
                    <a:pt x="87537" y="21658"/>
                  </a:lnTo>
                  <a:lnTo>
                    <a:pt x="87543" y="27349"/>
                  </a:lnTo>
                  <a:lnTo>
                    <a:pt x="87549" y="33039"/>
                  </a:lnTo>
                  <a:lnTo>
                    <a:pt x="87554" y="38728"/>
                  </a:lnTo>
                  <a:lnTo>
                    <a:pt x="87561" y="44419"/>
                  </a:lnTo>
                  <a:lnTo>
                    <a:pt x="87566" y="50108"/>
                  </a:lnTo>
                  <a:lnTo>
                    <a:pt x="87573" y="55798"/>
                  </a:lnTo>
                  <a:lnTo>
                    <a:pt x="87578" y="61487"/>
                  </a:lnTo>
                  <a:lnTo>
                    <a:pt x="87584" y="67178"/>
                  </a:lnTo>
                  <a:lnTo>
                    <a:pt x="87586" y="69659"/>
                  </a:lnTo>
                  <a:lnTo>
                    <a:pt x="87505" y="70192"/>
                  </a:lnTo>
                  <a:lnTo>
                    <a:pt x="86103" y="70192"/>
                  </a:lnTo>
                  <a:lnTo>
                    <a:pt x="82931" y="70192"/>
                  </a:lnTo>
                  <a:lnTo>
                    <a:pt x="80262" y="70192"/>
                  </a:lnTo>
                  <a:lnTo>
                    <a:pt x="78105" y="70192"/>
                  </a:lnTo>
                  <a:lnTo>
                    <a:pt x="78108" y="73573"/>
                  </a:lnTo>
                  <a:lnTo>
                    <a:pt x="78110" y="77572"/>
                  </a:lnTo>
                  <a:lnTo>
                    <a:pt x="78113" y="81570"/>
                  </a:lnTo>
                  <a:lnTo>
                    <a:pt x="78116" y="85568"/>
                  </a:lnTo>
                  <a:lnTo>
                    <a:pt x="78120" y="89566"/>
                  </a:lnTo>
                  <a:lnTo>
                    <a:pt x="78123" y="93563"/>
                  </a:lnTo>
                  <a:lnTo>
                    <a:pt x="78126" y="97561"/>
                  </a:lnTo>
                  <a:lnTo>
                    <a:pt x="78129" y="101559"/>
                  </a:lnTo>
                  <a:lnTo>
                    <a:pt x="78132" y="105558"/>
                  </a:lnTo>
                  <a:lnTo>
                    <a:pt x="78134" y="108574"/>
                  </a:lnTo>
                  <a:lnTo>
                    <a:pt x="78134" y="108920"/>
                  </a:lnTo>
                  <a:lnTo>
                    <a:pt x="78134" y="114778"/>
                  </a:lnTo>
                  <a:lnTo>
                    <a:pt x="78134" y="120982"/>
                  </a:lnTo>
                  <a:lnTo>
                    <a:pt x="78134" y="127185"/>
                  </a:lnTo>
                  <a:lnTo>
                    <a:pt x="78134" y="133390"/>
                  </a:lnTo>
                  <a:lnTo>
                    <a:pt x="78134" y="139594"/>
                  </a:lnTo>
                  <a:lnTo>
                    <a:pt x="78134" y="145797"/>
                  </a:lnTo>
                  <a:lnTo>
                    <a:pt x="78134" y="152001"/>
                  </a:lnTo>
                  <a:lnTo>
                    <a:pt x="78134" y="158206"/>
                  </a:lnTo>
                  <a:lnTo>
                    <a:pt x="78134" y="160171"/>
                  </a:lnTo>
                  <a:lnTo>
                    <a:pt x="77163" y="160145"/>
                  </a:lnTo>
                  <a:lnTo>
                    <a:pt x="75211" y="160905"/>
                  </a:lnTo>
                  <a:lnTo>
                    <a:pt x="73966" y="161892"/>
                  </a:lnTo>
                  <a:lnTo>
                    <a:pt x="73427" y="163105"/>
                  </a:lnTo>
                  <a:lnTo>
                    <a:pt x="72711" y="163842"/>
                  </a:lnTo>
                  <a:lnTo>
                    <a:pt x="71817" y="164105"/>
                  </a:lnTo>
                  <a:lnTo>
                    <a:pt x="71422" y="164725"/>
                  </a:lnTo>
                  <a:lnTo>
                    <a:pt x="71528" y="165704"/>
                  </a:lnTo>
                  <a:lnTo>
                    <a:pt x="71184" y="166453"/>
                  </a:lnTo>
                  <a:lnTo>
                    <a:pt x="70388" y="166971"/>
                  </a:lnTo>
                  <a:lnTo>
                    <a:pt x="69105" y="166820"/>
                  </a:lnTo>
                  <a:lnTo>
                    <a:pt x="67333" y="166000"/>
                  </a:lnTo>
                  <a:lnTo>
                    <a:pt x="65078" y="165806"/>
                  </a:lnTo>
                  <a:lnTo>
                    <a:pt x="62338" y="166238"/>
                  </a:lnTo>
                  <a:lnTo>
                    <a:pt x="60369" y="166035"/>
                  </a:lnTo>
                  <a:lnTo>
                    <a:pt x="59171" y="165193"/>
                  </a:lnTo>
                  <a:lnTo>
                    <a:pt x="57899" y="164714"/>
                  </a:lnTo>
                  <a:lnTo>
                    <a:pt x="56553" y="164594"/>
                  </a:lnTo>
                  <a:lnTo>
                    <a:pt x="55772" y="164241"/>
                  </a:lnTo>
                  <a:lnTo>
                    <a:pt x="54175" y="163615"/>
                  </a:lnTo>
                  <a:lnTo>
                    <a:pt x="53870" y="162540"/>
                  </a:lnTo>
                  <a:lnTo>
                    <a:pt x="53682" y="161725"/>
                  </a:lnTo>
                  <a:lnTo>
                    <a:pt x="53228" y="160867"/>
                  </a:lnTo>
                  <a:lnTo>
                    <a:pt x="53178" y="160177"/>
                  </a:lnTo>
                  <a:lnTo>
                    <a:pt x="53534" y="159651"/>
                  </a:lnTo>
                  <a:lnTo>
                    <a:pt x="53586" y="158804"/>
                  </a:lnTo>
                  <a:lnTo>
                    <a:pt x="53330" y="157635"/>
                  </a:lnTo>
                  <a:lnTo>
                    <a:pt x="52889" y="157066"/>
                  </a:lnTo>
                  <a:lnTo>
                    <a:pt x="52262" y="157097"/>
                  </a:lnTo>
                  <a:lnTo>
                    <a:pt x="51872" y="156650"/>
                  </a:lnTo>
                  <a:lnTo>
                    <a:pt x="51720" y="155725"/>
                  </a:lnTo>
                  <a:lnTo>
                    <a:pt x="51350" y="155024"/>
                  </a:lnTo>
                  <a:lnTo>
                    <a:pt x="50469" y="154310"/>
                  </a:lnTo>
                  <a:lnTo>
                    <a:pt x="49306" y="154848"/>
                  </a:lnTo>
                  <a:lnTo>
                    <a:pt x="48757" y="155661"/>
                  </a:lnTo>
                  <a:lnTo>
                    <a:pt x="48434" y="156931"/>
                  </a:lnTo>
                  <a:lnTo>
                    <a:pt x="48141" y="157567"/>
                  </a:lnTo>
                  <a:lnTo>
                    <a:pt x="47993" y="158631"/>
                  </a:lnTo>
                  <a:lnTo>
                    <a:pt x="47926" y="159383"/>
                  </a:lnTo>
                  <a:lnTo>
                    <a:pt x="47626" y="160184"/>
                  </a:lnTo>
                  <a:lnTo>
                    <a:pt x="47316" y="160509"/>
                  </a:lnTo>
                  <a:lnTo>
                    <a:pt x="46999" y="160362"/>
                  </a:lnTo>
                  <a:lnTo>
                    <a:pt x="46400" y="160682"/>
                  </a:lnTo>
                  <a:lnTo>
                    <a:pt x="45084" y="161867"/>
                  </a:lnTo>
                  <a:lnTo>
                    <a:pt x="44710" y="162491"/>
                  </a:lnTo>
                  <a:lnTo>
                    <a:pt x="43646" y="161360"/>
                  </a:lnTo>
                  <a:lnTo>
                    <a:pt x="40543" y="157109"/>
                  </a:lnTo>
                  <a:lnTo>
                    <a:pt x="39444" y="156005"/>
                  </a:lnTo>
                  <a:lnTo>
                    <a:pt x="37818" y="153400"/>
                  </a:lnTo>
                  <a:lnTo>
                    <a:pt x="34246" y="145320"/>
                  </a:lnTo>
                  <a:lnTo>
                    <a:pt x="33736" y="143765"/>
                  </a:lnTo>
                  <a:lnTo>
                    <a:pt x="33056" y="139861"/>
                  </a:lnTo>
                  <a:lnTo>
                    <a:pt x="32272" y="136967"/>
                  </a:lnTo>
                  <a:lnTo>
                    <a:pt x="32186" y="135297"/>
                  </a:lnTo>
                  <a:lnTo>
                    <a:pt x="32560" y="134353"/>
                  </a:lnTo>
                  <a:lnTo>
                    <a:pt x="32331" y="133067"/>
                  </a:lnTo>
                  <a:lnTo>
                    <a:pt x="31929" y="131920"/>
                  </a:lnTo>
                  <a:lnTo>
                    <a:pt x="30710" y="130418"/>
                  </a:lnTo>
                  <a:lnTo>
                    <a:pt x="30365" y="125398"/>
                  </a:lnTo>
                  <a:lnTo>
                    <a:pt x="29551" y="122155"/>
                  </a:lnTo>
                  <a:lnTo>
                    <a:pt x="29725" y="119476"/>
                  </a:lnTo>
                  <a:lnTo>
                    <a:pt x="29336" y="117035"/>
                  </a:lnTo>
                  <a:lnTo>
                    <a:pt x="29298" y="115470"/>
                  </a:lnTo>
                  <a:lnTo>
                    <a:pt x="29474" y="112496"/>
                  </a:lnTo>
                  <a:lnTo>
                    <a:pt x="28820" y="109076"/>
                  </a:lnTo>
                  <a:lnTo>
                    <a:pt x="27495" y="105730"/>
                  </a:lnTo>
                  <a:lnTo>
                    <a:pt x="26299" y="100902"/>
                  </a:lnTo>
                  <a:lnTo>
                    <a:pt x="26128" y="98788"/>
                  </a:lnTo>
                  <a:lnTo>
                    <a:pt x="26255" y="93104"/>
                  </a:lnTo>
                  <a:lnTo>
                    <a:pt x="26024" y="90786"/>
                  </a:lnTo>
                  <a:lnTo>
                    <a:pt x="26037" y="88059"/>
                  </a:lnTo>
                  <a:lnTo>
                    <a:pt x="25564" y="85234"/>
                  </a:lnTo>
                  <a:lnTo>
                    <a:pt x="25370" y="83692"/>
                  </a:lnTo>
                  <a:lnTo>
                    <a:pt x="25703" y="82472"/>
                  </a:lnTo>
                  <a:lnTo>
                    <a:pt x="25899" y="82857"/>
                  </a:lnTo>
                  <a:lnTo>
                    <a:pt x="26244" y="83041"/>
                  </a:lnTo>
                  <a:lnTo>
                    <a:pt x="26473" y="81420"/>
                  </a:lnTo>
                  <a:lnTo>
                    <a:pt x="26530" y="79989"/>
                  </a:lnTo>
                  <a:lnTo>
                    <a:pt x="25933" y="76454"/>
                  </a:lnTo>
                  <a:lnTo>
                    <a:pt x="24599" y="72839"/>
                  </a:lnTo>
                  <a:lnTo>
                    <a:pt x="21301" y="66948"/>
                  </a:lnTo>
                  <a:lnTo>
                    <a:pt x="20495" y="64703"/>
                  </a:lnTo>
                  <a:lnTo>
                    <a:pt x="20034" y="62843"/>
                  </a:lnTo>
                  <a:lnTo>
                    <a:pt x="16356" y="55080"/>
                  </a:lnTo>
                  <a:lnTo>
                    <a:pt x="14784" y="49602"/>
                  </a:lnTo>
                  <a:lnTo>
                    <a:pt x="13686" y="44870"/>
                  </a:lnTo>
                  <a:lnTo>
                    <a:pt x="12492" y="42688"/>
                  </a:lnTo>
                  <a:lnTo>
                    <a:pt x="6968" y="27325"/>
                  </a:lnTo>
                  <a:lnTo>
                    <a:pt x="5743" y="24874"/>
                  </a:lnTo>
                  <a:lnTo>
                    <a:pt x="3538" y="21943"/>
                  </a:lnTo>
                  <a:lnTo>
                    <a:pt x="3023" y="20964"/>
                  </a:lnTo>
                  <a:lnTo>
                    <a:pt x="2173" y="18171"/>
                  </a:lnTo>
                  <a:lnTo>
                    <a:pt x="512" y="14423"/>
                  </a:lnTo>
                  <a:lnTo>
                    <a:pt x="111" y="10925"/>
                  </a:lnTo>
                  <a:lnTo>
                    <a:pt x="0" y="6961"/>
                  </a:lnTo>
                  <a:lnTo>
                    <a:pt x="202" y="3926"/>
                  </a:lnTo>
                  <a:lnTo>
                    <a:pt x="1711" y="3610"/>
                  </a:lnTo>
                  <a:lnTo>
                    <a:pt x="2765" y="2801"/>
                  </a:lnTo>
                  <a:lnTo>
                    <a:pt x="3715" y="2745"/>
                  </a:lnTo>
                  <a:lnTo>
                    <a:pt x="4651" y="3379"/>
                  </a:lnTo>
                  <a:lnTo>
                    <a:pt x="5645" y="3427"/>
                  </a:lnTo>
                  <a:lnTo>
                    <a:pt x="6032" y="3322"/>
                  </a:lnTo>
                  <a:lnTo>
                    <a:pt x="7819" y="3417"/>
                  </a:lnTo>
                  <a:lnTo>
                    <a:pt x="8844" y="2690"/>
                  </a:lnTo>
                  <a:lnTo>
                    <a:pt x="10061" y="1960"/>
                  </a:lnTo>
                  <a:lnTo>
                    <a:pt x="10762" y="1323"/>
                  </a:lnTo>
                  <a:lnTo>
                    <a:pt x="11745" y="666"/>
                  </a:lnTo>
                  <a:lnTo>
                    <a:pt x="13051" y="0"/>
                  </a:lnTo>
                  <a:lnTo>
                    <a:pt x="13792" y="55"/>
                  </a:lnTo>
                  <a:lnTo>
                    <a:pt x="14702" y="305"/>
                  </a:lnTo>
                  <a:lnTo>
                    <a:pt x="15913" y="559"/>
                  </a:lnTo>
                  <a:lnTo>
                    <a:pt x="16597" y="1009"/>
                  </a:lnTo>
                  <a:lnTo>
                    <a:pt x="17408" y="2420"/>
                  </a:lnTo>
                  <a:lnTo>
                    <a:pt x="18662" y="3707"/>
                  </a:lnTo>
                  <a:lnTo>
                    <a:pt x="19586" y="4473"/>
                  </a:lnTo>
                  <a:lnTo>
                    <a:pt x="20648" y="5482"/>
                  </a:lnTo>
                  <a:lnTo>
                    <a:pt x="20968" y="5873"/>
                  </a:lnTo>
                  <a:lnTo>
                    <a:pt x="21435" y="6088"/>
                  </a:lnTo>
                  <a:lnTo>
                    <a:pt x="21720" y="6153"/>
                  </a:lnTo>
                  <a:lnTo>
                    <a:pt x="23691" y="5998"/>
                  </a:lnTo>
                  <a:lnTo>
                    <a:pt x="25478" y="5858"/>
                  </a:lnTo>
                  <a:lnTo>
                    <a:pt x="27401" y="5862"/>
                  </a:lnTo>
                  <a:lnTo>
                    <a:pt x="31021" y="5870"/>
                  </a:lnTo>
                  <a:lnTo>
                    <a:pt x="34640" y="5878"/>
                  </a:lnTo>
                  <a:lnTo>
                    <a:pt x="38260" y="5885"/>
                  </a:lnTo>
                  <a:lnTo>
                    <a:pt x="41880" y="5893"/>
                  </a:lnTo>
                  <a:lnTo>
                    <a:pt x="45500" y="5901"/>
                  </a:lnTo>
                  <a:lnTo>
                    <a:pt x="49120" y="5910"/>
                  </a:lnTo>
                  <a:lnTo>
                    <a:pt x="52740" y="5918"/>
                  </a:lnTo>
                  <a:lnTo>
                    <a:pt x="56359" y="5926"/>
                  </a:lnTo>
                  <a:lnTo>
                    <a:pt x="57840" y="5929"/>
                  </a:lnTo>
                  <a:lnTo>
                    <a:pt x="60427" y="5974"/>
                  </a:lnTo>
                  <a:lnTo>
                    <a:pt x="63148" y="6021"/>
                  </a:lnTo>
                  <a:lnTo>
                    <a:pt x="63449" y="6102"/>
                  </a:lnTo>
                  <a:lnTo>
                    <a:pt x="63753" y="6373"/>
                  </a:lnTo>
                  <a:lnTo>
                    <a:pt x="64001" y="6626"/>
                  </a:lnTo>
                  <a:lnTo>
                    <a:pt x="64962" y="8401"/>
                  </a:lnTo>
                  <a:lnTo>
                    <a:pt x="66191" y="10259"/>
                  </a:lnTo>
                  <a:lnTo>
                    <a:pt x="67212" y="11139"/>
                  </a:lnTo>
                  <a:lnTo>
                    <a:pt x="68435" y="11658"/>
                  </a:lnTo>
                  <a:lnTo>
                    <a:pt x="69582" y="11855"/>
                  </a:lnTo>
                  <a:lnTo>
                    <a:pt x="70651" y="11727"/>
                  </a:lnTo>
                  <a:lnTo>
                    <a:pt x="72426" y="11964"/>
                  </a:lnTo>
                  <a:lnTo>
                    <a:pt x="74907" y="12566"/>
                  </a:lnTo>
                  <a:lnTo>
                    <a:pt x="77485" y="12743"/>
                  </a:lnTo>
                  <a:lnTo>
                    <a:pt x="80158" y="12497"/>
                  </a:lnTo>
                  <a:lnTo>
                    <a:pt x="82037" y="12828"/>
                  </a:lnTo>
                  <a:lnTo>
                    <a:pt x="83122" y="13736"/>
                  </a:lnTo>
                  <a:lnTo>
                    <a:pt x="84233" y="14352"/>
                  </a:lnTo>
                  <a:lnTo>
                    <a:pt x="85372" y="14673"/>
                  </a:lnTo>
                  <a:lnTo>
                    <a:pt x="86912" y="14483"/>
                  </a:lnTo>
                  <a:lnTo>
                    <a:pt x="88853" y="13781"/>
                  </a:lnTo>
                  <a:lnTo>
                    <a:pt x="90504" y="13882"/>
                  </a:lnTo>
                  <a:lnTo>
                    <a:pt x="91269" y="14391"/>
                  </a:lnTo>
                  <a:lnTo>
                    <a:pt x="91724" y="14408"/>
                  </a:lnTo>
                  <a:lnTo>
                    <a:pt x="94577" y="13670"/>
                  </a:lnTo>
                  <a:lnTo>
                    <a:pt x="96870" y="13076"/>
                  </a:lnTo>
                  <a:lnTo>
                    <a:pt x="100308" y="12132"/>
                  </a:lnTo>
                  <a:lnTo>
                    <a:pt x="103144" y="11353"/>
                  </a:lnTo>
                  <a:lnTo>
                    <a:pt x="107347" y="1019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g1062"/>
            <p:cNvSpPr/>
            <p:nvPr/>
          </p:nvSpPr>
          <p:spPr>
            <a:xfrm>
              <a:off x="5606515" y="2732957"/>
              <a:ext cx="1157" cy="1669"/>
            </a:xfrm>
            <a:custGeom>
              <a:avLst/>
              <a:pathLst>
                <a:path w="1157" h="1669">
                  <a:moveTo>
                    <a:pt x="1157" y="1141"/>
                  </a:moveTo>
                  <a:lnTo>
                    <a:pt x="857" y="1669"/>
                  </a:lnTo>
                  <a:lnTo>
                    <a:pt x="485" y="1560"/>
                  </a:lnTo>
                  <a:lnTo>
                    <a:pt x="205" y="1363"/>
                  </a:lnTo>
                  <a:lnTo>
                    <a:pt x="0" y="1076"/>
                  </a:lnTo>
                  <a:lnTo>
                    <a:pt x="202" y="0"/>
                  </a:lnTo>
                  <a:lnTo>
                    <a:pt x="1016" y="52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g1063"/>
            <p:cNvSpPr/>
            <p:nvPr/>
          </p:nvSpPr>
          <p:spPr>
            <a:xfrm>
              <a:off x="5610236" y="2716171"/>
              <a:ext cx="3061" cy="4257"/>
            </a:xfrm>
            <a:custGeom>
              <a:avLst/>
              <a:pathLst>
                <a:path w="3061" h="4257">
                  <a:moveTo>
                    <a:pt x="1849" y="1284"/>
                  </a:moveTo>
                  <a:lnTo>
                    <a:pt x="2294" y="1541"/>
                  </a:lnTo>
                  <a:lnTo>
                    <a:pt x="3061" y="1496"/>
                  </a:lnTo>
                  <a:lnTo>
                    <a:pt x="2888" y="3876"/>
                  </a:lnTo>
                  <a:lnTo>
                    <a:pt x="1807" y="4257"/>
                  </a:lnTo>
                  <a:lnTo>
                    <a:pt x="1432" y="4236"/>
                  </a:lnTo>
                  <a:lnTo>
                    <a:pt x="1190" y="3736"/>
                  </a:lnTo>
                  <a:lnTo>
                    <a:pt x="571" y="3406"/>
                  </a:lnTo>
                  <a:lnTo>
                    <a:pt x="602" y="2590"/>
                  </a:lnTo>
                  <a:lnTo>
                    <a:pt x="0" y="764"/>
                  </a:lnTo>
                  <a:lnTo>
                    <a:pt x="1045" y="487"/>
                  </a:lnTo>
                  <a:lnTo>
                    <a:pt x="1637" y="0"/>
                  </a:lnTo>
                  <a:lnTo>
                    <a:pt x="1603" y="444"/>
                  </a:lnTo>
                  <a:lnTo>
                    <a:pt x="1695" y="96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g1064"/>
            <p:cNvSpPr/>
            <p:nvPr/>
          </p:nvSpPr>
          <p:spPr>
            <a:xfrm>
              <a:off x="5602831" y="2706905"/>
              <a:ext cx="3764" cy="6907"/>
            </a:xfrm>
            <a:custGeom>
              <a:avLst/>
              <a:pathLst>
                <a:path w="3764" h="6907">
                  <a:moveTo>
                    <a:pt x="3483" y="6794"/>
                  </a:moveTo>
                  <a:lnTo>
                    <a:pt x="2965" y="6907"/>
                  </a:lnTo>
                  <a:lnTo>
                    <a:pt x="2275" y="5903"/>
                  </a:lnTo>
                  <a:lnTo>
                    <a:pt x="957" y="5399"/>
                  </a:lnTo>
                  <a:lnTo>
                    <a:pt x="377" y="4515"/>
                  </a:lnTo>
                  <a:lnTo>
                    <a:pt x="0" y="3473"/>
                  </a:lnTo>
                  <a:lnTo>
                    <a:pt x="747" y="3215"/>
                  </a:lnTo>
                  <a:lnTo>
                    <a:pt x="1482" y="1812"/>
                  </a:lnTo>
                  <a:lnTo>
                    <a:pt x="981" y="1291"/>
                  </a:lnTo>
                  <a:lnTo>
                    <a:pt x="116" y="1198"/>
                  </a:lnTo>
                  <a:lnTo>
                    <a:pt x="217" y="651"/>
                  </a:lnTo>
                  <a:lnTo>
                    <a:pt x="1620" y="0"/>
                  </a:lnTo>
                  <a:lnTo>
                    <a:pt x="2234" y="377"/>
                  </a:lnTo>
                  <a:lnTo>
                    <a:pt x="2509" y="822"/>
                  </a:lnTo>
                  <a:lnTo>
                    <a:pt x="2466" y="3040"/>
                  </a:lnTo>
                  <a:lnTo>
                    <a:pt x="3104" y="3745"/>
                  </a:lnTo>
                  <a:lnTo>
                    <a:pt x="3764" y="5324"/>
                  </a:lnTo>
                  <a:lnTo>
                    <a:pt x="3761" y="576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g1065"/>
            <p:cNvSpPr/>
            <p:nvPr/>
          </p:nvSpPr>
          <p:spPr>
            <a:xfrm>
              <a:off x="5597730" y="2703276"/>
              <a:ext cx="1676" cy="4117"/>
            </a:xfrm>
            <a:custGeom>
              <a:avLst/>
              <a:pathLst>
                <a:path w="1676" h="4117">
                  <a:moveTo>
                    <a:pt x="503" y="3980"/>
                  </a:moveTo>
                  <a:lnTo>
                    <a:pt x="0" y="4117"/>
                  </a:lnTo>
                  <a:lnTo>
                    <a:pt x="608" y="2841"/>
                  </a:lnTo>
                  <a:lnTo>
                    <a:pt x="625" y="2060"/>
                  </a:lnTo>
                  <a:lnTo>
                    <a:pt x="869" y="517"/>
                  </a:lnTo>
                  <a:lnTo>
                    <a:pt x="841" y="0"/>
                  </a:lnTo>
                  <a:lnTo>
                    <a:pt x="1240" y="68"/>
                  </a:lnTo>
                  <a:lnTo>
                    <a:pt x="1676" y="513"/>
                  </a:lnTo>
                  <a:lnTo>
                    <a:pt x="1176" y="894"/>
                  </a:lnTo>
                  <a:lnTo>
                    <a:pt x="1009" y="1562"/>
                  </a:lnTo>
                  <a:lnTo>
                    <a:pt x="1027" y="2398"/>
                  </a:lnTo>
                  <a:lnTo>
                    <a:pt x="1220" y="2551"/>
                  </a:lnTo>
                  <a:lnTo>
                    <a:pt x="901" y="346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g1066"/>
            <p:cNvSpPr/>
            <p:nvPr/>
          </p:nvSpPr>
          <p:spPr>
            <a:xfrm>
              <a:off x="5574492" y="2699484"/>
              <a:ext cx="28070" cy="31168"/>
            </a:xfrm>
            <a:custGeom>
              <a:avLst/>
              <a:pathLst>
                <a:path w="28070" h="31168">
                  <a:moveTo>
                    <a:pt x="1561" y="1458"/>
                  </a:moveTo>
                  <a:lnTo>
                    <a:pt x="2628" y="2334"/>
                  </a:lnTo>
                  <a:lnTo>
                    <a:pt x="3771" y="1962"/>
                  </a:lnTo>
                  <a:lnTo>
                    <a:pt x="5210" y="3342"/>
                  </a:lnTo>
                  <a:lnTo>
                    <a:pt x="8877" y="7525"/>
                  </a:lnTo>
                  <a:lnTo>
                    <a:pt x="10166" y="8410"/>
                  </a:lnTo>
                  <a:lnTo>
                    <a:pt x="10922" y="8750"/>
                  </a:lnTo>
                  <a:lnTo>
                    <a:pt x="11495" y="9435"/>
                  </a:lnTo>
                  <a:lnTo>
                    <a:pt x="12008" y="10398"/>
                  </a:lnTo>
                  <a:lnTo>
                    <a:pt x="12708" y="11079"/>
                  </a:lnTo>
                  <a:lnTo>
                    <a:pt x="13010" y="11714"/>
                  </a:lnTo>
                  <a:lnTo>
                    <a:pt x="13086" y="12570"/>
                  </a:lnTo>
                  <a:lnTo>
                    <a:pt x="13338" y="13097"/>
                  </a:lnTo>
                  <a:lnTo>
                    <a:pt x="14617" y="14484"/>
                  </a:lnTo>
                  <a:lnTo>
                    <a:pt x="15378" y="15700"/>
                  </a:lnTo>
                  <a:lnTo>
                    <a:pt x="16436" y="16321"/>
                  </a:lnTo>
                  <a:lnTo>
                    <a:pt x="16892" y="17048"/>
                  </a:lnTo>
                  <a:lnTo>
                    <a:pt x="17483" y="17402"/>
                  </a:lnTo>
                  <a:lnTo>
                    <a:pt x="18090" y="18144"/>
                  </a:lnTo>
                  <a:lnTo>
                    <a:pt x="19115" y="18723"/>
                  </a:lnTo>
                  <a:lnTo>
                    <a:pt x="21438" y="20861"/>
                  </a:lnTo>
                  <a:lnTo>
                    <a:pt x="23232" y="22892"/>
                  </a:lnTo>
                  <a:lnTo>
                    <a:pt x="24126" y="24148"/>
                  </a:lnTo>
                  <a:lnTo>
                    <a:pt x="25093" y="25266"/>
                  </a:lnTo>
                  <a:lnTo>
                    <a:pt x="26327" y="26159"/>
                  </a:lnTo>
                  <a:lnTo>
                    <a:pt x="27484" y="27179"/>
                  </a:lnTo>
                  <a:lnTo>
                    <a:pt x="28070" y="29569"/>
                  </a:lnTo>
                  <a:lnTo>
                    <a:pt x="27748" y="30425"/>
                  </a:lnTo>
                  <a:lnTo>
                    <a:pt x="27083" y="30850"/>
                  </a:lnTo>
                  <a:lnTo>
                    <a:pt x="26468" y="30880"/>
                  </a:lnTo>
                  <a:lnTo>
                    <a:pt x="25892" y="31168"/>
                  </a:lnTo>
                  <a:lnTo>
                    <a:pt x="23967" y="29625"/>
                  </a:lnTo>
                  <a:lnTo>
                    <a:pt x="23508" y="29398"/>
                  </a:lnTo>
                  <a:lnTo>
                    <a:pt x="22996" y="29493"/>
                  </a:lnTo>
                  <a:lnTo>
                    <a:pt x="22709" y="29151"/>
                  </a:lnTo>
                  <a:lnTo>
                    <a:pt x="22508" y="28658"/>
                  </a:lnTo>
                  <a:lnTo>
                    <a:pt x="21333" y="28085"/>
                  </a:lnTo>
                  <a:lnTo>
                    <a:pt x="20239" y="27165"/>
                  </a:lnTo>
                  <a:lnTo>
                    <a:pt x="19923" y="26541"/>
                  </a:lnTo>
                  <a:lnTo>
                    <a:pt x="19739" y="25765"/>
                  </a:lnTo>
                  <a:lnTo>
                    <a:pt x="19477" y="25317"/>
                  </a:lnTo>
                  <a:lnTo>
                    <a:pt x="17934" y="24638"/>
                  </a:lnTo>
                  <a:lnTo>
                    <a:pt x="16898" y="23882"/>
                  </a:lnTo>
                  <a:lnTo>
                    <a:pt x="16145" y="22816"/>
                  </a:lnTo>
                  <a:lnTo>
                    <a:pt x="14975" y="22075"/>
                  </a:lnTo>
                  <a:lnTo>
                    <a:pt x="13153" y="20552"/>
                  </a:lnTo>
                  <a:lnTo>
                    <a:pt x="12216" y="20065"/>
                  </a:lnTo>
                  <a:lnTo>
                    <a:pt x="11397" y="19303"/>
                  </a:lnTo>
                  <a:lnTo>
                    <a:pt x="9203" y="16533"/>
                  </a:lnTo>
                  <a:lnTo>
                    <a:pt x="8421" y="16016"/>
                  </a:lnTo>
                  <a:lnTo>
                    <a:pt x="7738" y="14785"/>
                  </a:lnTo>
                  <a:lnTo>
                    <a:pt x="5850" y="11863"/>
                  </a:lnTo>
                  <a:lnTo>
                    <a:pt x="4940" y="10661"/>
                  </a:lnTo>
                  <a:lnTo>
                    <a:pt x="3948" y="9590"/>
                  </a:lnTo>
                  <a:lnTo>
                    <a:pt x="3190" y="8337"/>
                  </a:lnTo>
                  <a:lnTo>
                    <a:pt x="2607" y="6851"/>
                  </a:lnTo>
                  <a:lnTo>
                    <a:pt x="1252" y="4723"/>
                  </a:lnTo>
                  <a:lnTo>
                    <a:pt x="1086" y="3813"/>
                  </a:lnTo>
                  <a:lnTo>
                    <a:pt x="1142" y="2879"/>
                  </a:lnTo>
                  <a:lnTo>
                    <a:pt x="816" y="2278"/>
                  </a:lnTo>
                  <a:lnTo>
                    <a:pt x="262" y="1912"/>
                  </a:lnTo>
                  <a:lnTo>
                    <a:pt x="0" y="1284"/>
                  </a:lnTo>
                  <a:lnTo>
                    <a:pt x="30" y="437"/>
                  </a:lnTo>
                  <a:lnTo>
                    <a:pt x="211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g1067"/>
            <p:cNvSpPr/>
            <p:nvPr/>
          </p:nvSpPr>
          <p:spPr>
            <a:xfrm>
              <a:off x="5535617" y="2685161"/>
              <a:ext cx="443" cy="3047"/>
            </a:xfrm>
            <a:custGeom>
              <a:avLst/>
              <a:pathLst>
                <a:path w="443" h="3047">
                  <a:moveTo>
                    <a:pt x="222" y="2748"/>
                  </a:moveTo>
                  <a:lnTo>
                    <a:pt x="77" y="3047"/>
                  </a:lnTo>
                  <a:lnTo>
                    <a:pt x="0" y="832"/>
                  </a:lnTo>
                  <a:lnTo>
                    <a:pt x="299" y="0"/>
                  </a:lnTo>
                  <a:lnTo>
                    <a:pt x="443" y="172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g1068"/>
            <p:cNvSpPr/>
            <p:nvPr/>
          </p:nvSpPr>
          <p:spPr>
            <a:xfrm>
              <a:off x="4024117" y="2090528"/>
              <a:ext cx="149474" cy="164886"/>
            </a:xfrm>
            <a:custGeom>
              <a:avLst/>
              <a:pathLst>
                <a:path w="149474" h="164886">
                  <a:moveTo>
                    <a:pt x="140163" y="7276"/>
                  </a:moveTo>
                  <a:lnTo>
                    <a:pt x="141203" y="15335"/>
                  </a:lnTo>
                  <a:lnTo>
                    <a:pt x="141991" y="22258"/>
                  </a:lnTo>
                  <a:lnTo>
                    <a:pt x="142044" y="26669"/>
                  </a:lnTo>
                  <a:lnTo>
                    <a:pt x="142082" y="27818"/>
                  </a:lnTo>
                  <a:lnTo>
                    <a:pt x="142403" y="28599"/>
                  </a:lnTo>
                  <a:lnTo>
                    <a:pt x="143139" y="29379"/>
                  </a:lnTo>
                  <a:lnTo>
                    <a:pt x="146107" y="35755"/>
                  </a:lnTo>
                  <a:lnTo>
                    <a:pt x="145473" y="36863"/>
                  </a:lnTo>
                  <a:lnTo>
                    <a:pt x="145916" y="38838"/>
                  </a:lnTo>
                  <a:lnTo>
                    <a:pt x="146685" y="39688"/>
                  </a:lnTo>
                  <a:lnTo>
                    <a:pt x="149153" y="43489"/>
                  </a:lnTo>
                  <a:lnTo>
                    <a:pt x="149474" y="44238"/>
                  </a:lnTo>
                  <a:lnTo>
                    <a:pt x="149338" y="44838"/>
                  </a:lnTo>
                  <a:lnTo>
                    <a:pt x="147610" y="49309"/>
                  </a:lnTo>
                  <a:lnTo>
                    <a:pt x="147316" y="50405"/>
                  </a:lnTo>
                  <a:lnTo>
                    <a:pt x="146971" y="56107"/>
                  </a:lnTo>
                  <a:lnTo>
                    <a:pt x="146728" y="60130"/>
                  </a:lnTo>
                  <a:lnTo>
                    <a:pt x="146393" y="65653"/>
                  </a:lnTo>
                  <a:lnTo>
                    <a:pt x="145995" y="72261"/>
                  </a:lnTo>
                  <a:lnTo>
                    <a:pt x="145674" y="77837"/>
                  </a:lnTo>
                  <a:lnTo>
                    <a:pt x="145250" y="85212"/>
                  </a:lnTo>
                  <a:lnTo>
                    <a:pt x="144849" y="92188"/>
                  </a:lnTo>
                  <a:lnTo>
                    <a:pt x="142368" y="96016"/>
                  </a:lnTo>
                  <a:lnTo>
                    <a:pt x="137965" y="102813"/>
                  </a:lnTo>
                  <a:lnTo>
                    <a:pt x="134382" y="108343"/>
                  </a:lnTo>
                  <a:lnTo>
                    <a:pt x="132587" y="112044"/>
                  </a:lnTo>
                  <a:lnTo>
                    <a:pt x="129076" y="119278"/>
                  </a:lnTo>
                  <a:lnTo>
                    <a:pt x="127517" y="123956"/>
                  </a:lnTo>
                  <a:lnTo>
                    <a:pt x="126299" y="126400"/>
                  </a:lnTo>
                  <a:lnTo>
                    <a:pt x="125680" y="127444"/>
                  </a:lnTo>
                  <a:lnTo>
                    <a:pt x="126225" y="130879"/>
                  </a:lnTo>
                  <a:lnTo>
                    <a:pt x="127176" y="136874"/>
                  </a:lnTo>
                  <a:lnTo>
                    <a:pt x="125479" y="136913"/>
                  </a:lnTo>
                  <a:lnTo>
                    <a:pt x="124503" y="137345"/>
                  </a:lnTo>
                  <a:lnTo>
                    <a:pt x="123274" y="138709"/>
                  </a:lnTo>
                  <a:lnTo>
                    <a:pt x="121898" y="139246"/>
                  </a:lnTo>
                  <a:lnTo>
                    <a:pt x="120226" y="140439"/>
                  </a:lnTo>
                  <a:lnTo>
                    <a:pt x="119169" y="141396"/>
                  </a:lnTo>
                  <a:lnTo>
                    <a:pt x="118174" y="142147"/>
                  </a:lnTo>
                  <a:lnTo>
                    <a:pt x="116805" y="143991"/>
                  </a:lnTo>
                  <a:lnTo>
                    <a:pt x="116361" y="145394"/>
                  </a:lnTo>
                  <a:lnTo>
                    <a:pt x="114997" y="145674"/>
                  </a:lnTo>
                  <a:lnTo>
                    <a:pt x="113095" y="145440"/>
                  </a:lnTo>
                  <a:lnTo>
                    <a:pt x="111885" y="144026"/>
                  </a:lnTo>
                  <a:lnTo>
                    <a:pt x="109078" y="142549"/>
                  </a:lnTo>
                  <a:lnTo>
                    <a:pt x="107259" y="141952"/>
                  </a:lnTo>
                  <a:lnTo>
                    <a:pt x="106415" y="141769"/>
                  </a:lnTo>
                  <a:lnTo>
                    <a:pt x="102129" y="141519"/>
                  </a:lnTo>
                  <a:lnTo>
                    <a:pt x="97559" y="142096"/>
                  </a:lnTo>
                  <a:lnTo>
                    <a:pt x="95229" y="142782"/>
                  </a:lnTo>
                  <a:lnTo>
                    <a:pt x="94804" y="142934"/>
                  </a:lnTo>
                  <a:lnTo>
                    <a:pt x="93484" y="143826"/>
                  </a:lnTo>
                  <a:lnTo>
                    <a:pt x="92388" y="144815"/>
                  </a:lnTo>
                  <a:lnTo>
                    <a:pt x="89424" y="149343"/>
                  </a:lnTo>
                  <a:lnTo>
                    <a:pt x="85503" y="149191"/>
                  </a:lnTo>
                  <a:lnTo>
                    <a:pt x="83195" y="148689"/>
                  </a:lnTo>
                  <a:lnTo>
                    <a:pt x="81237" y="147983"/>
                  </a:lnTo>
                  <a:lnTo>
                    <a:pt x="78450" y="145869"/>
                  </a:lnTo>
                  <a:lnTo>
                    <a:pt x="75035" y="142640"/>
                  </a:lnTo>
                  <a:lnTo>
                    <a:pt x="73717" y="142200"/>
                  </a:lnTo>
                  <a:lnTo>
                    <a:pt x="72532" y="141946"/>
                  </a:lnTo>
                  <a:lnTo>
                    <a:pt x="72136" y="141989"/>
                  </a:lnTo>
                  <a:lnTo>
                    <a:pt x="68060" y="145207"/>
                  </a:lnTo>
                  <a:lnTo>
                    <a:pt x="67274" y="145136"/>
                  </a:lnTo>
                  <a:lnTo>
                    <a:pt x="66312" y="145497"/>
                  </a:lnTo>
                  <a:lnTo>
                    <a:pt x="65678" y="146296"/>
                  </a:lnTo>
                  <a:lnTo>
                    <a:pt x="65212" y="146699"/>
                  </a:lnTo>
                  <a:lnTo>
                    <a:pt x="64723" y="146763"/>
                  </a:lnTo>
                  <a:lnTo>
                    <a:pt x="64081" y="146587"/>
                  </a:lnTo>
                  <a:lnTo>
                    <a:pt x="63451" y="146098"/>
                  </a:lnTo>
                  <a:lnTo>
                    <a:pt x="62823" y="145200"/>
                  </a:lnTo>
                  <a:lnTo>
                    <a:pt x="61142" y="141621"/>
                  </a:lnTo>
                  <a:lnTo>
                    <a:pt x="60795" y="140995"/>
                  </a:lnTo>
                  <a:lnTo>
                    <a:pt x="60077" y="139931"/>
                  </a:lnTo>
                  <a:lnTo>
                    <a:pt x="58869" y="138282"/>
                  </a:lnTo>
                  <a:lnTo>
                    <a:pt x="58050" y="137513"/>
                  </a:lnTo>
                  <a:lnTo>
                    <a:pt x="57552" y="137315"/>
                  </a:lnTo>
                  <a:lnTo>
                    <a:pt x="56957" y="137445"/>
                  </a:lnTo>
                  <a:lnTo>
                    <a:pt x="53683" y="136026"/>
                  </a:lnTo>
                  <a:lnTo>
                    <a:pt x="50408" y="134527"/>
                  </a:lnTo>
                  <a:lnTo>
                    <a:pt x="49687" y="134718"/>
                  </a:lnTo>
                  <a:lnTo>
                    <a:pt x="49174" y="135029"/>
                  </a:lnTo>
                  <a:lnTo>
                    <a:pt x="48042" y="136140"/>
                  </a:lnTo>
                  <a:lnTo>
                    <a:pt x="46708" y="136342"/>
                  </a:lnTo>
                  <a:lnTo>
                    <a:pt x="45012" y="136253"/>
                  </a:lnTo>
                  <a:lnTo>
                    <a:pt x="44082" y="136104"/>
                  </a:lnTo>
                  <a:lnTo>
                    <a:pt x="42582" y="136475"/>
                  </a:lnTo>
                  <a:lnTo>
                    <a:pt x="41585" y="136913"/>
                  </a:lnTo>
                  <a:lnTo>
                    <a:pt x="40279" y="137670"/>
                  </a:lnTo>
                  <a:lnTo>
                    <a:pt x="38584" y="139713"/>
                  </a:lnTo>
                  <a:lnTo>
                    <a:pt x="38098" y="139977"/>
                  </a:lnTo>
                  <a:lnTo>
                    <a:pt x="37688" y="140317"/>
                  </a:lnTo>
                  <a:lnTo>
                    <a:pt x="37119" y="145928"/>
                  </a:lnTo>
                  <a:lnTo>
                    <a:pt x="36659" y="147613"/>
                  </a:lnTo>
                  <a:lnTo>
                    <a:pt x="35799" y="149839"/>
                  </a:lnTo>
                  <a:lnTo>
                    <a:pt x="34109" y="151971"/>
                  </a:lnTo>
                  <a:lnTo>
                    <a:pt x="32950" y="153257"/>
                  </a:lnTo>
                  <a:lnTo>
                    <a:pt x="32923" y="154997"/>
                  </a:lnTo>
                  <a:lnTo>
                    <a:pt x="32831" y="157837"/>
                  </a:lnTo>
                  <a:lnTo>
                    <a:pt x="32816" y="159791"/>
                  </a:lnTo>
                  <a:lnTo>
                    <a:pt x="32892" y="161063"/>
                  </a:lnTo>
                  <a:lnTo>
                    <a:pt x="32698" y="161668"/>
                  </a:lnTo>
                  <a:lnTo>
                    <a:pt x="32620" y="162221"/>
                  </a:lnTo>
                  <a:lnTo>
                    <a:pt x="32683" y="163052"/>
                  </a:lnTo>
                  <a:lnTo>
                    <a:pt x="32956" y="163444"/>
                  </a:lnTo>
                  <a:lnTo>
                    <a:pt x="33121" y="163963"/>
                  </a:lnTo>
                  <a:lnTo>
                    <a:pt x="33011" y="164390"/>
                  </a:lnTo>
                  <a:lnTo>
                    <a:pt x="32465" y="164886"/>
                  </a:lnTo>
                  <a:lnTo>
                    <a:pt x="31862" y="163614"/>
                  </a:lnTo>
                  <a:lnTo>
                    <a:pt x="31087" y="162714"/>
                  </a:lnTo>
                  <a:lnTo>
                    <a:pt x="30237" y="162317"/>
                  </a:lnTo>
                  <a:lnTo>
                    <a:pt x="29662" y="161665"/>
                  </a:lnTo>
                  <a:lnTo>
                    <a:pt x="29361" y="160762"/>
                  </a:lnTo>
                  <a:lnTo>
                    <a:pt x="28247" y="159003"/>
                  </a:lnTo>
                  <a:lnTo>
                    <a:pt x="25679" y="155520"/>
                  </a:lnTo>
                  <a:lnTo>
                    <a:pt x="25414" y="155437"/>
                  </a:lnTo>
                  <a:lnTo>
                    <a:pt x="24989" y="155296"/>
                  </a:lnTo>
                  <a:lnTo>
                    <a:pt x="24263" y="155717"/>
                  </a:lnTo>
                  <a:lnTo>
                    <a:pt x="23817" y="156287"/>
                  </a:lnTo>
                  <a:lnTo>
                    <a:pt x="23506" y="156510"/>
                  </a:lnTo>
                  <a:lnTo>
                    <a:pt x="23032" y="156544"/>
                  </a:lnTo>
                  <a:lnTo>
                    <a:pt x="21811" y="156984"/>
                  </a:lnTo>
                  <a:lnTo>
                    <a:pt x="20834" y="157554"/>
                  </a:lnTo>
                  <a:lnTo>
                    <a:pt x="20808" y="158021"/>
                  </a:lnTo>
                  <a:lnTo>
                    <a:pt x="21275" y="160659"/>
                  </a:lnTo>
                  <a:lnTo>
                    <a:pt x="21053" y="162085"/>
                  </a:lnTo>
                  <a:lnTo>
                    <a:pt x="20619" y="161403"/>
                  </a:lnTo>
                  <a:lnTo>
                    <a:pt x="19210" y="158746"/>
                  </a:lnTo>
                  <a:lnTo>
                    <a:pt x="18236" y="156772"/>
                  </a:lnTo>
                  <a:lnTo>
                    <a:pt x="18061" y="156334"/>
                  </a:lnTo>
                  <a:lnTo>
                    <a:pt x="17923" y="155657"/>
                  </a:lnTo>
                  <a:lnTo>
                    <a:pt x="18019" y="155361"/>
                  </a:lnTo>
                  <a:lnTo>
                    <a:pt x="18406" y="155156"/>
                  </a:lnTo>
                  <a:lnTo>
                    <a:pt x="19299" y="154895"/>
                  </a:lnTo>
                  <a:lnTo>
                    <a:pt x="19465" y="154690"/>
                  </a:lnTo>
                  <a:lnTo>
                    <a:pt x="19511" y="154149"/>
                  </a:lnTo>
                  <a:lnTo>
                    <a:pt x="19372" y="153139"/>
                  </a:lnTo>
                  <a:lnTo>
                    <a:pt x="18882" y="151773"/>
                  </a:lnTo>
                  <a:lnTo>
                    <a:pt x="18360" y="150868"/>
                  </a:lnTo>
                  <a:lnTo>
                    <a:pt x="18069" y="150691"/>
                  </a:lnTo>
                  <a:lnTo>
                    <a:pt x="17535" y="150660"/>
                  </a:lnTo>
                  <a:lnTo>
                    <a:pt x="16956" y="150782"/>
                  </a:lnTo>
                  <a:lnTo>
                    <a:pt x="15866" y="151892"/>
                  </a:lnTo>
                  <a:lnTo>
                    <a:pt x="15383" y="152095"/>
                  </a:lnTo>
                  <a:lnTo>
                    <a:pt x="14259" y="152004"/>
                  </a:lnTo>
                  <a:lnTo>
                    <a:pt x="13255" y="151787"/>
                  </a:lnTo>
                  <a:lnTo>
                    <a:pt x="12645" y="151214"/>
                  </a:lnTo>
                  <a:lnTo>
                    <a:pt x="10830" y="149013"/>
                  </a:lnTo>
                  <a:lnTo>
                    <a:pt x="8826" y="146686"/>
                  </a:lnTo>
                  <a:lnTo>
                    <a:pt x="7985" y="146356"/>
                  </a:lnTo>
                  <a:lnTo>
                    <a:pt x="7790" y="146117"/>
                  </a:lnTo>
                  <a:lnTo>
                    <a:pt x="7655" y="144325"/>
                  </a:lnTo>
                  <a:lnTo>
                    <a:pt x="7690" y="142175"/>
                  </a:lnTo>
                  <a:lnTo>
                    <a:pt x="7801" y="141613"/>
                  </a:lnTo>
                  <a:lnTo>
                    <a:pt x="8637" y="141948"/>
                  </a:lnTo>
                  <a:lnTo>
                    <a:pt x="9527" y="142104"/>
                  </a:lnTo>
                  <a:lnTo>
                    <a:pt x="9813" y="141715"/>
                  </a:lnTo>
                  <a:lnTo>
                    <a:pt x="9102" y="140950"/>
                  </a:lnTo>
                  <a:lnTo>
                    <a:pt x="8079" y="140176"/>
                  </a:lnTo>
                  <a:lnTo>
                    <a:pt x="7699" y="139003"/>
                  </a:lnTo>
                  <a:lnTo>
                    <a:pt x="7405" y="138596"/>
                  </a:lnTo>
                  <a:lnTo>
                    <a:pt x="6945" y="138180"/>
                  </a:lnTo>
                  <a:lnTo>
                    <a:pt x="6418" y="137964"/>
                  </a:lnTo>
                  <a:lnTo>
                    <a:pt x="5886" y="137635"/>
                  </a:lnTo>
                  <a:lnTo>
                    <a:pt x="5524" y="137293"/>
                  </a:lnTo>
                  <a:lnTo>
                    <a:pt x="4926" y="137142"/>
                  </a:lnTo>
                  <a:lnTo>
                    <a:pt x="4298" y="136890"/>
                  </a:lnTo>
                  <a:lnTo>
                    <a:pt x="3391" y="134989"/>
                  </a:lnTo>
                  <a:lnTo>
                    <a:pt x="2510" y="133142"/>
                  </a:lnTo>
                  <a:lnTo>
                    <a:pt x="1988" y="131688"/>
                  </a:lnTo>
                  <a:lnTo>
                    <a:pt x="1807" y="130815"/>
                  </a:lnTo>
                  <a:lnTo>
                    <a:pt x="2068" y="129325"/>
                  </a:lnTo>
                  <a:lnTo>
                    <a:pt x="1804" y="128736"/>
                  </a:lnTo>
                  <a:lnTo>
                    <a:pt x="820" y="127224"/>
                  </a:lnTo>
                  <a:lnTo>
                    <a:pt x="0" y="125819"/>
                  </a:lnTo>
                  <a:lnTo>
                    <a:pt x="200" y="123647"/>
                  </a:lnTo>
                  <a:lnTo>
                    <a:pt x="367" y="121835"/>
                  </a:lnTo>
                  <a:lnTo>
                    <a:pt x="377" y="120688"/>
                  </a:lnTo>
                  <a:lnTo>
                    <a:pt x="507" y="120040"/>
                  </a:lnTo>
                  <a:lnTo>
                    <a:pt x="613" y="119312"/>
                  </a:lnTo>
                  <a:lnTo>
                    <a:pt x="1157" y="119082"/>
                  </a:lnTo>
                  <a:lnTo>
                    <a:pt x="2546" y="119099"/>
                  </a:lnTo>
                  <a:lnTo>
                    <a:pt x="5248" y="119435"/>
                  </a:lnTo>
                  <a:lnTo>
                    <a:pt x="7532" y="118988"/>
                  </a:lnTo>
                  <a:lnTo>
                    <a:pt x="9057" y="117047"/>
                  </a:lnTo>
                  <a:lnTo>
                    <a:pt x="10750" y="115008"/>
                  </a:lnTo>
                  <a:lnTo>
                    <a:pt x="13295" y="114810"/>
                  </a:lnTo>
                  <a:lnTo>
                    <a:pt x="16040" y="114598"/>
                  </a:lnTo>
                  <a:lnTo>
                    <a:pt x="18205" y="114491"/>
                  </a:lnTo>
                  <a:lnTo>
                    <a:pt x="21352" y="114337"/>
                  </a:lnTo>
                  <a:lnTo>
                    <a:pt x="23895" y="114205"/>
                  </a:lnTo>
                  <a:lnTo>
                    <a:pt x="26842" y="114050"/>
                  </a:lnTo>
                  <a:lnTo>
                    <a:pt x="26931" y="113111"/>
                  </a:lnTo>
                  <a:lnTo>
                    <a:pt x="27110" y="112880"/>
                  </a:lnTo>
                  <a:lnTo>
                    <a:pt x="27401" y="112847"/>
                  </a:lnTo>
                  <a:lnTo>
                    <a:pt x="29566" y="113351"/>
                  </a:lnTo>
                  <a:lnTo>
                    <a:pt x="31603" y="113835"/>
                  </a:lnTo>
                  <a:lnTo>
                    <a:pt x="31756" y="112067"/>
                  </a:lnTo>
                  <a:lnTo>
                    <a:pt x="33545" y="109855"/>
                  </a:lnTo>
                  <a:lnTo>
                    <a:pt x="34556" y="109405"/>
                  </a:lnTo>
                  <a:lnTo>
                    <a:pt x="34807" y="109018"/>
                  </a:lnTo>
                  <a:lnTo>
                    <a:pt x="35128" y="108271"/>
                  </a:lnTo>
                  <a:lnTo>
                    <a:pt x="35327" y="107118"/>
                  </a:lnTo>
                  <a:lnTo>
                    <a:pt x="35415" y="106297"/>
                  </a:lnTo>
                  <a:lnTo>
                    <a:pt x="35792" y="105616"/>
                  </a:lnTo>
                  <a:lnTo>
                    <a:pt x="36067" y="104362"/>
                  </a:lnTo>
                  <a:lnTo>
                    <a:pt x="36433" y="102170"/>
                  </a:lnTo>
                  <a:lnTo>
                    <a:pt x="37440" y="99869"/>
                  </a:lnTo>
                  <a:lnTo>
                    <a:pt x="38015" y="96743"/>
                  </a:lnTo>
                  <a:lnTo>
                    <a:pt x="38101" y="93725"/>
                  </a:lnTo>
                  <a:lnTo>
                    <a:pt x="38212" y="91430"/>
                  </a:lnTo>
                  <a:lnTo>
                    <a:pt x="38513" y="90960"/>
                  </a:lnTo>
                  <a:lnTo>
                    <a:pt x="38503" y="86887"/>
                  </a:lnTo>
                  <a:lnTo>
                    <a:pt x="38494" y="82790"/>
                  </a:lnTo>
                  <a:lnTo>
                    <a:pt x="38487" y="79326"/>
                  </a:lnTo>
                  <a:lnTo>
                    <a:pt x="38477" y="75017"/>
                  </a:lnTo>
                  <a:lnTo>
                    <a:pt x="38468" y="71235"/>
                  </a:lnTo>
                  <a:lnTo>
                    <a:pt x="38459" y="67138"/>
                  </a:lnTo>
                  <a:lnTo>
                    <a:pt x="38452" y="63460"/>
                  </a:lnTo>
                  <a:lnTo>
                    <a:pt x="38446" y="61023"/>
                  </a:lnTo>
                  <a:lnTo>
                    <a:pt x="40509" y="60441"/>
                  </a:lnTo>
                  <a:lnTo>
                    <a:pt x="42643" y="59837"/>
                  </a:lnTo>
                  <a:lnTo>
                    <a:pt x="45766" y="58954"/>
                  </a:lnTo>
                  <a:lnTo>
                    <a:pt x="49147" y="58000"/>
                  </a:lnTo>
                  <a:lnTo>
                    <a:pt x="52833" y="56958"/>
                  </a:lnTo>
                  <a:lnTo>
                    <a:pt x="53668" y="56331"/>
                  </a:lnTo>
                  <a:lnTo>
                    <a:pt x="56450" y="52805"/>
                  </a:lnTo>
                  <a:lnTo>
                    <a:pt x="57706" y="51212"/>
                  </a:lnTo>
                  <a:lnTo>
                    <a:pt x="60200" y="48049"/>
                  </a:lnTo>
                  <a:lnTo>
                    <a:pt x="62127" y="45607"/>
                  </a:lnTo>
                  <a:lnTo>
                    <a:pt x="64574" y="42504"/>
                  </a:lnTo>
                  <a:lnTo>
                    <a:pt x="67167" y="39380"/>
                  </a:lnTo>
                  <a:lnTo>
                    <a:pt x="69232" y="36889"/>
                  </a:lnTo>
                  <a:lnTo>
                    <a:pt x="72482" y="34064"/>
                  </a:lnTo>
                  <a:lnTo>
                    <a:pt x="77381" y="29806"/>
                  </a:lnTo>
                  <a:lnTo>
                    <a:pt x="82281" y="25548"/>
                  </a:lnTo>
                  <a:lnTo>
                    <a:pt x="87179" y="21290"/>
                  </a:lnTo>
                  <a:lnTo>
                    <a:pt x="92078" y="17032"/>
                  </a:lnTo>
                  <a:lnTo>
                    <a:pt x="96977" y="12774"/>
                  </a:lnTo>
                  <a:lnTo>
                    <a:pt x="101877" y="8516"/>
                  </a:lnTo>
                  <a:lnTo>
                    <a:pt x="106775" y="4257"/>
                  </a:lnTo>
                  <a:lnTo>
                    <a:pt x="111675" y="0"/>
                  </a:lnTo>
                  <a:lnTo>
                    <a:pt x="116603" y="1620"/>
                  </a:lnTo>
                  <a:lnTo>
                    <a:pt x="121284" y="3160"/>
                  </a:lnTo>
                  <a:lnTo>
                    <a:pt x="125993" y="4710"/>
                  </a:lnTo>
                  <a:lnTo>
                    <a:pt x="127103" y="5556"/>
                  </a:lnTo>
                  <a:lnTo>
                    <a:pt x="129601" y="8588"/>
                  </a:lnTo>
                  <a:lnTo>
                    <a:pt x="132799" y="12471"/>
                  </a:lnTo>
                  <a:lnTo>
                    <a:pt x="132940" y="12527"/>
                  </a:lnTo>
                  <a:lnTo>
                    <a:pt x="133084" y="12544"/>
                  </a:lnTo>
                  <a:lnTo>
                    <a:pt x="136157" y="1025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g1069"/>
            <p:cNvSpPr/>
            <p:nvPr/>
          </p:nvSpPr>
          <p:spPr>
            <a:xfrm>
              <a:off x="5611095" y="2823236"/>
              <a:ext cx="797" cy="1148"/>
            </a:xfrm>
            <a:custGeom>
              <a:avLst/>
              <a:pathLst>
                <a:path w="797" h="1148">
                  <a:moveTo>
                    <a:pt x="314" y="51"/>
                  </a:moveTo>
                  <a:lnTo>
                    <a:pt x="507" y="200"/>
                  </a:lnTo>
                  <a:lnTo>
                    <a:pt x="797" y="392"/>
                  </a:lnTo>
                  <a:lnTo>
                    <a:pt x="780" y="627"/>
                  </a:lnTo>
                  <a:lnTo>
                    <a:pt x="516" y="1148"/>
                  </a:lnTo>
                  <a:lnTo>
                    <a:pt x="459" y="950"/>
                  </a:lnTo>
                  <a:lnTo>
                    <a:pt x="261" y="811"/>
                  </a:lnTo>
                  <a:lnTo>
                    <a:pt x="134" y="960"/>
                  </a:lnTo>
                  <a:lnTo>
                    <a:pt x="114" y="807"/>
                  </a:lnTo>
                  <a:lnTo>
                    <a:pt x="96" y="434"/>
                  </a:lnTo>
                  <a:lnTo>
                    <a:pt x="0" y="197"/>
                  </a:lnTo>
                  <a:lnTo>
                    <a:pt x="136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g1070"/>
            <p:cNvSpPr/>
            <p:nvPr/>
          </p:nvSpPr>
          <p:spPr>
            <a:xfrm>
              <a:off x="4090121" y="2355406"/>
              <a:ext cx="1773" cy="1948"/>
            </a:xfrm>
            <a:custGeom>
              <a:avLst/>
              <a:pathLst>
                <a:path w="1773" h="1948">
                  <a:moveTo>
                    <a:pt x="1517" y="1522"/>
                  </a:moveTo>
                  <a:lnTo>
                    <a:pt x="600" y="1948"/>
                  </a:lnTo>
                  <a:lnTo>
                    <a:pt x="0" y="1844"/>
                  </a:lnTo>
                  <a:lnTo>
                    <a:pt x="822" y="0"/>
                  </a:lnTo>
                  <a:lnTo>
                    <a:pt x="1238" y="396"/>
                  </a:lnTo>
                  <a:lnTo>
                    <a:pt x="1773" y="55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g1071"/>
            <p:cNvSpPr/>
            <p:nvPr/>
          </p:nvSpPr>
          <p:spPr>
            <a:xfrm>
              <a:off x="4047979" y="2225056"/>
              <a:ext cx="112972" cy="133836"/>
            </a:xfrm>
            <a:custGeom>
              <a:avLst/>
              <a:pathLst>
                <a:path w="112972" h="133836">
                  <a:moveTo>
                    <a:pt x="103314" y="2346"/>
                  </a:moveTo>
                  <a:lnTo>
                    <a:pt x="104801" y="5346"/>
                  </a:lnTo>
                  <a:lnTo>
                    <a:pt x="106398" y="8568"/>
                  </a:lnTo>
                  <a:lnTo>
                    <a:pt x="107644" y="11079"/>
                  </a:lnTo>
                  <a:lnTo>
                    <a:pt x="108553" y="17575"/>
                  </a:lnTo>
                  <a:lnTo>
                    <a:pt x="108650" y="18812"/>
                  </a:lnTo>
                  <a:lnTo>
                    <a:pt x="108719" y="19370"/>
                  </a:lnTo>
                  <a:lnTo>
                    <a:pt x="108788" y="19884"/>
                  </a:lnTo>
                  <a:lnTo>
                    <a:pt x="108907" y="20769"/>
                  </a:lnTo>
                  <a:lnTo>
                    <a:pt x="109620" y="21149"/>
                  </a:lnTo>
                  <a:lnTo>
                    <a:pt x="110969" y="21322"/>
                  </a:lnTo>
                  <a:lnTo>
                    <a:pt x="111948" y="21962"/>
                  </a:lnTo>
                  <a:lnTo>
                    <a:pt x="112535" y="23024"/>
                  </a:lnTo>
                  <a:lnTo>
                    <a:pt x="112592" y="23201"/>
                  </a:lnTo>
                  <a:lnTo>
                    <a:pt x="112902" y="24016"/>
                  </a:lnTo>
                  <a:lnTo>
                    <a:pt x="112972" y="24606"/>
                  </a:lnTo>
                  <a:lnTo>
                    <a:pt x="112887" y="26308"/>
                  </a:lnTo>
                  <a:lnTo>
                    <a:pt x="112690" y="28495"/>
                  </a:lnTo>
                  <a:lnTo>
                    <a:pt x="112354" y="29906"/>
                  </a:lnTo>
                  <a:lnTo>
                    <a:pt x="112542" y="31824"/>
                  </a:lnTo>
                  <a:lnTo>
                    <a:pt x="112482" y="32644"/>
                  </a:lnTo>
                  <a:lnTo>
                    <a:pt x="112335" y="33203"/>
                  </a:lnTo>
                  <a:lnTo>
                    <a:pt x="111732" y="33847"/>
                  </a:lnTo>
                  <a:lnTo>
                    <a:pt x="110913" y="34474"/>
                  </a:lnTo>
                  <a:lnTo>
                    <a:pt x="108953" y="36329"/>
                  </a:lnTo>
                  <a:lnTo>
                    <a:pt x="108394" y="36603"/>
                  </a:lnTo>
                  <a:lnTo>
                    <a:pt x="107576" y="36652"/>
                  </a:lnTo>
                  <a:lnTo>
                    <a:pt x="106863" y="37115"/>
                  </a:lnTo>
                  <a:lnTo>
                    <a:pt x="106018" y="38116"/>
                  </a:lnTo>
                  <a:lnTo>
                    <a:pt x="104200" y="41839"/>
                  </a:lnTo>
                  <a:lnTo>
                    <a:pt x="102643" y="45578"/>
                  </a:lnTo>
                  <a:lnTo>
                    <a:pt x="102105" y="48672"/>
                  </a:lnTo>
                  <a:lnTo>
                    <a:pt x="101500" y="51626"/>
                  </a:lnTo>
                  <a:lnTo>
                    <a:pt x="100132" y="53513"/>
                  </a:lnTo>
                  <a:lnTo>
                    <a:pt x="99941" y="54575"/>
                  </a:lnTo>
                  <a:lnTo>
                    <a:pt x="99884" y="55190"/>
                  </a:lnTo>
                  <a:lnTo>
                    <a:pt x="99837" y="56612"/>
                  </a:lnTo>
                  <a:lnTo>
                    <a:pt x="99671" y="58967"/>
                  </a:lnTo>
                  <a:lnTo>
                    <a:pt x="99458" y="60102"/>
                  </a:lnTo>
                  <a:lnTo>
                    <a:pt x="99238" y="60439"/>
                  </a:lnTo>
                  <a:lnTo>
                    <a:pt x="97762" y="61154"/>
                  </a:lnTo>
                  <a:lnTo>
                    <a:pt x="96911" y="62020"/>
                  </a:lnTo>
                  <a:lnTo>
                    <a:pt x="96402" y="63732"/>
                  </a:lnTo>
                  <a:lnTo>
                    <a:pt x="96215" y="65584"/>
                  </a:lnTo>
                  <a:lnTo>
                    <a:pt x="95917" y="67694"/>
                  </a:lnTo>
                  <a:lnTo>
                    <a:pt x="95748" y="69547"/>
                  </a:lnTo>
                  <a:lnTo>
                    <a:pt x="95518" y="70506"/>
                  </a:lnTo>
                  <a:lnTo>
                    <a:pt x="95034" y="71513"/>
                  </a:lnTo>
                  <a:lnTo>
                    <a:pt x="94281" y="72599"/>
                  </a:lnTo>
                  <a:lnTo>
                    <a:pt x="93630" y="73208"/>
                  </a:lnTo>
                  <a:lnTo>
                    <a:pt x="91935" y="73607"/>
                  </a:lnTo>
                  <a:lnTo>
                    <a:pt x="91063" y="76059"/>
                  </a:lnTo>
                  <a:lnTo>
                    <a:pt x="90325" y="77976"/>
                  </a:lnTo>
                  <a:lnTo>
                    <a:pt x="90304" y="78742"/>
                  </a:lnTo>
                  <a:lnTo>
                    <a:pt x="89593" y="82716"/>
                  </a:lnTo>
                  <a:lnTo>
                    <a:pt x="88355" y="85710"/>
                  </a:lnTo>
                  <a:lnTo>
                    <a:pt x="88274" y="86767"/>
                  </a:lnTo>
                  <a:lnTo>
                    <a:pt x="88269" y="87635"/>
                  </a:lnTo>
                  <a:lnTo>
                    <a:pt x="86721" y="90272"/>
                  </a:lnTo>
                  <a:lnTo>
                    <a:pt x="86312" y="91048"/>
                  </a:lnTo>
                  <a:lnTo>
                    <a:pt x="85916" y="92064"/>
                  </a:lnTo>
                  <a:lnTo>
                    <a:pt x="86306" y="93044"/>
                  </a:lnTo>
                  <a:lnTo>
                    <a:pt x="86743" y="93937"/>
                  </a:lnTo>
                  <a:lnTo>
                    <a:pt x="86806" y="94238"/>
                  </a:lnTo>
                  <a:lnTo>
                    <a:pt x="86102" y="95077"/>
                  </a:lnTo>
                  <a:lnTo>
                    <a:pt x="84877" y="96537"/>
                  </a:lnTo>
                  <a:lnTo>
                    <a:pt x="84144" y="97411"/>
                  </a:lnTo>
                  <a:lnTo>
                    <a:pt x="83983" y="97889"/>
                  </a:lnTo>
                  <a:lnTo>
                    <a:pt x="83875" y="100084"/>
                  </a:lnTo>
                  <a:lnTo>
                    <a:pt x="83662" y="100673"/>
                  </a:lnTo>
                  <a:lnTo>
                    <a:pt x="83174" y="101476"/>
                  </a:lnTo>
                  <a:lnTo>
                    <a:pt x="82457" y="102362"/>
                  </a:lnTo>
                  <a:lnTo>
                    <a:pt x="81727" y="103049"/>
                  </a:lnTo>
                  <a:lnTo>
                    <a:pt x="80901" y="103525"/>
                  </a:lnTo>
                  <a:lnTo>
                    <a:pt x="80107" y="103701"/>
                  </a:lnTo>
                  <a:lnTo>
                    <a:pt x="79663" y="103425"/>
                  </a:lnTo>
                  <a:lnTo>
                    <a:pt x="79410" y="102758"/>
                  </a:lnTo>
                  <a:lnTo>
                    <a:pt x="78964" y="100075"/>
                  </a:lnTo>
                  <a:lnTo>
                    <a:pt x="78739" y="99500"/>
                  </a:lnTo>
                  <a:lnTo>
                    <a:pt x="78223" y="98978"/>
                  </a:lnTo>
                  <a:lnTo>
                    <a:pt x="77204" y="97510"/>
                  </a:lnTo>
                  <a:lnTo>
                    <a:pt x="76174" y="96025"/>
                  </a:lnTo>
                  <a:lnTo>
                    <a:pt x="74931" y="94981"/>
                  </a:lnTo>
                  <a:lnTo>
                    <a:pt x="74665" y="95056"/>
                  </a:lnTo>
                  <a:lnTo>
                    <a:pt x="74459" y="95339"/>
                  </a:lnTo>
                  <a:lnTo>
                    <a:pt x="74106" y="96831"/>
                  </a:lnTo>
                  <a:lnTo>
                    <a:pt x="73759" y="97378"/>
                  </a:lnTo>
                  <a:lnTo>
                    <a:pt x="73105" y="97567"/>
                  </a:lnTo>
                  <a:lnTo>
                    <a:pt x="71968" y="97580"/>
                  </a:lnTo>
                  <a:lnTo>
                    <a:pt x="71139" y="97373"/>
                  </a:lnTo>
                  <a:lnTo>
                    <a:pt x="70951" y="97078"/>
                  </a:lnTo>
                  <a:lnTo>
                    <a:pt x="70783" y="96431"/>
                  </a:lnTo>
                  <a:lnTo>
                    <a:pt x="70554" y="95911"/>
                  </a:lnTo>
                  <a:lnTo>
                    <a:pt x="69563" y="96958"/>
                  </a:lnTo>
                  <a:lnTo>
                    <a:pt x="68006" y="98605"/>
                  </a:lnTo>
                  <a:lnTo>
                    <a:pt x="67499" y="98875"/>
                  </a:lnTo>
                  <a:lnTo>
                    <a:pt x="67113" y="99207"/>
                  </a:lnTo>
                  <a:lnTo>
                    <a:pt x="66599" y="100743"/>
                  </a:lnTo>
                  <a:lnTo>
                    <a:pt x="65978" y="102389"/>
                  </a:lnTo>
                  <a:lnTo>
                    <a:pt x="65165" y="103248"/>
                  </a:lnTo>
                  <a:lnTo>
                    <a:pt x="64373" y="103970"/>
                  </a:lnTo>
                  <a:lnTo>
                    <a:pt x="63918" y="104601"/>
                  </a:lnTo>
                  <a:lnTo>
                    <a:pt x="63267" y="105351"/>
                  </a:lnTo>
                  <a:lnTo>
                    <a:pt x="61994" y="107213"/>
                  </a:lnTo>
                  <a:lnTo>
                    <a:pt x="60304" y="109682"/>
                  </a:lnTo>
                  <a:lnTo>
                    <a:pt x="59708" y="110957"/>
                  </a:lnTo>
                  <a:lnTo>
                    <a:pt x="59120" y="112864"/>
                  </a:lnTo>
                  <a:lnTo>
                    <a:pt x="58778" y="114974"/>
                  </a:lnTo>
                  <a:lnTo>
                    <a:pt x="58402" y="117288"/>
                  </a:lnTo>
                  <a:lnTo>
                    <a:pt x="57852" y="121003"/>
                  </a:lnTo>
                  <a:lnTo>
                    <a:pt x="57044" y="123103"/>
                  </a:lnTo>
                  <a:lnTo>
                    <a:pt x="56334" y="124775"/>
                  </a:lnTo>
                  <a:lnTo>
                    <a:pt x="55810" y="126089"/>
                  </a:lnTo>
                  <a:lnTo>
                    <a:pt x="55418" y="127135"/>
                  </a:lnTo>
                  <a:lnTo>
                    <a:pt x="55145" y="127597"/>
                  </a:lnTo>
                  <a:lnTo>
                    <a:pt x="54355" y="127296"/>
                  </a:lnTo>
                  <a:lnTo>
                    <a:pt x="53998" y="126354"/>
                  </a:lnTo>
                  <a:lnTo>
                    <a:pt x="53510" y="126201"/>
                  </a:lnTo>
                  <a:lnTo>
                    <a:pt x="52665" y="124817"/>
                  </a:lnTo>
                  <a:lnTo>
                    <a:pt x="52486" y="125048"/>
                  </a:lnTo>
                  <a:lnTo>
                    <a:pt x="53377" y="128554"/>
                  </a:lnTo>
                  <a:lnTo>
                    <a:pt x="53047" y="129927"/>
                  </a:lnTo>
                  <a:lnTo>
                    <a:pt x="50544" y="129959"/>
                  </a:lnTo>
                  <a:lnTo>
                    <a:pt x="48389" y="130420"/>
                  </a:lnTo>
                  <a:lnTo>
                    <a:pt x="46908" y="130377"/>
                  </a:lnTo>
                  <a:lnTo>
                    <a:pt x="46164" y="129881"/>
                  </a:lnTo>
                  <a:lnTo>
                    <a:pt x="45835" y="128567"/>
                  </a:lnTo>
                  <a:lnTo>
                    <a:pt x="45708" y="128702"/>
                  </a:lnTo>
                  <a:lnTo>
                    <a:pt x="45633" y="129407"/>
                  </a:lnTo>
                  <a:lnTo>
                    <a:pt x="45164" y="129961"/>
                  </a:lnTo>
                  <a:lnTo>
                    <a:pt x="43503" y="130066"/>
                  </a:lnTo>
                  <a:lnTo>
                    <a:pt x="42769" y="129168"/>
                  </a:lnTo>
                  <a:lnTo>
                    <a:pt x="42174" y="128163"/>
                  </a:lnTo>
                  <a:lnTo>
                    <a:pt x="41537" y="127716"/>
                  </a:lnTo>
                  <a:lnTo>
                    <a:pt x="41635" y="128139"/>
                  </a:lnTo>
                  <a:lnTo>
                    <a:pt x="42366" y="129119"/>
                  </a:lnTo>
                  <a:lnTo>
                    <a:pt x="42277" y="130530"/>
                  </a:lnTo>
                  <a:lnTo>
                    <a:pt x="40940" y="132163"/>
                  </a:lnTo>
                  <a:lnTo>
                    <a:pt x="40087" y="132256"/>
                  </a:lnTo>
                  <a:lnTo>
                    <a:pt x="39563" y="131552"/>
                  </a:lnTo>
                  <a:lnTo>
                    <a:pt x="39291" y="130403"/>
                  </a:lnTo>
                  <a:lnTo>
                    <a:pt x="39155" y="128705"/>
                  </a:lnTo>
                  <a:lnTo>
                    <a:pt x="38804" y="127597"/>
                  </a:lnTo>
                  <a:lnTo>
                    <a:pt x="38615" y="127597"/>
                  </a:lnTo>
                  <a:lnTo>
                    <a:pt x="38789" y="128611"/>
                  </a:lnTo>
                  <a:lnTo>
                    <a:pt x="38847" y="129439"/>
                  </a:lnTo>
                  <a:lnTo>
                    <a:pt x="38855" y="131161"/>
                  </a:lnTo>
                  <a:lnTo>
                    <a:pt x="39492" y="132498"/>
                  </a:lnTo>
                  <a:lnTo>
                    <a:pt x="38514" y="132913"/>
                  </a:lnTo>
                  <a:lnTo>
                    <a:pt x="38118" y="132929"/>
                  </a:lnTo>
                  <a:lnTo>
                    <a:pt x="37341" y="132959"/>
                  </a:lnTo>
                  <a:lnTo>
                    <a:pt x="37192" y="132463"/>
                  </a:lnTo>
                  <a:lnTo>
                    <a:pt x="37044" y="131356"/>
                  </a:lnTo>
                  <a:lnTo>
                    <a:pt x="36839" y="131066"/>
                  </a:lnTo>
                  <a:lnTo>
                    <a:pt x="36599" y="132943"/>
                  </a:lnTo>
                  <a:lnTo>
                    <a:pt x="36083" y="133075"/>
                  </a:lnTo>
                  <a:lnTo>
                    <a:pt x="35724" y="133058"/>
                  </a:lnTo>
                  <a:lnTo>
                    <a:pt x="34189" y="133467"/>
                  </a:lnTo>
                  <a:lnTo>
                    <a:pt x="33847" y="133389"/>
                  </a:lnTo>
                  <a:lnTo>
                    <a:pt x="33774" y="133040"/>
                  </a:lnTo>
                  <a:lnTo>
                    <a:pt x="33957" y="132521"/>
                  </a:lnTo>
                  <a:lnTo>
                    <a:pt x="33916" y="131678"/>
                  </a:lnTo>
                  <a:lnTo>
                    <a:pt x="33383" y="132328"/>
                  </a:lnTo>
                  <a:lnTo>
                    <a:pt x="33297" y="133628"/>
                  </a:lnTo>
                  <a:lnTo>
                    <a:pt x="32992" y="133836"/>
                  </a:lnTo>
                  <a:lnTo>
                    <a:pt x="32077" y="133651"/>
                  </a:lnTo>
                  <a:lnTo>
                    <a:pt x="31075" y="132982"/>
                  </a:lnTo>
                  <a:lnTo>
                    <a:pt x="30467" y="132297"/>
                  </a:lnTo>
                  <a:lnTo>
                    <a:pt x="29447" y="131345"/>
                  </a:lnTo>
                  <a:lnTo>
                    <a:pt x="27452" y="128678"/>
                  </a:lnTo>
                  <a:lnTo>
                    <a:pt x="27129" y="127478"/>
                  </a:lnTo>
                  <a:lnTo>
                    <a:pt x="26558" y="126006"/>
                  </a:lnTo>
                  <a:lnTo>
                    <a:pt x="26131" y="124512"/>
                  </a:lnTo>
                  <a:lnTo>
                    <a:pt x="25518" y="121958"/>
                  </a:lnTo>
                  <a:lnTo>
                    <a:pt x="25706" y="121772"/>
                  </a:lnTo>
                  <a:lnTo>
                    <a:pt x="26169" y="121992"/>
                  </a:lnTo>
                  <a:lnTo>
                    <a:pt x="26395" y="121611"/>
                  </a:lnTo>
                  <a:lnTo>
                    <a:pt x="25565" y="121333"/>
                  </a:lnTo>
                  <a:lnTo>
                    <a:pt x="25392" y="121037"/>
                  </a:lnTo>
                  <a:lnTo>
                    <a:pt x="25337" y="120141"/>
                  </a:lnTo>
                  <a:lnTo>
                    <a:pt x="25373" y="119046"/>
                  </a:lnTo>
                  <a:lnTo>
                    <a:pt x="26047" y="118661"/>
                  </a:lnTo>
                  <a:lnTo>
                    <a:pt x="26630" y="118476"/>
                  </a:lnTo>
                  <a:lnTo>
                    <a:pt x="26923" y="117810"/>
                  </a:lnTo>
                  <a:lnTo>
                    <a:pt x="27092" y="117143"/>
                  </a:lnTo>
                  <a:lnTo>
                    <a:pt x="25542" y="118153"/>
                  </a:lnTo>
                  <a:lnTo>
                    <a:pt x="24090" y="117009"/>
                  </a:lnTo>
                  <a:lnTo>
                    <a:pt x="23776" y="116315"/>
                  </a:lnTo>
                  <a:lnTo>
                    <a:pt x="23933" y="115783"/>
                  </a:lnTo>
                  <a:lnTo>
                    <a:pt x="24626" y="115702"/>
                  </a:lnTo>
                  <a:lnTo>
                    <a:pt x="25618" y="115744"/>
                  </a:lnTo>
                  <a:lnTo>
                    <a:pt x="26212" y="115225"/>
                  </a:lnTo>
                  <a:lnTo>
                    <a:pt x="25847" y="115044"/>
                  </a:lnTo>
                  <a:lnTo>
                    <a:pt x="25206" y="115063"/>
                  </a:lnTo>
                  <a:lnTo>
                    <a:pt x="24969" y="114719"/>
                  </a:lnTo>
                  <a:lnTo>
                    <a:pt x="24988" y="113889"/>
                  </a:lnTo>
                  <a:lnTo>
                    <a:pt x="24781" y="114072"/>
                  </a:lnTo>
                  <a:lnTo>
                    <a:pt x="24505" y="114809"/>
                  </a:lnTo>
                  <a:lnTo>
                    <a:pt x="23527" y="115350"/>
                  </a:lnTo>
                  <a:lnTo>
                    <a:pt x="22955" y="114809"/>
                  </a:lnTo>
                  <a:lnTo>
                    <a:pt x="22897" y="113601"/>
                  </a:lnTo>
                  <a:lnTo>
                    <a:pt x="22772" y="113058"/>
                  </a:lnTo>
                  <a:lnTo>
                    <a:pt x="22290" y="112633"/>
                  </a:lnTo>
                  <a:lnTo>
                    <a:pt x="20577" y="109442"/>
                  </a:lnTo>
                  <a:lnTo>
                    <a:pt x="18425" y="106780"/>
                  </a:lnTo>
                  <a:lnTo>
                    <a:pt x="16512" y="104947"/>
                  </a:lnTo>
                  <a:lnTo>
                    <a:pt x="13622" y="104071"/>
                  </a:lnTo>
                  <a:lnTo>
                    <a:pt x="7574" y="104105"/>
                  </a:lnTo>
                  <a:lnTo>
                    <a:pt x="7235" y="103853"/>
                  </a:lnTo>
                  <a:lnTo>
                    <a:pt x="7605" y="103431"/>
                  </a:lnTo>
                  <a:lnTo>
                    <a:pt x="8136" y="103150"/>
                  </a:lnTo>
                  <a:lnTo>
                    <a:pt x="10081" y="101666"/>
                  </a:lnTo>
                  <a:lnTo>
                    <a:pt x="9753" y="101469"/>
                  </a:lnTo>
                  <a:lnTo>
                    <a:pt x="7732" y="102398"/>
                  </a:lnTo>
                  <a:lnTo>
                    <a:pt x="7040" y="102486"/>
                  </a:lnTo>
                  <a:lnTo>
                    <a:pt x="6144" y="104273"/>
                  </a:lnTo>
                  <a:lnTo>
                    <a:pt x="817" y="104568"/>
                  </a:lnTo>
                  <a:lnTo>
                    <a:pt x="193" y="104659"/>
                  </a:lnTo>
                  <a:lnTo>
                    <a:pt x="207" y="103844"/>
                  </a:lnTo>
                  <a:lnTo>
                    <a:pt x="469" y="101500"/>
                  </a:lnTo>
                  <a:lnTo>
                    <a:pt x="640" y="100579"/>
                  </a:lnTo>
                  <a:lnTo>
                    <a:pt x="837" y="99882"/>
                  </a:lnTo>
                  <a:lnTo>
                    <a:pt x="632" y="99046"/>
                  </a:lnTo>
                  <a:lnTo>
                    <a:pt x="432" y="97914"/>
                  </a:lnTo>
                  <a:lnTo>
                    <a:pt x="334" y="96136"/>
                  </a:lnTo>
                  <a:lnTo>
                    <a:pt x="583" y="95585"/>
                  </a:lnTo>
                  <a:lnTo>
                    <a:pt x="668" y="94914"/>
                  </a:lnTo>
                  <a:lnTo>
                    <a:pt x="610" y="93864"/>
                  </a:lnTo>
                  <a:lnTo>
                    <a:pt x="609" y="90351"/>
                  </a:lnTo>
                  <a:lnTo>
                    <a:pt x="754" y="89968"/>
                  </a:lnTo>
                  <a:lnTo>
                    <a:pt x="926" y="89677"/>
                  </a:lnTo>
                  <a:lnTo>
                    <a:pt x="937" y="89210"/>
                  </a:lnTo>
                  <a:lnTo>
                    <a:pt x="614" y="88303"/>
                  </a:lnTo>
                  <a:lnTo>
                    <a:pt x="315" y="87266"/>
                  </a:lnTo>
                  <a:lnTo>
                    <a:pt x="325" y="85776"/>
                  </a:lnTo>
                  <a:lnTo>
                    <a:pt x="205" y="84332"/>
                  </a:lnTo>
                  <a:lnTo>
                    <a:pt x="0" y="83675"/>
                  </a:lnTo>
                  <a:lnTo>
                    <a:pt x="154" y="81219"/>
                  </a:lnTo>
                  <a:lnTo>
                    <a:pt x="241" y="78106"/>
                  </a:lnTo>
                  <a:lnTo>
                    <a:pt x="161" y="76727"/>
                  </a:lnTo>
                  <a:lnTo>
                    <a:pt x="355" y="75750"/>
                  </a:lnTo>
                  <a:lnTo>
                    <a:pt x="460" y="73349"/>
                  </a:lnTo>
                  <a:lnTo>
                    <a:pt x="443" y="70999"/>
                  </a:lnTo>
                  <a:lnTo>
                    <a:pt x="839" y="67289"/>
                  </a:lnTo>
                  <a:lnTo>
                    <a:pt x="2005" y="67109"/>
                  </a:lnTo>
                  <a:lnTo>
                    <a:pt x="3395" y="66796"/>
                  </a:lnTo>
                  <a:lnTo>
                    <a:pt x="4015" y="65339"/>
                  </a:lnTo>
                  <a:lnTo>
                    <a:pt x="4370" y="63494"/>
                  </a:lnTo>
                  <a:lnTo>
                    <a:pt x="4258" y="61666"/>
                  </a:lnTo>
                  <a:lnTo>
                    <a:pt x="4528" y="61066"/>
                  </a:lnTo>
                  <a:lnTo>
                    <a:pt x="5084" y="60076"/>
                  </a:lnTo>
                  <a:lnTo>
                    <a:pt x="6087" y="58662"/>
                  </a:lnTo>
                  <a:lnTo>
                    <a:pt x="6046" y="57107"/>
                  </a:lnTo>
                  <a:lnTo>
                    <a:pt x="6324" y="56629"/>
                  </a:lnTo>
                  <a:lnTo>
                    <a:pt x="6799" y="56268"/>
                  </a:lnTo>
                  <a:lnTo>
                    <a:pt x="7480" y="56083"/>
                  </a:lnTo>
                  <a:lnTo>
                    <a:pt x="8242" y="55310"/>
                  </a:lnTo>
                  <a:lnTo>
                    <a:pt x="8666" y="53954"/>
                  </a:lnTo>
                  <a:lnTo>
                    <a:pt x="9081" y="51784"/>
                  </a:lnTo>
                  <a:lnTo>
                    <a:pt x="8425" y="50275"/>
                  </a:lnTo>
                  <a:lnTo>
                    <a:pt x="8438" y="49938"/>
                  </a:lnTo>
                  <a:lnTo>
                    <a:pt x="8685" y="49126"/>
                  </a:lnTo>
                  <a:lnTo>
                    <a:pt x="9087" y="48313"/>
                  </a:lnTo>
                  <a:lnTo>
                    <a:pt x="9406" y="48051"/>
                  </a:lnTo>
                  <a:lnTo>
                    <a:pt x="10271" y="48193"/>
                  </a:lnTo>
                  <a:lnTo>
                    <a:pt x="10385" y="47938"/>
                  </a:lnTo>
                  <a:lnTo>
                    <a:pt x="10865" y="45545"/>
                  </a:lnTo>
                  <a:lnTo>
                    <a:pt x="10819" y="44899"/>
                  </a:lnTo>
                  <a:lnTo>
                    <a:pt x="10130" y="43295"/>
                  </a:lnTo>
                  <a:lnTo>
                    <a:pt x="10017" y="42156"/>
                  </a:lnTo>
                  <a:lnTo>
                    <a:pt x="9916" y="40461"/>
                  </a:lnTo>
                  <a:lnTo>
                    <a:pt x="9748" y="38960"/>
                  </a:lnTo>
                  <a:lnTo>
                    <a:pt x="9548" y="38392"/>
                  </a:lnTo>
                  <a:lnTo>
                    <a:pt x="9179" y="37913"/>
                  </a:lnTo>
                  <a:lnTo>
                    <a:pt x="9014" y="37603"/>
                  </a:lnTo>
                  <a:lnTo>
                    <a:pt x="7585" y="34555"/>
                  </a:lnTo>
                  <a:lnTo>
                    <a:pt x="7611" y="33107"/>
                  </a:lnTo>
                  <a:lnTo>
                    <a:pt x="8210" y="31256"/>
                  </a:lnTo>
                  <a:lnTo>
                    <a:pt x="8603" y="30358"/>
                  </a:lnTo>
                  <a:lnTo>
                    <a:pt x="9149" y="29862"/>
                  </a:lnTo>
                  <a:lnTo>
                    <a:pt x="9259" y="29435"/>
                  </a:lnTo>
                  <a:lnTo>
                    <a:pt x="9094" y="28916"/>
                  </a:lnTo>
                  <a:lnTo>
                    <a:pt x="8821" y="28525"/>
                  </a:lnTo>
                  <a:lnTo>
                    <a:pt x="8758" y="27694"/>
                  </a:lnTo>
                  <a:lnTo>
                    <a:pt x="8837" y="27141"/>
                  </a:lnTo>
                  <a:lnTo>
                    <a:pt x="9031" y="26535"/>
                  </a:lnTo>
                  <a:lnTo>
                    <a:pt x="8954" y="25263"/>
                  </a:lnTo>
                  <a:lnTo>
                    <a:pt x="8970" y="23310"/>
                  </a:lnTo>
                  <a:lnTo>
                    <a:pt x="9061" y="20469"/>
                  </a:lnTo>
                  <a:lnTo>
                    <a:pt x="9088" y="18730"/>
                  </a:lnTo>
                  <a:lnTo>
                    <a:pt x="10247" y="17444"/>
                  </a:lnTo>
                  <a:lnTo>
                    <a:pt x="11937" y="15312"/>
                  </a:lnTo>
                  <a:lnTo>
                    <a:pt x="12797" y="13085"/>
                  </a:lnTo>
                  <a:lnTo>
                    <a:pt x="13258" y="11400"/>
                  </a:lnTo>
                  <a:lnTo>
                    <a:pt x="13827" y="5790"/>
                  </a:lnTo>
                  <a:lnTo>
                    <a:pt x="14236" y="5449"/>
                  </a:lnTo>
                  <a:lnTo>
                    <a:pt x="14722" y="5185"/>
                  </a:lnTo>
                  <a:lnTo>
                    <a:pt x="16417" y="3143"/>
                  </a:lnTo>
                  <a:lnTo>
                    <a:pt x="17724" y="2385"/>
                  </a:lnTo>
                  <a:lnTo>
                    <a:pt x="18721" y="1947"/>
                  </a:lnTo>
                  <a:lnTo>
                    <a:pt x="20220" y="1577"/>
                  </a:lnTo>
                  <a:lnTo>
                    <a:pt x="21150" y="1725"/>
                  </a:lnTo>
                  <a:lnTo>
                    <a:pt x="22846" y="1815"/>
                  </a:lnTo>
                  <a:lnTo>
                    <a:pt x="24180" y="1612"/>
                  </a:lnTo>
                  <a:lnTo>
                    <a:pt x="25313" y="501"/>
                  </a:lnTo>
                  <a:lnTo>
                    <a:pt x="25825" y="190"/>
                  </a:lnTo>
                  <a:lnTo>
                    <a:pt x="26546" y="0"/>
                  </a:lnTo>
                  <a:lnTo>
                    <a:pt x="29821" y="1498"/>
                  </a:lnTo>
                  <a:lnTo>
                    <a:pt x="33096" y="2917"/>
                  </a:lnTo>
                  <a:lnTo>
                    <a:pt x="33691" y="2787"/>
                  </a:lnTo>
                  <a:lnTo>
                    <a:pt x="34189" y="2985"/>
                  </a:lnTo>
                  <a:lnTo>
                    <a:pt x="35007" y="3755"/>
                  </a:lnTo>
                  <a:lnTo>
                    <a:pt x="36216" y="5404"/>
                  </a:lnTo>
                  <a:lnTo>
                    <a:pt x="36934" y="6467"/>
                  </a:lnTo>
                  <a:lnTo>
                    <a:pt x="37280" y="7093"/>
                  </a:lnTo>
                  <a:lnTo>
                    <a:pt x="38962" y="10672"/>
                  </a:lnTo>
                  <a:lnTo>
                    <a:pt x="39589" y="11571"/>
                  </a:lnTo>
                  <a:lnTo>
                    <a:pt x="40219" y="12060"/>
                  </a:lnTo>
                  <a:lnTo>
                    <a:pt x="40861" y="12236"/>
                  </a:lnTo>
                  <a:lnTo>
                    <a:pt x="41350" y="12171"/>
                  </a:lnTo>
                  <a:lnTo>
                    <a:pt x="41816" y="11768"/>
                  </a:lnTo>
                  <a:lnTo>
                    <a:pt x="42450" y="10970"/>
                  </a:lnTo>
                  <a:lnTo>
                    <a:pt x="43412" y="10608"/>
                  </a:lnTo>
                  <a:lnTo>
                    <a:pt x="44198" y="10679"/>
                  </a:lnTo>
                  <a:lnTo>
                    <a:pt x="48275" y="7461"/>
                  </a:lnTo>
                  <a:lnTo>
                    <a:pt x="48670" y="7419"/>
                  </a:lnTo>
                  <a:lnTo>
                    <a:pt x="49855" y="7672"/>
                  </a:lnTo>
                  <a:lnTo>
                    <a:pt x="51173" y="8113"/>
                  </a:lnTo>
                  <a:lnTo>
                    <a:pt x="54589" y="11342"/>
                  </a:lnTo>
                  <a:lnTo>
                    <a:pt x="57375" y="13455"/>
                  </a:lnTo>
                  <a:lnTo>
                    <a:pt x="59334" y="14162"/>
                  </a:lnTo>
                  <a:lnTo>
                    <a:pt x="61642" y="14664"/>
                  </a:lnTo>
                  <a:lnTo>
                    <a:pt x="65562" y="14815"/>
                  </a:lnTo>
                  <a:lnTo>
                    <a:pt x="68527" y="10287"/>
                  </a:lnTo>
                  <a:lnTo>
                    <a:pt x="69622" y="9299"/>
                  </a:lnTo>
                  <a:lnTo>
                    <a:pt x="70943" y="8406"/>
                  </a:lnTo>
                  <a:lnTo>
                    <a:pt x="71368" y="8255"/>
                  </a:lnTo>
                  <a:lnTo>
                    <a:pt x="73698" y="7568"/>
                  </a:lnTo>
                  <a:lnTo>
                    <a:pt x="78267" y="6992"/>
                  </a:lnTo>
                  <a:lnTo>
                    <a:pt x="82553" y="7242"/>
                  </a:lnTo>
                  <a:lnTo>
                    <a:pt x="83397" y="7424"/>
                  </a:lnTo>
                  <a:lnTo>
                    <a:pt x="85216" y="8022"/>
                  </a:lnTo>
                  <a:lnTo>
                    <a:pt x="88023" y="9499"/>
                  </a:lnTo>
                  <a:lnTo>
                    <a:pt x="89233" y="10913"/>
                  </a:lnTo>
                  <a:lnTo>
                    <a:pt x="91136" y="11146"/>
                  </a:lnTo>
                  <a:lnTo>
                    <a:pt x="92499" y="10866"/>
                  </a:lnTo>
                  <a:lnTo>
                    <a:pt x="92944" y="9463"/>
                  </a:lnTo>
                  <a:lnTo>
                    <a:pt x="94312" y="7619"/>
                  </a:lnTo>
                  <a:lnTo>
                    <a:pt x="95307" y="6869"/>
                  </a:lnTo>
                  <a:lnTo>
                    <a:pt x="96364" y="5911"/>
                  </a:lnTo>
                  <a:lnTo>
                    <a:pt x="98036" y="4719"/>
                  </a:lnTo>
                  <a:lnTo>
                    <a:pt x="99412" y="4181"/>
                  </a:lnTo>
                  <a:lnTo>
                    <a:pt x="100642" y="2817"/>
                  </a:lnTo>
                  <a:lnTo>
                    <a:pt x="101617" y="238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g1072"/>
            <p:cNvSpPr/>
            <p:nvPr/>
          </p:nvSpPr>
          <p:spPr>
            <a:xfrm>
              <a:off x="3193137" y="2209222"/>
              <a:ext cx="42693" cy="59595"/>
            </a:xfrm>
            <a:custGeom>
              <a:avLst/>
              <a:pathLst>
                <a:path w="42693" h="59595">
                  <a:moveTo>
                    <a:pt x="42693" y="209"/>
                  </a:moveTo>
                  <a:lnTo>
                    <a:pt x="42429" y="720"/>
                  </a:lnTo>
                  <a:lnTo>
                    <a:pt x="42140" y="1055"/>
                  </a:lnTo>
                  <a:lnTo>
                    <a:pt x="41535" y="2723"/>
                  </a:lnTo>
                  <a:lnTo>
                    <a:pt x="41326" y="2872"/>
                  </a:lnTo>
                  <a:lnTo>
                    <a:pt x="41285" y="1639"/>
                  </a:lnTo>
                  <a:lnTo>
                    <a:pt x="40925" y="1477"/>
                  </a:lnTo>
                  <a:lnTo>
                    <a:pt x="40503" y="1916"/>
                  </a:lnTo>
                  <a:lnTo>
                    <a:pt x="40269" y="2548"/>
                  </a:lnTo>
                  <a:lnTo>
                    <a:pt x="40637" y="3374"/>
                  </a:lnTo>
                  <a:lnTo>
                    <a:pt x="40959" y="3386"/>
                  </a:lnTo>
                  <a:lnTo>
                    <a:pt x="41352" y="3612"/>
                  </a:lnTo>
                  <a:lnTo>
                    <a:pt x="42407" y="9316"/>
                  </a:lnTo>
                  <a:lnTo>
                    <a:pt x="42180" y="10334"/>
                  </a:lnTo>
                  <a:lnTo>
                    <a:pt x="41526" y="11917"/>
                  </a:lnTo>
                  <a:lnTo>
                    <a:pt x="40904" y="13265"/>
                  </a:lnTo>
                  <a:lnTo>
                    <a:pt x="40282" y="14109"/>
                  </a:lnTo>
                  <a:lnTo>
                    <a:pt x="39512" y="17703"/>
                  </a:lnTo>
                  <a:lnTo>
                    <a:pt x="38816" y="23540"/>
                  </a:lnTo>
                  <a:lnTo>
                    <a:pt x="39316" y="28789"/>
                  </a:lnTo>
                  <a:lnTo>
                    <a:pt x="39063" y="33639"/>
                  </a:lnTo>
                  <a:lnTo>
                    <a:pt x="39283" y="34785"/>
                  </a:lnTo>
                  <a:lnTo>
                    <a:pt x="39349" y="36212"/>
                  </a:lnTo>
                  <a:lnTo>
                    <a:pt x="38835" y="36468"/>
                  </a:lnTo>
                  <a:lnTo>
                    <a:pt x="38545" y="36425"/>
                  </a:lnTo>
                  <a:lnTo>
                    <a:pt x="38249" y="35549"/>
                  </a:lnTo>
                  <a:lnTo>
                    <a:pt x="38283" y="34779"/>
                  </a:lnTo>
                  <a:lnTo>
                    <a:pt x="38590" y="33875"/>
                  </a:lnTo>
                  <a:lnTo>
                    <a:pt x="38714" y="32650"/>
                  </a:lnTo>
                  <a:lnTo>
                    <a:pt x="38569" y="32009"/>
                  </a:lnTo>
                  <a:lnTo>
                    <a:pt x="38267" y="33407"/>
                  </a:lnTo>
                  <a:lnTo>
                    <a:pt x="37734" y="34032"/>
                  </a:lnTo>
                  <a:lnTo>
                    <a:pt x="37387" y="34247"/>
                  </a:lnTo>
                  <a:lnTo>
                    <a:pt x="37047" y="34954"/>
                  </a:lnTo>
                  <a:lnTo>
                    <a:pt x="37407" y="36282"/>
                  </a:lnTo>
                  <a:lnTo>
                    <a:pt x="37870" y="37254"/>
                  </a:lnTo>
                  <a:lnTo>
                    <a:pt x="38022" y="37952"/>
                  </a:lnTo>
                  <a:lnTo>
                    <a:pt x="37852" y="38782"/>
                  </a:lnTo>
                  <a:lnTo>
                    <a:pt x="37746" y="41616"/>
                  </a:lnTo>
                  <a:lnTo>
                    <a:pt x="37582" y="41537"/>
                  </a:lnTo>
                  <a:lnTo>
                    <a:pt x="37413" y="41155"/>
                  </a:lnTo>
                  <a:lnTo>
                    <a:pt x="36925" y="41129"/>
                  </a:lnTo>
                  <a:lnTo>
                    <a:pt x="36867" y="42271"/>
                  </a:lnTo>
                  <a:lnTo>
                    <a:pt x="36905" y="42909"/>
                  </a:lnTo>
                  <a:lnTo>
                    <a:pt x="36490" y="43401"/>
                  </a:lnTo>
                  <a:lnTo>
                    <a:pt x="36341" y="43894"/>
                  </a:lnTo>
                  <a:lnTo>
                    <a:pt x="36681" y="44240"/>
                  </a:lnTo>
                  <a:lnTo>
                    <a:pt x="37056" y="44448"/>
                  </a:lnTo>
                  <a:lnTo>
                    <a:pt x="37517" y="44403"/>
                  </a:lnTo>
                  <a:lnTo>
                    <a:pt x="37898" y="45807"/>
                  </a:lnTo>
                  <a:lnTo>
                    <a:pt x="38017" y="46948"/>
                  </a:lnTo>
                  <a:lnTo>
                    <a:pt x="37135" y="48002"/>
                  </a:lnTo>
                  <a:lnTo>
                    <a:pt x="36836" y="48874"/>
                  </a:lnTo>
                  <a:lnTo>
                    <a:pt x="36336" y="49931"/>
                  </a:lnTo>
                  <a:lnTo>
                    <a:pt x="36055" y="50971"/>
                  </a:lnTo>
                  <a:lnTo>
                    <a:pt x="35972" y="51718"/>
                  </a:lnTo>
                  <a:lnTo>
                    <a:pt x="36313" y="54083"/>
                  </a:lnTo>
                  <a:lnTo>
                    <a:pt x="36918" y="55760"/>
                  </a:lnTo>
                  <a:lnTo>
                    <a:pt x="37427" y="56826"/>
                  </a:lnTo>
                  <a:lnTo>
                    <a:pt x="38109" y="57058"/>
                  </a:lnTo>
                  <a:lnTo>
                    <a:pt x="37949" y="58179"/>
                  </a:lnTo>
                  <a:lnTo>
                    <a:pt x="37438" y="58890"/>
                  </a:lnTo>
                  <a:lnTo>
                    <a:pt x="36509" y="59484"/>
                  </a:lnTo>
                  <a:lnTo>
                    <a:pt x="35486" y="59595"/>
                  </a:lnTo>
                  <a:lnTo>
                    <a:pt x="33812" y="59032"/>
                  </a:lnTo>
                  <a:lnTo>
                    <a:pt x="33129" y="58967"/>
                  </a:lnTo>
                  <a:lnTo>
                    <a:pt x="32862" y="58669"/>
                  </a:lnTo>
                  <a:lnTo>
                    <a:pt x="32783" y="58117"/>
                  </a:lnTo>
                  <a:lnTo>
                    <a:pt x="32304" y="57288"/>
                  </a:lnTo>
                  <a:lnTo>
                    <a:pt x="31427" y="56184"/>
                  </a:lnTo>
                  <a:lnTo>
                    <a:pt x="30920" y="56260"/>
                  </a:lnTo>
                  <a:lnTo>
                    <a:pt x="30094" y="56020"/>
                  </a:lnTo>
                  <a:lnTo>
                    <a:pt x="28722" y="55267"/>
                  </a:lnTo>
                  <a:lnTo>
                    <a:pt x="28089" y="55175"/>
                  </a:lnTo>
                  <a:lnTo>
                    <a:pt x="27179" y="55821"/>
                  </a:lnTo>
                  <a:lnTo>
                    <a:pt x="26121" y="56666"/>
                  </a:lnTo>
                  <a:lnTo>
                    <a:pt x="23568" y="55346"/>
                  </a:lnTo>
                  <a:lnTo>
                    <a:pt x="21776" y="54419"/>
                  </a:lnTo>
                  <a:lnTo>
                    <a:pt x="20165" y="53584"/>
                  </a:lnTo>
                  <a:lnTo>
                    <a:pt x="19735" y="53261"/>
                  </a:lnTo>
                  <a:lnTo>
                    <a:pt x="19383" y="53330"/>
                  </a:lnTo>
                  <a:lnTo>
                    <a:pt x="19077" y="53768"/>
                  </a:lnTo>
                  <a:lnTo>
                    <a:pt x="18728" y="54544"/>
                  </a:lnTo>
                  <a:lnTo>
                    <a:pt x="18614" y="54766"/>
                  </a:lnTo>
                  <a:lnTo>
                    <a:pt x="18428" y="54979"/>
                  </a:lnTo>
                  <a:lnTo>
                    <a:pt x="18219" y="55037"/>
                  </a:lnTo>
                  <a:lnTo>
                    <a:pt x="18211" y="54668"/>
                  </a:lnTo>
                  <a:lnTo>
                    <a:pt x="17423" y="53132"/>
                  </a:lnTo>
                  <a:lnTo>
                    <a:pt x="16168" y="51282"/>
                  </a:lnTo>
                  <a:lnTo>
                    <a:pt x="11364" y="45606"/>
                  </a:lnTo>
                  <a:lnTo>
                    <a:pt x="9599" y="42213"/>
                  </a:lnTo>
                  <a:lnTo>
                    <a:pt x="8652" y="39771"/>
                  </a:lnTo>
                  <a:lnTo>
                    <a:pt x="7750" y="38500"/>
                  </a:lnTo>
                  <a:lnTo>
                    <a:pt x="5155" y="35900"/>
                  </a:lnTo>
                  <a:lnTo>
                    <a:pt x="4557" y="34865"/>
                  </a:lnTo>
                  <a:lnTo>
                    <a:pt x="1986" y="31389"/>
                  </a:lnTo>
                  <a:lnTo>
                    <a:pt x="24" y="29353"/>
                  </a:lnTo>
                  <a:lnTo>
                    <a:pt x="0" y="28486"/>
                  </a:lnTo>
                  <a:lnTo>
                    <a:pt x="805" y="27404"/>
                  </a:lnTo>
                  <a:lnTo>
                    <a:pt x="1200" y="27454"/>
                  </a:lnTo>
                  <a:lnTo>
                    <a:pt x="1629" y="28228"/>
                  </a:lnTo>
                  <a:lnTo>
                    <a:pt x="2325" y="29108"/>
                  </a:lnTo>
                  <a:lnTo>
                    <a:pt x="2653" y="29114"/>
                  </a:lnTo>
                  <a:lnTo>
                    <a:pt x="3137" y="28706"/>
                  </a:lnTo>
                  <a:lnTo>
                    <a:pt x="3149" y="28297"/>
                  </a:lnTo>
                  <a:lnTo>
                    <a:pt x="5780" y="28127"/>
                  </a:lnTo>
                  <a:lnTo>
                    <a:pt x="6252" y="27899"/>
                  </a:lnTo>
                  <a:lnTo>
                    <a:pt x="6729" y="27258"/>
                  </a:lnTo>
                  <a:lnTo>
                    <a:pt x="6972" y="26368"/>
                  </a:lnTo>
                  <a:lnTo>
                    <a:pt x="7013" y="25505"/>
                  </a:lnTo>
                  <a:lnTo>
                    <a:pt x="7114" y="24889"/>
                  </a:lnTo>
                  <a:lnTo>
                    <a:pt x="7536" y="24290"/>
                  </a:lnTo>
                  <a:lnTo>
                    <a:pt x="8306" y="24105"/>
                  </a:lnTo>
                  <a:lnTo>
                    <a:pt x="8901" y="24041"/>
                  </a:lnTo>
                  <a:lnTo>
                    <a:pt x="9077" y="23637"/>
                  </a:lnTo>
                  <a:lnTo>
                    <a:pt x="8898" y="22328"/>
                  </a:lnTo>
                  <a:lnTo>
                    <a:pt x="8577" y="19147"/>
                  </a:lnTo>
                  <a:lnTo>
                    <a:pt x="8510" y="18262"/>
                  </a:lnTo>
                  <a:lnTo>
                    <a:pt x="8620" y="17601"/>
                  </a:lnTo>
                  <a:lnTo>
                    <a:pt x="8860" y="17359"/>
                  </a:lnTo>
                  <a:lnTo>
                    <a:pt x="10027" y="17200"/>
                  </a:lnTo>
                  <a:lnTo>
                    <a:pt x="12234" y="17468"/>
                  </a:lnTo>
                  <a:lnTo>
                    <a:pt x="12662" y="17267"/>
                  </a:lnTo>
                  <a:lnTo>
                    <a:pt x="13547" y="15462"/>
                  </a:lnTo>
                  <a:lnTo>
                    <a:pt x="14370" y="14135"/>
                  </a:lnTo>
                  <a:lnTo>
                    <a:pt x="14956" y="13541"/>
                  </a:lnTo>
                  <a:lnTo>
                    <a:pt x="15419" y="13360"/>
                  </a:lnTo>
                  <a:lnTo>
                    <a:pt x="15954" y="14539"/>
                  </a:lnTo>
                  <a:lnTo>
                    <a:pt x="17818" y="16230"/>
                  </a:lnTo>
                  <a:lnTo>
                    <a:pt x="18133" y="16123"/>
                  </a:lnTo>
                  <a:lnTo>
                    <a:pt x="18318" y="16031"/>
                  </a:lnTo>
                  <a:lnTo>
                    <a:pt x="18377" y="15788"/>
                  </a:lnTo>
                  <a:lnTo>
                    <a:pt x="18344" y="15010"/>
                  </a:lnTo>
                  <a:lnTo>
                    <a:pt x="18810" y="14303"/>
                  </a:lnTo>
                  <a:lnTo>
                    <a:pt x="19776" y="13666"/>
                  </a:lnTo>
                  <a:lnTo>
                    <a:pt x="20748" y="12544"/>
                  </a:lnTo>
                  <a:lnTo>
                    <a:pt x="21725" y="10937"/>
                  </a:lnTo>
                  <a:lnTo>
                    <a:pt x="22573" y="9992"/>
                  </a:lnTo>
                  <a:lnTo>
                    <a:pt x="23290" y="9711"/>
                  </a:lnTo>
                  <a:lnTo>
                    <a:pt x="23563" y="9271"/>
                  </a:lnTo>
                  <a:lnTo>
                    <a:pt x="23392" y="8676"/>
                  </a:lnTo>
                  <a:lnTo>
                    <a:pt x="23450" y="7830"/>
                  </a:lnTo>
                  <a:lnTo>
                    <a:pt x="23735" y="6735"/>
                  </a:lnTo>
                  <a:lnTo>
                    <a:pt x="24152" y="6101"/>
                  </a:lnTo>
                  <a:lnTo>
                    <a:pt x="24700" y="5929"/>
                  </a:lnTo>
                  <a:lnTo>
                    <a:pt x="24916" y="5584"/>
                  </a:lnTo>
                  <a:lnTo>
                    <a:pt x="24801" y="5067"/>
                  </a:lnTo>
                  <a:lnTo>
                    <a:pt x="24908" y="4498"/>
                  </a:lnTo>
                  <a:lnTo>
                    <a:pt x="25402" y="3565"/>
                  </a:lnTo>
                  <a:lnTo>
                    <a:pt x="26582" y="2765"/>
                  </a:lnTo>
                  <a:lnTo>
                    <a:pt x="27256" y="3036"/>
                  </a:lnTo>
                  <a:lnTo>
                    <a:pt x="27818" y="4110"/>
                  </a:lnTo>
                  <a:lnTo>
                    <a:pt x="28611" y="4839"/>
                  </a:lnTo>
                  <a:lnTo>
                    <a:pt x="29636" y="5225"/>
                  </a:lnTo>
                  <a:lnTo>
                    <a:pt x="30431" y="5081"/>
                  </a:lnTo>
                  <a:lnTo>
                    <a:pt x="30998" y="4411"/>
                  </a:lnTo>
                  <a:lnTo>
                    <a:pt x="31507" y="4208"/>
                  </a:lnTo>
                  <a:lnTo>
                    <a:pt x="31960" y="4473"/>
                  </a:lnTo>
                  <a:lnTo>
                    <a:pt x="32199" y="4322"/>
                  </a:lnTo>
                  <a:lnTo>
                    <a:pt x="32225" y="3759"/>
                  </a:lnTo>
                  <a:lnTo>
                    <a:pt x="32459" y="3629"/>
                  </a:lnTo>
                  <a:lnTo>
                    <a:pt x="32902" y="3933"/>
                  </a:lnTo>
                  <a:lnTo>
                    <a:pt x="33296" y="4012"/>
                  </a:lnTo>
                  <a:lnTo>
                    <a:pt x="33640" y="3864"/>
                  </a:lnTo>
                  <a:lnTo>
                    <a:pt x="33773" y="3590"/>
                  </a:lnTo>
                  <a:lnTo>
                    <a:pt x="33843" y="3307"/>
                  </a:lnTo>
                  <a:lnTo>
                    <a:pt x="34100" y="3096"/>
                  </a:lnTo>
                  <a:lnTo>
                    <a:pt x="34985" y="3305"/>
                  </a:lnTo>
                  <a:lnTo>
                    <a:pt x="35978" y="2978"/>
                  </a:lnTo>
                  <a:lnTo>
                    <a:pt x="37079" y="2117"/>
                  </a:lnTo>
                  <a:lnTo>
                    <a:pt x="37810" y="1736"/>
                  </a:lnTo>
                  <a:lnTo>
                    <a:pt x="38171" y="1836"/>
                  </a:lnTo>
                  <a:lnTo>
                    <a:pt x="38604" y="1401"/>
                  </a:lnTo>
                  <a:lnTo>
                    <a:pt x="39107" y="433"/>
                  </a:lnTo>
                  <a:lnTo>
                    <a:pt x="40256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g1073"/>
            <p:cNvSpPr/>
            <p:nvPr/>
          </p:nvSpPr>
          <p:spPr>
            <a:xfrm>
              <a:off x="2414719" y="2683088"/>
              <a:ext cx="1465" cy="2397"/>
            </a:xfrm>
            <a:custGeom>
              <a:avLst/>
              <a:pathLst>
                <a:path w="1465" h="2397">
                  <a:moveTo>
                    <a:pt x="1371" y="1631"/>
                  </a:moveTo>
                  <a:lnTo>
                    <a:pt x="421" y="2397"/>
                  </a:lnTo>
                  <a:lnTo>
                    <a:pt x="0" y="1490"/>
                  </a:lnTo>
                  <a:lnTo>
                    <a:pt x="374" y="337"/>
                  </a:lnTo>
                  <a:lnTo>
                    <a:pt x="820" y="36"/>
                  </a:lnTo>
                  <a:lnTo>
                    <a:pt x="1081" y="0"/>
                  </a:lnTo>
                  <a:lnTo>
                    <a:pt x="1465" y="106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g1074"/>
            <p:cNvSpPr/>
            <p:nvPr/>
          </p:nvSpPr>
          <p:spPr>
            <a:xfrm>
              <a:off x="3375722" y="2246966"/>
              <a:ext cx="1563" cy="3764"/>
            </a:xfrm>
            <a:custGeom>
              <a:avLst/>
              <a:pathLst>
                <a:path w="1563" h="3764">
                  <a:moveTo>
                    <a:pt x="1563" y="2195"/>
                  </a:moveTo>
                  <a:lnTo>
                    <a:pt x="1104" y="3764"/>
                  </a:lnTo>
                  <a:lnTo>
                    <a:pt x="840" y="3064"/>
                  </a:lnTo>
                  <a:lnTo>
                    <a:pt x="793" y="1816"/>
                  </a:lnTo>
                  <a:lnTo>
                    <a:pt x="605" y="1328"/>
                  </a:lnTo>
                  <a:lnTo>
                    <a:pt x="214" y="1030"/>
                  </a:lnTo>
                  <a:lnTo>
                    <a:pt x="0" y="619"/>
                  </a:lnTo>
                  <a:lnTo>
                    <a:pt x="17" y="0"/>
                  </a:lnTo>
                  <a:lnTo>
                    <a:pt x="1434" y="98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g1075"/>
            <p:cNvSpPr/>
            <p:nvPr/>
          </p:nvSpPr>
          <p:spPr>
            <a:xfrm>
              <a:off x="3426540" y="2174041"/>
              <a:ext cx="587" cy="771"/>
            </a:xfrm>
            <a:custGeom>
              <a:avLst/>
              <a:pathLst>
                <a:path w="587" h="771">
                  <a:moveTo>
                    <a:pt x="587" y="484"/>
                  </a:moveTo>
                  <a:lnTo>
                    <a:pt x="358" y="771"/>
                  </a:lnTo>
                  <a:lnTo>
                    <a:pt x="156" y="745"/>
                  </a:lnTo>
                  <a:lnTo>
                    <a:pt x="23" y="467"/>
                  </a:lnTo>
                  <a:lnTo>
                    <a:pt x="0" y="0"/>
                  </a:lnTo>
                  <a:lnTo>
                    <a:pt x="323" y="29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g1076"/>
            <p:cNvSpPr/>
            <p:nvPr/>
          </p:nvSpPr>
          <p:spPr>
            <a:xfrm>
              <a:off x="3424129" y="2172411"/>
              <a:ext cx="260" cy="258"/>
            </a:xfrm>
            <a:custGeom>
              <a:avLst/>
              <a:pathLst>
                <a:path w="260" h="258">
                  <a:moveTo>
                    <a:pt x="0" y="258"/>
                  </a:moveTo>
                  <a:lnTo>
                    <a:pt x="198" y="0"/>
                  </a:lnTo>
                  <a:lnTo>
                    <a:pt x="260" y="18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g1077"/>
            <p:cNvSpPr/>
            <p:nvPr/>
          </p:nvSpPr>
          <p:spPr>
            <a:xfrm>
              <a:off x="4054262" y="1701640"/>
              <a:ext cx="8288" cy="2674"/>
            </a:xfrm>
            <a:custGeom>
              <a:avLst/>
              <a:pathLst>
                <a:path w="8288" h="2674">
                  <a:moveTo>
                    <a:pt x="8288" y="180"/>
                  </a:moveTo>
                  <a:lnTo>
                    <a:pt x="8148" y="706"/>
                  </a:lnTo>
                  <a:lnTo>
                    <a:pt x="7781" y="1287"/>
                  </a:lnTo>
                  <a:lnTo>
                    <a:pt x="6527" y="2124"/>
                  </a:lnTo>
                  <a:lnTo>
                    <a:pt x="5221" y="2674"/>
                  </a:lnTo>
                  <a:lnTo>
                    <a:pt x="4547" y="2605"/>
                  </a:lnTo>
                  <a:lnTo>
                    <a:pt x="4085" y="2318"/>
                  </a:lnTo>
                  <a:lnTo>
                    <a:pt x="3836" y="2016"/>
                  </a:lnTo>
                  <a:lnTo>
                    <a:pt x="3138" y="1725"/>
                  </a:lnTo>
                  <a:lnTo>
                    <a:pt x="2177" y="1579"/>
                  </a:lnTo>
                  <a:lnTo>
                    <a:pt x="1579" y="1894"/>
                  </a:lnTo>
                  <a:lnTo>
                    <a:pt x="1153" y="2192"/>
                  </a:lnTo>
                  <a:lnTo>
                    <a:pt x="779" y="2143"/>
                  </a:lnTo>
                  <a:lnTo>
                    <a:pt x="498" y="1894"/>
                  </a:lnTo>
                  <a:lnTo>
                    <a:pt x="283" y="1510"/>
                  </a:lnTo>
                  <a:lnTo>
                    <a:pt x="0" y="303"/>
                  </a:lnTo>
                  <a:lnTo>
                    <a:pt x="716" y="82"/>
                  </a:lnTo>
                  <a:lnTo>
                    <a:pt x="2264" y="0"/>
                  </a:lnTo>
                  <a:lnTo>
                    <a:pt x="3466" y="422"/>
                  </a:lnTo>
                  <a:lnTo>
                    <a:pt x="5045" y="626"/>
                  </a:lnTo>
                  <a:lnTo>
                    <a:pt x="6253" y="48"/>
                  </a:lnTo>
                  <a:lnTo>
                    <a:pt x="7203" y="54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g1078"/>
            <p:cNvSpPr/>
            <p:nvPr/>
          </p:nvSpPr>
          <p:spPr>
            <a:xfrm>
              <a:off x="4057558" y="1696800"/>
              <a:ext cx="3562" cy="1665"/>
            </a:xfrm>
            <a:custGeom>
              <a:avLst/>
              <a:pathLst>
                <a:path w="3562" h="1665">
                  <a:moveTo>
                    <a:pt x="2370" y="97"/>
                  </a:moveTo>
                  <a:lnTo>
                    <a:pt x="3294" y="858"/>
                  </a:lnTo>
                  <a:lnTo>
                    <a:pt x="3491" y="1101"/>
                  </a:lnTo>
                  <a:lnTo>
                    <a:pt x="3562" y="1362"/>
                  </a:lnTo>
                  <a:lnTo>
                    <a:pt x="2388" y="1665"/>
                  </a:lnTo>
                  <a:lnTo>
                    <a:pt x="1140" y="731"/>
                  </a:lnTo>
                  <a:lnTo>
                    <a:pt x="315" y="951"/>
                  </a:lnTo>
                  <a:lnTo>
                    <a:pt x="4" y="509"/>
                  </a:lnTo>
                  <a:lnTo>
                    <a:pt x="0" y="233"/>
                  </a:lnTo>
                  <a:lnTo>
                    <a:pt x="856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g1079"/>
            <p:cNvSpPr/>
            <p:nvPr/>
          </p:nvSpPr>
          <p:spPr>
            <a:xfrm>
              <a:off x="4067120" y="1676758"/>
              <a:ext cx="1676" cy="2559"/>
            </a:xfrm>
            <a:custGeom>
              <a:avLst/>
              <a:pathLst>
                <a:path w="1676" h="2559">
                  <a:moveTo>
                    <a:pt x="1674" y="1570"/>
                  </a:moveTo>
                  <a:lnTo>
                    <a:pt x="737" y="2559"/>
                  </a:lnTo>
                  <a:lnTo>
                    <a:pt x="166" y="2282"/>
                  </a:lnTo>
                  <a:lnTo>
                    <a:pt x="0" y="2054"/>
                  </a:lnTo>
                  <a:lnTo>
                    <a:pt x="290" y="1283"/>
                  </a:lnTo>
                  <a:lnTo>
                    <a:pt x="1676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g1080"/>
            <p:cNvSpPr/>
            <p:nvPr/>
          </p:nvSpPr>
          <p:spPr>
            <a:xfrm>
              <a:off x="4069000" y="1674988"/>
              <a:ext cx="1898" cy="1054"/>
            </a:xfrm>
            <a:custGeom>
              <a:avLst/>
              <a:pathLst>
                <a:path w="1898" h="1054">
                  <a:moveTo>
                    <a:pt x="1898" y="30"/>
                  </a:moveTo>
                  <a:lnTo>
                    <a:pt x="149" y="1054"/>
                  </a:lnTo>
                  <a:lnTo>
                    <a:pt x="0" y="892"/>
                  </a:lnTo>
                  <a:lnTo>
                    <a:pt x="1127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g1081"/>
            <p:cNvSpPr/>
            <p:nvPr/>
          </p:nvSpPr>
          <p:spPr>
            <a:xfrm>
              <a:off x="4055197" y="1673162"/>
              <a:ext cx="35462" cy="37529"/>
            </a:xfrm>
            <a:custGeom>
              <a:avLst/>
              <a:pathLst>
                <a:path w="35462" h="37529">
                  <a:moveTo>
                    <a:pt x="7353" y="28658"/>
                  </a:moveTo>
                  <a:lnTo>
                    <a:pt x="6527" y="28448"/>
                  </a:lnTo>
                  <a:lnTo>
                    <a:pt x="5275" y="27867"/>
                  </a:lnTo>
                  <a:lnTo>
                    <a:pt x="3528" y="28339"/>
                  </a:lnTo>
                  <a:lnTo>
                    <a:pt x="2314" y="27773"/>
                  </a:lnTo>
                  <a:lnTo>
                    <a:pt x="1305" y="27718"/>
                  </a:lnTo>
                  <a:lnTo>
                    <a:pt x="677" y="27267"/>
                  </a:lnTo>
                  <a:lnTo>
                    <a:pt x="0" y="26506"/>
                  </a:lnTo>
                  <a:lnTo>
                    <a:pt x="479" y="26005"/>
                  </a:lnTo>
                  <a:lnTo>
                    <a:pt x="943" y="25832"/>
                  </a:lnTo>
                  <a:lnTo>
                    <a:pt x="2791" y="25735"/>
                  </a:lnTo>
                  <a:lnTo>
                    <a:pt x="4135" y="26039"/>
                  </a:lnTo>
                  <a:lnTo>
                    <a:pt x="6550" y="27692"/>
                  </a:lnTo>
                  <a:lnTo>
                    <a:pt x="7160" y="27679"/>
                  </a:lnTo>
                  <a:lnTo>
                    <a:pt x="7807" y="27470"/>
                  </a:lnTo>
                  <a:lnTo>
                    <a:pt x="7478" y="27020"/>
                  </a:lnTo>
                  <a:lnTo>
                    <a:pt x="6873" y="26806"/>
                  </a:lnTo>
                  <a:lnTo>
                    <a:pt x="5974" y="26362"/>
                  </a:lnTo>
                  <a:lnTo>
                    <a:pt x="5258" y="25738"/>
                  </a:lnTo>
                  <a:lnTo>
                    <a:pt x="6941" y="25536"/>
                  </a:lnTo>
                  <a:lnTo>
                    <a:pt x="6708" y="25213"/>
                  </a:lnTo>
                  <a:lnTo>
                    <a:pt x="6486" y="24663"/>
                  </a:lnTo>
                  <a:lnTo>
                    <a:pt x="4710" y="22743"/>
                  </a:lnTo>
                  <a:lnTo>
                    <a:pt x="5014" y="22224"/>
                  </a:lnTo>
                  <a:lnTo>
                    <a:pt x="5460" y="21109"/>
                  </a:lnTo>
                  <a:lnTo>
                    <a:pt x="6016" y="20183"/>
                  </a:lnTo>
                  <a:lnTo>
                    <a:pt x="6459" y="19934"/>
                  </a:lnTo>
                  <a:lnTo>
                    <a:pt x="7188" y="19278"/>
                  </a:lnTo>
                  <a:lnTo>
                    <a:pt x="8773" y="17355"/>
                  </a:lnTo>
                  <a:lnTo>
                    <a:pt x="9781" y="15788"/>
                  </a:lnTo>
                  <a:lnTo>
                    <a:pt x="10531" y="13928"/>
                  </a:lnTo>
                  <a:lnTo>
                    <a:pt x="11631" y="8806"/>
                  </a:lnTo>
                  <a:lnTo>
                    <a:pt x="11956" y="7936"/>
                  </a:lnTo>
                  <a:lnTo>
                    <a:pt x="12486" y="6971"/>
                  </a:lnTo>
                  <a:lnTo>
                    <a:pt x="13151" y="7153"/>
                  </a:lnTo>
                  <a:lnTo>
                    <a:pt x="13614" y="7431"/>
                  </a:lnTo>
                  <a:lnTo>
                    <a:pt x="15253" y="6702"/>
                  </a:lnTo>
                  <a:lnTo>
                    <a:pt x="18065" y="4807"/>
                  </a:lnTo>
                  <a:lnTo>
                    <a:pt x="18893" y="3167"/>
                  </a:lnTo>
                  <a:lnTo>
                    <a:pt x="19707" y="2405"/>
                  </a:lnTo>
                  <a:lnTo>
                    <a:pt x="22938" y="920"/>
                  </a:lnTo>
                  <a:lnTo>
                    <a:pt x="24723" y="475"/>
                  </a:lnTo>
                  <a:lnTo>
                    <a:pt x="27476" y="360"/>
                  </a:lnTo>
                  <a:lnTo>
                    <a:pt x="29467" y="96"/>
                  </a:lnTo>
                  <a:lnTo>
                    <a:pt x="31857" y="0"/>
                  </a:lnTo>
                  <a:lnTo>
                    <a:pt x="32767" y="917"/>
                  </a:lnTo>
                  <a:lnTo>
                    <a:pt x="33294" y="1588"/>
                  </a:lnTo>
                  <a:lnTo>
                    <a:pt x="34144" y="1960"/>
                  </a:lnTo>
                  <a:lnTo>
                    <a:pt x="35462" y="2216"/>
                  </a:lnTo>
                  <a:lnTo>
                    <a:pt x="35383" y="3542"/>
                  </a:lnTo>
                  <a:lnTo>
                    <a:pt x="35393" y="6160"/>
                  </a:lnTo>
                  <a:lnTo>
                    <a:pt x="35294" y="6624"/>
                  </a:lnTo>
                  <a:lnTo>
                    <a:pt x="34703" y="7729"/>
                  </a:lnTo>
                  <a:lnTo>
                    <a:pt x="34077" y="9713"/>
                  </a:lnTo>
                  <a:lnTo>
                    <a:pt x="33908" y="11015"/>
                  </a:lnTo>
                  <a:lnTo>
                    <a:pt x="33720" y="11264"/>
                  </a:lnTo>
                  <a:lnTo>
                    <a:pt x="31216" y="11257"/>
                  </a:lnTo>
                  <a:lnTo>
                    <a:pt x="30859" y="11483"/>
                  </a:lnTo>
                  <a:lnTo>
                    <a:pt x="30808" y="11765"/>
                  </a:lnTo>
                  <a:lnTo>
                    <a:pt x="30935" y="12100"/>
                  </a:lnTo>
                  <a:lnTo>
                    <a:pt x="30875" y="12434"/>
                  </a:lnTo>
                  <a:lnTo>
                    <a:pt x="30678" y="12706"/>
                  </a:lnTo>
                  <a:lnTo>
                    <a:pt x="30785" y="13138"/>
                  </a:lnTo>
                  <a:lnTo>
                    <a:pt x="31219" y="13629"/>
                  </a:lnTo>
                  <a:lnTo>
                    <a:pt x="32011" y="13932"/>
                  </a:lnTo>
                  <a:lnTo>
                    <a:pt x="32858" y="13960"/>
                  </a:lnTo>
                  <a:lnTo>
                    <a:pt x="33294" y="13907"/>
                  </a:lnTo>
                  <a:lnTo>
                    <a:pt x="33613" y="14257"/>
                  </a:lnTo>
                  <a:lnTo>
                    <a:pt x="33928" y="14797"/>
                  </a:lnTo>
                  <a:lnTo>
                    <a:pt x="33904" y="15477"/>
                  </a:lnTo>
                  <a:lnTo>
                    <a:pt x="33781" y="16390"/>
                  </a:lnTo>
                  <a:lnTo>
                    <a:pt x="33380" y="17234"/>
                  </a:lnTo>
                  <a:lnTo>
                    <a:pt x="32224" y="18207"/>
                  </a:lnTo>
                  <a:lnTo>
                    <a:pt x="31707" y="18549"/>
                  </a:lnTo>
                  <a:lnTo>
                    <a:pt x="31221" y="18724"/>
                  </a:lnTo>
                  <a:lnTo>
                    <a:pt x="30989" y="18982"/>
                  </a:lnTo>
                  <a:lnTo>
                    <a:pt x="30880" y="19307"/>
                  </a:lnTo>
                  <a:lnTo>
                    <a:pt x="30905" y="19596"/>
                  </a:lnTo>
                  <a:lnTo>
                    <a:pt x="31726" y="20377"/>
                  </a:lnTo>
                  <a:lnTo>
                    <a:pt x="31707" y="20556"/>
                  </a:lnTo>
                  <a:lnTo>
                    <a:pt x="31469" y="20961"/>
                  </a:lnTo>
                  <a:lnTo>
                    <a:pt x="31153" y="21344"/>
                  </a:lnTo>
                  <a:lnTo>
                    <a:pt x="29031" y="22138"/>
                  </a:lnTo>
                  <a:lnTo>
                    <a:pt x="28156" y="22076"/>
                  </a:lnTo>
                  <a:lnTo>
                    <a:pt x="27656" y="22471"/>
                  </a:lnTo>
                  <a:lnTo>
                    <a:pt x="27500" y="22546"/>
                  </a:lnTo>
                  <a:lnTo>
                    <a:pt x="26945" y="22183"/>
                  </a:lnTo>
                  <a:lnTo>
                    <a:pt x="25710" y="21764"/>
                  </a:lnTo>
                  <a:lnTo>
                    <a:pt x="25243" y="21908"/>
                  </a:lnTo>
                  <a:lnTo>
                    <a:pt x="24985" y="22138"/>
                  </a:lnTo>
                  <a:lnTo>
                    <a:pt x="24207" y="22416"/>
                  </a:lnTo>
                  <a:lnTo>
                    <a:pt x="23650" y="22853"/>
                  </a:lnTo>
                  <a:lnTo>
                    <a:pt x="23648" y="23415"/>
                  </a:lnTo>
                  <a:lnTo>
                    <a:pt x="24634" y="24867"/>
                  </a:lnTo>
                  <a:lnTo>
                    <a:pt x="24980" y="25153"/>
                  </a:lnTo>
                  <a:lnTo>
                    <a:pt x="24997" y="25695"/>
                  </a:lnTo>
                  <a:lnTo>
                    <a:pt x="25474" y="26376"/>
                  </a:lnTo>
                  <a:lnTo>
                    <a:pt x="25963" y="27229"/>
                  </a:lnTo>
                  <a:lnTo>
                    <a:pt x="26016" y="27772"/>
                  </a:lnTo>
                  <a:lnTo>
                    <a:pt x="25959" y="28322"/>
                  </a:lnTo>
                  <a:lnTo>
                    <a:pt x="25707" y="29099"/>
                  </a:lnTo>
                  <a:lnTo>
                    <a:pt x="24853" y="30923"/>
                  </a:lnTo>
                  <a:lnTo>
                    <a:pt x="24842" y="31273"/>
                  </a:lnTo>
                  <a:lnTo>
                    <a:pt x="24914" y="31538"/>
                  </a:lnTo>
                  <a:lnTo>
                    <a:pt x="25207" y="31612"/>
                  </a:lnTo>
                  <a:lnTo>
                    <a:pt x="25430" y="31749"/>
                  </a:lnTo>
                  <a:lnTo>
                    <a:pt x="25364" y="31992"/>
                  </a:lnTo>
                  <a:lnTo>
                    <a:pt x="23766" y="33258"/>
                  </a:lnTo>
                  <a:lnTo>
                    <a:pt x="23560" y="33479"/>
                  </a:lnTo>
                  <a:lnTo>
                    <a:pt x="22889" y="33416"/>
                  </a:lnTo>
                  <a:lnTo>
                    <a:pt x="22787" y="33628"/>
                  </a:lnTo>
                  <a:lnTo>
                    <a:pt x="22878" y="33970"/>
                  </a:lnTo>
                  <a:lnTo>
                    <a:pt x="23139" y="34269"/>
                  </a:lnTo>
                  <a:lnTo>
                    <a:pt x="23710" y="34426"/>
                  </a:lnTo>
                  <a:lnTo>
                    <a:pt x="24199" y="34747"/>
                  </a:lnTo>
                  <a:lnTo>
                    <a:pt x="24593" y="35375"/>
                  </a:lnTo>
                  <a:lnTo>
                    <a:pt x="24077" y="37529"/>
                  </a:lnTo>
                  <a:lnTo>
                    <a:pt x="23117" y="37500"/>
                  </a:lnTo>
                  <a:lnTo>
                    <a:pt x="22218" y="37472"/>
                  </a:lnTo>
                  <a:lnTo>
                    <a:pt x="21742" y="37402"/>
                  </a:lnTo>
                  <a:lnTo>
                    <a:pt x="21235" y="37190"/>
                  </a:lnTo>
                  <a:lnTo>
                    <a:pt x="21005" y="36755"/>
                  </a:lnTo>
                  <a:lnTo>
                    <a:pt x="20724" y="36230"/>
                  </a:lnTo>
                  <a:lnTo>
                    <a:pt x="20800" y="35908"/>
                  </a:lnTo>
                  <a:lnTo>
                    <a:pt x="21643" y="34995"/>
                  </a:lnTo>
                  <a:lnTo>
                    <a:pt x="21770" y="34743"/>
                  </a:lnTo>
                  <a:lnTo>
                    <a:pt x="21683" y="34608"/>
                  </a:lnTo>
                  <a:lnTo>
                    <a:pt x="21768" y="34205"/>
                  </a:lnTo>
                  <a:lnTo>
                    <a:pt x="22415" y="32843"/>
                  </a:lnTo>
                  <a:lnTo>
                    <a:pt x="22499" y="32296"/>
                  </a:lnTo>
                  <a:lnTo>
                    <a:pt x="22209" y="31913"/>
                  </a:lnTo>
                  <a:lnTo>
                    <a:pt x="21792" y="31685"/>
                  </a:lnTo>
                  <a:lnTo>
                    <a:pt x="20434" y="31281"/>
                  </a:lnTo>
                  <a:lnTo>
                    <a:pt x="19787" y="30711"/>
                  </a:lnTo>
                  <a:lnTo>
                    <a:pt x="19487" y="30213"/>
                  </a:lnTo>
                  <a:lnTo>
                    <a:pt x="19185" y="30073"/>
                  </a:lnTo>
                  <a:lnTo>
                    <a:pt x="18740" y="30241"/>
                  </a:lnTo>
                  <a:lnTo>
                    <a:pt x="17615" y="30426"/>
                  </a:lnTo>
                  <a:lnTo>
                    <a:pt x="16700" y="30158"/>
                  </a:lnTo>
                  <a:lnTo>
                    <a:pt x="15619" y="29216"/>
                  </a:lnTo>
                  <a:lnTo>
                    <a:pt x="15369" y="28374"/>
                  </a:lnTo>
                  <a:lnTo>
                    <a:pt x="15237" y="27728"/>
                  </a:lnTo>
                  <a:lnTo>
                    <a:pt x="14967" y="27506"/>
                  </a:lnTo>
                  <a:lnTo>
                    <a:pt x="14604" y="27837"/>
                  </a:lnTo>
                  <a:lnTo>
                    <a:pt x="14144" y="28361"/>
                  </a:lnTo>
                  <a:lnTo>
                    <a:pt x="13236" y="28424"/>
                  </a:lnTo>
                  <a:lnTo>
                    <a:pt x="12978" y="28301"/>
                  </a:lnTo>
                  <a:lnTo>
                    <a:pt x="12933" y="28012"/>
                  </a:lnTo>
                  <a:lnTo>
                    <a:pt x="12882" y="27734"/>
                  </a:lnTo>
                  <a:lnTo>
                    <a:pt x="12632" y="27390"/>
                  </a:lnTo>
                  <a:lnTo>
                    <a:pt x="12362" y="27199"/>
                  </a:lnTo>
                  <a:lnTo>
                    <a:pt x="11211" y="28166"/>
                  </a:lnTo>
                  <a:lnTo>
                    <a:pt x="10783" y="28164"/>
                  </a:lnTo>
                  <a:lnTo>
                    <a:pt x="10243" y="27792"/>
                  </a:lnTo>
                  <a:lnTo>
                    <a:pt x="9976" y="27427"/>
                  </a:lnTo>
                  <a:lnTo>
                    <a:pt x="9385" y="27635"/>
                  </a:lnTo>
                  <a:lnTo>
                    <a:pt x="8853" y="28085"/>
                  </a:lnTo>
                  <a:lnTo>
                    <a:pt x="9035" y="28928"/>
                  </a:lnTo>
                  <a:lnTo>
                    <a:pt x="8749" y="29083"/>
                  </a:lnTo>
                  <a:lnTo>
                    <a:pt x="8094" y="2900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g1082"/>
            <p:cNvSpPr/>
            <p:nvPr/>
          </p:nvSpPr>
          <p:spPr>
            <a:xfrm>
              <a:off x="4071671" y="1673128"/>
              <a:ext cx="3712" cy="917"/>
            </a:xfrm>
            <a:custGeom>
              <a:avLst/>
              <a:pathLst>
                <a:path w="3712" h="917">
                  <a:moveTo>
                    <a:pt x="1282" y="806"/>
                  </a:moveTo>
                  <a:lnTo>
                    <a:pt x="400" y="917"/>
                  </a:lnTo>
                  <a:lnTo>
                    <a:pt x="0" y="721"/>
                  </a:lnTo>
                  <a:lnTo>
                    <a:pt x="2127" y="168"/>
                  </a:lnTo>
                  <a:lnTo>
                    <a:pt x="3473" y="0"/>
                  </a:lnTo>
                  <a:lnTo>
                    <a:pt x="3712" y="7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g1083"/>
            <p:cNvSpPr/>
            <p:nvPr/>
          </p:nvSpPr>
          <p:spPr>
            <a:xfrm>
              <a:off x="4076061" y="1672688"/>
              <a:ext cx="2601" cy="452"/>
            </a:xfrm>
            <a:custGeom>
              <a:avLst/>
              <a:pathLst>
                <a:path w="2601" h="452">
                  <a:moveTo>
                    <a:pt x="2601" y="226"/>
                  </a:moveTo>
                  <a:lnTo>
                    <a:pt x="735" y="452"/>
                  </a:lnTo>
                  <a:lnTo>
                    <a:pt x="104" y="281"/>
                  </a:lnTo>
                  <a:lnTo>
                    <a:pt x="0" y="119"/>
                  </a:lnTo>
                  <a:lnTo>
                    <a:pt x="509" y="23"/>
                  </a:lnTo>
                  <a:lnTo>
                    <a:pt x="2100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g1084"/>
            <p:cNvSpPr/>
            <p:nvPr/>
          </p:nvSpPr>
          <p:spPr>
            <a:xfrm>
              <a:off x="4080839" y="1672132"/>
              <a:ext cx="1647" cy="532"/>
            </a:xfrm>
            <a:custGeom>
              <a:avLst/>
              <a:pathLst>
                <a:path w="1647" h="532">
                  <a:moveTo>
                    <a:pt x="1647" y="59"/>
                  </a:moveTo>
                  <a:lnTo>
                    <a:pt x="321" y="532"/>
                  </a:lnTo>
                  <a:lnTo>
                    <a:pt x="0" y="433"/>
                  </a:lnTo>
                  <a:lnTo>
                    <a:pt x="79" y="296"/>
                  </a:lnTo>
                  <a:lnTo>
                    <a:pt x="1245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g1085"/>
            <p:cNvSpPr/>
            <p:nvPr/>
          </p:nvSpPr>
          <p:spPr>
            <a:xfrm>
              <a:off x="4085407" y="1670591"/>
              <a:ext cx="1502" cy="645"/>
            </a:xfrm>
            <a:custGeom>
              <a:avLst/>
              <a:pathLst>
                <a:path w="1502" h="645">
                  <a:moveTo>
                    <a:pt x="876" y="599"/>
                  </a:moveTo>
                  <a:lnTo>
                    <a:pt x="0" y="645"/>
                  </a:lnTo>
                  <a:lnTo>
                    <a:pt x="250" y="276"/>
                  </a:lnTo>
                  <a:lnTo>
                    <a:pt x="1064" y="0"/>
                  </a:lnTo>
                  <a:lnTo>
                    <a:pt x="1502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g1086"/>
            <p:cNvSpPr/>
            <p:nvPr/>
          </p:nvSpPr>
          <p:spPr>
            <a:xfrm>
              <a:off x="4069210" y="1575375"/>
              <a:ext cx="1504" cy="3672"/>
            </a:xfrm>
            <a:custGeom>
              <a:avLst/>
              <a:pathLst>
                <a:path w="1504" h="3672">
                  <a:moveTo>
                    <a:pt x="1473" y="2015"/>
                  </a:moveTo>
                  <a:lnTo>
                    <a:pt x="1504" y="3672"/>
                  </a:lnTo>
                  <a:lnTo>
                    <a:pt x="632" y="3546"/>
                  </a:lnTo>
                  <a:lnTo>
                    <a:pt x="241" y="2911"/>
                  </a:lnTo>
                  <a:lnTo>
                    <a:pt x="127" y="2505"/>
                  </a:lnTo>
                  <a:lnTo>
                    <a:pt x="195" y="1546"/>
                  </a:lnTo>
                  <a:lnTo>
                    <a:pt x="0" y="557"/>
                  </a:lnTo>
                  <a:lnTo>
                    <a:pt x="256" y="66"/>
                  </a:lnTo>
                  <a:lnTo>
                    <a:pt x="572" y="0"/>
                  </a:lnTo>
                  <a:lnTo>
                    <a:pt x="1136" y="87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g1087"/>
            <p:cNvSpPr/>
            <p:nvPr/>
          </p:nvSpPr>
          <p:spPr>
            <a:xfrm>
              <a:off x="4067970" y="1564951"/>
              <a:ext cx="1648" cy="1777"/>
            </a:xfrm>
            <a:custGeom>
              <a:avLst/>
              <a:pathLst>
                <a:path w="1648" h="1777">
                  <a:moveTo>
                    <a:pt x="1510" y="1601"/>
                  </a:moveTo>
                  <a:lnTo>
                    <a:pt x="672" y="1777"/>
                  </a:lnTo>
                  <a:lnTo>
                    <a:pt x="0" y="1626"/>
                  </a:lnTo>
                  <a:lnTo>
                    <a:pt x="240" y="294"/>
                  </a:lnTo>
                  <a:lnTo>
                    <a:pt x="592" y="76"/>
                  </a:lnTo>
                  <a:lnTo>
                    <a:pt x="1101" y="0"/>
                  </a:lnTo>
                  <a:lnTo>
                    <a:pt x="1648" y="71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g1088"/>
            <p:cNvSpPr/>
            <p:nvPr/>
          </p:nvSpPr>
          <p:spPr>
            <a:xfrm>
              <a:off x="4096399" y="1533270"/>
              <a:ext cx="3187" cy="1867"/>
            </a:xfrm>
            <a:custGeom>
              <a:avLst/>
              <a:pathLst>
                <a:path w="3187" h="1867">
                  <a:moveTo>
                    <a:pt x="2826" y="1857"/>
                  </a:moveTo>
                  <a:lnTo>
                    <a:pt x="1898" y="1867"/>
                  </a:lnTo>
                  <a:lnTo>
                    <a:pt x="797" y="1652"/>
                  </a:lnTo>
                  <a:lnTo>
                    <a:pt x="107" y="1195"/>
                  </a:lnTo>
                  <a:lnTo>
                    <a:pt x="0" y="793"/>
                  </a:lnTo>
                  <a:lnTo>
                    <a:pt x="1271" y="292"/>
                  </a:lnTo>
                  <a:lnTo>
                    <a:pt x="2549" y="0"/>
                  </a:lnTo>
                  <a:lnTo>
                    <a:pt x="3142" y="550"/>
                  </a:lnTo>
                  <a:lnTo>
                    <a:pt x="3187" y="145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g1089"/>
            <p:cNvSpPr/>
            <p:nvPr/>
          </p:nvSpPr>
          <p:spPr>
            <a:xfrm>
              <a:off x="4100970" y="1528613"/>
              <a:ext cx="4992" cy="1950"/>
            </a:xfrm>
            <a:custGeom>
              <a:avLst/>
              <a:pathLst>
                <a:path w="4992" h="1950">
                  <a:moveTo>
                    <a:pt x="1737" y="1917"/>
                  </a:moveTo>
                  <a:lnTo>
                    <a:pt x="653" y="1950"/>
                  </a:lnTo>
                  <a:lnTo>
                    <a:pt x="0" y="1638"/>
                  </a:lnTo>
                  <a:lnTo>
                    <a:pt x="1553" y="1015"/>
                  </a:lnTo>
                  <a:lnTo>
                    <a:pt x="3990" y="422"/>
                  </a:lnTo>
                  <a:lnTo>
                    <a:pt x="4222" y="46"/>
                  </a:lnTo>
                  <a:lnTo>
                    <a:pt x="4517" y="0"/>
                  </a:lnTo>
                  <a:lnTo>
                    <a:pt x="4939" y="463"/>
                  </a:lnTo>
                  <a:lnTo>
                    <a:pt x="4992" y="1097"/>
                  </a:lnTo>
                  <a:lnTo>
                    <a:pt x="4724" y="141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g1090"/>
            <p:cNvSpPr/>
            <p:nvPr/>
          </p:nvSpPr>
          <p:spPr>
            <a:xfrm>
              <a:off x="4124175" y="1512237"/>
              <a:ext cx="4790" cy="1962"/>
            </a:xfrm>
            <a:custGeom>
              <a:avLst/>
              <a:pathLst>
                <a:path w="4790" h="1962">
                  <a:moveTo>
                    <a:pt x="4650" y="1573"/>
                  </a:moveTo>
                  <a:lnTo>
                    <a:pt x="4154" y="1962"/>
                  </a:lnTo>
                  <a:lnTo>
                    <a:pt x="3052" y="1650"/>
                  </a:lnTo>
                  <a:lnTo>
                    <a:pt x="876" y="1891"/>
                  </a:lnTo>
                  <a:lnTo>
                    <a:pt x="0" y="1511"/>
                  </a:lnTo>
                  <a:lnTo>
                    <a:pt x="696" y="773"/>
                  </a:lnTo>
                  <a:lnTo>
                    <a:pt x="2659" y="0"/>
                  </a:lnTo>
                  <a:lnTo>
                    <a:pt x="3715" y="35"/>
                  </a:lnTo>
                  <a:lnTo>
                    <a:pt x="4790" y="98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g1091"/>
            <p:cNvSpPr/>
            <p:nvPr/>
          </p:nvSpPr>
          <p:spPr>
            <a:xfrm>
              <a:off x="4133875" y="1502095"/>
              <a:ext cx="2252" cy="1537"/>
            </a:xfrm>
            <a:custGeom>
              <a:avLst/>
              <a:pathLst>
                <a:path w="2252" h="1537">
                  <a:moveTo>
                    <a:pt x="1918" y="1107"/>
                  </a:moveTo>
                  <a:lnTo>
                    <a:pt x="1293" y="1537"/>
                  </a:lnTo>
                  <a:lnTo>
                    <a:pt x="124" y="1413"/>
                  </a:lnTo>
                  <a:lnTo>
                    <a:pt x="0" y="1045"/>
                  </a:lnTo>
                  <a:lnTo>
                    <a:pt x="333" y="307"/>
                  </a:lnTo>
                  <a:lnTo>
                    <a:pt x="1043" y="0"/>
                  </a:lnTo>
                  <a:lnTo>
                    <a:pt x="1960" y="60"/>
                  </a:lnTo>
                  <a:lnTo>
                    <a:pt x="2252" y="36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g1092"/>
            <p:cNvSpPr/>
            <p:nvPr/>
          </p:nvSpPr>
          <p:spPr>
            <a:xfrm>
              <a:off x="4140160" y="1497834"/>
              <a:ext cx="3304" cy="1566"/>
            </a:xfrm>
            <a:custGeom>
              <a:avLst/>
              <a:pathLst>
                <a:path w="3304" h="1566">
                  <a:moveTo>
                    <a:pt x="757" y="1526"/>
                  </a:moveTo>
                  <a:lnTo>
                    <a:pt x="0" y="1566"/>
                  </a:lnTo>
                  <a:lnTo>
                    <a:pt x="6" y="996"/>
                  </a:lnTo>
                  <a:lnTo>
                    <a:pt x="440" y="478"/>
                  </a:lnTo>
                  <a:lnTo>
                    <a:pt x="1129" y="132"/>
                  </a:lnTo>
                  <a:lnTo>
                    <a:pt x="2014" y="39"/>
                  </a:lnTo>
                  <a:lnTo>
                    <a:pt x="3004" y="0"/>
                  </a:lnTo>
                  <a:lnTo>
                    <a:pt x="3304" y="274"/>
                  </a:lnTo>
                  <a:lnTo>
                    <a:pt x="2735" y="66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g1093"/>
            <p:cNvSpPr/>
            <p:nvPr/>
          </p:nvSpPr>
          <p:spPr>
            <a:xfrm>
              <a:off x="4139194" y="1495056"/>
              <a:ext cx="2793" cy="2425"/>
            </a:xfrm>
            <a:custGeom>
              <a:avLst/>
              <a:pathLst>
                <a:path w="2793" h="2425">
                  <a:moveTo>
                    <a:pt x="875" y="2333"/>
                  </a:moveTo>
                  <a:lnTo>
                    <a:pt x="0" y="2425"/>
                  </a:lnTo>
                  <a:lnTo>
                    <a:pt x="145" y="1810"/>
                  </a:lnTo>
                  <a:lnTo>
                    <a:pt x="854" y="1225"/>
                  </a:lnTo>
                  <a:lnTo>
                    <a:pt x="1126" y="826"/>
                  </a:lnTo>
                  <a:lnTo>
                    <a:pt x="1267" y="356"/>
                  </a:lnTo>
                  <a:lnTo>
                    <a:pt x="1893" y="0"/>
                  </a:lnTo>
                  <a:lnTo>
                    <a:pt x="2776" y="455"/>
                  </a:lnTo>
                  <a:lnTo>
                    <a:pt x="2793" y="1228"/>
                  </a:lnTo>
                  <a:lnTo>
                    <a:pt x="2355" y="193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g1094"/>
            <p:cNvSpPr/>
            <p:nvPr/>
          </p:nvSpPr>
          <p:spPr>
            <a:xfrm>
              <a:off x="4143893" y="1469102"/>
              <a:ext cx="2827" cy="3488"/>
            </a:xfrm>
            <a:custGeom>
              <a:avLst/>
              <a:pathLst>
                <a:path w="2827" h="3488">
                  <a:moveTo>
                    <a:pt x="1397" y="2750"/>
                  </a:moveTo>
                  <a:lnTo>
                    <a:pt x="0" y="3488"/>
                  </a:lnTo>
                  <a:lnTo>
                    <a:pt x="509" y="2141"/>
                  </a:lnTo>
                  <a:lnTo>
                    <a:pt x="1264" y="779"/>
                  </a:lnTo>
                  <a:lnTo>
                    <a:pt x="2308" y="0"/>
                  </a:lnTo>
                  <a:lnTo>
                    <a:pt x="2827" y="305"/>
                  </a:lnTo>
                  <a:lnTo>
                    <a:pt x="2589" y="957"/>
                  </a:lnTo>
                  <a:lnTo>
                    <a:pt x="2594" y="1602"/>
                  </a:lnTo>
                  <a:lnTo>
                    <a:pt x="2370" y="190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g1095"/>
            <p:cNvSpPr/>
            <p:nvPr/>
          </p:nvSpPr>
          <p:spPr>
            <a:xfrm>
              <a:off x="4147445" y="1466246"/>
              <a:ext cx="8697" cy="3916"/>
            </a:xfrm>
            <a:custGeom>
              <a:avLst/>
              <a:pathLst>
                <a:path w="8697" h="3916">
                  <a:moveTo>
                    <a:pt x="6370" y="150"/>
                  </a:moveTo>
                  <a:lnTo>
                    <a:pt x="6932" y="388"/>
                  </a:lnTo>
                  <a:lnTo>
                    <a:pt x="8402" y="319"/>
                  </a:lnTo>
                  <a:lnTo>
                    <a:pt x="8697" y="408"/>
                  </a:lnTo>
                  <a:lnTo>
                    <a:pt x="8488" y="802"/>
                  </a:lnTo>
                  <a:lnTo>
                    <a:pt x="7850" y="1235"/>
                  </a:lnTo>
                  <a:lnTo>
                    <a:pt x="6510" y="1501"/>
                  </a:lnTo>
                  <a:lnTo>
                    <a:pt x="5908" y="2162"/>
                  </a:lnTo>
                  <a:lnTo>
                    <a:pt x="5476" y="2387"/>
                  </a:lnTo>
                  <a:lnTo>
                    <a:pt x="4320" y="2389"/>
                  </a:lnTo>
                  <a:lnTo>
                    <a:pt x="3637" y="2542"/>
                  </a:lnTo>
                  <a:lnTo>
                    <a:pt x="2797" y="3130"/>
                  </a:lnTo>
                  <a:lnTo>
                    <a:pt x="2125" y="2696"/>
                  </a:lnTo>
                  <a:lnTo>
                    <a:pt x="1938" y="3004"/>
                  </a:lnTo>
                  <a:lnTo>
                    <a:pt x="1816" y="3555"/>
                  </a:lnTo>
                  <a:lnTo>
                    <a:pt x="1443" y="3716"/>
                  </a:lnTo>
                  <a:lnTo>
                    <a:pt x="282" y="3916"/>
                  </a:lnTo>
                  <a:lnTo>
                    <a:pt x="0" y="2634"/>
                  </a:lnTo>
                  <a:lnTo>
                    <a:pt x="534" y="2169"/>
                  </a:lnTo>
                  <a:lnTo>
                    <a:pt x="952" y="1613"/>
                  </a:lnTo>
                  <a:lnTo>
                    <a:pt x="1593" y="1528"/>
                  </a:lnTo>
                  <a:lnTo>
                    <a:pt x="2168" y="1574"/>
                  </a:lnTo>
                  <a:lnTo>
                    <a:pt x="3202" y="377"/>
                  </a:lnTo>
                  <a:lnTo>
                    <a:pt x="4618" y="38"/>
                  </a:lnTo>
                  <a:lnTo>
                    <a:pt x="5530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g1096"/>
            <p:cNvSpPr/>
            <p:nvPr/>
          </p:nvSpPr>
          <p:spPr>
            <a:xfrm>
              <a:off x="4158551" y="1456037"/>
              <a:ext cx="9679" cy="5602"/>
            </a:xfrm>
            <a:custGeom>
              <a:avLst/>
              <a:pathLst>
                <a:path w="9679" h="5602">
                  <a:moveTo>
                    <a:pt x="7887" y="905"/>
                  </a:moveTo>
                  <a:lnTo>
                    <a:pt x="9118" y="2309"/>
                  </a:lnTo>
                  <a:lnTo>
                    <a:pt x="9679" y="3130"/>
                  </a:lnTo>
                  <a:lnTo>
                    <a:pt x="9224" y="4680"/>
                  </a:lnTo>
                  <a:lnTo>
                    <a:pt x="8028" y="5463"/>
                  </a:lnTo>
                  <a:lnTo>
                    <a:pt x="6183" y="5602"/>
                  </a:lnTo>
                  <a:lnTo>
                    <a:pt x="4889" y="5537"/>
                  </a:lnTo>
                  <a:lnTo>
                    <a:pt x="4073" y="5160"/>
                  </a:lnTo>
                  <a:lnTo>
                    <a:pt x="3971" y="4738"/>
                  </a:lnTo>
                  <a:lnTo>
                    <a:pt x="3500" y="4614"/>
                  </a:lnTo>
                  <a:lnTo>
                    <a:pt x="2258" y="5156"/>
                  </a:lnTo>
                  <a:lnTo>
                    <a:pt x="1394" y="5229"/>
                  </a:lnTo>
                  <a:lnTo>
                    <a:pt x="295" y="4808"/>
                  </a:lnTo>
                  <a:lnTo>
                    <a:pt x="0" y="4136"/>
                  </a:lnTo>
                  <a:lnTo>
                    <a:pt x="1165" y="3293"/>
                  </a:lnTo>
                  <a:lnTo>
                    <a:pt x="1705" y="2638"/>
                  </a:lnTo>
                  <a:lnTo>
                    <a:pt x="2999" y="2696"/>
                  </a:lnTo>
                  <a:lnTo>
                    <a:pt x="3322" y="2899"/>
                  </a:lnTo>
                  <a:lnTo>
                    <a:pt x="4053" y="3027"/>
                  </a:lnTo>
                  <a:lnTo>
                    <a:pt x="4497" y="2237"/>
                  </a:lnTo>
                  <a:lnTo>
                    <a:pt x="4395" y="1692"/>
                  </a:lnTo>
                  <a:lnTo>
                    <a:pt x="4720" y="1313"/>
                  </a:lnTo>
                  <a:lnTo>
                    <a:pt x="6282" y="1586"/>
                  </a:lnTo>
                  <a:lnTo>
                    <a:pt x="6285" y="104"/>
                  </a:lnTo>
                  <a:lnTo>
                    <a:pt x="6891" y="0"/>
                  </a:lnTo>
                  <a:lnTo>
                    <a:pt x="7139" y="56"/>
                  </a:lnTo>
                  <a:lnTo>
                    <a:pt x="7588" y="36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g1097"/>
            <p:cNvSpPr/>
            <p:nvPr/>
          </p:nvSpPr>
          <p:spPr>
            <a:xfrm>
              <a:off x="4157452" y="1451936"/>
              <a:ext cx="21666" cy="15674"/>
            </a:xfrm>
            <a:custGeom>
              <a:avLst/>
              <a:pathLst>
                <a:path w="21666" h="15674">
                  <a:moveTo>
                    <a:pt x="14334" y="10430"/>
                  </a:moveTo>
                  <a:lnTo>
                    <a:pt x="15623" y="9087"/>
                  </a:lnTo>
                  <a:lnTo>
                    <a:pt x="17051" y="8669"/>
                  </a:lnTo>
                  <a:lnTo>
                    <a:pt x="17140" y="8201"/>
                  </a:lnTo>
                  <a:lnTo>
                    <a:pt x="17693" y="7749"/>
                  </a:lnTo>
                  <a:lnTo>
                    <a:pt x="17630" y="7011"/>
                  </a:lnTo>
                  <a:lnTo>
                    <a:pt x="17912" y="6411"/>
                  </a:lnTo>
                  <a:lnTo>
                    <a:pt x="18640" y="6252"/>
                  </a:lnTo>
                  <a:lnTo>
                    <a:pt x="19095" y="6049"/>
                  </a:lnTo>
                  <a:lnTo>
                    <a:pt x="19599" y="5938"/>
                  </a:lnTo>
                  <a:lnTo>
                    <a:pt x="20510" y="6422"/>
                  </a:lnTo>
                  <a:lnTo>
                    <a:pt x="21026" y="6961"/>
                  </a:lnTo>
                  <a:lnTo>
                    <a:pt x="21666" y="8166"/>
                  </a:lnTo>
                  <a:lnTo>
                    <a:pt x="21400" y="9331"/>
                  </a:lnTo>
                  <a:lnTo>
                    <a:pt x="19685" y="10240"/>
                  </a:lnTo>
                  <a:lnTo>
                    <a:pt x="18322" y="10650"/>
                  </a:lnTo>
                  <a:lnTo>
                    <a:pt x="16946" y="11693"/>
                  </a:lnTo>
                  <a:lnTo>
                    <a:pt x="16254" y="12546"/>
                  </a:lnTo>
                  <a:lnTo>
                    <a:pt x="15660" y="12731"/>
                  </a:lnTo>
                  <a:lnTo>
                    <a:pt x="15284" y="12662"/>
                  </a:lnTo>
                  <a:lnTo>
                    <a:pt x="14949" y="12455"/>
                  </a:lnTo>
                  <a:lnTo>
                    <a:pt x="14252" y="12454"/>
                  </a:lnTo>
                  <a:lnTo>
                    <a:pt x="13484" y="13195"/>
                  </a:lnTo>
                  <a:lnTo>
                    <a:pt x="11166" y="13797"/>
                  </a:lnTo>
                  <a:lnTo>
                    <a:pt x="10257" y="13623"/>
                  </a:lnTo>
                  <a:lnTo>
                    <a:pt x="10215" y="12885"/>
                  </a:lnTo>
                  <a:lnTo>
                    <a:pt x="9673" y="12946"/>
                  </a:lnTo>
                  <a:lnTo>
                    <a:pt x="8804" y="13831"/>
                  </a:lnTo>
                  <a:lnTo>
                    <a:pt x="7954" y="14126"/>
                  </a:lnTo>
                  <a:lnTo>
                    <a:pt x="7383" y="14217"/>
                  </a:lnTo>
                  <a:lnTo>
                    <a:pt x="6335" y="13884"/>
                  </a:lnTo>
                  <a:lnTo>
                    <a:pt x="3516" y="15392"/>
                  </a:lnTo>
                  <a:lnTo>
                    <a:pt x="873" y="15674"/>
                  </a:lnTo>
                  <a:lnTo>
                    <a:pt x="2" y="15499"/>
                  </a:lnTo>
                  <a:lnTo>
                    <a:pt x="0" y="14577"/>
                  </a:lnTo>
                  <a:lnTo>
                    <a:pt x="1708" y="13396"/>
                  </a:lnTo>
                  <a:lnTo>
                    <a:pt x="3108" y="12576"/>
                  </a:lnTo>
                  <a:lnTo>
                    <a:pt x="7928" y="12004"/>
                  </a:lnTo>
                  <a:lnTo>
                    <a:pt x="10930" y="9571"/>
                  </a:lnTo>
                  <a:lnTo>
                    <a:pt x="11655" y="6928"/>
                  </a:lnTo>
                  <a:lnTo>
                    <a:pt x="12365" y="5974"/>
                  </a:lnTo>
                  <a:lnTo>
                    <a:pt x="12032" y="5434"/>
                  </a:lnTo>
                  <a:lnTo>
                    <a:pt x="11224" y="5340"/>
                  </a:lnTo>
                  <a:lnTo>
                    <a:pt x="11175" y="4511"/>
                  </a:lnTo>
                  <a:lnTo>
                    <a:pt x="11596" y="3606"/>
                  </a:lnTo>
                  <a:lnTo>
                    <a:pt x="13172" y="2363"/>
                  </a:lnTo>
                  <a:lnTo>
                    <a:pt x="14047" y="1834"/>
                  </a:lnTo>
                  <a:lnTo>
                    <a:pt x="15472" y="337"/>
                  </a:lnTo>
                  <a:lnTo>
                    <a:pt x="16160" y="0"/>
                  </a:lnTo>
                  <a:lnTo>
                    <a:pt x="16942" y="0"/>
                  </a:lnTo>
                  <a:lnTo>
                    <a:pt x="17713" y="392"/>
                  </a:lnTo>
                  <a:lnTo>
                    <a:pt x="17574" y="1194"/>
                  </a:lnTo>
                  <a:lnTo>
                    <a:pt x="16418" y="2641"/>
                  </a:lnTo>
                  <a:lnTo>
                    <a:pt x="14706" y="3875"/>
                  </a:lnTo>
                  <a:lnTo>
                    <a:pt x="14915" y="4760"/>
                  </a:lnTo>
                  <a:lnTo>
                    <a:pt x="15597" y="5489"/>
                  </a:lnTo>
                  <a:lnTo>
                    <a:pt x="15764" y="6734"/>
                  </a:lnTo>
                  <a:lnTo>
                    <a:pt x="15806" y="7934"/>
                  </a:lnTo>
                  <a:lnTo>
                    <a:pt x="14508" y="955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g1098"/>
            <p:cNvSpPr/>
            <p:nvPr/>
          </p:nvSpPr>
          <p:spPr>
            <a:xfrm>
              <a:off x="4181608" y="1447833"/>
              <a:ext cx="11980" cy="8125"/>
            </a:xfrm>
            <a:custGeom>
              <a:avLst/>
              <a:pathLst>
                <a:path w="11980" h="8125">
                  <a:moveTo>
                    <a:pt x="6552" y="0"/>
                  </a:moveTo>
                  <a:lnTo>
                    <a:pt x="7689" y="797"/>
                  </a:lnTo>
                  <a:lnTo>
                    <a:pt x="8201" y="553"/>
                  </a:lnTo>
                  <a:lnTo>
                    <a:pt x="9207" y="463"/>
                  </a:lnTo>
                  <a:lnTo>
                    <a:pt x="9956" y="742"/>
                  </a:lnTo>
                  <a:lnTo>
                    <a:pt x="10567" y="1249"/>
                  </a:lnTo>
                  <a:lnTo>
                    <a:pt x="11292" y="1272"/>
                  </a:lnTo>
                  <a:lnTo>
                    <a:pt x="11748" y="1934"/>
                  </a:lnTo>
                  <a:lnTo>
                    <a:pt x="11980" y="2796"/>
                  </a:lnTo>
                  <a:lnTo>
                    <a:pt x="11453" y="3439"/>
                  </a:lnTo>
                  <a:lnTo>
                    <a:pt x="10706" y="3731"/>
                  </a:lnTo>
                  <a:lnTo>
                    <a:pt x="10503" y="4490"/>
                  </a:lnTo>
                  <a:lnTo>
                    <a:pt x="10787" y="5552"/>
                  </a:lnTo>
                  <a:lnTo>
                    <a:pt x="9111" y="5916"/>
                  </a:lnTo>
                  <a:lnTo>
                    <a:pt x="7168" y="6078"/>
                  </a:lnTo>
                  <a:lnTo>
                    <a:pt x="6409" y="5570"/>
                  </a:lnTo>
                  <a:lnTo>
                    <a:pt x="4855" y="6502"/>
                  </a:lnTo>
                  <a:lnTo>
                    <a:pt x="3315" y="7954"/>
                  </a:lnTo>
                  <a:lnTo>
                    <a:pt x="2574" y="8125"/>
                  </a:lnTo>
                  <a:lnTo>
                    <a:pt x="2522" y="7665"/>
                  </a:lnTo>
                  <a:lnTo>
                    <a:pt x="1416" y="7348"/>
                  </a:lnTo>
                  <a:lnTo>
                    <a:pt x="0" y="7330"/>
                  </a:lnTo>
                  <a:lnTo>
                    <a:pt x="47" y="6989"/>
                  </a:lnTo>
                  <a:lnTo>
                    <a:pt x="303" y="6749"/>
                  </a:lnTo>
                  <a:lnTo>
                    <a:pt x="1526" y="6392"/>
                  </a:lnTo>
                  <a:lnTo>
                    <a:pt x="1770" y="5657"/>
                  </a:lnTo>
                  <a:lnTo>
                    <a:pt x="1548" y="4345"/>
                  </a:lnTo>
                  <a:lnTo>
                    <a:pt x="1763" y="3708"/>
                  </a:lnTo>
                  <a:lnTo>
                    <a:pt x="1809" y="3268"/>
                  </a:lnTo>
                  <a:lnTo>
                    <a:pt x="2578" y="2753"/>
                  </a:lnTo>
                  <a:lnTo>
                    <a:pt x="5207" y="2995"/>
                  </a:lnTo>
                  <a:lnTo>
                    <a:pt x="5525" y="2504"/>
                  </a:lnTo>
                  <a:lnTo>
                    <a:pt x="5326" y="2194"/>
                  </a:lnTo>
                  <a:lnTo>
                    <a:pt x="3968" y="1653"/>
                  </a:lnTo>
                  <a:lnTo>
                    <a:pt x="4176" y="1289"/>
                  </a:lnTo>
                  <a:lnTo>
                    <a:pt x="5157" y="963"/>
                  </a:lnTo>
                  <a:lnTo>
                    <a:pt x="6084" y="921"/>
                  </a:lnTo>
                  <a:lnTo>
                    <a:pt x="6363" y="370"/>
                  </a:lnTo>
                  <a:lnTo>
                    <a:pt x="6411" y="13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g1099"/>
            <p:cNvSpPr/>
            <p:nvPr/>
          </p:nvSpPr>
          <p:spPr>
            <a:xfrm>
              <a:off x="4303972" y="1443518"/>
              <a:ext cx="2941" cy="1925"/>
            </a:xfrm>
            <a:custGeom>
              <a:avLst/>
              <a:pathLst>
                <a:path w="2941" h="1925">
                  <a:moveTo>
                    <a:pt x="2004" y="1517"/>
                  </a:moveTo>
                  <a:lnTo>
                    <a:pt x="207" y="1925"/>
                  </a:lnTo>
                  <a:lnTo>
                    <a:pt x="0" y="1589"/>
                  </a:lnTo>
                  <a:lnTo>
                    <a:pt x="394" y="1067"/>
                  </a:lnTo>
                  <a:lnTo>
                    <a:pt x="866" y="0"/>
                  </a:lnTo>
                  <a:lnTo>
                    <a:pt x="1605" y="43"/>
                  </a:lnTo>
                  <a:lnTo>
                    <a:pt x="2353" y="450"/>
                  </a:lnTo>
                  <a:lnTo>
                    <a:pt x="2941" y="93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g1100"/>
            <p:cNvSpPr/>
            <p:nvPr/>
          </p:nvSpPr>
          <p:spPr>
            <a:xfrm>
              <a:off x="4215616" y="1438981"/>
              <a:ext cx="3920" cy="2424"/>
            </a:xfrm>
            <a:custGeom>
              <a:avLst/>
              <a:pathLst>
                <a:path w="3920" h="2424">
                  <a:moveTo>
                    <a:pt x="3539" y="1968"/>
                  </a:moveTo>
                  <a:lnTo>
                    <a:pt x="3029" y="2292"/>
                  </a:lnTo>
                  <a:lnTo>
                    <a:pt x="2246" y="2424"/>
                  </a:lnTo>
                  <a:lnTo>
                    <a:pt x="1825" y="2223"/>
                  </a:lnTo>
                  <a:lnTo>
                    <a:pt x="1226" y="2091"/>
                  </a:lnTo>
                  <a:lnTo>
                    <a:pt x="559" y="2152"/>
                  </a:lnTo>
                  <a:lnTo>
                    <a:pt x="0" y="1558"/>
                  </a:lnTo>
                  <a:lnTo>
                    <a:pt x="62" y="1059"/>
                  </a:lnTo>
                  <a:lnTo>
                    <a:pt x="829" y="384"/>
                  </a:lnTo>
                  <a:lnTo>
                    <a:pt x="2363" y="0"/>
                  </a:lnTo>
                  <a:lnTo>
                    <a:pt x="3604" y="158"/>
                  </a:lnTo>
                  <a:lnTo>
                    <a:pt x="3920" y="35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g1101"/>
            <p:cNvSpPr/>
            <p:nvPr/>
          </p:nvSpPr>
          <p:spPr>
            <a:xfrm>
              <a:off x="4193444" y="1438750"/>
              <a:ext cx="14629" cy="9930"/>
            </a:xfrm>
            <a:custGeom>
              <a:avLst/>
              <a:pathLst>
                <a:path w="14629" h="9930">
                  <a:moveTo>
                    <a:pt x="11291" y="2525"/>
                  </a:moveTo>
                  <a:lnTo>
                    <a:pt x="12130" y="3284"/>
                  </a:lnTo>
                  <a:lnTo>
                    <a:pt x="12873" y="3211"/>
                  </a:lnTo>
                  <a:lnTo>
                    <a:pt x="13097" y="2925"/>
                  </a:lnTo>
                  <a:lnTo>
                    <a:pt x="13604" y="2783"/>
                  </a:lnTo>
                  <a:lnTo>
                    <a:pt x="14629" y="3184"/>
                  </a:lnTo>
                  <a:lnTo>
                    <a:pt x="14482" y="3867"/>
                  </a:lnTo>
                  <a:lnTo>
                    <a:pt x="13064" y="4729"/>
                  </a:lnTo>
                  <a:lnTo>
                    <a:pt x="12045" y="5958"/>
                  </a:lnTo>
                  <a:lnTo>
                    <a:pt x="10743" y="6243"/>
                  </a:lnTo>
                  <a:lnTo>
                    <a:pt x="10116" y="6095"/>
                  </a:lnTo>
                  <a:lnTo>
                    <a:pt x="8952" y="6805"/>
                  </a:lnTo>
                  <a:lnTo>
                    <a:pt x="8019" y="7542"/>
                  </a:lnTo>
                  <a:lnTo>
                    <a:pt x="7052" y="8474"/>
                  </a:lnTo>
                  <a:lnTo>
                    <a:pt x="6993" y="8955"/>
                  </a:lnTo>
                  <a:lnTo>
                    <a:pt x="6842" y="9323"/>
                  </a:lnTo>
                  <a:lnTo>
                    <a:pt x="3299" y="9688"/>
                  </a:lnTo>
                  <a:lnTo>
                    <a:pt x="2011" y="9930"/>
                  </a:lnTo>
                  <a:lnTo>
                    <a:pt x="646" y="9618"/>
                  </a:lnTo>
                  <a:lnTo>
                    <a:pt x="0" y="9001"/>
                  </a:lnTo>
                  <a:lnTo>
                    <a:pt x="207" y="8666"/>
                  </a:lnTo>
                  <a:lnTo>
                    <a:pt x="1569" y="8532"/>
                  </a:lnTo>
                  <a:lnTo>
                    <a:pt x="1613" y="7960"/>
                  </a:lnTo>
                  <a:lnTo>
                    <a:pt x="1957" y="7610"/>
                  </a:lnTo>
                  <a:lnTo>
                    <a:pt x="2398" y="7419"/>
                  </a:lnTo>
                  <a:lnTo>
                    <a:pt x="2722" y="6689"/>
                  </a:lnTo>
                  <a:lnTo>
                    <a:pt x="3261" y="6498"/>
                  </a:lnTo>
                  <a:lnTo>
                    <a:pt x="4265" y="6678"/>
                  </a:lnTo>
                  <a:lnTo>
                    <a:pt x="4942" y="6149"/>
                  </a:lnTo>
                  <a:lnTo>
                    <a:pt x="5324" y="6059"/>
                  </a:lnTo>
                  <a:lnTo>
                    <a:pt x="5794" y="6497"/>
                  </a:lnTo>
                  <a:lnTo>
                    <a:pt x="6021" y="5894"/>
                  </a:lnTo>
                  <a:lnTo>
                    <a:pt x="5794" y="5344"/>
                  </a:lnTo>
                  <a:lnTo>
                    <a:pt x="5913" y="4972"/>
                  </a:lnTo>
                  <a:lnTo>
                    <a:pt x="7212" y="4007"/>
                  </a:lnTo>
                  <a:lnTo>
                    <a:pt x="7773" y="3304"/>
                  </a:lnTo>
                  <a:lnTo>
                    <a:pt x="8582" y="2851"/>
                  </a:lnTo>
                  <a:lnTo>
                    <a:pt x="9361" y="2923"/>
                  </a:lnTo>
                  <a:lnTo>
                    <a:pt x="9587" y="2256"/>
                  </a:lnTo>
                  <a:lnTo>
                    <a:pt x="9361" y="1573"/>
                  </a:lnTo>
                  <a:lnTo>
                    <a:pt x="9446" y="1127"/>
                  </a:lnTo>
                  <a:lnTo>
                    <a:pt x="10134" y="46"/>
                  </a:lnTo>
                  <a:lnTo>
                    <a:pt x="10891" y="0"/>
                  </a:lnTo>
                  <a:lnTo>
                    <a:pt x="11238" y="96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g1102"/>
            <p:cNvSpPr/>
            <p:nvPr/>
          </p:nvSpPr>
          <p:spPr>
            <a:xfrm>
              <a:off x="4207990" y="1438385"/>
              <a:ext cx="4630" cy="2861"/>
            </a:xfrm>
            <a:custGeom>
              <a:avLst/>
              <a:pathLst>
                <a:path w="4630" h="2861">
                  <a:moveTo>
                    <a:pt x="1593" y="793"/>
                  </a:moveTo>
                  <a:lnTo>
                    <a:pt x="2075" y="956"/>
                  </a:lnTo>
                  <a:lnTo>
                    <a:pt x="2550" y="855"/>
                  </a:lnTo>
                  <a:lnTo>
                    <a:pt x="2946" y="999"/>
                  </a:lnTo>
                  <a:lnTo>
                    <a:pt x="3738" y="1733"/>
                  </a:lnTo>
                  <a:lnTo>
                    <a:pt x="4590" y="2022"/>
                  </a:lnTo>
                  <a:lnTo>
                    <a:pt x="4630" y="2392"/>
                  </a:lnTo>
                  <a:lnTo>
                    <a:pt x="3849" y="2752"/>
                  </a:lnTo>
                  <a:lnTo>
                    <a:pt x="2821" y="2861"/>
                  </a:lnTo>
                  <a:lnTo>
                    <a:pt x="1720" y="2735"/>
                  </a:lnTo>
                  <a:lnTo>
                    <a:pt x="1396" y="2274"/>
                  </a:lnTo>
                  <a:lnTo>
                    <a:pt x="1057" y="1509"/>
                  </a:lnTo>
                  <a:lnTo>
                    <a:pt x="136" y="760"/>
                  </a:lnTo>
                  <a:lnTo>
                    <a:pt x="0" y="103"/>
                  </a:lnTo>
                  <a:lnTo>
                    <a:pt x="801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g1103"/>
            <p:cNvSpPr/>
            <p:nvPr/>
          </p:nvSpPr>
          <p:spPr>
            <a:xfrm>
              <a:off x="4239388" y="1433594"/>
              <a:ext cx="6842" cy="4665"/>
            </a:xfrm>
            <a:custGeom>
              <a:avLst/>
              <a:pathLst>
                <a:path w="6842" h="4665">
                  <a:moveTo>
                    <a:pt x="6599" y="945"/>
                  </a:moveTo>
                  <a:lnTo>
                    <a:pt x="6775" y="1597"/>
                  </a:lnTo>
                  <a:lnTo>
                    <a:pt x="6842" y="2135"/>
                  </a:lnTo>
                  <a:lnTo>
                    <a:pt x="5960" y="2914"/>
                  </a:lnTo>
                  <a:lnTo>
                    <a:pt x="3926" y="3935"/>
                  </a:lnTo>
                  <a:lnTo>
                    <a:pt x="4043" y="4209"/>
                  </a:lnTo>
                  <a:lnTo>
                    <a:pt x="3339" y="4471"/>
                  </a:lnTo>
                  <a:lnTo>
                    <a:pt x="2283" y="4665"/>
                  </a:lnTo>
                  <a:lnTo>
                    <a:pt x="1726" y="4477"/>
                  </a:lnTo>
                  <a:lnTo>
                    <a:pt x="1803" y="3602"/>
                  </a:lnTo>
                  <a:lnTo>
                    <a:pt x="1635" y="3339"/>
                  </a:lnTo>
                  <a:lnTo>
                    <a:pt x="834" y="3686"/>
                  </a:lnTo>
                  <a:lnTo>
                    <a:pt x="0" y="3241"/>
                  </a:lnTo>
                  <a:lnTo>
                    <a:pt x="0" y="2794"/>
                  </a:lnTo>
                  <a:lnTo>
                    <a:pt x="219" y="2406"/>
                  </a:lnTo>
                  <a:lnTo>
                    <a:pt x="990" y="1815"/>
                  </a:lnTo>
                  <a:lnTo>
                    <a:pt x="2276" y="1409"/>
                  </a:lnTo>
                  <a:lnTo>
                    <a:pt x="3124" y="1561"/>
                  </a:lnTo>
                  <a:lnTo>
                    <a:pt x="5949" y="0"/>
                  </a:lnTo>
                  <a:lnTo>
                    <a:pt x="6254" y="32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g1104"/>
            <p:cNvSpPr/>
            <p:nvPr/>
          </p:nvSpPr>
          <p:spPr>
            <a:xfrm>
              <a:off x="4246441" y="1431777"/>
              <a:ext cx="3926" cy="3066"/>
            </a:xfrm>
            <a:custGeom>
              <a:avLst/>
              <a:pathLst>
                <a:path w="3926" h="3066">
                  <a:moveTo>
                    <a:pt x="3351" y="2510"/>
                  </a:moveTo>
                  <a:lnTo>
                    <a:pt x="1550" y="3066"/>
                  </a:lnTo>
                  <a:lnTo>
                    <a:pt x="504" y="2587"/>
                  </a:lnTo>
                  <a:lnTo>
                    <a:pt x="64" y="2096"/>
                  </a:lnTo>
                  <a:lnTo>
                    <a:pt x="0" y="1005"/>
                  </a:lnTo>
                  <a:lnTo>
                    <a:pt x="244" y="342"/>
                  </a:lnTo>
                  <a:lnTo>
                    <a:pt x="1089" y="0"/>
                  </a:lnTo>
                  <a:lnTo>
                    <a:pt x="1639" y="250"/>
                  </a:lnTo>
                  <a:lnTo>
                    <a:pt x="1785" y="460"/>
                  </a:lnTo>
                  <a:lnTo>
                    <a:pt x="2773" y="666"/>
                  </a:lnTo>
                  <a:lnTo>
                    <a:pt x="3926" y="134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g1105"/>
            <p:cNvSpPr/>
            <p:nvPr/>
          </p:nvSpPr>
          <p:spPr>
            <a:xfrm>
              <a:off x="4230653" y="1430449"/>
              <a:ext cx="13680" cy="4650"/>
            </a:xfrm>
            <a:custGeom>
              <a:avLst/>
              <a:pathLst>
                <a:path w="13680" h="4650">
                  <a:moveTo>
                    <a:pt x="13680" y="373"/>
                  </a:moveTo>
                  <a:lnTo>
                    <a:pt x="13494" y="811"/>
                  </a:lnTo>
                  <a:lnTo>
                    <a:pt x="13174" y="1236"/>
                  </a:lnTo>
                  <a:lnTo>
                    <a:pt x="12399" y="1686"/>
                  </a:lnTo>
                  <a:lnTo>
                    <a:pt x="10157" y="3465"/>
                  </a:lnTo>
                  <a:lnTo>
                    <a:pt x="8839" y="3752"/>
                  </a:lnTo>
                  <a:lnTo>
                    <a:pt x="8422" y="4031"/>
                  </a:lnTo>
                  <a:lnTo>
                    <a:pt x="7895" y="4198"/>
                  </a:lnTo>
                  <a:lnTo>
                    <a:pt x="6258" y="3954"/>
                  </a:lnTo>
                  <a:lnTo>
                    <a:pt x="5779" y="4315"/>
                  </a:lnTo>
                  <a:lnTo>
                    <a:pt x="5326" y="4556"/>
                  </a:lnTo>
                  <a:lnTo>
                    <a:pt x="4140" y="4650"/>
                  </a:lnTo>
                  <a:lnTo>
                    <a:pt x="3445" y="4571"/>
                  </a:lnTo>
                  <a:lnTo>
                    <a:pt x="1648" y="3911"/>
                  </a:lnTo>
                  <a:lnTo>
                    <a:pt x="579" y="3197"/>
                  </a:lnTo>
                  <a:lnTo>
                    <a:pt x="0" y="2586"/>
                  </a:lnTo>
                  <a:lnTo>
                    <a:pt x="1660" y="2598"/>
                  </a:lnTo>
                  <a:lnTo>
                    <a:pt x="2252" y="2450"/>
                  </a:lnTo>
                  <a:lnTo>
                    <a:pt x="3365" y="2579"/>
                  </a:lnTo>
                  <a:lnTo>
                    <a:pt x="4034" y="1952"/>
                  </a:lnTo>
                  <a:lnTo>
                    <a:pt x="5451" y="2028"/>
                  </a:lnTo>
                  <a:lnTo>
                    <a:pt x="8170" y="1592"/>
                  </a:lnTo>
                  <a:lnTo>
                    <a:pt x="9167" y="1835"/>
                  </a:lnTo>
                  <a:lnTo>
                    <a:pt x="11449" y="377"/>
                  </a:lnTo>
                  <a:lnTo>
                    <a:pt x="12163" y="416"/>
                  </a:lnTo>
                  <a:lnTo>
                    <a:pt x="13255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g1106"/>
            <p:cNvSpPr/>
            <p:nvPr/>
          </p:nvSpPr>
          <p:spPr>
            <a:xfrm>
              <a:off x="4069023" y="1426980"/>
              <a:ext cx="246456" cy="182303"/>
            </a:xfrm>
            <a:custGeom>
              <a:avLst/>
              <a:pathLst>
                <a:path w="246456" h="182303">
                  <a:moveTo>
                    <a:pt x="245596" y="18241"/>
                  </a:moveTo>
                  <a:lnTo>
                    <a:pt x="246111" y="20078"/>
                  </a:lnTo>
                  <a:lnTo>
                    <a:pt x="246095" y="20719"/>
                  </a:lnTo>
                  <a:lnTo>
                    <a:pt x="245851" y="21341"/>
                  </a:lnTo>
                  <a:lnTo>
                    <a:pt x="245511" y="21659"/>
                  </a:lnTo>
                  <a:lnTo>
                    <a:pt x="244831" y="21797"/>
                  </a:lnTo>
                  <a:lnTo>
                    <a:pt x="243190" y="21741"/>
                  </a:lnTo>
                  <a:lnTo>
                    <a:pt x="240960" y="21013"/>
                  </a:lnTo>
                  <a:lnTo>
                    <a:pt x="239520" y="20329"/>
                  </a:lnTo>
                  <a:lnTo>
                    <a:pt x="239072" y="20300"/>
                  </a:lnTo>
                  <a:lnTo>
                    <a:pt x="238879" y="20383"/>
                  </a:lnTo>
                  <a:lnTo>
                    <a:pt x="239227" y="21071"/>
                  </a:lnTo>
                  <a:lnTo>
                    <a:pt x="239134" y="21598"/>
                  </a:lnTo>
                  <a:lnTo>
                    <a:pt x="238917" y="22172"/>
                  </a:lnTo>
                  <a:lnTo>
                    <a:pt x="238615" y="22693"/>
                  </a:lnTo>
                  <a:lnTo>
                    <a:pt x="238194" y="23131"/>
                  </a:lnTo>
                  <a:lnTo>
                    <a:pt x="237311" y="23695"/>
                  </a:lnTo>
                  <a:lnTo>
                    <a:pt x="235785" y="24141"/>
                  </a:lnTo>
                  <a:lnTo>
                    <a:pt x="231580" y="25010"/>
                  </a:lnTo>
                  <a:lnTo>
                    <a:pt x="231247" y="25394"/>
                  </a:lnTo>
                  <a:lnTo>
                    <a:pt x="229893" y="27816"/>
                  </a:lnTo>
                  <a:lnTo>
                    <a:pt x="229524" y="28171"/>
                  </a:lnTo>
                  <a:lnTo>
                    <a:pt x="229029" y="28472"/>
                  </a:lnTo>
                  <a:lnTo>
                    <a:pt x="227584" y="28862"/>
                  </a:lnTo>
                  <a:lnTo>
                    <a:pt x="226884" y="28324"/>
                  </a:lnTo>
                  <a:lnTo>
                    <a:pt x="226323" y="27509"/>
                  </a:lnTo>
                  <a:lnTo>
                    <a:pt x="226453" y="26701"/>
                  </a:lnTo>
                  <a:lnTo>
                    <a:pt x="228143" y="25152"/>
                  </a:lnTo>
                  <a:lnTo>
                    <a:pt x="229722" y="24054"/>
                  </a:lnTo>
                  <a:lnTo>
                    <a:pt x="230167" y="23674"/>
                  </a:lnTo>
                  <a:lnTo>
                    <a:pt x="231061" y="22571"/>
                  </a:lnTo>
                  <a:lnTo>
                    <a:pt x="229247" y="19804"/>
                  </a:lnTo>
                  <a:lnTo>
                    <a:pt x="226018" y="18966"/>
                  </a:lnTo>
                  <a:lnTo>
                    <a:pt x="222341" y="17693"/>
                  </a:lnTo>
                  <a:lnTo>
                    <a:pt x="220992" y="17014"/>
                  </a:lnTo>
                  <a:lnTo>
                    <a:pt x="218893" y="15616"/>
                  </a:lnTo>
                  <a:lnTo>
                    <a:pt x="217405" y="14361"/>
                  </a:lnTo>
                  <a:lnTo>
                    <a:pt x="216061" y="14317"/>
                  </a:lnTo>
                  <a:lnTo>
                    <a:pt x="214583" y="14632"/>
                  </a:lnTo>
                  <a:lnTo>
                    <a:pt x="212278" y="15778"/>
                  </a:lnTo>
                  <a:lnTo>
                    <a:pt x="210931" y="16355"/>
                  </a:lnTo>
                  <a:lnTo>
                    <a:pt x="210192" y="16525"/>
                  </a:lnTo>
                  <a:lnTo>
                    <a:pt x="210014" y="16550"/>
                  </a:lnTo>
                  <a:lnTo>
                    <a:pt x="208364" y="16223"/>
                  </a:lnTo>
                  <a:lnTo>
                    <a:pt x="206528" y="16155"/>
                  </a:lnTo>
                  <a:lnTo>
                    <a:pt x="205052" y="16249"/>
                  </a:lnTo>
                  <a:lnTo>
                    <a:pt x="204495" y="16406"/>
                  </a:lnTo>
                  <a:lnTo>
                    <a:pt x="202440" y="18263"/>
                  </a:lnTo>
                  <a:lnTo>
                    <a:pt x="201002" y="19200"/>
                  </a:lnTo>
                  <a:lnTo>
                    <a:pt x="200210" y="19523"/>
                  </a:lnTo>
                  <a:lnTo>
                    <a:pt x="199634" y="20066"/>
                  </a:lnTo>
                  <a:lnTo>
                    <a:pt x="199161" y="20959"/>
                  </a:lnTo>
                  <a:lnTo>
                    <a:pt x="198107" y="24057"/>
                  </a:lnTo>
                  <a:lnTo>
                    <a:pt x="197322" y="25226"/>
                  </a:lnTo>
                  <a:lnTo>
                    <a:pt x="197146" y="25941"/>
                  </a:lnTo>
                  <a:lnTo>
                    <a:pt x="197331" y="28107"/>
                  </a:lnTo>
                  <a:lnTo>
                    <a:pt x="197144" y="29306"/>
                  </a:lnTo>
                  <a:lnTo>
                    <a:pt x="196182" y="30297"/>
                  </a:lnTo>
                  <a:lnTo>
                    <a:pt x="195506" y="30743"/>
                  </a:lnTo>
                  <a:lnTo>
                    <a:pt x="194613" y="30834"/>
                  </a:lnTo>
                  <a:lnTo>
                    <a:pt x="193442" y="31087"/>
                  </a:lnTo>
                  <a:lnTo>
                    <a:pt x="192421" y="31661"/>
                  </a:lnTo>
                  <a:lnTo>
                    <a:pt x="191699" y="32443"/>
                  </a:lnTo>
                  <a:lnTo>
                    <a:pt x="190886" y="34196"/>
                  </a:lnTo>
                  <a:lnTo>
                    <a:pt x="189509" y="34842"/>
                  </a:lnTo>
                  <a:lnTo>
                    <a:pt x="188195" y="34657"/>
                  </a:lnTo>
                  <a:lnTo>
                    <a:pt x="187256" y="34011"/>
                  </a:lnTo>
                  <a:lnTo>
                    <a:pt x="185244" y="33511"/>
                  </a:lnTo>
                  <a:lnTo>
                    <a:pt x="183744" y="33192"/>
                  </a:lnTo>
                  <a:lnTo>
                    <a:pt x="182061" y="32504"/>
                  </a:lnTo>
                  <a:lnTo>
                    <a:pt x="180578" y="31980"/>
                  </a:lnTo>
                  <a:lnTo>
                    <a:pt x="179222" y="31876"/>
                  </a:lnTo>
                  <a:lnTo>
                    <a:pt x="178451" y="32539"/>
                  </a:lnTo>
                  <a:lnTo>
                    <a:pt x="177831" y="33160"/>
                  </a:lnTo>
                  <a:lnTo>
                    <a:pt x="175518" y="33665"/>
                  </a:lnTo>
                  <a:lnTo>
                    <a:pt x="174208" y="34065"/>
                  </a:lnTo>
                  <a:lnTo>
                    <a:pt x="172508" y="34154"/>
                  </a:lnTo>
                  <a:lnTo>
                    <a:pt x="171820" y="33711"/>
                  </a:lnTo>
                  <a:lnTo>
                    <a:pt x="169354" y="33419"/>
                  </a:lnTo>
                  <a:lnTo>
                    <a:pt x="166418" y="33071"/>
                  </a:lnTo>
                  <a:lnTo>
                    <a:pt x="165569" y="33076"/>
                  </a:lnTo>
                  <a:lnTo>
                    <a:pt x="165304" y="32285"/>
                  </a:lnTo>
                  <a:lnTo>
                    <a:pt x="164523" y="31179"/>
                  </a:lnTo>
                  <a:lnTo>
                    <a:pt x="162435" y="29270"/>
                  </a:lnTo>
                  <a:lnTo>
                    <a:pt x="161582" y="28595"/>
                  </a:lnTo>
                  <a:lnTo>
                    <a:pt x="159976" y="27014"/>
                  </a:lnTo>
                  <a:lnTo>
                    <a:pt x="158103" y="25393"/>
                  </a:lnTo>
                  <a:lnTo>
                    <a:pt x="157838" y="25353"/>
                  </a:lnTo>
                  <a:lnTo>
                    <a:pt x="156584" y="25298"/>
                  </a:lnTo>
                  <a:lnTo>
                    <a:pt x="154745" y="25352"/>
                  </a:lnTo>
                  <a:lnTo>
                    <a:pt x="153581" y="25720"/>
                  </a:lnTo>
                  <a:lnTo>
                    <a:pt x="152846" y="26182"/>
                  </a:lnTo>
                  <a:lnTo>
                    <a:pt x="152719" y="26567"/>
                  </a:lnTo>
                  <a:lnTo>
                    <a:pt x="153430" y="28042"/>
                  </a:lnTo>
                  <a:lnTo>
                    <a:pt x="153209" y="28409"/>
                  </a:lnTo>
                  <a:lnTo>
                    <a:pt x="152842" y="28587"/>
                  </a:lnTo>
                  <a:lnTo>
                    <a:pt x="151173" y="28172"/>
                  </a:lnTo>
                  <a:lnTo>
                    <a:pt x="149154" y="28200"/>
                  </a:lnTo>
                  <a:lnTo>
                    <a:pt x="148646" y="28655"/>
                  </a:lnTo>
                  <a:lnTo>
                    <a:pt x="147414" y="28704"/>
                  </a:lnTo>
                  <a:lnTo>
                    <a:pt x="143864" y="28877"/>
                  </a:lnTo>
                  <a:lnTo>
                    <a:pt x="145431" y="30085"/>
                  </a:lnTo>
                  <a:lnTo>
                    <a:pt x="145949" y="30568"/>
                  </a:lnTo>
                  <a:lnTo>
                    <a:pt x="146053" y="31279"/>
                  </a:lnTo>
                  <a:lnTo>
                    <a:pt x="145782" y="32599"/>
                  </a:lnTo>
                  <a:lnTo>
                    <a:pt x="145031" y="33728"/>
                  </a:lnTo>
                  <a:lnTo>
                    <a:pt x="144155" y="34646"/>
                  </a:lnTo>
                  <a:lnTo>
                    <a:pt x="142465" y="35556"/>
                  </a:lnTo>
                  <a:lnTo>
                    <a:pt x="145031" y="36456"/>
                  </a:lnTo>
                  <a:lnTo>
                    <a:pt x="143289" y="37672"/>
                  </a:lnTo>
                  <a:lnTo>
                    <a:pt x="142474" y="38146"/>
                  </a:lnTo>
                  <a:lnTo>
                    <a:pt x="141530" y="38064"/>
                  </a:lnTo>
                  <a:lnTo>
                    <a:pt x="139838" y="37643"/>
                  </a:lnTo>
                  <a:lnTo>
                    <a:pt x="135749" y="36626"/>
                  </a:lnTo>
                  <a:lnTo>
                    <a:pt x="133797" y="36244"/>
                  </a:lnTo>
                  <a:lnTo>
                    <a:pt x="132053" y="36127"/>
                  </a:lnTo>
                  <a:lnTo>
                    <a:pt x="131121" y="36142"/>
                  </a:lnTo>
                  <a:lnTo>
                    <a:pt x="127420" y="35272"/>
                  </a:lnTo>
                  <a:lnTo>
                    <a:pt x="126705" y="35370"/>
                  </a:lnTo>
                  <a:lnTo>
                    <a:pt x="125376" y="35746"/>
                  </a:lnTo>
                  <a:lnTo>
                    <a:pt x="125230" y="36592"/>
                  </a:lnTo>
                  <a:lnTo>
                    <a:pt x="125314" y="38697"/>
                  </a:lnTo>
                  <a:lnTo>
                    <a:pt x="125509" y="40318"/>
                  </a:lnTo>
                  <a:lnTo>
                    <a:pt x="125021" y="41255"/>
                  </a:lnTo>
                  <a:lnTo>
                    <a:pt x="124531" y="41892"/>
                  </a:lnTo>
                  <a:lnTo>
                    <a:pt x="123050" y="43606"/>
                  </a:lnTo>
                  <a:lnTo>
                    <a:pt x="119720" y="42441"/>
                  </a:lnTo>
                  <a:lnTo>
                    <a:pt x="117448" y="41669"/>
                  </a:lnTo>
                  <a:lnTo>
                    <a:pt x="115990" y="42696"/>
                  </a:lnTo>
                  <a:lnTo>
                    <a:pt x="112330" y="44581"/>
                  </a:lnTo>
                  <a:lnTo>
                    <a:pt x="110348" y="48423"/>
                  </a:lnTo>
                  <a:lnTo>
                    <a:pt x="109241" y="49369"/>
                  </a:lnTo>
                  <a:lnTo>
                    <a:pt x="107822" y="49803"/>
                  </a:lnTo>
                  <a:lnTo>
                    <a:pt x="106748" y="50018"/>
                  </a:lnTo>
                  <a:lnTo>
                    <a:pt x="106122" y="51125"/>
                  </a:lnTo>
                  <a:lnTo>
                    <a:pt x="107580" y="52712"/>
                  </a:lnTo>
                  <a:lnTo>
                    <a:pt x="108328" y="53550"/>
                  </a:lnTo>
                  <a:lnTo>
                    <a:pt x="109025" y="54902"/>
                  </a:lnTo>
                  <a:lnTo>
                    <a:pt x="108897" y="55762"/>
                  </a:lnTo>
                  <a:lnTo>
                    <a:pt x="108734" y="56298"/>
                  </a:lnTo>
                  <a:lnTo>
                    <a:pt x="107165" y="57394"/>
                  </a:lnTo>
                  <a:lnTo>
                    <a:pt x="103821" y="60289"/>
                  </a:lnTo>
                  <a:lnTo>
                    <a:pt x="100726" y="63312"/>
                  </a:lnTo>
                  <a:lnTo>
                    <a:pt x="99457" y="64180"/>
                  </a:lnTo>
                  <a:lnTo>
                    <a:pt x="100033" y="66745"/>
                  </a:lnTo>
                  <a:lnTo>
                    <a:pt x="99003" y="67497"/>
                  </a:lnTo>
                  <a:lnTo>
                    <a:pt x="96906" y="68348"/>
                  </a:lnTo>
                  <a:lnTo>
                    <a:pt x="95834" y="68676"/>
                  </a:lnTo>
                  <a:lnTo>
                    <a:pt x="94680" y="68869"/>
                  </a:lnTo>
                  <a:lnTo>
                    <a:pt x="91135" y="69208"/>
                  </a:lnTo>
                  <a:lnTo>
                    <a:pt x="91766" y="71957"/>
                  </a:lnTo>
                  <a:lnTo>
                    <a:pt x="92004" y="73174"/>
                  </a:lnTo>
                  <a:lnTo>
                    <a:pt x="91998" y="73896"/>
                  </a:lnTo>
                  <a:lnTo>
                    <a:pt x="91632" y="74599"/>
                  </a:lnTo>
                  <a:lnTo>
                    <a:pt x="91194" y="75945"/>
                  </a:lnTo>
                  <a:lnTo>
                    <a:pt x="90533" y="80755"/>
                  </a:lnTo>
                  <a:lnTo>
                    <a:pt x="90028" y="81273"/>
                  </a:lnTo>
                  <a:lnTo>
                    <a:pt x="89329" y="82577"/>
                  </a:lnTo>
                  <a:lnTo>
                    <a:pt x="87084" y="85712"/>
                  </a:lnTo>
                  <a:lnTo>
                    <a:pt x="85283" y="87795"/>
                  </a:lnTo>
                  <a:lnTo>
                    <a:pt x="82686" y="90797"/>
                  </a:lnTo>
                  <a:lnTo>
                    <a:pt x="84798" y="91745"/>
                  </a:lnTo>
                  <a:lnTo>
                    <a:pt x="86729" y="92436"/>
                  </a:lnTo>
                  <a:lnTo>
                    <a:pt x="87129" y="93500"/>
                  </a:lnTo>
                  <a:lnTo>
                    <a:pt x="87396" y="95277"/>
                  </a:lnTo>
                  <a:lnTo>
                    <a:pt x="87331" y="96488"/>
                  </a:lnTo>
                  <a:lnTo>
                    <a:pt x="86594" y="97576"/>
                  </a:lnTo>
                  <a:lnTo>
                    <a:pt x="86021" y="98340"/>
                  </a:lnTo>
                  <a:lnTo>
                    <a:pt x="85622" y="98713"/>
                  </a:lnTo>
                  <a:lnTo>
                    <a:pt x="82879" y="98342"/>
                  </a:lnTo>
                  <a:lnTo>
                    <a:pt x="79369" y="97865"/>
                  </a:lnTo>
                  <a:lnTo>
                    <a:pt x="78460" y="97861"/>
                  </a:lnTo>
                  <a:lnTo>
                    <a:pt x="76417" y="98204"/>
                  </a:lnTo>
                  <a:lnTo>
                    <a:pt x="74574" y="98908"/>
                  </a:lnTo>
                  <a:lnTo>
                    <a:pt x="73602" y="99502"/>
                  </a:lnTo>
                  <a:lnTo>
                    <a:pt x="73341" y="99738"/>
                  </a:lnTo>
                  <a:lnTo>
                    <a:pt x="72113" y="101090"/>
                  </a:lnTo>
                  <a:lnTo>
                    <a:pt x="69930" y="103494"/>
                  </a:lnTo>
                  <a:lnTo>
                    <a:pt x="68731" y="104544"/>
                  </a:lnTo>
                  <a:lnTo>
                    <a:pt x="69080" y="105990"/>
                  </a:lnTo>
                  <a:lnTo>
                    <a:pt x="67072" y="108787"/>
                  </a:lnTo>
                  <a:lnTo>
                    <a:pt x="68442" y="111705"/>
                  </a:lnTo>
                  <a:lnTo>
                    <a:pt x="69137" y="112847"/>
                  </a:lnTo>
                  <a:lnTo>
                    <a:pt x="68407" y="113583"/>
                  </a:lnTo>
                  <a:lnTo>
                    <a:pt x="68101" y="113979"/>
                  </a:lnTo>
                  <a:lnTo>
                    <a:pt x="68205" y="115284"/>
                  </a:lnTo>
                  <a:lnTo>
                    <a:pt x="68396" y="116743"/>
                  </a:lnTo>
                  <a:lnTo>
                    <a:pt x="68226" y="117598"/>
                  </a:lnTo>
                  <a:lnTo>
                    <a:pt x="68157" y="118548"/>
                  </a:lnTo>
                  <a:lnTo>
                    <a:pt x="69945" y="122821"/>
                  </a:lnTo>
                  <a:lnTo>
                    <a:pt x="69924" y="123822"/>
                  </a:lnTo>
                  <a:lnTo>
                    <a:pt x="69836" y="124469"/>
                  </a:lnTo>
                  <a:lnTo>
                    <a:pt x="69284" y="127127"/>
                  </a:lnTo>
                  <a:lnTo>
                    <a:pt x="68543" y="130699"/>
                  </a:lnTo>
                  <a:lnTo>
                    <a:pt x="69837" y="131637"/>
                  </a:lnTo>
                  <a:lnTo>
                    <a:pt x="71679" y="132760"/>
                  </a:lnTo>
                  <a:lnTo>
                    <a:pt x="72713" y="133202"/>
                  </a:lnTo>
                  <a:lnTo>
                    <a:pt x="74240" y="134535"/>
                  </a:lnTo>
                  <a:lnTo>
                    <a:pt x="75406" y="135838"/>
                  </a:lnTo>
                  <a:lnTo>
                    <a:pt x="75244" y="136703"/>
                  </a:lnTo>
                  <a:lnTo>
                    <a:pt x="74909" y="137658"/>
                  </a:lnTo>
                  <a:lnTo>
                    <a:pt x="74418" y="138325"/>
                  </a:lnTo>
                  <a:lnTo>
                    <a:pt x="73959" y="139242"/>
                  </a:lnTo>
                  <a:lnTo>
                    <a:pt x="73753" y="139917"/>
                  </a:lnTo>
                  <a:lnTo>
                    <a:pt x="73535" y="140099"/>
                  </a:lnTo>
                  <a:lnTo>
                    <a:pt x="71497" y="140173"/>
                  </a:lnTo>
                  <a:lnTo>
                    <a:pt x="70420" y="140428"/>
                  </a:lnTo>
                  <a:lnTo>
                    <a:pt x="69856" y="140714"/>
                  </a:lnTo>
                  <a:lnTo>
                    <a:pt x="70050" y="142256"/>
                  </a:lnTo>
                  <a:lnTo>
                    <a:pt x="71286" y="145081"/>
                  </a:lnTo>
                  <a:lnTo>
                    <a:pt x="72313" y="147089"/>
                  </a:lnTo>
                  <a:lnTo>
                    <a:pt x="72643" y="148413"/>
                  </a:lnTo>
                  <a:lnTo>
                    <a:pt x="72304" y="149755"/>
                  </a:lnTo>
                  <a:lnTo>
                    <a:pt x="71953" y="150443"/>
                  </a:lnTo>
                  <a:lnTo>
                    <a:pt x="71942" y="151368"/>
                  </a:lnTo>
                  <a:lnTo>
                    <a:pt x="71672" y="153210"/>
                  </a:lnTo>
                  <a:lnTo>
                    <a:pt x="70877" y="154141"/>
                  </a:lnTo>
                  <a:lnTo>
                    <a:pt x="69836" y="155157"/>
                  </a:lnTo>
                  <a:lnTo>
                    <a:pt x="68674" y="155915"/>
                  </a:lnTo>
                  <a:lnTo>
                    <a:pt x="67753" y="156128"/>
                  </a:lnTo>
                  <a:lnTo>
                    <a:pt x="66962" y="156216"/>
                  </a:lnTo>
                  <a:lnTo>
                    <a:pt x="66431" y="156601"/>
                  </a:lnTo>
                  <a:lnTo>
                    <a:pt x="65950" y="157734"/>
                  </a:lnTo>
                  <a:lnTo>
                    <a:pt x="65505" y="158924"/>
                  </a:lnTo>
                  <a:lnTo>
                    <a:pt x="64053" y="160386"/>
                  </a:lnTo>
                  <a:lnTo>
                    <a:pt x="64092" y="160896"/>
                  </a:lnTo>
                  <a:lnTo>
                    <a:pt x="64645" y="162630"/>
                  </a:lnTo>
                  <a:lnTo>
                    <a:pt x="65164" y="164604"/>
                  </a:lnTo>
                  <a:lnTo>
                    <a:pt x="64726" y="166450"/>
                  </a:lnTo>
                  <a:lnTo>
                    <a:pt x="64351" y="168387"/>
                  </a:lnTo>
                  <a:lnTo>
                    <a:pt x="63694" y="169679"/>
                  </a:lnTo>
                  <a:lnTo>
                    <a:pt x="62755" y="170140"/>
                  </a:lnTo>
                  <a:lnTo>
                    <a:pt x="62066" y="169910"/>
                  </a:lnTo>
                  <a:lnTo>
                    <a:pt x="61286" y="168138"/>
                  </a:lnTo>
                  <a:lnTo>
                    <a:pt x="61268" y="167731"/>
                  </a:lnTo>
                  <a:lnTo>
                    <a:pt x="61074" y="167189"/>
                  </a:lnTo>
                  <a:lnTo>
                    <a:pt x="58863" y="166650"/>
                  </a:lnTo>
                  <a:lnTo>
                    <a:pt x="58472" y="166670"/>
                  </a:lnTo>
                  <a:lnTo>
                    <a:pt x="57602" y="166354"/>
                  </a:lnTo>
                  <a:lnTo>
                    <a:pt x="57092" y="166265"/>
                  </a:lnTo>
                  <a:lnTo>
                    <a:pt x="56046" y="166082"/>
                  </a:lnTo>
                  <a:lnTo>
                    <a:pt x="55177" y="164519"/>
                  </a:lnTo>
                  <a:lnTo>
                    <a:pt x="54253" y="163219"/>
                  </a:lnTo>
                  <a:lnTo>
                    <a:pt x="54122" y="162676"/>
                  </a:lnTo>
                  <a:lnTo>
                    <a:pt x="54153" y="160244"/>
                  </a:lnTo>
                  <a:lnTo>
                    <a:pt x="53871" y="159163"/>
                  </a:lnTo>
                  <a:lnTo>
                    <a:pt x="53784" y="157984"/>
                  </a:lnTo>
                  <a:lnTo>
                    <a:pt x="53203" y="158943"/>
                  </a:lnTo>
                  <a:lnTo>
                    <a:pt x="53540" y="160459"/>
                  </a:lnTo>
                  <a:lnTo>
                    <a:pt x="52823" y="161095"/>
                  </a:lnTo>
                  <a:lnTo>
                    <a:pt x="51918" y="161404"/>
                  </a:lnTo>
                  <a:lnTo>
                    <a:pt x="52003" y="162292"/>
                  </a:lnTo>
                  <a:lnTo>
                    <a:pt x="52375" y="162460"/>
                  </a:lnTo>
                  <a:lnTo>
                    <a:pt x="52452" y="163382"/>
                  </a:lnTo>
                  <a:lnTo>
                    <a:pt x="52233" y="164747"/>
                  </a:lnTo>
                  <a:lnTo>
                    <a:pt x="50452" y="167782"/>
                  </a:lnTo>
                  <a:lnTo>
                    <a:pt x="50093" y="168108"/>
                  </a:lnTo>
                  <a:lnTo>
                    <a:pt x="49849" y="168518"/>
                  </a:lnTo>
                  <a:lnTo>
                    <a:pt x="48938" y="168246"/>
                  </a:lnTo>
                  <a:lnTo>
                    <a:pt x="47769" y="169091"/>
                  </a:lnTo>
                  <a:lnTo>
                    <a:pt x="46662" y="169227"/>
                  </a:lnTo>
                  <a:lnTo>
                    <a:pt x="46261" y="168270"/>
                  </a:lnTo>
                  <a:lnTo>
                    <a:pt x="44700" y="167005"/>
                  </a:lnTo>
                  <a:lnTo>
                    <a:pt x="43963" y="167076"/>
                  </a:lnTo>
                  <a:lnTo>
                    <a:pt x="44624" y="167700"/>
                  </a:lnTo>
                  <a:lnTo>
                    <a:pt x="45276" y="168512"/>
                  </a:lnTo>
                  <a:lnTo>
                    <a:pt x="44906" y="169049"/>
                  </a:lnTo>
                  <a:lnTo>
                    <a:pt x="44542" y="169400"/>
                  </a:lnTo>
                  <a:lnTo>
                    <a:pt x="43904" y="169582"/>
                  </a:lnTo>
                  <a:lnTo>
                    <a:pt x="41623" y="170644"/>
                  </a:lnTo>
                  <a:lnTo>
                    <a:pt x="42435" y="171358"/>
                  </a:lnTo>
                  <a:lnTo>
                    <a:pt x="41746" y="172169"/>
                  </a:lnTo>
                  <a:lnTo>
                    <a:pt x="40949" y="172288"/>
                  </a:lnTo>
                  <a:lnTo>
                    <a:pt x="40524" y="172667"/>
                  </a:lnTo>
                  <a:lnTo>
                    <a:pt x="40376" y="173181"/>
                  </a:lnTo>
                  <a:lnTo>
                    <a:pt x="38014" y="174646"/>
                  </a:lnTo>
                  <a:lnTo>
                    <a:pt x="34163" y="178403"/>
                  </a:lnTo>
                  <a:lnTo>
                    <a:pt x="32184" y="179465"/>
                  </a:lnTo>
                  <a:lnTo>
                    <a:pt x="30802" y="180569"/>
                  </a:lnTo>
                  <a:lnTo>
                    <a:pt x="29584" y="180541"/>
                  </a:lnTo>
                  <a:lnTo>
                    <a:pt x="28053" y="181480"/>
                  </a:lnTo>
                  <a:lnTo>
                    <a:pt x="24177" y="182303"/>
                  </a:lnTo>
                  <a:lnTo>
                    <a:pt x="21606" y="181931"/>
                  </a:lnTo>
                  <a:lnTo>
                    <a:pt x="19815" y="182258"/>
                  </a:lnTo>
                  <a:lnTo>
                    <a:pt x="18856" y="181612"/>
                  </a:lnTo>
                  <a:lnTo>
                    <a:pt x="18731" y="181169"/>
                  </a:lnTo>
                  <a:lnTo>
                    <a:pt x="18779" y="180911"/>
                  </a:lnTo>
                  <a:lnTo>
                    <a:pt x="18940" y="180603"/>
                  </a:lnTo>
                  <a:lnTo>
                    <a:pt x="18606" y="180493"/>
                  </a:lnTo>
                  <a:lnTo>
                    <a:pt x="17904" y="180440"/>
                  </a:lnTo>
                  <a:lnTo>
                    <a:pt x="17604" y="180751"/>
                  </a:lnTo>
                  <a:lnTo>
                    <a:pt x="17563" y="181458"/>
                  </a:lnTo>
                  <a:lnTo>
                    <a:pt x="17229" y="181643"/>
                  </a:lnTo>
                  <a:lnTo>
                    <a:pt x="15895" y="181238"/>
                  </a:lnTo>
                  <a:lnTo>
                    <a:pt x="15560" y="180874"/>
                  </a:lnTo>
                  <a:lnTo>
                    <a:pt x="16039" y="180136"/>
                  </a:lnTo>
                  <a:lnTo>
                    <a:pt x="16860" y="179471"/>
                  </a:lnTo>
                  <a:lnTo>
                    <a:pt x="16711" y="179335"/>
                  </a:lnTo>
                  <a:lnTo>
                    <a:pt x="16551" y="178931"/>
                  </a:lnTo>
                  <a:lnTo>
                    <a:pt x="16151" y="178880"/>
                  </a:lnTo>
                  <a:lnTo>
                    <a:pt x="14958" y="178977"/>
                  </a:lnTo>
                  <a:lnTo>
                    <a:pt x="13989" y="178858"/>
                  </a:lnTo>
                  <a:lnTo>
                    <a:pt x="10826" y="177363"/>
                  </a:lnTo>
                  <a:lnTo>
                    <a:pt x="10087" y="176565"/>
                  </a:lnTo>
                  <a:lnTo>
                    <a:pt x="7535" y="175292"/>
                  </a:lnTo>
                  <a:lnTo>
                    <a:pt x="6391" y="173942"/>
                  </a:lnTo>
                  <a:lnTo>
                    <a:pt x="5742" y="172462"/>
                  </a:lnTo>
                  <a:lnTo>
                    <a:pt x="5791" y="171121"/>
                  </a:lnTo>
                  <a:lnTo>
                    <a:pt x="6104" y="168994"/>
                  </a:lnTo>
                  <a:lnTo>
                    <a:pt x="6640" y="168468"/>
                  </a:lnTo>
                  <a:lnTo>
                    <a:pt x="8930" y="169213"/>
                  </a:lnTo>
                  <a:lnTo>
                    <a:pt x="11245" y="170457"/>
                  </a:lnTo>
                  <a:lnTo>
                    <a:pt x="11607" y="170396"/>
                  </a:lnTo>
                  <a:lnTo>
                    <a:pt x="12335" y="169419"/>
                  </a:lnTo>
                  <a:lnTo>
                    <a:pt x="13745" y="168635"/>
                  </a:lnTo>
                  <a:lnTo>
                    <a:pt x="13346" y="168418"/>
                  </a:lnTo>
                  <a:lnTo>
                    <a:pt x="11249" y="169318"/>
                  </a:lnTo>
                  <a:lnTo>
                    <a:pt x="10469" y="168819"/>
                  </a:lnTo>
                  <a:lnTo>
                    <a:pt x="9260" y="167804"/>
                  </a:lnTo>
                  <a:lnTo>
                    <a:pt x="9260" y="167281"/>
                  </a:lnTo>
                  <a:lnTo>
                    <a:pt x="9823" y="166758"/>
                  </a:lnTo>
                  <a:lnTo>
                    <a:pt x="10011" y="166051"/>
                  </a:lnTo>
                  <a:lnTo>
                    <a:pt x="9715" y="165384"/>
                  </a:lnTo>
                  <a:lnTo>
                    <a:pt x="9853" y="164476"/>
                  </a:lnTo>
                  <a:lnTo>
                    <a:pt x="10788" y="163513"/>
                  </a:lnTo>
                  <a:lnTo>
                    <a:pt x="12190" y="162537"/>
                  </a:lnTo>
                  <a:lnTo>
                    <a:pt x="13200" y="161596"/>
                  </a:lnTo>
                  <a:lnTo>
                    <a:pt x="14238" y="161016"/>
                  </a:lnTo>
                  <a:lnTo>
                    <a:pt x="14130" y="160823"/>
                  </a:lnTo>
                  <a:lnTo>
                    <a:pt x="12943" y="161192"/>
                  </a:lnTo>
                  <a:lnTo>
                    <a:pt x="11809" y="161818"/>
                  </a:lnTo>
                  <a:lnTo>
                    <a:pt x="10473" y="162867"/>
                  </a:lnTo>
                  <a:lnTo>
                    <a:pt x="8844" y="163717"/>
                  </a:lnTo>
                  <a:lnTo>
                    <a:pt x="7640" y="164047"/>
                  </a:lnTo>
                  <a:lnTo>
                    <a:pt x="7066" y="164320"/>
                  </a:lnTo>
                  <a:lnTo>
                    <a:pt x="6184" y="164586"/>
                  </a:lnTo>
                  <a:lnTo>
                    <a:pt x="5271" y="165805"/>
                  </a:lnTo>
                  <a:lnTo>
                    <a:pt x="4275" y="166327"/>
                  </a:lnTo>
                  <a:lnTo>
                    <a:pt x="2487" y="166380"/>
                  </a:lnTo>
                  <a:lnTo>
                    <a:pt x="2093" y="165489"/>
                  </a:lnTo>
                  <a:lnTo>
                    <a:pt x="2598" y="162320"/>
                  </a:lnTo>
                  <a:lnTo>
                    <a:pt x="3139" y="160777"/>
                  </a:lnTo>
                  <a:lnTo>
                    <a:pt x="3732" y="159685"/>
                  </a:lnTo>
                  <a:lnTo>
                    <a:pt x="4665" y="159501"/>
                  </a:lnTo>
                  <a:lnTo>
                    <a:pt x="5318" y="158702"/>
                  </a:lnTo>
                  <a:lnTo>
                    <a:pt x="5859" y="158702"/>
                  </a:lnTo>
                  <a:lnTo>
                    <a:pt x="6330" y="159071"/>
                  </a:lnTo>
                  <a:lnTo>
                    <a:pt x="8153" y="159429"/>
                  </a:lnTo>
                  <a:lnTo>
                    <a:pt x="9053" y="158410"/>
                  </a:lnTo>
                  <a:lnTo>
                    <a:pt x="10223" y="158261"/>
                  </a:lnTo>
                  <a:lnTo>
                    <a:pt x="12358" y="157233"/>
                  </a:lnTo>
                  <a:lnTo>
                    <a:pt x="12313" y="157046"/>
                  </a:lnTo>
                  <a:lnTo>
                    <a:pt x="10869" y="157272"/>
                  </a:lnTo>
                  <a:lnTo>
                    <a:pt x="9993" y="157305"/>
                  </a:lnTo>
                  <a:lnTo>
                    <a:pt x="8738" y="157564"/>
                  </a:lnTo>
                  <a:lnTo>
                    <a:pt x="8071" y="157379"/>
                  </a:lnTo>
                  <a:lnTo>
                    <a:pt x="7758" y="156609"/>
                  </a:lnTo>
                  <a:lnTo>
                    <a:pt x="8261" y="155916"/>
                  </a:lnTo>
                  <a:lnTo>
                    <a:pt x="10275" y="154260"/>
                  </a:lnTo>
                  <a:lnTo>
                    <a:pt x="10970" y="153535"/>
                  </a:lnTo>
                  <a:lnTo>
                    <a:pt x="11366" y="152858"/>
                  </a:lnTo>
                  <a:lnTo>
                    <a:pt x="11303" y="152396"/>
                  </a:lnTo>
                  <a:lnTo>
                    <a:pt x="11638" y="151443"/>
                  </a:lnTo>
                  <a:lnTo>
                    <a:pt x="13608" y="149776"/>
                  </a:lnTo>
                  <a:lnTo>
                    <a:pt x="15210" y="149015"/>
                  </a:lnTo>
                  <a:lnTo>
                    <a:pt x="15735" y="149670"/>
                  </a:lnTo>
                  <a:lnTo>
                    <a:pt x="15288" y="151720"/>
                  </a:lnTo>
                  <a:lnTo>
                    <a:pt x="15293" y="152567"/>
                  </a:lnTo>
                  <a:lnTo>
                    <a:pt x="16561" y="149578"/>
                  </a:lnTo>
                  <a:lnTo>
                    <a:pt x="17119" y="148867"/>
                  </a:lnTo>
                  <a:lnTo>
                    <a:pt x="17755" y="148366"/>
                  </a:lnTo>
                  <a:lnTo>
                    <a:pt x="19293" y="148029"/>
                  </a:lnTo>
                  <a:lnTo>
                    <a:pt x="19729" y="147559"/>
                  </a:lnTo>
                  <a:lnTo>
                    <a:pt x="17937" y="147715"/>
                  </a:lnTo>
                  <a:lnTo>
                    <a:pt x="13591" y="148854"/>
                  </a:lnTo>
                  <a:lnTo>
                    <a:pt x="11759" y="149870"/>
                  </a:lnTo>
                  <a:lnTo>
                    <a:pt x="11271" y="150653"/>
                  </a:lnTo>
                  <a:lnTo>
                    <a:pt x="10000" y="151833"/>
                  </a:lnTo>
                  <a:lnTo>
                    <a:pt x="9404" y="152599"/>
                  </a:lnTo>
                  <a:lnTo>
                    <a:pt x="9141" y="153723"/>
                  </a:lnTo>
                  <a:lnTo>
                    <a:pt x="8425" y="154334"/>
                  </a:lnTo>
                  <a:lnTo>
                    <a:pt x="7459" y="154560"/>
                  </a:lnTo>
                  <a:lnTo>
                    <a:pt x="6118" y="155986"/>
                  </a:lnTo>
                  <a:lnTo>
                    <a:pt x="5526" y="157132"/>
                  </a:lnTo>
                  <a:lnTo>
                    <a:pt x="4191" y="158046"/>
                  </a:lnTo>
                  <a:lnTo>
                    <a:pt x="3344" y="158748"/>
                  </a:lnTo>
                  <a:lnTo>
                    <a:pt x="3066" y="158999"/>
                  </a:lnTo>
                  <a:lnTo>
                    <a:pt x="2608" y="159689"/>
                  </a:lnTo>
                  <a:lnTo>
                    <a:pt x="2227" y="159737"/>
                  </a:lnTo>
                  <a:lnTo>
                    <a:pt x="1895" y="159333"/>
                  </a:lnTo>
                  <a:lnTo>
                    <a:pt x="1840" y="158442"/>
                  </a:lnTo>
                  <a:lnTo>
                    <a:pt x="1976" y="157019"/>
                  </a:lnTo>
                  <a:lnTo>
                    <a:pt x="2618" y="155996"/>
                  </a:lnTo>
                  <a:lnTo>
                    <a:pt x="2925" y="154996"/>
                  </a:lnTo>
                  <a:lnTo>
                    <a:pt x="2498" y="154062"/>
                  </a:lnTo>
                  <a:lnTo>
                    <a:pt x="2793" y="153473"/>
                  </a:lnTo>
                  <a:lnTo>
                    <a:pt x="3359" y="153494"/>
                  </a:lnTo>
                  <a:lnTo>
                    <a:pt x="4409" y="153762"/>
                  </a:lnTo>
                  <a:lnTo>
                    <a:pt x="5526" y="153719"/>
                  </a:lnTo>
                  <a:lnTo>
                    <a:pt x="7362" y="152981"/>
                  </a:lnTo>
                  <a:lnTo>
                    <a:pt x="7069" y="152550"/>
                  </a:lnTo>
                  <a:lnTo>
                    <a:pt x="6277" y="152489"/>
                  </a:lnTo>
                  <a:lnTo>
                    <a:pt x="4796" y="152550"/>
                  </a:lnTo>
                  <a:lnTo>
                    <a:pt x="3552" y="151830"/>
                  </a:lnTo>
                  <a:lnTo>
                    <a:pt x="2585" y="150398"/>
                  </a:lnTo>
                  <a:lnTo>
                    <a:pt x="2145" y="148485"/>
                  </a:lnTo>
                  <a:lnTo>
                    <a:pt x="2439" y="147938"/>
                  </a:lnTo>
                  <a:lnTo>
                    <a:pt x="6018" y="145988"/>
                  </a:lnTo>
                  <a:lnTo>
                    <a:pt x="6981" y="145104"/>
                  </a:lnTo>
                  <a:lnTo>
                    <a:pt x="6423" y="145016"/>
                  </a:lnTo>
                  <a:lnTo>
                    <a:pt x="5080" y="146089"/>
                  </a:lnTo>
                  <a:lnTo>
                    <a:pt x="3156" y="146755"/>
                  </a:lnTo>
                  <a:lnTo>
                    <a:pt x="1943" y="145829"/>
                  </a:lnTo>
                  <a:lnTo>
                    <a:pt x="1312" y="144831"/>
                  </a:lnTo>
                  <a:lnTo>
                    <a:pt x="949" y="142725"/>
                  </a:lnTo>
                  <a:lnTo>
                    <a:pt x="1080" y="141643"/>
                  </a:lnTo>
                  <a:lnTo>
                    <a:pt x="929" y="140219"/>
                  </a:lnTo>
                  <a:lnTo>
                    <a:pt x="1750" y="139757"/>
                  </a:lnTo>
                  <a:lnTo>
                    <a:pt x="2669" y="140003"/>
                  </a:lnTo>
                  <a:lnTo>
                    <a:pt x="3574" y="140094"/>
                  </a:lnTo>
                  <a:lnTo>
                    <a:pt x="5628" y="139969"/>
                  </a:lnTo>
                  <a:lnTo>
                    <a:pt x="10157" y="139115"/>
                  </a:lnTo>
                  <a:lnTo>
                    <a:pt x="13076" y="139623"/>
                  </a:lnTo>
                  <a:lnTo>
                    <a:pt x="14263" y="139576"/>
                  </a:lnTo>
                  <a:lnTo>
                    <a:pt x="16078" y="138841"/>
                  </a:lnTo>
                  <a:lnTo>
                    <a:pt x="17667" y="138765"/>
                  </a:lnTo>
                  <a:lnTo>
                    <a:pt x="18856" y="139327"/>
                  </a:lnTo>
                  <a:lnTo>
                    <a:pt x="19505" y="139971"/>
                  </a:lnTo>
                  <a:lnTo>
                    <a:pt x="19585" y="140834"/>
                  </a:lnTo>
                  <a:lnTo>
                    <a:pt x="20135" y="141408"/>
                  </a:lnTo>
                  <a:lnTo>
                    <a:pt x="20507" y="141222"/>
                  </a:lnTo>
                  <a:lnTo>
                    <a:pt x="20211" y="140539"/>
                  </a:lnTo>
                  <a:lnTo>
                    <a:pt x="20149" y="139480"/>
                  </a:lnTo>
                  <a:lnTo>
                    <a:pt x="24926" y="138281"/>
                  </a:lnTo>
                  <a:lnTo>
                    <a:pt x="25488" y="137815"/>
                  </a:lnTo>
                  <a:lnTo>
                    <a:pt x="23591" y="137653"/>
                  </a:lnTo>
                  <a:lnTo>
                    <a:pt x="23048" y="136559"/>
                  </a:lnTo>
                  <a:lnTo>
                    <a:pt x="24051" y="134904"/>
                  </a:lnTo>
                  <a:lnTo>
                    <a:pt x="23956" y="134690"/>
                  </a:lnTo>
                  <a:lnTo>
                    <a:pt x="22902" y="135563"/>
                  </a:lnTo>
                  <a:lnTo>
                    <a:pt x="22383" y="136792"/>
                  </a:lnTo>
                  <a:lnTo>
                    <a:pt x="22589" y="137772"/>
                  </a:lnTo>
                  <a:lnTo>
                    <a:pt x="22380" y="138228"/>
                  </a:lnTo>
                  <a:lnTo>
                    <a:pt x="21411" y="138437"/>
                  </a:lnTo>
                  <a:lnTo>
                    <a:pt x="19226" y="138513"/>
                  </a:lnTo>
                  <a:lnTo>
                    <a:pt x="17824" y="138096"/>
                  </a:lnTo>
                  <a:lnTo>
                    <a:pt x="16524" y="137870"/>
                  </a:lnTo>
                  <a:lnTo>
                    <a:pt x="16082" y="137556"/>
                  </a:lnTo>
                  <a:lnTo>
                    <a:pt x="16230" y="136856"/>
                  </a:lnTo>
                  <a:lnTo>
                    <a:pt x="15984" y="136712"/>
                  </a:lnTo>
                  <a:lnTo>
                    <a:pt x="15446" y="137341"/>
                  </a:lnTo>
                  <a:lnTo>
                    <a:pt x="14969" y="138596"/>
                  </a:lnTo>
                  <a:lnTo>
                    <a:pt x="13937" y="138884"/>
                  </a:lnTo>
                  <a:lnTo>
                    <a:pt x="11089" y="138419"/>
                  </a:lnTo>
                  <a:lnTo>
                    <a:pt x="6967" y="138693"/>
                  </a:lnTo>
                  <a:lnTo>
                    <a:pt x="5117" y="139324"/>
                  </a:lnTo>
                  <a:lnTo>
                    <a:pt x="3919" y="139242"/>
                  </a:lnTo>
                  <a:lnTo>
                    <a:pt x="1857" y="138136"/>
                  </a:lnTo>
                  <a:lnTo>
                    <a:pt x="1053" y="137257"/>
                  </a:lnTo>
                  <a:lnTo>
                    <a:pt x="752" y="135484"/>
                  </a:lnTo>
                  <a:lnTo>
                    <a:pt x="874" y="134704"/>
                  </a:lnTo>
                  <a:lnTo>
                    <a:pt x="2479" y="134376"/>
                  </a:lnTo>
                  <a:lnTo>
                    <a:pt x="3291" y="134399"/>
                  </a:lnTo>
                  <a:lnTo>
                    <a:pt x="4052" y="133980"/>
                  </a:lnTo>
                  <a:lnTo>
                    <a:pt x="3379" y="133708"/>
                  </a:lnTo>
                  <a:lnTo>
                    <a:pt x="2433" y="133173"/>
                  </a:lnTo>
                  <a:lnTo>
                    <a:pt x="1788" y="132102"/>
                  </a:lnTo>
                  <a:lnTo>
                    <a:pt x="816" y="131752"/>
                  </a:lnTo>
                  <a:lnTo>
                    <a:pt x="165" y="130839"/>
                  </a:lnTo>
                  <a:lnTo>
                    <a:pt x="0" y="129460"/>
                  </a:lnTo>
                  <a:lnTo>
                    <a:pt x="186" y="128501"/>
                  </a:lnTo>
                  <a:lnTo>
                    <a:pt x="706" y="128193"/>
                  </a:lnTo>
                  <a:lnTo>
                    <a:pt x="1954" y="128402"/>
                  </a:lnTo>
                  <a:lnTo>
                    <a:pt x="5250" y="128242"/>
                  </a:lnTo>
                  <a:lnTo>
                    <a:pt x="8353" y="129216"/>
                  </a:lnTo>
                  <a:lnTo>
                    <a:pt x="10458" y="129768"/>
                  </a:lnTo>
                  <a:lnTo>
                    <a:pt x="14724" y="129490"/>
                  </a:lnTo>
                  <a:lnTo>
                    <a:pt x="17222" y="128620"/>
                  </a:lnTo>
                  <a:lnTo>
                    <a:pt x="16764" y="128380"/>
                  </a:lnTo>
                  <a:lnTo>
                    <a:pt x="14054" y="128883"/>
                  </a:lnTo>
                  <a:lnTo>
                    <a:pt x="11549" y="128862"/>
                  </a:lnTo>
                  <a:lnTo>
                    <a:pt x="7134" y="127879"/>
                  </a:lnTo>
                  <a:lnTo>
                    <a:pt x="5323" y="127563"/>
                  </a:lnTo>
                  <a:lnTo>
                    <a:pt x="3373" y="127702"/>
                  </a:lnTo>
                  <a:lnTo>
                    <a:pt x="2357" y="127404"/>
                  </a:lnTo>
                  <a:lnTo>
                    <a:pt x="1760" y="126432"/>
                  </a:lnTo>
                  <a:lnTo>
                    <a:pt x="2202" y="124574"/>
                  </a:lnTo>
                  <a:lnTo>
                    <a:pt x="3127" y="124172"/>
                  </a:lnTo>
                  <a:lnTo>
                    <a:pt x="3628" y="124657"/>
                  </a:lnTo>
                  <a:lnTo>
                    <a:pt x="4232" y="124688"/>
                  </a:lnTo>
                  <a:lnTo>
                    <a:pt x="4844" y="123912"/>
                  </a:lnTo>
                  <a:lnTo>
                    <a:pt x="5429" y="123469"/>
                  </a:lnTo>
                  <a:lnTo>
                    <a:pt x="5893" y="122468"/>
                  </a:lnTo>
                  <a:lnTo>
                    <a:pt x="7642" y="121519"/>
                  </a:lnTo>
                  <a:lnTo>
                    <a:pt x="8381" y="121439"/>
                  </a:lnTo>
                  <a:lnTo>
                    <a:pt x="9441" y="121001"/>
                  </a:lnTo>
                  <a:lnTo>
                    <a:pt x="10117" y="121125"/>
                  </a:lnTo>
                  <a:lnTo>
                    <a:pt x="10551" y="121564"/>
                  </a:lnTo>
                  <a:lnTo>
                    <a:pt x="11098" y="121928"/>
                  </a:lnTo>
                  <a:lnTo>
                    <a:pt x="12286" y="121883"/>
                  </a:lnTo>
                  <a:lnTo>
                    <a:pt x="15796" y="121123"/>
                  </a:lnTo>
                  <a:lnTo>
                    <a:pt x="16174" y="120900"/>
                  </a:lnTo>
                  <a:lnTo>
                    <a:pt x="16859" y="120275"/>
                  </a:lnTo>
                  <a:lnTo>
                    <a:pt x="14633" y="120554"/>
                  </a:lnTo>
                  <a:lnTo>
                    <a:pt x="12785" y="120997"/>
                  </a:lnTo>
                  <a:lnTo>
                    <a:pt x="11596" y="121121"/>
                  </a:lnTo>
                  <a:lnTo>
                    <a:pt x="11429" y="120567"/>
                  </a:lnTo>
                  <a:lnTo>
                    <a:pt x="11867" y="120075"/>
                  </a:lnTo>
                  <a:lnTo>
                    <a:pt x="12555" y="119552"/>
                  </a:lnTo>
                  <a:lnTo>
                    <a:pt x="12890" y="118661"/>
                  </a:lnTo>
                  <a:lnTo>
                    <a:pt x="13647" y="118280"/>
                  </a:lnTo>
                  <a:lnTo>
                    <a:pt x="14466" y="118300"/>
                  </a:lnTo>
                  <a:lnTo>
                    <a:pt x="16159" y="118138"/>
                  </a:lnTo>
                  <a:lnTo>
                    <a:pt x="17353" y="117907"/>
                  </a:lnTo>
                  <a:lnTo>
                    <a:pt x="19402" y="118062"/>
                  </a:lnTo>
                  <a:lnTo>
                    <a:pt x="22454" y="118403"/>
                  </a:lnTo>
                  <a:lnTo>
                    <a:pt x="24422" y="119233"/>
                  </a:lnTo>
                  <a:lnTo>
                    <a:pt x="25163" y="119158"/>
                  </a:lnTo>
                  <a:lnTo>
                    <a:pt x="25948" y="118937"/>
                  </a:lnTo>
                  <a:lnTo>
                    <a:pt x="26304" y="118636"/>
                  </a:lnTo>
                  <a:lnTo>
                    <a:pt x="24759" y="118292"/>
                  </a:lnTo>
                  <a:lnTo>
                    <a:pt x="24672" y="117801"/>
                  </a:lnTo>
                  <a:lnTo>
                    <a:pt x="24863" y="117430"/>
                  </a:lnTo>
                  <a:lnTo>
                    <a:pt x="27382" y="116748"/>
                  </a:lnTo>
                  <a:lnTo>
                    <a:pt x="30134" y="116596"/>
                  </a:lnTo>
                  <a:lnTo>
                    <a:pt x="29661" y="116047"/>
                  </a:lnTo>
                  <a:lnTo>
                    <a:pt x="23633" y="116876"/>
                  </a:lnTo>
                  <a:lnTo>
                    <a:pt x="22060" y="116310"/>
                  </a:lnTo>
                  <a:lnTo>
                    <a:pt x="20818" y="116315"/>
                  </a:lnTo>
                  <a:lnTo>
                    <a:pt x="20005" y="116639"/>
                  </a:lnTo>
                  <a:lnTo>
                    <a:pt x="17688" y="117030"/>
                  </a:lnTo>
                  <a:lnTo>
                    <a:pt x="17262" y="116752"/>
                  </a:lnTo>
                  <a:lnTo>
                    <a:pt x="17702" y="115790"/>
                  </a:lnTo>
                  <a:lnTo>
                    <a:pt x="19090" y="114213"/>
                  </a:lnTo>
                  <a:lnTo>
                    <a:pt x="19206" y="113826"/>
                  </a:lnTo>
                  <a:lnTo>
                    <a:pt x="19850" y="113447"/>
                  </a:lnTo>
                  <a:lnTo>
                    <a:pt x="23450" y="112531"/>
                  </a:lnTo>
                  <a:lnTo>
                    <a:pt x="25180" y="111468"/>
                  </a:lnTo>
                  <a:lnTo>
                    <a:pt x="25959" y="111333"/>
                  </a:lnTo>
                  <a:lnTo>
                    <a:pt x="26733" y="111407"/>
                  </a:lnTo>
                  <a:lnTo>
                    <a:pt x="27909" y="111283"/>
                  </a:lnTo>
                  <a:lnTo>
                    <a:pt x="30182" y="111587"/>
                  </a:lnTo>
                  <a:lnTo>
                    <a:pt x="31228" y="112919"/>
                  </a:lnTo>
                  <a:lnTo>
                    <a:pt x="32168" y="113337"/>
                  </a:lnTo>
                  <a:lnTo>
                    <a:pt x="35126" y="115001"/>
                  </a:lnTo>
                  <a:lnTo>
                    <a:pt x="34993" y="114522"/>
                  </a:lnTo>
                  <a:lnTo>
                    <a:pt x="32433" y="112268"/>
                  </a:lnTo>
                  <a:lnTo>
                    <a:pt x="31455" y="111710"/>
                  </a:lnTo>
                  <a:lnTo>
                    <a:pt x="30725" y="110603"/>
                  </a:lnTo>
                  <a:lnTo>
                    <a:pt x="30975" y="109557"/>
                  </a:lnTo>
                  <a:lnTo>
                    <a:pt x="31799" y="108859"/>
                  </a:lnTo>
                  <a:lnTo>
                    <a:pt x="34719" y="108485"/>
                  </a:lnTo>
                  <a:lnTo>
                    <a:pt x="35243" y="108081"/>
                  </a:lnTo>
                  <a:lnTo>
                    <a:pt x="35295" y="107387"/>
                  </a:lnTo>
                  <a:lnTo>
                    <a:pt x="34847" y="106913"/>
                  </a:lnTo>
                  <a:lnTo>
                    <a:pt x="33773" y="106940"/>
                  </a:lnTo>
                  <a:lnTo>
                    <a:pt x="32887" y="106646"/>
                  </a:lnTo>
                  <a:lnTo>
                    <a:pt x="32643" y="105898"/>
                  </a:lnTo>
                  <a:lnTo>
                    <a:pt x="32997" y="105392"/>
                  </a:lnTo>
                  <a:lnTo>
                    <a:pt x="34681" y="104471"/>
                  </a:lnTo>
                  <a:lnTo>
                    <a:pt x="35603" y="104172"/>
                  </a:lnTo>
                  <a:lnTo>
                    <a:pt x="37200" y="103847"/>
                  </a:lnTo>
                  <a:lnTo>
                    <a:pt x="39976" y="104576"/>
                  </a:lnTo>
                  <a:lnTo>
                    <a:pt x="40187" y="104958"/>
                  </a:lnTo>
                  <a:lnTo>
                    <a:pt x="39409" y="105877"/>
                  </a:lnTo>
                  <a:lnTo>
                    <a:pt x="39487" y="106392"/>
                  </a:lnTo>
                  <a:lnTo>
                    <a:pt x="40167" y="106449"/>
                  </a:lnTo>
                  <a:lnTo>
                    <a:pt x="41753" y="104901"/>
                  </a:lnTo>
                  <a:lnTo>
                    <a:pt x="43617" y="104687"/>
                  </a:lnTo>
                  <a:lnTo>
                    <a:pt x="44389" y="104354"/>
                  </a:lnTo>
                  <a:lnTo>
                    <a:pt x="45284" y="104145"/>
                  </a:lnTo>
                  <a:lnTo>
                    <a:pt x="46564" y="105545"/>
                  </a:lnTo>
                  <a:lnTo>
                    <a:pt x="47125" y="105993"/>
                  </a:lnTo>
                  <a:lnTo>
                    <a:pt x="47547" y="106177"/>
                  </a:lnTo>
                  <a:lnTo>
                    <a:pt x="47955" y="107343"/>
                  </a:lnTo>
                  <a:lnTo>
                    <a:pt x="48350" y="107405"/>
                  </a:lnTo>
                  <a:lnTo>
                    <a:pt x="48914" y="106821"/>
                  </a:lnTo>
                  <a:lnTo>
                    <a:pt x="49936" y="106513"/>
                  </a:lnTo>
                  <a:lnTo>
                    <a:pt x="51369" y="106310"/>
                  </a:lnTo>
                  <a:lnTo>
                    <a:pt x="53742" y="106618"/>
                  </a:lnTo>
                  <a:lnTo>
                    <a:pt x="54817" y="106390"/>
                  </a:lnTo>
                  <a:lnTo>
                    <a:pt x="55343" y="106422"/>
                  </a:lnTo>
                  <a:lnTo>
                    <a:pt x="54838" y="105376"/>
                  </a:lnTo>
                  <a:lnTo>
                    <a:pt x="54525" y="105073"/>
                  </a:lnTo>
                  <a:lnTo>
                    <a:pt x="55014" y="104139"/>
                  </a:lnTo>
                  <a:lnTo>
                    <a:pt x="55524" y="103774"/>
                  </a:lnTo>
                  <a:lnTo>
                    <a:pt x="57163" y="103118"/>
                  </a:lnTo>
                  <a:lnTo>
                    <a:pt x="58728" y="102825"/>
                  </a:lnTo>
                  <a:lnTo>
                    <a:pt x="59749" y="102202"/>
                  </a:lnTo>
                  <a:lnTo>
                    <a:pt x="61120" y="101630"/>
                  </a:lnTo>
                  <a:lnTo>
                    <a:pt x="60904" y="101172"/>
                  </a:lnTo>
                  <a:lnTo>
                    <a:pt x="60523" y="100641"/>
                  </a:lnTo>
                  <a:lnTo>
                    <a:pt x="59636" y="100608"/>
                  </a:lnTo>
                  <a:lnTo>
                    <a:pt x="59274" y="100319"/>
                  </a:lnTo>
                  <a:lnTo>
                    <a:pt x="60400" y="99631"/>
                  </a:lnTo>
                  <a:lnTo>
                    <a:pt x="61942" y="98867"/>
                  </a:lnTo>
                  <a:lnTo>
                    <a:pt x="61673" y="98566"/>
                  </a:lnTo>
                  <a:lnTo>
                    <a:pt x="60514" y="98227"/>
                  </a:lnTo>
                  <a:lnTo>
                    <a:pt x="59633" y="98483"/>
                  </a:lnTo>
                  <a:lnTo>
                    <a:pt x="58324" y="99074"/>
                  </a:lnTo>
                  <a:lnTo>
                    <a:pt x="56801" y="100009"/>
                  </a:lnTo>
                  <a:lnTo>
                    <a:pt x="57297" y="100281"/>
                  </a:lnTo>
                  <a:lnTo>
                    <a:pt x="58060" y="101067"/>
                  </a:lnTo>
                  <a:lnTo>
                    <a:pt x="56996" y="102113"/>
                  </a:lnTo>
                  <a:lnTo>
                    <a:pt x="51360" y="104891"/>
                  </a:lnTo>
                  <a:lnTo>
                    <a:pt x="48673" y="105705"/>
                  </a:lnTo>
                  <a:lnTo>
                    <a:pt x="47433" y="105578"/>
                  </a:lnTo>
                  <a:lnTo>
                    <a:pt x="47137" y="104819"/>
                  </a:lnTo>
                  <a:lnTo>
                    <a:pt x="46565" y="104257"/>
                  </a:lnTo>
                  <a:lnTo>
                    <a:pt x="45952" y="103099"/>
                  </a:lnTo>
                  <a:lnTo>
                    <a:pt x="44909" y="103130"/>
                  </a:lnTo>
                  <a:lnTo>
                    <a:pt x="44317" y="103386"/>
                  </a:lnTo>
                  <a:lnTo>
                    <a:pt x="44058" y="103007"/>
                  </a:lnTo>
                  <a:lnTo>
                    <a:pt x="44507" y="101770"/>
                  </a:lnTo>
                  <a:lnTo>
                    <a:pt x="45389" y="100793"/>
                  </a:lnTo>
                  <a:lnTo>
                    <a:pt x="46869" y="100054"/>
                  </a:lnTo>
                  <a:lnTo>
                    <a:pt x="47579" y="99163"/>
                  </a:lnTo>
                  <a:lnTo>
                    <a:pt x="48246" y="97748"/>
                  </a:lnTo>
                  <a:lnTo>
                    <a:pt x="50387" y="96403"/>
                  </a:lnTo>
                  <a:lnTo>
                    <a:pt x="53503" y="93074"/>
                  </a:lnTo>
                  <a:lnTo>
                    <a:pt x="56042" y="92011"/>
                  </a:lnTo>
                  <a:lnTo>
                    <a:pt x="56972" y="90850"/>
                  </a:lnTo>
                  <a:lnTo>
                    <a:pt x="58468" y="90336"/>
                  </a:lnTo>
                  <a:lnTo>
                    <a:pt x="59745" y="89431"/>
                  </a:lnTo>
                  <a:lnTo>
                    <a:pt x="60747" y="89341"/>
                  </a:lnTo>
                  <a:lnTo>
                    <a:pt x="62568" y="88526"/>
                  </a:lnTo>
                  <a:lnTo>
                    <a:pt x="63600" y="87556"/>
                  </a:lnTo>
                  <a:lnTo>
                    <a:pt x="62927" y="87495"/>
                  </a:lnTo>
                  <a:lnTo>
                    <a:pt x="61326" y="88126"/>
                  </a:lnTo>
                  <a:lnTo>
                    <a:pt x="60420" y="88381"/>
                  </a:lnTo>
                  <a:lnTo>
                    <a:pt x="60484" y="87340"/>
                  </a:lnTo>
                  <a:lnTo>
                    <a:pt x="60923" y="86273"/>
                  </a:lnTo>
                  <a:lnTo>
                    <a:pt x="62242" y="85297"/>
                  </a:lnTo>
                  <a:lnTo>
                    <a:pt x="68584" y="82464"/>
                  </a:lnTo>
                  <a:lnTo>
                    <a:pt x="69217" y="82933"/>
                  </a:lnTo>
                  <a:lnTo>
                    <a:pt x="69973" y="83761"/>
                  </a:lnTo>
                  <a:lnTo>
                    <a:pt x="71883" y="83574"/>
                  </a:lnTo>
                  <a:lnTo>
                    <a:pt x="74059" y="81970"/>
                  </a:lnTo>
                  <a:lnTo>
                    <a:pt x="75735" y="80228"/>
                  </a:lnTo>
                  <a:lnTo>
                    <a:pt x="74829" y="80532"/>
                  </a:lnTo>
                  <a:lnTo>
                    <a:pt x="73841" y="81245"/>
                  </a:lnTo>
                  <a:lnTo>
                    <a:pt x="71915" y="82236"/>
                  </a:lnTo>
                  <a:lnTo>
                    <a:pt x="71024" y="82393"/>
                  </a:lnTo>
                  <a:lnTo>
                    <a:pt x="70516" y="82264"/>
                  </a:lnTo>
                  <a:lnTo>
                    <a:pt x="70233" y="81603"/>
                  </a:lnTo>
                  <a:lnTo>
                    <a:pt x="69565" y="81388"/>
                  </a:lnTo>
                  <a:lnTo>
                    <a:pt x="68962" y="81537"/>
                  </a:lnTo>
                  <a:lnTo>
                    <a:pt x="68340" y="81067"/>
                  </a:lnTo>
                  <a:lnTo>
                    <a:pt x="68229" y="79906"/>
                  </a:lnTo>
                  <a:lnTo>
                    <a:pt x="69025" y="78178"/>
                  </a:lnTo>
                  <a:lnTo>
                    <a:pt x="69655" y="77036"/>
                  </a:lnTo>
                  <a:lnTo>
                    <a:pt x="70336" y="76171"/>
                  </a:lnTo>
                  <a:lnTo>
                    <a:pt x="73012" y="73716"/>
                  </a:lnTo>
                  <a:lnTo>
                    <a:pt x="73591" y="72377"/>
                  </a:lnTo>
                  <a:lnTo>
                    <a:pt x="74801" y="71670"/>
                  </a:lnTo>
                  <a:lnTo>
                    <a:pt x="76373" y="71827"/>
                  </a:lnTo>
                  <a:lnTo>
                    <a:pt x="76847" y="71623"/>
                  </a:lnTo>
                  <a:lnTo>
                    <a:pt x="76308" y="70745"/>
                  </a:lnTo>
                  <a:lnTo>
                    <a:pt x="74594" y="70049"/>
                  </a:lnTo>
                  <a:lnTo>
                    <a:pt x="74489" y="69612"/>
                  </a:lnTo>
                  <a:lnTo>
                    <a:pt x="80196" y="68463"/>
                  </a:lnTo>
                  <a:lnTo>
                    <a:pt x="82915" y="68502"/>
                  </a:lnTo>
                  <a:lnTo>
                    <a:pt x="83721" y="67929"/>
                  </a:lnTo>
                  <a:lnTo>
                    <a:pt x="85198" y="67562"/>
                  </a:lnTo>
                  <a:lnTo>
                    <a:pt x="86318" y="66862"/>
                  </a:lnTo>
                  <a:lnTo>
                    <a:pt x="85741" y="66553"/>
                  </a:lnTo>
                  <a:lnTo>
                    <a:pt x="82980" y="67197"/>
                  </a:lnTo>
                  <a:lnTo>
                    <a:pt x="81254" y="67499"/>
                  </a:lnTo>
                  <a:lnTo>
                    <a:pt x="80474" y="67489"/>
                  </a:lnTo>
                  <a:lnTo>
                    <a:pt x="79865" y="67711"/>
                  </a:lnTo>
                  <a:lnTo>
                    <a:pt x="77658" y="67795"/>
                  </a:lnTo>
                  <a:lnTo>
                    <a:pt x="77179" y="65004"/>
                  </a:lnTo>
                  <a:lnTo>
                    <a:pt x="77525" y="63489"/>
                  </a:lnTo>
                  <a:lnTo>
                    <a:pt x="78347" y="63520"/>
                  </a:lnTo>
                  <a:lnTo>
                    <a:pt x="78534" y="62074"/>
                  </a:lnTo>
                  <a:lnTo>
                    <a:pt x="79484" y="61223"/>
                  </a:lnTo>
                  <a:lnTo>
                    <a:pt x="80795" y="61032"/>
                  </a:lnTo>
                  <a:lnTo>
                    <a:pt x="81456" y="60668"/>
                  </a:lnTo>
                  <a:lnTo>
                    <a:pt x="82410" y="59926"/>
                  </a:lnTo>
                  <a:lnTo>
                    <a:pt x="83989" y="60099"/>
                  </a:lnTo>
                  <a:lnTo>
                    <a:pt x="85611" y="59933"/>
                  </a:lnTo>
                  <a:lnTo>
                    <a:pt x="85210" y="59584"/>
                  </a:lnTo>
                  <a:lnTo>
                    <a:pt x="83195" y="59134"/>
                  </a:lnTo>
                  <a:lnTo>
                    <a:pt x="82698" y="58361"/>
                  </a:lnTo>
                  <a:lnTo>
                    <a:pt x="83409" y="57929"/>
                  </a:lnTo>
                  <a:lnTo>
                    <a:pt x="84182" y="57611"/>
                  </a:lnTo>
                  <a:lnTo>
                    <a:pt x="84861" y="57554"/>
                  </a:lnTo>
                  <a:lnTo>
                    <a:pt x="86206" y="56045"/>
                  </a:lnTo>
                  <a:lnTo>
                    <a:pt x="87024" y="55401"/>
                  </a:lnTo>
                  <a:lnTo>
                    <a:pt x="87940" y="55513"/>
                  </a:lnTo>
                  <a:lnTo>
                    <a:pt x="89215" y="54848"/>
                  </a:lnTo>
                  <a:lnTo>
                    <a:pt x="90467" y="55075"/>
                  </a:lnTo>
                  <a:lnTo>
                    <a:pt x="91678" y="54639"/>
                  </a:lnTo>
                  <a:lnTo>
                    <a:pt x="93333" y="54352"/>
                  </a:lnTo>
                  <a:lnTo>
                    <a:pt x="99389" y="54241"/>
                  </a:lnTo>
                  <a:lnTo>
                    <a:pt x="99569" y="53624"/>
                  </a:lnTo>
                  <a:lnTo>
                    <a:pt x="98295" y="53481"/>
                  </a:lnTo>
                  <a:lnTo>
                    <a:pt x="93795" y="53322"/>
                  </a:lnTo>
                  <a:lnTo>
                    <a:pt x="91497" y="53334"/>
                  </a:lnTo>
                  <a:lnTo>
                    <a:pt x="90529" y="53494"/>
                  </a:lnTo>
                  <a:lnTo>
                    <a:pt x="90174" y="53279"/>
                  </a:lnTo>
                  <a:lnTo>
                    <a:pt x="90237" y="52910"/>
                  </a:lnTo>
                  <a:lnTo>
                    <a:pt x="91072" y="52326"/>
                  </a:lnTo>
                  <a:lnTo>
                    <a:pt x="91468" y="51680"/>
                  </a:lnTo>
                  <a:lnTo>
                    <a:pt x="93138" y="50104"/>
                  </a:lnTo>
                  <a:lnTo>
                    <a:pt x="95095" y="49055"/>
                  </a:lnTo>
                  <a:lnTo>
                    <a:pt x="96596" y="49323"/>
                  </a:lnTo>
                  <a:lnTo>
                    <a:pt x="98191" y="50326"/>
                  </a:lnTo>
                  <a:lnTo>
                    <a:pt x="99329" y="50451"/>
                  </a:lnTo>
                  <a:lnTo>
                    <a:pt x="99858" y="50775"/>
                  </a:lnTo>
                  <a:lnTo>
                    <a:pt x="100687" y="52158"/>
                  </a:lnTo>
                  <a:lnTo>
                    <a:pt x="101080" y="52203"/>
                  </a:lnTo>
                  <a:lnTo>
                    <a:pt x="100902" y="50874"/>
                  </a:lnTo>
                  <a:lnTo>
                    <a:pt x="101998" y="49792"/>
                  </a:lnTo>
                  <a:lnTo>
                    <a:pt x="101712" y="49493"/>
                  </a:lnTo>
                  <a:lnTo>
                    <a:pt x="100066" y="49884"/>
                  </a:lnTo>
                  <a:lnTo>
                    <a:pt x="98805" y="49478"/>
                  </a:lnTo>
                  <a:lnTo>
                    <a:pt x="97809" y="48666"/>
                  </a:lnTo>
                  <a:lnTo>
                    <a:pt x="97524" y="47924"/>
                  </a:lnTo>
                  <a:lnTo>
                    <a:pt x="98143" y="47190"/>
                  </a:lnTo>
                  <a:lnTo>
                    <a:pt x="98727" y="46821"/>
                  </a:lnTo>
                  <a:lnTo>
                    <a:pt x="98331" y="46391"/>
                  </a:lnTo>
                  <a:lnTo>
                    <a:pt x="95842" y="47544"/>
                  </a:lnTo>
                  <a:lnTo>
                    <a:pt x="94081" y="47813"/>
                  </a:lnTo>
                  <a:lnTo>
                    <a:pt x="93387" y="47651"/>
                  </a:lnTo>
                  <a:lnTo>
                    <a:pt x="93763" y="46606"/>
                  </a:lnTo>
                  <a:lnTo>
                    <a:pt x="93553" y="45776"/>
                  </a:lnTo>
                  <a:lnTo>
                    <a:pt x="95914" y="43734"/>
                  </a:lnTo>
                  <a:lnTo>
                    <a:pt x="96726" y="43497"/>
                  </a:lnTo>
                  <a:lnTo>
                    <a:pt x="98052" y="43662"/>
                  </a:lnTo>
                  <a:lnTo>
                    <a:pt x="99248" y="44238"/>
                  </a:lnTo>
                  <a:lnTo>
                    <a:pt x="100249" y="44146"/>
                  </a:lnTo>
                  <a:lnTo>
                    <a:pt x="101335" y="43838"/>
                  </a:lnTo>
                  <a:lnTo>
                    <a:pt x="101187" y="43286"/>
                  </a:lnTo>
                  <a:lnTo>
                    <a:pt x="98833" y="43066"/>
                  </a:lnTo>
                  <a:lnTo>
                    <a:pt x="98226" y="42608"/>
                  </a:lnTo>
                  <a:lnTo>
                    <a:pt x="98445" y="42158"/>
                  </a:lnTo>
                  <a:lnTo>
                    <a:pt x="100061" y="41682"/>
                  </a:lnTo>
                  <a:lnTo>
                    <a:pt x="101668" y="40824"/>
                  </a:lnTo>
                  <a:lnTo>
                    <a:pt x="103509" y="40576"/>
                  </a:lnTo>
                  <a:lnTo>
                    <a:pt x="104991" y="39927"/>
                  </a:lnTo>
                  <a:lnTo>
                    <a:pt x="105277" y="40074"/>
                  </a:lnTo>
                  <a:lnTo>
                    <a:pt x="105527" y="40328"/>
                  </a:lnTo>
                  <a:lnTo>
                    <a:pt x="106059" y="42735"/>
                  </a:lnTo>
                  <a:lnTo>
                    <a:pt x="107383" y="44699"/>
                  </a:lnTo>
                  <a:lnTo>
                    <a:pt x="107871" y="44770"/>
                  </a:lnTo>
                  <a:lnTo>
                    <a:pt x="107363" y="43100"/>
                  </a:lnTo>
                  <a:lnTo>
                    <a:pt x="107837" y="42620"/>
                  </a:lnTo>
                  <a:lnTo>
                    <a:pt x="108438" y="42254"/>
                  </a:lnTo>
                  <a:lnTo>
                    <a:pt x="108625" y="41839"/>
                  </a:lnTo>
                  <a:lnTo>
                    <a:pt x="107937" y="41697"/>
                  </a:lnTo>
                  <a:lnTo>
                    <a:pt x="107374" y="41101"/>
                  </a:lnTo>
                  <a:lnTo>
                    <a:pt x="106570" y="39194"/>
                  </a:lnTo>
                  <a:lnTo>
                    <a:pt x="106845" y="38699"/>
                  </a:lnTo>
                  <a:lnTo>
                    <a:pt x="108586" y="37683"/>
                  </a:lnTo>
                  <a:lnTo>
                    <a:pt x="110771" y="37450"/>
                  </a:lnTo>
                  <a:lnTo>
                    <a:pt x="113100" y="38161"/>
                  </a:lnTo>
                  <a:lnTo>
                    <a:pt x="113917" y="38170"/>
                  </a:lnTo>
                  <a:lnTo>
                    <a:pt x="115267" y="37978"/>
                  </a:lnTo>
                  <a:lnTo>
                    <a:pt x="117557" y="37393"/>
                  </a:lnTo>
                  <a:lnTo>
                    <a:pt x="118904" y="37171"/>
                  </a:lnTo>
                  <a:lnTo>
                    <a:pt x="119608" y="37171"/>
                  </a:lnTo>
                  <a:lnTo>
                    <a:pt x="119781" y="36876"/>
                  </a:lnTo>
                  <a:lnTo>
                    <a:pt x="119130" y="36686"/>
                  </a:lnTo>
                  <a:lnTo>
                    <a:pt x="118920" y="36501"/>
                  </a:lnTo>
                  <a:lnTo>
                    <a:pt x="118409" y="36395"/>
                  </a:lnTo>
                  <a:lnTo>
                    <a:pt x="116292" y="36711"/>
                  </a:lnTo>
                  <a:lnTo>
                    <a:pt x="110450" y="36611"/>
                  </a:lnTo>
                  <a:lnTo>
                    <a:pt x="109886" y="36273"/>
                  </a:lnTo>
                  <a:lnTo>
                    <a:pt x="109783" y="35688"/>
                  </a:lnTo>
                  <a:lnTo>
                    <a:pt x="110403" y="34850"/>
                  </a:lnTo>
                  <a:lnTo>
                    <a:pt x="111084" y="34388"/>
                  </a:lnTo>
                  <a:lnTo>
                    <a:pt x="113286" y="33557"/>
                  </a:lnTo>
                  <a:lnTo>
                    <a:pt x="115618" y="33444"/>
                  </a:lnTo>
                  <a:lnTo>
                    <a:pt x="118075" y="31967"/>
                  </a:lnTo>
                  <a:lnTo>
                    <a:pt x="119013" y="30860"/>
                  </a:lnTo>
                  <a:lnTo>
                    <a:pt x="119546" y="29153"/>
                  </a:lnTo>
                  <a:lnTo>
                    <a:pt x="121043" y="27773"/>
                  </a:lnTo>
                  <a:lnTo>
                    <a:pt x="124798" y="26989"/>
                  </a:lnTo>
                  <a:lnTo>
                    <a:pt x="124950" y="26641"/>
                  </a:lnTo>
                  <a:lnTo>
                    <a:pt x="124551" y="25924"/>
                  </a:lnTo>
                  <a:lnTo>
                    <a:pt x="124583" y="24632"/>
                  </a:lnTo>
                  <a:lnTo>
                    <a:pt x="125612" y="23128"/>
                  </a:lnTo>
                  <a:lnTo>
                    <a:pt x="126296" y="22605"/>
                  </a:lnTo>
                  <a:lnTo>
                    <a:pt x="126612" y="22542"/>
                  </a:lnTo>
                  <a:lnTo>
                    <a:pt x="127421" y="23034"/>
                  </a:lnTo>
                  <a:lnTo>
                    <a:pt x="128404" y="24080"/>
                  </a:lnTo>
                  <a:lnTo>
                    <a:pt x="129945" y="24679"/>
                  </a:lnTo>
                  <a:lnTo>
                    <a:pt x="131965" y="24783"/>
                  </a:lnTo>
                  <a:lnTo>
                    <a:pt x="132503" y="24488"/>
                  </a:lnTo>
                  <a:lnTo>
                    <a:pt x="130934" y="23891"/>
                  </a:lnTo>
                  <a:lnTo>
                    <a:pt x="129746" y="23110"/>
                  </a:lnTo>
                  <a:lnTo>
                    <a:pt x="129651" y="22326"/>
                  </a:lnTo>
                  <a:lnTo>
                    <a:pt x="130215" y="21911"/>
                  </a:lnTo>
                  <a:lnTo>
                    <a:pt x="131091" y="21957"/>
                  </a:lnTo>
                  <a:lnTo>
                    <a:pt x="132190" y="21869"/>
                  </a:lnTo>
                  <a:lnTo>
                    <a:pt x="133215" y="21342"/>
                  </a:lnTo>
                  <a:lnTo>
                    <a:pt x="133364" y="20972"/>
                  </a:lnTo>
                  <a:lnTo>
                    <a:pt x="133406" y="20469"/>
                  </a:lnTo>
                  <a:lnTo>
                    <a:pt x="133662" y="19958"/>
                  </a:lnTo>
                  <a:lnTo>
                    <a:pt x="135165" y="18738"/>
                  </a:lnTo>
                  <a:lnTo>
                    <a:pt x="139799" y="17944"/>
                  </a:lnTo>
                  <a:lnTo>
                    <a:pt x="140134" y="18267"/>
                  </a:lnTo>
                  <a:lnTo>
                    <a:pt x="139884" y="20620"/>
                  </a:lnTo>
                  <a:lnTo>
                    <a:pt x="139351" y="22142"/>
                  </a:lnTo>
                  <a:lnTo>
                    <a:pt x="139368" y="23255"/>
                  </a:lnTo>
                  <a:lnTo>
                    <a:pt x="140270" y="22142"/>
                  </a:lnTo>
                  <a:lnTo>
                    <a:pt x="141479" y="19097"/>
                  </a:lnTo>
                  <a:lnTo>
                    <a:pt x="142386" y="17667"/>
                  </a:lnTo>
                  <a:lnTo>
                    <a:pt x="143412" y="16847"/>
                  </a:lnTo>
                  <a:lnTo>
                    <a:pt x="144145" y="16661"/>
                  </a:lnTo>
                  <a:lnTo>
                    <a:pt x="144870" y="16236"/>
                  </a:lnTo>
                  <a:lnTo>
                    <a:pt x="145827" y="15984"/>
                  </a:lnTo>
                  <a:lnTo>
                    <a:pt x="146120" y="16310"/>
                  </a:lnTo>
                  <a:lnTo>
                    <a:pt x="146423" y="17067"/>
                  </a:lnTo>
                  <a:lnTo>
                    <a:pt x="145907" y="19727"/>
                  </a:lnTo>
                  <a:lnTo>
                    <a:pt x="145959" y="20568"/>
                  </a:lnTo>
                  <a:lnTo>
                    <a:pt x="145382" y="21695"/>
                  </a:lnTo>
                  <a:lnTo>
                    <a:pt x="143174" y="24208"/>
                  </a:lnTo>
                  <a:lnTo>
                    <a:pt x="143275" y="24529"/>
                  </a:lnTo>
                  <a:lnTo>
                    <a:pt x="143774" y="24410"/>
                  </a:lnTo>
                  <a:lnTo>
                    <a:pt x="144630" y="23995"/>
                  </a:lnTo>
                  <a:lnTo>
                    <a:pt x="147364" y="21608"/>
                  </a:lnTo>
                  <a:lnTo>
                    <a:pt x="149756" y="21909"/>
                  </a:lnTo>
                  <a:lnTo>
                    <a:pt x="149785" y="21713"/>
                  </a:lnTo>
                  <a:lnTo>
                    <a:pt x="149018" y="21013"/>
                  </a:lnTo>
                  <a:lnTo>
                    <a:pt x="148081" y="20342"/>
                  </a:lnTo>
                  <a:lnTo>
                    <a:pt x="147800" y="19512"/>
                  </a:lnTo>
                  <a:lnTo>
                    <a:pt x="147925" y="17298"/>
                  </a:lnTo>
                  <a:lnTo>
                    <a:pt x="148645" y="16422"/>
                  </a:lnTo>
                  <a:lnTo>
                    <a:pt x="150710" y="16514"/>
                  </a:lnTo>
                  <a:lnTo>
                    <a:pt x="151947" y="16392"/>
                  </a:lnTo>
                  <a:lnTo>
                    <a:pt x="152524" y="16791"/>
                  </a:lnTo>
                  <a:lnTo>
                    <a:pt x="153763" y="16762"/>
                  </a:lnTo>
                  <a:lnTo>
                    <a:pt x="154621" y="15176"/>
                  </a:lnTo>
                  <a:lnTo>
                    <a:pt x="156316" y="15037"/>
                  </a:lnTo>
                  <a:lnTo>
                    <a:pt x="157805" y="16085"/>
                  </a:lnTo>
                  <a:lnTo>
                    <a:pt x="159596" y="16791"/>
                  </a:lnTo>
                  <a:lnTo>
                    <a:pt x="161036" y="17806"/>
                  </a:lnTo>
                  <a:lnTo>
                    <a:pt x="161442" y="17528"/>
                  </a:lnTo>
                  <a:lnTo>
                    <a:pt x="160665" y="15162"/>
                  </a:lnTo>
                  <a:lnTo>
                    <a:pt x="159815" y="14300"/>
                  </a:lnTo>
                  <a:lnTo>
                    <a:pt x="157971" y="13851"/>
                  </a:lnTo>
                  <a:lnTo>
                    <a:pt x="156009" y="12788"/>
                  </a:lnTo>
                  <a:lnTo>
                    <a:pt x="155497" y="12316"/>
                  </a:lnTo>
                  <a:lnTo>
                    <a:pt x="155586" y="11966"/>
                  </a:lnTo>
                  <a:lnTo>
                    <a:pt x="157318" y="11627"/>
                  </a:lnTo>
                  <a:lnTo>
                    <a:pt x="159603" y="12015"/>
                  </a:lnTo>
                  <a:lnTo>
                    <a:pt x="161639" y="11129"/>
                  </a:lnTo>
                  <a:lnTo>
                    <a:pt x="162196" y="11372"/>
                  </a:lnTo>
                  <a:lnTo>
                    <a:pt x="163757" y="10909"/>
                  </a:lnTo>
                  <a:lnTo>
                    <a:pt x="164727" y="11532"/>
                  </a:lnTo>
                  <a:lnTo>
                    <a:pt x="165322" y="11347"/>
                  </a:lnTo>
                  <a:lnTo>
                    <a:pt x="165666" y="10512"/>
                  </a:lnTo>
                  <a:lnTo>
                    <a:pt x="168158" y="9994"/>
                  </a:lnTo>
                  <a:lnTo>
                    <a:pt x="169739" y="10472"/>
                  </a:lnTo>
                  <a:lnTo>
                    <a:pt x="170586" y="10967"/>
                  </a:lnTo>
                  <a:lnTo>
                    <a:pt x="170980" y="11918"/>
                  </a:lnTo>
                  <a:lnTo>
                    <a:pt x="171582" y="13800"/>
                  </a:lnTo>
                  <a:lnTo>
                    <a:pt x="172816" y="14816"/>
                  </a:lnTo>
                  <a:lnTo>
                    <a:pt x="173582" y="15314"/>
                  </a:lnTo>
                  <a:lnTo>
                    <a:pt x="174490" y="15452"/>
                  </a:lnTo>
                  <a:lnTo>
                    <a:pt x="174928" y="14945"/>
                  </a:lnTo>
                  <a:lnTo>
                    <a:pt x="174077" y="14334"/>
                  </a:lnTo>
                  <a:lnTo>
                    <a:pt x="173848" y="13759"/>
                  </a:lnTo>
                  <a:lnTo>
                    <a:pt x="174256" y="12331"/>
                  </a:lnTo>
                  <a:lnTo>
                    <a:pt x="174732" y="11769"/>
                  </a:lnTo>
                  <a:lnTo>
                    <a:pt x="177398" y="9645"/>
                  </a:lnTo>
                  <a:lnTo>
                    <a:pt x="179630" y="8543"/>
                  </a:lnTo>
                  <a:lnTo>
                    <a:pt x="180967" y="8451"/>
                  </a:lnTo>
                  <a:lnTo>
                    <a:pt x="183304" y="5982"/>
                  </a:lnTo>
                  <a:lnTo>
                    <a:pt x="183967" y="5533"/>
                  </a:lnTo>
                  <a:lnTo>
                    <a:pt x="184577" y="5429"/>
                  </a:lnTo>
                  <a:lnTo>
                    <a:pt x="184421" y="4825"/>
                  </a:lnTo>
                  <a:lnTo>
                    <a:pt x="183140" y="4443"/>
                  </a:lnTo>
                  <a:lnTo>
                    <a:pt x="183096" y="3696"/>
                  </a:lnTo>
                  <a:lnTo>
                    <a:pt x="184783" y="2786"/>
                  </a:lnTo>
                  <a:lnTo>
                    <a:pt x="186828" y="1259"/>
                  </a:lnTo>
                  <a:lnTo>
                    <a:pt x="187838" y="1155"/>
                  </a:lnTo>
                  <a:lnTo>
                    <a:pt x="188471" y="1580"/>
                  </a:lnTo>
                  <a:lnTo>
                    <a:pt x="190463" y="2269"/>
                  </a:lnTo>
                  <a:lnTo>
                    <a:pt x="191683" y="3058"/>
                  </a:lnTo>
                  <a:lnTo>
                    <a:pt x="192568" y="3456"/>
                  </a:lnTo>
                  <a:lnTo>
                    <a:pt x="193142" y="3373"/>
                  </a:lnTo>
                  <a:lnTo>
                    <a:pt x="193617" y="2780"/>
                  </a:lnTo>
                  <a:lnTo>
                    <a:pt x="194188" y="2502"/>
                  </a:lnTo>
                  <a:lnTo>
                    <a:pt x="195455" y="2658"/>
                  </a:lnTo>
                  <a:lnTo>
                    <a:pt x="196210" y="3040"/>
                  </a:lnTo>
                  <a:lnTo>
                    <a:pt x="196799" y="3090"/>
                  </a:lnTo>
                  <a:lnTo>
                    <a:pt x="197331" y="3321"/>
                  </a:lnTo>
                  <a:lnTo>
                    <a:pt x="197457" y="3828"/>
                  </a:lnTo>
                  <a:lnTo>
                    <a:pt x="196361" y="4381"/>
                  </a:lnTo>
                  <a:lnTo>
                    <a:pt x="194494" y="5848"/>
                  </a:lnTo>
                  <a:lnTo>
                    <a:pt x="192652" y="7516"/>
                  </a:lnTo>
                  <a:lnTo>
                    <a:pt x="192044" y="8395"/>
                  </a:lnTo>
                  <a:lnTo>
                    <a:pt x="191449" y="10702"/>
                  </a:lnTo>
                  <a:lnTo>
                    <a:pt x="190009" y="12177"/>
                  </a:lnTo>
                  <a:lnTo>
                    <a:pt x="189900" y="13212"/>
                  </a:lnTo>
                  <a:lnTo>
                    <a:pt x="190479" y="13700"/>
                  </a:lnTo>
                  <a:lnTo>
                    <a:pt x="192068" y="13317"/>
                  </a:lnTo>
                  <a:lnTo>
                    <a:pt x="194026" y="11936"/>
                  </a:lnTo>
                  <a:lnTo>
                    <a:pt x="194515" y="10471"/>
                  </a:lnTo>
                  <a:lnTo>
                    <a:pt x="199412" y="6498"/>
                  </a:lnTo>
                  <a:lnTo>
                    <a:pt x="201709" y="4305"/>
                  </a:lnTo>
                  <a:lnTo>
                    <a:pt x="204321" y="2489"/>
                  </a:lnTo>
                  <a:lnTo>
                    <a:pt x="205781" y="2114"/>
                  </a:lnTo>
                  <a:lnTo>
                    <a:pt x="206469" y="3316"/>
                  </a:lnTo>
                  <a:lnTo>
                    <a:pt x="205915" y="4886"/>
                  </a:lnTo>
                  <a:lnTo>
                    <a:pt x="204806" y="5888"/>
                  </a:lnTo>
                  <a:lnTo>
                    <a:pt x="205623" y="6347"/>
                  </a:lnTo>
                  <a:lnTo>
                    <a:pt x="205467" y="7537"/>
                  </a:lnTo>
                  <a:lnTo>
                    <a:pt x="205212" y="8199"/>
                  </a:lnTo>
                  <a:lnTo>
                    <a:pt x="205050" y="8891"/>
                  </a:lnTo>
                  <a:lnTo>
                    <a:pt x="205060" y="9502"/>
                  </a:lnTo>
                  <a:lnTo>
                    <a:pt x="205827" y="9339"/>
                  </a:lnTo>
                  <a:lnTo>
                    <a:pt x="208885" y="8088"/>
                  </a:lnTo>
                  <a:lnTo>
                    <a:pt x="209660" y="6734"/>
                  </a:lnTo>
                  <a:lnTo>
                    <a:pt x="210379" y="5720"/>
                  </a:lnTo>
                  <a:lnTo>
                    <a:pt x="210723" y="4843"/>
                  </a:lnTo>
                  <a:lnTo>
                    <a:pt x="211912" y="4013"/>
                  </a:lnTo>
                  <a:lnTo>
                    <a:pt x="214156" y="4007"/>
                  </a:lnTo>
                  <a:lnTo>
                    <a:pt x="214242" y="3681"/>
                  </a:lnTo>
                  <a:lnTo>
                    <a:pt x="211531" y="2528"/>
                  </a:lnTo>
                  <a:lnTo>
                    <a:pt x="211211" y="2009"/>
                  </a:lnTo>
                  <a:lnTo>
                    <a:pt x="212123" y="1319"/>
                  </a:lnTo>
                  <a:lnTo>
                    <a:pt x="214634" y="0"/>
                  </a:lnTo>
                  <a:lnTo>
                    <a:pt x="215925" y="145"/>
                  </a:lnTo>
                  <a:lnTo>
                    <a:pt x="216696" y="445"/>
                  </a:lnTo>
                  <a:lnTo>
                    <a:pt x="219787" y="673"/>
                  </a:lnTo>
                  <a:lnTo>
                    <a:pt x="222157" y="1618"/>
                  </a:lnTo>
                  <a:lnTo>
                    <a:pt x="222067" y="3094"/>
                  </a:lnTo>
                  <a:lnTo>
                    <a:pt x="221538" y="3711"/>
                  </a:lnTo>
                  <a:lnTo>
                    <a:pt x="221018" y="4091"/>
                  </a:lnTo>
                  <a:lnTo>
                    <a:pt x="217982" y="5212"/>
                  </a:lnTo>
                  <a:lnTo>
                    <a:pt x="217482" y="5765"/>
                  </a:lnTo>
                  <a:lnTo>
                    <a:pt x="218435" y="5956"/>
                  </a:lnTo>
                  <a:lnTo>
                    <a:pt x="220486" y="5397"/>
                  </a:lnTo>
                  <a:lnTo>
                    <a:pt x="221017" y="5904"/>
                  </a:lnTo>
                  <a:lnTo>
                    <a:pt x="220364" y="7174"/>
                  </a:lnTo>
                  <a:lnTo>
                    <a:pt x="220253" y="9081"/>
                  </a:lnTo>
                  <a:lnTo>
                    <a:pt x="220017" y="10194"/>
                  </a:lnTo>
                  <a:lnTo>
                    <a:pt x="220017" y="11209"/>
                  </a:lnTo>
                  <a:lnTo>
                    <a:pt x="220272" y="11754"/>
                  </a:lnTo>
                  <a:lnTo>
                    <a:pt x="221096" y="9594"/>
                  </a:lnTo>
                  <a:lnTo>
                    <a:pt x="221378" y="9041"/>
                  </a:lnTo>
                  <a:lnTo>
                    <a:pt x="222583" y="8228"/>
                  </a:lnTo>
                  <a:lnTo>
                    <a:pt x="223032" y="6590"/>
                  </a:lnTo>
                  <a:lnTo>
                    <a:pt x="224211" y="4625"/>
                  </a:lnTo>
                  <a:lnTo>
                    <a:pt x="225540" y="3484"/>
                  </a:lnTo>
                  <a:lnTo>
                    <a:pt x="226313" y="3171"/>
                  </a:lnTo>
                  <a:lnTo>
                    <a:pt x="228875" y="3215"/>
                  </a:lnTo>
                  <a:lnTo>
                    <a:pt x="229975" y="3645"/>
                  </a:lnTo>
                  <a:lnTo>
                    <a:pt x="230945" y="4600"/>
                  </a:lnTo>
                  <a:lnTo>
                    <a:pt x="231669" y="4981"/>
                  </a:lnTo>
                  <a:lnTo>
                    <a:pt x="233953" y="5387"/>
                  </a:lnTo>
                  <a:lnTo>
                    <a:pt x="234737" y="5896"/>
                  </a:lnTo>
                  <a:lnTo>
                    <a:pt x="234884" y="6199"/>
                  </a:lnTo>
                  <a:lnTo>
                    <a:pt x="235442" y="6259"/>
                  </a:lnTo>
                  <a:lnTo>
                    <a:pt x="236983" y="5536"/>
                  </a:lnTo>
                  <a:lnTo>
                    <a:pt x="237984" y="5416"/>
                  </a:lnTo>
                  <a:lnTo>
                    <a:pt x="239617" y="6543"/>
                  </a:lnTo>
                  <a:lnTo>
                    <a:pt x="239289" y="7378"/>
                  </a:lnTo>
                  <a:lnTo>
                    <a:pt x="239385" y="7643"/>
                  </a:lnTo>
                  <a:lnTo>
                    <a:pt x="241361" y="7589"/>
                  </a:lnTo>
                  <a:lnTo>
                    <a:pt x="243005" y="7917"/>
                  </a:lnTo>
                  <a:lnTo>
                    <a:pt x="246132" y="9626"/>
                  </a:lnTo>
                  <a:lnTo>
                    <a:pt x="246456" y="10425"/>
                  </a:lnTo>
                  <a:lnTo>
                    <a:pt x="246300" y="11393"/>
                  </a:lnTo>
                  <a:lnTo>
                    <a:pt x="241804" y="12461"/>
                  </a:lnTo>
                  <a:lnTo>
                    <a:pt x="239856" y="13482"/>
                  </a:lnTo>
                  <a:lnTo>
                    <a:pt x="236667" y="13875"/>
                  </a:lnTo>
                  <a:lnTo>
                    <a:pt x="225836" y="13193"/>
                  </a:lnTo>
                  <a:lnTo>
                    <a:pt x="226055" y="13930"/>
                  </a:lnTo>
                  <a:lnTo>
                    <a:pt x="233596" y="15545"/>
                  </a:lnTo>
                  <a:lnTo>
                    <a:pt x="234027" y="16006"/>
                  </a:lnTo>
                  <a:lnTo>
                    <a:pt x="233786" y="16977"/>
                  </a:lnTo>
                  <a:lnTo>
                    <a:pt x="233782" y="17756"/>
                  </a:lnTo>
                  <a:lnTo>
                    <a:pt x="233923" y="18288"/>
                  </a:lnTo>
                  <a:lnTo>
                    <a:pt x="234479" y="18784"/>
                  </a:lnTo>
                  <a:lnTo>
                    <a:pt x="235401" y="19017"/>
                  </a:lnTo>
                  <a:lnTo>
                    <a:pt x="237276" y="18894"/>
                  </a:lnTo>
                  <a:lnTo>
                    <a:pt x="238203" y="19160"/>
                  </a:lnTo>
                  <a:lnTo>
                    <a:pt x="238836" y="18765"/>
                  </a:lnTo>
                  <a:lnTo>
                    <a:pt x="239071" y="17436"/>
                  </a:lnTo>
                  <a:lnTo>
                    <a:pt x="239616" y="17143"/>
                  </a:lnTo>
                  <a:lnTo>
                    <a:pt x="240668" y="17528"/>
                  </a:lnTo>
                  <a:lnTo>
                    <a:pt x="241126" y="18948"/>
                  </a:lnTo>
                  <a:lnTo>
                    <a:pt x="241420" y="19095"/>
                  </a:lnTo>
                  <a:lnTo>
                    <a:pt x="241950" y="18082"/>
                  </a:lnTo>
                  <a:lnTo>
                    <a:pt x="242993" y="18155"/>
                  </a:lnTo>
                  <a:lnTo>
                    <a:pt x="244127" y="1807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g1107"/>
            <p:cNvSpPr/>
            <p:nvPr/>
          </p:nvSpPr>
          <p:spPr>
            <a:xfrm>
              <a:off x="4262067" y="1426271"/>
              <a:ext cx="7870" cy="2626"/>
            </a:xfrm>
            <a:custGeom>
              <a:avLst/>
              <a:pathLst>
                <a:path w="7870" h="2626">
                  <a:moveTo>
                    <a:pt x="2567" y="0"/>
                  </a:moveTo>
                  <a:lnTo>
                    <a:pt x="5095" y="533"/>
                  </a:lnTo>
                  <a:lnTo>
                    <a:pt x="5961" y="522"/>
                  </a:lnTo>
                  <a:lnTo>
                    <a:pt x="7215" y="1519"/>
                  </a:lnTo>
                  <a:lnTo>
                    <a:pt x="7870" y="1430"/>
                  </a:lnTo>
                  <a:lnTo>
                    <a:pt x="7746" y="2040"/>
                  </a:lnTo>
                  <a:lnTo>
                    <a:pt x="6478" y="2329"/>
                  </a:lnTo>
                  <a:lnTo>
                    <a:pt x="4506" y="2504"/>
                  </a:lnTo>
                  <a:lnTo>
                    <a:pt x="4212" y="2626"/>
                  </a:lnTo>
                  <a:lnTo>
                    <a:pt x="2526" y="2528"/>
                  </a:lnTo>
                  <a:lnTo>
                    <a:pt x="1580" y="1708"/>
                  </a:lnTo>
                  <a:lnTo>
                    <a:pt x="0" y="1505"/>
                  </a:lnTo>
                  <a:lnTo>
                    <a:pt x="2" y="1242"/>
                  </a:lnTo>
                  <a:lnTo>
                    <a:pt x="1026" y="62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g1108"/>
            <p:cNvSpPr/>
            <p:nvPr/>
          </p:nvSpPr>
          <p:spPr>
            <a:xfrm>
              <a:off x="3936484" y="1425775"/>
              <a:ext cx="10596" cy="4812"/>
            </a:xfrm>
            <a:custGeom>
              <a:avLst/>
              <a:pathLst>
                <a:path w="10596" h="4812">
                  <a:moveTo>
                    <a:pt x="1374" y="4721"/>
                  </a:moveTo>
                  <a:lnTo>
                    <a:pt x="502" y="4812"/>
                  </a:lnTo>
                  <a:lnTo>
                    <a:pt x="0" y="4502"/>
                  </a:lnTo>
                  <a:lnTo>
                    <a:pt x="1269" y="3651"/>
                  </a:lnTo>
                  <a:lnTo>
                    <a:pt x="5469" y="2050"/>
                  </a:lnTo>
                  <a:lnTo>
                    <a:pt x="7144" y="523"/>
                  </a:lnTo>
                  <a:lnTo>
                    <a:pt x="10383" y="0"/>
                  </a:lnTo>
                  <a:lnTo>
                    <a:pt x="10596" y="848"/>
                  </a:lnTo>
                  <a:lnTo>
                    <a:pt x="10376" y="1902"/>
                  </a:lnTo>
                  <a:lnTo>
                    <a:pt x="7535" y="2741"/>
                  </a:lnTo>
                  <a:lnTo>
                    <a:pt x="4385" y="330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g1109"/>
            <p:cNvSpPr/>
            <p:nvPr/>
          </p:nvSpPr>
          <p:spPr>
            <a:xfrm>
              <a:off x="4200406" y="1379186"/>
              <a:ext cx="4515" cy="2312"/>
            </a:xfrm>
            <a:custGeom>
              <a:avLst/>
              <a:pathLst>
                <a:path w="4515" h="2312">
                  <a:moveTo>
                    <a:pt x="3991" y="1769"/>
                  </a:moveTo>
                  <a:lnTo>
                    <a:pt x="2848" y="2312"/>
                  </a:lnTo>
                  <a:lnTo>
                    <a:pt x="1136" y="1496"/>
                  </a:lnTo>
                  <a:lnTo>
                    <a:pt x="0" y="449"/>
                  </a:lnTo>
                  <a:lnTo>
                    <a:pt x="603" y="52"/>
                  </a:lnTo>
                  <a:lnTo>
                    <a:pt x="3646" y="0"/>
                  </a:lnTo>
                  <a:lnTo>
                    <a:pt x="4390" y="543"/>
                  </a:lnTo>
                  <a:lnTo>
                    <a:pt x="4515" y="85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g1110"/>
            <p:cNvSpPr/>
            <p:nvPr/>
          </p:nvSpPr>
          <p:spPr>
            <a:xfrm>
              <a:off x="4213940" y="1322283"/>
              <a:ext cx="44219" cy="18563"/>
            </a:xfrm>
            <a:custGeom>
              <a:avLst/>
              <a:pathLst>
                <a:path w="44219" h="18563">
                  <a:moveTo>
                    <a:pt x="13057" y="25"/>
                  </a:moveTo>
                  <a:lnTo>
                    <a:pt x="14358" y="356"/>
                  </a:lnTo>
                  <a:lnTo>
                    <a:pt x="17173" y="287"/>
                  </a:lnTo>
                  <a:lnTo>
                    <a:pt x="18726" y="2648"/>
                  </a:lnTo>
                  <a:lnTo>
                    <a:pt x="19598" y="5152"/>
                  </a:lnTo>
                  <a:lnTo>
                    <a:pt x="21016" y="5332"/>
                  </a:lnTo>
                  <a:lnTo>
                    <a:pt x="23714" y="4988"/>
                  </a:lnTo>
                  <a:lnTo>
                    <a:pt x="26120" y="4820"/>
                  </a:lnTo>
                  <a:lnTo>
                    <a:pt x="27354" y="5006"/>
                  </a:lnTo>
                  <a:lnTo>
                    <a:pt x="29552" y="5736"/>
                  </a:lnTo>
                  <a:lnTo>
                    <a:pt x="30501" y="6250"/>
                  </a:lnTo>
                  <a:lnTo>
                    <a:pt x="29675" y="6653"/>
                  </a:lnTo>
                  <a:lnTo>
                    <a:pt x="27663" y="7106"/>
                  </a:lnTo>
                  <a:lnTo>
                    <a:pt x="27330" y="8453"/>
                  </a:lnTo>
                  <a:lnTo>
                    <a:pt x="29353" y="8922"/>
                  </a:lnTo>
                  <a:lnTo>
                    <a:pt x="32697" y="10072"/>
                  </a:lnTo>
                  <a:lnTo>
                    <a:pt x="34579" y="10221"/>
                  </a:lnTo>
                  <a:lnTo>
                    <a:pt x="37941" y="9749"/>
                  </a:lnTo>
                  <a:lnTo>
                    <a:pt x="41093" y="10644"/>
                  </a:lnTo>
                  <a:lnTo>
                    <a:pt x="44219" y="11729"/>
                  </a:lnTo>
                  <a:lnTo>
                    <a:pt x="36914" y="13101"/>
                  </a:lnTo>
                  <a:lnTo>
                    <a:pt x="36272" y="13486"/>
                  </a:lnTo>
                  <a:lnTo>
                    <a:pt x="35260" y="14503"/>
                  </a:lnTo>
                  <a:lnTo>
                    <a:pt x="34184" y="15340"/>
                  </a:lnTo>
                  <a:lnTo>
                    <a:pt x="33190" y="15833"/>
                  </a:lnTo>
                  <a:lnTo>
                    <a:pt x="31005" y="16683"/>
                  </a:lnTo>
                  <a:lnTo>
                    <a:pt x="29829" y="16978"/>
                  </a:lnTo>
                  <a:lnTo>
                    <a:pt x="27185" y="16911"/>
                  </a:lnTo>
                  <a:lnTo>
                    <a:pt x="26194" y="17250"/>
                  </a:lnTo>
                  <a:lnTo>
                    <a:pt x="25275" y="17939"/>
                  </a:lnTo>
                  <a:lnTo>
                    <a:pt x="24350" y="18435"/>
                  </a:lnTo>
                  <a:lnTo>
                    <a:pt x="22003" y="18563"/>
                  </a:lnTo>
                  <a:lnTo>
                    <a:pt x="20804" y="17876"/>
                  </a:lnTo>
                  <a:lnTo>
                    <a:pt x="21200" y="17664"/>
                  </a:lnTo>
                  <a:lnTo>
                    <a:pt x="21369" y="17259"/>
                  </a:lnTo>
                  <a:lnTo>
                    <a:pt x="20951" y="16294"/>
                  </a:lnTo>
                  <a:lnTo>
                    <a:pt x="23188" y="15306"/>
                  </a:lnTo>
                  <a:lnTo>
                    <a:pt x="23696" y="14759"/>
                  </a:lnTo>
                  <a:lnTo>
                    <a:pt x="23249" y="14562"/>
                  </a:lnTo>
                  <a:lnTo>
                    <a:pt x="22633" y="14616"/>
                  </a:lnTo>
                  <a:lnTo>
                    <a:pt x="21005" y="14316"/>
                  </a:lnTo>
                  <a:lnTo>
                    <a:pt x="20523" y="14330"/>
                  </a:lnTo>
                  <a:lnTo>
                    <a:pt x="19173" y="14906"/>
                  </a:lnTo>
                  <a:lnTo>
                    <a:pt x="17302" y="15292"/>
                  </a:lnTo>
                  <a:lnTo>
                    <a:pt x="15404" y="15390"/>
                  </a:lnTo>
                  <a:lnTo>
                    <a:pt x="7776" y="16132"/>
                  </a:lnTo>
                  <a:lnTo>
                    <a:pt x="6624" y="15871"/>
                  </a:lnTo>
                  <a:lnTo>
                    <a:pt x="6104" y="14397"/>
                  </a:lnTo>
                  <a:lnTo>
                    <a:pt x="9206" y="13642"/>
                  </a:lnTo>
                  <a:lnTo>
                    <a:pt x="9683" y="12366"/>
                  </a:lnTo>
                  <a:lnTo>
                    <a:pt x="10466" y="11517"/>
                  </a:lnTo>
                  <a:lnTo>
                    <a:pt x="11380" y="10955"/>
                  </a:lnTo>
                  <a:lnTo>
                    <a:pt x="13060" y="9505"/>
                  </a:lnTo>
                  <a:lnTo>
                    <a:pt x="13483" y="9401"/>
                  </a:lnTo>
                  <a:lnTo>
                    <a:pt x="9295" y="8254"/>
                  </a:lnTo>
                  <a:lnTo>
                    <a:pt x="7639" y="7509"/>
                  </a:lnTo>
                  <a:lnTo>
                    <a:pt x="5837" y="6021"/>
                  </a:lnTo>
                  <a:lnTo>
                    <a:pt x="5283" y="4817"/>
                  </a:lnTo>
                  <a:lnTo>
                    <a:pt x="2841" y="3793"/>
                  </a:lnTo>
                  <a:lnTo>
                    <a:pt x="3144" y="2485"/>
                  </a:lnTo>
                  <a:lnTo>
                    <a:pt x="1370" y="2588"/>
                  </a:lnTo>
                  <a:lnTo>
                    <a:pt x="0" y="1669"/>
                  </a:lnTo>
                  <a:lnTo>
                    <a:pt x="1274" y="1154"/>
                  </a:lnTo>
                  <a:lnTo>
                    <a:pt x="7747" y="569"/>
                  </a:lnTo>
                  <a:lnTo>
                    <a:pt x="11607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g1111"/>
            <p:cNvSpPr/>
            <p:nvPr/>
          </p:nvSpPr>
          <p:spPr>
            <a:xfrm>
              <a:off x="4272405" y="1319300"/>
              <a:ext cx="5675" cy="2301"/>
            </a:xfrm>
            <a:custGeom>
              <a:avLst/>
              <a:pathLst>
                <a:path w="5675" h="2301">
                  <a:moveTo>
                    <a:pt x="4430" y="2267"/>
                  </a:moveTo>
                  <a:lnTo>
                    <a:pt x="3044" y="2301"/>
                  </a:lnTo>
                  <a:lnTo>
                    <a:pt x="490" y="1272"/>
                  </a:lnTo>
                  <a:lnTo>
                    <a:pt x="0" y="378"/>
                  </a:lnTo>
                  <a:lnTo>
                    <a:pt x="454" y="13"/>
                  </a:lnTo>
                  <a:lnTo>
                    <a:pt x="1686" y="0"/>
                  </a:lnTo>
                  <a:lnTo>
                    <a:pt x="3605" y="1220"/>
                  </a:lnTo>
                  <a:lnTo>
                    <a:pt x="5675" y="158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g1112"/>
            <p:cNvSpPr/>
            <p:nvPr/>
          </p:nvSpPr>
          <p:spPr>
            <a:xfrm>
              <a:off x="4122451" y="1318024"/>
              <a:ext cx="14747" cy="9457"/>
            </a:xfrm>
            <a:custGeom>
              <a:avLst/>
              <a:pathLst>
                <a:path w="14747" h="9457">
                  <a:moveTo>
                    <a:pt x="6553" y="4076"/>
                  </a:moveTo>
                  <a:lnTo>
                    <a:pt x="6661" y="5038"/>
                  </a:lnTo>
                  <a:lnTo>
                    <a:pt x="8198" y="4942"/>
                  </a:lnTo>
                  <a:lnTo>
                    <a:pt x="10016" y="5967"/>
                  </a:lnTo>
                  <a:lnTo>
                    <a:pt x="11996" y="6511"/>
                  </a:lnTo>
                  <a:lnTo>
                    <a:pt x="12556" y="6884"/>
                  </a:lnTo>
                  <a:lnTo>
                    <a:pt x="12978" y="7364"/>
                  </a:lnTo>
                  <a:lnTo>
                    <a:pt x="14177" y="8331"/>
                  </a:lnTo>
                  <a:lnTo>
                    <a:pt x="14747" y="9350"/>
                  </a:lnTo>
                  <a:lnTo>
                    <a:pt x="13315" y="9457"/>
                  </a:lnTo>
                  <a:lnTo>
                    <a:pt x="11342" y="8005"/>
                  </a:lnTo>
                  <a:lnTo>
                    <a:pt x="9734" y="7178"/>
                  </a:lnTo>
                  <a:lnTo>
                    <a:pt x="7709" y="6474"/>
                  </a:lnTo>
                  <a:lnTo>
                    <a:pt x="6070" y="6439"/>
                  </a:lnTo>
                  <a:lnTo>
                    <a:pt x="5332" y="6132"/>
                  </a:lnTo>
                  <a:lnTo>
                    <a:pt x="2677" y="3601"/>
                  </a:lnTo>
                  <a:lnTo>
                    <a:pt x="2187" y="3018"/>
                  </a:lnTo>
                  <a:lnTo>
                    <a:pt x="669" y="2079"/>
                  </a:lnTo>
                  <a:lnTo>
                    <a:pt x="0" y="912"/>
                  </a:lnTo>
                  <a:lnTo>
                    <a:pt x="5" y="0"/>
                  </a:lnTo>
                  <a:lnTo>
                    <a:pt x="2036" y="215"/>
                  </a:lnTo>
                  <a:lnTo>
                    <a:pt x="3814" y="788"/>
                  </a:lnTo>
                  <a:lnTo>
                    <a:pt x="5357" y="2086"/>
                  </a:lnTo>
                  <a:lnTo>
                    <a:pt x="5632" y="2489"/>
                  </a:lnTo>
                  <a:lnTo>
                    <a:pt x="4925" y="3025"/>
                  </a:lnTo>
                  <a:lnTo>
                    <a:pt x="5651" y="365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g1113"/>
            <p:cNvSpPr/>
            <p:nvPr/>
          </p:nvSpPr>
          <p:spPr>
            <a:xfrm>
              <a:off x="4286420" y="1317077"/>
              <a:ext cx="17101" cy="1982"/>
            </a:xfrm>
            <a:custGeom>
              <a:avLst/>
              <a:pathLst>
                <a:path w="17101" h="1982">
                  <a:moveTo>
                    <a:pt x="10955" y="820"/>
                  </a:moveTo>
                  <a:lnTo>
                    <a:pt x="13778" y="907"/>
                  </a:lnTo>
                  <a:lnTo>
                    <a:pt x="16613" y="686"/>
                  </a:lnTo>
                  <a:lnTo>
                    <a:pt x="17101" y="922"/>
                  </a:lnTo>
                  <a:lnTo>
                    <a:pt x="13448" y="1656"/>
                  </a:lnTo>
                  <a:lnTo>
                    <a:pt x="9385" y="1266"/>
                  </a:lnTo>
                  <a:lnTo>
                    <a:pt x="5728" y="1166"/>
                  </a:lnTo>
                  <a:lnTo>
                    <a:pt x="1408" y="1982"/>
                  </a:lnTo>
                  <a:lnTo>
                    <a:pt x="0" y="1655"/>
                  </a:lnTo>
                  <a:lnTo>
                    <a:pt x="2194" y="870"/>
                  </a:lnTo>
                  <a:lnTo>
                    <a:pt x="4588" y="611"/>
                  </a:lnTo>
                  <a:lnTo>
                    <a:pt x="4973" y="131"/>
                  </a:lnTo>
                  <a:lnTo>
                    <a:pt x="5885" y="49"/>
                  </a:lnTo>
                  <a:lnTo>
                    <a:pt x="9045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g1114"/>
            <p:cNvSpPr/>
            <p:nvPr/>
          </p:nvSpPr>
          <p:spPr>
            <a:xfrm>
              <a:off x="4123629" y="1301989"/>
              <a:ext cx="101293" cy="48445"/>
            </a:xfrm>
            <a:custGeom>
              <a:avLst/>
              <a:pathLst>
                <a:path w="101293" h="48445">
                  <a:moveTo>
                    <a:pt x="57754" y="2034"/>
                  </a:moveTo>
                  <a:lnTo>
                    <a:pt x="58244" y="2061"/>
                  </a:lnTo>
                  <a:lnTo>
                    <a:pt x="58721" y="1913"/>
                  </a:lnTo>
                  <a:lnTo>
                    <a:pt x="59068" y="1522"/>
                  </a:lnTo>
                  <a:lnTo>
                    <a:pt x="59454" y="1306"/>
                  </a:lnTo>
                  <a:lnTo>
                    <a:pt x="61848" y="1559"/>
                  </a:lnTo>
                  <a:lnTo>
                    <a:pt x="65242" y="2342"/>
                  </a:lnTo>
                  <a:lnTo>
                    <a:pt x="66250" y="2727"/>
                  </a:lnTo>
                  <a:lnTo>
                    <a:pt x="67667" y="3522"/>
                  </a:lnTo>
                  <a:lnTo>
                    <a:pt x="68818" y="4858"/>
                  </a:lnTo>
                  <a:lnTo>
                    <a:pt x="67906" y="5824"/>
                  </a:lnTo>
                  <a:lnTo>
                    <a:pt x="66703" y="6737"/>
                  </a:lnTo>
                  <a:lnTo>
                    <a:pt x="66276" y="7242"/>
                  </a:lnTo>
                  <a:lnTo>
                    <a:pt x="66716" y="7967"/>
                  </a:lnTo>
                  <a:lnTo>
                    <a:pt x="66537" y="8673"/>
                  </a:lnTo>
                  <a:lnTo>
                    <a:pt x="66099" y="9298"/>
                  </a:lnTo>
                  <a:lnTo>
                    <a:pt x="67918" y="8585"/>
                  </a:lnTo>
                  <a:lnTo>
                    <a:pt x="71806" y="6304"/>
                  </a:lnTo>
                  <a:lnTo>
                    <a:pt x="72386" y="6163"/>
                  </a:lnTo>
                  <a:lnTo>
                    <a:pt x="72992" y="6240"/>
                  </a:lnTo>
                  <a:lnTo>
                    <a:pt x="74733" y="6709"/>
                  </a:lnTo>
                  <a:lnTo>
                    <a:pt x="76313" y="7872"/>
                  </a:lnTo>
                  <a:lnTo>
                    <a:pt x="76662" y="8257"/>
                  </a:lnTo>
                  <a:lnTo>
                    <a:pt x="76945" y="8730"/>
                  </a:lnTo>
                  <a:lnTo>
                    <a:pt x="77108" y="9314"/>
                  </a:lnTo>
                  <a:lnTo>
                    <a:pt x="77018" y="9985"/>
                  </a:lnTo>
                  <a:lnTo>
                    <a:pt x="76871" y="10452"/>
                  </a:lnTo>
                  <a:lnTo>
                    <a:pt x="76044" y="10755"/>
                  </a:lnTo>
                  <a:lnTo>
                    <a:pt x="75645" y="11030"/>
                  </a:lnTo>
                  <a:lnTo>
                    <a:pt x="76539" y="11051"/>
                  </a:lnTo>
                  <a:lnTo>
                    <a:pt x="77559" y="11413"/>
                  </a:lnTo>
                  <a:lnTo>
                    <a:pt x="78495" y="12182"/>
                  </a:lnTo>
                  <a:lnTo>
                    <a:pt x="79540" y="12491"/>
                  </a:lnTo>
                  <a:lnTo>
                    <a:pt x="83331" y="12230"/>
                  </a:lnTo>
                  <a:lnTo>
                    <a:pt x="85797" y="12633"/>
                  </a:lnTo>
                  <a:lnTo>
                    <a:pt x="87147" y="13897"/>
                  </a:lnTo>
                  <a:lnTo>
                    <a:pt x="89230" y="13611"/>
                  </a:lnTo>
                  <a:lnTo>
                    <a:pt x="89237" y="12937"/>
                  </a:lnTo>
                  <a:lnTo>
                    <a:pt x="89693" y="12649"/>
                  </a:lnTo>
                  <a:lnTo>
                    <a:pt x="92489" y="12878"/>
                  </a:lnTo>
                  <a:lnTo>
                    <a:pt x="93935" y="13193"/>
                  </a:lnTo>
                  <a:lnTo>
                    <a:pt x="95412" y="13856"/>
                  </a:lnTo>
                  <a:lnTo>
                    <a:pt x="92891" y="14940"/>
                  </a:lnTo>
                  <a:lnTo>
                    <a:pt x="94969" y="15982"/>
                  </a:lnTo>
                  <a:lnTo>
                    <a:pt x="98463" y="16736"/>
                  </a:lnTo>
                  <a:lnTo>
                    <a:pt x="100569" y="17528"/>
                  </a:lnTo>
                  <a:lnTo>
                    <a:pt x="100950" y="17861"/>
                  </a:lnTo>
                  <a:lnTo>
                    <a:pt x="101293" y="18301"/>
                  </a:lnTo>
                  <a:lnTo>
                    <a:pt x="99923" y="18873"/>
                  </a:lnTo>
                  <a:lnTo>
                    <a:pt x="98526" y="19196"/>
                  </a:lnTo>
                  <a:lnTo>
                    <a:pt x="95011" y="19251"/>
                  </a:lnTo>
                  <a:lnTo>
                    <a:pt x="91816" y="19657"/>
                  </a:lnTo>
                  <a:lnTo>
                    <a:pt x="85966" y="19943"/>
                  </a:lnTo>
                  <a:lnTo>
                    <a:pt x="85096" y="20127"/>
                  </a:lnTo>
                  <a:lnTo>
                    <a:pt x="84890" y="20290"/>
                  </a:lnTo>
                  <a:lnTo>
                    <a:pt x="84545" y="20788"/>
                  </a:lnTo>
                  <a:lnTo>
                    <a:pt x="82295" y="21937"/>
                  </a:lnTo>
                  <a:lnTo>
                    <a:pt x="80117" y="23337"/>
                  </a:lnTo>
                  <a:lnTo>
                    <a:pt x="79220" y="24180"/>
                  </a:lnTo>
                  <a:lnTo>
                    <a:pt x="78540" y="25362"/>
                  </a:lnTo>
                  <a:lnTo>
                    <a:pt x="78292" y="26084"/>
                  </a:lnTo>
                  <a:lnTo>
                    <a:pt x="78775" y="26784"/>
                  </a:lnTo>
                  <a:lnTo>
                    <a:pt x="78647" y="27492"/>
                  </a:lnTo>
                  <a:lnTo>
                    <a:pt x="77010" y="28047"/>
                  </a:lnTo>
                  <a:lnTo>
                    <a:pt x="75971" y="28070"/>
                  </a:lnTo>
                  <a:lnTo>
                    <a:pt x="74669" y="27959"/>
                  </a:lnTo>
                  <a:lnTo>
                    <a:pt x="73388" y="28279"/>
                  </a:lnTo>
                  <a:lnTo>
                    <a:pt x="73307" y="28760"/>
                  </a:lnTo>
                  <a:lnTo>
                    <a:pt x="73383" y="29437"/>
                  </a:lnTo>
                  <a:lnTo>
                    <a:pt x="73055" y="31503"/>
                  </a:lnTo>
                  <a:lnTo>
                    <a:pt x="72656" y="33060"/>
                  </a:lnTo>
                  <a:lnTo>
                    <a:pt x="72059" y="34507"/>
                  </a:lnTo>
                  <a:lnTo>
                    <a:pt x="71389" y="35287"/>
                  </a:lnTo>
                  <a:lnTo>
                    <a:pt x="70532" y="35505"/>
                  </a:lnTo>
                  <a:lnTo>
                    <a:pt x="67786" y="35648"/>
                  </a:lnTo>
                  <a:lnTo>
                    <a:pt x="65669" y="37006"/>
                  </a:lnTo>
                  <a:lnTo>
                    <a:pt x="63958" y="39435"/>
                  </a:lnTo>
                  <a:lnTo>
                    <a:pt x="63070" y="40388"/>
                  </a:lnTo>
                  <a:lnTo>
                    <a:pt x="61215" y="41894"/>
                  </a:lnTo>
                  <a:lnTo>
                    <a:pt x="61549" y="42428"/>
                  </a:lnTo>
                  <a:lnTo>
                    <a:pt x="62128" y="43006"/>
                  </a:lnTo>
                  <a:lnTo>
                    <a:pt x="61115" y="44042"/>
                  </a:lnTo>
                  <a:lnTo>
                    <a:pt x="59551" y="45204"/>
                  </a:lnTo>
                  <a:lnTo>
                    <a:pt x="59581" y="45654"/>
                  </a:lnTo>
                  <a:lnTo>
                    <a:pt x="60108" y="46477"/>
                  </a:lnTo>
                  <a:lnTo>
                    <a:pt x="60365" y="47333"/>
                  </a:lnTo>
                  <a:lnTo>
                    <a:pt x="59158" y="48070"/>
                  </a:lnTo>
                  <a:lnTo>
                    <a:pt x="56938" y="48445"/>
                  </a:lnTo>
                  <a:lnTo>
                    <a:pt x="54681" y="48026"/>
                  </a:lnTo>
                  <a:lnTo>
                    <a:pt x="53582" y="47531"/>
                  </a:lnTo>
                  <a:lnTo>
                    <a:pt x="52563" y="46740"/>
                  </a:lnTo>
                  <a:lnTo>
                    <a:pt x="51482" y="46224"/>
                  </a:lnTo>
                  <a:lnTo>
                    <a:pt x="50353" y="45914"/>
                  </a:lnTo>
                  <a:lnTo>
                    <a:pt x="46023" y="44161"/>
                  </a:lnTo>
                  <a:lnTo>
                    <a:pt x="42025" y="41390"/>
                  </a:lnTo>
                  <a:lnTo>
                    <a:pt x="38376" y="40312"/>
                  </a:lnTo>
                  <a:lnTo>
                    <a:pt x="35996" y="39801"/>
                  </a:lnTo>
                  <a:lnTo>
                    <a:pt x="34850" y="39306"/>
                  </a:lnTo>
                  <a:lnTo>
                    <a:pt x="33731" y="38642"/>
                  </a:lnTo>
                  <a:lnTo>
                    <a:pt x="32764" y="37896"/>
                  </a:lnTo>
                  <a:lnTo>
                    <a:pt x="31866" y="36953"/>
                  </a:lnTo>
                  <a:lnTo>
                    <a:pt x="31429" y="36367"/>
                  </a:lnTo>
                  <a:lnTo>
                    <a:pt x="31349" y="35488"/>
                  </a:lnTo>
                  <a:lnTo>
                    <a:pt x="31636" y="34973"/>
                  </a:lnTo>
                  <a:lnTo>
                    <a:pt x="32064" y="34709"/>
                  </a:lnTo>
                  <a:lnTo>
                    <a:pt x="34962" y="34492"/>
                  </a:lnTo>
                  <a:lnTo>
                    <a:pt x="36004" y="34615"/>
                  </a:lnTo>
                  <a:lnTo>
                    <a:pt x="37031" y="35074"/>
                  </a:lnTo>
                  <a:lnTo>
                    <a:pt x="37965" y="35253"/>
                  </a:lnTo>
                  <a:lnTo>
                    <a:pt x="40101" y="32969"/>
                  </a:lnTo>
                  <a:lnTo>
                    <a:pt x="52259" y="31663"/>
                  </a:lnTo>
                  <a:lnTo>
                    <a:pt x="56168" y="31437"/>
                  </a:lnTo>
                  <a:lnTo>
                    <a:pt x="60087" y="31450"/>
                  </a:lnTo>
                  <a:lnTo>
                    <a:pt x="59476" y="30833"/>
                  </a:lnTo>
                  <a:lnTo>
                    <a:pt x="58959" y="30051"/>
                  </a:lnTo>
                  <a:lnTo>
                    <a:pt x="58380" y="29862"/>
                  </a:lnTo>
                  <a:lnTo>
                    <a:pt x="55416" y="30299"/>
                  </a:lnTo>
                  <a:lnTo>
                    <a:pt x="50879" y="30761"/>
                  </a:lnTo>
                  <a:lnTo>
                    <a:pt x="48668" y="30762"/>
                  </a:lnTo>
                  <a:lnTo>
                    <a:pt x="46388" y="30454"/>
                  </a:lnTo>
                  <a:lnTo>
                    <a:pt x="44112" y="30623"/>
                  </a:lnTo>
                  <a:lnTo>
                    <a:pt x="41767" y="31292"/>
                  </a:lnTo>
                  <a:lnTo>
                    <a:pt x="39401" y="31716"/>
                  </a:lnTo>
                  <a:lnTo>
                    <a:pt x="37103" y="31886"/>
                  </a:lnTo>
                  <a:lnTo>
                    <a:pt x="32240" y="31817"/>
                  </a:lnTo>
                  <a:lnTo>
                    <a:pt x="31034" y="31471"/>
                  </a:lnTo>
                  <a:lnTo>
                    <a:pt x="29413" y="30668"/>
                  </a:lnTo>
                  <a:lnTo>
                    <a:pt x="29020" y="30256"/>
                  </a:lnTo>
                  <a:lnTo>
                    <a:pt x="28685" y="29752"/>
                  </a:lnTo>
                  <a:lnTo>
                    <a:pt x="28367" y="28237"/>
                  </a:lnTo>
                  <a:lnTo>
                    <a:pt x="28718" y="27825"/>
                  </a:lnTo>
                  <a:lnTo>
                    <a:pt x="29214" y="27588"/>
                  </a:lnTo>
                  <a:lnTo>
                    <a:pt x="29724" y="27443"/>
                  </a:lnTo>
                  <a:lnTo>
                    <a:pt x="30792" y="27436"/>
                  </a:lnTo>
                  <a:lnTo>
                    <a:pt x="31841" y="27696"/>
                  </a:lnTo>
                  <a:lnTo>
                    <a:pt x="34296" y="28558"/>
                  </a:lnTo>
                  <a:lnTo>
                    <a:pt x="33737" y="27633"/>
                  </a:lnTo>
                  <a:lnTo>
                    <a:pt x="40800" y="26520"/>
                  </a:lnTo>
                  <a:lnTo>
                    <a:pt x="44080" y="25547"/>
                  </a:lnTo>
                  <a:lnTo>
                    <a:pt x="45764" y="25383"/>
                  </a:lnTo>
                  <a:lnTo>
                    <a:pt x="47454" y="25454"/>
                  </a:lnTo>
                  <a:lnTo>
                    <a:pt x="47082" y="24937"/>
                  </a:lnTo>
                  <a:lnTo>
                    <a:pt x="47067" y="24458"/>
                  </a:lnTo>
                  <a:lnTo>
                    <a:pt x="48266" y="24067"/>
                  </a:lnTo>
                  <a:lnTo>
                    <a:pt x="49132" y="23899"/>
                  </a:lnTo>
                  <a:lnTo>
                    <a:pt x="51733" y="23707"/>
                  </a:lnTo>
                  <a:lnTo>
                    <a:pt x="57661" y="23741"/>
                  </a:lnTo>
                  <a:lnTo>
                    <a:pt x="59799" y="23477"/>
                  </a:lnTo>
                  <a:lnTo>
                    <a:pt x="61399" y="22811"/>
                  </a:lnTo>
                  <a:lnTo>
                    <a:pt x="59694" y="23043"/>
                  </a:lnTo>
                  <a:lnTo>
                    <a:pt x="57986" y="23088"/>
                  </a:lnTo>
                  <a:lnTo>
                    <a:pt x="57185" y="22949"/>
                  </a:lnTo>
                  <a:lnTo>
                    <a:pt x="55376" y="22368"/>
                  </a:lnTo>
                  <a:lnTo>
                    <a:pt x="54555" y="21605"/>
                  </a:lnTo>
                  <a:lnTo>
                    <a:pt x="56901" y="20080"/>
                  </a:lnTo>
                  <a:lnTo>
                    <a:pt x="57715" y="19373"/>
                  </a:lnTo>
                  <a:lnTo>
                    <a:pt x="55329" y="19475"/>
                  </a:lnTo>
                  <a:lnTo>
                    <a:pt x="54533" y="19723"/>
                  </a:lnTo>
                  <a:lnTo>
                    <a:pt x="51801" y="21123"/>
                  </a:lnTo>
                  <a:lnTo>
                    <a:pt x="49781" y="21752"/>
                  </a:lnTo>
                  <a:lnTo>
                    <a:pt x="47290" y="22055"/>
                  </a:lnTo>
                  <a:lnTo>
                    <a:pt x="44799" y="22028"/>
                  </a:lnTo>
                  <a:lnTo>
                    <a:pt x="44256" y="21828"/>
                  </a:lnTo>
                  <a:lnTo>
                    <a:pt x="43493" y="20900"/>
                  </a:lnTo>
                  <a:lnTo>
                    <a:pt x="43255" y="20413"/>
                  </a:lnTo>
                  <a:lnTo>
                    <a:pt x="43357" y="20144"/>
                  </a:lnTo>
                  <a:lnTo>
                    <a:pt x="44146" y="19379"/>
                  </a:lnTo>
                  <a:lnTo>
                    <a:pt x="44555" y="18570"/>
                  </a:lnTo>
                  <a:lnTo>
                    <a:pt x="44485" y="17872"/>
                  </a:lnTo>
                  <a:lnTo>
                    <a:pt x="43904" y="17733"/>
                  </a:lnTo>
                  <a:lnTo>
                    <a:pt x="42981" y="18414"/>
                  </a:lnTo>
                  <a:lnTo>
                    <a:pt x="42149" y="19364"/>
                  </a:lnTo>
                  <a:lnTo>
                    <a:pt x="41004" y="19840"/>
                  </a:lnTo>
                  <a:lnTo>
                    <a:pt x="39826" y="19710"/>
                  </a:lnTo>
                  <a:lnTo>
                    <a:pt x="39324" y="19345"/>
                  </a:lnTo>
                  <a:lnTo>
                    <a:pt x="38886" y="18788"/>
                  </a:lnTo>
                  <a:lnTo>
                    <a:pt x="38424" y="18573"/>
                  </a:lnTo>
                  <a:lnTo>
                    <a:pt x="37910" y="18573"/>
                  </a:lnTo>
                  <a:lnTo>
                    <a:pt x="36854" y="18796"/>
                  </a:lnTo>
                  <a:lnTo>
                    <a:pt x="35809" y="19208"/>
                  </a:lnTo>
                  <a:lnTo>
                    <a:pt x="36170" y="19834"/>
                  </a:lnTo>
                  <a:lnTo>
                    <a:pt x="36266" y="20531"/>
                  </a:lnTo>
                  <a:lnTo>
                    <a:pt x="35815" y="21084"/>
                  </a:lnTo>
                  <a:lnTo>
                    <a:pt x="35475" y="21760"/>
                  </a:lnTo>
                  <a:lnTo>
                    <a:pt x="36551" y="22185"/>
                  </a:lnTo>
                  <a:lnTo>
                    <a:pt x="37428" y="22846"/>
                  </a:lnTo>
                  <a:lnTo>
                    <a:pt x="36115" y="23156"/>
                  </a:lnTo>
                  <a:lnTo>
                    <a:pt x="34826" y="23609"/>
                  </a:lnTo>
                  <a:lnTo>
                    <a:pt x="33644" y="24307"/>
                  </a:lnTo>
                  <a:lnTo>
                    <a:pt x="32434" y="24850"/>
                  </a:lnTo>
                  <a:lnTo>
                    <a:pt x="30515" y="24908"/>
                  </a:lnTo>
                  <a:lnTo>
                    <a:pt x="28125" y="25209"/>
                  </a:lnTo>
                  <a:lnTo>
                    <a:pt x="23349" y="25316"/>
                  </a:lnTo>
                  <a:lnTo>
                    <a:pt x="21103" y="24429"/>
                  </a:lnTo>
                  <a:lnTo>
                    <a:pt x="20694" y="24008"/>
                  </a:lnTo>
                  <a:lnTo>
                    <a:pt x="20246" y="23727"/>
                  </a:lnTo>
                  <a:lnTo>
                    <a:pt x="18756" y="23262"/>
                  </a:lnTo>
                  <a:lnTo>
                    <a:pt x="16581" y="21893"/>
                  </a:lnTo>
                  <a:lnTo>
                    <a:pt x="14908" y="20334"/>
                  </a:lnTo>
                  <a:lnTo>
                    <a:pt x="13776" y="20183"/>
                  </a:lnTo>
                  <a:lnTo>
                    <a:pt x="12105" y="19669"/>
                  </a:lnTo>
                  <a:lnTo>
                    <a:pt x="11195" y="19225"/>
                  </a:lnTo>
                  <a:lnTo>
                    <a:pt x="10328" y="18636"/>
                  </a:lnTo>
                  <a:lnTo>
                    <a:pt x="10067" y="17941"/>
                  </a:lnTo>
                  <a:lnTo>
                    <a:pt x="10151" y="17308"/>
                  </a:lnTo>
                  <a:lnTo>
                    <a:pt x="11153" y="17026"/>
                  </a:lnTo>
                  <a:lnTo>
                    <a:pt x="8788" y="16313"/>
                  </a:lnTo>
                  <a:lnTo>
                    <a:pt x="6464" y="15373"/>
                  </a:lnTo>
                  <a:lnTo>
                    <a:pt x="7322" y="15057"/>
                  </a:lnTo>
                  <a:lnTo>
                    <a:pt x="8187" y="14919"/>
                  </a:lnTo>
                  <a:lnTo>
                    <a:pt x="15068" y="16013"/>
                  </a:lnTo>
                  <a:lnTo>
                    <a:pt x="15528" y="15877"/>
                  </a:lnTo>
                  <a:lnTo>
                    <a:pt x="16283" y="15333"/>
                  </a:lnTo>
                  <a:lnTo>
                    <a:pt x="16015" y="15150"/>
                  </a:lnTo>
                  <a:lnTo>
                    <a:pt x="14862" y="15025"/>
                  </a:lnTo>
                  <a:lnTo>
                    <a:pt x="13294" y="15028"/>
                  </a:lnTo>
                  <a:lnTo>
                    <a:pt x="12901" y="14916"/>
                  </a:lnTo>
                  <a:lnTo>
                    <a:pt x="12296" y="14328"/>
                  </a:lnTo>
                  <a:lnTo>
                    <a:pt x="11765" y="13603"/>
                  </a:lnTo>
                  <a:lnTo>
                    <a:pt x="11540" y="13121"/>
                  </a:lnTo>
                  <a:lnTo>
                    <a:pt x="11453" y="12556"/>
                  </a:lnTo>
                  <a:lnTo>
                    <a:pt x="12620" y="11709"/>
                  </a:lnTo>
                  <a:lnTo>
                    <a:pt x="13262" y="10949"/>
                  </a:lnTo>
                  <a:lnTo>
                    <a:pt x="12263" y="10599"/>
                  </a:lnTo>
                  <a:lnTo>
                    <a:pt x="9434" y="10620"/>
                  </a:lnTo>
                  <a:lnTo>
                    <a:pt x="8492" y="10727"/>
                  </a:lnTo>
                  <a:lnTo>
                    <a:pt x="8839" y="11818"/>
                  </a:lnTo>
                  <a:lnTo>
                    <a:pt x="7938" y="12571"/>
                  </a:lnTo>
                  <a:lnTo>
                    <a:pt x="6213" y="13159"/>
                  </a:lnTo>
                  <a:lnTo>
                    <a:pt x="4976" y="12873"/>
                  </a:lnTo>
                  <a:lnTo>
                    <a:pt x="4021" y="11432"/>
                  </a:lnTo>
                  <a:lnTo>
                    <a:pt x="2774" y="10428"/>
                  </a:lnTo>
                  <a:lnTo>
                    <a:pt x="2305" y="9796"/>
                  </a:lnTo>
                  <a:lnTo>
                    <a:pt x="1948" y="8887"/>
                  </a:lnTo>
                  <a:lnTo>
                    <a:pt x="1440" y="8225"/>
                  </a:lnTo>
                  <a:lnTo>
                    <a:pt x="524" y="7426"/>
                  </a:lnTo>
                  <a:lnTo>
                    <a:pt x="405" y="6933"/>
                  </a:lnTo>
                  <a:lnTo>
                    <a:pt x="519" y="6568"/>
                  </a:lnTo>
                  <a:lnTo>
                    <a:pt x="1216" y="5741"/>
                  </a:lnTo>
                  <a:lnTo>
                    <a:pt x="685" y="5052"/>
                  </a:lnTo>
                  <a:lnTo>
                    <a:pt x="38" y="4449"/>
                  </a:lnTo>
                  <a:lnTo>
                    <a:pt x="0" y="4105"/>
                  </a:lnTo>
                  <a:lnTo>
                    <a:pt x="607" y="3681"/>
                  </a:lnTo>
                  <a:lnTo>
                    <a:pt x="1153" y="3540"/>
                  </a:lnTo>
                  <a:lnTo>
                    <a:pt x="1738" y="3570"/>
                  </a:lnTo>
                  <a:lnTo>
                    <a:pt x="3476" y="4076"/>
                  </a:lnTo>
                  <a:lnTo>
                    <a:pt x="4430" y="4680"/>
                  </a:lnTo>
                  <a:lnTo>
                    <a:pt x="4759" y="4632"/>
                  </a:lnTo>
                  <a:lnTo>
                    <a:pt x="5378" y="3734"/>
                  </a:lnTo>
                  <a:lnTo>
                    <a:pt x="6258" y="3531"/>
                  </a:lnTo>
                  <a:lnTo>
                    <a:pt x="9652" y="3235"/>
                  </a:lnTo>
                  <a:lnTo>
                    <a:pt x="13430" y="4394"/>
                  </a:lnTo>
                  <a:lnTo>
                    <a:pt x="14409" y="4651"/>
                  </a:lnTo>
                  <a:lnTo>
                    <a:pt x="15190" y="4734"/>
                  </a:lnTo>
                  <a:lnTo>
                    <a:pt x="14788" y="4220"/>
                  </a:lnTo>
                  <a:lnTo>
                    <a:pt x="14541" y="3552"/>
                  </a:lnTo>
                  <a:lnTo>
                    <a:pt x="15116" y="3300"/>
                  </a:lnTo>
                  <a:lnTo>
                    <a:pt x="18167" y="3896"/>
                  </a:lnTo>
                  <a:lnTo>
                    <a:pt x="19596" y="3860"/>
                  </a:lnTo>
                  <a:lnTo>
                    <a:pt x="22946" y="3080"/>
                  </a:lnTo>
                  <a:lnTo>
                    <a:pt x="28484" y="2672"/>
                  </a:lnTo>
                  <a:lnTo>
                    <a:pt x="30577" y="3286"/>
                  </a:lnTo>
                  <a:lnTo>
                    <a:pt x="30686" y="3615"/>
                  </a:lnTo>
                  <a:lnTo>
                    <a:pt x="30643" y="4057"/>
                  </a:lnTo>
                  <a:lnTo>
                    <a:pt x="30510" y="4189"/>
                  </a:lnTo>
                  <a:lnTo>
                    <a:pt x="29285" y="4704"/>
                  </a:lnTo>
                  <a:lnTo>
                    <a:pt x="22300" y="5124"/>
                  </a:lnTo>
                  <a:lnTo>
                    <a:pt x="17722" y="6738"/>
                  </a:lnTo>
                  <a:lnTo>
                    <a:pt x="23964" y="6478"/>
                  </a:lnTo>
                  <a:lnTo>
                    <a:pt x="25086" y="6664"/>
                  </a:lnTo>
                  <a:lnTo>
                    <a:pt x="25558" y="7975"/>
                  </a:lnTo>
                  <a:lnTo>
                    <a:pt x="26012" y="8113"/>
                  </a:lnTo>
                  <a:lnTo>
                    <a:pt x="27617" y="8304"/>
                  </a:lnTo>
                  <a:lnTo>
                    <a:pt x="28704" y="8695"/>
                  </a:lnTo>
                  <a:lnTo>
                    <a:pt x="29816" y="9441"/>
                  </a:lnTo>
                  <a:lnTo>
                    <a:pt x="30985" y="9944"/>
                  </a:lnTo>
                  <a:lnTo>
                    <a:pt x="31669" y="9881"/>
                  </a:lnTo>
                  <a:lnTo>
                    <a:pt x="31918" y="9337"/>
                  </a:lnTo>
                  <a:lnTo>
                    <a:pt x="31639" y="8693"/>
                  </a:lnTo>
                  <a:lnTo>
                    <a:pt x="31495" y="7959"/>
                  </a:lnTo>
                  <a:lnTo>
                    <a:pt x="31577" y="7168"/>
                  </a:lnTo>
                  <a:lnTo>
                    <a:pt x="31766" y="6512"/>
                  </a:lnTo>
                  <a:lnTo>
                    <a:pt x="33077" y="6051"/>
                  </a:lnTo>
                  <a:lnTo>
                    <a:pt x="34982" y="4555"/>
                  </a:lnTo>
                  <a:lnTo>
                    <a:pt x="37006" y="3540"/>
                  </a:lnTo>
                  <a:lnTo>
                    <a:pt x="39259" y="3991"/>
                  </a:lnTo>
                  <a:lnTo>
                    <a:pt x="41345" y="5261"/>
                  </a:lnTo>
                  <a:lnTo>
                    <a:pt x="43227" y="7073"/>
                  </a:lnTo>
                  <a:lnTo>
                    <a:pt x="45050" y="9007"/>
                  </a:lnTo>
                  <a:lnTo>
                    <a:pt x="47096" y="11405"/>
                  </a:lnTo>
                  <a:lnTo>
                    <a:pt x="48079" y="12250"/>
                  </a:lnTo>
                  <a:lnTo>
                    <a:pt x="48972" y="12450"/>
                  </a:lnTo>
                  <a:lnTo>
                    <a:pt x="53097" y="14945"/>
                  </a:lnTo>
                  <a:lnTo>
                    <a:pt x="53563" y="15014"/>
                  </a:lnTo>
                  <a:lnTo>
                    <a:pt x="52709" y="13117"/>
                  </a:lnTo>
                  <a:lnTo>
                    <a:pt x="50571" y="9905"/>
                  </a:lnTo>
                  <a:lnTo>
                    <a:pt x="49129" y="7439"/>
                  </a:lnTo>
                  <a:lnTo>
                    <a:pt x="48804" y="6495"/>
                  </a:lnTo>
                  <a:lnTo>
                    <a:pt x="48571" y="5171"/>
                  </a:lnTo>
                  <a:lnTo>
                    <a:pt x="48663" y="4791"/>
                  </a:lnTo>
                  <a:lnTo>
                    <a:pt x="48846" y="4449"/>
                  </a:lnTo>
                  <a:lnTo>
                    <a:pt x="49892" y="3033"/>
                  </a:lnTo>
                  <a:lnTo>
                    <a:pt x="51259" y="2345"/>
                  </a:lnTo>
                  <a:lnTo>
                    <a:pt x="50847" y="1375"/>
                  </a:lnTo>
                  <a:lnTo>
                    <a:pt x="51199" y="631"/>
                  </a:lnTo>
                  <a:lnTo>
                    <a:pt x="52635" y="43"/>
                  </a:lnTo>
                  <a:lnTo>
                    <a:pt x="53969" y="0"/>
                  </a:lnTo>
                  <a:lnTo>
                    <a:pt x="55269" y="44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g1115"/>
            <p:cNvSpPr/>
            <p:nvPr/>
          </p:nvSpPr>
          <p:spPr>
            <a:xfrm>
              <a:off x="4320412" y="1299342"/>
              <a:ext cx="20315" cy="2243"/>
            </a:xfrm>
            <a:custGeom>
              <a:avLst/>
              <a:pathLst>
                <a:path w="20315" h="2243">
                  <a:moveTo>
                    <a:pt x="9877" y="1718"/>
                  </a:moveTo>
                  <a:lnTo>
                    <a:pt x="905" y="2243"/>
                  </a:lnTo>
                  <a:lnTo>
                    <a:pt x="0" y="1874"/>
                  </a:lnTo>
                  <a:lnTo>
                    <a:pt x="14543" y="339"/>
                  </a:lnTo>
                  <a:lnTo>
                    <a:pt x="15295" y="189"/>
                  </a:lnTo>
                  <a:lnTo>
                    <a:pt x="17994" y="0"/>
                  </a:lnTo>
                  <a:lnTo>
                    <a:pt x="20315" y="347"/>
                  </a:lnTo>
                  <a:lnTo>
                    <a:pt x="19628" y="61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g1116"/>
            <p:cNvSpPr/>
            <p:nvPr/>
          </p:nvSpPr>
          <p:spPr>
            <a:xfrm>
              <a:off x="4194396" y="1297724"/>
              <a:ext cx="5481" cy="1572"/>
            </a:xfrm>
            <a:custGeom>
              <a:avLst/>
              <a:pathLst>
                <a:path w="5481" h="1572">
                  <a:moveTo>
                    <a:pt x="5481" y="800"/>
                  </a:moveTo>
                  <a:lnTo>
                    <a:pt x="3432" y="1572"/>
                  </a:lnTo>
                  <a:lnTo>
                    <a:pt x="0" y="978"/>
                  </a:lnTo>
                  <a:lnTo>
                    <a:pt x="410" y="370"/>
                  </a:lnTo>
                  <a:lnTo>
                    <a:pt x="1225" y="0"/>
                  </a:lnTo>
                  <a:lnTo>
                    <a:pt x="3378" y="13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g1117"/>
            <p:cNvSpPr/>
            <p:nvPr/>
          </p:nvSpPr>
          <p:spPr>
            <a:xfrm>
              <a:off x="4192075" y="1296058"/>
              <a:ext cx="87812" cy="17902"/>
            </a:xfrm>
            <a:custGeom>
              <a:avLst/>
              <a:pathLst>
                <a:path w="87812" h="17902">
                  <a:moveTo>
                    <a:pt x="28202" y="3178"/>
                  </a:moveTo>
                  <a:lnTo>
                    <a:pt x="29153" y="3333"/>
                  </a:lnTo>
                  <a:lnTo>
                    <a:pt x="34364" y="3276"/>
                  </a:lnTo>
                  <a:lnTo>
                    <a:pt x="35364" y="3617"/>
                  </a:lnTo>
                  <a:lnTo>
                    <a:pt x="35759" y="4444"/>
                  </a:lnTo>
                  <a:lnTo>
                    <a:pt x="36554" y="4729"/>
                  </a:lnTo>
                  <a:lnTo>
                    <a:pt x="37662" y="4817"/>
                  </a:lnTo>
                  <a:lnTo>
                    <a:pt x="40429" y="5831"/>
                  </a:lnTo>
                  <a:lnTo>
                    <a:pt x="41370" y="5978"/>
                  </a:lnTo>
                  <a:lnTo>
                    <a:pt x="42190" y="5414"/>
                  </a:lnTo>
                  <a:lnTo>
                    <a:pt x="42817" y="4010"/>
                  </a:lnTo>
                  <a:lnTo>
                    <a:pt x="42850" y="2363"/>
                  </a:lnTo>
                  <a:lnTo>
                    <a:pt x="42582" y="1566"/>
                  </a:lnTo>
                  <a:lnTo>
                    <a:pt x="42894" y="1054"/>
                  </a:lnTo>
                  <a:lnTo>
                    <a:pt x="43821" y="855"/>
                  </a:lnTo>
                  <a:lnTo>
                    <a:pt x="44987" y="909"/>
                  </a:lnTo>
                  <a:lnTo>
                    <a:pt x="46127" y="625"/>
                  </a:lnTo>
                  <a:lnTo>
                    <a:pt x="47114" y="123"/>
                  </a:lnTo>
                  <a:lnTo>
                    <a:pt x="48166" y="53"/>
                  </a:lnTo>
                  <a:lnTo>
                    <a:pt x="50468" y="434"/>
                  </a:lnTo>
                  <a:lnTo>
                    <a:pt x="51074" y="733"/>
                  </a:lnTo>
                  <a:lnTo>
                    <a:pt x="50456" y="1352"/>
                  </a:lnTo>
                  <a:lnTo>
                    <a:pt x="50215" y="2234"/>
                  </a:lnTo>
                  <a:lnTo>
                    <a:pt x="49173" y="4057"/>
                  </a:lnTo>
                  <a:lnTo>
                    <a:pt x="51432" y="4169"/>
                  </a:lnTo>
                  <a:lnTo>
                    <a:pt x="54599" y="3783"/>
                  </a:lnTo>
                  <a:lnTo>
                    <a:pt x="55402" y="3256"/>
                  </a:lnTo>
                  <a:lnTo>
                    <a:pt x="57105" y="2416"/>
                  </a:lnTo>
                  <a:lnTo>
                    <a:pt x="58903" y="2547"/>
                  </a:lnTo>
                  <a:lnTo>
                    <a:pt x="59765" y="2436"/>
                  </a:lnTo>
                  <a:lnTo>
                    <a:pt x="60201" y="2071"/>
                  </a:lnTo>
                  <a:lnTo>
                    <a:pt x="60366" y="1637"/>
                  </a:lnTo>
                  <a:lnTo>
                    <a:pt x="61360" y="1710"/>
                  </a:lnTo>
                  <a:lnTo>
                    <a:pt x="62723" y="2547"/>
                  </a:lnTo>
                  <a:lnTo>
                    <a:pt x="63356" y="2677"/>
                  </a:lnTo>
                  <a:lnTo>
                    <a:pt x="64517" y="2461"/>
                  </a:lnTo>
                  <a:lnTo>
                    <a:pt x="64986" y="2470"/>
                  </a:lnTo>
                  <a:lnTo>
                    <a:pt x="66132" y="2805"/>
                  </a:lnTo>
                  <a:lnTo>
                    <a:pt x="71470" y="3413"/>
                  </a:lnTo>
                  <a:lnTo>
                    <a:pt x="73321" y="3738"/>
                  </a:lnTo>
                  <a:lnTo>
                    <a:pt x="74118" y="4041"/>
                  </a:lnTo>
                  <a:lnTo>
                    <a:pt x="74924" y="4221"/>
                  </a:lnTo>
                  <a:lnTo>
                    <a:pt x="80604" y="4217"/>
                  </a:lnTo>
                  <a:lnTo>
                    <a:pt x="84616" y="4432"/>
                  </a:lnTo>
                  <a:lnTo>
                    <a:pt x="86096" y="4914"/>
                  </a:lnTo>
                  <a:lnTo>
                    <a:pt x="87336" y="5838"/>
                  </a:lnTo>
                  <a:lnTo>
                    <a:pt x="87812" y="7967"/>
                  </a:lnTo>
                  <a:lnTo>
                    <a:pt x="86689" y="8542"/>
                  </a:lnTo>
                  <a:lnTo>
                    <a:pt x="78564" y="11163"/>
                  </a:lnTo>
                  <a:lnTo>
                    <a:pt x="76528" y="12006"/>
                  </a:lnTo>
                  <a:lnTo>
                    <a:pt x="75546" y="12782"/>
                  </a:lnTo>
                  <a:lnTo>
                    <a:pt x="73883" y="14479"/>
                  </a:lnTo>
                  <a:lnTo>
                    <a:pt x="73078" y="14991"/>
                  </a:lnTo>
                  <a:lnTo>
                    <a:pt x="69273" y="15799"/>
                  </a:lnTo>
                  <a:lnTo>
                    <a:pt x="68384" y="15886"/>
                  </a:lnTo>
                  <a:lnTo>
                    <a:pt x="65525" y="15490"/>
                  </a:lnTo>
                  <a:lnTo>
                    <a:pt x="64652" y="15527"/>
                  </a:lnTo>
                  <a:lnTo>
                    <a:pt x="61178" y="16405"/>
                  </a:lnTo>
                  <a:lnTo>
                    <a:pt x="59980" y="16937"/>
                  </a:lnTo>
                  <a:lnTo>
                    <a:pt x="58808" y="17607"/>
                  </a:lnTo>
                  <a:lnTo>
                    <a:pt x="57056" y="17902"/>
                  </a:lnTo>
                  <a:lnTo>
                    <a:pt x="55269" y="17744"/>
                  </a:lnTo>
                  <a:lnTo>
                    <a:pt x="47179" y="17395"/>
                  </a:lnTo>
                  <a:lnTo>
                    <a:pt x="46095" y="16925"/>
                  </a:lnTo>
                  <a:lnTo>
                    <a:pt x="45211" y="16022"/>
                  </a:lnTo>
                  <a:lnTo>
                    <a:pt x="46818" y="14867"/>
                  </a:lnTo>
                  <a:lnTo>
                    <a:pt x="37791" y="15297"/>
                  </a:lnTo>
                  <a:lnTo>
                    <a:pt x="27854" y="15063"/>
                  </a:lnTo>
                  <a:lnTo>
                    <a:pt x="27329" y="14900"/>
                  </a:lnTo>
                  <a:lnTo>
                    <a:pt x="26906" y="14454"/>
                  </a:lnTo>
                  <a:lnTo>
                    <a:pt x="23487" y="14149"/>
                  </a:lnTo>
                  <a:lnTo>
                    <a:pt x="20920" y="13783"/>
                  </a:lnTo>
                  <a:lnTo>
                    <a:pt x="18763" y="13167"/>
                  </a:lnTo>
                  <a:lnTo>
                    <a:pt x="16629" y="12367"/>
                  </a:lnTo>
                  <a:lnTo>
                    <a:pt x="17311" y="11993"/>
                  </a:lnTo>
                  <a:lnTo>
                    <a:pt x="18015" y="11774"/>
                  </a:lnTo>
                  <a:lnTo>
                    <a:pt x="19848" y="11682"/>
                  </a:lnTo>
                  <a:lnTo>
                    <a:pt x="21478" y="11793"/>
                  </a:lnTo>
                  <a:lnTo>
                    <a:pt x="24376" y="11786"/>
                  </a:lnTo>
                  <a:lnTo>
                    <a:pt x="25051" y="10981"/>
                  </a:lnTo>
                  <a:lnTo>
                    <a:pt x="26205" y="10748"/>
                  </a:lnTo>
                  <a:lnTo>
                    <a:pt x="27125" y="10171"/>
                  </a:lnTo>
                  <a:lnTo>
                    <a:pt x="24066" y="9807"/>
                  </a:lnTo>
                  <a:lnTo>
                    <a:pt x="20875" y="9753"/>
                  </a:lnTo>
                  <a:lnTo>
                    <a:pt x="18748" y="10232"/>
                  </a:lnTo>
                  <a:lnTo>
                    <a:pt x="16283" y="10449"/>
                  </a:lnTo>
                  <a:lnTo>
                    <a:pt x="14031" y="10478"/>
                  </a:lnTo>
                  <a:lnTo>
                    <a:pt x="9699" y="10342"/>
                  </a:lnTo>
                  <a:lnTo>
                    <a:pt x="7645" y="10001"/>
                  </a:lnTo>
                  <a:lnTo>
                    <a:pt x="4835" y="9112"/>
                  </a:lnTo>
                  <a:lnTo>
                    <a:pt x="3858" y="8621"/>
                  </a:lnTo>
                  <a:lnTo>
                    <a:pt x="3480" y="8235"/>
                  </a:lnTo>
                  <a:lnTo>
                    <a:pt x="3202" y="7652"/>
                  </a:lnTo>
                  <a:lnTo>
                    <a:pt x="6411" y="7129"/>
                  </a:lnTo>
                  <a:lnTo>
                    <a:pt x="7659" y="6717"/>
                  </a:lnTo>
                  <a:lnTo>
                    <a:pt x="8884" y="6153"/>
                  </a:lnTo>
                  <a:lnTo>
                    <a:pt x="4039" y="5833"/>
                  </a:lnTo>
                  <a:lnTo>
                    <a:pt x="2011" y="5361"/>
                  </a:lnTo>
                  <a:lnTo>
                    <a:pt x="0" y="4668"/>
                  </a:lnTo>
                  <a:lnTo>
                    <a:pt x="1632" y="4277"/>
                  </a:lnTo>
                  <a:lnTo>
                    <a:pt x="8159" y="3965"/>
                  </a:lnTo>
                  <a:lnTo>
                    <a:pt x="9886" y="4226"/>
                  </a:lnTo>
                  <a:lnTo>
                    <a:pt x="11599" y="4730"/>
                  </a:lnTo>
                  <a:lnTo>
                    <a:pt x="13495" y="5041"/>
                  </a:lnTo>
                  <a:lnTo>
                    <a:pt x="15328" y="4387"/>
                  </a:lnTo>
                  <a:lnTo>
                    <a:pt x="13602" y="4078"/>
                  </a:lnTo>
                  <a:lnTo>
                    <a:pt x="12057" y="2993"/>
                  </a:lnTo>
                  <a:lnTo>
                    <a:pt x="11731" y="2454"/>
                  </a:lnTo>
                  <a:lnTo>
                    <a:pt x="11934" y="2040"/>
                  </a:lnTo>
                  <a:lnTo>
                    <a:pt x="12742" y="1978"/>
                  </a:lnTo>
                  <a:lnTo>
                    <a:pt x="13344" y="2158"/>
                  </a:lnTo>
                  <a:lnTo>
                    <a:pt x="15625" y="3177"/>
                  </a:lnTo>
                  <a:lnTo>
                    <a:pt x="17352" y="3495"/>
                  </a:lnTo>
                  <a:lnTo>
                    <a:pt x="17836" y="2553"/>
                  </a:lnTo>
                  <a:lnTo>
                    <a:pt x="17913" y="2106"/>
                  </a:lnTo>
                  <a:lnTo>
                    <a:pt x="17599" y="1735"/>
                  </a:lnTo>
                  <a:lnTo>
                    <a:pt x="16787" y="1052"/>
                  </a:lnTo>
                  <a:lnTo>
                    <a:pt x="16059" y="213"/>
                  </a:lnTo>
                  <a:lnTo>
                    <a:pt x="17184" y="0"/>
                  </a:lnTo>
                  <a:lnTo>
                    <a:pt x="18299" y="92"/>
                  </a:lnTo>
                  <a:lnTo>
                    <a:pt x="20694" y="667"/>
                  </a:lnTo>
                  <a:lnTo>
                    <a:pt x="23107" y="1072"/>
                  </a:lnTo>
                  <a:lnTo>
                    <a:pt x="24210" y="1481"/>
                  </a:lnTo>
                  <a:lnTo>
                    <a:pt x="26268" y="249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g1118"/>
            <p:cNvSpPr/>
            <p:nvPr/>
          </p:nvSpPr>
          <p:spPr>
            <a:xfrm>
              <a:off x="4779920" y="1994711"/>
              <a:ext cx="76725" cy="56170"/>
            </a:xfrm>
            <a:custGeom>
              <a:avLst/>
              <a:pathLst>
                <a:path w="76725" h="56170">
                  <a:moveTo>
                    <a:pt x="76236" y="35105"/>
                  </a:moveTo>
                  <a:lnTo>
                    <a:pt x="76619" y="35486"/>
                  </a:lnTo>
                  <a:lnTo>
                    <a:pt x="76657" y="36108"/>
                  </a:lnTo>
                  <a:lnTo>
                    <a:pt x="76588" y="36798"/>
                  </a:lnTo>
                  <a:lnTo>
                    <a:pt x="76196" y="38287"/>
                  </a:lnTo>
                  <a:lnTo>
                    <a:pt x="75839" y="39334"/>
                  </a:lnTo>
                  <a:lnTo>
                    <a:pt x="75425" y="41545"/>
                  </a:lnTo>
                  <a:lnTo>
                    <a:pt x="75049" y="45380"/>
                  </a:lnTo>
                  <a:lnTo>
                    <a:pt x="75133" y="46047"/>
                  </a:lnTo>
                  <a:lnTo>
                    <a:pt x="76248" y="48246"/>
                  </a:lnTo>
                  <a:lnTo>
                    <a:pt x="76685" y="49935"/>
                  </a:lnTo>
                  <a:lnTo>
                    <a:pt x="76725" y="51086"/>
                  </a:lnTo>
                  <a:lnTo>
                    <a:pt x="76252" y="53016"/>
                  </a:lnTo>
                  <a:lnTo>
                    <a:pt x="75716" y="55198"/>
                  </a:lnTo>
                  <a:lnTo>
                    <a:pt x="75452" y="55686"/>
                  </a:lnTo>
                  <a:lnTo>
                    <a:pt x="75151" y="55863"/>
                  </a:lnTo>
                  <a:lnTo>
                    <a:pt x="73771" y="55102"/>
                  </a:lnTo>
                  <a:lnTo>
                    <a:pt x="72821" y="55208"/>
                  </a:lnTo>
                  <a:lnTo>
                    <a:pt x="71729" y="55629"/>
                  </a:lnTo>
                  <a:lnTo>
                    <a:pt x="70591" y="55547"/>
                  </a:lnTo>
                  <a:lnTo>
                    <a:pt x="69649" y="55297"/>
                  </a:lnTo>
                  <a:lnTo>
                    <a:pt x="68455" y="56170"/>
                  </a:lnTo>
                  <a:lnTo>
                    <a:pt x="67314" y="55697"/>
                  </a:lnTo>
                  <a:lnTo>
                    <a:pt x="66584" y="55154"/>
                  </a:lnTo>
                  <a:lnTo>
                    <a:pt x="66095" y="53642"/>
                  </a:lnTo>
                  <a:lnTo>
                    <a:pt x="65892" y="53449"/>
                  </a:lnTo>
                  <a:lnTo>
                    <a:pt x="63489" y="55032"/>
                  </a:lnTo>
                  <a:lnTo>
                    <a:pt x="62911" y="55128"/>
                  </a:lnTo>
                  <a:lnTo>
                    <a:pt x="61419" y="54278"/>
                  </a:lnTo>
                  <a:lnTo>
                    <a:pt x="60197" y="53437"/>
                  </a:lnTo>
                  <a:lnTo>
                    <a:pt x="59739" y="53184"/>
                  </a:lnTo>
                  <a:lnTo>
                    <a:pt x="58561" y="52855"/>
                  </a:lnTo>
                  <a:lnTo>
                    <a:pt x="57500" y="52664"/>
                  </a:lnTo>
                  <a:lnTo>
                    <a:pt x="56345" y="52139"/>
                  </a:lnTo>
                  <a:lnTo>
                    <a:pt x="54910" y="52824"/>
                  </a:lnTo>
                  <a:lnTo>
                    <a:pt x="54332" y="52769"/>
                  </a:lnTo>
                  <a:lnTo>
                    <a:pt x="53790" y="52273"/>
                  </a:lnTo>
                  <a:lnTo>
                    <a:pt x="53508" y="51256"/>
                  </a:lnTo>
                  <a:lnTo>
                    <a:pt x="53436" y="50294"/>
                  </a:lnTo>
                  <a:lnTo>
                    <a:pt x="52950" y="49633"/>
                  </a:lnTo>
                  <a:lnTo>
                    <a:pt x="52193" y="49482"/>
                  </a:lnTo>
                  <a:lnTo>
                    <a:pt x="51133" y="50076"/>
                  </a:lnTo>
                  <a:lnTo>
                    <a:pt x="49587" y="50860"/>
                  </a:lnTo>
                  <a:lnTo>
                    <a:pt x="49088" y="50730"/>
                  </a:lnTo>
                  <a:lnTo>
                    <a:pt x="48629" y="50504"/>
                  </a:lnTo>
                  <a:lnTo>
                    <a:pt x="48462" y="50295"/>
                  </a:lnTo>
                  <a:lnTo>
                    <a:pt x="48249" y="49387"/>
                  </a:lnTo>
                  <a:lnTo>
                    <a:pt x="48001" y="49187"/>
                  </a:lnTo>
                  <a:lnTo>
                    <a:pt x="47641" y="49160"/>
                  </a:lnTo>
                  <a:lnTo>
                    <a:pt x="47005" y="48942"/>
                  </a:lnTo>
                  <a:lnTo>
                    <a:pt x="46221" y="48267"/>
                  </a:lnTo>
                  <a:lnTo>
                    <a:pt x="43838" y="46676"/>
                  </a:lnTo>
                  <a:lnTo>
                    <a:pt x="43540" y="45969"/>
                  </a:lnTo>
                  <a:lnTo>
                    <a:pt x="43549" y="44407"/>
                  </a:lnTo>
                  <a:lnTo>
                    <a:pt x="43416" y="43763"/>
                  </a:lnTo>
                  <a:lnTo>
                    <a:pt x="43127" y="43082"/>
                  </a:lnTo>
                  <a:lnTo>
                    <a:pt x="41903" y="42391"/>
                  </a:lnTo>
                  <a:lnTo>
                    <a:pt x="39528" y="41281"/>
                  </a:lnTo>
                  <a:lnTo>
                    <a:pt x="38215" y="40395"/>
                  </a:lnTo>
                  <a:lnTo>
                    <a:pt x="37589" y="40809"/>
                  </a:lnTo>
                  <a:lnTo>
                    <a:pt x="36381" y="41179"/>
                  </a:lnTo>
                  <a:lnTo>
                    <a:pt x="35734" y="41978"/>
                  </a:lnTo>
                  <a:lnTo>
                    <a:pt x="34960" y="41725"/>
                  </a:lnTo>
                  <a:lnTo>
                    <a:pt x="33112" y="40883"/>
                  </a:lnTo>
                  <a:lnTo>
                    <a:pt x="32124" y="40758"/>
                  </a:lnTo>
                  <a:lnTo>
                    <a:pt x="31526" y="41044"/>
                  </a:lnTo>
                  <a:lnTo>
                    <a:pt x="31388" y="41526"/>
                  </a:lnTo>
                  <a:lnTo>
                    <a:pt x="30634" y="42073"/>
                  </a:lnTo>
                  <a:lnTo>
                    <a:pt x="29917" y="41637"/>
                  </a:lnTo>
                  <a:lnTo>
                    <a:pt x="28499" y="41048"/>
                  </a:lnTo>
                  <a:lnTo>
                    <a:pt x="27258" y="40725"/>
                  </a:lnTo>
                  <a:lnTo>
                    <a:pt x="25371" y="40009"/>
                  </a:lnTo>
                  <a:lnTo>
                    <a:pt x="25157" y="38926"/>
                  </a:lnTo>
                  <a:lnTo>
                    <a:pt x="24841" y="37855"/>
                  </a:lnTo>
                  <a:lnTo>
                    <a:pt x="24392" y="37665"/>
                  </a:lnTo>
                  <a:lnTo>
                    <a:pt x="22703" y="37877"/>
                  </a:lnTo>
                  <a:lnTo>
                    <a:pt x="21154" y="36696"/>
                  </a:lnTo>
                  <a:lnTo>
                    <a:pt x="19491" y="35184"/>
                  </a:lnTo>
                  <a:lnTo>
                    <a:pt x="18783" y="34687"/>
                  </a:lnTo>
                  <a:lnTo>
                    <a:pt x="18316" y="34503"/>
                  </a:lnTo>
                  <a:lnTo>
                    <a:pt x="17914" y="34705"/>
                  </a:lnTo>
                  <a:lnTo>
                    <a:pt x="17457" y="35051"/>
                  </a:lnTo>
                  <a:lnTo>
                    <a:pt x="17038" y="35154"/>
                  </a:lnTo>
                  <a:lnTo>
                    <a:pt x="16136" y="34502"/>
                  </a:lnTo>
                  <a:lnTo>
                    <a:pt x="14984" y="33572"/>
                  </a:lnTo>
                  <a:lnTo>
                    <a:pt x="13570" y="32432"/>
                  </a:lnTo>
                  <a:lnTo>
                    <a:pt x="11912" y="30840"/>
                  </a:lnTo>
                  <a:lnTo>
                    <a:pt x="11232" y="29940"/>
                  </a:lnTo>
                  <a:lnTo>
                    <a:pt x="10923" y="29264"/>
                  </a:lnTo>
                  <a:lnTo>
                    <a:pt x="10570" y="28627"/>
                  </a:lnTo>
                  <a:lnTo>
                    <a:pt x="9129" y="27587"/>
                  </a:lnTo>
                  <a:lnTo>
                    <a:pt x="7988" y="26765"/>
                  </a:lnTo>
                  <a:lnTo>
                    <a:pt x="6614" y="25772"/>
                  </a:lnTo>
                  <a:lnTo>
                    <a:pt x="6381" y="25574"/>
                  </a:lnTo>
                  <a:lnTo>
                    <a:pt x="5862" y="24984"/>
                  </a:lnTo>
                  <a:lnTo>
                    <a:pt x="5064" y="24239"/>
                  </a:lnTo>
                  <a:lnTo>
                    <a:pt x="4410" y="24022"/>
                  </a:lnTo>
                  <a:lnTo>
                    <a:pt x="4201" y="24432"/>
                  </a:lnTo>
                  <a:lnTo>
                    <a:pt x="4043" y="24863"/>
                  </a:lnTo>
                  <a:lnTo>
                    <a:pt x="3471" y="24764"/>
                  </a:lnTo>
                  <a:lnTo>
                    <a:pt x="2584" y="24005"/>
                  </a:lnTo>
                  <a:lnTo>
                    <a:pt x="1654" y="23211"/>
                  </a:lnTo>
                  <a:lnTo>
                    <a:pt x="926" y="22475"/>
                  </a:lnTo>
                  <a:lnTo>
                    <a:pt x="180" y="21721"/>
                  </a:lnTo>
                  <a:lnTo>
                    <a:pt x="0" y="21161"/>
                  </a:lnTo>
                  <a:lnTo>
                    <a:pt x="311" y="19433"/>
                  </a:lnTo>
                  <a:lnTo>
                    <a:pt x="745" y="17952"/>
                  </a:lnTo>
                  <a:lnTo>
                    <a:pt x="1115" y="17618"/>
                  </a:lnTo>
                  <a:lnTo>
                    <a:pt x="1715" y="16638"/>
                  </a:lnTo>
                  <a:lnTo>
                    <a:pt x="1932" y="14917"/>
                  </a:lnTo>
                  <a:lnTo>
                    <a:pt x="1922" y="13447"/>
                  </a:lnTo>
                  <a:lnTo>
                    <a:pt x="2509" y="11373"/>
                  </a:lnTo>
                  <a:lnTo>
                    <a:pt x="3313" y="9166"/>
                  </a:lnTo>
                  <a:lnTo>
                    <a:pt x="4705" y="6802"/>
                  </a:lnTo>
                  <a:lnTo>
                    <a:pt x="5309" y="6020"/>
                  </a:lnTo>
                  <a:lnTo>
                    <a:pt x="5983" y="5483"/>
                  </a:lnTo>
                  <a:lnTo>
                    <a:pt x="7268" y="3740"/>
                  </a:lnTo>
                  <a:lnTo>
                    <a:pt x="7535" y="3455"/>
                  </a:lnTo>
                  <a:lnTo>
                    <a:pt x="8098" y="3006"/>
                  </a:lnTo>
                  <a:lnTo>
                    <a:pt x="8651" y="2893"/>
                  </a:lnTo>
                  <a:lnTo>
                    <a:pt x="9069" y="3110"/>
                  </a:lnTo>
                  <a:lnTo>
                    <a:pt x="9497" y="4024"/>
                  </a:lnTo>
                  <a:lnTo>
                    <a:pt x="10016" y="4891"/>
                  </a:lnTo>
                  <a:lnTo>
                    <a:pt x="10648" y="4848"/>
                  </a:lnTo>
                  <a:lnTo>
                    <a:pt x="11385" y="4103"/>
                  </a:lnTo>
                  <a:lnTo>
                    <a:pt x="12919" y="696"/>
                  </a:lnTo>
                  <a:lnTo>
                    <a:pt x="15044" y="0"/>
                  </a:lnTo>
                  <a:lnTo>
                    <a:pt x="17060" y="350"/>
                  </a:lnTo>
                  <a:lnTo>
                    <a:pt x="18843" y="847"/>
                  </a:lnTo>
                  <a:lnTo>
                    <a:pt x="19368" y="1986"/>
                  </a:lnTo>
                  <a:lnTo>
                    <a:pt x="19713" y="3187"/>
                  </a:lnTo>
                  <a:lnTo>
                    <a:pt x="19937" y="3798"/>
                  </a:lnTo>
                  <a:lnTo>
                    <a:pt x="20520" y="4514"/>
                  </a:lnTo>
                  <a:lnTo>
                    <a:pt x="23035" y="6220"/>
                  </a:lnTo>
                  <a:lnTo>
                    <a:pt x="24495" y="7759"/>
                  </a:lnTo>
                  <a:lnTo>
                    <a:pt x="26515" y="9820"/>
                  </a:lnTo>
                  <a:lnTo>
                    <a:pt x="28025" y="10731"/>
                  </a:lnTo>
                  <a:lnTo>
                    <a:pt x="29364" y="10807"/>
                  </a:lnTo>
                  <a:lnTo>
                    <a:pt x="30118" y="11617"/>
                  </a:lnTo>
                  <a:lnTo>
                    <a:pt x="31253" y="13227"/>
                  </a:lnTo>
                  <a:lnTo>
                    <a:pt x="32213" y="15079"/>
                  </a:lnTo>
                  <a:lnTo>
                    <a:pt x="33414" y="16791"/>
                  </a:lnTo>
                  <a:lnTo>
                    <a:pt x="34242" y="16736"/>
                  </a:lnTo>
                  <a:lnTo>
                    <a:pt x="35371" y="16180"/>
                  </a:lnTo>
                  <a:lnTo>
                    <a:pt x="36748" y="15454"/>
                  </a:lnTo>
                  <a:lnTo>
                    <a:pt x="37562" y="15811"/>
                  </a:lnTo>
                  <a:lnTo>
                    <a:pt x="38313" y="16284"/>
                  </a:lnTo>
                  <a:lnTo>
                    <a:pt x="38563" y="17172"/>
                  </a:lnTo>
                  <a:lnTo>
                    <a:pt x="39015" y="18845"/>
                  </a:lnTo>
                  <a:lnTo>
                    <a:pt x="39518" y="20583"/>
                  </a:lnTo>
                  <a:lnTo>
                    <a:pt x="40307" y="21192"/>
                  </a:lnTo>
                  <a:lnTo>
                    <a:pt x="41240" y="22087"/>
                  </a:lnTo>
                  <a:lnTo>
                    <a:pt x="41757" y="22798"/>
                  </a:lnTo>
                  <a:lnTo>
                    <a:pt x="43509" y="24100"/>
                  </a:lnTo>
                  <a:lnTo>
                    <a:pt x="43757" y="24631"/>
                  </a:lnTo>
                  <a:lnTo>
                    <a:pt x="44111" y="24993"/>
                  </a:lnTo>
                  <a:lnTo>
                    <a:pt x="44538" y="25221"/>
                  </a:lnTo>
                  <a:lnTo>
                    <a:pt x="44893" y="25486"/>
                  </a:lnTo>
                  <a:lnTo>
                    <a:pt x="45444" y="25578"/>
                  </a:lnTo>
                  <a:lnTo>
                    <a:pt x="47469" y="24796"/>
                  </a:lnTo>
                  <a:lnTo>
                    <a:pt x="48010" y="24895"/>
                  </a:lnTo>
                  <a:lnTo>
                    <a:pt x="48320" y="25040"/>
                  </a:lnTo>
                  <a:lnTo>
                    <a:pt x="48330" y="25324"/>
                  </a:lnTo>
                  <a:lnTo>
                    <a:pt x="47964" y="26545"/>
                  </a:lnTo>
                  <a:lnTo>
                    <a:pt x="47653" y="28108"/>
                  </a:lnTo>
                  <a:lnTo>
                    <a:pt x="47973" y="28893"/>
                  </a:lnTo>
                  <a:lnTo>
                    <a:pt x="48821" y="29219"/>
                  </a:lnTo>
                  <a:lnTo>
                    <a:pt x="50700" y="29450"/>
                  </a:lnTo>
                  <a:lnTo>
                    <a:pt x="53232" y="29430"/>
                  </a:lnTo>
                  <a:lnTo>
                    <a:pt x="54000" y="30222"/>
                  </a:lnTo>
                  <a:lnTo>
                    <a:pt x="54764" y="31412"/>
                  </a:lnTo>
                  <a:lnTo>
                    <a:pt x="55535" y="33444"/>
                  </a:lnTo>
                  <a:lnTo>
                    <a:pt x="55841" y="34301"/>
                  </a:lnTo>
                  <a:lnTo>
                    <a:pt x="56224" y="34550"/>
                  </a:lnTo>
                  <a:lnTo>
                    <a:pt x="56883" y="34211"/>
                  </a:lnTo>
                  <a:lnTo>
                    <a:pt x="56990" y="33376"/>
                  </a:lnTo>
                  <a:lnTo>
                    <a:pt x="57020" y="32134"/>
                  </a:lnTo>
                  <a:lnTo>
                    <a:pt x="57572" y="31705"/>
                  </a:lnTo>
                  <a:lnTo>
                    <a:pt x="57924" y="32021"/>
                  </a:lnTo>
                  <a:lnTo>
                    <a:pt x="58338" y="32992"/>
                  </a:lnTo>
                  <a:lnTo>
                    <a:pt x="59385" y="33865"/>
                  </a:lnTo>
                  <a:lnTo>
                    <a:pt x="60142" y="34295"/>
                  </a:lnTo>
                  <a:lnTo>
                    <a:pt x="60864" y="34143"/>
                  </a:lnTo>
                  <a:lnTo>
                    <a:pt x="61166" y="33809"/>
                  </a:lnTo>
                  <a:lnTo>
                    <a:pt x="61522" y="32112"/>
                  </a:lnTo>
                  <a:lnTo>
                    <a:pt x="62089" y="31863"/>
                  </a:lnTo>
                  <a:lnTo>
                    <a:pt x="62809" y="31976"/>
                  </a:lnTo>
                  <a:lnTo>
                    <a:pt x="63084" y="32315"/>
                  </a:lnTo>
                  <a:lnTo>
                    <a:pt x="63375" y="32992"/>
                  </a:lnTo>
                  <a:lnTo>
                    <a:pt x="64245" y="33312"/>
                  </a:lnTo>
                  <a:lnTo>
                    <a:pt x="65110" y="33740"/>
                  </a:lnTo>
                  <a:lnTo>
                    <a:pt x="65927" y="34295"/>
                  </a:lnTo>
                  <a:lnTo>
                    <a:pt x="67074" y="35555"/>
                  </a:lnTo>
                  <a:lnTo>
                    <a:pt x="68487" y="35784"/>
                  </a:lnTo>
                  <a:lnTo>
                    <a:pt x="70128" y="35757"/>
                  </a:lnTo>
                  <a:lnTo>
                    <a:pt x="70990" y="35785"/>
                  </a:lnTo>
                  <a:lnTo>
                    <a:pt x="71626" y="35878"/>
                  </a:lnTo>
                  <a:lnTo>
                    <a:pt x="72195" y="35791"/>
                  </a:lnTo>
                  <a:lnTo>
                    <a:pt x="73880" y="34889"/>
                  </a:lnTo>
                  <a:lnTo>
                    <a:pt x="74567" y="34823"/>
                  </a:lnTo>
                  <a:lnTo>
                    <a:pt x="75418" y="3492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g1119"/>
            <p:cNvSpPr/>
            <p:nvPr/>
          </p:nvSpPr>
          <p:spPr>
            <a:xfrm>
              <a:off x="5601642" y="2425378"/>
              <a:ext cx="485" cy="856"/>
            </a:xfrm>
            <a:custGeom>
              <a:avLst/>
              <a:pathLst>
                <a:path w="485" h="856">
                  <a:moveTo>
                    <a:pt x="485" y="380"/>
                  </a:moveTo>
                  <a:lnTo>
                    <a:pt x="302" y="856"/>
                  </a:lnTo>
                  <a:lnTo>
                    <a:pt x="88" y="796"/>
                  </a:lnTo>
                  <a:lnTo>
                    <a:pt x="0" y="479"/>
                  </a:lnTo>
                  <a:lnTo>
                    <a:pt x="61" y="136"/>
                  </a:lnTo>
                  <a:lnTo>
                    <a:pt x="302" y="0"/>
                  </a:lnTo>
                  <a:lnTo>
                    <a:pt x="460" y="10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g1120"/>
            <p:cNvSpPr/>
            <p:nvPr/>
          </p:nvSpPr>
          <p:spPr>
            <a:xfrm>
              <a:off x="5621649" y="3150609"/>
              <a:ext cx="2003" cy="1187"/>
            </a:xfrm>
            <a:custGeom>
              <a:avLst/>
              <a:pathLst>
                <a:path w="2003" h="1187">
                  <a:moveTo>
                    <a:pt x="1480" y="168"/>
                  </a:moveTo>
                  <a:lnTo>
                    <a:pt x="2003" y="879"/>
                  </a:lnTo>
                  <a:lnTo>
                    <a:pt x="1000" y="1187"/>
                  </a:lnTo>
                  <a:lnTo>
                    <a:pt x="512" y="930"/>
                  </a:lnTo>
                  <a:lnTo>
                    <a:pt x="170" y="604"/>
                  </a:lnTo>
                  <a:lnTo>
                    <a:pt x="0" y="143"/>
                  </a:lnTo>
                  <a:lnTo>
                    <a:pt x="542" y="190"/>
                  </a:lnTo>
                  <a:lnTo>
                    <a:pt x="1010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g1121"/>
            <p:cNvSpPr/>
            <p:nvPr/>
          </p:nvSpPr>
          <p:spPr>
            <a:xfrm>
              <a:off x="5592012" y="3123352"/>
              <a:ext cx="3579" cy="4395"/>
            </a:xfrm>
            <a:custGeom>
              <a:avLst/>
              <a:pathLst>
                <a:path w="3579" h="4395">
                  <a:moveTo>
                    <a:pt x="3140" y="3215"/>
                  </a:moveTo>
                  <a:lnTo>
                    <a:pt x="3346" y="4390"/>
                  </a:lnTo>
                  <a:lnTo>
                    <a:pt x="2826" y="4395"/>
                  </a:lnTo>
                  <a:lnTo>
                    <a:pt x="1741" y="4068"/>
                  </a:lnTo>
                  <a:lnTo>
                    <a:pt x="1405" y="3567"/>
                  </a:lnTo>
                  <a:lnTo>
                    <a:pt x="1174" y="3444"/>
                  </a:lnTo>
                  <a:lnTo>
                    <a:pt x="777" y="4024"/>
                  </a:lnTo>
                  <a:lnTo>
                    <a:pt x="141" y="4052"/>
                  </a:lnTo>
                  <a:lnTo>
                    <a:pt x="0" y="3860"/>
                  </a:lnTo>
                  <a:lnTo>
                    <a:pt x="250" y="3237"/>
                  </a:lnTo>
                  <a:lnTo>
                    <a:pt x="1747" y="2064"/>
                  </a:lnTo>
                  <a:lnTo>
                    <a:pt x="2024" y="587"/>
                  </a:lnTo>
                  <a:lnTo>
                    <a:pt x="2007" y="111"/>
                  </a:lnTo>
                  <a:lnTo>
                    <a:pt x="3178" y="0"/>
                  </a:lnTo>
                  <a:lnTo>
                    <a:pt x="3454" y="181"/>
                  </a:lnTo>
                  <a:lnTo>
                    <a:pt x="3579" y="385"/>
                  </a:lnTo>
                  <a:lnTo>
                    <a:pt x="3502" y="645"/>
                  </a:lnTo>
                  <a:lnTo>
                    <a:pt x="3031" y="1130"/>
                  </a:lnTo>
                  <a:lnTo>
                    <a:pt x="3012" y="1694"/>
                  </a:lnTo>
                  <a:lnTo>
                    <a:pt x="3133" y="2278"/>
                  </a:lnTo>
                  <a:lnTo>
                    <a:pt x="2746" y="2562"/>
                  </a:lnTo>
                  <a:lnTo>
                    <a:pt x="2948" y="306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g1122"/>
            <p:cNvSpPr/>
            <p:nvPr/>
          </p:nvSpPr>
          <p:spPr>
            <a:xfrm>
              <a:off x="5607460" y="3069841"/>
              <a:ext cx="6988" cy="7939"/>
            </a:xfrm>
            <a:custGeom>
              <a:avLst/>
              <a:pathLst>
                <a:path w="6988" h="7939">
                  <a:moveTo>
                    <a:pt x="5893" y="2340"/>
                  </a:moveTo>
                  <a:lnTo>
                    <a:pt x="5897" y="2897"/>
                  </a:lnTo>
                  <a:lnTo>
                    <a:pt x="4910" y="2696"/>
                  </a:lnTo>
                  <a:lnTo>
                    <a:pt x="4930" y="3322"/>
                  </a:lnTo>
                  <a:lnTo>
                    <a:pt x="5709" y="3650"/>
                  </a:lnTo>
                  <a:lnTo>
                    <a:pt x="5997" y="4098"/>
                  </a:lnTo>
                  <a:lnTo>
                    <a:pt x="6806" y="3969"/>
                  </a:lnTo>
                  <a:lnTo>
                    <a:pt x="6988" y="4639"/>
                  </a:lnTo>
                  <a:lnTo>
                    <a:pt x="6801" y="5238"/>
                  </a:lnTo>
                  <a:lnTo>
                    <a:pt x="6262" y="5678"/>
                  </a:lnTo>
                  <a:lnTo>
                    <a:pt x="4664" y="5900"/>
                  </a:lnTo>
                  <a:lnTo>
                    <a:pt x="3629" y="6770"/>
                  </a:lnTo>
                  <a:lnTo>
                    <a:pt x="2732" y="6638"/>
                  </a:lnTo>
                  <a:lnTo>
                    <a:pt x="2488" y="6717"/>
                  </a:lnTo>
                  <a:lnTo>
                    <a:pt x="1460" y="7650"/>
                  </a:lnTo>
                  <a:lnTo>
                    <a:pt x="311" y="7939"/>
                  </a:lnTo>
                  <a:lnTo>
                    <a:pt x="0" y="7870"/>
                  </a:lnTo>
                  <a:lnTo>
                    <a:pt x="158" y="7037"/>
                  </a:lnTo>
                  <a:lnTo>
                    <a:pt x="1012" y="6246"/>
                  </a:lnTo>
                  <a:lnTo>
                    <a:pt x="1031" y="5486"/>
                  </a:lnTo>
                  <a:lnTo>
                    <a:pt x="1250" y="4879"/>
                  </a:lnTo>
                  <a:lnTo>
                    <a:pt x="2071" y="4451"/>
                  </a:lnTo>
                  <a:lnTo>
                    <a:pt x="2081" y="3659"/>
                  </a:lnTo>
                  <a:lnTo>
                    <a:pt x="2637" y="2958"/>
                  </a:lnTo>
                  <a:lnTo>
                    <a:pt x="2301" y="1439"/>
                  </a:lnTo>
                  <a:lnTo>
                    <a:pt x="2478" y="74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g1123"/>
            <p:cNvSpPr/>
            <p:nvPr/>
          </p:nvSpPr>
          <p:spPr>
            <a:xfrm>
              <a:off x="5598094" y="3054786"/>
              <a:ext cx="2026" cy="1601"/>
            </a:xfrm>
            <a:custGeom>
              <a:avLst/>
              <a:pathLst>
                <a:path w="2026" h="1601">
                  <a:moveTo>
                    <a:pt x="2026" y="569"/>
                  </a:moveTo>
                  <a:lnTo>
                    <a:pt x="1977" y="1254"/>
                  </a:lnTo>
                  <a:lnTo>
                    <a:pt x="1865" y="1599"/>
                  </a:lnTo>
                  <a:lnTo>
                    <a:pt x="1537" y="1601"/>
                  </a:lnTo>
                  <a:lnTo>
                    <a:pt x="1044" y="1525"/>
                  </a:lnTo>
                  <a:lnTo>
                    <a:pt x="564" y="1209"/>
                  </a:lnTo>
                  <a:lnTo>
                    <a:pt x="256" y="1299"/>
                  </a:lnTo>
                  <a:lnTo>
                    <a:pt x="0" y="1182"/>
                  </a:lnTo>
                  <a:lnTo>
                    <a:pt x="331" y="409"/>
                  </a:lnTo>
                  <a:lnTo>
                    <a:pt x="1453" y="0"/>
                  </a:lnTo>
                  <a:lnTo>
                    <a:pt x="1886" y="32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g1124"/>
            <p:cNvSpPr/>
            <p:nvPr/>
          </p:nvSpPr>
          <p:spPr>
            <a:xfrm>
              <a:off x="5601506" y="3048713"/>
              <a:ext cx="1229" cy="1675"/>
            </a:xfrm>
            <a:custGeom>
              <a:avLst/>
              <a:pathLst>
                <a:path w="1229" h="1675">
                  <a:moveTo>
                    <a:pt x="821" y="0"/>
                  </a:moveTo>
                  <a:lnTo>
                    <a:pt x="1229" y="1675"/>
                  </a:lnTo>
                  <a:lnTo>
                    <a:pt x="363" y="1355"/>
                  </a:lnTo>
                  <a:lnTo>
                    <a:pt x="0" y="848"/>
                  </a:lnTo>
                  <a:lnTo>
                    <a:pt x="662" y="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g1125"/>
            <p:cNvSpPr/>
            <p:nvPr/>
          </p:nvSpPr>
          <p:spPr>
            <a:xfrm>
              <a:off x="2355296" y="3035391"/>
              <a:ext cx="1009" cy="1479"/>
            </a:xfrm>
            <a:custGeom>
              <a:avLst/>
              <a:pathLst>
                <a:path w="1009" h="1479">
                  <a:moveTo>
                    <a:pt x="499" y="1355"/>
                  </a:moveTo>
                  <a:lnTo>
                    <a:pt x="80" y="1479"/>
                  </a:lnTo>
                  <a:lnTo>
                    <a:pt x="139" y="683"/>
                  </a:lnTo>
                  <a:lnTo>
                    <a:pt x="0" y="170"/>
                  </a:lnTo>
                  <a:lnTo>
                    <a:pt x="705" y="0"/>
                  </a:lnTo>
                  <a:lnTo>
                    <a:pt x="1009" y="61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g1126"/>
            <p:cNvSpPr/>
            <p:nvPr/>
          </p:nvSpPr>
          <p:spPr>
            <a:xfrm>
              <a:off x="2349446" y="3028320"/>
              <a:ext cx="6338" cy="5565"/>
            </a:xfrm>
            <a:custGeom>
              <a:avLst/>
              <a:pathLst>
                <a:path w="6338" h="5565">
                  <a:moveTo>
                    <a:pt x="6338" y="317"/>
                  </a:moveTo>
                  <a:lnTo>
                    <a:pt x="5999" y="679"/>
                  </a:lnTo>
                  <a:lnTo>
                    <a:pt x="5419" y="659"/>
                  </a:lnTo>
                  <a:lnTo>
                    <a:pt x="4407" y="2081"/>
                  </a:lnTo>
                  <a:lnTo>
                    <a:pt x="4469" y="1018"/>
                  </a:lnTo>
                  <a:lnTo>
                    <a:pt x="4165" y="604"/>
                  </a:lnTo>
                  <a:lnTo>
                    <a:pt x="3297" y="704"/>
                  </a:lnTo>
                  <a:lnTo>
                    <a:pt x="3132" y="937"/>
                  </a:lnTo>
                  <a:lnTo>
                    <a:pt x="3715" y="1217"/>
                  </a:lnTo>
                  <a:lnTo>
                    <a:pt x="3844" y="1374"/>
                  </a:lnTo>
                  <a:lnTo>
                    <a:pt x="3287" y="1988"/>
                  </a:lnTo>
                  <a:lnTo>
                    <a:pt x="3865" y="3307"/>
                  </a:lnTo>
                  <a:lnTo>
                    <a:pt x="4372" y="3262"/>
                  </a:lnTo>
                  <a:lnTo>
                    <a:pt x="4863" y="4291"/>
                  </a:lnTo>
                  <a:lnTo>
                    <a:pt x="4861" y="4614"/>
                  </a:lnTo>
                  <a:lnTo>
                    <a:pt x="3735" y="5011"/>
                  </a:lnTo>
                  <a:lnTo>
                    <a:pt x="3142" y="5565"/>
                  </a:lnTo>
                  <a:lnTo>
                    <a:pt x="2612" y="5542"/>
                  </a:lnTo>
                  <a:lnTo>
                    <a:pt x="2362" y="5434"/>
                  </a:lnTo>
                  <a:lnTo>
                    <a:pt x="2065" y="4443"/>
                  </a:lnTo>
                  <a:lnTo>
                    <a:pt x="2044" y="4026"/>
                  </a:lnTo>
                  <a:lnTo>
                    <a:pt x="2695" y="3298"/>
                  </a:lnTo>
                  <a:lnTo>
                    <a:pt x="3064" y="2557"/>
                  </a:lnTo>
                  <a:lnTo>
                    <a:pt x="2767" y="1874"/>
                  </a:lnTo>
                  <a:lnTo>
                    <a:pt x="2015" y="1431"/>
                  </a:lnTo>
                  <a:lnTo>
                    <a:pt x="375" y="1631"/>
                  </a:lnTo>
                  <a:lnTo>
                    <a:pt x="0" y="1483"/>
                  </a:lnTo>
                  <a:lnTo>
                    <a:pt x="818" y="562"/>
                  </a:lnTo>
                  <a:lnTo>
                    <a:pt x="1706" y="663"/>
                  </a:lnTo>
                  <a:lnTo>
                    <a:pt x="2663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g1127"/>
            <p:cNvSpPr/>
            <p:nvPr/>
          </p:nvSpPr>
          <p:spPr>
            <a:xfrm>
              <a:off x="5666674" y="2986412"/>
              <a:ext cx="1736" cy="2912"/>
            </a:xfrm>
            <a:custGeom>
              <a:avLst/>
              <a:pathLst>
                <a:path w="1736" h="2912">
                  <a:moveTo>
                    <a:pt x="1265" y="2101"/>
                  </a:moveTo>
                  <a:lnTo>
                    <a:pt x="0" y="2912"/>
                  </a:lnTo>
                  <a:lnTo>
                    <a:pt x="50" y="2349"/>
                  </a:lnTo>
                  <a:lnTo>
                    <a:pt x="298" y="1125"/>
                  </a:lnTo>
                  <a:lnTo>
                    <a:pt x="874" y="506"/>
                  </a:lnTo>
                  <a:lnTo>
                    <a:pt x="1158" y="464"/>
                  </a:lnTo>
                  <a:lnTo>
                    <a:pt x="1736" y="0"/>
                  </a:lnTo>
                  <a:lnTo>
                    <a:pt x="1676" y="102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g1128"/>
            <p:cNvSpPr/>
            <p:nvPr/>
          </p:nvSpPr>
          <p:spPr>
            <a:xfrm>
              <a:off x="5597580" y="2983303"/>
              <a:ext cx="74669" cy="85648"/>
            </a:xfrm>
            <a:custGeom>
              <a:avLst/>
              <a:pathLst>
                <a:path w="74669" h="85648">
                  <a:moveTo>
                    <a:pt x="62798" y="11008"/>
                  </a:moveTo>
                  <a:lnTo>
                    <a:pt x="63891" y="11076"/>
                  </a:lnTo>
                  <a:lnTo>
                    <a:pt x="64902" y="10054"/>
                  </a:lnTo>
                  <a:lnTo>
                    <a:pt x="65938" y="9224"/>
                  </a:lnTo>
                  <a:lnTo>
                    <a:pt x="67028" y="8536"/>
                  </a:lnTo>
                  <a:lnTo>
                    <a:pt x="68687" y="6958"/>
                  </a:lnTo>
                  <a:lnTo>
                    <a:pt x="69122" y="6727"/>
                  </a:lnTo>
                  <a:lnTo>
                    <a:pt x="70198" y="6426"/>
                  </a:lnTo>
                  <a:lnTo>
                    <a:pt x="70667" y="6054"/>
                  </a:lnTo>
                  <a:lnTo>
                    <a:pt x="71190" y="5965"/>
                  </a:lnTo>
                  <a:lnTo>
                    <a:pt x="70721" y="6901"/>
                  </a:lnTo>
                  <a:lnTo>
                    <a:pt x="70125" y="7213"/>
                  </a:lnTo>
                  <a:lnTo>
                    <a:pt x="70031" y="7551"/>
                  </a:lnTo>
                  <a:lnTo>
                    <a:pt x="70364" y="8090"/>
                  </a:lnTo>
                  <a:lnTo>
                    <a:pt x="69846" y="8848"/>
                  </a:lnTo>
                  <a:lnTo>
                    <a:pt x="69865" y="9792"/>
                  </a:lnTo>
                  <a:lnTo>
                    <a:pt x="69255" y="10906"/>
                  </a:lnTo>
                  <a:lnTo>
                    <a:pt x="70193" y="10451"/>
                  </a:lnTo>
                  <a:lnTo>
                    <a:pt x="70537" y="9725"/>
                  </a:lnTo>
                  <a:lnTo>
                    <a:pt x="70360" y="9316"/>
                  </a:lnTo>
                  <a:lnTo>
                    <a:pt x="70766" y="8506"/>
                  </a:lnTo>
                  <a:lnTo>
                    <a:pt x="71395" y="8120"/>
                  </a:lnTo>
                  <a:lnTo>
                    <a:pt x="71144" y="7505"/>
                  </a:lnTo>
                  <a:lnTo>
                    <a:pt x="71162" y="7018"/>
                  </a:lnTo>
                  <a:lnTo>
                    <a:pt x="71929" y="7198"/>
                  </a:lnTo>
                  <a:lnTo>
                    <a:pt x="72314" y="7178"/>
                  </a:lnTo>
                  <a:lnTo>
                    <a:pt x="72617" y="6986"/>
                  </a:lnTo>
                  <a:lnTo>
                    <a:pt x="73171" y="6909"/>
                  </a:lnTo>
                  <a:lnTo>
                    <a:pt x="73285" y="7453"/>
                  </a:lnTo>
                  <a:lnTo>
                    <a:pt x="74029" y="7385"/>
                  </a:lnTo>
                  <a:lnTo>
                    <a:pt x="73759" y="8071"/>
                  </a:lnTo>
                  <a:lnTo>
                    <a:pt x="73189" y="8864"/>
                  </a:lnTo>
                  <a:lnTo>
                    <a:pt x="73055" y="9346"/>
                  </a:lnTo>
                  <a:lnTo>
                    <a:pt x="72143" y="10144"/>
                  </a:lnTo>
                  <a:lnTo>
                    <a:pt x="71532" y="10486"/>
                  </a:lnTo>
                  <a:lnTo>
                    <a:pt x="72474" y="10575"/>
                  </a:lnTo>
                  <a:lnTo>
                    <a:pt x="73850" y="9506"/>
                  </a:lnTo>
                  <a:lnTo>
                    <a:pt x="74669" y="8559"/>
                  </a:lnTo>
                  <a:lnTo>
                    <a:pt x="74645" y="9740"/>
                  </a:lnTo>
                  <a:lnTo>
                    <a:pt x="73979" y="10798"/>
                  </a:lnTo>
                  <a:lnTo>
                    <a:pt x="73411" y="11467"/>
                  </a:lnTo>
                  <a:lnTo>
                    <a:pt x="72771" y="11674"/>
                  </a:lnTo>
                  <a:lnTo>
                    <a:pt x="72133" y="12216"/>
                  </a:lnTo>
                  <a:lnTo>
                    <a:pt x="71823" y="13103"/>
                  </a:lnTo>
                  <a:lnTo>
                    <a:pt x="71857" y="13691"/>
                  </a:lnTo>
                  <a:lnTo>
                    <a:pt x="72041" y="14158"/>
                  </a:lnTo>
                  <a:lnTo>
                    <a:pt x="72692" y="14949"/>
                  </a:lnTo>
                  <a:lnTo>
                    <a:pt x="71959" y="16469"/>
                  </a:lnTo>
                  <a:lnTo>
                    <a:pt x="72775" y="16279"/>
                  </a:lnTo>
                  <a:lnTo>
                    <a:pt x="73221" y="16565"/>
                  </a:lnTo>
                  <a:lnTo>
                    <a:pt x="73846" y="17442"/>
                  </a:lnTo>
                  <a:lnTo>
                    <a:pt x="73470" y="18453"/>
                  </a:lnTo>
                  <a:lnTo>
                    <a:pt x="73205" y="18971"/>
                  </a:lnTo>
                  <a:lnTo>
                    <a:pt x="71614" y="21102"/>
                  </a:lnTo>
                  <a:lnTo>
                    <a:pt x="70920" y="22184"/>
                  </a:lnTo>
                  <a:lnTo>
                    <a:pt x="70107" y="22876"/>
                  </a:lnTo>
                  <a:lnTo>
                    <a:pt x="70119" y="24012"/>
                  </a:lnTo>
                  <a:lnTo>
                    <a:pt x="69652" y="24839"/>
                  </a:lnTo>
                  <a:lnTo>
                    <a:pt x="67281" y="27670"/>
                  </a:lnTo>
                  <a:lnTo>
                    <a:pt x="66864" y="28285"/>
                  </a:lnTo>
                  <a:lnTo>
                    <a:pt x="64995" y="32788"/>
                  </a:lnTo>
                  <a:lnTo>
                    <a:pt x="63799" y="34681"/>
                  </a:lnTo>
                  <a:lnTo>
                    <a:pt x="63114" y="35325"/>
                  </a:lnTo>
                  <a:lnTo>
                    <a:pt x="62391" y="35849"/>
                  </a:lnTo>
                  <a:lnTo>
                    <a:pt x="60655" y="36741"/>
                  </a:lnTo>
                  <a:lnTo>
                    <a:pt x="59890" y="37766"/>
                  </a:lnTo>
                  <a:lnTo>
                    <a:pt x="59044" y="38618"/>
                  </a:lnTo>
                  <a:lnTo>
                    <a:pt x="58149" y="38808"/>
                  </a:lnTo>
                  <a:lnTo>
                    <a:pt x="58177" y="39186"/>
                  </a:lnTo>
                  <a:lnTo>
                    <a:pt x="58750" y="39397"/>
                  </a:lnTo>
                  <a:lnTo>
                    <a:pt x="59197" y="39957"/>
                  </a:lnTo>
                  <a:lnTo>
                    <a:pt x="58865" y="40583"/>
                  </a:lnTo>
                  <a:lnTo>
                    <a:pt x="58227" y="40977"/>
                  </a:lnTo>
                  <a:lnTo>
                    <a:pt x="57564" y="41090"/>
                  </a:lnTo>
                  <a:lnTo>
                    <a:pt x="57228" y="41490"/>
                  </a:lnTo>
                  <a:lnTo>
                    <a:pt x="58806" y="41206"/>
                  </a:lnTo>
                  <a:lnTo>
                    <a:pt x="59251" y="41534"/>
                  </a:lnTo>
                  <a:lnTo>
                    <a:pt x="59334" y="42223"/>
                  </a:lnTo>
                  <a:lnTo>
                    <a:pt x="59498" y="42846"/>
                  </a:lnTo>
                  <a:lnTo>
                    <a:pt x="59881" y="43670"/>
                  </a:lnTo>
                  <a:lnTo>
                    <a:pt x="61207" y="44194"/>
                  </a:lnTo>
                  <a:lnTo>
                    <a:pt x="62399" y="44439"/>
                  </a:lnTo>
                  <a:lnTo>
                    <a:pt x="62634" y="44821"/>
                  </a:lnTo>
                  <a:lnTo>
                    <a:pt x="62812" y="46136"/>
                  </a:lnTo>
                  <a:lnTo>
                    <a:pt x="62595" y="46782"/>
                  </a:lnTo>
                  <a:lnTo>
                    <a:pt x="62327" y="47207"/>
                  </a:lnTo>
                  <a:lnTo>
                    <a:pt x="61927" y="47358"/>
                  </a:lnTo>
                  <a:lnTo>
                    <a:pt x="60955" y="47441"/>
                  </a:lnTo>
                  <a:lnTo>
                    <a:pt x="59981" y="47144"/>
                  </a:lnTo>
                  <a:lnTo>
                    <a:pt x="59335" y="46349"/>
                  </a:lnTo>
                  <a:lnTo>
                    <a:pt x="57493" y="46604"/>
                  </a:lnTo>
                  <a:lnTo>
                    <a:pt x="57002" y="46775"/>
                  </a:lnTo>
                  <a:lnTo>
                    <a:pt x="56749" y="46632"/>
                  </a:lnTo>
                  <a:lnTo>
                    <a:pt x="57769" y="45797"/>
                  </a:lnTo>
                  <a:lnTo>
                    <a:pt x="57234" y="45322"/>
                  </a:lnTo>
                  <a:lnTo>
                    <a:pt x="56790" y="45143"/>
                  </a:lnTo>
                  <a:lnTo>
                    <a:pt x="56311" y="45420"/>
                  </a:lnTo>
                  <a:lnTo>
                    <a:pt x="55988" y="45857"/>
                  </a:lnTo>
                  <a:lnTo>
                    <a:pt x="55890" y="46579"/>
                  </a:lnTo>
                  <a:lnTo>
                    <a:pt x="55561" y="46995"/>
                  </a:lnTo>
                  <a:lnTo>
                    <a:pt x="55051" y="47113"/>
                  </a:lnTo>
                  <a:lnTo>
                    <a:pt x="54334" y="46515"/>
                  </a:lnTo>
                  <a:lnTo>
                    <a:pt x="53625" y="45658"/>
                  </a:lnTo>
                  <a:lnTo>
                    <a:pt x="52582" y="44796"/>
                  </a:lnTo>
                  <a:lnTo>
                    <a:pt x="52740" y="45330"/>
                  </a:lnTo>
                  <a:lnTo>
                    <a:pt x="53544" y="46638"/>
                  </a:lnTo>
                  <a:lnTo>
                    <a:pt x="53946" y="47505"/>
                  </a:lnTo>
                  <a:lnTo>
                    <a:pt x="53010" y="48197"/>
                  </a:lnTo>
                  <a:lnTo>
                    <a:pt x="52034" y="48737"/>
                  </a:lnTo>
                  <a:lnTo>
                    <a:pt x="51211" y="49053"/>
                  </a:lnTo>
                  <a:lnTo>
                    <a:pt x="50433" y="49546"/>
                  </a:lnTo>
                  <a:lnTo>
                    <a:pt x="49521" y="50315"/>
                  </a:lnTo>
                  <a:lnTo>
                    <a:pt x="49019" y="50591"/>
                  </a:lnTo>
                  <a:lnTo>
                    <a:pt x="47683" y="50607"/>
                  </a:lnTo>
                  <a:lnTo>
                    <a:pt x="46972" y="50851"/>
                  </a:lnTo>
                  <a:lnTo>
                    <a:pt x="46734" y="51867"/>
                  </a:lnTo>
                  <a:lnTo>
                    <a:pt x="46234" y="52512"/>
                  </a:lnTo>
                  <a:lnTo>
                    <a:pt x="45062" y="52640"/>
                  </a:lnTo>
                  <a:lnTo>
                    <a:pt x="45484" y="52843"/>
                  </a:lnTo>
                  <a:lnTo>
                    <a:pt x="45746" y="53166"/>
                  </a:lnTo>
                  <a:lnTo>
                    <a:pt x="44971" y="56226"/>
                  </a:lnTo>
                  <a:lnTo>
                    <a:pt x="44801" y="57495"/>
                  </a:lnTo>
                  <a:lnTo>
                    <a:pt x="44657" y="59666"/>
                  </a:lnTo>
                  <a:lnTo>
                    <a:pt x="44169" y="61681"/>
                  </a:lnTo>
                  <a:lnTo>
                    <a:pt x="42776" y="61668"/>
                  </a:lnTo>
                  <a:lnTo>
                    <a:pt x="43001" y="62025"/>
                  </a:lnTo>
                  <a:lnTo>
                    <a:pt x="44054" y="62593"/>
                  </a:lnTo>
                  <a:lnTo>
                    <a:pt x="43856" y="63451"/>
                  </a:lnTo>
                  <a:lnTo>
                    <a:pt x="42697" y="65016"/>
                  </a:lnTo>
                  <a:lnTo>
                    <a:pt x="42214" y="65922"/>
                  </a:lnTo>
                  <a:lnTo>
                    <a:pt x="41743" y="68119"/>
                  </a:lnTo>
                  <a:lnTo>
                    <a:pt x="41037" y="70145"/>
                  </a:lnTo>
                  <a:lnTo>
                    <a:pt x="39952" y="72448"/>
                  </a:lnTo>
                  <a:lnTo>
                    <a:pt x="39944" y="72862"/>
                  </a:lnTo>
                  <a:lnTo>
                    <a:pt x="40323" y="73449"/>
                  </a:lnTo>
                  <a:lnTo>
                    <a:pt x="40783" y="73957"/>
                  </a:lnTo>
                  <a:lnTo>
                    <a:pt x="40809" y="74674"/>
                  </a:lnTo>
                  <a:lnTo>
                    <a:pt x="40668" y="75051"/>
                  </a:lnTo>
                  <a:lnTo>
                    <a:pt x="40153" y="75151"/>
                  </a:lnTo>
                  <a:lnTo>
                    <a:pt x="39703" y="75397"/>
                  </a:lnTo>
                  <a:lnTo>
                    <a:pt x="37289" y="76029"/>
                  </a:lnTo>
                  <a:lnTo>
                    <a:pt x="36498" y="76737"/>
                  </a:lnTo>
                  <a:lnTo>
                    <a:pt x="35848" y="78004"/>
                  </a:lnTo>
                  <a:lnTo>
                    <a:pt x="35085" y="79095"/>
                  </a:lnTo>
                  <a:lnTo>
                    <a:pt x="32551" y="81516"/>
                  </a:lnTo>
                  <a:lnTo>
                    <a:pt x="31060" y="83544"/>
                  </a:lnTo>
                  <a:lnTo>
                    <a:pt x="30761" y="84124"/>
                  </a:lnTo>
                  <a:lnTo>
                    <a:pt x="30359" y="84546"/>
                  </a:lnTo>
                  <a:lnTo>
                    <a:pt x="27101" y="85507"/>
                  </a:lnTo>
                  <a:lnTo>
                    <a:pt x="24796" y="85648"/>
                  </a:lnTo>
                  <a:lnTo>
                    <a:pt x="23540" y="85402"/>
                  </a:lnTo>
                  <a:lnTo>
                    <a:pt x="22329" y="84917"/>
                  </a:lnTo>
                  <a:lnTo>
                    <a:pt x="21657" y="84751"/>
                  </a:lnTo>
                  <a:lnTo>
                    <a:pt x="20376" y="85047"/>
                  </a:lnTo>
                  <a:lnTo>
                    <a:pt x="19816" y="85374"/>
                  </a:lnTo>
                  <a:lnTo>
                    <a:pt x="18815" y="85052"/>
                  </a:lnTo>
                  <a:lnTo>
                    <a:pt x="18018" y="85295"/>
                  </a:lnTo>
                  <a:lnTo>
                    <a:pt x="17782" y="85058"/>
                  </a:lnTo>
                  <a:lnTo>
                    <a:pt x="17484" y="84463"/>
                  </a:lnTo>
                  <a:lnTo>
                    <a:pt x="17648" y="83673"/>
                  </a:lnTo>
                  <a:lnTo>
                    <a:pt x="17427" y="83089"/>
                  </a:lnTo>
                  <a:lnTo>
                    <a:pt x="16921" y="82692"/>
                  </a:lnTo>
                  <a:lnTo>
                    <a:pt x="16581" y="82232"/>
                  </a:lnTo>
                  <a:lnTo>
                    <a:pt x="16192" y="81904"/>
                  </a:lnTo>
                  <a:lnTo>
                    <a:pt x="15134" y="81774"/>
                  </a:lnTo>
                  <a:lnTo>
                    <a:pt x="13460" y="81981"/>
                  </a:lnTo>
                  <a:lnTo>
                    <a:pt x="12907" y="81960"/>
                  </a:lnTo>
                  <a:lnTo>
                    <a:pt x="11773" y="80020"/>
                  </a:lnTo>
                  <a:lnTo>
                    <a:pt x="11396" y="79543"/>
                  </a:lnTo>
                  <a:lnTo>
                    <a:pt x="10045" y="78924"/>
                  </a:lnTo>
                  <a:lnTo>
                    <a:pt x="9583" y="79009"/>
                  </a:lnTo>
                  <a:lnTo>
                    <a:pt x="8861" y="80044"/>
                  </a:lnTo>
                  <a:lnTo>
                    <a:pt x="8432" y="80220"/>
                  </a:lnTo>
                  <a:lnTo>
                    <a:pt x="5890" y="80331"/>
                  </a:lnTo>
                  <a:lnTo>
                    <a:pt x="3340" y="79997"/>
                  </a:lnTo>
                  <a:lnTo>
                    <a:pt x="2402" y="79611"/>
                  </a:lnTo>
                  <a:lnTo>
                    <a:pt x="2218" y="78716"/>
                  </a:lnTo>
                  <a:lnTo>
                    <a:pt x="4153" y="76255"/>
                  </a:lnTo>
                  <a:lnTo>
                    <a:pt x="3583" y="76585"/>
                  </a:lnTo>
                  <a:lnTo>
                    <a:pt x="2390" y="77587"/>
                  </a:lnTo>
                  <a:lnTo>
                    <a:pt x="1629" y="77433"/>
                  </a:lnTo>
                  <a:lnTo>
                    <a:pt x="2358" y="76340"/>
                  </a:lnTo>
                  <a:lnTo>
                    <a:pt x="2423" y="75852"/>
                  </a:lnTo>
                  <a:lnTo>
                    <a:pt x="2273" y="75309"/>
                  </a:lnTo>
                  <a:lnTo>
                    <a:pt x="1277" y="76229"/>
                  </a:lnTo>
                  <a:lnTo>
                    <a:pt x="146" y="76348"/>
                  </a:lnTo>
                  <a:lnTo>
                    <a:pt x="0" y="75495"/>
                  </a:lnTo>
                  <a:lnTo>
                    <a:pt x="100" y="74506"/>
                  </a:lnTo>
                  <a:lnTo>
                    <a:pt x="333" y="74226"/>
                  </a:lnTo>
                  <a:lnTo>
                    <a:pt x="3390" y="73707"/>
                  </a:lnTo>
                  <a:lnTo>
                    <a:pt x="4493" y="73368"/>
                  </a:lnTo>
                  <a:lnTo>
                    <a:pt x="4973" y="72836"/>
                  </a:lnTo>
                  <a:lnTo>
                    <a:pt x="3144" y="72654"/>
                  </a:lnTo>
                  <a:lnTo>
                    <a:pt x="3027" y="71909"/>
                  </a:lnTo>
                  <a:lnTo>
                    <a:pt x="3291" y="71312"/>
                  </a:lnTo>
                  <a:lnTo>
                    <a:pt x="4855" y="70320"/>
                  </a:lnTo>
                  <a:lnTo>
                    <a:pt x="3703" y="70574"/>
                  </a:lnTo>
                  <a:lnTo>
                    <a:pt x="2425" y="70485"/>
                  </a:lnTo>
                  <a:lnTo>
                    <a:pt x="2511" y="69438"/>
                  </a:lnTo>
                  <a:lnTo>
                    <a:pt x="2844" y="68618"/>
                  </a:lnTo>
                  <a:lnTo>
                    <a:pt x="4184" y="68593"/>
                  </a:lnTo>
                  <a:lnTo>
                    <a:pt x="3765" y="68031"/>
                  </a:lnTo>
                  <a:lnTo>
                    <a:pt x="3704" y="67245"/>
                  </a:lnTo>
                  <a:lnTo>
                    <a:pt x="4077" y="67192"/>
                  </a:lnTo>
                  <a:lnTo>
                    <a:pt x="5435" y="68249"/>
                  </a:lnTo>
                  <a:lnTo>
                    <a:pt x="6414" y="68636"/>
                  </a:lnTo>
                  <a:lnTo>
                    <a:pt x="6002" y="67840"/>
                  </a:lnTo>
                  <a:lnTo>
                    <a:pt x="6056" y="67339"/>
                  </a:lnTo>
                  <a:lnTo>
                    <a:pt x="6316" y="67114"/>
                  </a:lnTo>
                  <a:lnTo>
                    <a:pt x="7118" y="66953"/>
                  </a:lnTo>
                  <a:lnTo>
                    <a:pt x="6898" y="66813"/>
                  </a:lnTo>
                  <a:lnTo>
                    <a:pt x="6146" y="66611"/>
                  </a:lnTo>
                  <a:lnTo>
                    <a:pt x="5252" y="66007"/>
                  </a:lnTo>
                  <a:lnTo>
                    <a:pt x="5156" y="65368"/>
                  </a:lnTo>
                  <a:lnTo>
                    <a:pt x="5186" y="64628"/>
                  </a:lnTo>
                  <a:lnTo>
                    <a:pt x="6152" y="63612"/>
                  </a:lnTo>
                  <a:lnTo>
                    <a:pt x="6722" y="64217"/>
                  </a:lnTo>
                  <a:lnTo>
                    <a:pt x="7396" y="64051"/>
                  </a:lnTo>
                  <a:lnTo>
                    <a:pt x="6882" y="63575"/>
                  </a:lnTo>
                  <a:lnTo>
                    <a:pt x="6568" y="62863"/>
                  </a:lnTo>
                  <a:lnTo>
                    <a:pt x="6782" y="62394"/>
                  </a:lnTo>
                  <a:lnTo>
                    <a:pt x="8827" y="60504"/>
                  </a:lnTo>
                  <a:lnTo>
                    <a:pt x="9352" y="62322"/>
                  </a:lnTo>
                  <a:lnTo>
                    <a:pt x="9475" y="61719"/>
                  </a:lnTo>
                  <a:lnTo>
                    <a:pt x="9503" y="61145"/>
                  </a:lnTo>
                  <a:lnTo>
                    <a:pt x="9258" y="60648"/>
                  </a:lnTo>
                  <a:lnTo>
                    <a:pt x="9293" y="60147"/>
                  </a:lnTo>
                  <a:lnTo>
                    <a:pt x="9530" y="59715"/>
                  </a:lnTo>
                  <a:lnTo>
                    <a:pt x="10406" y="59289"/>
                  </a:lnTo>
                  <a:lnTo>
                    <a:pt x="11546" y="57901"/>
                  </a:lnTo>
                  <a:lnTo>
                    <a:pt x="12387" y="57255"/>
                  </a:lnTo>
                  <a:lnTo>
                    <a:pt x="13072" y="57669"/>
                  </a:lnTo>
                  <a:lnTo>
                    <a:pt x="13541" y="58228"/>
                  </a:lnTo>
                  <a:lnTo>
                    <a:pt x="13471" y="57673"/>
                  </a:lnTo>
                  <a:lnTo>
                    <a:pt x="13138" y="57214"/>
                  </a:lnTo>
                  <a:lnTo>
                    <a:pt x="13045" y="55939"/>
                  </a:lnTo>
                  <a:lnTo>
                    <a:pt x="14576" y="53960"/>
                  </a:lnTo>
                  <a:lnTo>
                    <a:pt x="16259" y="52075"/>
                  </a:lnTo>
                  <a:lnTo>
                    <a:pt x="17871" y="50100"/>
                  </a:lnTo>
                  <a:lnTo>
                    <a:pt x="18730" y="49382"/>
                  </a:lnTo>
                  <a:lnTo>
                    <a:pt x="20561" y="48568"/>
                  </a:lnTo>
                  <a:lnTo>
                    <a:pt x="21733" y="48907"/>
                  </a:lnTo>
                  <a:lnTo>
                    <a:pt x="22032" y="48844"/>
                  </a:lnTo>
                  <a:lnTo>
                    <a:pt x="23772" y="47421"/>
                  </a:lnTo>
                  <a:lnTo>
                    <a:pt x="24492" y="47052"/>
                  </a:lnTo>
                  <a:lnTo>
                    <a:pt x="25149" y="47560"/>
                  </a:lnTo>
                  <a:lnTo>
                    <a:pt x="25556" y="47744"/>
                  </a:lnTo>
                  <a:lnTo>
                    <a:pt x="25147" y="46443"/>
                  </a:lnTo>
                  <a:lnTo>
                    <a:pt x="25467" y="45846"/>
                  </a:lnTo>
                  <a:lnTo>
                    <a:pt x="26920" y="44793"/>
                  </a:lnTo>
                  <a:lnTo>
                    <a:pt x="28738" y="43706"/>
                  </a:lnTo>
                  <a:lnTo>
                    <a:pt x="30122" y="43254"/>
                  </a:lnTo>
                  <a:lnTo>
                    <a:pt x="31141" y="42519"/>
                  </a:lnTo>
                  <a:lnTo>
                    <a:pt x="31752" y="42498"/>
                  </a:lnTo>
                  <a:lnTo>
                    <a:pt x="31659" y="41943"/>
                  </a:lnTo>
                  <a:lnTo>
                    <a:pt x="31763" y="41410"/>
                  </a:lnTo>
                  <a:lnTo>
                    <a:pt x="32291" y="41447"/>
                  </a:lnTo>
                  <a:lnTo>
                    <a:pt x="32454" y="41237"/>
                  </a:lnTo>
                  <a:lnTo>
                    <a:pt x="31990" y="40950"/>
                  </a:lnTo>
                  <a:lnTo>
                    <a:pt x="33490" y="39882"/>
                  </a:lnTo>
                  <a:lnTo>
                    <a:pt x="34305" y="38705"/>
                  </a:lnTo>
                  <a:lnTo>
                    <a:pt x="34732" y="38461"/>
                  </a:lnTo>
                  <a:lnTo>
                    <a:pt x="35118" y="38106"/>
                  </a:lnTo>
                  <a:lnTo>
                    <a:pt x="35597" y="37294"/>
                  </a:lnTo>
                  <a:lnTo>
                    <a:pt x="36162" y="37025"/>
                  </a:lnTo>
                  <a:lnTo>
                    <a:pt x="36690" y="37151"/>
                  </a:lnTo>
                  <a:lnTo>
                    <a:pt x="37071" y="37550"/>
                  </a:lnTo>
                  <a:lnTo>
                    <a:pt x="36865" y="36886"/>
                  </a:lnTo>
                  <a:lnTo>
                    <a:pt x="36189" y="36509"/>
                  </a:lnTo>
                  <a:lnTo>
                    <a:pt x="36914" y="35932"/>
                  </a:lnTo>
                  <a:lnTo>
                    <a:pt x="37664" y="35534"/>
                  </a:lnTo>
                  <a:lnTo>
                    <a:pt x="38393" y="35824"/>
                  </a:lnTo>
                  <a:lnTo>
                    <a:pt x="39112" y="36288"/>
                  </a:lnTo>
                  <a:lnTo>
                    <a:pt x="38393" y="35576"/>
                  </a:lnTo>
                  <a:lnTo>
                    <a:pt x="38278" y="35133"/>
                  </a:lnTo>
                  <a:lnTo>
                    <a:pt x="39147" y="34624"/>
                  </a:lnTo>
                  <a:lnTo>
                    <a:pt x="39620" y="34467"/>
                  </a:lnTo>
                  <a:lnTo>
                    <a:pt x="40280" y="35424"/>
                  </a:lnTo>
                  <a:lnTo>
                    <a:pt x="40186" y="34666"/>
                  </a:lnTo>
                  <a:lnTo>
                    <a:pt x="40340" y="33995"/>
                  </a:lnTo>
                  <a:lnTo>
                    <a:pt x="41274" y="32897"/>
                  </a:lnTo>
                  <a:lnTo>
                    <a:pt x="42500" y="31080"/>
                  </a:lnTo>
                  <a:lnTo>
                    <a:pt x="42893" y="31712"/>
                  </a:lnTo>
                  <a:lnTo>
                    <a:pt x="42953" y="32480"/>
                  </a:lnTo>
                  <a:lnTo>
                    <a:pt x="42896" y="33405"/>
                  </a:lnTo>
                  <a:lnTo>
                    <a:pt x="43148" y="33085"/>
                  </a:lnTo>
                  <a:lnTo>
                    <a:pt x="43235" y="32244"/>
                  </a:lnTo>
                  <a:lnTo>
                    <a:pt x="43047" y="30769"/>
                  </a:lnTo>
                  <a:lnTo>
                    <a:pt x="44578" y="28041"/>
                  </a:lnTo>
                  <a:lnTo>
                    <a:pt x="44878" y="27736"/>
                  </a:lnTo>
                  <a:lnTo>
                    <a:pt x="45217" y="27551"/>
                  </a:lnTo>
                  <a:lnTo>
                    <a:pt x="45750" y="27478"/>
                  </a:lnTo>
                  <a:lnTo>
                    <a:pt x="45586" y="27066"/>
                  </a:lnTo>
                  <a:lnTo>
                    <a:pt x="45171" y="26667"/>
                  </a:lnTo>
                  <a:lnTo>
                    <a:pt x="45590" y="25280"/>
                  </a:lnTo>
                  <a:lnTo>
                    <a:pt x="45837" y="23697"/>
                  </a:lnTo>
                  <a:lnTo>
                    <a:pt x="46193" y="22176"/>
                  </a:lnTo>
                  <a:lnTo>
                    <a:pt x="46764" y="20684"/>
                  </a:lnTo>
                  <a:lnTo>
                    <a:pt x="47385" y="18197"/>
                  </a:lnTo>
                  <a:lnTo>
                    <a:pt x="47859" y="17678"/>
                  </a:lnTo>
                  <a:lnTo>
                    <a:pt x="49144" y="17500"/>
                  </a:lnTo>
                  <a:lnTo>
                    <a:pt x="49707" y="17150"/>
                  </a:lnTo>
                  <a:lnTo>
                    <a:pt x="50643" y="16251"/>
                  </a:lnTo>
                  <a:lnTo>
                    <a:pt x="51754" y="14626"/>
                  </a:lnTo>
                  <a:lnTo>
                    <a:pt x="52347" y="13315"/>
                  </a:lnTo>
                  <a:lnTo>
                    <a:pt x="53129" y="9924"/>
                  </a:lnTo>
                  <a:lnTo>
                    <a:pt x="53565" y="6377"/>
                  </a:lnTo>
                  <a:lnTo>
                    <a:pt x="54826" y="3747"/>
                  </a:lnTo>
                  <a:lnTo>
                    <a:pt x="56675" y="1842"/>
                  </a:lnTo>
                  <a:lnTo>
                    <a:pt x="58306" y="393"/>
                  </a:lnTo>
                  <a:lnTo>
                    <a:pt x="58973" y="92"/>
                  </a:lnTo>
                  <a:lnTo>
                    <a:pt x="60100" y="0"/>
                  </a:lnTo>
                  <a:lnTo>
                    <a:pt x="61173" y="400"/>
                  </a:lnTo>
                  <a:lnTo>
                    <a:pt x="59177" y="749"/>
                  </a:lnTo>
                  <a:lnTo>
                    <a:pt x="58973" y="1608"/>
                  </a:lnTo>
                  <a:lnTo>
                    <a:pt x="58910" y="2479"/>
                  </a:lnTo>
                  <a:lnTo>
                    <a:pt x="59142" y="3258"/>
                  </a:lnTo>
                  <a:lnTo>
                    <a:pt x="59500" y="3952"/>
                  </a:lnTo>
                  <a:lnTo>
                    <a:pt x="60468" y="4606"/>
                  </a:lnTo>
                  <a:lnTo>
                    <a:pt x="61599" y="4996"/>
                  </a:lnTo>
                  <a:lnTo>
                    <a:pt x="62106" y="6465"/>
                  </a:lnTo>
                  <a:lnTo>
                    <a:pt x="62200" y="8209"/>
                  </a:lnTo>
                  <a:lnTo>
                    <a:pt x="62356" y="970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g1129"/>
            <p:cNvSpPr/>
            <p:nvPr/>
          </p:nvSpPr>
          <p:spPr>
            <a:xfrm>
              <a:off x="5681393" y="2921665"/>
              <a:ext cx="2029" cy="3668"/>
            </a:xfrm>
            <a:custGeom>
              <a:avLst/>
              <a:pathLst>
                <a:path w="2029" h="3668">
                  <a:moveTo>
                    <a:pt x="1954" y="2906"/>
                  </a:moveTo>
                  <a:lnTo>
                    <a:pt x="2029" y="3668"/>
                  </a:lnTo>
                  <a:lnTo>
                    <a:pt x="1305" y="3397"/>
                  </a:lnTo>
                  <a:lnTo>
                    <a:pt x="1021" y="2822"/>
                  </a:lnTo>
                  <a:lnTo>
                    <a:pt x="209" y="2228"/>
                  </a:lnTo>
                  <a:lnTo>
                    <a:pt x="90" y="2048"/>
                  </a:lnTo>
                  <a:lnTo>
                    <a:pt x="0" y="890"/>
                  </a:lnTo>
                  <a:lnTo>
                    <a:pt x="425" y="333"/>
                  </a:lnTo>
                  <a:lnTo>
                    <a:pt x="500" y="95"/>
                  </a:lnTo>
                  <a:lnTo>
                    <a:pt x="688" y="0"/>
                  </a:lnTo>
                  <a:lnTo>
                    <a:pt x="1019" y="610"/>
                  </a:lnTo>
                  <a:lnTo>
                    <a:pt x="1664" y="147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g1130"/>
            <p:cNvSpPr/>
            <p:nvPr/>
          </p:nvSpPr>
          <p:spPr>
            <a:xfrm>
              <a:off x="5656504" y="2898766"/>
              <a:ext cx="55159" cy="100167"/>
            </a:xfrm>
            <a:custGeom>
              <a:avLst/>
              <a:pathLst>
                <a:path w="55159" h="100167">
                  <a:moveTo>
                    <a:pt x="5330" y="7052"/>
                  </a:moveTo>
                  <a:lnTo>
                    <a:pt x="5474" y="7691"/>
                  </a:lnTo>
                  <a:lnTo>
                    <a:pt x="5998" y="7236"/>
                  </a:lnTo>
                  <a:lnTo>
                    <a:pt x="6388" y="6519"/>
                  </a:lnTo>
                  <a:lnTo>
                    <a:pt x="7018" y="5791"/>
                  </a:lnTo>
                  <a:lnTo>
                    <a:pt x="6932" y="6965"/>
                  </a:lnTo>
                  <a:lnTo>
                    <a:pt x="7253" y="7223"/>
                  </a:lnTo>
                  <a:lnTo>
                    <a:pt x="9345" y="8041"/>
                  </a:lnTo>
                  <a:lnTo>
                    <a:pt x="9775" y="8724"/>
                  </a:lnTo>
                  <a:lnTo>
                    <a:pt x="10220" y="8919"/>
                  </a:lnTo>
                  <a:lnTo>
                    <a:pt x="10471" y="8537"/>
                  </a:lnTo>
                  <a:lnTo>
                    <a:pt x="10766" y="8329"/>
                  </a:lnTo>
                  <a:lnTo>
                    <a:pt x="11522" y="8759"/>
                  </a:lnTo>
                  <a:lnTo>
                    <a:pt x="13226" y="9955"/>
                  </a:lnTo>
                  <a:lnTo>
                    <a:pt x="13368" y="10366"/>
                  </a:lnTo>
                  <a:lnTo>
                    <a:pt x="13281" y="10981"/>
                  </a:lnTo>
                  <a:lnTo>
                    <a:pt x="13366" y="11629"/>
                  </a:lnTo>
                  <a:lnTo>
                    <a:pt x="13597" y="12147"/>
                  </a:lnTo>
                  <a:lnTo>
                    <a:pt x="14165" y="12267"/>
                  </a:lnTo>
                  <a:lnTo>
                    <a:pt x="14919" y="11498"/>
                  </a:lnTo>
                  <a:lnTo>
                    <a:pt x="15273" y="11403"/>
                  </a:lnTo>
                  <a:lnTo>
                    <a:pt x="15774" y="12489"/>
                  </a:lnTo>
                  <a:lnTo>
                    <a:pt x="15884" y="13082"/>
                  </a:lnTo>
                  <a:lnTo>
                    <a:pt x="16208" y="13691"/>
                  </a:lnTo>
                  <a:lnTo>
                    <a:pt x="16639" y="14296"/>
                  </a:lnTo>
                  <a:lnTo>
                    <a:pt x="17384" y="16080"/>
                  </a:lnTo>
                  <a:lnTo>
                    <a:pt x="17273" y="16707"/>
                  </a:lnTo>
                  <a:lnTo>
                    <a:pt x="17054" y="17271"/>
                  </a:lnTo>
                  <a:lnTo>
                    <a:pt x="17736" y="18919"/>
                  </a:lnTo>
                  <a:lnTo>
                    <a:pt x="17290" y="19033"/>
                  </a:lnTo>
                  <a:lnTo>
                    <a:pt x="15942" y="18754"/>
                  </a:lnTo>
                  <a:lnTo>
                    <a:pt x="15987" y="19084"/>
                  </a:lnTo>
                  <a:lnTo>
                    <a:pt x="16771" y="20293"/>
                  </a:lnTo>
                  <a:lnTo>
                    <a:pt x="17434" y="22003"/>
                  </a:lnTo>
                  <a:lnTo>
                    <a:pt x="17965" y="23034"/>
                  </a:lnTo>
                  <a:lnTo>
                    <a:pt x="19831" y="26227"/>
                  </a:lnTo>
                  <a:lnTo>
                    <a:pt x="19550" y="27363"/>
                  </a:lnTo>
                  <a:lnTo>
                    <a:pt x="19594" y="28112"/>
                  </a:lnTo>
                  <a:lnTo>
                    <a:pt x="19354" y="28756"/>
                  </a:lnTo>
                  <a:lnTo>
                    <a:pt x="19993" y="30448"/>
                  </a:lnTo>
                  <a:lnTo>
                    <a:pt x="19595" y="30974"/>
                  </a:lnTo>
                  <a:lnTo>
                    <a:pt x="19331" y="32706"/>
                  </a:lnTo>
                  <a:lnTo>
                    <a:pt x="19041" y="33010"/>
                  </a:lnTo>
                  <a:lnTo>
                    <a:pt x="19077" y="33643"/>
                  </a:lnTo>
                  <a:lnTo>
                    <a:pt x="19829" y="33811"/>
                  </a:lnTo>
                  <a:lnTo>
                    <a:pt x="20283" y="34081"/>
                  </a:lnTo>
                  <a:lnTo>
                    <a:pt x="20676" y="34594"/>
                  </a:lnTo>
                  <a:lnTo>
                    <a:pt x="20920" y="33976"/>
                  </a:lnTo>
                  <a:lnTo>
                    <a:pt x="21249" y="33807"/>
                  </a:lnTo>
                  <a:lnTo>
                    <a:pt x="22148" y="34634"/>
                  </a:lnTo>
                  <a:lnTo>
                    <a:pt x="24022" y="35458"/>
                  </a:lnTo>
                  <a:lnTo>
                    <a:pt x="24537" y="35764"/>
                  </a:lnTo>
                  <a:lnTo>
                    <a:pt x="24792" y="36429"/>
                  </a:lnTo>
                  <a:lnTo>
                    <a:pt x="24983" y="38036"/>
                  </a:lnTo>
                  <a:lnTo>
                    <a:pt x="25349" y="38744"/>
                  </a:lnTo>
                  <a:lnTo>
                    <a:pt x="26064" y="38881"/>
                  </a:lnTo>
                  <a:lnTo>
                    <a:pt x="26835" y="38667"/>
                  </a:lnTo>
                  <a:lnTo>
                    <a:pt x="27078" y="38081"/>
                  </a:lnTo>
                  <a:lnTo>
                    <a:pt x="26925" y="36506"/>
                  </a:lnTo>
                  <a:lnTo>
                    <a:pt x="26369" y="33985"/>
                  </a:lnTo>
                  <a:lnTo>
                    <a:pt x="26366" y="33165"/>
                  </a:lnTo>
                  <a:lnTo>
                    <a:pt x="26445" y="32344"/>
                  </a:lnTo>
                  <a:lnTo>
                    <a:pt x="26314" y="31528"/>
                  </a:lnTo>
                  <a:lnTo>
                    <a:pt x="26036" y="30757"/>
                  </a:lnTo>
                  <a:lnTo>
                    <a:pt x="25737" y="30166"/>
                  </a:lnTo>
                  <a:lnTo>
                    <a:pt x="25351" y="29670"/>
                  </a:lnTo>
                  <a:lnTo>
                    <a:pt x="25486" y="28895"/>
                  </a:lnTo>
                  <a:lnTo>
                    <a:pt x="26063" y="28545"/>
                  </a:lnTo>
                  <a:lnTo>
                    <a:pt x="26411" y="29200"/>
                  </a:lnTo>
                  <a:lnTo>
                    <a:pt x="26699" y="29990"/>
                  </a:lnTo>
                  <a:lnTo>
                    <a:pt x="28150" y="32329"/>
                  </a:lnTo>
                  <a:lnTo>
                    <a:pt x="29008" y="32164"/>
                  </a:lnTo>
                  <a:lnTo>
                    <a:pt x="29089" y="33133"/>
                  </a:lnTo>
                  <a:lnTo>
                    <a:pt x="29671" y="34116"/>
                  </a:lnTo>
                  <a:lnTo>
                    <a:pt x="29992" y="35268"/>
                  </a:lnTo>
                  <a:lnTo>
                    <a:pt x="30417" y="38712"/>
                  </a:lnTo>
                  <a:lnTo>
                    <a:pt x="31071" y="41953"/>
                  </a:lnTo>
                  <a:lnTo>
                    <a:pt x="32248" y="43366"/>
                  </a:lnTo>
                  <a:lnTo>
                    <a:pt x="32384" y="44042"/>
                  </a:lnTo>
                  <a:lnTo>
                    <a:pt x="31668" y="43693"/>
                  </a:lnTo>
                  <a:lnTo>
                    <a:pt x="31447" y="43896"/>
                  </a:lnTo>
                  <a:lnTo>
                    <a:pt x="31522" y="44236"/>
                  </a:lnTo>
                  <a:lnTo>
                    <a:pt x="32189" y="44856"/>
                  </a:lnTo>
                  <a:lnTo>
                    <a:pt x="32972" y="45161"/>
                  </a:lnTo>
                  <a:lnTo>
                    <a:pt x="33464" y="45118"/>
                  </a:lnTo>
                  <a:lnTo>
                    <a:pt x="33924" y="45344"/>
                  </a:lnTo>
                  <a:lnTo>
                    <a:pt x="36980" y="47448"/>
                  </a:lnTo>
                  <a:lnTo>
                    <a:pt x="38449" y="48267"/>
                  </a:lnTo>
                  <a:lnTo>
                    <a:pt x="42156" y="49607"/>
                  </a:lnTo>
                  <a:lnTo>
                    <a:pt x="43217" y="49715"/>
                  </a:lnTo>
                  <a:lnTo>
                    <a:pt x="43803" y="49678"/>
                  </a:lnTo>
                  <a:lnTo>
                    <a:pt x="44913" y="49212"/>
                  </a:lnTo>
                  <a:lnTo>
                    <a:pt x="45907" y="48376"/>
                  </a:lnTo>
                  <a:lnTo>
                    <a:pt x="46764" y="47125"/>
                  </a:lnTo>
                  <a:lnTo>
                    <a:pt x="47506" y="45699"/>
                  </a:lnTo>
                  <a:lnTo>
                    <a:pt x="48313" y="45007"/>
                  </a:lnTo>
                  <a:lnTo>
                    <a:pt x="49229" y="44462"/>
                  </a:lnTo>
                  <a:lnTo>
                    <a:pt x="49688" y="43957"/>
                  </a:lnTo>
                  <a:lnTo>
                    <a:pt x="50172" y="43598"/>
                  </a:lnTo>
                  <a:lnTo>
                    <a:pt x="52660" y="43765"/>
                  </a:lnTo>
                  <a:lnTo>
                    <a:pt x="53498" y="44484"/>
                  </a:lnTo>
                  <a:lnTo>
                    <a:pt x="54589" y="45060"/>
                  </a:lnTo>
                  <a:lnTo>
                    <a:pt x="55159" y="45511"/>
                  </a:lnTo>
                  <a:lnTo>
                    <a:pt x="54967" y="46425"/>
                  </a:lnTo>
                  <a:lnTo>
                    <a:pt x="54315" y="47775"/>
                  </a:lnTo>
                  <a:lnTo>
                    <a:pt x="53812" y="49252"/>
                  </a:lnTo>
                  <a:lnTo>
                    <a:pt x="53371" y="52608"/>
                  </a:lnTo>
                  <a:lnTo>
                    <a:pt x="53070" y="55999"/>
                  </a:lnTo>
                  <a:lnTo>
                    <a:pt x="52618" y="57494"/>
                  </a:lnTo>
                  <a:lnTo>
                    <a:pt x="51795" y="58645"/>
                  </a:lnTo>
                  <a:lnTo>
                    <a:pt x="50888" y="59485"/>
                  </a:lnTo>
                  <a:lnTo>
                    <a:pt x="49860" y="59880"/>
                  </a:lnTo>
                  <a:lnTo>
                    <a:pt x="49443" y="61805"/>
                  </a:lnTo>
                  <a:lnTo>
                    <a:pt x="49237" y="64058"/>
                  </a:lnTo>
                  <a:lnTo>
                    <a:pt x="49297" y="64624"/>
                  </a:lnTo>
                  <a:lnTo>
                    <a:pt x="49625" y="65072"/>
                  </a:lnTo>
                  <a:lnTo>
                    <a:pt x="49760" y="65741"/>
                  </a:lnTo>
                  <a:lnTo>
                    <a:pt x="49223" y="67095"/>
                  </a:lnTo>
                  <a:lnTo>
                    <a:pt x="48908" y="66899"/>
                  </a:lnTo>
                  <a:lnTo>
                    <a:pt x="48465" y="65772"/>
                  </a:lnTo>
                  <a:lnTo>
                    <a:pt x="48062" y="65301"/>
                  </a:lnTo>
                  <a:lnTo>
                    <a:pt x="46830" y="64950"/>
                  </a:lnTo>
                  <a:lnTo>
                    <a:pt x="45572" y="64784"/>
                  </a:lnTo>
                  <a:lnTo>
                    <a:pt x="44480" y="64886"/>
                  </a:lnTo>
                  <a:lnTo>
                    <a:pt x="43431" y="65369"/>
                  </a:lnTo>
                  <a:lnTo>
                    <a:pt x="41843" y="66350"/>
                  </a:lnTo>
                  <a:lnTo>
                    <a:pt x="41351" y="66847"/>
                  </a:lnTo>
                  <a:lnTo>
                    <a:pt x="40920" y="67476"/>
                  </a:lnTo>
                  <a:lnTo>
                    <a:pt x="40190" y="68881"/>
                  </a:lnTo>
                  <a:lnTo>
                    <a:pt x="40017" y="70598"/>
                  </a:lnTo>
                  <a:lnTo>
                    <a:pt x="40050" y="71499"/>
                  </a:lnTo>
                  <a:lnTo>
                    <a:pt x="40309" y="72195"/>
                  </a:lnTo>
                  <a:lnTo>
                    <a:pt x="41664" y="73143"/>
                  </a:lnTo>
                  <a:lnTo>
                    <a:pt x="40322" y="76457"/>
                  </a:lnTo>
                  <a:lnTo>
                    <a:pt x="39132" y="79903"/>
                  </a:lnTo>
                  <a:lnTo>
                    <a:pt x="38455" y="80888"/>
                  </a:lnTo>
                  <a:lnTo>
                    <a:pt x="37680" y="81795"/>
                  </a:lnTo>
                  <a:lnTo>
                    <a:pt x="36949" y="83867"/>
                  </a:lnTo>
                  <a:lnTo>
                    <a:pt x="35672" y="85652"/>
                  </a:lnTo>
                  <a:lnTo>
                    <a:pt x="34808" y="87014"/>
                  </a:lnTo>
                  <a:lnTo>
                    <a:pt x="34133" y="88427"/>
                  </a:lnTo>
                  <a:lnTo>
                    <a:pt x="33546" y="89932"/>
                  </a:lnTo>
                  <a:lnTo>
                    <a:pt x="32286" y="92055"/>
                  </a:lnTo>
                  <a:lnTo>
                    <a:pt x="31731" y="93458"/>
                  </a:lnTo>
                  <a:lnTo>
                    <a:pt x="31002" y="94624"/>
                  </a:lnTo>
                  <a:lnTo>
                    <a:pt x="29647" y="96115"/>
                  </a:lnTo>
                  <a:lnTo>
                    <a:pt x="28206" y="97392"/>
                  </a:lnTo>
                  <a:lnTo>
                    <a:pt x="25933" y="99157"/>
                  </a:lnTo>
                  <a:lnTo>
                    <a:pt x="25301" y="99740"/>
                  </a:lnTo>
                  <a:lnTo>
                    <a:pt x="24634" y="100167"/>
                  </a:lnTo>
                  <a:lnTo>
                    <a:pt x="23805" y="99662"/>
                  </a:lnTo>
                  <a:lnTo>
                    <a:pt x="23638" y="99111"/>
                  </a:lnTo>
                  <a:lnTo>
                    <a:pt x="23450" y="97913"/>
                  </a:lnTo>
                  <a:lnTo>
                    <a:pt x="23270" y="97471"/>
                  </a:lnTo>
                  <a:lnTo>
                    <a:pt x="22213" y="97106"/>
                  </a:lnTo>
                  <a:lnTo>
                    <a:pt x="20814" y="97688"/>
                  </a:lnTo>
                  <a:lnTo>
                    <a:pt x="20581" y="97564"/>
                  </a:lnTo>
                  <a:lnTo>
                    <a:pt x="20522" y="97289"/>
                  </a:lnTo>
                  <a:lnTo>
                    <a:pt x="20520" y="95530"/>
                  </a:lnTo>
                  <a:lnTo>
                    <a:pt x="20759" y="95034"/>
                  </a:lnTo>
                  <a:lnTo>
                    <a:pt x="20432" y="94761"/>
                  </a:lnTo>
                  <a:lnTo>
                    <a:pt x="20109" y="94868"/>
                  </a:lnTo>
                  <a:lnTo>
                    <a:pt x="19998" y="95316"/>
                  </a:lnTo>
                  <a:lnTo>
                    <a:pt x="20201" y="95705"/>
                  </a:lnTo>
                  <a:lnTo>
                    <a:pt x="19404" y="96187"/>
                  </a:lnTo>
                  <a:lnTo>
                    <a:pt x="18577" y="96200"/>
                  </a:lnTo>
                  <a:lnTo>
                    <a:pt x="18325" y="96011"/>
                  </a:lnTo>
                  <a:lnTo>
                    <a:pt x="18253" y="95687"/>
                  </a:lnTo>
                  <a:lnTo>
                    <a:pt x="18454" y="95154"/>
                  </a:lnTo>
                  <a:lnTo>
                    <a:pt x="18722" y="94686"/>
                  </a:lnTo>
                  <a:lnTo>
                    <a:pt x="20263" y="92470"/>
                  </a:lnTo>
                  <a:lnTo>
                    <a:pt x="21862" y="89525"/>
                  </a:lnTo>
                  <a:lnTo>
                    <a:pt x="23240" y="86371"/>
                  </a:lnTo>
                  <a:lnTo>
                    <a:pt x="23600" y="84751"/>
                  </a:lnTo>
                  <a:lnTo>
                    <a:pt x="24107" y="81738"/>
                  </a:lnTo>
                  <a:lnTo>
                    <a:pt x="23691" y="80483"/>
                  </a:lnTo>
                  <a:lnTo>
                    <a:pt x="23179" y="79305"/>
                  </a:lnTo>
                  <a:lnTo>
                    <a:pt x="21791" y="77034"/>
                  </a:lnTo>
                  <a:lnTo>
                    <a:pt x="19941" y="75751"/>
                  </a:lnTo>
                  <a:lnTo>
                    <a:pt x="18745" y="75570"/>
                  </a:lnTo>
                  <a:lnTo>
                    <a:pt x="17611" y="75093"/>
                  </a:lnTo>
                  <a:lnTo>
                    <a:pt x="16544" y="74008"/>
                  </a:lnTo>
                  <a:lnTo>
                    <a:pt x="15573" y="72727"/>
                  </a:lnTo>
                  <a:lnTo>
                    <a:pt x="13648" y="71679"/>
                  </a:lnTo>
                  <a:lnTo>
                    <a:pt x="11621" y="70854"/>
                  </a:lnTo>
                  <a:lnTo>
                    <a:pt x="10465" y="69693"/>
                  </a:lnTo>
                  <a:lnTo>
                    <a:pt x="10189" y="69001"/>
                  </a:lnTo>
                  <a:lnTo>
                    <a:pt x="10006" y="68200"/>
                  </a:lnTo>
                  <a:lnTo>
                    <a:pt x="10032" y="67455"/>
                  </a:lnTo>
                  <a:lnTo>
                    <a:pt x="10176" y="66700"/>
                  </a:lnTo>
                  <a:lnTo>
                    <a:pt x="10407" y="66118"/>
                  </a:lnTo>
                  <a:lnTo>
                    <a:pt x="10770" y="65698"/>
                  </a:lnTo>
                  <a:lnTo>
                    <a:pt x="12918" y="64190"/>
                  </a:lnTo>
                  <a:lnTo>
                    <a:pt x="15191" y="63351"/>
                  </a:lnTo>
                  <a:lnTo>
                    <a:pt x="15611" y="63366"/>
                  </a:lnTo>
                  <a:lnTo>
                    <a:pt x="16012" y="63232"/>
                  </a:lnTo>
                  <a:lnTo>
                    <a:pt x="16580" y="62719"/>
                  </a:lnTo>
                  <a:lnTo>
                    <a:pt x="17599" y="61545"/>
                  </a:lnTo>
                  <a:lnTo>
                    <a:pt x="17894" y="60756"/>
                  </a:lnTo>
                  <a:lnTo>
                    <a:pt x="18094" y="58248"/>
                  </a:lnTo>
                  <a:lnTo>
                    <a:pt x="18420" y="55780"/>
                  </a:lnTo>
                  <a:lnTo>
                    <a:pt x="19010" y="52952"/>
                  </a:lnTo>
                  <a:lnTo>
                    <a:pt x="19899" y="51198"/>
                  </a:lnTo>
                  <a:lnTo>
                    <a:pt x="20190" y="50122"/>
                  </a:lnTo>
                  <a:lnTo>
                    <a:pt x="19827" y="48349"/>
                  </a:lnTo>
                  <a:lnTo>
                    <a:pt x="20159" y="47699"/>
                  </a:lnTo>
                  <a:lnTo>
                    <a:pt x="20564" y="47307"/>
                  </a:lnTo>
                  <a:lnTo>
                    <a:pt x="21022" y="47079"/>
                  </a:lnTo>
                  <a:lnTo>
                    <a:pt x="20246" y="45415"/>
                  </a:lnTo>
                  <a:lnTo>
                    <a:pt x="19332" y="42897"/>
                  </a:lnTo>
                  <a:lnTo>
                    <a:pt x="19141" y="42117"/>
                  </a:lnTo>
                  <a:lnTo>
                    <a:pt x="19281" y="41346"/>
                  </a:lnTo>
                  <a:lnTo>
                    <a:pt x="19505" y="40587"/>
                  </a:lnTo>
                  <a:lnTo>
                    <a:pt x="18935" y="40395"/>
                  </a:lnTo>
                  <a:lnTo>
                    <a:pt x="18605" y="39668"/>
                  </a:lnTo>
                  <a:lnTo>
                    <a:pt x="17785" y="37222"/>
                  </a:lnTo>
                  <a:lnTo>
                    <a:pt x="18010" y="36833"/>
                  </a:lnTo>
                  <a:lnTo>
                    <a:pt x="18483" y="37096"/>
                  </a:lnTo>
                  <a:lnTo>
                    <a:pt x="19189" y="38860"/>
                  </a:lnTo>
                  <a:lnTo>
                    <a:pt x="19304" y="37952"/>
                  </a:lnTo>
                  <a:lnTo>
                    <a:pt x="19845" y="37393"/>
                  </a:lnTo>
                  <a:lnTo>
                    <a:pt x="20415" y="37103"/>
                  </a:lnTo>
                  <a:lnTo>
                    <a:pt x="21031" y="37040"/>
                  </a:lnTo>
                  <a:lnTo>
                    <a:pt x="19641" y="35074"/>
                  </a:lnTo>
                  <a:lnTo>
                    <a:pt x="19176" y="35153"/>
                  </a:lnTo>
                  <a:lnTo>
                    <a:pt x="18562" y="35466"/>
                  </a:lnTo>
                  <a:lnTo>
                    <a:pt x="17933" y="35659"/>
                  </a:lnTo>
                  <a:lnTo>
                    <a:pt x="17318" y="35486"/>
                  </a:lnTo>
                  <a:lnTo>
                    <a:pt x="16742" y="35048"/>
                  </a:lnTo>
                  <a:lnTo>
                    <a:pt x="16448" y="34219"/>
                  </a:lnTo>
                  <a:lnTo>
                    <a:pt x="16084" y="32626"/>
                  </a:lnTo>
                  <a:lnTo>
                    <a:pt x="15856" y="32036"/>
                  </a:lnTo>
                  <a:lnTo>
                    <a:pt x="14029" y="28777"/>
                  </a:lnTo>
                  <a:lnTo>
                    <a:pt x="14567" y="28674"/>
                  </a:lnTo>
                  <a:lnTo>
                    <a:pt x="16041" y="30306"/>
                  </a:lnTo>
                  <a:lnTo>
                    <a:pt x="16327" y="29784"/>
                  </a:lnTo>
                  <a:lnTo>
                    <a:pt x="16540" y="29034"/>
                  </a:lnTo>
                  <a:lnTo>
                    <a:pt x="16470" y="28199"/>
                  </a:lnTo>
                  <a:lnTo>
                    <a:pt x="16117" y="27567"/>
                  </a:lnTo>
                  <a:lnTo>
                    <a:pt x="15592" y="27154"/>
                  </a:lnTo>
                  <a:lnTo>
                    <a:pt x="15583" y="26413"/>
                  </a:lnTo>
                  <a:lnTo>
                    <a:pt x="15983" y="25734"/>
                  </a:lnTo>
                  <a:lnTo>
                    <a:pt x="15958" y="25258"/>
                  </a:lnTo>
                  <a:lnTo>
                    <a:pt x="15114" y="24288"/>
                  </a:lnTo>
                  <a:lnTo>
                    <a:pt x="14777" y="24185"/>
                  </a:lnTo>
                  <a:lnTo>
                    <a:pt x="14627" y="24638"/>
                  </a:lnTo>
                  <a:lnTo>
                    <a:pt x="14868" y="25310"/>
                  </a:lnTo>
                  <a:lnTo>
                    <a:pt x="14643" y="25385"/>
                  </a:lnTo>
                  <a:lnTo>
                    <a:pt x="12587" y="23618"/>
                  </a:lnTo>
                  <a:lnTo>
                    <a:pt x="11952" y="22198"/>
                  </a:lnTo>
                  <a:lnTo>
                    <a:pt x="11433" y="20637"/>
                  </a:lnTo>
                  <a:lnTo>
                    <a:pt x="11380" y="21271"/>
                  </a:lnTo>
                  <a:lnTo>
                    <a:pt x="11460" y="22164"/>
                  </a:lnTo>
                  <a:lnTo>
                    <a:pt x="12272" y="23951"/>
                  </a:lnTo>
                  <a:lnTo>
                    <a:pt x="13589" y="25948"/>
                  </a:lnTo>
                  <a:lnTo>
                    <a:pt x="13817" y="26480"/>
                  </a:lnTo>
                  <a:lnTo>
                    <a:pt x="13622" y="27168"/>
                  </a:lnTo>
                  <a:lnTo>
                    <a:pt x="13164" y="27364"/>
                  </a:lnTo>
                  <a:lnTo>
                    <a:pt x="12760" y="26928"/>
                  </a:lnTo>
                  <a:lnTo>
                    <a:pt x="12157" y="25219"/>
                  </a:lnTo>
                  <a:lnTo>
                    <a:pt x="11723" y="24363"/>
                  </a:lnTo>
                  <a:lnTo>
                    <a:pt x="6681" y="15530"/>
                  </a:lnTo>
                  <a:lnTo>
                    <a:pt x="7325" y="14364"/>
                  </a:lnTo>
                  <a:lnTo>
                    <a:pt x="8324" y="13382"/>
                  </a:lnTo>
                  <a:lnTo>
                    <a:pt x="8556" y="12945"/>
                  </a:lnTo>
                  <a:lnTo>
                    <a:pt x="8706" y="12414"/>
                  </a:lnTo>
                  <a:lnTo>
                    <a:pt x="8284" y="12322"/>
                  </a:lnTo>
                  <a:lnTo>
                    <a:pt x="7906" y="12564"/>
                  </a:lnTo>
                  <a:lnTo>
                    <a:pt x="7475" y="13016"/>
                  </a:lnTo>
                  <a:lnTo>
                    <a:pt x="7080" y="13531"/>
                  </a:lnTo>
                  <a:lnTo>
                    <a:pt x="6581" y="14673"/>
                  </a:lnTo>
                  <a:lnTo>
                    <a:pt x="6342" y="14938"/>
                  </a:lnTo>
                  <a:lnTo>
                    <a:pt x="5752" y="14146"/>
                  </a:lnTo>
                  <a:lnTo>
                    <a:pt x="5527" y="13657"/>
                  </a:lnTo>
                  <a:lnTo>
                    <a:pt x="5537" y="13072"/>
                  </a:lnTo>
                  <a:lnTo>
                    <a:pt x="5379" y="12700"/>
                  </a:lnTo>
                  <a:lnTo>
                    <a:pt x="4940" y="12583"/>
                  </a:lnTo>
                  <a:lnTo>
                    <a:pt x="4297" y="11418"/>
                  </a:lnTo>
                  <a:lnTo>
                    <a:pt x="3886" y="10825"/>
                  </a:lnTo>
                  <a:lnTo>
                    <a:pt x="4567" y="9688"/>
                  </a:lnTo>
                  <a:lnTo>
                    <a:pt x="4585" y="8188"/>
                  </a:lnTo>
                  <a:lnTo>
                    <a:pt x="3891" y="6614"/>
                  </a:lnTo>
                  <a:lnTo>
                    <a:pt x="3061" y="5171"/>
                  </a:lnTo>
                  <a:lnTo>
                    <a:pt x="1464" y="2834"/>
                  </a:lnTo>
                  <a:lnTo>
                    <a:pt x="0" y="363"/>
                  </a:lnTo>
                  <a:lnTo>
                    <a:pt x="1587" y="53"/>
                  </a:lnTo>
                  <a:lnTo>
                    <a:pt x="3197" y="0"/>
                  </a:lnTo>
                  <a:lnTo>
                    <a:pt x="2439" y="1479"/>
                  </a:lnTo>
                  <a:lnTo>
                    <a:pt x="2780" y="2334"/>
                  </a:lnTo>
                  <a:lnTo>
                    <a:pt x="3296" y="3056"/>
                  </a:lnTo>
                  <a:lnTo>
                    <a:pt x="4400" y="5269"/>
                  </a:lnTo>
                  <a:lnTo>
                    <a:pt x="4496" y="5908"/>
                  </a:lnTo>
                  <a:lnTo>
                    <a:pt x="5057" y="655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g1131"/>
            <p:cNvSpPr/>
            <p:nvPr/>
          </p:nvSpPr>
          <p:spPr>
            <a:xfrm>
              <a:off x="2402877" y="254889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g1132"/>
            <p:cNvSpPr/>
            <p:nvPr/>
          </p:nvSpPr>
          <p:spPr>
            <a:xfrm>
              <a:off x="2390607" y="2537758"/>
              <a:ext cx="150" cy="508"/>
            </a:xfrm>
            <a:custGeom>
              <a:avLst/>
              <a:pathLst>
                <a:path w="150" h="508">
                  <a:moveTo>
                    <a:pt x="125" y="508"/>
                  </a:moveTo>
                  <a:lnTo>
                    <a:pt x="83" y="350"/>
                  </a:lnTo>
                  <a:lnTo>
                    <a:pt x="28" y="177"/>
                  </a:lnTo>
                  <a:lnTo>
                    <a:pt x="0" y="0"/>
                  </a:lnTo>
                  <a:lnTo>
                    <a:pt x="92" y="134"/>
                  </a:lnTo>
                  <a:lnTo>
                    <a:pt x="150" y="29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g1133"/>
            <p:cNvSpPr/>
            <p:nvPr/>
          </p:nvSpPr>
          <p:spPr>
            <a:xfrm>
              <a:off x="4577357" y="2130103"/>
              <a:ext cx="2931" cy="6652"/>
            </a:xfrm>
            <a:custGeom>
              <a:avLst/>
              <a:pathLst>
                <a:path w="2931" h="6652">
                  <a:moveTo>
                    <a:pt x="767" y="6441"/>
                  </a:moveTo>
                  <a:lnTo>
                    <a:pt x="171" y="6652"/>
                  </a:lnTo>
                  <a:lnTo>
                    <a:pt x="0" y="6553"/>
                  </a:lnTo>
                  <a:lnTo>
                    <a:pt x="2" y="4787"/>
                  </a:lnTo>
                  <a:lnTo>
                    <a:pt x="1391" y="2566"/>
                  </a:lnTo>
                  <a:lnTo>
                    <a:pt x="2303" y="0"/>
                  </a:lnTo>
                  <a:lnTo>
                    <a:pt x="2931" y="2293"/>
                  </a:lnTo>
                  <a:lnTo>
                    <a:pt x="1837" y="3579"/>
                  </a:lnTo>
                  <a:lnTo>
                    <a:pt x="1242" y="577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g1134"/>
            <p:cNvSpPr/>
            <p:nvPr/>
          </p:nvSpPr>
          <p:spPr>
            <a:xfrm>
              <a:off x="4514317" y="2070146"/>
              <a:ext cx="74360" cy="116197"/>
            </a:xfrm>
            <a:custGeom>
              <a:avLst/>
              <a:pathLst>
                <a:path w="74360" h="116197">
                  <a:moveTo>
                    <a:pt x="41725" y="0"/>
                  </a:moveTo>
                  <a:lnTo>
                    <a:pt x="42689" y="3666"/>
                  </a:lnTo>
                  <a:lnTo>
                    <a:pt x="44115" y="7097"/>
                  </a:lnTo>
                  <a:lnTo>
                    <a:pt x="45378" y="8991"/>
                  </a:lnTo>
                  <a:lnTo>
                    <a:pt x="46687" y="11562"/>
                  </a:lnTo>
                  <a:lnTo>
                    <a:pt x="48679" y="13926"/>
                  </a:lnTo>
                  <a:lnTo>
                    <a:pt x="49595" y="14735"/>
                  </a:lnTo>
                  <a:lnTo>
                    <a:pt x="53299" y="16396"/>
                  </a:lnTo>
                  <a:lnTo>
                    <a:pt x="55321" y="17017"/>
                  </a:lnTo>
                  <a:lnTo>
                    <a:pt x="58115" y="17611"/>
                  </a:lnTo>
                  <a:lnTo>
                    <a:pt x="60046" y="18904"/>
                  </a:lnTo>
                  <a:lnTo>
                    <a:pt x="60696" y="18983"/>
                  </a:lnTo>
                  <a:lnTo>
                    <a:pt x="61706" y="18600"/>
                  </a:lnTo>
                  <a:lnTo>
                    <a:pt x="62444" y="18630"/>
                  </a:lnTo>
                  <a:lnTo>
                    <a:pt x="64290" y="20391"/>
                  </a:lnTo>
                  <a:lnTo>
                    <a:pt x="64832" y="22061"/>
                  </a:lnTo>
                  <a:lnTo>
                    <a:pt x="65600" y="22944"/>
                  </a:lnTo>
                  <a:lnTo>
                    <a:pt x="66280" y="24331"/>
                  </a:lnTo>
                  <a:lnTo>
                    <a:pt x="66719" y="25784"/>
                  </a:lnTo>
                  <a:lnTo>
                    <a:pt x="68279" y="27997"/>
                  </a:lnTo>
                  <a:lnTo>
                    <a:pt x="69378" y="30487"/>
                  </a:lnTo>
                  <a:lnTo>
                    <a:pt x="70499" y="32336"/>
                  </a:lnTo>
                  <a:lnTo>
                    <a:pt x="71500" y="33484"/>
                  </a:lnTo>
                  <a:lnTo>
                    <a:pt x="73018" y="33935"/>
                  </a:lnTo>
                  <a:lnTo>
                    <a:pt x="74225" y="34454"/>
                  </a:lnTo>
                  <a:lnTo>
                    <a:pt x="74360" y="35687"/>
                  </a:lnTo>
                  <a:lnTo>
                    <a:pt x="74236" y="37296"/>
                  </a:lnTo>
                  <a:lnTo>
                    <a:pt x="74005" y="38486"/>
                  </a:lnTo>
                  <a:lnTo>
                    <a:pt x="72878" y="40802"/>
                  </a:lnTo>
                  <a:lnTo>
                    <a:pt x="72610" y="42231"/>
                  </a:lnTo>
                  <a:lnTo>
                    <a:pt x="71333" y="44589"/>
                  </a:lnTo>
                  <a:lnTo>
                    <a:pt x="69951" y="48543"/>
                  </a:lnTo>
                  <a:lnTo>
                    <a:pt x="69317" y="49429"/>
                  </a:lnTo>
                  <a:lnTo>
                    <a:pt x="67087" y="51469"/>
                  </a:lnTo>
                  <a:lnTo>
                    <a:pt x="65450" y="53928"/>
                  </a:lnTo>
                  <a:lnTo>
                    <a:pt x="63508" y="58191"/>
                  </a:lnTo>
                  <a:lnTo>
                    <a:pt x="62030" y="62420"/>
                  </a:lnTo>
                  <a:lnTo>
                    <a:pt x="61462" y="63774"/>
                  </a:lnTo>
                  <a:lnTo>
                    <a:pt x="60275" y="64052"/>
                  </a:lnTo>
                  <a:lnTo>
                    <a:pt x="59493" y="63933"/>
                  </a:lnTo>
                  <a:lnTo>
                    <a:pt x="58953" y="63535"/>
                  </a:lnTo>
                  <a:lnTo>
                    <a:pt x="59167" y="62379"/>
                  </a:lnTo>
                  <a:lnTo>
                    <a:pt x="59294" y="61091"/>
                  </a:lnTo>
                  <a:lnTo>
                    <a:pt x="58579" y="61226"/>
                  </a:lnTo>
                  <a:lnTo>
                    <a:pt x="57950" y="61493"/>
                  </a:lnTo>
                  <a:lnTo>
                    <a:pt x="56476" y="64656"/>
                  </a:lnTo>
                  <a:lnTo>
                    <a:pt x="55669" y="66044"/>
                  </a:lnTo>
                  <a:lnTo>
                    <a:pt x="55497" y="67807"/>
                  </a:lnTo>
                  <a:lnTo>
                    <a:pt x="55104" y="70082"/>
                  </a:lnTo>
                  <a:lnTo>
                    <a:pt x="54528" y="72176"/>
                  </a:lnTo>
                  <a:lnTo>
                    <a:pt x="54272" y="73934"/>
                  </a:lnTo>
                  <a:lnTo>
                    <a:pt x="54281" y="74931"/>
                  </a:lnTo>
                  <a:lnTo>
                    <a:pt x="54713" y="77368"/>
                  </a:lnTo>
                  <a:lnTo>
                    <a:pt x="54743" y="79863"/>
                  </a:lnTo>
                  <a:lnTo>
                    <a:pt x="54992" y="81361"/>
                  </a:lnTo>
                  <a:lnTo>
                    <a:pt x="55194" y="83158"/>
                  </a:lnTo>
                  <a:lnTo>
                    <a:pt x="54502" y="83713"/>
                  </a:lnTo>
                  <a:lnTo>
                    <a:pt x="53909" y="83984"/>
                  </a:lnTo>
                  <a:lnTo>
                    <a:pt x="51564" y="84181"/>
                  </a:lnTo>
                  <a:lnTo>
                    <a:pt x="49186" y="84755"/>
                  </a:lnTo>
                  <a:lnTo>
                    <a:pt x="47110" y="85798"/>
                  </a:lnTo>
                  <a:lnTo>
                    <a:pt x="45869" y="86835"/>
                  </a:lnTo>
                  <a:lnTo>
                    <a:pt x="44252" y="89152"/>
                  </a:lnTo>
                  <a:lnTo>
                    <a:pt x="43265" y="95030"/>
                  </a:lnTo>
                  <a:lnTo>
                    <a:pt x="41682" y="97512"/>
                  </a:lnTo>
                  <a:lnTo>
                    <a:pt x="40612" y="98031"/>
                  </a:lnTo>
                  <a:lnTo>
                    <a:pt x="38032" y="98248"/>
                  </a:lnTo>
                  <a:lnTo>
                    <a:pt x="34401" y="98933"/>
                  </a:lnTo>
                  <a:lnTo>
                    <a:pt x="33126" y="99531"/>
                  </a:lnTo>
                  <a:lnTo>
                    <a:pt x="31009" y="103124"/>
                  </a:lnTo>
                  <a:lnTo>
                    <a:pt x="30847" y="104252"/>
                  </a:lnTo>
                  <a:lnTo>
                    <a:pt x="31256" y="105068"/>
                  </a:lnTo>
                  <a:lnTo>
                    <a:pt x="31390" y="105970"/>
                  </a:lnTo>
                  <a:lnTo>
                    <a:pt x="31197" y="106817"/>
                  </a:lnTo>
                  <a:lnTo>
                    <a:pt x="30237" y="109094"/>
                  </a:lnTo>
                  <a:lnTo>
                    <a:pt x="29200" y="110750"/>
                  </a:lnTo>
                  <a:lnTo>
                    <a:pt x="26435" y="111785"/>
                  </a:lnTo>
                  <a:lnTo>
                    <a:pt x="25421" y="111168"/>
                  </a:lnTo>
                  <a:lnTo>
                    <a:pt x="24492" y="110857"/>
                  </a:lnTo>
                  <a:lnTo>
                    <a:pt x="22699" y="110823"/>
                  </a:lnTo>
                  <a:lnTo>
                    <a:pt x="19778" y="111215"/>
                  </a:lnTo>
                  <a:lnTo>
                    <a:pt x="18701" y="112439"/>
                  </a:lnTo>
                  <a:lnTo>
                    <a:pt x="17008" y="113305"/>
                  </a:lnTo>
                  <a:lnTo>
                    <a:pt x="15442" y="114640"/>
                  </a:lnTo>
                  <a:lnTo>
                    <a:pt x="12489" y="115151"/>
                  </a:lnTo>
                  <a:lnTo>
                    <a:pt x="10482" y="116197"/>
                  </a:lnTo>
                  <a:lnTo>
                    <a:pt x="9908" y="114358"/>
                  </a:lnTo>
                  <a:lnTo>
                    <a:pt x="9335" y="112519"/>
                  </a:lnTo>
                  <a:lnTo>
                    <a:pt x="8761" y="110681"/>
                  </a:lnTo>
                  <a:lnTo>
                    <a:pt x="8186" y="108842"/>
                  </a:lnTo>
                  <a:lnTo>
                    <a:pt x="7785" y="107555"/>
                  </a:lnTo>
                  <a:lnTo>
                    <a:pt x="7110" y="107103"/>
                  </a:lnTo>
                  <a:lnTo>
                    <a:pt x="6701" y="105742"/>
                  </a:lnTo>
                  <a:lnTo>
                    <a:pt x="6282" y="104348"/>
                  </a:lnTo>
                  <a:lnTo>
                    <a:pt x="5863" y="102955"/>
                  </a:lnTo>
                  <a:lnTo>
                    <a:pt x="5444" y="101562"/>
                  </a:lnTo>
                  <a:lnTo>
                    <a:pt x="5026" y="100169"/>
                  </a:lnTo>
                  <a:lnTo>
                    <a:pt x="4606" y="98775"/>
                  </a:lnTo>
                  <a:lnTo>
                    <a:pt x="4188" y="97382"/>
                  </a:lnTo>
                  <a:lnTo>
                    <a:pt x="3769" y="95989"/>
                  </a:lnTo>
                  <a:lnTo>
                    <a:pt x="3350" y="94596"/>
                  </a:lnTo>
                  <a:lnTo>
                    <a:pt x="2931" y="93203"/>
                  </a:lnTo>
                  <a:lnTo>
                    <a:pt x="2513" y="91810"/>
                  </a:lnTo>
                  <a:lnTo>
                    <a:pt x="2094" y="90417"/>
                  </a:lnTo>
                  <a:lnTo>
                    <a:pt x="1675" y="89023"/>
                  </a:lnTo>
                  <a:lnTo>
                    <a:pt x="1256" y="87630"/>
                  </a:lnTo>
                  <a:lnTo>
                    <a:pt x="837" y="86237"/>
                  </a:lnTo>
                  <a:lnTo>
                    <a:pt x="418" y="84843"/>
                  </a:lnTo>
                  <a:lnTo>
                    <a:pt x="0" y="83450"/>
                  </a:lnTo>
                  <a:lnTo>
                    <a:pt x="1333" y="82795"/>
                  </a:lnTo>
                  <a:lnTo>
                    <a:pt x="2961" y="81995"/>
                  </a:lnTo>
                  <a:lnTo>
                    <a:pt x="4589" y="81195"/>
                  </a:lnTo>
                  <a:lnTo>
                    <a:pt x="6216" y="80396"/>
                  </a:lnTo>
                  <a:lnTo>
                    <a:pt x="7843" y="79596"/>
                  </a:lnTo>
                  <a:lnTo>
                    <a:pt x="9470" y="78797"/>
                  </a:lnTo>
                  <a:lnTo>
                    <a:pt x="11098" y="77997"/>
                  </a:lnTo>
                  <a:lnTo>
                    <a:pt x="12726" y="77197"/>
                  </a:lnTo>
                  <a:lnTo>
                    <a:pt x="14353" y="76398"/>
                  </a:lnTo>
                  <a:lnTo>
                    <a:pt x="15981" y="75598"/>
                  </a:lnTo>
                  <a:lnTo>
                    <a:pt x="17608" y="74798"/>
                  </a:lnTo>
                  <a:lnTo>
                    <a:pt x="19236" y="73998"/>
                  </a:lnTo>
                  <a:lnTo>
                    <a:pt x="20864" y="73199"/>
                  </a:lnTo>
                  <a:lnTo>
                    <a:pt x="22491" y="72399"/>
                  </a:lnTo>
                  <a:lnTo>
                    <a:pt x="24119" y="71600"/>
                  </a:lnTo>
                  <a:lnTo>
                    <a:pt x="25746" y="70800"/>
                  </a:lnTo>
                  <a:lnTo>
                    <a:pt x="27374" y="70000"/>
                  </a:lnTo>
                  <a:lnTo>
                    <a:pt x="28379" y="69505"/>
                  </a:lnTo>
                  <a:lnTo>
                    <a:pt x="28797" y="67646"/>
                  </a:lnTo>
                  <a:lnTo>
                    <a:pt x="29144" y="66102"/>
                  </a:lnTo>
                  <a:lnTo>
                    <a:pt x="29490" y="64558"/>
                  </a:lnTo>
                  <a:lnTo>
                    <a:pt x="29837" y="63014"/>
                  </a:lnTo>
                  <a:lnTo>
                    <a:pt x="30184" y="61470"/>
                  </a:lnTo>
                  <a:lnTo>
                    <a:pt x="30529" y="59926"/>
                  </a:lnTo>
                  <a:lnTo>
                    <a:pt x="30876" y="58382"/>
                  </a:lnTo>
                  <a:lnTo>
                    <a:pt x="31223" y="56838"/>
                  </a:lnTo>
                  <a:lnTo>
                    <a:pt x="31568" y="55295"/>
                  </a:lnTo>
                  <a:lnTo>
                    <a:pt x="31915" y="53750"/>
                  </a:lnTo>
                  <a:lnTo>
                    <a:pt x="32261" y="52206"/>
                  </a:lnTo>
                  <a:lnTo>
                    <a:pt x="32608" y="50662"/>
                  </a:lnTo>
                  <a:lnTo>
                    <a:pt x="32954" y="49118"/>
                  </a:lnTo>
                  <a:lnTo>
                    <a:pt x="33301" y="47574"/>
                  </a:lnTo>
                  <a:lnTo>
                    <a:pt x="33647" y="46030"/>
                  </a:lnTo>
                  <a:lnTo>
                    <a:pt x="33994" y="44486"/>
                  </a:lnTo>
                  <a:lnTo>
                    <a:pt x="34340" y="42942"/>
                  </a:lnTo>
                  <a:lnTo>
                    <a:pt x="34658" y="41527"/>
                  </a:lnTo>
                  <a:lnTo>
                    <a:pt x="34059" y="40165"/>
                  </a:lnTo>
                  <a:lnTo>
                    <a:pt x="33256" y="38336"/>
                  </a:lnTo>
                  <a:lnTo>
                    <a:pt x="32414" y="36423"/>
                  </a:lnTo>
                  <a:lnTo>
                    <a:pt x="31622" y="34622"/>
                  </a:lnTo>
                  <a:lnTo>
                    <a:pt x="31046" y="33311"/>
                  </a:lnTo>
                  <a:lnTo>
                    <a:pt x="30352" y="31732"/>
                  </a:lnTo>
                  <a:lnTo>
                    <a:pt x="30429" y="29697"/>
                  </a:lnTo>
                  <a:lnTo>
                    <a:pt x="30412" y="28680"/>
                  </a:lnTo>
                  <a:lnTo>
                    <a:pt x="30485" y="27120"/>
                  </a:lnTo>
                  <a:lnTo>
                    <a:pt x="31150" y="24956"/>
                  </a:lnTo>
                  <a:lnTo>
                    <a:pt x="31935" y="22201"/>
                  </a:lnTo>
                  <a:lnTo>
                    <a:pt x="32509" y="20370"/>
                  </a:lnTo>
                  <a:lnTo>
                    <a:pt x="33005" y="18777"/>
                  </a:lnTo>
                  <a:lnTo>
                    <a:pt x="33404" y="17498"/>
                  </a:lnTo>
                  <a:lnTo>
                    <a:pt x="33623" y="16181"/>
                  </a:lnTo>
                  <a:lnTo>
                    <a:pt x="33507" y="15254"/>
                  </a:lnTo>
                  <a:lnTo>
                    <a:pt x="33246" y="14917"/>
                  </a:lnTo>
                  <a:lnTo>
                    <a:pt x="33025" y="14479"/>
                  </a:lnTo>
                  <a:lnTo>
                    <a:pt x="33777" y="13778"/>
                  </a:lnTo>
                  <a:lnTo>
                    <a:pt x="35184" y="13321"/>
                  </a:lnTo>
                  <a:lnTo>
                    <a:pt x="35964" y="13419"/>
                  </a:lnTo>
                  <a:lnTo>
                    <a:pt x="37053" y="13080"/>
                  </a:lnTo>
                  <a:lnTo>
                    <a:pt x="37914" y="12773"/>
                  </a:lnTo>
                  <a:lnTo>
                    <a:pt x="37980" y="12361"/>
                  </a:lnTo>
                  <a:lnTo>
                    <a:pt x="37736" y="11668"/>
                  </a:lnTo>
                  <a:lnTo>
                    <a:pt x="37379" y="10657"/>
                  </a:lnTo>
                  <a:lnTo>
                    <a:pt x="36159" y="10552"/>
                  </a:lnTo>
                  <a:lnTo>
                    <a:pt x="35792" y="10272"/>
                  </a:lnTo>
                  <a:lnTo>
                    <a:pt x="36216" y="8778"/>
                  </a:lnTo>
                  <a:lnTo>
                    <a:pt x="36200" y="8308"/>
                  </a:lnTo>
                  <a:lnTo>
                    <a:pt x="36037" y="7750"/>
                  </a:lnTo>
                  <a:lnTo>
                    <a:pt x="35861" y="6814"/>
                  </a:lnTo>
                  <a:lnTo>
                    <a:pt x="35950" y="5605"/>
                  </a:lnTo>
                  <a:lnTo>
                    <a:pt x="36199" y="4783"/>
                  </a:lnTo>
                  <a:lnTo>
                    <a:pt x="36202" y="4123"/>
                  </a:lnTo>
                  <a:lnTo>
                    <a:pt x="36083" y="2760"/>
                  </a:lnTo>
                  <a:lnTo>
                    <a:pt x="36121" y="1549"/>
                  </a:lnTo>
                  <a:lnTo>
                    <a:pt x="36378" y="947"/>
                  </a:lnTo>
                  <a:lnTo>
                    <a:pt x="36831" y="387"/>
                  </a:lnTo>
                  <a:lnTo>
                    <a:pt x="37258" y="103"/>
                  </a:lnTo>
                  <a:lnTo>
                    <a:pt x="37705" y="124"/>
                  </a:lnTo>
                  <a:lnTo>
                    <a:pt x="38060" y="362"/>
                  </a:lnTo>
                  <a:lnTo>
                    <a:pt x="38212" y="997"/>
                  </a:lnTo>
                  <a:lnTo>
                    <a:pt x="38114" y="1433"/>
                  </a:lnTo>
                  <a:lnTo>
                    <a:pt x="37862" y="1494"/>
                  </a:lnTo>
                  <a:lnTo>
                    <a:pt x="37773" y="1677"/>
                  </a:lnTo>
                  <a:lnTo>
                    <a:pt x="38134" y="2523"/>
                  </a:lnTo>
                  <a:lnTo>
                    <a:pt x="38659" y="3353"/>
                  </a:lnTo>
                  <a:lnTo>
                    <a:pt x="39062" y="3215"/>
                  </a:lnTo>
                  <a:lnTo>
                    <a:pt x="39516" y="2562"/>
                  </a:lnTo>
                  <a:lnTo>
                    <a:pt x="39991" y="2034"/>
                  </a:lnTo>
                  <a:lnTo>
                    <a:pt x="40589" y="1569"/>
                  </a:lnTo>
                  <a:lnTo>
                    <a:pt x="41021" y="668"/>
                  </a:lnTo>
                  <a:lnTo>
                    <a:pt x="41393" y="8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g1135"/>
            <p:cNvSpPr/>
            <p:nvPr/>
          </p:nvSpPr>
          <p:spPr>
            <a:xfrm>
              <a:off x="4554364" y="2065618"/>
              <a:ext cx="730" cy="1324"/>
            </a:xfrm>
            <a:custGeom>
              <a:avLst/>
              <a:pathLst>
                <a:path w="730" h="1324">
                  <a:moveTo>
                    <a:pt x="0" y="1262"/>
                  </a:moveTo>
                  <a:lnTo>
                    <a:pt x="56" y="517"/>
                  </a:lnTo>
                  <a:lnTo>
                    <a:pt x="224" y="0"/>
                  </a:lnTo>
                  <a:lnTo>
                    <a:pt x="631" y="40"/>
                  </a:lnTo>
                  <a:lnTo>
                    <a:pt x="730" y="351"/>
                  </a:lnTo>
                  <a:lnTo>
                    <a:pt x="674" y="952"/>
                  </a:lnTo>
                  <a:lnTo>
                    <a:pt x="280" y="132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g1136"/>
            <p:cNvSpPr/>
            <p:nvPr/>
          </p:nvSpPr>
          <p:spPr>
            <a:xfrm>
              <a:off x="4553134" y="2050937"/>
              <a:ext cx="3304" cy="10195"/>
            </a:xfrm>
            <a:custGeom>
              <a:avLst/>
              <a:pathLst>
                <a:path w="3304" h="10195">
                  <a:moveTo>
                    <a:pt x="2056" y="9842"/>
                  </a:moveTo>
                  <a:lnTo>
                    <a:pt x="1873" y="10162"/>
                  </a:lnTo>
                  <a:lnTo>
                    <a:pt x="1599" y="10195"/>
                  </a:lnTo>
                  <a:lnTo>
                    <a:pt x="975" y="9922"/>
                  </a:lnTo>
                  <a:lnTo>
                    <a:pt x="606" y="9286"/>
                  </a:lnTo>
                  <a:lnTo>
                    <a:pt x="676" y="8511"/>
                  </a:lnTo>
                  <a:lnTo>
                    <a:pt x="696" y="7083"/>
                  </a:lnTo>
                  <a:lnTo>
                    <a:pt x="871" y="5735"/>
                  </a:lnTo>
                  <a:lnTo>
                    <a:pt x="823" y="4308"/>
                  </a:lnTo>
                  <a:lnTo>
                    <a:pt x="340" y="4019"/>
                  </a:lnTo>
                  <a:lnTo>
                    <a:pt x="0" y="4096"/>
                  </a:lnTo>
                  <a:lnTo>
                    <a:pt x="794" y="2082"/>
                  </a:lnTo>
                  <a:lnTo>
                    <a:pt x="1104" y="1773"/>
                  </a:lnTo>
                  <a:lnTo>
                    <a:pt x="1399" y="1904"/>
                  </a:lnTo>
                  <a:lnTo>
                    <a:pt x="2129" y="1689"/>
                  </a:lnTo>
                  <a:lnTo>
                    <a:pt x="2516" y="595"/>
                  </a:lnTo>
                  <a:lnTo>
                    <a:pt x="2821" y="0"/>
                  </a:lnTo>
                  <a:lnTo>
                    <a:pt x="3146" y="72"/>
                  </a:lnTo>
                  <a:lnTo>
                    <a:pt x="3304" y="406"/>
                  </a:lnTo>
                  <a:lnTo>
                    <a:pt x="3191" y="2066"/>
                  </a:lnTo>
                  <a:lnTo>
                    <a:pt x="3178" y="3453"/>
                  </a:lnTo>
                  <a:lnTo>
                    <a:pt x="2773" y="7695"/>
                  </a:lnTo>
                  <a:lnTo>
                    <a:pt x="2354" y="8430"/>
                  </a:lnTo>
                  <a:lnTo>
                    <a:pt x="2145" y="902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g1137"/>
            <p:cNvSpPr/>
            <p:nvPr/>
          </p:nvSpPr>
          <p:spPr>
            <a:xfrm>
              <a:off x="4598194" y="1901970"/>
              <a:ext cx="153314" cy="185273"/>
            </a:xfrm>
            <a:custGeom>
              <a:avLst/>
              <a:pathLst>
                <a:path w="153314" h="185273">
                  <a:moveTo>
                    <a:pt x="150649" y="19177"/>
                  </a:moveTo>
                  <a:lnTo>
                    <a:pt x="151083" y="20431"/>
                  </a:lnTo>
                  <a:lnTo>
                    <a:pt x="151740" y="22329"/>
                  </a:lnTo>
                  <a:lnTo>
                    <a:pt x="152171" y="23572"/>
                  </a:lnTo>
                  <a:lnTo>
                    <a:pt x="152655" y="24969"/>
                  </a:lnTo>
                  <a:lnTo>
                    <a:pt x="152897" y="25668"/>
                  </a:lnTo>
                  <a:lnTo>
                    <a:pt x="153314" y="26874"/>
                  </a:lnTo>
                  <a:lnTo>
                    <a:pt x="153144" y="27537"/>
                  </a:lnTo>
                  <a:lnTo>
                    <a:pt x="152863" y="28518"/>
                  </a:lnTo>
                  <a:lnTo>
                    <a:pt x="151830" y="29261"/>
                  </a:lnTo>
                  <a:lnTo>
                    <a:pt x="150800" y="29799"/>
                  </a:lnTo>
                  <a:lnTo>
                    <a:pt x="150560" y="30111"/>
                  </a:lnTo>
                  <a:lnTo>
                    <a:pt x="150480" y="30533"/>
                  </a:lnTo>
                  <a:lnTo>
                    <a:pt x="149981" y="31379"/>
                  </a:lnTo>
                  <a:lnTo>
                    <a:pt x="149017" y="32091"/>
                  </a:lnTo>
                  <a:lnTo>
                    <a:pt x="148218" y="32021"/>
                  </a:lnTo>
                  <a:lnTo>
                    <a:pt x="147715" y="31809"/>
                  </a:lnTo>
                  <a:lnTo>
                    <a:pt x="145025" y="33041"/>
                  </a:lnTo>
                  <a:lnTo>
                    <a:pt x="143782" y="33011"/>
                  </a:lnTo>
                  <a:lnTo>
                    <a:pt x="142810" y="33811"/>
                  </a:lnTo>
                  <a:lnTo>
                    <a:pt x="142089" y="34540"/>
                  </a:lnTo>
                  <a:lnTo>
                    <a:pt x="140642" y="35338"/>
                  </a:lnTo>
                  <a:lnTo>
                    <a:pt x="139662" y="35343"/>
                  </a:lnTo>
                  <a:lnTo>
                    <a:pt x="138214" y="34869"/>
                  </a:lnTo>
                  <a:lnTo>
                    <a:pt x="136431" y="33967"/>
                  </a:lnTo>
                  <a:lnTo>
                    <a:pt x="135707" y="33442"/>
                  </a:lnTo>
                  <a:lnTo>
                    <a:pt x="135053" y="33472"/>
                  </a:lnTo>
                  <a:lnTo>
                    <a:pt x="133477" y="33346"/>
                  </a:lnTo>
                  <a:lnTo>
                    <a:pt x="131934" y="32902"/>
                  </a:lnTo>
                  <a:lnTo>
                    <a:pt x="130093" y="32371"/>
                  </a:lnTo>
                  <a:lnTo>
                    <a:pt x="129183" y="32144"/>
                  </a:lnTo>
                  <a:lnTo>
                    <a:pt x="127314" y="31679"/>
                  </a:lnTo>
                  <a:lnTo>
                    <a:pt x="126099" y="32300"/>
                  </a:lnTo>
                  <a:lnTo>
                    <a:pt x="125000" y="32861"/>
                  </a:lnTo>
                  <a:lnTo>
                    <a:pt x="124105" y="33240"/>
                  </a:lnTo>
                  <a:lnTo>
                    <a:pt x="123366" y="34975"/>
                  </a:lnTo>
                  <a:lnTo>
                    <a:pt x="123054" y="35586"/>
                  </a:lnTo>
                  <a:lnTo>
                    <a:pt x="122694" y="36464"/>
                  </a:lnTo>
                  <a:lnTo>
                    <a:pt x="122528" y="37079"/>
                  </a:lnTo>
                  <a:lnTo>
                    <a:pt x="122674" y="37817"/>
                  </a:lnTo>
                  <a:lnTo>
                    <a:pt x="123759" y="38340"/>
                  </a:lnTo>
                  <a:lnTo>
                    <a:pt x="124210" y="39054"/>
                  </a:lnTo>
                  <a:lnTo>
                    <a:pt x="124278" y="39686"/>
                  </a:lnTo>
                  <a:lnTo>
                    <a:pt x="123888" y="40335"/>
                  </a:lnTo>
                  <a:lnTo>
                    <a:pt x="123563" y="40848"/>
                  </a:lnTo>
                  <a:lnTo>
                    <a:pt x="123565" y="41299"/>
                  </a:lnTo>
                  <a:lnTo>
                    <a:pt x="123737" y="41754"/>
                  </a:lnTo>
                  <a:lnTo>
                    <a:pt x="123998" y="42092"/>
                  </a:lnTo>
                  <a:lnTo>
                    <a:pt x="125537" y="42303"/>
                  </a:lnTo>
                  <a:lnTo>
                    <a:pt x="126449" y="42307"/>
                  </a:lnTo>
                  <a:lnTo>
                    <a:pt x="126804" y="42491"/>
                  </a:lnTo>
                  <a:lnTo>
                    <a:pt x="126845" y="43106"/>
                  </a:lnTo>
                  <a:lnTo>
                    <a:pt x="126512" y="43937"/>
                  </a:lnTo>
                  <a:lnTo>
                    <a:pt x="125214" y="44605"/>
                  </a:lnTo>
                  <a:lnTo>
                    <a:pt x="124481" y="45309"/>
                  </a:lnTo>
                  <a:lnTo>
                    <a:pt x="124249" y="46242"/>
                  </a:lnTo>
                  <a:lnTo>
                    <a:pt x="124259" y="46988"/>
                  </a:lnTo>
                  <a:lnTo>
                    <a:pt x="124510" y="47482"/>
                  </a:lnTo>
                  <a:lnTo>
                    <a:pt x="125132" y="48050"/>
                  </a:lnTo>
                  <a:lnTo>
                    <a:pt x="125714" y="48700"/>
                  </a:lnTo>
                  <a:lnTo>
                    <a:pt x="125891" y="49231"/>
                  </a:lnTo>
                  <a:lnTo>
                    <a:pt x="125821" y="49951"/>
                  </a:lnTo>
                  <a:lnTo>
                    <a:pt x="125586" y="50945"/>
                  </a:lnTo>
                  <a:lnTo>
                    <a:pt x="124949" y="52100"/>
                  </a:lnTo>
                  <a:lnTo>
                    <a:pt x="124417" y="52924"/>
                  </a:lnTo>
                  <a:lnTo>
                    <a:pt x="124376" y="53217"/>
                  </a:lnTo>
                  <a:lnTo>
                    <a:pt x="124508" y="53660"/>
                  </a:lnTo>
                  <a:lnTo>
                    <a:pt x="124937" y="54302"/>
                  </a:lnTo>
                  <a:lnTo>
                    <a:pt x="125666" y="55250"/>
                  </a:lnTo>
                  <a:lnTo>
                    <a:pt x="126573" y="56019"/>
                  </a:lnTo>
                  <a:lnTo>
                    <a:pt x="127155" y="56231"/>
                  </a:lnTo>
                  <a:lnTo>
                    <a:pt x="127344" y="56417"/>
                  </a:lnTo>
                  <a:lnTo>
                    <a:pt x="127525" y="57307"/>
                  </a:lnTo>
                  <a:lnTo>
                    <a:pt x="127594" y="58243"/>
                  </a:lnTo>
                  <a:lnTo>
                    <a:pt x="127362" y="58946"/>
                  </a:lnTo>
                  <a:lnTo>
                    <a:pt x="127827" y="59529"/>
                  </a:lnTo>
                  <a:lnTo>
                    <a:pt x="129045" y="59497"/>
                  </a:lnTo>
                  <a:lnTo>
                    <a:pt x="130037" y="59745"/>
                  </a:lnTo>
                  <a:lnTo>
                    <a:pt x="130455" y="59498"/>
                  </a:lnTo>
                  <a:lnTo>
                    <a:pt x="130747" y="59683"/>
                  </a:lnTo>
                  <a:lnTo>
                    <a:pt x="130559" y="61774"/>
                  </a:lnTo>
                  <a:lnTo>
                    <a:pt x="130695" y="63012"/>
                  </a:lnTo>
                  <a:lnTo>
                    <a:pt x="130960" y="63363"/>
                  </a:lnTo>
                  <a:lnTo>
                    <a:pt x="131935" y="63865"/>
                  </a:lnTo>
                  <a:lnTo>
                    <a:pt x="133813" y="63804"/>
                  </a:lnTo>
                  <a:lnTo>
                    <a:pt x="134918" y="64387"/>
                  </a:lnTo>
                  <a:lnTo>
                    <a:pt x="136144" y="65060"/>
                  </a:lnTo>
                  <a:lnTo>
                    <a:pt x="136796" y="65802"/>
                  </a:lnTo>
                  <a:lnTo>
                    <a:pt x="137088" y="66356"/>
                  </a:lnTo>
                  <a:lnTo>
                    <a:pt x="137005" y="67248"/>
                  </a:lnTo>
                  <a:lnTo>
                    <a:pt x="136337" y="68293"/>
                  </a:lnTo>
                  <a:lnTo>
                    <a:pt x="135246" y="68789"/>
                  </a:lnTo>
                  <a:lnTo>
                    <a:pt x="134609" y="69004"/>
                  </a:lnTo>
                  <a:lnTo>
                    <a:pt x="131468" y="70964"/>
                  </a:lnTo>
                  <a:lnTo>
                    <a:pt x="130487" y="71788"/>
                  </a:lnTo>
                  <a:lnTo>
                    <a:pt x="129728" y="72781"/>
                  </a:lnTo>
                  <a:lnTo>
                    <a:pt x="129448" y="73526"/>
                  </a:lnTo>
                  <a:lnTo>
                    <a:pt x="129296" y="74254"/>
                  </a:lnTo>
                  <a:lnTo>
                    <a:pt x="129977" y="76891"/>
                  </a:lnTo>
                  <a:lnTo>
                    <a:pt x="130091" y="77707"/>
                  </a:lnTo>
                  <a:lnTo>
                    <a:pt x="129533" y="80553"/>
                  </a:lnTo>
                  <a:lnTo>
                    <a:pt x="129370" y="81610"/>
                  </a:lnTo>
                  <a:lnTo>
                    <a:pt x="129578" y="82348"/>
                  </a:lnTo>
                  <a:lnTo>
                    <a:pt x="130246" y="82624"/>
                  </a:lnTo>
                  <a:lnTo>
                    <a:pt x="130392" y="83239"/>
                  </a:lnTo>
                  <a:lnTo>
                    <a:pt x="130459" y="83715"/>
                  </a:lnTo>
                  <a:lnTo>
                    <a:pt x="129295" y="84761"/>
                  </a:lnTo>
                  <a:lnTo>
                    <a:pt x="128071" y="85685"/>
                  </a:lnTo>
                  <a:lnTo>
                    <a:pt x="127682" y="85683"/>
                  </a:lnTo>
                  <a:lnTo>
                    <a:pt x="126512" y="87420"/>
                  </a:lnTo>
                  <a:lnTo>
                    <a:pt x="124557" y="90898"/>
                  </a:lnTo>
                  <a:lnTo>
                    <a:pt x="123519" y="92074"/>
                  </a:lnTo>
                  <a:lnTo>
                    <a:pt x="123446" y="92650"/>
                  </a:lnTo>
                  <a:lnTo>
                    <a:pt x="123362" y="93234"/>
                  </a:lnTo>
                  <a:lnTo>
                    <a:pt x="123759" y="94218"/>
                  </a:lnTo>
                  <a:lnTo>
                    <a:pt x="123842" y="95049"/>
                  </a:lnTo>
                  <a:lnTo>
                    <a:pt x="123398" y="95886"/>
                  </a:lnTo>
                  <a:lnTo>
                    <a:pt x="122667" y="96844"/>
                  </a:lnTo>
                  <a:lnTo>
                    <a:pt x="121236" y="97683"/>
                  </a:lnTo>
                  <a:lnTo>
                    <a:pt x="119434" y="98541"/>
                  </a:lnTo>
                  <a:lnTo>
                    <a:pt x="118622" y="99061"/>
                  </a:lnTo>
                  <a:lnTo>
                    <a:pt x="118013" y="101312"/>
                  </a:lnTo>
                  <a:lnTo>
                    <a:pt x="117450" y="103576"/>
                  </a:lnTo>
                  <a:lnTo>
                    <a:pt x="117198" y="104414"/>
                  </a:lnTo>
                  <a:lnTo>
                    <a:pt x="116225" y="107018"/>
                  </a:lnTo>
                  <a:lnTo>
                    <a:pt x="114526" y="110855"/>
                  </a:lnTo>
                  <a:lnTo>
                    <a:pt x="114096" y="111693"/>
                  </a:lnTo>
                  <a:lnTo>
                    <a:pt x="111469" y="113543"/>
                  </a:lnTo>
                  <a:lnTo>
                    <a:pt x="108785" y="115554"/>
                  </a:lnTo>
                  <a:lnTo>
                    <a:pt x="108313" y="116317"/>
                  </a:lnTo>
                  <a:lnTo>
                    <a:pt x="107763" y="118150"/>
                  </a:lnTo>
                  <a:lnTo>
                    <a:pt x="107246" y="120159"/>
                  </a:lnTo>
                  <a:lnTo>
                    <a:pt x="106766" y="121211"/>
                  </a:lnTo>
                  <a:lnTo>
                    <a:pt x="105059" y="123569"/>
                  </a:lnTo>
                  <a:lnTo>
                    <a:pt x="104499" y="125380"/>
                  </a:lnTo>
                  <a:lnTo>
                    <a:pt x="104323" y="126565"/>
                  </a:lnTo>
                  <a:lnTo>
                    <a:pt x="102870" y="127226"/>
                  </a:lnTo>
                  <a:lnTo>
                    <a:pt x="101226" y="127857"/>
                  </a:lnTo>
                  <a:lnTo>
                    <a:pt x="98834" y="128061"/>
                  </a:lnTo>
                  <a:lnTo>
                    <a:pt x="97837" y="128390"/>
                  </a:lnTo>
                  <a:lnTo>
                    <a:pt x="94906" y="130025"/>
                  </a:lnTo>
                  <a:lnTo>
                    <a:pt x="94178" y="130092"/>
                  </a:lnTo>
                  <a:lnTo>
                    <a:pt x="93605" y="129822"/>
                  </a:lnTo>
                  <a:lnTo>
                    <a:pt x="93172" y="129264"/>
                  </a:lnTo>
                  <a:lnTo>
                    <a:pt x="92770" y="128338"/>
                  </a:lnTo>
                  <a:lnTo>
                    <a:pt x="92581" y="126914"/>
                  </a:lnTo>
                  <a:lnTo>
                    <a:pt x="92014" y="126268"/>
                  </a:lnTo>
                  <a:lnTo>
                    <a:pt x="91251" y="125719"/>
                  </a:lnTo>
                  <a:lnTo>
                    <a:pt x="90448" y="125693"/>
                  </a:lnTo>
                  <a:lnTo>
                    <a:pt x="89642" y="126298"/>
                  </a:lnTo>
                  <a:lnTo>
                    <a:pt x="88940" y="126961"/>
                  </a:lnTo>
                  <a:lnTo>
                    <a:pt x="88463" y="127508"/>
                  </a:lnTo>
                  <a:lnTo>
                    <a:pt x="87996" y="128148"/>
                  </a:lnTo>
                  <a:lnTo>
                    <a:pt x="87100" y="130300"/>
                  </a:lnTo>
                  <a:lnTo>
                    <a:pt x="85648" y="133384"/>
                  </a:lnTo>
                  <a:lnTo>
                    <a:pt x="84025" y="135628"/>
                  </a:lnTo>
                  <a:lnTo>
                    <a:pt x="83425" y="136301"/>
                  </a:lnTo>
                  <a:lnTo>
                    <a:pt x="83049" y="136809"/>
                  </a:lnTo>
                  <a:lnTo>
                    <a:pt x="82541" y="137554"/>
                  </a:lnTo>
                  <a:lnTo>
                    <a:pt x="82248" y="138275"/>
                  </a:lnTo>
                  <a:lnTo>
                    <a:pt x="81847" y="140629"/>
                  </a:lnTo>
                  <a:lnTo>
                    <a:pt x="81615" y="142717"/>
                  </a:lnTo>
                  <a:lnTo>
                    <a:pt x="81721" y="143184"/>
                  </a:lnTo>
                  <a:lnTo>
                    <a:pt x="81964" y="143579"/>
                  </a:lnTo>
                  <a:lnTo>
                    <a:pt x="82850" y="144186"/>
                  </a:lnTo>
                  <a:lnTo>
                    <a:pt x="84130" y="145192"/>
                  </a:lnTo>
                  <a:lnTo>
                    <a:pt x="85791" y="145762"/>
                  </a:lnTo>
                  <a:lnTo>
                    <a:pt x="87190" y="145865"/>
                  </a:lnTo>
                  <a:lnTo>
                    <a:pt x="87713" y="146294"/>
                  </a:lnTo>
                  <a:lnTo>
                    <a:pt x="88026" y="146874"/>
                  </a:lnTo>
                  <a:lnTo>
                    <a:pt x="88112" y="147362"/>
                  </a:lnTo>
                  <a:lnTo>
                    <a:pt x="88040" y="149090"/>
                  </a:lnTo>
                  <a:lnTo>
                    <a:pt x="87883" y="150942"/>
                  </a:lnTo>
                  <a:lnTo>
                    <a:pt x="87364" y="152934"/>
                  </a:lnTo>
                  <a:lnTo>
                    <a:pt x="87372" y="154077"/>
                  </a:lnTo>
                  <a:lnTo>
                    <a:pt x="87577" y="155192"/>
                  </a:lnTo>
                  <a:lnTo>
                    <a:pt x="89132" y="158031"/>
                  </a:lnTo>
                  <a:lnTo>
                    <a:pt x="89705" y="158321"/>
                  </a:lnTo>
                  <a:lnTo>
                    <a:pt x="90872" y="158382"/>
                  </a:lnTo>
                  <a:lnTo>
                    <a:pt x="91415" y="158327"/>
                  </a:lnTo>
                  <a:lnTo>
                    <a:pt x="92017" y="158039"/>
                  </a:lnTo>
                  <a:lnTo>
                    <a:pt x="92446" y="158235"/>
                  </a:lnTo>
                  <a:lnTo>
                    <a:pt x="92763" y="158583"/>
                  </a:lnTo>
                  <a:lnTo>
                    <a:pt x="92847" y="159157"/>
                  </a:lnTo>
                  <a:lnTo>
                    <a:pt x="92798" y="161987"/>
                  </a:lnTo>
                  <a:lnTo>
                    <a:pt x="93275" y="163268"/>
                  </a:lnTo>
                  <a:lnTo>
                    <a:pt x="94202" y="165014"/>
                  </a:lnTo>
                  <a:lnTo>
                    <a:pt x="94933" y="167007"/>
                  </a:lnTo>
                  <a:lnTo>
                    <a:pt x="95625" y="169397"/>
                  </a:lnTo>
                  <a:lnTo>
                    <a:pt x="96285" y="171266"/>
                  </a:lnTo>
                  <a:lnTo>
                    <a:pt x="96542" y="172241"/>
                  </a:lnTo>
                  <a:lnTo>
                    <a:pt x="96112" y="172713"/>
                  </a:lnTo>
                  <a:lnTo>
                    <a:pt x="95866" y="173203"/>
                  </a:lnTo>
                  <a:lnTo>
                    <a:pt x="95804" y="173857"/>
                  </a:lnTo>
                  <a:lnTo>
                    <a:pt x="95894" y="174546"/>
                  </a:lnTo>
                  <a:lnTo>
                    <a:pt x="95836" y="175035"/>
                  </a:lnTo>
                  <a:lnTo>
                    <a:pt x="96149" y="175636"/>
                  </a:lnTo>
                  <a:lnTo>
                    <a:pt x="96518" y="175836"/>
                  </a:lnTo>
                  <a:lnTo>
                    <a:pt x="96506" y="176253"/>
                  </a:lnTo>
                  <a:lnTo>
                    <a:pt x="95927" y="176798"/>
                  </a:lnTo>
                  <a:lnTo>
                    <a:pt x="95409" y="176779"/>
                  </a:lnTo>
                  <a:lnTo>
                    <a:pt x="95013" y="177039"/>
                  </a:lnTo>
                  <a:lnTo>
                    <a:pt x="94245" y="178180"/>
                  </a:lnTo>
                  <a:lnTo>
                    <a:pt x="93888" y="178410"/>
                  </a:lnTo>
                  <a:lnTo>
                    <a:pt x="93406" y="178514"/>
                  </a:lnTo>
                  <a:lnTo>
                    <a:pt x="92868" y="178401"/>
                  </a:lnTo>
                  <a:lnTo>
                    <a:pt x="92109" y="177941"/>
                  </a:lnTo>
                  <a:lnTo>
                    <a:pt x="91888" y="177215"/>
                  </a:lnTo>
                  <a:lnTo>
                    <a:pt x="91974" y="176452"/>
                  </a:lnTo>
                  <a:lnTo>
                    <a:pt x="91802" y="175999"/>
                  </a:lnTo>
                  <a:lnTo>
                    <a:pt x="91257" y="176085"/>
                  </a:lnTo>
                  <a:lnTo>
                    <a:pt x="89363" y="176864"/>
                  </a:lnTo>
                  <a:lnTo>
                    <a:pt x="87558" y="177823"/>
                  </a:lnTo>
                  <a:lnTo>
                    <a:pt x="87245" y="178478"/>
                  </a:lnTo>
                  <a:lnTo>
                    <a:pt x="86828" y="179162"/>
                  </a:lnTo>
                  <a:lnTo>
                    <a:pt x="86002" y="179443"/>
                  </a:lnTo>
                  <a:lnTo>
                    <a:pt x="84785" y="179529"/>
                  </a:lnTo>
                  <a:lnTo>
                    <a:pt x="83944" y="179426"/>
                  </a:lnTo>
                  <a:lnTo>
                    <a:pt x="83168" y="178692"/>
                  </a:lnTo>
                  <a:lnTo>
                    <a:pt x="82458" y="178024"/>
                  </a:lnTo>
                  <a:lnTo>
                    <a:pt x="81363" y="177992"/>
                  </a:lnTo>
                  <a:lnTo>
                    <a:pt x="79392" y="178092"/>
                  </a:lnTo>
                  <a:lnTo>
                    <a:pt x="78299" y="178086"/>
                  </a:lnTo>
                  <a:lnTo>
                    <a:pt x="77656" y="177840"/>
                  </a:lnTo>
                  <a:lnTo>
                    <a:pt x="77022" y="178024"/>
                  </a:lnTo>
                  <a:lnTo>
                    <a:pt x="76229" y="177755"/>
                  </a:lnTo>
                  <a:lnTo>
                    <a:pt x="75876" y="178116"/>
                  </a:lnTo>
                  <a:lnTo>
                    <a:pt x="75544" y="178151"/>
                  </a:lnTo>
                  <a:lnTo>
                    <a:pt x="75276" y="177522"/>
                  </a:lnTo>
                  <a:lnTo>
                    <a:pt x="75097" y="177458"/>
                  </a:lnTo>
                  <a:lnTo>
                    <a:pt x="74888" y="177548"/>
                  </a:lnTo>
                  <a:lnTo>
                    <a:pt x="74705" y="177761"/>
                  </a:lnTo>
                  <a:lnTo>
                    <a:pt x="74596" y="178128"/>
                  </a:lnTo>
                  <a:lnTo>
                    <a:pt x="74558" y="182326"/>
                  </a:lnTo>
                  <a:lnTo>
                    <a:pt x="73257" y="182299"/>
                  </a:lnTo>
                  <a:lnTo>
                    <a:pt x="72330" y="182290"/>
                  </a:lnTo>
                  <a:lnTo>
                    <a:pt x="71314" y="182519"/>
                  </a:lnTo>
                  <a:lnTo>
                    <a:pt x="70380" y="182838"/>
                  </a:lnTo>
                  <a:lnTo>
                    <a:pt x="69923" y="183221"/>
                  </a:lnTo>
                  <a:lnTo>
                    <a:pt x="69268" y="183823"/>
                  </a:lnTo>
                  <a:lnTo>
                    <a:pt x="69115" y="184662"/>
                  </a:lnTo>
                  <a:lnTo>
                    <a:pt x="68800" y="185273"/>
                  </a:lnTo>
                  <a:lnTo>
                    <a:pt x="68348" y="184367"/>
                  </a:lnTo>
                  <a:lnTo>
                    <a:pt x="68057" y="183950"/>
                  </a:lnTo>
                  <a:lnTo>
                    <a:pt x="67721" y="184259"/>
                  </a:lnTo>
                  <a:lnTo>
                    <a:pt x="67243" y="184224"/>
                  </a:lnTo>
                  <a:lnTo>
                    <a:pt x="66382" y="183191"/>
                  </a:lnTo>
                  <a:lnTo>
                    <a:pt x="65995" y="184231"/>
                  </a:lnTo>
                  <a:lnTo>
                    <a:pt x="64570" y="184470"/>
                  </a:lnTo>
                  <a:lnTo>
                    <a:pt x="64391" y="183684"/>
                  </a:lnTo>
                  <a:lnTo>
                    <a:pt x="64356" y="182951"/>
                  </a:lnTo>
                  <a:lnTo>
                    <a:pt x="63574" y="183482"/>
                  </a:lnTo>
                  <a:lnTo>
                    <a:pt x="63011" y="182670"/>
                  </a:lnTo>
                  <a:lnTo>
                    <a:pt x="62758" y="181579"/>
                  </a:lnTo>
                  <a:lnTo>
                    <a:pt x="62541" y="181277"/>
                  </a:lnTo>
                  <a:lnTo>
                    <a:pt x="62292" y="180929"/>
                  </a:lnTo>
                  <a:lnTo>
                    <a:pt x="61702" y="180556"/>
                  </a:lnTo>
                  <a:lnTo>
                    <a:pt x="61173" y="179395"/>
                  </a:lnTo>
                  <a:lnTo>
                    <a:pt x="61125" y="178167"/>
                  </a:lnTo>
                  <a:lnTo>
                    <a:pt x="60977" y="176704"/>
                  </a:lnTo>
                  <a:lnTo>
                    <a:pt x="59869" y="171287"/>
                  </a:lnTo>
                  <a:lnTo>
                    <a:pt x="59198" y="170787"/>
                  </a:lnTo>
                  <a:lnTo>
                    <a:pt x="55437" y="169825"/>
                  </a:lnTo>
                  <a:lnTo>
                    <a:pt x="55240" y="168878"/>
                  </a:lnTo>
                  <a:lnTo>
                    <a:pt x="55501" y="166333"/>
                  </a:lnTo>
                  <a:lnTo>
                    <a:pt x="55395" y="164729"/>
                  </a:lnTo>
                  <a:lnTo>
                    <a:pt x="54177" y="162606"/>
                  </a:lnTo>
                  <a:lnTo>
                    <a:pt x="53836" y="161130"/>
                  </a:lnTo>
                  <a:lnTo>
                    <a:pt x="52841" y="159861"/>
                  </a:lnTo>
                  <a:lnTo>
                    <a:pt x="51853" y="159492"/>
                  </a:lnTo>
                  <a:lnTo>
                    <a:pt x="50858" y="159658"/>
                  </a:lnTo>
                  <a:lnTo>
                    <a:pt x="50321" y="160160"/>
                  </a:lnTo>
                  <a:lnTo>
                    <a:pt x="50026" y="161006"/>
                  </a:lnTo>
                  <a:lnTo>
                    <a:pt x="52158" y="160809"/>
                  </a:lnTo>
                  <a:lnTo>
                    <a:pt x="52637" y="161120"/>
                  </a:lnTo>
                  <a:lnTo>
                    <a:pt x="53210" y="161674"/>
                  </a:lnTo>
                  <a:lnTo>
                    <a:pt x="52598" y="161653"/>
                  </a:lnTo>
                  <a:lnTo>
                    <a:pt x="51892" y="161389"/>
                  </a:lnTo>
                  <a:lnTo>
                    <a:pt x="51006" y="161409"/>
                  </a:lnTo>
                  <a:lnTo>
                    <a:pt x="47684" y="162033"/>
                  </a:lnTo>
                  <a:lnTo>
                    <a:pt x="45755" y="162930"/>
                  </a:lnTo>
                  <a:lnTo>
                    <a:pt x="43168" y="162665"/>
                  </a:lnTo>
                  <a:lnTo>
                    <a:pt x="39905" y="163547"/>
                  </a:lnTo>
                  <a:lnTo>
                    <a:pt x="37212" y="163599"/>
                  </a:lnTo>
                  <a:lnTo>
                    <a:pt x="36098" y="165318"/>
                  </a:lnTo>
                  <a:lnTo>
                    <a:pt x="35484" y="165008"/>
                  </a:lnTo>
                  <a:lnTo>
                    <a:pt x="35008" y="164584"/>
                  </a:lnTo>
                  <a:lnTo>
                    <a:pt x="31302" y="163235"/>
                  </a:lnTo>
                  <a:lnTo>
                    <a:pt x="31046" y="162670"/>
                  </a:lnTo>
                  <a:lnTo>
                    <a:pt x="30426" y="162266"/>
                  </a:lnTo>
                  <a:lnTo>
                    <a:pt x="29744" y="162987"/>
                  </a:lnTo>
                  <a:lnTo>
                    <a:pt x="29254" y="163108"/>
                  </a:lnTo>
                  <a:lnTo>
                    <a:pt x="27223" y="162503"/>
                  </a:lnTo>
                  <a:lnTo>
                    <a:pt x="25669" y="162959"/>
                  </a:lnTo>
                  <a:lnTo>
                    <a:pt x="25093" y="163736"/>
                  </a:lnTo>
                  <a:lnTo>
                    <a:pt x="25052" y="164945"/>
                  </a:lnTo>
                  <a:lnTo>
                    <a:pt x="23106" y="164711"/>
                  </a:lnTo>
                  <a:lnTo>
                    <a:pt x="22012" y="164330"/>
                  </a:lnTo>
                  <a:lnTo>
                    <a:pt x="20545" y="164752"/>
                  </a:lnTo>
                  <a:lnTo>
                    <a:pt x="17231" y="164192"/>
                  </a:lnTo>
                  <a:lnTo>
                    <a:pt x="16358" y="164332"/>
                  </a:lnTo>
                  <a:lnTo>
                    <a:pt x="15150" y="165134"/>
                  </a:lnTo>
                  <a:lnTo>
                    <a:pt x="14643" y="165758"/>
                  </a:lnTo>
                  <a:lnTo>
                    <a:pt x="13926" y="166004"/>
                  </a:lnTo>
                  <a:lnTo>
                    <a:pt x="13295" y="165133"/>
                  </a:lnTo>
                  <a:lnTo>
                    <a:pt x="12821" y="164749"/>
                  </a:lnTo>
                  <a:lnTo>
                    <a:pt x="12382" y="165003"/>
                  </a:lnTo>
                  <a:lnTo>
                    <a:pt x="11789" y="165719"/>
                  </a:lnTo>
                  <a:lnTo>
                    <a:pt x="10071" y="166054"/>
                  </a:lnTo>
                  <a:lnTo>
                    <a:pt x="8517" y="165958"/>
                  </a:lnTo>
                  <a:lnTo>
                    <a:pt x="6845" y="165287"/>
                  </a:lnTo>
                  <a:lnTo>
                    <a:pt x="7043" y="165063"/>
                  </a:lnTo>
                  <a:lnTo>
                    <a:pt x="7304" y="163895"/>
                  </a:lnTo>
                  <a:lnTo>
                    <a:pt x="7538" y="159731"/>
                  </a:lnTo>
                  <a:lnTo>
                    <a:pt x="7833" y="158228"/>
                  </a:lnTo>
                  <a:lnTo>
                    <a:pt x="7743" y="157407"/>
                  </a:lnTo>
                  <a:lnTo>
                    <a:pt x="7807" y="157160"/>
                  </a:lnTo>
                  <a:lnTo>
                    <a:pt x="8461" y="156433"/>
                  </a:lnTo>
                  <a:lnTo>
                    <a:pt x="8619" y="156122"/>
                  </a:lnTo>
                  <a:lnTo>
                    <a:pt x="8868" y="153996"/>
                  </a:lnTo>
                  <a:lnTo>
                    <a:pt x="9144" y="151632"/>
                  </a:lnTo>
                  <a:lnTo>
                    <a:pt x="9451" y="150786"/>
                  </a:lnTo>
                  <a:lnTo>
                    <a:pt x="9711" y="150556"/>
                  </a:lnTo>
                  <a:lnTo>
                    <a:pt x="11785" y="149499"/>
                  </a:lnTo>
                  <a:lnTo>
                    <a:pt x="12134" y="148791"/>
                  </a:lnTo>
                  <a:lnTo>
                    <a:pt x="13207" y="148958"/>
                  </a:lnTo>
                  <a:lnTo>
                    <a:pt x="13304" y="148788"/>
                  </a:lnTo>
                  <a:lnTo>
                    <a:pt x="13399" y="147975"/>
                  </a:lnTo>
                  <a:lnTo>
                    <a:pt x="13897" y="147091"/>
                  </a:lnTo>
                  <a:lnTo>
                    <a:pt x="14585" y="146369"/>
                  </a:lnTo>
                  <a:lnTo>
                    <a:pt x="15098" y="146112"/>
                  </a:lnTo>
                  <a:lnTo>
                    <a:pt x="16963" y="145657"/>
                  </a:lnTo>
                  <a:lnTo>
                    <a:pt x="18053" y="145023"/>
                  </a:lnTo>
                  <a:lnTo>
                    <a:pt x="18384" y="144957"/>
                  </a:lnTo>
                  <a:lnTo>
                    <a:pt x="21283" y="145118"/>
                  </a:lnTo>
                  <a:lnTo>
                    <a:pt x="21896" y="144875"/>
                  </a:lnTo>
                  <a:lnTo>
                    <a:pt x="21993" y="144654"/>
                  </a:lnTo>
                  <a:lnTo>
                    <a:pt x="22164" y="142255"/>
                  </a:lnTo>
                  <a:lnTo>
                    <a:pt x="22689" y="141876"/>
                  </a:lnTo>
                  <a:lnTo>
                    <a:pt x="22772" y="141674"/>
                  </a:lnTo>
                  <a:lnTo>
                    <a:pt x="22593" y="140016"/>
                  </a:lnTo>
                  <a:lnTo>
                    <a:pt x="22693" y="138906"/>
                  </a:lnTo>
                  <a:lnTo>
                    <a:pt x="23290" y="138252"/>
                  </a:lnTo>
                  <a:lnTo>
                    <a:pt x="23256" y="137877"/>
                  </a:lnTo>
                  <a:lnTo>
                    <a:pt x="22827" y="137090"/>
                  </a:lnTo>
                  <a:lnTo>
                    <a:pt x="22258" y="136587"/>
                  </a:lnTo>
                  <a:lnTo>
                    <a:pt x="21981" y="136468"/>
                  </a:lnTo>
                  <a:lnTo>
                    <a:pt x="19603" y="136943"/>
                  </a:lnTo>
                  <a:lnTo>
                    <a:pt x="18621" y="136790"/>
                  </a:lnTo>
                  <a:lnTo>
                    <a:pt x="18161" y="136500"/>
                  </a:lnTo>
                  <a:lnTo>
                    <a:pt x="18064" y="136285"/>
                  </a:lnTo>
                  <a:lnTo>
                    <a:pt x="18156" y="135803"/>
                  </a:lnTo>
                  <a:lnTo>
                    <a:pt x="18173" y="135014"/>
                  </a:lnTo>
                  <a:lnTo>
                    <a:pt x="18519" y="133789"/>
                  </a:lnTo>
                  <a:lnTo>
                    <a:pt x="18625" y="133057"/>
                  </a:lnTo>
                  <a:lnTo>
                    <a:pt x="18344" y="128824"/>
                  </a:lnTo>
                  <a:lnTo>
                    <a:pt x="17941" y="126013"/>
                  </a:lnTo>
                  <a:lnTo>
                    <a:pt x="18156" y="123224"/>
                  </a:lnTo>
                  <a:lnTo>
                    <a:pt x="18114" y="122645"/>
                  </a:lnTo>
                  <a:lnTo>
                    <a:pt x="18032" y="122515"/>
                  </a:lnTo>
                  <a:lnTo>
                    <a:pt x="17731" y="122516"/>
                  </a:lnTo>
                  <a:lnTo>
                    <a:pt x="16283" y="122762"/>
                  </a:lnTo>
                  <a:lnTo>
                    <a:pt x="15047" y="120967"/>
                  </a:lnTo>
                  <a:lnTo>
                    <a:pt x="14282" y="120257"/>
                  </a:lnTo>
                  <a:lnTo>
                    <a:pt x="12177" y="119364"/>
                  </a:lnTo>
                  <a:lnTo>
                    <a:pt x="11255" y="119193"/>
                  </a:lnTo>
                  <a:lnTo>
                    <a:pt x="9900" y="118419"/>
                  </a:lnTo>
                  <a:lnTo>
                    <a:pt x="8653" y="116729"/>
                  </a:lnTo>
                  <a:lnTo>
                    <a:pt x="7376" y="115001"/>
                  </a:lnTo>
                  <a:lnTo>
                    <a:pt x="6862" y="113895"/>
                  </a:lnTo>
                  <a:lnTo>
                    <a:pt x="6293" y="112010"/>
                  </a:lnTo>
                  <a:lnTo>
                    <a:pt x="4678" y="108398"/>
                  </a:lnTo>
                  <a:lnTo>
                    <a:pt x="4693" y="107466"/>
                  </a:lnTo>
                  <a:lnTo>
                    <a:pt x="4493" y="106897"/>
                  </a:lnTo>
                  <a:lnTo>
                    <a:pt x="2921" y="104524"/>
                  </a:lnTo>
                  <a:lnTo>
                    <a:pt x="1805" y="102841"/>
                  </a:lnTo>
                  <a:lnTo>
                    <a:pt x="0" y="100117"/>
                  </a:lnTo>
                  <a:lnTo>
                    <a:pt x="3605" y="101641"/>
                  </a:lnTo>
                  <a:lnTo>
                    <a:pt x="6415" y="102809"/>
                  </a:lnTo>
                  <a:lnTo>
                    <a:pt x="10951" y="104696"/>
                  </a:lnTo>
                  <a:lnTo>
                    <a:pt x="14475" y="106161"/>
                  </a:lnTo>
                  <a:lnTo>
                    <a:pt x="15451" y="106398"/>
                  </a:lnTo>
                  <a:lnTo>
                    <a:pt x="25773" y="105148"/>
                  </a:lnTo>
                  <a:lnTo>
                    <a:pt x="29589" y="106095"/>
                  </a:lnTo>
                  <a:lnTo>
                    <a:pt x="30798" y="106627"/>
                  </a:lnTo>
                  <a:lnTo>
                    <a:pt x="30980" y="106316"/>
                  </a:lnTo>
                  <a:lnTo>
                    <a:pt x="31493" y="105673"/>
                  </a:lnTo>
                  <a:lnTo>
                    <a:pt x="32381" y="105023"/>
                  </a:lnTo>
                  <a:lnTo>
                    <a:pt x="33589" y="104502"/>
                  </a:lnTo>
                  <a:lnTo>
                    <a:pt x="34794" y="104220"/>
                  </a:lnTo>
                  <a:lnTo>
                    <a:pt x="36520" y="104184"/>
                  </a:lnTo>
                  <a:lnTo>
                    <a:pt x="37691" y="104225"/>
                  </a:lnTo>
                  <a:lnTo>
                    <a:pt x="38558" y="104384"/>
                  </a:lnTo>
                  <a:lnTo>
                    <a:pt x="40228" y="104291"/>
                  </a:lnTo>
                  <a:lnTo>
                    <a:pt x="41032" y="104037"/>
                  </a:lnTo>
                  <a:lnTo>
                    <a:pt x="43781" y="103006"/>
                  </a:lnTo>
                  <a:lnTo>
                    <a:pt x="45628" y="102312"/>
                  </a:lnTo>
                  <a:lnTo>
                    <a:pt x="48422" y="101230"/>
                  </a:lnTo>
                  <a:lnTo>
                    <a:pt x="50461" y="100439"/>
                  </a:lnTo>
                  <a:lnTo>
                    <a:pt x="50973" y="100019"/>
                  </a:lnTo>
                  <a:lnTo>
                    <a:pt x="51500" y="99262"/>
                  </a:lnTo>
                  <a:lnTo>
                    <a:pt x="51750" y="98585"/>
                  </a:lnTo>
                  <a:lnTo>
                    <a:pt x="51124" y="97539"/>
                  </a:lnTo>
                  <a:lnTo>
                    <a:pt x="51042" y="96617"/>
                  </a:lnTo>
                  <a:lnTo>
                    <a:pt x="51452" y="95448"/>
                  </a:lnTo>
                  <a:lnTo>
                    <a:pt x="51675" y="93667"/>
                  </a:lnTo>
                  <a:lnTo>
                    <a:pt x="51633" y="91131"/>
                  </a:lnTo>
                  <a:lnTo>
                    <a:pt x="51500" y="89667"/>
                  </a:lnTo>
                  <a:lnTo>
                    <a:pt x="52067" y="86949"/>
                  </a:lnTo>
                  <a:lnTo>
                    <a:pt x="52543" y="85423"/>
                  </a:lnTo>
                  <a:lnTo>
                    <a:pt x="53491" y="84693"/>
                  </a:lnTo>
                  <a:lnTo>
                    <a:pt x="54148" y="84246"/>
                  </a:lnTo>
                  <a:lnTo>
                    <a:pt x="54422" y="83920"/>
                  </a:lnTo>
                  <a:lnTo>
                    <a:pt x="54691" y="83556"/>
                  </a:lnTo>
                  <a:lnTo>
                    <a:pt x="55705" y="81485"/>
                  </a:lnTo>
                  <a:lnTo>
                    <a:pt x="56631" y="80521"/>
                  </a:lnTo>
                  <a:lnTo>
                    <a:pt x="57530" y="79936"/>
                  </a:lnTo>
                  <a:lnTo>
                    <a:pt x="58509" y="80010"/>
                  </a:lnTo>
                  <a:lnTo>
                    <a:pt x="59343" y="80810"/>
                  </a:lnTo>
                  <a:lnTo>
                    <a:pt x="60964" y="81160"/>
                  </a:lnTo>
                  <a:lnTo>
                    <a:pt x="62530" y="80926"/>
                  </a:lnTo>
                  <a:lnTo>
                    <a:pt x="63889" y="80325"/>
                  </a:lnTo>
                  <a:lnTo>
                    <a:pt x="64505" y="79833"/>
                  </a:lnTo>
                  <a:lnTo>
                    <a:pt x="65227" y="79401"/>
                  </a:lnTo>
                  <a:lnTo>
                    <a:pt x="65186" y="78909"/>
                  </a:lnTo>
                  <a:lnTo>
                    <a:pt x="64368" y="78480"/>
                  </a:lnTo>
                  <a:lnTo>
                    <a:pt x="63900" y="77875"/>
                  </a:lnTo>
                  <a:lnTo>
                    <a:pt x="63717" y="77134"/>
                  </a:lnTo>
                  <a:lnTo>
                    <a:pt x="64176" y="76684"/>
                  </a:lnTo>
                  <a:lnTo>
                    <a:pt x="65246" y="76552"/>
                  </a:lnTo>
                  <a:lnTo>
                    <a:pt x="67870" y="74742"/>
                  </a:lnTo>
                  <a:lnTo>
                    <a:pt x="68939" y="73552"/>
                  </a:lnTo>
                  <a:lnTo>
                    <a:pt x="69231" y="72998"/>
                  </a:lnTo>
                  <a:lnTo>
                    <a:pt x="69731" y="72937"/>
                  </a:lnTo>
                  <a:lnTo>
                    <a:pt x="70733" y="73491"/>
                  </a:lnTo>
                  <a:lnTo>
                    <a:pt x="71901" y="73675"/>
                  </a:lnTo>
                  <a:lnTo>
                    <a:pt x="72633" y="73122"/>
                  </a:lnTo>
                  <a:lnTo>
                    <a:pt x="73361" y="72998"/>
                  </a:lnTo>
                  <a:lnTo>
                    <a:pt x="74076" y="73602"/>
                  </a:lnTo>
                  <a:lnTo>
                    <a:pt x="74459" y="74322"/>
                  </a:lnTo>
                  <a:lnTo>
                    <a:pt x="75108" y="75182"/>
                  </a:lnTo>
                  <a:lnTo>
                    <a:pt x="75928" y="75352"/>
                  </a:lnTo>
                  <a:lnTo>
                    <a:pt x="76917" y="74890"/>
                  </a:lnTo>
                  <a:lnTo>
                    <a:pt x="77954" y="73898"/>
                  </a:lnTo>
                  <a:lnTo>
                    <a:pt x="78936" y="72509"/>
                  </a:lnTo>
                  <a:lnTo>
                    <a:pt x="79810" y="71132"/>
                  </a:lnTo>
                  <a:lnTo>
                    <a:pt x="79595" y="66771"/>
                  </a:lnTo>
                  <a:lnTo>
                    <a:pt x="79452" y="64203"/>
                  </a:lnTo>
                  <a:lnTo>
                    <a:pt x="79911" y="62850"/>
                  </a:lnTo>
                  <a:lnTo>
                    <a:pt x="80569" y="62016"/>
                  </a:lnTo>
                  <a:lnTo>
                    <a:pt x="81003" y="60728"/>
                  </a:lnTo>
                  <a:lnTo>
                    <a:pt x="80996" y="59591"/>
                  </a:lnTo>
                  <a:lnTo>
                    <a:pt x="81455" y="58634"/>
                  </a:lnTo>
                  <a:lnTo>
                    <a:pt x="81913" y="56023"/>
                  </a:lnTo>
                  <a:lnTo>
                    <a:pt x="82539" y="55408"/>
                  </a:lnTo>
                  <a:lnTo>
                    <a:pt x="83826" y="54981"/>
                  </a:lnTo>
                  <a:lnTo>
                    <a:pt x="85873" y="54733"/>
                  </a:lnTo>
                  <a:lnTo>
                    <a:pt x="87482" y="53539"/>
                  </a:lnTo>
                  <a:lnTo>
                    <a:pt x="89099" y="52271"/>
                  </a:lnTo>
                  <a:lnTo>
                    <a:pt x="89317" y="51155"/>
                  </a:lnTo>
                  <a:lnTo>
                    <a:pt x="88707" y="49961"/>
                  </a:lnTo>
                  <a:lnTo>
                    <a:pt x="87898" y="47644"/>
                  </a:lnTo>
                  <a:lnTo>
                    <a:pt x="87165" y="46262"/>
                  </a:lnTo>
                  <a:lnTo>
                    <a:pt x="85380" y="43782"/>
                  </a:lnTo>
                  <a:lnTo>
                    <a:pt x="85585" y="42253"/>
                  </a:lnTo>
                  <a:lnTo>
                    <a:pt x="86579" y="41632"/>
                  </a:lnTo>
                  <a:lnTo>
                    <a:pt x="89028" y="42690"/>
                  </a:lnTo>
                  <a:lnTo>
                    <a:pt x="89710" y="42897"/>
                  </a:lnTo>
                  <a:lnTo>
                    <a:pt x="90562" y="43046"/>
                  </a:lnTo>
                  <a:lnTo>
                    <a:pt x="92816" y="43020"/>
                  </a:lnTo>
                  <a:lnTo>
                    <a:pt x="94656" y="42607"/>
                  </a:lnTo>
                  <a:lnTo>
                    <a:pt x="96577" y="41661"/>
                  </a:lnTo>
                  <a:lnTo>
                    <a:pt x="96953" y="40677"/>
                  </a:lnTo>
                  <a:lnTo>
                    <a:pt x="96932" y="39508"/>
                  </a:lnTo>
                  <a:lnTo>
                    <a:pt x="96964" y="38543"/>
                  </a:lnTo>
                  <a:lnTo>
                    <a:pt x="96995" y="37202"/>
                  </a:lnTo>
                  <a:lnTo>
                    <a:pt x="96307" y="36341"/>
                  </a:lnTo>
                  <a:lnTo>
                    <a:pt x="95890" y="35572"/>
                  </a:lnTo>
                  <a:lnTo>
                    <a:pt x="95764" y="34957"/>
                  </a:lnTo>
                  <a:lnTo>
                    <a:pt x="96244" y="34619"/>
                  </a:lnTo>
                  <a:lnTo>
                    <a:pt x="96710" y="33991"/>
                  </a:lnTo>
                  <a:lnTo>
                    <a:pt x="97161" y="32848"/>
                  </a:lnTo>
                  <a:lnTo>
                    <a:pt x="98226" y="31482"/>
                  </a:lnTo>
                  <a:lnTo>
                    <a:pt x="98872" y="30252"/>
                  </a:lnTo>
                  <a:lnTo>
                    <a:pt x="99477" y="29667"/>
                  </a:lnTo>
                  <a:lnTo>
                    <a:pt x="100395" y="28868"/>
                  </a:lnTo>
                  <a:lnTo>
                    <a:pt x="100982" y="27694"/>
                  </a:lnTo>
                  <a:lnTo>
                    <a:pt x="101250" y="26992"/>
                  </a:lnTo>
                  <a:lnTo>
                    <a:pt x="101782" y="26305"/>
                  </a:lnTo>
                  <a:lnTo>
                    <a:pt x="101960" y="25854"/>
                  </a:lnTo>
                  <a:lnTo>
                    <a:pt x="101816" y="25453"/>
                  </a:lnTo>
                  <a:lnTo>
                    <a:pt x="101551" y="24948"/>
                  </a:lnTo>
                  <a:lnTo>
                    <a:pt x="101250" y="24378"/>
                  </a:lnTo>
                  <a:lnTo>
                    <a:pt x="101250" y="23825"/>
                  </a:lnTo>
                  <a:lnTo>
                    <a:pt x="101501" y="23240"/>
                  </a:lnTo>
                  <a:lnTo>
                    <a:pt x="101772" y="22717"/>
                  </a:lnTo>
                  <a:lnTo>
                    <a:pt x="101647" y="21979"/>
                  </a:lnTo>
                  <a:lnTo>
                    <a:pt x="101501" y="20780"/>
                  </a:lnTo>
                  <a:lnTo>
                    <a:pt x="101000" y="20073"/>
                  </a:lnTo>
                  <a:lnTo>
                    <a:pt x="100665" y="18440"/>
                  </a:lnTo>
                  <a:lnTo>
                    <a:pt x="100134" y="16778"/>
                  </a:lnTo>
                  <a:lnTo>
                    <a:pt x="99851" y="16130"/>
                  </a:lnTo>
                  <a:lnTo>
                    <a:pt x="99333" y="15316"/>
                  </a:lnTo>
                  <a:lnTo>
                    <a:pt x="98173" y="14449"/>
                  </a:lnTo>
                  <a:lnTo>
                    <a:pt x="97840" y="13872"/>
                  </a:lnTo>
                  <a:lnTo>
                    <a:pt x="98293" y="12760"/>
                  </a:lnTo>
                  <a:lnTo>
                    <a:pt x="99047" y="12071"/>
                  </a:lnTo>
                  <a:lnTo>
                    <a:pt x="100472" y="10368"/>
                  </a:lnTo>
                  <a:lnTo>
                    <a:pt x="101254" y="9191"/>
                  </a:lnTo>
                  <a:lnTo>
                    <a:pt x="101960" y="8371"/>
                  </a:lnTo>
                  <a:lnTo>
                    <a:pt x="102867" y="8509"/>
                  </a:lnTo>
                  <a:lnTo>
                    <a:pt x="103399" y="8436"/>
                  </a:lnTo>
                  <a:lnTo>
                    <a:pt x="103869" y="7679"/>
                  </a:lnTo>
                  <a:lnTo>
                    <a:pt x="104800" y="7008"/>
                  </a:lnTo>
                  <a:lnTo>
                    <a:pt x="106455" y="5620"/>
                  </a:lnTo>
                  <a:lnTo>
                    <a:pt x="107033" y="4683"/>
                  </a:lnTo>
                  <a:lnTo>
                    <a:pt x="107914" y="4211"/>
                  </a:lnTo>
                  <a:lnTo>
                    <a:pt x="108644" y="4104"/>
                  </a:lnTo>
                  <a:lnTo>
                    <a:pt x="109629" y="3777"/>
                  </a:lnTo>
                  <a:lnTo>
                    <a:pt x="110577" y="3273"/>
                  </a:lnTo>
                  <a:lnTo>
                    <a:pt x="111443" y="2888"/>
                  </a:lnTo>
                  <a:lnTo>
                    <a:pt x="112799" y="2812"/>
                  </a:lnTo>
                  <a:lnTo>
                    <a:pt x="114952" y="2581"/>
                  </a:lnTo>
                  <a:lnTo>
                    <a:pt x="116116" y="2344"/>
                  </a:lnTo>
                  <a:lnTo>
                    <a:pt x="118901" y="2161"/>
                  </a:lnTo>
                  <a:lnTo>
                    <a:pt x="121935" y="2076"/>
                  </a:lnTo>
                  <a:lnTo>
                    <a:pt x="122288" y="2066"/>
                  </a:lnTo>
                  <a:lnTo>
                    <a:pt x="123600" y="2562"/>
                  </a:lnTo>
                  <a:lnTo>
                    <a:pt x="124489" y="2978"/>
                  </a:lnTo>
                  <a:lnTo>
                    <a:pt x="124840" y="2942"/>
                  </a:lnTo>
                  <a:lnTo>
                    <a:pt x="126314" y="1949"/>
                  </a:lnTo>
                  <a:lnTo>
                    <a:pt x="128550" y="738"/>
                  </a:lnTo>
                  <a:lnTo>
                    <a:pt x="129594" y="202"/>
                  </a:lnTo>
                  <a:lnTo>
                    <a:pt x="130154" y="0"/>
                  </a:lnTo>
                  <a:lnTo>
                    <a:pt x="131021" y="12"/>
                  </a:lnTo>
                  <a:lnTo>
                    <a:pt x="131719" y="333"/>
                  </a:lnTo>
                  <a:lnTo>
                    <a:pt x="132430" y="802"/>
                  </a:lnTo>
                  <a:lnTo>
                    <a:pt x="132885" y="1174"/>
                  </a:lnTo>
                  <a:lnTo>
                    <a:pt x="133451" y="952"/>
                  </a:lnTo>
                  <a:lnTo>
                    <a:pt x="134443" y="690"/>
                  </a:lnTo>
                  <a:lnTo>
                    <a:pt x="135307" y="884"/>
                  </a:lnTo>
                  <a:lnTo>
                    <a:pt x="137213" y="1718"/>
                  </a:lnTo>
                  <a:lnTo>
                    <a:pt x="137498" y="2133"/>
                  </a:lnTo>
                  <a:lnTo>
                    <a:pt x="137946" y="4162"/>
                  </a:lnTo>
                  <a:lnTo>
                    <a:pt x="138287" y="4346"/>
                  </a:lnTo>
                  <a:lnTo>
                    <a:pt x="139361" y="3868"/>
                  </a:lnTo>
                  <a:lnTo>
                    <a:pt x="140245" y="4110"/>
                  </a:lnTo>
                  <a:lnTo>
                    <a:pt x="141238" y="4766"/>
                  </a:lnTo>
                  <a:lnTo>
                    <a:pt x="141882" y="5397"/>
                  </a:lnTo>
                  <a:lnTo>
                    <a:pt x="142305" y="6080"/>
                  </a:lnTo>
                  <a:lnTo>
                    <a:pt x="142760" y="7184"/>
                  </a:lnTo>
                  <a:lnTo>
                    <a:pt x="142938" y="8069"/>
                  </a:lnTo>
                  <a:lnTo>
                    <a:pt x="143151" y="9125"/>
                  </a:lnTo>
                  <a:lnTo>
                    <a:pt x="143097" y="12104"/>
                  </a:lnTo>
                  <a:lnTo>
                    <a:pt x="142770" y="12591"/>
                  </a:lnTo>
                  <a:lnTo>
                    <a:pt x="142494" y="13225"/>
                  </a:lnTo>
                  <a:lnTo>
                    <a:pt x="142564" y="13776"/>
                  </a:lnTo>
                  <a:lnTo>
                    <a:pt x="142874" y="14214"/>
                  </a:lnTo>
                  <a:lnTo>
                    <a:pt x="143492" y="14510"/>
                  </a:lnTo>
                  <a:lnTo>
                    <a:pt x="144064" y="14696"/>
                  </a:lnTo>
                  <a:lnTo>
                    <a:pt x="144371" y="15167"/>
                  </a:lnTo>
                  <a:lnTo>
                    <a:pt x="144792" y="16844"/>
                  </a:lnTo>
                  <a:lnTo>
                    <a:pt x="145076" y="17101"/>
                  </a:lnTo>
                  <a:lnTo>
                    <a:pt x="145774" y="17096"/>
                  </a:lnTo>
                  <a:lnTo>
                    <a:pt x="147043" y="16730"/>
                  </a:lnTo>
                  <a:lnTo>
                    <a:pt x="148143" y="16157"/>
                  </a:lnTo>
                  <a:lnTo>
                    <a:pt x="148609" y="16034"/>
                  </a:lnTo>
                  <a:lnTo>
                    <a:pt x="148724" y="17625"/>
                  </a:lnTo>
                  <a:lnTo>
                    <a:pt x="149371" y="18233"/>
                  </a:lnTo>
                  <a:lnTo>
                    <a:pt x="150277" y="1894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g1138"/>
            <p:cNvSpPr/>
            <p:nvPr/>
          </p:nvSpPr>
          <p:spPr>
            <a:xfrm>
              <a:off x="3248119" y="2312247"/>
              <a:ext cx="2415" cy="4101"/>
            </a:xfrm>
            <a:custGeom>
              <a:avLst/>
              <a:pathLst>
                <a:path w="2415" h="4101">
                  <a:moveTo>
                    <a:pt x="2415" y="4028"/>
                  </a:moveTo>
                  <a:lnTo>
                    <a:pt x="1896" y="4101"/>
                  </a:lnTo>
                  <a:lnTo>
                    <a:pt x="837" y="3504"/>
                  </a:lnTo>
                  <a:lnTo>
                    <a:pt x="61" y="2347"/>
                  </a:lnTo>
                  <a:lnTo>
                    <a:pt x="0" y="1972"/>
                  </a:lnTo>
                  <a:lnTo>
                    <a:pt x="15" y="1589"/>
                  </a:lnTo>
                  <a:lnTo>
                    <a:pt x="439" y="407"/>
                  </a:lnTo>
                  <a:lnTo>
                    <a:pt x="1005" y="0"/>
                  </a:lnTo>
                  <a:lnTo>
                    <a:pt x="1228" y="6"/>
                  </a:lnTo>
                  <a:lnTo>
                    <a:pt x="1770" y="1369"/>
                  </a:lnTo>
                  <a:lnTo>
                    <a:pt x="1401" y="1898"/>
                  </a:lnTo>
                  <a:lnTo>
                    <a:pt x="1550" y="2742"/>
                  </a:lnTo>
                  <a:lnTo>
                    <a:pt x="2319" y="336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g1139"/>
            <p:cNvSpPr/>
            <p:nvPr/>
          </p:nvSpPr>
          <p:spPr>
            <a:xfrm>
              <a:off x="3273957" y="2302844"/>
              <a:ext cx="587" cy="1199"/>
            </a:xfrm>
            <a:custGeom>
              <a:avLst/>
              <a:pathLst>
                <a:path w="587" h="1199">
                  <a:moveTo>
                    <a:pt x="587" y="580"/>
                  </a:moveTo>
                  <a:lnTo>
                    <a:pt x="162" y="1199"/>
                  </a:lnTo>
                  <a:lnTo>
                    <a:pt x="0" y="612"/>
                  </a:lnTo>
                  <a:lnTo>
                    <a:pt x="399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g1140"/>
            <p:cNvSpPr/>
            <p:nvPr/>
          </p:nvSpPr>
          <p:spPr>
            <a:xfrm>
              <a:off x="3275495" y="2300550"/>
              <a:ext cx="1190" cy="3184"/>
            </a:xfrm>
            <a:custGeom>
              <a:avLst/>
              <a:pathLst>
                <a:path w="1190" h="3184">
                  <a:moveTo>
                    <a:pt x="630" y="2594"/>
                  </a:moveTo>
                  <a:lnTo>
                    <a:pt x="443" y="3184"/>
                  </a:lnTo>
                  <a:lnTo>
                    <a:pt x="0" y="1868"/>
                  </a:lnTo>
                  <a:lnTo>
                    <a:pt x="71" y="1529"/>
                  </a:lnTo>
                  <a:lnTo>
                    <a:pt x="41" y="340"/>
                  </a:lnTo>
                  <a:lnTo>
                    <a:pt x="462" y="27"/>
                  </a:lnTo>
                  <a:lnTo>
                    <a:pt x="772" y="0"/>
                  </a:lnTo>
                  <a:lnTo>
                    <a:pt x="1029" y="167"/>
                  </a:lnTo>
                  <a:lnTo>
                    <a:pt x="1190" y="1567"/>
                  </a:lnTo>
                  <a:lnTo>
                    <a:pt x="1056" y="220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g1141"/>
            <p:cNvSpPr/>
            <p:nvPr/>
          </p:nvSpPr>
          <p:spPr>
            <a:xfrm>
              <a:off x="3243737" y="2286998"/>
              <a:ext cx="834" cy="1364"/>
            </a:xfrm>
            <a:custGeom>
              <a:avLst/>
              <a:pathLst>
                <a:path w="834" h="1364">
                  <a:moveTo>
                    <a:pt x="834" y="713"/>
                  </a:moveTo>
                  <a:lnTo>
                    <a:pt x="731" y="1364"/>
                  </a:lnTo>
                  <a:lnTo>
                    <a:pt x="0" y="192"/>
                  </a:lnTo>
                  <a:lnTo>
                    <a:pt x="434" y="0"/>
                  </a:lnTo>
                  <a:lnTo>
                    <a:pt x="589" y="2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g1142"/>
            <p:cNvSpPr/>
            <p:nvPr/>
          </p:nvSpPr>
          <p:spPr>
            <a:xfrm>
              <a:off x="3237062" y="2284683"/>
              <a:ext cx="55169" cy="33165"/>
            </a:xfrm>
            <a:custGeom>
              <a:avLst/>
              <a:pathLst>
                <a:path w="55169" h="33165">
                  <a:moveTo>
                    <a:pt x="53483" y="13104"/>
                  </a:moveTo>
                  <a:lnTo>
                    <a:pt x="53304" y="13294"/>
                  </a:lnTo>
                  <a:lnTo>
                    <a:pt x="52781" y="14393"/>
                  </a:lnTo>
                  <a:lnTo>
                    <a:pt x="52496" y="15334"/>
                  </a:lnTo>
                  <a:lnTo>
                    <a:pt x="53170" y="16327"/>
                  </a:lnTo>
                  <a:lnTo>
                    <a:pt x="53372" y="17381"/>
                  </a:lnTo>
                  <a:lnTo>
                    <a:pt x="53754" y="18527"/>
                  </a:lnTo>
                  <a:lnTo>
                    <a:pt x="54349" y="19677"/>
                  </a:lnTo>
                  <a:lnTo>
                    <a:pt x="55014" y="21814"/>
                  </a:lnTo>
                  <a:lnTo>
                    <a:pt x="55169" y="22670"/>
                  </a:lnTo>
                  <a:lnTo>
                    <a:pt x="54980" y="23227"/>
                  </a:lnTo>
                  <a:lnTo>
                    <a:pt x="54346" y="23567"/>
                  </a:lnTo>
                  <a:lnTo>
                    <a:pt x="53753" y="24566"/>
                  </a:lnTo>
                  <a:lnTo>
                    <a:pt x="53591" y="25786"/>
                  </a:lnTo>
                  <a:lnTo>
                    <a:pt x="53704" y="26389"/>
                  </a:lnTo>
                  <a:lnTo>
                    <a:pt x="51930" y="28336"/>
                  </a:lnTo>
                  <a:lnTo>
                    <a:pt x="51474" y="28659"/>
                  </a:lnTo>
                  <a:lnTo>
                    <a:pt x="51171" y="28360"/>
                  </a:lnTo>
                  <a:lnTo>
                    <a:pt x="50792" y="27382"/>
                  </a:lnTo>
                  <a:lnTo>
                    <a:pt x="50340" y="26593"/>
                  </a:lnTo>
                  <a:lnTo>
                    <a:pt x="50097" y="26318"/>
                  </a:lnTo>
                  <a:lnTo>
                    <a:pt x="49957" y="26305"/>
                  </a:lnTo>
                  <a:lnTo>
                    <a:pt x="49815" y="26487"/>
                  </a:lnTo>
                  <a:lnTo>
                    <a:pt x="49750" y="26916"/>
                  </a:lnTo>
                  <a:lnTo>
                    <a:pt x="49985" y="28745"/>
                  </a:lnTo>
                  <a:lnTo>
                    <a:pt x="49788" y="29488"/>
                  </a:lnTo>
                  <a:lnTo>
                    <a:pt x="49186" y="30058"/>
                  </a:lnTo>
                  <a:lnTo>
                    <a:pt x="48497" y="33035"/>
                  </a:lnTo>
                  <a:lnTo>
                    <a:pt x="48226" y="32659"/>
                  </a:lnTo>
                  <a:lnTo>
                    <a:pt x="45953" y="28649"/>
                  </a:lnTo>
                  <a:lnTo>
                    <a:pt x="43984" y="23682"/>
                  </a:lnTo>
                  <a:lnTo>
                    <a:pt x="43574" y="21436"/>
                  </a:lnTo>
                  <a:lnTo>
                    <a:pt x="44084" y="21302"/>
                  </a:lnTo>
                  <a:lnTo>
                    <a:pt x="44578" y="21352"/>
                  </a:lnTo>
                  <a:lnTo>
                    <a:pt x="44844" y="21006"/>
                  </a:lnTo>
                  <a:lnTo>
                    <a:pt x="45151" y="20353"/>
                  </a:lnTo>
                  <a:lnTo>
                    <a:pt x="44902" y="18833"/>
                  </a:lnTo>
                  <a:lnTo>
                    <a:pt x="45859" y="17680"/>
                  </a:lnTo>
                  <a:lnTo>
                    <a:pt x="46220" y="16901"/>
                  </a:lnTo>
                  <a:lnTo>
                    <a:pt x="46485" y="16992"/>
                  </a:lnTo>
                  <a:lnTo>
                    <a:pt x="47110" y="18314"/>
                  </a:lnTo>
                  <a:lnTo>
                    <a:pt x="48020" y="19074"/>
                  </a:lnTo>
                  <a:lnTo>
                    <a:pt x="49136" y="20178"/>
                  </a:lnTo>
                  <a:lnTo>
                    <a:pt x="49828" y="20428"/>
                  </a:lnTo>
                  <a:lnTo>
                    <a:pt x="48954" y="19270"/>
                  </a:lnTo>
                  <a:lnTo>
                    <a:pt x="47444" y="17748"/>
                  </a:lnTo>
                  <a:lnTo>
                    <a:pt x="47021" y="16747"/>
                  </a:lnTo>
                  <a:lnTo>
                    <a:pt x="46621" y="15354"/>
                  </a:lnTo>
                  <a:lnTo>
                    <a:pt x="46031" y="15958"/>
                  </a:lnTo>
                  <a:lnTo>
                    <a:pt x="45757" y="16465"/>
                  </a:lnTo>
                  <a:lnTo>
                    <a:pt x="45452" y="16754"/>
                  </a:lnTo>
                  <a:lnTo>
                    <a:pt x="45186" y="16408"/>
                  </a:lnTo>
                  <a:lnTo>
                    <a:pt x="45139" y="15958"/>
                  </a:lnTo>
                  <a:lnTo>
                    <a:pt x="44250" y="15870"/>
                  </a:lnTo>
                  <a:lnTo>
                    <a:pt x="44021" y="15462"/>
                  </a:lnTo>
                  <a:lnTo>
                    <a:pt x="43785" y="15233"/>
                  </a:lnTo>
                  <a:lnTo>
                    <a:pt x="43893" y="16102"/>
                  </a:lnTo>
                  <a:lnTo>
                    <a:pt x="44068" y="16638"/>
                  </a:lnTo>
                  <a:lnTo>
                    <a:pt x="43974" y="17285"/>
                  </a:lnTo>
                  <a:lnTo>
                    <a:pt x="43685" y="17330"/>
                  </a:lnTo>
                  <a:lnTo>
                    <a:pt x="43437" y="16661"/>
                  </a:lnTo>
                  <a:lnTo>
                    <a:pt x="43121" y="16056"/>
                  </a:lnTo>
                  <a:lnTo>
                    <a:pt x="42699" y="13524"/>
                  </a:lnTo>
                  <a:lnTo>
                    <a:pt x="41688" y="12331"/>
                  </a:lnTo>
                  <a:lnTo>
                    <a:pt x="41225" y="11934"/>
                  </a:lnTo>
                  <a:lnTo>
                    <a:pt x="40843" y="11784"/>
                  </a:lnTo>
                  <a:lnTo>
                    <a:pt x="40280" y="10973"/>
                  </a:lnTo>
                  <a:lnTo>
                    <a:pt x="39537" y="10539"/>
                  </a:lnTo>
                  <a:lnTo>
                    <a:pt x="38525" y="9279"/>
                  </a:lnTo>
                  <a:lnTo>
                    <a:pt x="37284" y="8378"/>
                  </a:lnTo>
                  <a:lnTo>
                    <a:pt x="35768" y="8058"/>
                  </a:lnTo>
                  <a:lnTo>
                    <a:pt x="33924" y="8255"/>
                  </a:lnTo>
                  <a:lnTo>
                    <a:pt x="33304" y="8756"/>
                  </a:lnTo>
                  <a:lnTo>
                    <a:pt x="32882" y="9392"/>
                  </a:lnTo>
                  <a:lnTo>
                    <a:pt x="32686" y="9687"/>
                  </a:lnTo>
                  <a:lnTo>
                    <a:pt x="31598" y="10417"/>
                  </a:lnTo>
                  <a:lnTo>
                    <a:pt x="31185" y="11472"/>
                  </a:lnTo>
                  <a:lnTo>
                    <a:pt x="30925" y="12361"/>
                  </a:lnTo>
                  <a:lnTo>
                    <a:pt x="30382" y="13371"/>
                  </a:lnTo>
                  <a:lnTo>
                    <a:pt x="31002" y="13980"/>
                  </a:lnTo>
                  <a:lnTo>
                    <a:pt x="27451" y="17409"/>
                  </a:lnTo>
                  <a:lnTo>
                    <a:pt x="26748" y="17907"/>
                  </a:lnTo>
                  <a:lnTo>
                    <a:pt x="25152" y="18258"/>
                  </a:lnTo>
                  <a:lnTo>
                    <a:pt x="24785" y="18625"/>
                  </a:lnTo>
                  <a:lnTo>
                    <a:pt x="24298" y="19303"/>
                  </a:lnTo>
                  <a:lnTo>
                    <a:pt x="24233" y="20334"/>
                  </a:lnTo>
                  <a:lnTo>
                    <a:pt x="24307" y="21211"/>
                  </a:lnTo>
                  <a:lnTo>
                    <a:pt x="24770" y="21888"/>
                  </a:lnTo>
                  <a:lnTo>
                    <a:pt x="25182" y="22314"/>
                  </a:lnTo>
                  <a:lnTo>
                    <a:pt x="26172" y="24355"/>
                  </a:lnTo>
                  <a:lnTo>
                    <a:pt x="27929" y="26930"/>
                  </a:lnTo>
                  <a:lnTo>
                    <a:pt x="28262" y="27868"/>
                  </a:lnTo>
                  <a:lnTo>
                    <a:pt x="28534" y="29259"/>
                  </a:lnTo>
                  <a:lnTo>
                    <a:pt x="28004" y="29913"/>
                  </a:lnTo>
                  <a:lnTo>
                    <a:pt x="27594" y="30188"/>
                  </a:lnTo>
                  <a:lnTo>
                    <a:pt x="25923" y="30297"/>
                  </a:lnTo>
                  <a:lnTo>
                    <a:pt x="25346" y="30854"/>
                  </a:lnTo>
                  <a:lnTo>
                    <a:pt x="25112" y="31706"/>
                  </a:lnTo>
                  <a:lnTo>
                    <a:pt x="24489" y="32399"/>
                  </a:lnTo>
                  <a:lnTo>
                    <a:pt x="22333" y="33086"/>
                  </a:lnTo>
                  <a:lnTo>
                    <a:pt x="20641" y="33165"/>
                  </a:lnTo>
                  <a:lnTo>
                    <a:pt x="20114" y="32368"/>
                  </a:lnTo>
                  <a:lnTo>
                    <a:pt x="19987" y="30132"/>
                  </a:lnTo>
                  <a:lnTo>
                    <a:pt x="18848" y="26315"/>
                  </a:lnTo>
                  <a:lnTo>
                    <a:pt x="18576" y="23684"/>
                  </a:lnTo>
                  <a:lnTo>
                    <a:pt x="18291" y="24011"/>
                  </a:lnTo>
                  <a:lnTo>
                    <a:pt x="17687" y="24317"/>
                  </a:lnTo>
                  <a:lnTo>
                    <a:pt x="17483" y="24971"/>
                  </a:lnTo>
                  <a:lnTo>
                    <a:pt x="17331" y="26911"/>
                  </a:lnTo>
                  <a:lnTo>
                    <a:pt x="17108" y="27573"/>
                  </a:lnTo>
                  <a:lnTo>
                    <a:pt x="16641" y="27510"/>
                  </a:lnTo>
                  <a:lnTo>
                    <a:pt x="15683" y="26815"/>
                  </a:lnTo>
                  <a:lnTo>
                    <a:pt x="14410" y="26175"/>
                  </a:lnTo>
                  <a:lnTo>
                    <a:pt x="12787" y="22064"/>
                  </a:lnTo>
                  <a:lnTo>
                    <a:pt x="12611" y="21290"/>
                  </a:lnTo>
                  <a:lnTo>
                    <a:pt x="12296" y="20368"/>
                  </a:lnTo>
                  <a:lnTo>
                    <a:pt x="11041" y="19979"/>
                  </a:lnTo>
                  <a:lnTo>
                    <a:pt x="9972" y="19286"/>
                  </a:lnTo>
                  <a:lnTo>
                    <a:pt x="8804" y="19179"/>
                  </a:lnTo>
                  <a:lnTo>
                    <a:pt x="8207" y="19569"/>
                  </a:lnTo>
                  <a:lnTo>
                    <a:pt x="7597" y="19073"/>
                  </a:lnTo>
                  <a:lnTo>
                    <a:pt x="7491" y="17948"/>
                  </a:lnTo>
                  <a:lnTo>
                    <a:pt x="6267" y="18453"/>
                  </a:lnTo>
                  <a:lnTo>
                    <a:pt x="4696" y="18277"/>
                  </a:lnTo>
                  <a:lnTo>
                    <a:pt x="3290" y="17795"/>
                  </a:lnTo>
                  <a:lnTo>
                    <a:pt x="2329" y="18053"/>
                  </a:lnTo>
                  <a:lnTo>
                    <a:pt x="1525" y="18850"/>
                  </a:lnTo>
                  <a:lnTo>
                    <a:pt x="1636" y="20898"/>
                  </a:lnTo>
                  <a:lnTo>
                    <a:pt x="1400" y="21301"/>
                  </a:lnTo>
                  <a:lnTo>
                    <a:pt x="1362" y="20465"/>
                  </a:lnTo>
                  <a:lnTo>
                    <a:pt x="1082" y="19502"/>
                  </a:lnTo>
                  <a:lnTo>
                    <a:pt x="746" y="18704"/>
                  </a:lnTo>
                  <a:lnTo>
                    <a:pt x="37" y="17878"/>
                  </a:lnTo>
                  <a:lnTo>
                    <a:pt x="0" y="17575"/>
                  </a:lnTo>
                  <a:lnTo>
                    <a:pt x="281" y="17156"/>
                  </a:lnTo>
                  <a:lnTo>
                    <a:pt x="1567" y="15961"/>
                  </a:lnTo>
                  <a:lnTo>
                    <a:pt x="1727" y="15461"/>
                  </a:lnTo>
                  <a:lnTo>
                    <a:pt x="1747" y="14420"/>
                  </a:lnTo>
                  <a:lnTo>
                    <a:pt x="1623" y="13425"/>
                  </a:lnTo>
                  <a:lnTo>
                    <a:pt x="1043" y="11960"/>
                  </a:lnTo>
                  <a:lnTo>
                    <a:pt x="1375" y="11054"/>
                  </a:lnTo>
                  <a:lnTo>
                    <a:pt x="2038" y="10327"/>
                  </a:lnTo>
                  <a:lnTo>
                    <a:pt x="2718" y="9753"/>
                  </a:lnTo>
                  <a:lnTo>
                    <a:pt x="2833" y="9509"/>
                  </a:lnTo>
                  <a:lnTo>
                    <a:pt x="2707" y="9012"/>
                  </a:lnTo>
                  <a:lnTo>
                    <a:pt x="2311" y="8474"/>
                  </a:lnTo>
                  <a:lnTo>
                    <a:pt x="1381" y="7559"/>
                  </a:lnTo>
                  <a:lnTo>
                    <a:pt x="823" y="7500"/>
                  </a:lnTo>
                  <a:lnTo>
                    <a:pt x="799" y="4867"/>
                  </a:lnTo>
                  <a:lnTo>
                    <a:pt x="827" y="2073"/>
                  </a:lnTo>
                  <a:lnTo>
                    <a:pt x="967" y="1796"/>
                  </a:lnTo>
                  <a:lnTo>
                    <a:pt x="1309" y="1629"/>
                  </a:lnTo>
                  <a:lnTo>
                    <a:pt x="1581" y="1204"/>
                  </a:lnTo>
                  <a:lnTo>
                    <a:pt x="1734" y="377"/>
                  </a:lnTo>
                  <a:lnTo>
                    <a:pt x="2141" y="84"/>
                  </a:lnTo>
                  <a:lnTo>
                    <a:pt x="2875" y="721"/>
                  </a:lnTo>
                  <a:lnTo>
                    <a:pt x="3625" y="1283"/>
                  </a:lnTo>
                  <a:lnTo>
                    <a:pt x="3936" y="1096"/>
                  </a:lnTo>
                  <a:lnTo>
                    <a:pt x="4170" y="823"/>
                  </a:lnTo>
                  <a:lnTo>
                    <a:pt x="4333" y="553"/>
                  </a:lnTo>
                  <a:lnTo>
                    <a:pt x="4387" y="295"/>
                  </a:lnTo>
                  <a:lnTo>
                    <a:pt x="4985" y="1040"/>
                  </a:lnTo>
                  <a:lnTo>
                    <a:pt x="6211" y="2361"/>
                  </a:lnTo>
                  <a:lnTo>
                    <a:pt x="6283" y="3011"/>
                  </a:lnTo>
                  <a:lnTo>
                    <a:pt x="6167" y="3634"/>
                  </a:lnTo>
                  <a:lnTo>
                    <a:pt x="6505" y="5421"/>
                  </a:lnTo>
                  <a:lnTo>
                    <a:pt x="7141" y="5679"/>
                  </a:lnTo>
                  <a:lnTo>
                    <a:pt x="7781" y="5333"/>
                  </a:lnTo>
                  <a:lnTo>
                    <a:pt x="7939" y="5664"/>
                  </a:lnTo>
                  <a:lnTo>
                    <a:pt x="7820" y="5993"/>
                  </a:lnTo>
                  <a:lnTo>
                    <a:pt x="7491" y="6363"/>
                  </a:lnTo>
                  <a:lnTo>
                    <a:pt x="7409" y="7899"/>
                  </a:lnTo>
                  <a:lnTo>
                    <a:pt x="8458" y="8616"/>
                  </a:lnTo>
                  <a:lnTo>
                    <a:pt x="8982" y="9247"/>
                  </a:lnTo>
                  <a:lnTo>
                    <a:pt x="10720" y="8951"/>
                  </a:lnTo>
                  <a:lnTo>
                    <a:pt x="11361" y="9118"/>
                  </a:lnTo>
                  <a:lnTo>
                    <a:pt x="11798" y="8935"/>
                  </a:lnTo>
                  <a:lnTo>
                    <a:pt x="11313" y="7702"/>
                  </a:lnTo>
                  <a:lnTo>
                    <a:pt x="10664" y="6790"/>
                  </a:lnTo>
                  <a:lnTo>
                    <a:pt x="10717" y="6380"/>
                  </a:lnTo>
                  <a:lnTo>
                    <a:pt x="11210" y="6683"/>
                  </a:lnTo>
                  <a:lnTo>
                    <a:pt x="11587" y="7304"/>
                  </a:lnTo>
                  <a:lnTo>
                    <a:pt x="12442" y="8074"/>
                  </a:lnTo>
                  <a:lnTo>
                    <a:pt x="14018" y="10751"/>
                  </a:lnTo>
                  <a:lnTo>
                    <a:pt x="15823" y="11399"/>
                  </a:lnTo>
                  <a:lnTo>
                    <a:pt x="17252" y="11313"/>
                  </a:lnTo>
                  <a:lnTo>
                    <a:pt x="18583" y="10951"/>
                  </a:lnTo>
                  <a:lnTo>
                    <a:pt x="20706" y="9911"/>
                  </a:lnTo>
                  <a:lnTo>
                    <a:pt x="22241" y="8033"/>
                  </a:lnTo>
                  <a:lnTo>
                    <a:pt x="23467" y="7195"/>
                  </a:lnTo>
                  <a:lnTo>
                    <a:pt x="27438" y="5410"/>
                  </a:lnTo>
                  <a:lnTo>
                    <a:pt x="28849" y="3544"/>
                  </a:lnTo>
                  <a:lnTo>
                    <a:pt x="29444" y="3299"/>
                  </a:lnTo>
                  <a:lnTo>
                    <a:pt x="30012" y="3065"/>
                  </a:lnTo>
                  <a:lnTo>
                    <a:pt x="31260" y="1653"/>
                  </a:lnTo>
                  <a:lnTo>
                    <a:pt x="31931" y="553"/>
                  </a:lnTo>
                  <a:lnTo>
                    <a:pt x="32640" y="0"/>
                  </a:lnTo>
                  <a:lnTo>
                    <a:pt x="34738" y="399"/>
                  </a:lnTo>
                  <a:lnTo>
                    <a:pt x="36099" y="919"/>
                  </a:lnTo>
                  <a:lnTo>
                    <a:pt x="37039" y="851"/>
                  </a:lnTo>
                  <a:lnTo>
                    <a:pt x="37943" y="1219"/>
                  </a:lnTo>
                  <a:lnTo>
                    <a:pt x="38338" y="2020"/>
                  </a:lnTo>
                  <a:lnTo>
                    <a:pt x="38748" y="2362"/>
                  </a:lnTo>
                  <a:lnTo>
                    <a:pt x="40969" y="2274"/>
                  </a:lnTo>
                  <a:lnTo>
                    <a:pt x="42791" y="2671"/>
                  </a:lnTo>
                  <a:lnTo>
                    <a:pt x="46779" y="5043"/>
                  </a:lnTo>
                  <a:lnTo>
                    <a:pt x="49163" y="7388"/>
                  </a:lnTo>
                  <a:lnTo>
                    <a:pt x="50427" y="988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g1143"/>
            <p:cNvSpPr/>
            <p:nvPr/>
          </p:nvSpPr>
          <p:spPr>
            <a:xfrm>
              <a:off x="2808271" y="2757810"/>
              <a:ext cx="568" cy="1246"/>
            </a:xfrm>
            <a:custGeom>
              <a:avLst/>
              <a:pathLst>
                <a:path w="568" h="1246">
                  <a:moveTo>
                    <a:pt x="568" y="1033"/>
                  </a:moveTo>
                  <a:lnTo>
                    <a:pt x="474" y="1246"/>
                  </a:lnTo>
                  <a:lnTo>
                    <a:pt x="279" y="1066"/>
                  </a:lnTo>
                  <a:lnTo>
                    <a:pt x="75" y="661"/>
                  </a:lnTo>
                  <a:lnTo>
                    <a:pt x="0" y="237"/>
                  </a:lnTo>
                  <a:lnTo>
                    <a:pt x="189" y="0"/>
                  </a:lnTo>
                  <a:lnTo>
                    <a:pt x="440" y="144"/>
                  </a:lnTo>
                  <a:lnTo>
                    <a:pt x="561" y="57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g1144"/>
            <p:cNvSpPr/>
            <p:nvPr/>
          </p:nvSpPr>
          <p:spPr>
            <a:xfrm>
              <a:off x="3253057" y="2419135"/>
              <a:ext cx="119692" cy="255299"/>
            </a:xfrm>
            <a:custGeom>
              <a:avLst/>
              <a:pathLst>
                <a:path w="119692" h="255299">
                  <a:moveTo>
                    <a:pt x="107575" y="58500"/>
                  </a:moveTo>
                  <a:lnTo>
                    <a:pt x="107518" y="59409"/>
                  </a:lnTo>
                  <a:lnTo>
                    <a:pt x="107216" y="59773"/>
                  </a:lnTo>
                  <a:lnTo>
                    <a:pt x="106749" y="59855"/>
                  </a:lnTo>
                  <a:lnTo>
                    <a:pt x="106034" y="59206"/>
                  </a:lnTo>
                  <a:lnTo>
                    <a:pt x="105512" y="59367"/>
                  </a:lnTo>
                  <a:lnTo>
                    <a:pt x="104990" y="59409"/>
                  </a:lnTo>
                  <a:lnTo>
                    <a:pt x="104255" y="58653"/>
                  </a:lnTo>
                  <a:lnTo>
                    <a:pt x="104002" y="57910"/>
                  </a:lnTo>
                  <a:lnTo>
                    <a:pt x="103425" y="57302"/>
                  </a:lnTo>
                  <a:lnTo>
                    <a:pt x="102233" y="57546"/>
                  </a:lnTo>
                  <a:lnTo>
                    <a:pt x="101249" y="57561"/>
                  </a:lnTo>
                  <a:lnTo>
                    <a:pt x="100426" y="57425"/>
                  </a:lnTo>
                  <a:lnTo>
                    <a:pt x="99689" y="57626"/>
                  </a:lnTo>
                  <a:lnTo>
                    <a:pt x="99060" y="58411"/>
                  </a:lnTo>
                  <a:lnTo>
                    <a:pt x="98590" y="59328"/>
                  </a:lnTo>
                  <a:lnTo>
                    <a:pt x="98041" y="60097"/>
                  </a:lnTo>
                  <a:lnTo>
                    <a:pt x="96428" y="60609"/>
                  </a:lnTo>
                  <a:lnTo>
                    <a:pt x="95569" y="60623"/>
                  </a:lnTo>
                  <a:lnTo>
                    <a:pt x="94795" y="61127"/>
                  </a:lnTo>
                  <a:lnTo>
                    <a:pt x="93646" y="61312"/>
                  </a:lnTo>
                  <a:lnTo>
                    <a:pt x="92860" y="61760"/>
                  </a:lnTo>
                  <a:lnTo>
                    <a:pt x="91469" y="62006"/>
                  </a:lnTo>
                  <a:lnTo>
                    <a:pt x="89800" y="62244"/>
                  </a:lnTo>
                  <a:lnTo>
                    <a:pt x="88869" y="62926"/>
                  </a:lnTo>
                  <a:lnTo>
                    <a:pt x="88498" y="63223"/>
                  </a:lnTo>
                  <a:lnTo>
                    <a:pt x="87551" y="64167"/>
                  </a:lnTo>
                  <a:lnTo>
                    <a:pt x="85902" y="65655"/>
                  </a:lnTo>
                  <a:lnTo>
                    <a:pt x="84993" y="66172"/>
                  </a:lnTo>
                  <a:lnTo>
                    <a:pt x="83894" y="67780"/>
                  </a:lnTo>
                  <a:lnTo>
                    <a:pt x="82576" y="69290"/>
                  </a:lnTo>
                  <a:lnTo>
                    <a:pt x="81721" y="70094"/>
                  </a:lnTo>
                  <a:lnTo>
                    <a:pt x="80461" y="70464"/>
                  </a:lnTo>
                  <a:lnTo>
                    <a:pt x="79939" y="70869"/>
                  </a:lnTo>
                  <a:lnTo>
                    <a:pt x="79746" y="71356"/>
                  </a:lnTo>
                  <a:lnTo>
                    <a:pt x="79856" y="71922"/>
                  </a:lnTo>
                  <a:lnTo>
                    <a:pt x="79644" y="73376"/>
                  </a:lnTo>
                  <a:lnTo>
                    <a:pt x="79259" y="76064"/>
                  </a:lnTo>
                  <a:lnTo>
                    <a:pt x="79152" y="77381"/>
                  </a:lnTo>
                  <a:lnTo>
                    <a:pt x="79061" y="78012"/>
                  </a:lnTo>
                  <a:lnTo>
                    <a:pt x="78227" y="80169"/>
                  </a:lnTo>
                  <a:lnTo>
                    <a:pt x="77330" y="82176"/>
                  </a:lnTo>
                  <a:lnTo>
                    <a:pt x="76890" y="83505"/>
                  </a:lnTo>
                  <a:lnTo>
                    <a:pt x="76642" y="84477"/>
                  </a:lnTo>
                  <a:lnTo>
                    <a:pt x="76917" y="85287"/>
                  </a:lnTo>
                  <a:lnTo>
                    <a:pt x="77284" y="86740"/>
                  </a:lnTo>
                  <a:lnTo>
                    <a:pt x="77590" y="87907"/>
                  </a:lnTo>
                  <a:lnTo>
                    <a:pt x="77676" y="88696"/>
                  </a:lnTo>
                  <a:lnTo>
                    <a:pt x="77571" y="89602"/>
                  </a:lnTo>
                  <a:lnTo>
                    <a:pt x="77192" y="90430"/>
                  </a:lnTo>
                  <a:lnTo>
                    <a:pt x="76597" y="90972"/>
                  </a:lnTo>
                  <a:lnTo>
                    <a:pt x="75791" y="91120"/>
                  </a:lnTo>
                  <a:lnTo>
                    <a:pt x="74141" y="92582"/>
                  </a:lnTo>
                  <a:lnTo>
                    <a:pt x="72300" y="94734"/>
                  </a:lnTo>
                  <a:lnTo>
                    <a:pt x="71698" y="95738"/>
                  </a:lnTo>
                  <a:lnTo>
                    <a:pt x="71526" y="96683"/>
                  </a:lnTo>
                  <a:lnTo>
                    <a:pt x="71258" y="98167"/>
                  </a:lnTo>
                  <a:lnTo>
                    <a:pt x="71368" y="98936"/>
                  </a:lnTo>
                  <a:lnTo>
                    <a:pt x="71697" y="99462"/>
                  </a:lnTo>
                  <a:lnTo>
                    <a:pt x="72027" y="100718"/>
                  </a:lnTo>
                  <a:lnTo>
                    <a:pt x="72055" y="101366"/>
                  </a:lnTo>
                  <a:lnTo>
                    <a:pt x="71780" y="101730"/>
                  </a:lnTo>
                  <a:lnTo>
                    <a:pt x="71258" y="101812"/>
                  </a:lnTo>
                  <a:lnTo>
                    <a:pt x="70791" y="101933"/>
                  </a:lnTo>
                  <a:lnTo>
                    <a:pt x="70434" y="102257"/>
                  </a:lnTo>
                  <a:lnTo>
                    <a:pt x="70077" y="102175"/>
                  </a:lnTo>
                  <a:lnTo>
                    <a:pt x="69747" y="102337"/>
                  </a:lnTo>
                  <a:lnTo>
                    <a:pt x="69747" y="102864"/>
                  </a:lnTo>
                  <a:lnTo>
                    <a:pt x="69857" y="103472"/>
                  </a:lnTo>
                  <a:lnTo>
                    <a:pt x="69802" y="104119"/>
                  </a:lnTo>
                  <a:lnTo>
                    <a:pt x="69583" y="104525"/>
                  </a:lnTo>
                  <a:lnTo>
                    <a:pt x="69390" y="104808"/>
                  </a:lnTo>
                  <a:lnTo>
                    <a:pt x="69583" y="105213"/>
                  </a:lnTo>
                  <a:lnTo>
                    <a:pt x="69912" y="105578"/>
                  </a:lnTo>
                  <a:lnTo>
                    <a:pt x="70407" y="106185"/>
                  </a:lnTo>
                  <a:lnTo>
                    <a:pt x="71093" y="107359"/>
                  </a:lnTo>
                  <a:lnTo>
                    <a:pt x="71615" y="107562"/>
                  </a:lnTo>
                  <a:lnTo>
                    <a:pt x="72055" y="107967"/>
                  </a:lnTo>
                  <a:lnTo>
                    <a:pt x="72110" y="108615"/>
                  </a:lnTo>
                  <a:lnTo>
                    <a:pt x="71945" y="109262"/>
                  </a:lnTo>
                  <a:lnTo>
                    <a:pt x="71560" y="109546"/>
                  </a:lnTo>
                  <a:lnTo>
                    <a:pt x="71533" y="110114"/>
                  </a:lnTo>
                  <a:lnTo>
                    <a:pt x="72055" y="110801"/>
                  </a:lnTo>
                  <a:lnTo>
                    <a:pt x="72412" y="111288"/>
                  </a:lnTo>
                  <a:lnTo>
                    <a:pt x="72769" y="112016"/>
                  </a:lnTo>
                  <a:lnTo>
                    <a:pt x="73098" y="113028"/>
                  </a:lnTo>
                  <a:lnTo>
                    <a:pt x="73098" y="113677"/>
                  </a:lnTo>
                  <a:lnTo>
                    <a:pt x="73456" y="114486"/>
                  </a:lnTo>
                  <a:lnTo>
                    <a:pt x="73675" y="115175"/>
                  </a:lnTo>
                  <a:lnTo>
                    <a:pt x="73675" y="115823"/>
                  </a:lnTo>
                  <a:lnTo>
                    <a:pt x="74252" y="116470"/>
                  </a:lnTo>
                  <a:lnTo>
                    <a:pt x="74747" y="116957"/>
                  </a:lnTo>
                  <a:lnTo>
                    <a:pt x="75104" y="117402"/>
                  </a:lnTo>
                  <a:lnTo>
                    <a:pt x="75461" y="117685"/>
                  </a:lnTo>
                  <a:lnTo>
                    <a:pt x="75543" y="118172"/>
                  </a:lnTo>
                  <a:lnTo>
                    <a:pt x="75496" y="118909"/>
                  </a:lnTo>
                  <a:lnTo>
                    <a:pt x="76009" y="120122"/>
                  </a:lnTo>
                  <a:lnTo>
                    <a:pt x="76949" y="121033"/>
                  </a:lnTo>
                  <a:lnTo>
                    <a:pt x="77711" y="122355"/>
                  </a:lnTo>
                  <a:lnTo>
                    <a:pt x="78204" y="123314"/>
                  </a:lnTo>
                  <a:lnTo>
                    <a:pt x="79116" y="124853"/>
                  </a:lnTo>
                  <a:lnTo>
                    <a:pt x="79151" y="126623"/>
                  </a:lnTo>
                  <a:lnTo>
                    <a:pt x="78021" y="128654"/>
                  </a:lnTo>
                  <a:lnTo>
                    <a:pt x="76889" y="130687"/>
                  </a:lnTo>
                  <a:lnTo>
                    <a:pt x="78740" y="130631"/>
                  </a:lnTo>
                  <a:lnTo>
                    <a:pt x="80628" y="130672"/>
                  </a:lnTo>
                  <a:lnTo>
                    <a:pt x="82603" y="131253"/>
                  </a:lnTo>
                  <a:lnTo>
                    <a:pt x="83934" y="131813"/>
                  </a:lnTo>
                  <a:lnTo>
                    <a:pt x="84745" y="132064"/>
                  </a:lnTo>
                  <a:lnTo>
                    <a:pt x="85322" y="132712"/>
                  </a:lnTo>
                  <a:lnTo>
                    <a:pt x="85597" y="133724"/>
                  </a:lnTo>
                  <a:lnTo>
                    <a:pt x="85817" y="134551"/>
                  </a:lnTo>
                  <a:lnTo>
                    <a:pt x="85872" y="135748"/>
                  </a:lnTo>
                  <a:lnTo>
                    <a:pt x="86696" y="136721"/>
                  </a:lnTo>
                  <a:lnTo>
                    <a:pt x="86637" y="137643"/>
                  </a:lnTo>
                  <a:lnTo>
                    <a:pt x="86613" y="138948"/>
                  </a:lnTo>
                  <a:lnTo>
                    <a:pt x="86979" y="138968"/>
                  </a:lnTo>
                  <a:lnTo>
                    <a:pt x="89396" y="138974"/>
                  </a:lnTo>
                  <a:lnTo>
                    <a:pt x="92040" y="138980"/>
                  </a:lnTo>
                  <a:lnTo>
                    <a:pt x="94581" y="138737"/>
                  </a:lnTo>
                  <a:lnTo>
                    <a:pt x="95541" y="138422"/>
                  </a:lnTo>
                  <a:lnTo>
                    <a:pt x="96702" y="136838"/>
                  </a:lnTo>
                  <a:lnTo>
                    <a:pt x="97397" y="136368"/>
                  </a:lnTo>
                  <a:lnTo>
                    <a:pt x="98069" y="135628"/>
                  </a:lnTo>
                  <a:lnTo>
                    <a:pt x="98885" y="134280"/>
                  </a:lnTo>
                  <a:lnTo>
                    <a:pt x="99531" y="133670"/>
                  </a:lnTo>
                  <a:lnTo>
                    <a:pt x="100077" y="132922"/>
                  </a:lnTo>
                  <a:lnTo>
                    <a:pt x="100891" y="132173"/>
                  </a:lnTo>
                  <a:lnTo>
                    <a:pt x="101227" y="131618"/>
                  </a:lnTo>
                  <a:lnTo>
                    <a:pt x="101502" y="131415"/>
                  </a:lnTo>
                  <a:lnTo>
                    <a:pt x="102134" y="131050"/>
                  </a:lnTo>
                  <a:lnTo>
                    <a:pt x="101859" y="131780"/>
                  </a:lnTo>
                  <a:lnTo>
                    <a:pt x="101650" y="132528"/>
                  </a:lnTo>
                  <a:lnTo>
                    <a:pt x="101584" y="133603"/>
                  </a:lnTo>
                  <a:lnTo>
                    <a:pt x="101887" y="134776"/>
                  </a:lnTo>
                  <a:lnTo>
                    <a:pt x="101635" y="135653"/>
                  </a:lnTo>
                  <a:lnTo>
                    <a:pt x="101227" y="136437"/>
                  </a:lnTo>
                  <a:lnTo>
                    <a:pt x="101221" y="138502"/>
                  </a:lnTo>
                  <a:lnTo>
                    <a:pt x="101212" y="141428"/>
                  </a:lnTo>
                  <a:lnTo>
                    <a:pt x="101204" y="143936"/>
                  </a:lnTo>
                  <a:lnTo>
                    <a:pt x="101195" y="147070"/>
                  </a:lnTo>
                  <a:lnTo>
                    <a:pt x="101183" y="150624"/>
                  </a:lnTo>
                  <a:lnTo>
                    <a:pt x="101176" y="152987"/>
                  </a:lnTo>
                  <a:lnTo>
                    <a:pt x="101609" y="152521"/>
                  </a:lnTo>
                  <a:lnTo>
                    <a:pt x="102208" y="152103"/>
                  </a:lnTo>
                  <a:lnTo>
                    <a:pt x="102987" y="153190"/>
                  </a:lnTo>
                  <a:lnTo>
                    <a:pt x="103542" y="153661"/>
                  </a:lnTo>
                  <a:lnTo>
                    <a:pt x="104017" y="153774"/>
                  </a:lnTo>
                  <a:lnTo>
                    <a:pt x="104506" y="153740"/>
                  </a:lnTo>
                  <a:lnTo>
                    <a:pt x="105171" y="153509"/>
                  </a:lnTo>
                  <a:lnTo>
                    <a:pt x="106626" y="152599"/>
                  </a:lnTo>
                  <a:lnTo>
                    <a:pt x="107628" y="151866"/>
                  </a:lnTo>
                  <a:lnTo>
                    <a:pt x="108769" y="151915"/>
                  </a:lnTo>
                  <a:lnTo>
                    <a:pt x="110337" y="152204"/>
                  </a:lnTo>
                  <a:lnTo>
                    <a:pt x="111240" y="152171"/>
                  </a:lnTo>
                  <a:lnTo>
                    <a:pt x="112422" y="155198"/>
                  </a:lnTo>
                  <a:lnTo>
                    <a:pt x="113289" y="157412"/>
                  </a:lnTo>
                  <a:lnTo>
                    <a:pt x="114276" y="159938"/>
                  </a:lnTo>
                  <a:lnTo>
                    <a:pt x="115070" y="161970"/>
                  </a:lnTo>
                  <a:lnTo>
                    <a:pt x="116277" y="165058"/>
                  </a:lnTo>
                  <a:lnTo>
                    <a:pt x="117319" y="167723"/>
                  </a:lnTo>
                  <a:lnTo>
                    <a:pt x="118429" y="170563"/>
                  </a:lnTo>
                  <a:lnTo>
                    <a:pt x="119692" y="173793"/>
                  </a:lnTo>
                  <a:lnTo>
                    <a:pt x="119286" y="174613"/>
                  </a:lnTo>
                  <a:lnTo>
                    <a:pt x="118957" y="175268"/>
                  </a:lnTo>
                  <a:lnTo>
                    <a:pt x="118993" y="176377"/>
                  </a:lnTo>
                  <a:lnTo>
                    <a:pt x="118494" y="176968"/>
                  </a:lnTo>
                  <a:lnTo>
                    <a:pt x="117966" y="177325"/>
                  </a:lnTo>
                  <a:lnTo>
                    <a:pt x="117341" y="178258"/>
                  </a:lnTo>
                  <a:lnTo>
                    <a:pt x="116916" y="179067"/>
                  </a:lnTo>
                  <a:lnTo>
                    <a:pt x="116898" y="180218"/>
                  </a:lnTo>
                  <a:lnTo>
                    <a:pt x="116976" y="186072"/>
                  </a:lnTo>
                  <a:lnTo>
                    <a:pt x="116870" y="187663"/>
                  </a:lnTo>
                  <a:lnTo>
                    <a:pt x="116548" y="189031"/>
                  </a:lnTo>
                  <a:lnTo>
                    <a:pt x="116214" y="189721"/>
                  </a:lnTo>
                  <a:lnTo>
                    <a:pt x="116013" y="190263"/>
                  </a:lnTo>
                  <a:lnTo>
                    <a:pt x="116496" y="191623"/>
                  </a:lnTo>
                  <a:lnTo>
                    <a:pt x="116957" y="194352"/>
                  </a:lnTo>
                  <a:lnTo>
                    <a:pt x="117306" y="194892"/>
                  </a:lnTo>
                  <a:lnTo>
                    <a:pt x="117738" y="196003"/>
                  </a:lnTo>
                  <a:lnTo>
                    <a:pt x="117935" y="197055"/>
                  </a:lnTo>
                  <a:lnTo>
                    <a:pt x="117846" y="197461"/>
                  </a:lnTo>
                  <a:lnTo>
                    <a:pt x="116981" y="197957"/>
                  </a:lnTo>
                  <a:lnTo>
                    <a:pt x="116671" y="198384"/>
                  </a:lnTo>
                  <a:lnTo>
                    <a:pt x="116590" y="199949"/>
                  </a:lnTo>
                  <a:lnTo>
                    <a:pt x="116214" y="200512"/>
                  </a:lnTo>
                  <a:lnTo>
                    <a:pt x="115581" y="201247"/>
                  </a:lnTo>
                  <a:lnTo>
                    <a:pt x="115175" y="202093"/>
                  </a:lnTo>
                  <a:lnTo>
                    <a:pt x="114829" y="202673"/>
                  </a:lnTo>
                  <a:lnTo>
                    <a:pt x="114491" y="203015"/>
                  </a:lnTo>
                  <a:lnTo>
                    <a:pt x="114326" y="204048"/>
                  </a:lnTo>
                  <a:lnTo>
                    <a:pt x="114102" y="205091"/>
                  </a:lnTo>
                  <a:lnTo>
                    <a:pt x="113313" y="205780"/>
                  </a:lnTo>
                  <a:lnTo>
                    <a:pt x="113178" y="207066"/>
                  </a:lnTo>
                  <a:lnTo>
                    <a:pt x="113169" y="208119"/>
                  </a:lnTo>
                  <a:lnTo>
                    <a:pt x="113585" y="209179"/>
                  </a:lnTo>
                  <a:lnTo>
                    <a:pt x="114944" y="211407"/>
                  </a:lnTo>
                  <a:lnTo>
                    <a:pt x="115082" y="211936"/>
                  </a:lnTo>
                  <a:lnTo>
                    <a:pt x="114308" y="213279"/>
                  </a:lnTo>
                  <a:lnTo>
                    <a:pt x="113858" y="214206"/>
                  </a:lnTo>
                  <a:lnTo>
                    <a:pt x="112754" y="217052"/>
                  </a:lnTo>
                  <a:lnTo>
                    <a:pt x="112732" y="217571"/>
                  </a:lnTo>
                  <a:lnTo>
                    <a:pt x="113006" y="218914"/>
                  </a:lnTo>
                  <a:lnTo>
                    <a:pt x="114655" y="224663"/>
                  </a:lnTo>
                  <a:lnTo>
                    <a:pt x="114935" y="225133"/>
                  </a:lnTo>
                  <a:lnTo>
                    <a:pt x="115444" y="225679"/>
                  </a:lnTo>
                  <a:lnTo>
                    <a:pt x="116276" y="225619"/>
                  </a:lnTo>
                  <a:lnTo>
                    <a:pt x="117532" y="226236"/>
                  </a:lnTo>
                  <a:lnTo>
                    <a:pt x="118144" y="226946"/>
                  </a:lnTo>
                  <a:lnTo>
                    <a:pt x="118201" y="227296"/>
                  </a:lnTo>
                  <a:lnTo>
                    <a:pt x="118059" y="227532"/>
                  </a:lnTo>
                  <a:lnTo>
                    <a:pt x="117395" y="228010"/>
                  </a:lnTo>
                  <a:lnTo>
                    <a:pt x="116655" y="228632"/>
                  </a:lnTo>
                  <a:lnTo>
                    <a:pt x="116402" y="229222"/>
                  </a:lnTo>
                  <a:lnTo>
                    <a:pt x="116351" y="230152"/>
                  </a:lnTo>
                  <a:lnTo>
                    <a:pt x="116518" y="231540"/>
                  </a:lnTo>
                  <a:lnTo>
                    <a:pt x="116198" y="231989"/>
                  </a:lnTo>
                  <a:lnTo>
                    <a:pt x="115460" y="232529"/>
                  </a:lnTo>
                  <a:lnTo>
                    <a:pt x="114824" y="233302"/>
                  </a:lnTo>
                  <a:lnTo>
                    <a:pt x="114186" y="234592"/>
                  </a:lnTo>
                  <a:lnTo>
                    <a:pt x="113104" y="236550"/>
                  </a:lnTo>
                  <a:lnTo>
                    <a:pt x="112730" y="237090"/>
                  </a:lnTo>
                  <a:lnTo>
                    <a:pt x="112567" y="237764"/>
                  </a:lnTo>
                  <a:lnTo>
                    <a:pt x="111952" y="237993"/>
                  </a:lnTo>
                  <a:lnTo>
                    <a:pt x="110802" y="239323"/>
                  </a:lnTo>
                  <a:lnTo>
                    <a:pt x="110605" y="239998"/>
                  </a:lnTo>
                  <a:lnTo>
                    <a:pt x="110793" y="240638"/>
                  </a:lnTo>
                  <a:lnTo>
                    <a:pt x="111380" y="241175"/>
                  </a:lnTo>
                  <a:lnTo>
                    <a:pt x="111776" y="241956"/>
                  </a:lnTo>
                  <a:lnTo>
                    <a:pt x="111879" y="242952"/>
                  </a:lnTo>
                  <a:lnTo>
                    <a:pt x="111880" y="243590"/>
                  </a:lnTo>
                  <a:lnTo>
                    <a:pt x="111166" y="244527"/>
                  </a:lnTo>
                  <a:lnTo>
                    <a:pt x="110235" y="245595"/>
                  </a:lnTo>
                  <a:lnTo>
                    <a:pt x="109087" y="245806"/>
                  </a:lnTo>
                  <a:lnTo>
                    <a:pt x="108652" y="246348"/>
                  </a:lnTo>
                  <a:lnTo>
                    <a:pt x="108752" y="247482"/>
                  </a:lnTo>
                  <a:lnTo>
                    <a:pt x="109122" y="249084"/>
                  </a:lnTo>
                  <a:lnTo>
                    <a:pt x="109121" y="250343"/>
                  </a:lnTo>
                  <a:lnTo>
                    <a:pt x="108770" y="251783"/>
                  </a:lnTo>
                  <a:lnTo>
                    <a:pt x="107950" y="253353"/>
                  </a:lnTo>
                  <a:lnTo>
                    <a:pt x="106694" y="254433"/>
                  </a:lnTo>
                  <a:lnTo>
                    <a:pt x="105514" y="255015"/>
                  </a:lnTo>
                  <a:lnTo>
                    <a:pt x="104582" y="255018"/>
                  </a:lnTo>
                  <a:lnTo>
                    <a:pt x="103682" y="255132"/>
                  </a:lnTo>
                  <a:lnTo>
                    <a:pt x="103296" y="255299"/>
                  </a:lnTo>
                  <a:lnTo>
                    <a:pt x="102602" y="254353"/>
                  </a:lnTo>
                  <a:lnTo>
                    <a:pt x="99519" y="251212"/>
                  </a:lnTo>
                  <a:lnTo>
                    <a:pt x="98344" y="249531"/>
                  </a:lnTo>
                  <a:lnTo>
                    <a:pt x="97257" y="248745"/>
                  </a:lnTo>
                  <a:lnTo>
                    <a:pt x="94604" y="246051"/>
                  </a:lnTo>
                  <a:lnTo>
                    <a:pt x="94340" y="245186"/>
                  </a:lnTo>
                  <a:lnTo>
                    <a:pt x="94013" y="242417"/>
                  </a:lnTo>
                  <a:lnTo>
                    <a:pt x="93668" y="241636"/>
                  </a:lnTo>
                  <a:lnTo>
                    <a:pt x="92757" y="240637"/>
                  </a:lnTo>
                  <a:lnTo>
                    <a:pt x="90465" y="239304"/>
                  </a:lnTo>
                  <a:lnTo>
                    <a:pt x="89577" y="238638"/>
                  </a:lnTo>
                  <a:lnTo>
                    <a:pt x="88645" y="237425"/>
                  </a:lnTo>
                  <a:lnTo>
                    <a:pt x="87279" y="236567"/>
                  </a:lnTo>
                  <a:lnTo>
                    <a:pt x="85790" y="234804"/>
                  </a:lnTo>
                  <a:lnTo>
                    <a:pt x="84902" y="233393"/>
                  </a:lnTo>
                  <a:lnTo>
                    <a:pt x="83907" y="232460"/>
                  </a:lnTo>
                  <a:lnTo>
                    <a:pt x="80820" y="231155"/>
                  </a:lnTo>
                  <a:lnTo>
                    <a:pt x="79271" y="229849"/>
                  </a:lnTo>
                  <a:lnTo>
                    <a:pt x="76375" y="228003"/>
                  </a:lnTo>
                  <a:lnTo>
                    <a:pt x="75086" y="226828"/>
                  </a:lnTo>
                  <a:lnTo>
                    <a:pt x="71986" y="225396"/>
                  </a:lnTo>
                  <a:lnTo>
                    <a:pt x="71066" y="224715"/>
                  </a:lnTo>
                  <a:lnTo>
                    <a:pt x="68018" y="221363"/>
                  </a:lnTo>
                  <a:lnTo>
                    <a:pt x="65882" y="220268"/>
                  </a:lnTo>
                  <a:lnTo>
                    <a:pt x="64160" y="218385"/>
                  </a:lnTo>
                  <a:lnTo>
                    <a:pt x="58963" y="214381"/>
                  </a:lnTo>
                  <a:lnTo>
                    <a:pt x="58146" y="213100"/>
                  </a:lnTo>
                  <a:lnTo>
                    <a:pt x="57351" y="211120"/>
                  </a:lnTo>
                  <a:lnTo>
                    <a:pt x="56197" y="209940"/>
                  </a:lnTo>
                  <a:lnTo>
                    <a:pt x="54900" y="207230"/>
                  </a:lnTo>
                  <a:lnTo>
                    <a:pt x="52970" y="205636"/>
                  </a:lnTo>
                  <a:lnTo>
                    <a:pt x="51114" y="203525"/>
                  </a:lnTo>
                  <a:lnTo>
                    <a:pt x="50429" y="201603"/>
                  </a:lnTo>
                  <a:lnTo>
                    <a:pt x="49197" y="199155"/>
                  </a:lnTo>
                  <a:lnTo>
                    <a:pt x="48831" y="197849"/>
                  </a:lnTo>
                  <a:lnTo>
                    <a:pt x="47754" y="196544"/>
                  </a:lnTo>
                  <a:lnTo>
                    <a:pt x="47678" y="193968"/>
                  </a:lnTo>
                  <a:lnTo>
                    <a:pt x="46927" y="192778"/>
                  </a:lnTo>
                  <a:lnTo>
                    <a:pt x="47466" y="192198"/>
                  </a:lnTo>
                  <a:lnTo>
                    <a:pt x="48036" y="191937"/>
                  </a:lnTo>
                  <a:lnTo>
                    <a:pt x="48748" y="187926"/>
                  </a:lnTo>
                  <a:lnTo>
                    <a:pt x="48372" y="185917"/>
                  </a:lnTo>
                  <a:lnTo>
                    <a:pt x="46445" y="182273"/>
                  </a:lnTo>
                  <a:lnTo>
                    <a:pt x="45737" y="180522"/>
                  </a:lnTo>
                  <a:lnTo>
                    <a:pt x="45235" y="178277"/>
                  </a:lnTo>
                  <a:lnTo>
                    <a:pt x="44461" y="176946"/>
                  </a:lnTo>
                  <a:lnTo>
                    <a:pt x="43317" y="174144"/>
                  </a:lnTo>
                  <a:lnTo>
                    <a:pt x="42616" y="171656"/>
                  </a:lnTo>
                  <a:lnTo>
                    <a:pt x="41083" y="169850"/>
                  </a:lnTo>
                  <a:lnTo>
                    <a:pt x="40667" y="169201"/>
                  </a:lnTo>
                  <a:lnTo>
                    <a:pt x="40434" y="168282"/>
                  </a:lnTo>
                  <a:lnTo>
                    <a:pt x="39582" y="167634"/>
                  </a:lnTo>
                  <a:lnTo>
                    <a:pt x="39536" y="165724"/>
                  </a:lnTo>
                  <a:lnTo>
                    <a:pt x="38943" y="162097"/>
                  </a:lnTo>
                  <a:lnTo>
                    <a:pt x="38095" y="160270"/>
                  </a:lnTo>
                  <a:lnTo>
                    <a:pt x="35037" y="156858"/>
                  </a:lnTo>
                  <a:lnTo>
                    <a:pt x="34986" y="155544"/>
                  </a:lnTo>
                  <a:lnTo>
                    <a:pt x="34743" y="153152"/>
                  </a:lnTo>
                  <a:lnTo>
                    <a:pt x="34063" y="150566"/>
                  </a:lnTo>
                  <a:lnTo>
                    <a:pt x="30663" y="142531"/>
                  </a:lnTo>
                  <a:lnTo>
                    <a:pt x="29811" y="140138"/>
                  </a:lnTo>
                  <a:lnTo>
                    <a:pt x="28959" y="136251"/>
                  </a:lnTo>
                  <a:lnTo>
                    <a:pt x="28194" y="134043"/>
                  </a:lnTo>
                  <a:lnTo>
                    <a:pt x="27350" y="130117"/>
                  </a:lnTo>
                  <a:lnTo>
                    <a:pt x="26078" y="127133"/>
                  </a:lnTo>
                  <a:lnTo>
                    <a:pt x="25279" y="124545"/>
                  </a:lnTo>
                  <a:lnTo>
                    <a:pt x="24428" y="121328"/>
                  </a:lnTo>
                  <a:lnTo>
                    <a:pt x="24355" y="119606"/>
                  </a:lnTo>
                  <a:lnTo>
                    <a:pt x="22812" y="116643"/>
                  </a:lnTo>
                  <a:lnTo>
                    <a:pt x="21990" y="113931"/>
                  </a:lnTo>
                  <a:lnTo>
                    <a:pt x="20550" y="111658"/>
                  </a:lnTo>
                  <a:lnTo>
                    <a:pt x="19146" y="109930"/>
                  </a:lnTo>
                  <a:lnTo>
                    <a:pt x="18537" y="108706"/>
                  </a:lnTo>
                  <a:lnTo>
                    <a:pt x="16535" y="102896"/>
                  </a:lnTo>
                  <a:lnTo>
                    <a:pt x="16262" y="101175"/>
                  </a:lnTo>
                  <a:lnTo>
                    <a:pt x="14897" y="97980"/>
                  </a:lnTo>
                  <a:lnTo>
                    <a:pt x="13547" y="95681"/>
                  </a:lnTo>
                  <a:lnTo>
                    <a:pt x="12693" y="93830"/>
                  </a:lnTo>
                  <a:lnTo>
                    <a:pt x="11602" y="92165"/>
                  </a:lnTo>
                  <a:lnTo>
                    <a:pt x="4966" y="87041"/>
                  </a:lnTo>
                  <a:lnTo>
                    <a:pt x="2631" y="84909"/>
                  </a:lnTo>
                  <a:lnTo>
                    <a:pt x="1840" y="83896"/>
                  </a:lnTo>
                  <a:lnTo>
                    <a:pt x="1476" y="82301"/>
                  </a:lnTo>
                  <a:lnTo>
                    <a:pt x="1630" y="81365"/>
                  </a:lnTo>
                  <a:lnTo>
                    <a:pt x="2315" y="80488"/>
                  </a:lnTo>
                  <a:lnTo>
                    <a:pt x="3263" y="81165"/>
                  </a:lnTo>
                  <a:lnTo>
                    <a:pt x="3840" y="80884"/>
                  </a:lnTo>
                  <a:lnTo>
                    <a:pt x="4294" y="79743"/>
                  </a:lnTo>
                  <a:lnTo>
                    <a:pt x="4301" y="78014"/>
                  </a:lnTo>
                  <a:lnTo>
                    <a:pt x="3722" y="75787"/>
                  </a:lnTo>
                  <a:lnTo>
                    <a:pt x="1598" y="71487"/>
                  </a:lnTo>
                  <a:lnTo>
                    <a:pt x="1758" y="70577"/>
                  </a:lnTo>
                  <a:lnTo>
                    <a:pt x="2158" y="69545"/>
                  </a:lnTo>
                  <a:lnTo>
                    <a:pt x="1339" y="67476"/>
                  </a:lnTo>
                  <a:lnTo>
                    <a:pt x="446" y="65819"/>
                  </a:lnTo>
                  <a:lnTo>
                    <a:pt x="0" y="64547"/>
                  </a:lnTo>
                  <a:lnTo>
                    <a:pt x="505" y="59704"/>
                  </a:lnTo>
                  <a:lnTo>
                    <a:pt x="989" y="58476"/>
                  </a:lnTo>
                  <a:lnTo>
                    <a:pt x="4206" y="53558"/>
                  </a:lnTo>
                  <a:lnTo>
                    <a:pt x="5090" y="51458"/>
                  </a:lnTo>
                  <a:lnTo>
                    <a:pt x="6470" y="50162"/>
                  </a:lnTo>
                  <a:lnTo>
                    <a:pt x="7880" y="48180"/>
                  </a:lnTo>
                  <a:lnTo>
                    <a:pt x="9573" y="46671"/>
                  </a:lnTo>
                  <a:lnTo>
                    <a:pt x="9822" y="46930"/>
                  </a:lnTo>
                  <a:lnTo>
                    <a:pt x="10057" y="47183"/>
                  </a:lnTo>
                  <a:lnTo>
                    <a:pt x="10073" y="47691"/>
                  </a:lnTo>
                  <a:lnTo>
                    <a:pt x="10136" y="48130"/>
                  </a:lnTo>
                  <a:lnTo>
                    <a:pt x="10323" y="48544"/>
                  </a:lnTo>
                  <a:lnTo>
                    <a:pt x="10339" y="49305"/>
                  </a:lnTo>
                  <a:lnTo>
                    <a:pt x="10558" y="49813"/>
                  </a:lnTo>
                  <a:lnTo>
                    <a:pt x="10574" y="50390"/>
                  </a:lnTo>
                  <a:lnTo>
                    <a:pt x="10589" y="51174"/>
                  </a:lnTo>
                  <a:lnTo>
                    <a:pt x="10480" y="51566"/>
                  </a:lnTo>
                  <a:lnTo>
                    <a:pt x="10586" y="52248"/>
                  </a:lnTo>
                  <a:lnTo>
                    <a:pt x="10949" y="53503"/>
                  </a:lnTo>
                  <a:lnTo>
                    <a:pt x="10808" y="53896"/>
                  </a:lnTo>
                  <a:lnTo>
                    <a:pt x="10464" y="54149"/>
                  </a:lnTo>
                  <a:lnTo>
                    <a:pt x="10120" y="54495"/>
                  </a:lnTo>
                  <a:lnTo>
                    <a:pt x="9776" y="55280"/>
                  </a:lnTo>
                  <a:lnTo>
                    <a:pt x="9259" y="55256"/>
                  </a:lnTo>
                  <a:lnTo>
                    <a:pt x="8509" y="54910"/>
                  </a:lnTo>
                  <a:lnTo>
                    <a:pt x="8008" y="55349"/>
                  </a:lnTo>
                  <a:lnTo>
                    <a:pt x="7820" y="56179"/>
                  </a:lnTo>
                  <a:lnTo>
                    <a:pt x="7976" y="56870"/>
                  </a:lnTo>
                  <a:lnTo>
                    <a:pt x="8024" y="57517"/>
                  </a:lnTo>
                  <a:lnTo>
                    <a:pt x="8352" y="58070"/>
                  </a:lnTo>
                  <a:lnTo>
                    <a:pt x="9306" y="58117"/>
                  </a:lnTo>
                  <a:lnTo>
                    <a:pt x="8446" y="59893"/>
                  </a:lnTo>
                  <a:lnTo>
                    <a:pt x="8024" y="60699"/>
                  </a:lnTo>
                  <a:lnTo>
                    <a:pt x="8117" y="61207"/>
                  </a:lnTo>
                  <a:lnTo>
                    <a:pt x="8632" y="61645"/>
                  </a:lnTo>
                  <a:lnTo>
                    <a:pt x="9017" y="61676"/>
                  </a:lnTo>
                  <a:lnTo>
                    <a:pt x="9870" y="61022"/>
                  </a:lnTo>
                  <a:lnTo>
                    <a:pt x="10448" y="60077"/>
                  </a:lnTo>
                  <a:lnTo>
                    <a:pt x="10777" y="59547"/>
                  </a:lnTo>
                  <a:lnTo>
                    <a:pt x="11325" y="59339"/>
                  </a:lnTo>
                  <a:lnTo>
                    <a:pt x="12044" y="59777"/>
                  </a:lnTo>
                  <a:lnTo>
                    <a:pt x="12996" y="60653"/>
                  </a:lnTo>
                  <a:lnTo>
                    <a:pt x="14110" y="61428"/>
                  </a:lnTo>
                  <a:lnTo>
                    <a:pt x="14563" y="61853"/>
                  </a:lnTo>
                  <a:lnTo>
                    <a:pt x="15379" y="61730"/>
                  </a:lnTo>
                  <a:lnTo>
                    <a:pt x="16065" y="61553"/>
                  </a:lnTo>
                  <a:lnTo>
                    <a:pt x="16640" y="62191"/>
                  </a:lnTo>
                  <a:lnTo>
                    <a:pt x="17222" y="62729"/>
                  </a:lnTo>
                  <a:lnTo>
                    <a:pt x="17357" y="64562"/>
                  </a:lnTo>
                  <a:lnTo>
                    <a:pt x="17794" y="65896"/>
                  </a:lnTo>
                  <a:lnTo>
                    <a:pt x="18327" y="66925"/>
                  </a:lnTo>
                  <a:lnTo>
                    <a:pt x="18975" y="68150"/>
                  </a:lnTo>
                  <a:lnTo>
                    <a:pt x="19569" y="68565"/>
                  </a:lnTo>
                  <a:lnTo>
                    <a:pt x="20340" y="68574"/>
                  </a:lnTo>
                  <a:lnTo>
                    <a:pt x="21384" y="69026"/>
                  </a:lnTo>
                  <a:lnTo>
                    <a:pt x="21791" y="68726"/>
                  </a:lnTo>
                  <a:lnTo>
                    <a:pt x="22151" y="67874"/>
                  </a:lnTo>
                  <a:lnTo>
                    <a:pt x="22339" y="67389"/>
                  </a:lnTo>
                  <a:lnTo>
                    <a:pt x="22870" y="67182"/>
                  </a:lnTo>
                  <a:lnTo>
                    <a:pt x="22917" y="66627"/>
                  </a:lnTo>
                  <a:lnTo>
                    <a:pt x="22808" y="65958"/>
                  </a:lnTo>
                  <a:lnTo>
                    <a:pt x="22980" y="65174"/>
                  </a:lnTo>
                  <a:lnTo>
                    <a:pt x="23416" y="64485"/>
                  </a:lnTo>
                  <a:lnTo>
                    <a:pt x="24537" y="63475"/>
                  </a:lnTo>
                  <a:lnTo>
                    <a:pt x="25076" y="63053"/>
                  </a:lnTo>
                  <a:lnTo>
                    <a:pt x="25186" y="62429"/>
                  </a:lnTo>
                  <a:lnTo>
                    <a:pt x="25389" y="61600"/>
                  </a:lnTo>
                  <a:lnTo>
                    <a:pt x="25311" y="61138"/>
                  </a:lnTo>
                  <a:lnTo>
                    <a:pt x="25084" y="60564"/>
                  </a:lnTo>
                  <a:lnTo>
                    <a:pt x="25139" y="59754"/>
                  </a:lnTo>
                  <a:lnTo>
                    <a:pt x="25436" y="58670"/>
                  </a:lnTo>
                  <a:lnTo>
                    <a:pt x="25858" y="57403"/>
                  </a:lnTo>
                  <a:lnTo>
                    <a:pt x="26220" y="55789"/>
                  </a:lnTo>
                  <a:lnTo>
                    <a:pt x="26359" y="55026"/>
                  </a:lnTo>
                  <a:lnTo>
                    <a:pt x="26750" y="54541"/>
                  </a:lnTo>
                  <a:lnTo>
                    <a:pt x="26898" y="53843"/>
                  </a:lnTo>
                  <a:lnTo>
                    <a:pt x="27110" y="53020"/>
                  </a:lnTo>
                  <a:lnTo>
                    <a:pt x="27595" y="52096"/>
                  </a:lnTo>
                  <a:lnTo>
                    <a:pt x="27579" y="51105"/>
                  </a:lnTo>
                  <a:lnTo>
                    <a:pt x="27783" y="50666"/>
                  </a:lnTo>
                  <a:lnTo>
                    <a:pt x="27801" y="49557"/>
                  </a:lnTo>
                  <a:lnTo>
                    <a:pt x="28281" y="47276"/>
                  </a:lnTo>
                  <a:lnTo>
                    <a:pt x="28299" y="46803"/>
                  </a:lnTo>
                  <a:lnTo>
                    <a:pt x="28510" y="46677"/>
                  </a:lnTo>
                  <a:lnTo>
                    <a:pt x="28878" y="46826"/>
                  </a:lnTo>
                  <a:lnTo>
                    <a:pt x="29194" y="47344"/>
                  </a:lnTo>
                  <a:lnTo>
                    <a:pt x="29292" y="47852"/>
                  </a:lnTo>
                  <a:lnTo>
                    <a:pt x="29425" y="48084"/>
                  </a:lnTo>
                  <a:lnTo>
                    <a:pt x="29723" y="48037"/>
                  </a:lnTo>
                  <a:lnTo>
                    <a:pt x="30067" y="47749"/>
                  </a:lnTo>
                  <a:lnTo>
                    <a:pt x="30044" y="47288"/>
                  </a:lnTo>
                  <a:lnTo>
                    <a:pt x="29793" y="46837"/>
                  </a:lnTo>
                  <a:lnTo>
                    <a:pt x="29725" y="46568"/>
                  </a:lnTo>
                  <a:lnTo>
                    <a:pt x="29832" y="46145"/>
                  </a:lnTo>
                  <a:lnTo>
                    <a:pt x="30353" y="45220"/>
                  </a:lnTo>
                  <a:lnTo>
                    <a:pt x="30924" y="44146"/>
                  </a:lnTo>
                  <a:lnTo>
                    <a:pt x="32149" y="41916"/>
                  </a:lnTo>
                  <a:lnTo>
                    <a:pt x="32885" y="41005"/>
                  </a:lnTo>
                  <a:lnTo>
                    <a:pt x="34793" y="40039"/>
                  </a:lnTo>
                  <a:lnTo>
                    <a:pt x="36236" y="39308"/>
                  </a:lnTo>
                  <a:lnTo>
                    <a:pt x="37621" y="38606"/>
                  </a:lnTo>
                  <a:lnTo>
                    <a:pt x="39500" y="37602"/>
                  </a:lnTo>
                  <a:lnTo>
                    <a:pt x="42155" y="36183"/>
                  </a:lnTo>
                  <a:lnTo>
                    <a:pt x="44063" y="35160"/>
                  </a:lnTo>
                  <a:lnTo>
                    <a:pt x="45764" y="33343"/>
                  </a:lnTo>
                  <a:lnTo>
                    <a:pt x="47081" y="31935"/>
                  </a:lnTo>
                  <a:lnTo>
                    <a:pt x="48209" y="30715"/>
                  </a:lnTo>
                  <a:lnTo>
                    <a:pt x="49639" y="29169"/>
                  </a:lnTo>
                  <a:lnTo>
                    <a:pt x="51572" y="25827"/>
                  </a:lnTo>
                  <a:lnTo>
                    <a:pt x="52905" y="23521"/>
                  </a:lnTo>
                  <a:lnTo>
                    <a:pt x="53878" y="21836"/>
                  </a:lnTo>
                  <a:lnTo>
                    <a:pt x="54551" y="20775"/>
                  </a:lnTo>
                  <a:lnTo>
                    <a:pt x="55087" y="17777"/>
                  </a:lnTo>
                  <a:lnTo>
                    <a:pt x="55699" y="14358"/>
                  </a:lnTo>
                  <a:lnTo>
                    <a:pt x="55972" y="12838"/>
                  </a:lnTo>
                  <a:lnTo>
                    <a:pt x="56088" y="12309"/>
                  </a:lnTo>
                  <a:lnTo>
                    <a:pt x="56353" y="12531"/>
                  </a:lnTo>
                  <a:lnTo>
                    <a:pt x="56655" y="12902"/>
                  </a:lnTo>
                  <a:lnTo>
                    <a:pt x="57024" y="12920"/>
                  </a:lnTo>
                  <a:lnTo>
                    <a:pt x="57372" y="12902"/>
                  </a:lnTo>
                  <a:lnTo>
                    <a:pt x="57587" y="12694"/>
                  </a:lnTo>
                  <a:lnTo>
                    <a:pt x="57266" y="9280"/>
                  </a:lnTo>
                  <a:lnTo>
                    <a:pt x="57312" y="8538"/>
                  </a:lnTo>
                  <a:lnTo>
                    <a:pt x="57495" y="7648"/>
                  </a:lnTo>
                  <a:lnTo>
                    <a:pt x="57459" y="7163"/>
                  </a:lnTo>
                  <a:lnTo>
                    <a:pt x="56872" y="6482"/>
                  </a:lnTo>
                  <a:lnTo>
                    <a:pt x="55931" y="5120"/>
                  </a:lnTo>
                  <a:lnTo>
                    <a:pt x="55541" y="3905"/>
                  </a:lnTo>
                  <a:lnTo>
                    <a:pt x="55303" y="2881"/>
                  </a:lnTo>
                  <a:lnTo>
                    <a:pt x="54645" y="2208"/>
                  </a:lnTo>
                  <a:lnTo>
                    <a:pt x="53970" y="1616"/>
                  </a:lnTo>
                  <a:lnTo>
                    <a:pt x="54024" y="1131"/>
                  </a:lnTo>
                  <a:lnTo>
                    <a:pt x="54426" y="1131"/>
                  </a:lnTo>
                  <a:lnTo>
                    <a:pt x="55446" y="1609"/>
                  </a:lnTo>
                  <a:lnTo>
                    <a:pt x="56180" y="1454"/>
                  </a:lnTo>
                  <a:lnTo>
                    <a:pt x="56728" y="1400"/>
                  </a:lnTo>
                  <a:lnTo>
                    <a:pt x="57258" y="903"/>
                  </a:lnTo>
                  <a:lnTo>
                    <a:pt x="57824" y="0"/>
                  </a:lnTo>
                  <a:lnTo>
                    <a:pt x="58207" y="0"/>
                  </a:lnTo>
                  <a:lnTo>
                    <a:pt x="58640" y="121"/>
                  </a:lnTo>
                  <a:lnTo>
                    <a:pt x="59432" y="1045"/>
                  </a:lnTo>
                  <a:lnTo>
                    <a:pt x="59902" y="1591"/>
                  </a:lnTo>
                  <a:lnTo>
                    <a:pt x="60466" y="2042"/>
                  </a:lnTo>
                  <a:lnTo>
                    <a:pt x="61001" y="2199"/>
                  </a:lnTo>
                  <a:lnTo>
                    <a:pt x="61486" y="2253"/>
                  </a:lnTo>
                  <a:lnTo>
                    <a:pt x="61825" y="2208"/>
                  </a:lnTo>
                  <a:lnTo>
                    <a:pt x="62026" y="2828"/>
                  </a:lnTo>
                  <a:lnTo>
                    <a:pt x="62263" y="3583"/>
                  </a:lnTo>
                  <a:lnTo>
                    <a:pt x="62866" y="4093"/>
                  </a:lnTo>
                  <a:lnTo>
                    <a:pt x="63579" y="4578"/>
                  </a:lnTo>
                  <a:lnTo>
                    <a:pt x="64158" y="5413"/>
                  </a:lnTo>
                  <a:lnTo>
                    <a:pt x="64548" y="5974"/>
                  </a:lnTo>
                  <a:lnTo>
                    <a:pt x="65009" y="6638"/>
                  </a:lnTo>
                  <a:lnTo>
                    <a:pt x="65456" y="7516"/>
                  </a:lnTo>
                  <a:lnTo>
                    <a:pt x="65863" y="9061"/>
                  </a:lnTo>
                  <a:lnTo>
                    <a:pt x="66069" y="10110"/>
                  </a:lnTo>
                  <a:lnTo>
                    <a:pt x="66301" y="10693"/>
                  </a:lnTo>
                  <a:lnTo>
                    <a:pt x="66246" y="11285"/>
                  </a:lnTo>
                  <a:lnTo>
                    <a:pt x="66724" y="12358"/>
                  </a:lnTo>
                  <a:lnTo>
                    <a:pt x="67079" y="12955"/>
                  </a:lnTo>
                  <a:lnTo>
                    <a:pt x="67700" y="13334"/>
                  </a:lnTo>
                  <a:lnTo>
                    <a:pt x="68895" y="13764"/>
                  </a:lnTo>
                  <a:lnTo>
                    <a:pt x="69535" y="14734"/>
                  </a:lnTo>
                  <a:lnTo>
                    <a:pt x="70101" y="15111"/>
                  </a:lnTo>
                  <a:lnTo>
                    <a:pt x="70704" y="16108"/>
                  </a:lnTo>
                  <a:lnTo>
                    <a:pt x="71234" y="16405"/>
                  </a:lnTo>
                  <a:lnTo>
                    <a:pt x="71910" y="16352"/>
                  </a:lnTo>
                  <a:lnTo>
                    <a:pt x="72586" y="16836"/>
                  </a:lnTo>
                  <a:lnTo>
                    <a:pt x="73097" y="17778"/>
                  </a:lnTo>
                  <a:lnTo>
                    <a:pt x="73426" y="18963"/>
                  </a:lnTo>
                  <a:lnTo>
                    <a:pt x="73938" y="19638"/>
                  </a:lnTo>
                  <a:lnTo>
                    <a:pt x="74194" y="20850"/>
                  </a:lnTo>
                  <a:lnTo>
                    <a:pt x="73901" y="22276"/>
                  </a:lnTo>
                  <a:lnTo>
                    <a:pt x="74175" y="23032"/>
                  </a:lnTo>
                  <a:lnTo>
                    <a:pt x="74705" y="23650"/>
                  </a:lnTo>
                  <a:lnTo>
                    <a:pt x="75564" y="24299"/>
                  </a:lnTo>
                  <a:lnTo>
                    <a:pt x="76350" y="24137"/>
                  </a:lnTo>
                  <a:lnTo>
                    <a:pt x="76752" y="24352"/>
                  </a:lnTo>
                  <a:lnTo>
                    <a:pt x="77007" y="24946"/>
                  </a:lnTo>
                  <a:lnTo>
                    <a:pt x="77154" y="25644"/>
                  </a:lnTo>
                  <a:lnTo>
                    <a:pt x="77497" y="27359"/>
                  </a:lnTo>
                  <a:lnTo>
                    <a:pt x="77674" y="28444"/>
                  </a:lnTo>
                  <a:lnTo>
                    <a:pt x="77355" y="29494"/>
                  </a:lnTo>
                  <a:lnTo>
                    <a:pt x="77237" y="30220"/>
                  </a:lnTo>
                  <a:lnTo>
                    <a:pt x="77409" y="31194"/>
                  </a:lnTo>
                  <a:lnTo>
                    <a:pt x="78226" y="31665"/>
                  </a:lnTo>
                  <a:lnTo>
                    <a:pt x="78969" y="32052"/>
                  </a:lnTo>
                  <a:lnTo>
                    <a:pt x="79428" y="32809"/>
                  </a:lnTo>
                  <a:lnTo>
                    <a:pt x="79938" y="33011"/>
                  </a:lnTo>
                  <a:lnTo>
                    <a:pt x="80656" y="32968"/>
                  </a:lnTo>
                  <a:lnTo>
                    <a:pt x="81575" y="32783"/>
                  </a:lnTo>
                  <a:lnTo>
                    <a:pt x="82086" y="32349"/>
                  </a:lnTo>
                  <a:lnTo>
                    <a:pt x="82415" y="32218"/>
                  </a:lnTo>
                  <a:lnTo>
                    <a:pt x="82781" y="32406"/>
                  </a:lnTo>
                  <a:lnTo>
                    <a:pt x="83595" y="32823"/>
                  </a:lnTo>
                  <a:lnTo>
                    <a:pt x="84589" y="33295"/>
                  </a:lnTo>
                  <a:lnTo>
                    <a:pt x="85486" y="33022"/>
                  </a:lnTo>
                  <a:lnTo>
                    <a:pt x="86265" y="32899"/>
                  </a:lnTo>
                  <a:lnTo>
                    <a:pt x="87037" y="32622"/>
                  </a:lnTo>
                  <a:lnTo>
                    <a:pt x="87822" y="31841"/>
                  </a:lnTo>
                  <a:lnTo>
                    <a:pt x="88480" y="31868"/>
                  </a:lnTo>
                  <a:lnTo>
                    <a:pt x="88970" y="31339"/>
                  </a:lnTo>
                  <a:lnTo>
                    <a:pt x="89587" y="30489"/>
                  </a:lnTo>
                  <a:lnTo>
                    <a:pt x="90198" y="29633"/>
                  </a:lnTo>
                  <a:lnTo>
                    <a:pt x="90673" y="29443"/>
                  </a:lnTo>
                  <a:lnTo>
                    <a:pt x="91439" y="29853"/>
                  </a:lnTo>
                  <a:lnTo>
                    <a:pt x="92499" y="30440"/>
                  </a:lnTo>
                  <a:lnTo>
                    <a:pt x="93099" y="31207"/>
                  </a:lnTo>
                  <a:lnTo>
                    <a:pt x="93559" y="31410"/>
                  </a:lnTo>
                  <a:lnTo>
                    <a:pt x="94037" y="31973"/>
                  </a:lnTo>
                  <a:lnTo>
                    <a:pt x="94953" y="31984"/>
                  </a:lnTo>
                  <a:lnTo>
                    <a:pt x="95934" y="31680"/>
                  </a:lnTo>
                  <a:lnTo>
                    <a:pt x="96720" y="30736"/>
                  </a:lnTo>
                  <a:lnTo>
                    <a:pt x="97534" y="30462"/>
                  </a:lnTo>
                  <a:lnTo>
                    <a:pt x="98090" y="30198"/>
                  </a:lnTo>
                  <a:lnTo>
                    <a:pt x="98601" y="30361"/>
                  </a:lnTo>
                  <a:lnTo>
                    <a:pt x="100580" y="32083"/>
                  </a:lnTo>
                  <a:lnTo>
                    <a:pt x="101122" y="32972"/>
                  </a:lnTo>
                  <a:lnTo>
                    <a:pt x="101805" y="33147"/>
                  </a:lnTo>
                  <a:lnTo>
                    <a:pt x="102364" y="33633"/>
                  </a:lnTo>
                  <a:lnTo>
                    <a:pt x="103296" y="34158"/>
                  </a:lnTo>
                  <a:lnTo>
                    <a:pt x="103808" y="34696"/>
                  </a:lnTo>
                  <a:lnTo>
                    <a:pt x="104466" y="35020"/>
                  </a:lnTo>
                  <a:lnTo>
                    <a:pt x="104941" y="35773"/>
                  </a:lnTo>
                  <a:lnTo>
                    <a:pt x="105694" y="36237"/>
                  </a:lnTo>
                  <a:lnTo>
                    <a:pt x="106346" y="36494"/>
                  </a:lnTo>
                  <a:lnTo>
                    <a:pt x="106640" y="37100"/>
                  </a:lnTo>
                  <a:lnTo>
                    <a:pt x="106643" y="37506"/>
                  </a:lnTo>
                  <a:lnTo>
                    <a:pt x="106553" y="37777"/>
                  </a:lnTo>
                  <a:lnTo>
                    <a:pt x="105862" y="39365"/>
                  </a:lnTo>
                  <a:lnTo>
                    <a:pt x="104508" y="42479"/>
                  </a:lnTo>
                  <a:lnTo>
                    <a:pt x="103289" y="45282"/>
                  </a:lnTo>
                  <a:lnTo>
                    <a:pt x="101371" y="49694"/>
                  </a:lnTo>
                  <a:lnTo>
                    <a:pt x="100298" y="52162"/>
                  </a:lnTo>
                  <a:lnTo>
                    <a:pt x="100572" y="52265"/>
                  </a:lnTo>
                  <a:lnTo>
                    <a:pt x="102242" y="53345"/>
                  </a:lnTo>
                  <a:lnTo>
                    <a:pt x="102657" y="53386"/>
                  </a:lnTo>
                  <a:lnTo>
                    <a:pt x="103269" y="53111"/>
                  </a:lnTo>
                  <a:lnTo>
                    <a:pt x="103666" y="52681"/>
                  </a:lnTo>
                  <a:lnTo>
                    <a:pt x="104041" y="52619"/>
                  </a:lnTo>
                  <a:lnTo>
                    <a:pt x="104430" y="53036"/>
                  </a:lnTo>
                  <a:lnTo>
                    <a:pt x="104980" y="53573"/>
                  </a:lnTo>
                  <a:lnTo>
                    <a:pt x="105376" y="55141"/>
                  </a:lnTo>
                  <a:lnTo>
                    <a:pt x="105668" y="55909"/>
                  </a:lnTo>
                  <a:lnTo>
                    <a:pt x="106356" y="56495"/>
                  </a:lnTo>
                  <a:lnTo>
                    <a:pt x="107090" y="5746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g1145"/>
            <p:cNvSpPr/>
            <p:nvPr/>
          </p:nvSpPr>
          <p:spPr>
            <a:xfrm>
              <a:off x="5156175" y="2344070"/>
              <a:ext cx="4057" cy="3903"/>
            </a:xfrm>
            <a:custGeom>
              <a:avLst/>
              <a:pathLst>
                <a:path w="4057" h="3903">
                  <a:moveTo>
                    <a:pt x="4057" y="1164"/>
                  </a:moveTo>
                  <a:lnTo>
                    <a:pt x="3800" y="2006"/>
                  </a:lnTo>
                  <a:lnTo>
                    <a:pt x="3501" y="2395"/>
                  </a:lnTo>
                  <a:lnTo>
                    <a:pt x="3107" y="2175"/>
                  </a:lnTo>
                  <a:lnTo>
                    <a:pt x="2808" y="1739"/>
                  </a:lnTo>
                  <a:lnTo>
                    <a:pt x="2640" y="2386"/>
                  </a:lnTo>
                  <a:lnTo>
                    <a:pt x="1814" y="2635"/>
                  </a:lnTo>
                  <a:lnTo>
                    <a:pt x="1292" y="3634"/>
                  </a:lnTo>
                  <a:lnTo>
                    <a:pt x="530" y="3903"/>
                  </a:lnTo>
                  <a:lnTo>
                    <a:pt x="0" y="3773"/>
                  </a:lnTo>
                  <a:lnTo>
                    <a:pt x="55" y="2886"/>
                  </a:lnTo>
                  <a:lnTo>
                    <a:pt x="1525" y="1557"/>
                  </a:lnTo>
                  <a:lnTo>
                    <a:pt x="2442" y="1066"/>
                  </a:lnTo>
                  <a:lnTo>
                    <a:pt x="3252" y="106"/>
                  </a:lnTo>
                  <a:lnTo>
                    <a:pt x="3656" y="0"/>
                  </a:lnTo>
                  <a:lnTo>
                    <a:pt x="3859" y="78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g1146"/>
            <p:cNvSpPr/>
            <p:nvPr/>
          </p:nvSpPr>
          <p:spPr>
            <a:xfrm>
              <a:off x="5166155" y="2333526"/>
              <a:ext cx="5092" cy="3152"/>
            </a:xfrm>
            <a:custGeom>
              <a:avLst/>
              <a:pathLst>
                <a:path w="5092" h="3152">
                  <a:moveTo>
                    <a:pt x="2677" y="283"/>
                  </a:moveTo>
                  <a:lnTo>
                    <a:pt x="3192" y="1289"/>
                  </a:lnTo>
                  <a:lnTo>
                    <a:pt x="3842" y="1028"/>
                  </a:lnTo>
                  <a:lnTo>
                    <a:pt x="4873" y="1309"/>
                  </a:lnTo>
                  <a:lnTo>
                    <a:pt x="5092" y="1834"/>
                  </a:lnTo>
                  <a:lnTo>
                    <a:pt x="5058" y="2177"/>
                  </a:lnTo>
                  <a:lnTo>
                    <a:pt x="3955" y="3152"/>
                  </a:lnTo>
                  <a:lnTo>
                    <a:pt x="3233" y="2137"/>
                  </a:lnTo>
                  <a:lnTo>
                    <a:pt x="1955" y="2831"/>
                  </a:lnTo>
                  <a:lnTo>
                    <a:pt x="1345" y="2413"/>
                  </a:lnTo>
                  <a:lnTo>
                    <a:pt x="513" y="2786"/>
                  </a:lnTo>
                  <a:lnTo>
                    <a:pt x="0" y="1999"/>
                  </a:lnTo>
                  <a:lnTo>
                    <a:pt x="206" y="1242"/>
                  </a:lnTo>
                  <a:lnTo>
                    <a:pt x="1526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g1147"/>
            <p:cNvSpPr/>
            <p:nvPr/>
          </p:nvSpPr>
          <p:spPr>
            <a:xfrm>
              <a:off x="5174975" y="2324534"/>
              <a:ext cx="4870" cy="4549"/>
            </a:xfrm>
            <a:custGeom>
              <a:avLst/>
              <a:pathLst>
                <a:path w="4870" h="4549">
                  <a:moveTo>
                    <a:pt x="2688" y="4357"/>
                  </a:moveTo>
                  <a:lnTo>
                    <a:pt x="1728" y="4549"/>
                  </a:lnTo>
                  <a:lnTo>
                    <a:pt x="1423" y="4531"/>
                  </a:lnTo>
                  <a:lnTo>
                    <a:pt x="673" y="3112"/>
                  </a:lnTo>
                  <a:lnTo>
                    <a:pt x="603" y="2482"/>
                  </a:lnTo>
                  <a:lnTo>
                    <a:pt x="0" y="1771"/>
                  </a:lnTo>
                  <a:lnTo>
                    <a:pt x="220" y="1069"/>
                  </a:lnTo>
                  <a:lnTo>
                    <a:pt x="1005" y="899"/>
                  </a:lnTo>
                  <a:lnTo>
                    <a:pt x="2361" y="0"/>
                  </a:lnTo>
                  <a:lnTo>
                    <a:pt x="4535" y="1419"/>
                  </a:lnTo>
                  <a:lnTo>
                    <a:pt x="4870" y="1931"/>
                  </a:lnTo>
                  <a:lnTo>
                    <a:pt x="4191" y="2244"/>
                  </a:lnTo>
                  <a:lnTo>
                    <a:pt x="3711" y="359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g1148"/>
            <p:cNvSpPr/>
            <p:nvPr/>
          </p:nvSpPr>
          <p:spPr>
            <a:xfrm>
              <a:off x="5211630" y="2318329"/>
              <a:ext cx="960" cy="3902"/>
            </a:xfrm>
            <a:custGeom>
              <a:avLst/>
              <a:pathLst>
                <a:path w="960" h="3902">
                  <a:moveTo>
                    <a:pt x="960" y="3107"/>
                  </a:moveTo>
                  <a:lnTo>
                    <a:pt x="813" y="3902"/>
                  </a:lnTo>
                  <a:lnTo>
                    <a:pt x="231" y="2030"/>
                  </a:lnTo>
                  <a:lnTo>
                    <a:pt x="0" y="1567"/>
                  </a:lnTo>
                  <a:lnTo>
                    <a:pt x="297" y="0"/>
                  </a:lnTo>
                  <a:lnTo>
                    <a:pt x="949" y="76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g1149"/>
            <p:cNvSpPr/>
            <p:nvPr/>
          </p:nvSpPr>
          <p:spPr>
            <a:xfrm>
              <a:off x="5184322" y="2314872"/>
              <a:ext cx="1432" cy="1656"/>
            </a:xfrm>
            <a:custGeom>
              <a:avLst/>
              <a:pathLst>
                <a:path w="1432" h="1656">
                  <a:moveTo>
                    <a:pt x="1329" y="338"/>
                  </a:moveTo>
                  <a:lnTo>
                    <a:pt x="1432" y="664"/>
                  </a:lnTo>
                  <a:lnTo>
                    <a:pt x="1391" y="1009"/>
                  </a:lnTo>
                  <a:lnTo>
                    <a:pt x="406" y="1656"/>
                  </a:lnTo>
                  <a:lnTo>
                    <a:pt x="76" y="1637"/>
                  </a:lnTo>
                  <a:lnTo>
                    <a:pt x="0" y="558"/>
                  </a:lnTo>
                  <a:lnTo>
                    <a:pt x="242" y="68"/>
                  </a:lnTo>
                  <a:lnTo>
                    <a:pt x="705" y="503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g1150"/>
            <p:cNvSpPr/>
            <p:nvPr/>
          </p:nvSpPr>
          <p:spPr>
            <a:xfrm>
              <a:off x="5129193" y="2306005"/>
              <a:ext cx="1044" cy="3649"/>
            </a:xfrm>
            <a:custGeom>
              <a:avLst/>
              <a:pathLst>
                <a:path w="1044" h="3649">
                  <a:moveTo>
                    <a:pt x="1044" y="2590"/>
                  </a:moveTo>
                  <a:lnTo>
                    <a:pt x="556" y="3649"/>
                  </a:lnTo>
                  <a:lnTo>
                    <a:pt x="0" y="2429"/>
                  </a:lnTo>
                  <a:lnTo>
                    <a:pt x="59" y="732"/>
                  </a:lnTo>
                  <a:lnTo>
                    <a:pt x="227" y="259"/>
                  </a:lnTo>
                  <a:lnTo>
                    <a:pt x="1017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g1151"/>
            <p:cNvSpPr/>
            <p:nvPr/>
          </p:nvSpPr>
          <p:spPr>
            <a:xfrm>
              <a:off x="5132057" y="2302576"/>
              <a:ext cx="785" cy="1729"/>
            </a:xfrm>
            <a:custGeom>
              <a:avLst/>
              <a:pathLst>
                <a:path w="785" h="1729">
                  <a:moveTo>
                    <a:pt x="785" y="1399"/>
                  </a:moveTo>
                  <a:lnTo>
                    <a:pt x="139" y="1729"/>
                  </a:lnTo>
                  <a:lnTo>
                    <a:pt x="0" y="857"/>
                  </a:lnTo>
                  <a:lnTo>
                    <a:pt x="81" y="0"/>
                  </a:lnTo>
                  <a:lnTo>
                    <a:pt x="542" y="90"/>
                  </a:lnTo>
                  <a:lnTo>
                    <a:pt x="770" y="35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g1152"/>
            <p:cNvSpPr/>
            <p:nvPr/>
          </p:nvSpPr>
          <p:spPr>
            <a:xfrm>
              <a:off x="5201753" y="2289630"/>
              <a:ext cx="1585" cy="2232"/>
            </a:xfrm>
            <a:custGeom>
              <a:avLst/>
              <a:pathLst>
                <a:path w="1585" h="2232">
                  <a:moveTo>
                    <a:pt x="1585" y="1402"/>
                  </a:moveTo>
                  <a:lnTo>
                    <a:pt x="1313" y="2232"/>
                  </a:lnTo>
                  <a:lnTo>
                    <a:pt x="253" y="1545"/>
                  </a:lnTo>
                  <a:lnTo>
                    <a:pt x="0" y="949"/>
                  </a:lnTo>
                  <a:lnTo>
                    <a:pt x="134" y="241"/>
                  </a:lnTo>
                  <a:lnTo>
                    <a:pt x="653" y="2"/>
                  </a:lnTo>
                  <a:lnTo>
                    <a:pt x="924" y="0"/>
                  </a:lnTo>
                  <a:lnTo>
                    <a:pt x="1430" y="74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g1153"/>
            <p:cNvSpPr/>
            <p:nvPr/>
          </p:nvSpPr>
          <p:spPr>
            <a:xfrm>
              <a:off x="5190915" y="2289134"/>
              <a:ext cx="2013" cy="2447"/>
            </a:xfrm>
            <a:custGeom>
              <a:avLst/>
              <a:pathLst>
                <a:path w="2013" h="2447">
                  <a:moveTo>
                    <a:pt x="1931" y="578"/>
                  </a:moveTo>
                  <a:lnTo>
                    <a:pt x="2013" y="2025"/>
                  </a:lnTo>
                  <a:lnTo>
                    <a:pt x="1144" y="2447"/>
                  </a:lnTo>
                  <a:lnTo>
                    <a:pt x="447" y="2078"/>
                  </a:lnTo>
                  <a:lnTo>
                    <a:pt x="0" y="1208"/>
                  </a:lnTo>
                  <a:lnTo>
                    <a:pt x="0" y="881"/>
                  </a:lnTo>
                  <a:lnTo>
                    <a:pt x="394" y="909"/>
                  </a:lnTo>
                  <a:lnTo>
                    <a:pt x="1254" y="146"/>
                  </a:lnTo>
                  <a:lnTo>
                    <a:pt x="1527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g1154"/>
            <p:cNvSpPr/>
            <p:nvPr/>
          </p:nvSpPr>
          <p:spPr>
            <a:xfrm>
              <a:off x="5213891" y="2282434"/>
              <a:ext cx="670" cy="2665"/>
            </a:xfrm>
            <a:custGeom>
              <a:avLst/>
              <a:pathLst>
                <a:path w="670" h="2665">
                  <a:moveTo>
                    <a:pt x="458" y="2308"/>
                  </a:moveTo>
                  <a:lnTo>
                    <a:pt x="287" y="2665"/>
                  </a:lnTo>
                  <a:lnTo>
                    <a:pt x="0" y="1919"/>
                  </a:lnTo>
                  <a:lnTo>
                    <a:pt x="250" y="277"/>
                  </a:lnTo>
                  <a:lnTo>
                    <a:pt x="432" y="0"/>
                  </a:lnTo>
                  <a:lnTo>
                    <a:pt x="670" y="103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g1155"/>
            <p:cNvSpPr/>
            <p:nvPr/>
          </p:nvSpPr>
          <p:spPr>
            <a:xfrm>
              <a:off x="5175879" y="2282433"/>
              <a:ext cx="44363" cy="58025"/>
            </a:xfrm>
            <a:custGeom>
              <a:avLst/>
              <a:pathLst>
                <a:path w="44363" h="58025">
                  <a:moveTo>
                    <a:pt x="38805" y="6111"/>
                  </a:moveTo>
                  <a:lnTo>
                    <a:pt x="39578" y="6951"/>
                  </a:lnTo>
                  <a:lnTo>
                    <a:pt x="40578" y="6728"/>
                  </a:lnTo>
                  <a:lnTo>
                    <a:pt x="40565" y="8846"/>
                  </a:lnTo>
                  <a:lnTo>
                    <a:pt x="40727" y="9464"/>
                  </a:lnTo>
                  <a:lnTo>
                    <a:pt x="41631" y="11257"/>
                  </a:lnTo>
                  <a:lnTo>
                    <a:pt x="41772" y="12754"/>
                  </a:lnTo>
                  <a:lnTo>
                    <a:pt x="41237" y="14159"/>
                  </a:lnTo>
                  <a:lnTo>
                    <a:pt x="40832" y="14824"/>
                  </a:lnTo>
                  <a:lnTo>
                    <a:pt x="40089" y="15786"/>
                  </a:lnTo>
                  <a:lnTo>
                    <a:pt x="40069" y="16228"/>
                  </a:lnTo>
                  <a:lnTo>
                    <a:pt x="40386" y="16724"/>
                  </a:lnTo>
                  <a:lnTo>
                    <a:pt x="41420" y="17013"/>
                  </a:lnTo>
                  <a:lnTo>
                    <a:pt x="42205" y="17786"/>
                  </a:lnTo>
                  <a:lnTo>
                    <a:pt x="42342" y="19978"/>
                  </a:lnTo>
                  <a:lnTo>
                    <a:pt x="43089" y="21707"/>
                  </a:lnTo>
                  <a:lnTo>
                    <a:pt x="43069" y="22461"/>
                  </a:lnTo>
                  <a:lnTo>
                    <a:pt x="42773" y="25548"/>
                  </a:lnTo>
                  <a:lnTo>
                    <a:pt x="42868" y="26868"/>
                  </a:lnTo>
                  <a:lnTo>
                    <a:pt x="43427" y="27925"/>
                  </a:lnTo>
                  <a:lnTo>
                    <a:pt x="43900" y="28374"/>
                  </a:lnTo>
                  <a:lnTo>
                    <a:pt x="44143" y="29037"/>
                  </a:lnTo>
                  <a:lnTo>
                    <a:pt x="44363" y="30857"/>
                  </a:lnTo>
                  <a:lnTo>
                    <a:pt x="44324" y="33948"/>
                  </a:lnTo>
                  <a:lnTo>
                    <a:pt x="44251" y="35028"/>
                  </a:lnTo>
                  <a:lnTo>
                    <a:pt x="43921" y="36031"/>
                  </a:lnTo>
                  <a:lnTo>
                    <a:pt x="42903" y="38311"/>
                  </a:lnTo>
                  <a:lnTo>
                    <a:pt x="41531" y="40125"/>
                  </a:lnTo>
                  <a:lnTo>
                    <a:pt x="40801" y="40004"/>
                  </a:lnTo>
                  <a:lnTo>
                    <a:pt x="40566" y="40540"/>
                  </a:lnTo>
                  <a:lnTo>
                    <a:pt x="41022" y="42195"/>
                  </a:lnTo>
                  <a:lnTo>
                    <a:pt x="40842" y="45689"/>
                  </a:lnTo>
                  <a:lnTo>
                    <a:pt x="40540" y="48112"/>
                  </a:lnTo>
                  <a:lnTo>
                    <a:pt x="40097" y="46886"/>
                  </a:lnTo>
                  <a:lnTo>
                    <a:pt x="39788" y="45602"/>
                  </a:lnTo>
                  <a:lnTo>
                    <a:pt x="39507" y="42203"/>
                  </a:lnTo>
                  <a:lnTo>
                    <a:pt x="39156" y="40671"/>
                  </a:lnTo>
                  <a:lnTo>
                    <a:pt x="38607" y="39271"/>
                  </a:lnTo>
                  <a:lnTo>
                    <a:pt x="38386" y="38020"/>
                  </a:lnTo>
                  <a:lnTo>
                    <a:pt x="37814" y="36852"/>
                  </a:lnTo>
                  <a:lnTo>
                    <a:pt x="37088" y="33835"/>
                  </a:lnTo>
                  <a:lnTo>
                    <a:pt x="36607" y="33990"/>
                  </a:lnTo>
                  <a:lnTo>
                    <a:pt x="35809" y="34815"/>
                  </a:lnTo>
                  <a:lnTo>
                    <a:pt x="35629" y="35383"/>
                  </a:lnTo>
                  <a:lnTo>
                    <a:pt x="35535" y="36244"/>
                  </a:lnTo>
                  <a:lnTo>
                    <a:pt x="35350" y="37018"/>
                  </a:lnTo>
                  <a:lnTo>
                    <a:pt x="34418" y="38252"/>
                  </a:lnTo>
                  <a:lnTo>
                    <a:pt x="33685" y="39723"/>
                  </a:lnTo>
                  <a:lnTo>
                    <a:pt x="33082" y="41332"/>
                  </a:lnTo>
                  <a:lnTo>
                    <a:pt x="32890" y="42808"/>
                  </a:lnTo>
                  <a:lnTo>
                    <a:pt x="33384" y="43963"/>
                  </a:lnTo>
                  <a:lnTo>
                    <a:pt x="33892" y="44429"/>
                  </a:lnTo>
                  <a:lnTo>
                    <a:pt x="34629" y="45463"/>
                  </a:lnTo>
                  <a:lnTo>
                    <a:pt x="34856" y="45935"/>
                  </a:lnTo>
                  <a:lnTo>
                    <a:pt x="35634" y="49293"/>
                  </a:lnTo>
                  <a:lnTo>
                    <a:pt x="35608" y="52729"/>
                  </a:lnTo>
                  <a:lnTo>
                    <a:pt x="35039" y="54242"/>
                  </a:lnTo>
                  <a:lnTo>
                    <a:pt x="33601" y="57114"/>
                  </a:lnTo>
                  <a:lnTo>
                    <a:pt x="32566" y="58025"/>
                  </a:lnTo>
                  <a:lnTo>
                    <a:pt x="32012" y="57560"/>
                  </a:lnTo>
                  <a:lnTo>
                    <a:pt x="31568" y="55822"/>
                  </a:lnTo>
                  <a:lnTo>
                    <a:pt x="31494" y="55105"/>
                  </a:lnTo>
                  <a:lnTo>
                    <a:pt x="31795" y="53469"/>
                  </a:lnTo>
                  <a:lnTo>
                    <a:pt x="31828" y="51969"/>
                  </a:lnTo>
                  <a:lnTo>
                    <a:pt x="31479" y="51462"/>
                  </a:lnTo>
                  <a:lnTo>
                    <a:pt x="31095" y="51560"/>
                  </a:lnTo>
                  <a:lnTo>
                    <a:pt x="30935" y="51776"/>
                  </a:lnTo>
                  <a:lnTo>
                    <a:pt x="30009" y="53739"/>
                  </a:lnTo>
                  <a:lnTo>
                    <a:pt x="29623" y="54236"/>
                  </a:lnTo>
                  <a:lnTo>
                    <a:pt x="29054" y="54304"/>
                  </a:lnTo>
                  <a:lnTo>
                    <a:pt x="28601" y="54170"/>
                  </a:lnTo>
                  <a:lnTo>
                    <a:pt x="25848" y="52457"/>
                  </a:lnTo>
                  <a:lnTo>
                    <a:pt x="23601" y="50761"/>
                  </a:lnTo>
                  <a:lnTo>
                    <a:pt x="21841" y="49178"/>
                  </a:lnTo>
                  <a:lnTo>
                    <a:pt x="20567" y="46790"/>
                  </a:lnTo>
                  <a:lnTo>
                    <a:pt x="20298" y="45003"/>
                  </a:lnTo>
                  <a:lnTo>
                    <a:pt x="20283" y="43134"/>
                  </a:lnTo>
                  <a:lnTo>
                    <a:pt x="19713" y="40395"/>
                  </a:lnTo>
                  <a:lnTo>
                    <a:pt x="19646" y="39464"/>
                  </a:lnTo>
                  <a:lnTo>
                    <a:pt x="19688" y="38571"/>
                  </a:lnTo>
                  <a:lnTo>
                    <a:pt x="20254" y="36892"/>
                  </a:lnTo>
                  <a:lnTo>
                    <a:pt x="20940" y="36041"/>
                  </a:lnTo>
                  <a:lnTo>
                    <a:pt x="21324" y="35432"/>
                  </a:lnTo>
                  <a:lnTo>
                    <a:pt x="21632" y="34755"/>
                  </a:lnTo>
                  <a:lnTo>
                    <a:pt x="21842" y="33851"/>
                  </a:lnTo>
                  <a:lnTo>
                    <a:pt x="21782" y="32954"/>
                  </a:lnTo>
                  <a:lnTo>
                    <a:pt x="21553" y="32392"/>
                  </a:lnTo>
                  <a:lnTo>
                    <a:pt x="20470" y="30423"/>
                  </a:lnTo>
                  <a:lnTo>
                    <a:pt x="19529" y="29213"/>
                  </a:lnTo>
                  <a:lnTo>
                    <a:pt x="17602" y="28125"/>
                  </a:lnTo>
                  <a:lnTo>
                    <a:pt x="17154" y="27529"/>
                  </a:lnTo>
                  <a:lnTo>
                    <a:pt x="16666" y="27077"/>
                  </a:lnTo>
                  <a:lnTo>
                    <a:pt x="16127" y="26884"/>
                  </a:lnTo>
                  <a:lnTo>
                    <a:pt x="15600" y="26877"/>
                  </a:lnTo>
                  <a:lnTo>
                    <a:pt x="15031" y="27215"/>
                  </a:lnTo>
                  <a:lnTo>
                    <a:pt x="14884" y="27934"/>
                  </a:lnTo>
                  <a:lnTo>
                    <a:pt x="14923" y="28577"/>
                  </a:lnTo>
                  <a:lnTo>
                    <a:pt x="14873" y="29203"/>
                  </a:lnTo>
                  <a:lnTo>
                    <a:pt x="14065" y="32800"/>
                  </a:lnTo>
                  <a:lnTo>
                    <a:pt x="13035" y="32010"/>
                  </a:lnTo>
                  <a:lnTo>
                    <a:pt x="12053" y="31099"/>
                  </a:lnTo>
                  <a:lnTo>
                    <a:pt x="11792" y="30461"/>
                  </a:lnTo>
                  <a:lnTo>
                    <a:pt x="11680" y="29697"/>
                  </a:lnTo>
                  <a:lnTo>
                    <a:pt x="11513" y="29182"/>
                  </a:lnTo>
                  <a:lnTo>
                    <a:pt x="11281" y="28714"/>
                  </a:lnTo>
                  <a:lnTo>
                    <a:pt x="10830" y="29915"/>
                  </a:lnTo>
                  <a:lnTo>
                    <a:pt x="10268" y="30864"/>
                  </a:lnTo>
                  <a:lnTo>
                    <a:pt x="9580" y="31084"/>
                  </a:lnTo>
                  <a:lnTo>
                    <a:pt x="8881" y="31101"/>
                  </a:lnTo>
                  <a:lnTo>
                    <a:pt x="8652" y="30694"/>
                  </a:lnTo>
                  <a:lnTo>
                    <a:pt x="8397" y="28407"/>
                  </a:lnTo>
                  <a:lnTo>
                    <a:pt x="7660" y="27686"/>
                  </a:lnTo>
                  <a:lnTo>
                    <a:pt x="6736" y="27839"/>
                  </a:lnTo>
                  <a:lnTo>
                    <a:pt x="5617" y="29100"/>
                  </a:lnTo>
                  <a:lnTo>
                    <a:pt x="5394" y="29571"/>
                  </a:lnTo>
                  <a:lnTo>
                    <a:pt x="5150" y="30657"/>
                  </a:lnTo>
                  <a:lnTo>
                    <a:pt x="3931" y="33738"/>
                  </a:lnTo>
                  <a:lnTo>
                    <a:pt x="3285" y="36112"/>
                  </a:lnTo>
                  <a:lnTo>
                    <a:pt x="2573" y="38425"/>
                  </a:lnTo>
                  <a:lnTo>
                    <a:pt x="2254" y="39186"/>
                  </a:lnTo>
                  <a:lnTo>
                    <a:pt x="1834" y="39687"/>
                  </a:lnTo>
                  <a:lnTo>
                    <a:pt x="1167" y="39479"/>
                  </a:lnTo>
                  <a:lnTo>
                    <a:pt x="568" y="38927"/>
                  </a:lnTo>
                  <a:lnTo>
                    <a:pt x="0" y="37435"/>
                  </a:lnTo>
                  <a:lnTo>
                    <a:pt x="193" y="35701"/>
                  </a:lnTo>
                  <a:lnTo>
                    <a:pt x="822" y="34595"/>
                  </a:lnTo>
                  <a:lnTo>
                    <a:pt x="1352" y="33412"/>
                  </a:lnTo>
                  <a:lnTo>
                    <a:pt x="1992" y="29279"/>
                  </a:lnTo>
                  <a:lnTo>
                    <a:pt x="2040" y="27808"/>
                  </a:lnTo>
                  <a:lnTo>
                    <a:pt x="2153" y="27179"/>
                  </a:lnTo>
                  <a:lnTo>
                    <a:pt x="3208" y="25301"/>
                  </a:lnTo>
                  <a:lnTo>
                    <a:pt x="4095" y="24139"/>
                  </a:lnTo>
                  <a:lnTo>
                    <a:pt x="4564" y="23895"/>
                  </a:lnTo>
                  <a:lnTo>
                    <a:pt x="6483" y="23234"/>
                  </a:lnTo>
                  <a:lnTo>
                    <a:pt x="7272" y="22679"/>
                  </a:lnTo>
                  <a:lnTo>
                    <a:pt x="8516" y="22671"/>
                  </a:lnTo>
                  <a:lnTo>
                    <a:pt x="9526" y="22354"/>
                  </a:lnTo>
                  <a:lnTo>
                    <a:pt x="10331" y="21460"/>
                  </a:lnTo>
                  <a:lnTo>
                    <a:pt x="10392" y="20534"/>
                  </a:lnTo>
                  <a:lnTo>
                    <a:pt x="10355" y="19569"/>
                  </a:lnTo>
                  <a:lnTo>
                    <a:pt x="10533" y="18980"/>
                  </a:lnTo>
                  <a:lnTo>
                    <a:pt x="10845" y="18483"/>
                  </a:lnTo>
                  <a:lnTo>
                    <a:pt x="11274" y="17829"/>
                  </a:lnTo>
                  <a:lnTo>
                    <a:pt x="11759" y="17338"/>
                  </a:lnTo>
                  <a:lnTo>
                    <a:pt x="13137" y="16984"/>
                  </a:lnTo>
                  <a:lnTo>
                    <a:pt x="13595" y="16580"/>
                  </a:lnTo>
                  <a:lnTo>
                    <a:pt x="13963" y="15949"/>
                  </a:lnTo>
                  <a:lnTo>
                    <a:pt x="14478" y="14726"/>
                  </a:lnTo>
                  <a:lnTo>
                    <a:pt x="15087" y="15030"/>
                  </a:lnTo>
                  <a:lnTo>
                    <a:pt x="15699" y="15505"/>
                  </a:lnTo>
                  <a:lnTo>
                    <a:pt x="16801" y="15880"/>
                  </a:lnTo>
                  <a:lnTo>
                    <a:pt x="17778" y="16896"/>
                  </a:lnTo>
                  <a:lnTo>
                    <a:pt x="18401" y="18500"/>
                  </a:lnTo>
                  <a:lnTo>
                    <a:pt x="18508" y="19290"/>
                  </a:lnTo>
                  <a:lnTo>
                    <a:pt x="18668" y="21902"/>
                  </a:lnTo>
                  <a:lnTo>
                    <a:pt x="18441" y="22512"/>
                  </a:lnTo>
                  <a:lnTo>
                    <a:pt x="17492" y="23723"/>
                  </a:lnTo>
                  <a:lnTo>
                    <a:pt x="17930" y="23851"/>
                  </a:lnTo>
                  <a:lnTo>
                    <a:pt x="19176" y="22744"/>
                  </a:lnTo>
                  <a:lnTo>
                    <a:pt x="19798" y="22318"/>
                  </a:lnTo>
                  <a:lnTo>
                    <a:pt x="21335" y="21726"/>
                  </a:lnTo>
                  <a:lnTo>
                    <a:pt x="21697" y="21334"/>
                  </a:lnTo>
                  <a:lnTo>
                    <a:pt x="21964" y="20750"/>
                  </a:lnTo>
                  <a:lnTo>
                    <a:pt x="22507" y="19152"/>
                  </a:lnTo>
                  <a:lnTo>
                    <a:pt x="22904" y="17444"/>
                  </a:lnTo>
                  <a:lnTo>
                    <a:pt x="23214" y="16733"/>
                  </a:lnTo>
                  <a:lnTo>
                    <a:pt x="23658" y="16169"/>
                  </a:lnTo>
                  <a:lnTo>
                    <a:pt x="24097" y="16078"/>
                  </a:lnTo>
                  <a:lnTo>
                    <a:pt x="25710" y="17246"/>
                  </a:lnTo>
                  <a:lnTo>
                    <a:pt x="26745" y="16683"/>
                  </a:lnTo>
                  <a:lnTo>
                    <a:pt x="27034" y="14914"/>
                  </a:lnTo>
                  <a:lnTo>
                    <a:pt x="27271" y="12344"/>
                  </a:lnTo>
                  <a:lnTo>
                    <a:pt x="27454" y="11647"/>
                  </a:lnTo>
                  <a:lnTo>
                    <a:pt x="28048" y="10975"/>
                  </a:lnTo>
                  <a:lnTo>
                    <a:pt x="28757" y="11192"/>
                  </a:lnTo>
                  <a:lnTo>
                    <a:pt x="29727" y="12115"/>
                  </a:lnTo>
                  <a:lnTo>
                    <a:pt x="30622" y="12418"/>
                  </a:lnTo>
                  <a:lnTo>
                    <a:pt x="30955" y="11675"/>
                  </a:lnTo>
                  <a:lnTo>
                    <a:pt x="31272" y="10209"/>
                  </a:lnTo>
                  <a:lnTo>
                    <a:pt x="31633" y="10217"/>
                  </a:lnTo>
                  <a:lnTo>
                    <a:pt x="32841" y="10702"/>
                  </a:lnTo>
                  <a:lnTo>
                    <a:pt x="34007" y="10382"/>
                  </a:lnTo>
                  <a:lnTo>
                    <a:pt x="34335" y="8622"/>
                  </a:lnTo>
                  <a:lnTo>
                    <a:pt x="34115" y="6740"/>
                  </a:lnTo>
                  <a:lnTo>
                    <a:pt x="33205" y="1254"/>
                  </a:lnTo>
                  <a:lnTo>
                    <a:pt x="33747" y="32"/>
                  </a:lnTo>
                  <a:lnTo>
                    <a:pt x="34216" y="0"/>
                  </a:lnTo>
                  <a:lnTo>
                    <a:pt x="35367" y="1459"/>
                  </a:lnTo>
                  <a:lnTo>
                    <a:pt x="37582" y="3431"/>
                  </a:lnTo>
                  <a:lnTo>
                    <a:pt x="38320" y="463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g1156"/>
            <p:cNvSpPr/>
            <p:nvPr/>
          </p:nvSpPr>
          <p:spPr>
            <a:xfrm>
              <a:off x="5214545" y="2278248"/>
              <a:ext cx="1715" cy="4162"/>
            </a:xfrm>
            <a:custGeom>
              <a:avLst/>
              <a:pathLst>
                <a:path w="1715" h="4162">
                  <a:moveTo>
                    <a:pt x="525" y="4162"/>
                  </a:moveTo>
                  <a:lnTo>
                    <a:pt x="0" y="3078"/>
                  </a:lnTo>
                  <a:lnTo>
                    <a:pt x="70" y="1843"/>
                  </a:lnTo>
                  <a:lnTo>
                    <a:pt x="781" y="0"/>
                  </a:lnTo>
                  <a:lnTo>
                    <a:pt x="1308" y="1613"/>
                  </a:lnTo>
                  <a:lnTo>
                    <a:pt x="1302" y="2344"/>
                  </a:lnTo>
                  <a:lnTo>
                    <a:pt x="1225" y="2706"/>
                  </a:lnTo>
                  <a:lnTo>
                    <a:pt x="1715" y="3616"/>
                  </a:lnTo>
                  <a:lnTo>
                    <a:pt x="1378" y="406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g1157"/>
            <p:cNvSpPr/>
            <p:nvPr/>
          </p:nvSpPr>
          <p:spPr>
            <a:xfrm>
              <a:off x="5206426" y="2276912"/>
              <a:ext cx="1463" cy="3100"/>
            </a:xfrm>
            <a:custGeom>
              <a:avLst/>
              <a:pathLst>
                <a:path w="1463" h="3100">
                  <a:moveTo>
                    <a:pt x="1397" y="2410"/>
                  </a:moveTo>
                  <a:lnTo>
                    <a:pt x="1463" y="3100"/>
                  </a:lnTo>
                  <a:lnTo>
                    <a:pt x="245" y="1284"/>
                  </a:lnTo>
                  <a:lnTo>
                    <a:pt x="0" y="0"/>
                  </a:lnTo>
                  <a:lnTo>
                    <a:pt x="405" y="55"/>
                  </a:lnTo>
                  <a:lnTo>
                    <a:pt x="926" y="54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g1158"/>
            <p:cNvSpPr/>
            <p:nvPr/>
          </p:nvSpPr>
          <p:spPr>
            <a:xfrm>
              <a:off x="5193977" y="2276843"/>
              <a:ext cx="7347" cy="7819"/>
            </a:xfrm>
            <a:custGeom>
              <a:avLst/>
              <a:pathLst>
                <a:path w="7347" h="7819">
                  <a:moveTo>
                    <a:pt x="7347" y="5198"/>
                  </a:moveTo>
                  <a:lnTo>
                    <a:pt x="7257" y="5710"/>
                  </a:lnTo>
                  <a:lnTo>
                    <a:pt x="6513" y="5668"/>
                  </a:lnTo>
                  <a:lnTo>
                    <a:pt x="6247" y="5746"/>
                  </a:lnTo>
                  <a:lnTo>
                    <a:pt x="5546" y="7054"/>
                  </a:lnTo>
                  <a:lnTo>
                    <a:pt x="5134" y="7388"/>
                  </a:lnTo>
                  <a:lnTo>
                    <a:pt x="2888" y="7819"/>
                  </a:lnTo>
                  <a:lnTo>
                    <a:pt x="1120" y="7475"/>
                  </a:lnTo>
                  <a:lnTo>
                    <a:pt x="515" y="6753"/>
                  </a:lnTo>
                  <a:lnTo>
                    <a:pt x="120" y="5562"/>
                  </a:lnTo>
                  <a:lnTo>
                    <a:pt x="0" y="4777"/>
                  </a:lnTo>
                  <a:lnTo>
                    <a:pt x="441" y="3920"/>
                  </a:lnTo>
                  <a:lnTo>
                    <a:pt x="867" y="3351"/>
                  </a:lnTo>
                  <a:lnTo>
                    <a:pt x="2294" y="2227"/>
                  </a:lnTo>
                  <a:lnTo>
                    <a:pt x="2617" y="1375"/>
                  </a:lnTo>
                  <a:lnTo>
                    <a:pt x="3364" y="344"/>
                  </a:lnTo>
                  <a:lnTo>
                    <a:pt x="4905" y="0"/>
                  </a:lnTo>
                  <a:lnTo>
                    <a:pt x="5055" y="258"/>
                  </a:lnTo>
                  <a:lnTo>
                    <a:pt x="5260" y="422"/>
                  </a:lnTo>
                  <a:lnTo>
                    <a:pt x="5569" y="467"/>
                  </a:lnTo>
                  <a:lnTo>
                    <a:pt x="6330" y="1317"/>
                  </a:lnTo>
                  <a:lnTo>
                    <a:pt x="7189" y="1857"/>
                  </a:lnTo>
                  <a:lnTo>
                    <a:pt x="6981" y="3915"/>
                  </a:lnTo>
                  <a:lnTo>
                    <a:pt x="7237" y="460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g1159"/>
            <p:cNvSpPr/>
            <p:nvPr/>
          </p:nvSpPr>
          <p:spPr>
            <a:xfrm>
              <a:off x="5209849" y="2272935"/>
              <a:ext cx="1972" cy="7722"/>
            </a:xfrm>
            <a:custGeom>
              <a:avLst/>
              <a:pathLst>
                <a:path w="1972" h="7722">
                  <a:moveTo>
                    <a:pt x="1848" y="7332"/>
                  </a:moveTo>
                  <a:lnTo>
                    <a:pt x="1681" y="7722"/>
                  </a:lnTo>
                  <a:lnTo>
                    <a:pt x="1455" y="6918"/>
                  </a:lnTo>
                  <a:lnTo>
                    <a:pt x="905" y="6164"/>
                  </a:lnTo>
                  <a:lnTo>
                    <a:pt x="375" y="4882"/>
                  </a:lnTo>
                  <a:lnTo>
                    <a:pt x="0" y="4483"/>
                  </a:lnTo>
                  <a:lnTo>
                    <a:pt x="256" y="3467"/>
                  </a:lnTo>
                  <a:lnTo>
                    <a:pt x="281" y="1819"/>
                  </a:lnTo>
                  <a:lnTo>
                    <a:pt x="807" y="1066"/>
                  </a:lnTo>
                  <a:lnTo>
                    <a:pt x="1050" y="844"/>
                  </a:lnTo>
                  <a:lnTo>
                    <a:pt x="1448" y="46"/>
                  </a:lnTo>
                  <a:lnTo>
                    <a:pt x="1627" y="0"/>
                  </a:lnTo>
                  <a:lnTo>
                    <a:pt x="1795" y="670"/>
                  </a:lnTo>
                  <a:lnTo>
                    <a:pt x="1436" y="2716"/>
                  </a:lnTo>
                  <a:lnTo>
                    <a:pt x="1972" y="5137"/>
                  </a:lnTo>
                  <a:lnTo>
                    <a:pt x="1793" y="6652"/>
                  </a:lnTo>
                  <a:lnTo>
                    <a:pt x="1869" y="698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g1160"/>
            <p:cNvSpPr/>
            <p:nvPr/>
          </p:nvSpPr>
          <p:spPr>
            <a:xfrm>
              <a:off x="5155635" y="2270145"/>
              <a:ext cx="2307" cy="2578"/>
            </a:xfrm>
            <a:custGeom>
              <a:avLst/>
              <a:pathLst>
                <a:path w="2307" h="2578">
                  <a:moveTo>
                    <a:pt x="1435" y="2150"/>
                  </a:moveTo>
                  <a:lnTo>
                    <a:pt x="271" y="2578"/>
                  </a:lnTo>
                  <a:lnTo>
                    <a:pt x="0" y="1234"/>
                  </a:lnTo>
                  <a:lnTo>
                    <a:pt x="828" y="0"/>
                  </a:lnTo>
                  <a:lnTo>
                    <a:pt x="1757" y="493"/>
                  </a:lnTo>
                  <a:lnTo>
                    <a:pt x="2307" y="976"/>
                  </a:lnTo>
                  <a:lnTo>
                    <a:pt x="2050" y="141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g1161"/>
            <p:cNvSpPr/>
            <p:nvPr/>
          </p:nvSpPr>
          <p:spPr>
            <a:xfrm>
              <a:off x="5198436" y="2269217"/>
              <a:ext cx="887" cy="1467"/>
            </a:xfrm>
            <a:custGeom>
              <a:avLst/>
              <a:pathLst>
                <a:path w="887" h="1467">
                  <a:moveTo>
                    <a:pt x="262" y="1404"/>
                  </a:moveTo>
                  <a:lnTo>
                    <a:pt x="0" y="1467"/>
                  </a:lnTo>
                  <a:lnTo>
                    <a:pt x="437" y="0"/>
                  </a:lnTo>
                  <a:lnTo>
                    <a:pt x="781" y="213"/>
                  </a:lnTo>
                  <a:lnTo>
                    <a:pt x="887" y="374"/>
                  </a:lnTo>
                  <a:lnTo>
                    <a:pt x="878" y="103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g1162"/>
            <p:cNvSpPr/>
            <p:nvPr/>
          </p:nvSpPr>
          <p:spPr>
            <a:xfrm>
              <a:off x="5181674" y="2268744"/>
              <a:ext cx="2086" cy="4402"/>
            </a:xfrm>
            <a:custGeom>
              <a:avLst/>
              <a:pathLst>
                <a:path w="2086" h="4402">
                  <a:moveTo>
                    <a:pt x="1256" y="3736"/>
                  </a:moveTo>
                  <a:lnTo>
                    <a:pt x="995" y="3927"/>
                  </a:lnTo>
                  <a:lnTo>
                    <a:pt x="761" y="3899"/>
                  </a:lnTo>
                  <a:lnTo>
                    <a:pt x="205" y="4402"/>
                  </a:lnTo>
                  <a:lnTo>
                    <a:pt x="0" y="3460"/>
                  </a:lnTo>
                  <a:lnTo>
                    <a:pt x="196" y="1855"/>
                  </a:lnTo>
                  <a:lnTo>
                    <a:pt x="1032" y="636"/>
                  </a:lnTo>
                  <a:lnTo>
                    <a:pt x="1246" y="252"/>
                  </a:lnTo>
                  <a:lnTo>
                    <a:pt x="1474" y="25"/>
                  </a:lnTo>
                  <a:lnTo>
                    <a:pt x="1746" y="0"/>
                  </a:lnTo>
                  <a:lnTo>
                    <a:pt x="2010" y="477"/>
                  </a:lnTo>
                  <a:lnTo>
                    <a:pt x="2086" y="1200"/>
                  </a:lnTo>
                  <a:lnTo>
                    <a:pt x="1556" y="338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g1163"/>
            <p:cNvSpPr/>
            <p:nvPr/>
          </p:nvSpPr>
          <p:spPr>
            <a:xfrm>
              <a:off x="5180565" y="2265210"/>
              <a:ext cx="11050" cy="27066"/>
            </a:xfrm>
            <a:custGeom>
              <a:avLst/>
              <a:pathLst>
                <a:path w="11050" h="27066">
                  <a:moveTo>
                    <a:pt x="6918" y="26917"/>
                  </a:moveTo>
                  <a:lnTo>
                    <a:pt x="6292" y="27066"/>
                  </a:lnTo>
                  <a:lnTo>
                    <a:pt x="5631" y="26990"/>
                  </a:lnTo>
                  <a:lnTo>
                    <a:pt x="5187" y="26305"/>
                  </a:lnTo>
                  <a:lnTo>
                    <a:pt x="4419" y="23350"/>
                  </a:lnTo>
                  <a:lnTo>
                    <a:pt x="3528" y="22631"/>
                  </a:lnTo>
                  <a:lnTo>
                    <a:pt x="2507" y="22087"/>
                  </a:lnTo>
                  <a:lnTo>
                    <a:pt x="1994" y="21629"/>
                  </a:lnTo>
                  <a:lnTo>
                    <a:pt x="1541" y="21077"/>
                  </a:lnTo>
                  <a:lnTo>
                    <a:pt x="107" y="18132"/>
                  </a:lnTo>
                  <a:lnTo>
                    <a:pt x="0" y="16331"/>
                  </a:lnTo>
                  <a:lnTo>
                    <a:pt x="246" y="15312"/>
                  </a:lnTo>
                  <a:lnTo>
                    <a:pt x="680" y="14400"/>
                  </a:lnTo>
                  <a:lnTo>
                    <a:pt x="1170" y="14153"/>
                  </a:lnTo>
                  <a:lnTo>
                    <a:pt x="2353" y="14120"/>
                  </a:lnTo>
                  <a:lnTo>
                    <a:pt x="2965" y="14000"/>
                  </a:lnTo>
                  <a:lnTo>
                    <a:pt x="4314" y="12651"/>
                  </a:lnTo>
                  <a:lnTo>
                    <a:pt x="4411" y="12119"/>
                  </a:lnTo>
                  <a:lnTo>
                    <a:pt x="4418" y="9901"/>
                  </a:lnTo>
                  <a:lnTo>
                    <a:pt x="4284" y="8350"/>
                  </a:lnTo>
                  <a:lnTo>
                    <a:pt x="3949" y="6836"/>
                  </a:lnTo>
                  <a:lnTo>
                    <a:pt x="4314" y="6144"/>
                  </a:lnTo>
                  <a:lnTo>
                    <a:pt x="4790" y="5459"/>
                  </a:lnTo>
                  <a:lnTo>
                    <a:pt x="5287" y="4123"/>
                  </a:lnTo>
                  <a:lnTo>
                    <a:pt x="5385" y="3183"/>
                  </a:lnTo>
                  <a:lnTo>
                    <a:pt x="5394" y="2200"/>
                  </a:lnTo>
                  <a:lnTo>
                    <a:pt x="5523" y="1496"/>
                  </a:lnTo>
                  <a:lnTo>
                    <a:pt x="5911" y="1145"/>
                  </a:lnTo>
                  <a:lnTo>
                    <a:pt x="7779" y="73"/>
                  </a:lnTo>
                  <a:lnTo>
                    <a:pt x="8109" y="0"/>
                  </a:lnTo>
                  <a:lnTo>
                    <a:pt x="10512" y="988"/>
                  </a:lnTo>
                  <a:lnTo>
                    <a:pt x="11002" y="2481"/>
                  </a:lnTo>
                  <a:lnTo>
                    <a:pt x="11050" y="2973"/>
                  </a:lnTo>
                  <a:lnTo>
                    <a:pt x="10673" y="4629"/>
                  </a:lnTo>
                  <a:lnTo>
                    <a:pt x="10343" y="5741"/>
                  </a:lnTo>
                  <a:lnTo>
                    <a:pt x="9530" y="7461"/>
                  </a:lnTo>
                  <a:lnTo>
                    <a:pt x="8931" y="9324"/>
                  </a:lnTo>
                  <a:lnTo>
                    <a:pt x="8482" y="12126"/>
                  </a:lnTo>
                  <a:lnTo>
                    <a:pt x="8199" y="13040"/>
                  </a:lnTo>
                  <a:lnTo>
                    <a:pt x="7446" y="14793"/>
                  </a:lnTo>
                  <a:lnTo>
                    <a:pt x="7213" y="15756"/>
                  </a:lnTo>
                  <a:lnTo>
                    <a:pt x="7220" y="17843"/>
                  </a:lnTo>
                  <a:lnTo>
                    <a:pt x="7094" y="18615"/>
                  </a:lnTo>
                  <a:lnTo>
                    <a:pt x="7098" y="19356"/>
                  </a:lnTo>
                  <a:lnTo>
                    <a:pt x="8598" y="22832"/>
                  </a:lnTo>
                  <a:lnTo>
                    <a:pt x="8726" y="23383"/>
                  </a:lnTo>
                  <a:lnTo>
                    <a:pt x="8713" y="24004"/>
                  </a:lnTo>
                  <a:lnTo>
                    <a:pt x="8456" y="24780"/>
                  </a:lnTo>
                  <a:lnTo>
                    <a:pt x="7844" y="26118"/>
                  </a:lnTo>
                  <a:lnTo>
                    <a:pt x="7501" y="2658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g1164"/>
            <p:cNvSpPr/>
            <p:nvPr/>
          </p:nvSpPr>
          <p:spPr>
            <a:xfrm>
              <a:off x="5189236" y="2261311"/>
              <a:ext cx="7018" cy="25811"/>
            </a:xfrm>
            <a:custGeom>
              <a:avLst/>
              <a:pathLst>
                <a:path w="7018" h="25811">
                  <a:moveTo>
                    <a:pt x="513" y="25439"/>
                  </a:moveTo>
                  <a:lnTo>
                    <a:pt x="148" y="25811"/>
                  </a:lnTo>
                  <a:lnTo>
                    <a:pt x="0" y="24890"/>
                  </a:lnTo>
                  <a:lnTo>
                    <a:pt x="104" y="23648"/>
                  </a:lnTo>
                  <a:lnTo>
                    <a:pt x="829" y="19307"/>
                  </a:lnTo>
                  <a:lnTo>
                    <a:pt x="664" y="18222"/>
                  </a:lnTo>
                  <a:lnTo>
                    <a:pt x="1876" y="15805"/>
                  </a:lnTo>
                  <a:lnTo>
                    <a:pt x="2619" y="13537"/>
                  </a:lnTo>
                  <a:lnTo>
                    <a:pt x="3740" y="11156"/>
                  </a:lnTo>
                  <a:lnTo>
                    <a:pt x="3883" y="9921"/>
                  </a:lnTo>
                  <a:lnTo>
                    <a:pt x="4877" y="7567"/>
                  </a:lnTo>
                  <a:lnTo>
                    <a:pt x="5807" y="4319"/>
                  </a:lnTo>
                  <a:lnTo>
                    <a:pt x="5757" y="3244"/>
                  </a:lnTo>
                  <a:lnTo>
                    <a:pt x="5998" y="2711"/>
                  </a:lnTo>
                  <a:lnTo>
                    <a:pt x="6131" y="1898"/>
                  </a:lnTo>
                  <a:lnTo>
                    <a:pt x="6160" y="1208"/>
                  </a:lnTo>
                  <a:lnTo>
                    <a:pt x="6838" y="0"/>
                  </a:lnTo>
                  <a:lnTo>
                    <a:pt x="7018" y="785"/>
                  </a:lnTo>
                  <a:lnTo>
                    <a:pt x="6816" y="2327"/>
                  </a:lnTo>
                  <a:lnTo>
                    <a:pt x="6847" y="3067"/>
                  </a:lnTo>
                  <a:lnTo>
                    <a:pt x="6967" y="3414"/>
                  </a:lnTo>
                  <a:lnTo>
                    <a:pt x="6975" y="4850"/>
                  </a:lnTo>
                  <a:lnTo>
                    <a:pt x="6731" y="7052"/>
                  </a:lnTo>
                  <a:lnTo>
                    <a:pt x="6956" y="9595"/>
                  </a:lnTo>
                  <a:lnTo>
                    <a:pt x="6518" y="12182"/>
                  </a:lnTo>
                  <a:lnTo>
                    <a:pt x="6018" y="13347"/>
                  </a:lnTo>
                  <a:lnTo>
                    <a:pt x="5278" y="14168"/>
                  </a:lnTo>
                  <a:lnTo>
                    <a:pt x="4471" y="14683"/>
                  </a:lnTo>
                  <a:lnTo>
                    <a:pt x="3637" y="15973"/>
                  </a:lnTo>
                  <a:lnTo>
                    <a:pt x="3096" y="17481"/>
                  </a:lnTo>
                  <a:lnTo>
                    <a:pt x="3008" y="18854"/>
                  </a:lnTo>
                  <a:lnTo>
                    <a:pt x="1679" y="2349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g1165"/>
            <p:cNvSpPr/>
            <p:nvPr/>
          </p:nvSpPr>
          <p:spPr>
            <a:xfrm>
              <a:off x="5192941" y="2261175"/>
              <a:ext cx="1021" cy="1849"/>
            </a:xfrm>
            <a:custGeom>
              <a:avLst/>
              <a:pathLst>
                <a:path w="1021" h="1849">
                  <a:moveTo>
                    <a:pt x="467" y="0"/>
                  </a:moveTo>
                  <a:lnTo>
                    <a:pt x="1021" y="1849"/>
                  </a:lnTo>
                  <a:lnTo>
                    <a:pt x="275" y="1838"/>
                  </a:lnTo>
                  <a:lnTo>
                    <a:pt x="0" y="492"/>
                  </a:lnTo>
                  <a:lnTo>
                    <a:pt x="319" y="5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g1166"/>
            <p:cNvSpPr/>
            <p:nvPr/>
          </p:nvSpPr>
          <p:spPr>
            <a:xfrm>
              <a:off x="5131549" y="2260294"/>
              <a:ext cx="23352" cy="41552"/>
            </a:xfrm>
            <a:custGeom>
              <a:avLst/>
              <a:pathLst>
                <a:path w="23352" h="41552">
                  <a:moveTo>
                    <a:pt x="875" y="40544"/>
                  </a:moveTo>
                  <a:lnTo>
                    <a:pt x="0" y="41552"/>
                  </a:lnTo>
                  <a:lnTo>
                    <a:pt x="94" y="40305"/>
                  </a:lnTo>
                  <a:lnTo>
                    <a:pt x="352" y="39130"/>
                  </a:lnTo>
                  <a:lnTo>
                    <a:pt x="1242" y="36722"/>
                  </a:lnTo>
                  <a:lnTo>
                    <a:pt x="1884" y="35982"/>
                  </a:lnTo>
                  <a:lnTo>
                    <a:pt x="2946" y="34086"/>
                  </a:lnTo>
                  <a:lnTo>
                    <a:pt x="3544" y="33169"/>
                  </a:lnTo>
                  <a:lnTo>
                    <a:pt x="4979" y="31357"/>
                  </a:lnTo>
                  <a:lnTo>
                    <a:pt x="6302" y="29370"/>
                  </a:lnTo>
                  <a:lnTo>
                    <a:pt x="6745" y="29223"/>
                  </a:lnTo>
                  <a:lnTo>
                    <a:pt x="7232" y="29193"/>
                  </a:lnTo>
                  <a:lnTo>
                    <a:pt x="7618" y="28965"/>
                  </a:lnTo>
                  <a:lnTo>
                    <a:pt x="8479" y="27892"/>
                  </a:lnTo>
                  <a:lnTo>
                    <a:pt x="10647" y="24320"/>
                  </a:lnTo>
                  <a:lnTo>
                    <a:pt x="12439" y="21658"/>
                  </a:lnTo>
                  <a:lnTo>
                    <a:pt x="14276" y="18291"/>
                  </a:lnTo>
                  <a:lnTo>
                    <a:pt x="15151" y="17310"/>
                  </a:lnTo>
                  <a:lnTo>
                    <a:pt x="15388" y="16948"/>
                  </a:lnTo>
                  <a:lnTo>
                    <a:pt x="17079" y="13848"/>
                  </a:lnTo>
                  <a:lnTo>
                    <a:pt x="17609" y="13398"/>
                  </a:lnTo>
                  <a:lnTo>
                    <a:pt x="18207" y="13071"/>
                  </a:lnTo>
                  <a:lnTo>
                    <a:pt x="18613" y="12650"/>
                  </a:lnTo>
                  <a:lnTo>
                    <a:pt x="18971" y="12122"/>
                  </a:lnTo>
                  <a:lnTo>
                    <a:pt x="19569" y="10773"/>
                  </a:lnTo>
                  <a:lnTo>
                    <a:pt x="19812" y="9196"/>
                  </a:lnTo>
                  <a:lnTo>
                    <a:pt x="19660" y="8305"/>
                  </a:lnTo>
                  <a:lnTo>
                    <a:pt x="19324" y="6991"/>
                  </a:lnTo>
                  <a:lnTo>
                    <a:pt x="19745" y="5199"/>
                  </a:lnTo>
                  <a:lnTo>
                    <a:pt x="20077" y="4373"/>
                  </a:lnTo>
                  <a:lnTo>
                    <a:pt x="21256" y="734"/>
                  </a:lnTo>
                  <a:lnTo>
                    <a:pt x="21596" y="0"/>
                  </a:lnTo>
                  <a:lnTo>
                    <a:pt x="22088" y="459"/>
                  </a:lnTo>
                  <a:lnTo>
                    <a:pt x="22154" y="1110"/>
                  </a:lnTo>
                  <a:lnTo>
                    <a:pt x="21911" y="2644"/>
                  </a:lnTo>
                  <a:lnTo>
                    <a:pt x="21892" y="3414"/>
                  </a:lnTo>
                  <a:lnTo>
                    <a:pt x="22170" y="4197"/>
                  </a:lnTo>
                  <a:lnTo>
                    <a:pt x="21836" y="5485"/>
                  </a:lnTo>
                  <a:lnTo>
                    <a:pt x="22682" y="8913"/>
                  </a:lnTo>
                  <a:lnTo>
                    <a:pt x="23328" y="11084"/>
                  </a:lnTo>
                  <a:lnTo>
                    <a:pt x="23352" y="11801"/>
                  </a:lnTo>
                  <a:lnTo>
                    <a:pt x="22485" y="13097"/>
                  </a:lnTo>
                  <a:lnTo>
                    <a:pt x="21967" y="13488"/>
                  </a:lnTo>
                  <a:lnTo>
                    <a:pt x="20850" y="13836"/>
                  </a:lnTo>
                  <a:lnTo>
                    <a:pt x="20348" y="14214"/>
                  </a:lnTo>
                  <a:lnTo>
                    <a:pt x="19547" y="15269"/>
                  </a:lnTo>
                  <a:lnTo>
                    <a:pt x="19048" y="16657"/>
                  </a:lnTo>
                  <a:lnTo>
                    <a:pt x="18921" y="17375"/>
                  </a:lnTo>
                  <a:lnTo>
                    <a:pt x="18665" y="17927"/>
                  </a:lnTo>
                  <a:lnTo>
                    <a:pt x="16367" y="18871"/>
                  </a:lnTo>
                  <a:lnTo>
                    <a:pt x="15289" y="19486"/>
                  </a:lnTo>
                  <a:lnTo>
                    <a:pt x="14792" y="19949"/>
                  </a:lnTo>
                  <a:lnTo>
                    <a:pt x="14535" y="20703"/>
                  </a:lnTo>
                  <a:lnTo>
                    <a:pt x="14714" y="22032"/>
                  </a:lnTo>
                  <a:lnTo>
                    <a:pt x="12782" y="26831"/>
                  </a:lnTo>
                  <a:lnTo>
                    <a:pt x="12165" y="28087"/>
                  </a:lnTo>
                  <a:lnTo>
                    <a:pt x="11508" y="29157"/>
                  </a:lnTo>
                  <a:lnTo>
                    <a:pt x="10700" y="29917"/>
                  </a:lnTo>
                  <a:lnTo>
                    <a:pt x="9562" y="30384"/>
                  </a:lnTo>
                  <a:lnTo>
                    <a:pt x="8661" y="31313"/>
                  </a:lnTo>
                  <a:lnTo>
                    <a:pt x="8049" y="32957"/>
                  </a:lnTo>
                  <a:lnTo>
                    <a:pt x="7294" y="34441"/>
                  </a:lnTo>
                  <a:lnTo>
                    <a:pt x="6338" y="35541"/>
                  </a:lnTo>
                  <a:lnTo>
                    <a:pt x="5309" y="36513"/>
                  </a:lnTo>
                  <a:lnTo>
                    <a:pt x="4364" y="37221"/>
                  </a:lnTo>
                  <a:lnTo>
                    <a:pt x="3345" y="37721"/>
                  </a:lnTo>
                  <a:lnTo>
                    <a:pt x="3037" y="38368"/>
                  </a:lnTo>
                  <a:lnTo>
                    <a:pt x="2819" y="39167"/>
                  </a:lnTo>
                  <a:lnTo>
                    <a:pt x="2370" y="39543"/>
                  </a:lnTo>
                  <a:lnTo>
                    <a:pt x="1834" y="3975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g1167"/>
            <p:cNvSpPr/>
            <p:nvPr/>
          </p:nvSpPr>
          <p:spPr>
            <a:xfrm>
              <a:off x="5155267" y="2257799"/>
              <a:ext cx="1488" cy="2087"/>
            </a:xfrm>
            <a:custGeom>
              <a:avLst/>
              <a:pathLst>
                <a:path w="1488" h="2087">
                  <a:moveTo>
                    <a:pt x="1285" y="0"/>
                  </a:moveTo>
                  <a:lnTo>
                    <a:pt x="1488" y="738"/>
                  </a:lnTo>
                  <a:lnTo>
                    <a:pt x="1223" y="1844"/>
                  </a:lnTo>
                  <a:lnTo>
                    <a:pt x="994" y="2087"/>
                  </a:lnTo>
                  <a:lnTo>
                    <a:pt x="691" y="1626"/>
                  </a:lnTo>
                  <a:lnTo>
                    <a:pt x="41" y="1302"/>
                  </a:lnTo>
                  <a:lnTo>
                    <a:pt x="0" y="706"/>
                  </a:lnTo>
                  <a:lnTo>
                    <a:pt x="339" y="721"/>
                  </a:lnTo>
                  <a:lnTo>
                    <a:pt x="957" y="13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g1168"/>
            <p:cNvSpPr/>
            <p:nvPr/>
          </p:nvSpPr>
          <p:spPr>
            <a:xfrm>
              <a:off x="5198623" y="2257661"/>
              <a:ext cx="9084" cy="20951"/>
            </a:xfrm>
            <a:custGeom>
              <a:avLst/>
              <a:pathLst>
                <a:path w="9084" h="20951">
                  <a:moveTo>
                    <a:pt x="2520" y="2679"/>
                  </a:moveTo>
                  <a:lnTo>
                    <a:pt x="3180" y="3167"/>
                  </a:lnTo>
                  <a:lnTo>
                    <a:pt x="3936" y="2972"/>
                  </a:lnTo>
                  <a:lnTo>
                    <a:pt x="4852" y="1866"/>
                  </a:lnTo>
                  <a:lnTo>
                    <a:pt x="5882" y="2264"/>
                  </a:lnTo>
                  <a:lnTo>
                    <a:pt x="6487" y="3895"/>
                  </a:lnTo>
                  <a:lnTo>
                    <a:pt x="6796" y="4511"/>
                  </a:lnTo>
                  <a:lnTo>
                    <a:pt x="6964" y="5578"/>
                  </a:lnTo>
                  <a:lnTo>
                    <a:pt x="6920" y="8135"/>
                  </a:lnTo>
                  <a:lnTo>
                    <a:pt x="6669" y="10454"/>
                  </a:lnTo>
                  <a:lnTo>
                    <a:pt x="6864" y="10931"/>
                  </a:lnTo>
                  <a:lnTo>
                    <a:pt x="7338" y="11348"/>
                  </a:lnTo>
                  <a:lnTo>
                    <a:pt x="7751" y="11862"/>
                  </a:lnTo>
                  <a:lnTo>
                    <a:pt x="8098" y="12521"/>
                  </a:lnTo>
                  <a:lnTo>
                    <a:pt x="8320" y="13255"/>
                  </a:lnTo>
                  <a:lnTo>
                    <a:pt x="8410" y="15035"/>
                  </a:lnTo>
                  <a:lnTo>
                    <a:pt x="9005" y="16536"/>
                  </a:lnTo>
                  <a:lnTo>
                    <a:pt x="9084" y="17120"/>
                  </a:lnTo>
                  <a:lnTo>
                    <a:pt x="8941" y="17733"/>
                  </a:lnTo>
                  <a:lnTo>
                    <a:pt x="7949" y="17613"/>
                  </a:lnTo>
                  <a:lnTo>
                    <a:pt x="7869" y="18130"/>
                  </a:lnTo>
                  <a:lnTo>
                    <a:pt x="7893" y="18770"/>
                  </a:lnTo>
                  <a:lnTo>
                    <a:pt x="7541" y="18367"/>
                  </a:lnTo>
                  <a:lnTo>
                    <a:pt x="6960" y="16901"/>
                  </a:lnTo>
                  <a:lnTo>
                    <a:pt x="6426" y="16285"/>
                  </a:lnTo>
                  <a:lnTo>
                    <a:pt x="6591" y="18664"/>
                  </a:lnTo>
                  <a:lnTo>
                    <a:pt x="6767" y="19804"/>
                  </a:lnTo>
                  <a:lnTo>
                    <a:pt x="6796" y="20951"/>
                  </a:lnTo>
                  <a:lnTo>
                    <a:pt x="5874" y="20075"/>
                  </a:lnTo>
                  <a:lnTo>
                    <a:pt x="4773" y="19535"/>
                  </a:lnTo>
                  <a:lnTo>
                    <a:pt x="4470" y="19068"/>
                  </a:lnTo>
                  <a:lnTo>
                    <a:pt x="4574" y="17583"/>
                  </a:lnTo>
                  <a:lnTo>
                    <a:pt x="4553" y="16844"/>
                  </a:lnTo>
                  <a:lnTo>
                    <a:pt x="4063" y="15279"/>
                  </a:lnTo>
                  <a:lnTo>
                    <a:pt x="4639" y="11897"/>
                  </a:lnTo>
                  <a:lnTo>
                    <a:pt x="4626" y="11205"/>
                  </a:lnTo>
                  <a:lnTo>
                    <a:pt x="4527" y="10514"/>
                  </a:lnTo>
                  <a:lnTo>
                    <a:pt x="4072" y="9142"/>
                  </a:lnTo>
                  <a:lnTo>
                    <a:pt x="3353" y="7995"/>
                  </a:lnTo>
                  <a:lnTo>
                    <a:pt x="2913" y="7992"/>
                  </a:lnTo>
                  <a:lnTo>
                    <a:pt x="1841" y="8797"/>
                  </a:lnTo>
                  <a:lnTo>
                    <a:pt x="1299" y="8530"/>
                  </a:lnTo>
                  <a:lnTo>
                    <a:pt x="979" y="5368"/>
                  </a:lnTo>
                  <a:lnTo>
                    <a:pt x="546" y="2294"/>
                  </a:lnTo>
                  <a:lnTo>
                    <a:pt x="215" y="1507"/>
                  </a:lnTo>
                  <a:lnTo>
                    <a:pt x="0" y="683"/>
                  </a:lnTo>
                  <a:lnTo>
                    <a:pt x="212" y="0"/>
                  </a:lnTo>
                  <a:lnTo>
                    <a:pt x="623" y="281"/>
                  </a:lnTo>
                  <a:lnTo>
                    <a:pt x="1208" y="1087"/>
                  </a:lnTo>
                  <a:lnTo>
                    <a:pt x="1918" y="1552"/>
                  </a:lnTo>
                  <a:lnTo>
                    <a:pt x="2271" y="195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g1169"/>
            <p:cNvSpPr/>
            <p:nvPr/>
          </p:nvSpPr>
          <p:spPr>
            <a:xfrm>
              <a:off x="5199116" y="2255432"/>
              <a:ext cx="2477" cy="2917"/>
            </a:xfrm>
            <a:custGeom>
              <a:avLst/>
              <a:pathLst>
                <a:path w="2477" h="2917">
                  <a:moveTo>
                    <a:pt x="2346" y="2829"/>
                  </a:moveTo>
                  <a:lnTo>
                    <a:pt x="1164" y="2917"/>
                  </a:lnTo>
                  <a:lnTo>
                    <a:pt x="647" y="2277"/>
                  </a:lnTo>
                  <a:lnTo>
                    <a:pt x="0" y="405"/>
                  </a:lnTo>
                  <a:lnTo>
                    <a:pt x="728" y="0"/>
                  </a:lnTo>
                  <a:lnTo>
                    <a:pt x="1424" y="110"/>
                  </a:lnTo>
                  <a:lnTo>
                    <a:pt x="1935" y="771"/>
                  </a:lnTo>
                  <a:lnTo>
                    <a:pt x="2477" y="202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g1170"/>
            <p:cNvSpPr/>
            <p:nvPr/>
          </p:nvSpPr>
          <p:spPr>
            <a:xfrm>
              <a:off x="5202622" y="2255149"/>
              <a:ext cx="1168" cy="2399"/>
            </a:xfrm>
            <a:custGeom>
              <a:avLst/>
              <a:pathLst>
                <a:path w="1168" h="2399">
                  <a:moveTo>
                    <a:pt x="1168" y="1681"/>
                  </a:moveTo>
                  <a:lnTo>
                    <a:pt x="994" y="2399"/>
                  </a:lnTo>
                  <a:lnTo>
                    <a:pt x="716" y="2200"/>
                  </a:lnTo>
                  <a:lnTo>
                    <a:pt x="474" y="1876"/>
                  </a:lnTo>
                  <a:lnTo>
                    <a:pt x="120" y="792"/>
                  </a:lnTo>
                  <a:lnTo>
                    <a:pt x="0" y="0"/>
                  </a:lnTo>
                  <a:lnTo>
                    <a:pt x="544" y="449"/>
                  </a:lnTo>
                  <a:lnTo>
                    <a:pt x="857" y="123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g1171"/>
            <p:cNvSpPr/>
            <p:nvPr/>
          </p:nvSpPr>
          <p:spPr>
            <a:xfrm>
              <a:off x="5175756" y="2252610"/>
              <a:ext cx="11987" cy="20265"/>
            </a:xfrm>
            <a:custGeom>
              <a:avLst/>
              <a:pathLst>
                <a:path w="11987" h="20265">
                  <a:moveTo>
                    <a:pt x="5723" y="3937"/>
                  </a:moveTo>
                  <a:lnTo>
                    <a:pt x="6825" y="4647"/>
                  </a:lnTo>
                  <a:lnTo>
                    <a:pt x="7900" y="4037"/>
                  </a:lnTo>
                  <a:lnTo>
                    <a:pt x="8958" y="4208"/>
                  </a:lnTo>
                  <a:lnTo>
                    <a:pt x="9839" y="5133"/>
                  </a:lnTo>
                  <a:lnTo>
                    <a:pt x="9551" y="5718"/>
                  </a:lnTo>
                  <a:lnTo>
                    <a:pt x="9492" y="6360"/>
                  </a:lnTo>
                  <a:lnTo>
                    <a:pt x="11462" y="4964"/>
                  </a:lnTo>
                  <a:lnTo>
                    <a:pt x="11987" y="5046"/>
                  </a:lnTo>
                  <a:lnTo>
                    <a:pt x="11970" y="6343"/>
                  </a:lnTo>
                  <a:lnTo>
                    <a:pt x="11853" y="7445"/>
                  </a:lnTo>
                  <a:lnTo>
                    <a:pt x="11620" y="8515"/>
                  </a:lnTo>
                  <a:lnTo>
                    <a:pt x="11204" y="9770"/>
                  </a:lnTo>
                  <a:lnTo>
                    <a:pt x="10646" y="10891"/>
                  </a:lnTo>
                  <a:lnTo>
                    <a:pt x="9910" y="11705"/>
                  </a:lnTo>
                  <a:lnTo>
                    <a:pt x="9039" y="12203"/>
                  </a:lnTo>
                  <a:lnTo>
                    <a:pt x="8625" y="12655"/>
                  </a:lnTo>
                  <a:lnTo>
                    <a:pt x="8498" y="13336"/>
                  </a:lnTo>
                  <a:lnTo>
                    <a:pt x="8513" y="14193"/>
                  </a:lnTo>
                  <a:lnTo>
                    <a:pt x="8313" y="14973"/>
                  </a:lnTo>
                  <a:lnTo>
                    <a:pt x="7397" y="15292"/>
                  </a:lnTo>
                  <a:lnTo>
                    <a:pt x="5968" y="16813"/>
                  </a:lnTo>
                  <a:lnTo>
                    <a:pt x="2899" y="17776"/>
                  </a:lnTo>
                  <a:lnTo>
                    <a:pt x="2056" y="18436"/>
                  </a:lnTo>
                  <a:lnTo>
                    <a:pt x="1518" y="19294"/>
                  </a:lnTo>
                  <a:lnTo>
                    <a:pt x="919" y="20071"/>
                  </a:lnTo>
                  <a:lnTo>
                    <a:pt x="593" y="20265"/>
                  </a:lnTo>
                  <a:lnTo>
                    <a:pt x="445" y="19896"/>
                  </a:lnTo>
                  <a:lnTo>
                    <a:pt x="402" y="19578"/>
                  </a:lnTo>
                  <a:lnTo>
                    <a:pt x="840" y="17557"/>
                  </a:lnTo>
                  <a:lnTo>
                    <a:pt x="767" y="16716"/>
                  </a:lnTo>
                  <a:lnTo>
                    <a:pt x="558" y="15900"/>
                  </a:lnTo>
                  <a:lnTo>
                    <a:pt x="691" y="14306"/>
                  </a:lnTo>
                  <a:lnTo>
                    <a:pt x="1225" y="12807"/>
                  </a:lnTo>
                  <a:lnTo>
                    <a:pt x="1510" y="11158"/>
                  </a:lnTo>
                  <a:lnTo>
                    <a:pt x="1593" y="7973"/>
                  </a:lnTo>
                  <a:lnTo>
                    <a:pt x="2008" y="3548"/>
                  </a:lnTo>
                  <a:lnTo>
                    <a:pt x="1988" y="3019"/>
                  </a:lnTo>
                  <a:lnTo>
                    <a:pt x="1663" y="2421"/>
                  </a:lnTo>
                  <a:lnTo>
                    <a:pt x="469" y="1939"/>
                  </a:lnTo>
                  <a:lnTo>
                    <a:pt x="0" y="1485"/>
                  </a:lnTo>
                  <a:lnTo>
                    <a:pt x="234" y="600"/>
                  </a:lnTo>
                  <a:lnTo>
                    <a:pt x="685" y="0"/>
                  </a:lnTo>
                  <a:lnTo>
                    <a:pt x="1305" y="27"/>
                  </a:lnTo>
                  <a:lnTo>
                    <a:pt x="1850" y="589"/>
                  </a:lnTo>
                  <a:lnTo>
                    <a:pt x="3779" y="1748"/>
                  </a:lnTo>
                  <a:lnTo>
                    <a:pt x="4806" y="272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g1172"/>
            <p:cNvSpPr/>
            <p:nvPr/>
          </p:nvSpPr>
          <p:spPr>
            <a:xfrm>
              <a:off x="5156548" y="2251438"/>
              <a:ext cx="2007" cy="4351"/>
            </a:xfrm>
            <a:custGeom>
              <a:avLst/>
              <a:pathLst>
                <a:path w="2007" h="4351">
                  <a:moveTo>
                    <a:pt x="1682" y="3877"/>
                  </a:moveTo>
                  <a:lnTo>
                    <a:pt x="973" y="4351"/>
                  </a:lnTo>
                  <a:lnTo>
                    <a:pt x="794" y="4053"/>
                  </a:lnTo>
                  <a:lnTo>
                    <a:pt x="669" y="3361"/>
                  </a:lnTo>
                  <a:lnTo>
                    <a:pt x="679" y="2885"/>
                  </a:lnTo>
                  <a:lnTo>
                    <a:pt x="0" y="382"/>
                  </a:lnTo>
                  <a:lnTo>
                    <a:pt x="521" y="0"/>
                  </a:lnTo>
                  <a:lnTo>
                    <a:pt x="904" y="294"/>
                  </a:lnTo>
                  <a:lnTo>
                    <a:pt x="1295" y="686"/>
                  </a:lnTo>
                  <a:lnTo>
                    <a:pt x="1655" y="894"/>
                  </a:lnTo>
                  <a:lnTo>
                    <a:pt x="1984" y="1684"/>
                  </a:lnTo>
                  <a:lnTo>
                    <a:pt x="1905" y="2231"/>
                  </a:lnTo>
                  <a:lnTo>
                    <a:pt x="2007" y="275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g1173"/>
            <p:cNvSpPr/>
            <p:nvPr/>
          </p:nvSpPr>
          <p:spPr>
            <a:xfrm>
              <a:off x="5156595" y="2246727"/>
              <a:ext cx="4498" cy="4537"/>
            </a:xfrm>
            <a:custGeom>
              <a:avLst/>
              <a:pathLst>
                <a:path w="4498" h="4537">
                  <a:moveTo>
                    <a:pt x="2214" y="2111"/>
                  </a:moveTo>
                  <a:lnTo>
                    <a:pt x="2732" y="2325"/>
                  </a:lnTo>
                  <a:lnTo>
                    <a:pt x="3101" y="2120"/>
                  </a:lnTo>
                  <a:lnTo>
                    <a:pt x="3427" y="1384"/>
                  </a:lnTo>
                  <a:lnTo>
                    <a:pt x="3733" y="2473"/>
                  </a:lnTo>
                  <a:lnTo>
                    <a:pt x="4498" y="3370"/>
                  </a:lnTo>
                  <a:lnTo>
                    <a:pt x="4244" y="4277"/>
                  </a:lnTo>
                  <a:lnTo>
                    <a:pt x="3571" y="4383"/>
                  </a:lnTo>
                  <a:lnTo>
                    <a:pt x="2911" y="4176"/>
                  </a:lnTo>
                  <a:lnTo>
                    <a:pt x="2215" y="4537"/>
                  </a:lnTo>
                  <a:lnTo>
                    <a:pt x="1368" y="4335"/>
                  </a:lnTo>
                  <a:lnTo>
                    <a:pt x="862" y="3484"/>
                  </a:lnTo>
                  <a:lnTo>
                    <a:pt x="285" y="1957"/>
                  </a:lnTo>
                  <a:lnTo>
                    <a:pt x="0" y="1674"/>
                  </a:lnTo>
                  <a:lnTo>
                    <a:pt x="35" y="1047"/>
                  </a:lnTo>
                  <a:lnTo>
                    <a:pt x="134" y="546"/>
                  </a:lnTo>
                  <a:lnTo>
                    <a:pt x="187" y="268"/>
                  </a:lnTo>
                  <a:lnTo>
                    <a:pt x="291" y="78"/>
                  </a:lnTo>
                  <a:lnTo>
                    <a:pt x="477" y="0"/>
                  </a:lnTo>
                  <a:lnTo>
                    <a:pt x="926" y="679"/>
                  </a:lnTo>
                  <a:lnTo>
                    <a:pt x="2002" y="169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g1174"/>
            <p:cNvSpPr/>
            <p:nvPr/>
          </p:nvSpPr>
          <p:spPr>
            <a:xfrm>
              <a:off x="5180787" y="2244317"/>
              <a:ext cx="2463" cy="2878"/>
            </a:xfrm>
            <a:custGeom>
              <a:avLst/>
              <a:pathLst>
                <a:path w="2463" h="2878">
                  <a:moveTo>
                    <a:pt x="2190" y="2551"/>
                  </a:moveTo>
                  <a:lnTo>
                    <a:pt x="1706" y="2878"/>
                  </a:lnTo>
                  <a:lnTo>
                    <a:pt x="722" y="1509"/>
                  </a:lnTo>
                  <a:lnTo>
                    <a:pt x="150" y="871"/>
                  </a:lnTo>
                  <a:lnTo>
                    <a:pt x="0" y="514"/>
                  </a:lnTo>
                  <a:lnTo>
                    <a:pt x="462" y="0"/>
                  </a:lnTo>
                  <a:lnTo>
                    <a:pt x="1709" y="4"/>
                  </a:lnTo>
                  <a:lnTo>
                    <a:pt x="2371" y="943"/>
                  </a:lnTo>
                  <a:lnTo>
                    <a:pt x="2463" y="152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g1175"/>
            <p:cNvSpPr/>
            <p:nvPr/>
          </p:nvSpPr>
          <p:spPr>
            <a:xfrm>
              <a:off x="5198495" y="2243192"/>
              <a:ext cx="13759" cy="21241"/>
            </a:xfrm>
            <a:custGeom>
              <a:avLst/>
              <a:pathLst>
                <a:path w="13759" h="21241">
                  <a:moveTo>
                    <a:pt x="8938" y="623"/>
                  </a:moveTo>
                  <a:lnTo>
                    <a:pt x="9608" y="1761"/>
                  </a:lnTo>
                  <a:lnTo>
                    <a:pt x="9771" y="2585"/>
                  </a:lnTo>
                  <a:lnTo>
                    <a:pt x="9701" y="3497"/>
                  </a:lnTo>
                  <a:lnTo>
                    <a:pt x="10004" y="3902"/>
                  </a:lnTo>
                  <a:lnTo>
                    <a:pt x="10539" y="4012"/>
                  </a:lnTo>
                  <a:lnTo>
                    <a:pt x="11225" y="4471"/>
                  </a:lnTo>
                  <a:lnTo>
                    <a:pt x="11739" y="5316"/>
                  </a:lnTo>
                  <a:lnTo>
                    <a:pt x="11434" y="6091"/>
                  </a:lnTo>
                  <a:lnTo>
                    <a:pt x="11529" y="7224"/>
                  </a:lnTo>
                  <a:lnTo>
                    <a:pt x="10991" y="8647"/>
                  </a:lnTo>
                  <a:lnTo>
                    <a:pt x="11064" y="11171"/>
                  </a:lnTo>
                  <a:lnTo>
                    <a:pt x="11373" y="11978"/>
                  </a:lnTo>
                  <a:lnTo>
                    <a:pt x="11402" y="12792"/>
                  </a:lnTo>
                  <a:lnTo>
                    <a:pt x="11325" y="13644"/>
                  </a:lnTo>
                  <a:lnTo>
                    <a:pt x="11457" y="14342"/>
                  </a:lnTo>
                  <a:lnTo>
                    <a:pt x="12282" y="16658"/>
                  </a:lnTo>
                  <a:lnTo>
                    <a:pt x="12433" y="17428"/>
                  </a:lnTo>
                  <a:lnTo>
                    <a:pt x="12181" y="18035"/>
                  </a:lnTo>
                  <a:lnTo>
                    <a:pt x="12098" y="18611"/>
                  </a:lnTo>
                  <a:lnTo>
                    <a:pt x="12607" y="18671"/>
                  </a:lnTo>
                  <a:lnTo>
                    <a:pt x="13332" y="19635"/>
                  </a:lnTo>
                  <a:lnTo>
                    <a:pt x="13759" y="20907"/>
                  </a:lnTo>
                  <a:lnTo>
                    <a:pt x="13632" y="21241"/>
                  </a:lnTo>
                  <a:lnTo>
                    <a:pt x="13052" y="20248"/>
                  </a:lnTo>
                  <a:lnTo>
                    <a:pt x="12614" y="20092"/>
                  </a:lnTo>
                  <a:lnTo>
                    <a:pt x="10757" y="20363"/>
                  </a:lnTo>
                  <a:lnTo>
                    <a:pt x="9619" y="19949"/>
                  </a:lnTo>
                  <a:lnTo>
                    <a:pt x="8880" y="19910"/>
                  </a:lnTo>
                  <a:lnTo>
                    <a:pt x="8146" y="18209"/>
                  </a:lnTo>
                  <a:lnTo>
                    <a:pt x="7503" y="17925"/>
                  </a:lnTo>
                  <a:lnTo>
                    <a:pt x="6996" y="17174"/>
                  </a:lnTo>
                  <a:lnTo>
                    <a:pt x="6154" y="15250"/>
                  </a:lnTo>
                  <a:lnTo>
                    <a:pt x="5887" y="14145"/>
                  </a:lnTo>
                  <a:lnTo>
                    <a:pt x="6472" y="13028"/>
                  </a:lnTo>
                  <a:lnTo>
                    <a:pt x="6655" y="12137"/>
                  </a:lnTo>
                  <a:lnTo>
                    <a:pt x="6625" y="11264"/>
                  </a:lnTo>
                  <a:lnTo>
                    <a:pt x="6063" y="11408"/>
                  </a:lnTo>
                  <a:lnTo>
                    <a:pt x="5577" y="11117"/>
                  </a:lnTo>
                  <a:lnTo>
                    <a:pt x="4979" y="10048"/>
                  </a:lnTo>
                  <a:lnTo>
                    <a:pt x="4740" y="9431"/>
                  </a:lnTo>
                  <a:lnTo>
                    <a:pt x="4305" y="8915"/>
                  </a:lnTo>
                  <a:lnTo>
                    <a:pt x="3614" y="7694"/>
                  </a:lnTo>
                  <a:lnTo>
                    <a:pt x="2621" y="7217"/>
                  </a:lnTo>
                  <a:lnTo>
                    <a:pt x="2217" y="6881"/>
                  </a:lnTo>
                  <a:lnTo>
                    <a:pt x="1428" y="5854"/>
                  </a:lnTo>
                  <a:lnTo>
                    <a:pt x="852" y="4582"/>
                  </a:lnTo>
                  <a:lnTo>
                    <a:pt x="293" y="2353"/>
                  </a:lnTo>
                  <a:lnTo>
                    <a:pt x="0" y="44"/>
                  </a:lnTo>
                  <a:lnTo>
                    <a:pt x="2564" y="646"/>
                  </a:lnTo>
                  <a:lnTo>
                    <a:pt x="5159" y="529"/>
                  </a:lnTo>
                  <a:lnTo>
                    <a:pt x="8093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g1176"/>
            <p:cNvSpPr/>
            <p:nvPr/>
          </p:nvSpPr>
          <p:spPr>
            <a:xfrm>
              <a:off x="5187721" y="2243040"/>
              <a:ext cx="8512" cy="11591"/>
            </a:xfrm>
            <a:custGeom>
              <a:avLst/>
              <a:pathLst>
                <a:path w="8512" h="11591">
                  <a:moveTo>
                    <a:pt x="5304" y="4130"/>
                  </a:moveTo>
                  <a:lnTo>
                    <a:pt x="7118" y="5780"/>
                  </a:lnTo>
                  <a:lnTo>
                    <a:pt x="8367" y="8601"/>
                  </a:lnTo>
                  <a:lnTo>
                    <a:pt x="8512" y="10766"/>
                  </a:lnTo>
                  <a:lnTo>
                    <a:pt x="8416" y="11591"/>
                  </a:lnTo>
                  <a:lnTo>
                    <a:pt x="7822" y="10664"/>
                  </a:lnTo>
                  <a:lnTo>
                    <a:pt x="6545" y="9343"/>
                  </a:lnTo>
                  <a:lnTo>
                    <a:pt x="5658" y="9052"/>
                  </a:lnTo>
                  <a:lnTo>
                    <a:pt x="5386" y="8814"/>
                  </a:lnTo>
                  <a:lnTo>
                    <a:pt x="5488" y="8101"/>
                  </a:lnTo>
                  <a:lnTo>
                    <a:pt x="4909" y="7441"/>
                  </a:lnTo>
                  <a:lnTo>
                    <a:pt x="4841" y="7171"/>
                  </a:lnTo>
                  <a:lnTo>
                    <a:pt x="4315" y="6879"/>
                  </a:lnTo>
                  <a:lnTo>
                    <a:pt x="3549" y="5395"/>
                  </a:lnTo>
                  <a:lnTo>
                    <a:pt x="3007" y="5116"/>
                  </a:lnTo>
                  <a:lnTo>
                    <a:pt x="2487" y="5429"/>
                  </a:lnTo>
                  <a:lnTo>
                    <a:pt x="1294" y="7631"/>
                  </a:lnTo>
                  <a:lnTo>
                    <a:pt x="18" y="9175"/>
                  </a:lnTo>
                  <a:lnTo>
                    <a:pt x="0" y="8585"/>
                  </a:lnTo>
                  <a:lnTo>
                    <a:pt x="517" y="6651"/>
                  </a:lnTo>
                  <a:lnTo>
                    <a:pt x="846" y="3563"/>
                  </a:lnTo>
                  <a:lnTo>
                    <a:pt x="1053" y="2622"/>
                  </a:lnTo>
                  <a:lnTo>
                    <a:pt x="794" y="1238"/>
                  </a:lnTo>
                  <a:lnTo>
                    <a:pt x="762" y="0"/>
                  </a:lnTo>
                  <a:lnTo>
                    <a:pt x="1713" y="573"/>
                  </a:lnTo>
                  <a:lnTo>
                    <a:pt x="2905" y="1147"/>
                  </a:lnTo>
                  <a:lnTo>
                    <a:pt x="3813" y="1934"/>
                  </a:lnTo>
                  <a:lnTo>
                    <a:pt x="3963" y="246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g1177"/>
            <p:cNvSpPr/>
            <p:nvPr/>
          </p:nvSpPr>
          <p:spPr>
            <a:xfrm>
              <a:off x="5179130" y="2242959"/>
              <a:ext cx="595" cy="1268"/>
            </a:xfrm>
            <a:custGeom>
              <a:avLst/>
              <a:pathLst>
                <a:path w="595" h="1268">
                  <a:moveTo>
                    <a:pt x="595" y="843"/>
                  </a:moveTo>
                  <a:lnTo>
                    <a:pt x="302" y="1268"/>
                  </a:lnTo>
                  <a:lnTo>
                    <a:pt x="123" y="1202"/>
                  </a:lnTo>
                  <a:lnTo>
                    <a:pt x="0" y="450"/>
                  </a:lnTo>
                  <a:lnTo>
                    <a:pt x="375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g1178"/>
            <p:cNvSpPr/>
            <p:nvPr/>
          </p:nvSpPr>
          <p:spPr>
            <a:xfrm>
              <a:off x="5176059" y="2242075"/>
              <a:ext cx="2098" cy="7629"/>
            </a:xfrm>
            <a:custGeom>
              <a:avLst/>
              <a:pathLst>
                <a:path w="2098" h="7629">
                  <a:moveTo>
                    <a:pt x="1615" y="4153"/>
                  </a:moveTo>
                  <a:lnTo>
                    <a:pt x="858" y="7629"/>
                  </a:lnTo>
                  <a:lnTo>
                    <a:pt x="349" y="6433"/>
                  </a:lnTo>
                  <a:lnTo>
                    <a:pt x="555" y="5681"/>
                  </a:lnTo>
                  <a:lnTo>
                    <a:pt x="117" y="5052"/>
                  </a:lnTo>
                  <a:lnTo>
                    <a:pt x="0" y="4481"/>
                  </a:lnTo>
                  <a:lnTo>
                    <a:pt x="168" y="3727"/>
                  </a:lnTo>
                  <a:lnTo>
                    <a:pt x="626" y="3031"/>
                  </a:lnTo>
                  <a:lnTo>
                    <a:pt x="740" y="754"/>
                  </a:lnTo>
                  <a:lnTo>
                    <a:pt x="1708" y="27"/>
                  </a:lnTo>
                  <a:lnTo>
                    <a:pt x="2098" y="0"/>
                  </a:lnTo>
                  <a:lnTo>
                    <a:pt x="1958" y="558"/>
                  </a:lnTo>
                  <a:lnTo>
                    <a:pt x="1971" y="160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g1179"/>
            <p:cNvSpPr/>
            <p:nvPr/>
          </p:nvSpPr>
          <p:spPr>
            <a:xfrm>
              <a:off x="5191802" y="2241765"/>
              <a:ext cx="1815" cy="4304"/>
            </a:xfrm>
            <a:custGeom>
              <a:avLst/>
              <a:pathLst>
                <a:path w="1815" h="4304">
                  <a:moveTo>
                    <a:pt x="1780" y="3082"/>
                  </a:moveTo>
                  <a:lnTo>
                    <a:pt x="1815" y="4304"/>
                  </a:lnTo>
                  <a:lnTo>
                    <a:pt x="1459" y="3854"/>
                  </a:lnTo>
                  <a:lnTo>
                    <a:pt x="316" y="1456"/>
                  </a:lnTo>
                  <a:lnTo>
                    <a:pt x="0" y="580"/>
                  </a:lnTo>
                  <a:lnTo>
                    <a:pt x="324" y="0"/>
                  </a:lnTo>
                  <a:lnTo>
                    <a:pt x="1149" y="89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g1180"/>
            <p:cNvSpPr/>
            <p:nvPr/>
          </p:nvSpPr>
          <p:spPr>
            <a:xfrm>
              <a:off x="5185764" y="2235610"/>
              <a:ext cx="3956" cy="5792"/>
            </a:xfrm>
            <a:custGeom>
              <a:avLst/>
              <a:pathLst>
                <a:path w="3956" h="5792">
                  <a:moveTo>
                    <a:pt x="3148" y="3664"/>
                  </a:moveTo>
                  <a:lnTo>
                    <a:pt x="3956" y="5792"/>
                  </a:lnTo>
                  <a:lnTo>
                    <a:pt x="3076" y="4338"/>
                  </a:lnTo>
                  <a:lnTo>
                    <a:pt x="2056" y="3351"/>
                  </a:lnTo>
                  <a:lnTo>
                    <a:pt x="995" y="1711"/>
                  </a:lnTo>
                  <a:lnTo>
                    <a:pt x="231" y="1135"/>
                  </a:lnTo>
                  <a:lnTo>
                    <a:pt x="0" y="801"/>
                  </a:lnTo>
                  <a:lnTo>
                    <a:pt x="80" y="125"/>
                  </a:lnTo>
                  <a:lnTo>
                    <a:pt x="643" y="0"/>
                  </a:lnTo>
                  <a:lnTo>
                    <a:pt x="894" y="38"/>
                  </a:lnTo>
                  <a:lnTo>
                    <a:pt x="2433" y="293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g1181"/>
            <p:cNvSpPr/>
            <p:nvPr/>
          </p:nvSpPr>
          <p:spPr>
            <a:xfrm>
              <a:off x="5161066" y="2229944"/>
              <a:ext cx="11373" cy="18182"/>
            </a:xfrm>
            <a:custGeom>
              <a:avLst/>
              <a:pathLst>
                <a:path w="11373" h="18182">
                  <a:moveTo>
                    <a:pt x="3461" y="598"/>
                  </a:moveTo>
                  <a:lnTo>
                    <a:pt x="3944" y="717"/>
                  </a:lnTo>
                  <a:lnTo>
                    <a:pt x="5457" y="297"/>
                  </a:lnTo>
                  <a:lnTo>
                    <a:pt x="6076" y="508"/>
                  </a:lnTo>
                  <a:lnTo>
                    <a:pt x="6492" y="1306"/>
                  </a:lnTo>
                  <a:lnTo>
                    <a:pt x="7008" y="1557"/>
                  </a:lnTo>
                  <a:lnTo>
                    <a:pt x="7417" y="1968"/>
                  </a:lnTo>
                  <a:lnTo>
                    <a:pt x="8176" y="1256"/>
                  </a:lnTo>
                  <a:lnTo>
                    <a:pt x="8948" y="2068"/>
                  </a:lnTo>
                  <a:lnTo>
                    <a:pt x="9634" y="3583"/>
                  </a:lnTo>
                  <a:lnTo>
                    <a:pt x="10441" y="4658"/>
                  </a:lnTo>
                  <a:lnTo>
                    <a:pt x="11204" y="5456"/>
                  </a:lnTo>
                  <a:lnTo>
                    <a:pt x="11354" y="6047"/>
                  </a:lnTo>
                  <a:lnTo>
                    <a:pt x="10891" y="7013"/>
                  </a:lnTo>
                  <a:lnTo>
                    <a:pt x="10750" y="8240"/>
                  </a:lnTo>
                  <a:lnTo>
                    <a:pt x="10796" y="9558"/>
                  </a:lnTo>
                  <a:lnTo>
                    <a:pt x="11373" y="12333"/>
                  </a:lnTo>
                  <a:lnTo>
                    <a:pt x="11170" y="13085"/>
                  </a:lnTo>
                  <a:lnTo>
                    <a:pt x="10591" y="14149"/>
                  </a:lnTo>
                  <a:lnTo>
                    <a:pt x="10159" y="15333"/>
                  </a:lnTo>
                  <a:lnTo>
                    <a:pt x="10214" y="15811"/>
                  </a:lnTo>
                  <a:lnTo>
                    <a:pt x="10043" y="16202"/>
                  </a:lnTo>
                  <a:lnTo>
                    <a:pt x="9989" y="17041"/>
                  </a:lnTo>
                  <a:lnTo>
                    <a:pt x="9634" y="16867"/>
                  </a:lnTo>
                  <a:lnTo>
                    <a:pt x="9308" y="16999"/>
                  </a:lnTo>
                  <a:lnTo>
                    <a:pt x="8991" y="17374"/>
                  </a:lnTo>
                  <a:lnTo>
                    <a:pt x="8498" y="18182"/>
                  </a:lnTo>
                  <a:lnTo>
                    <a:pt x="7729" y="17938"/>
                  </a:lnTo>
                  <a:lnTo>
                    <a:pt x="7365" y="17699"/>
                  </a:lnTo>
                  <a:lnTo>
                    <a:pt x="7276" y="16999"/>
                  </a:lnTo>
                  <a:lnTo>
                    <a:pt x="7047" y="16506"/>
                  </a:lnTo>
                  <a:lnTo>
                    <a:pt x="6717" y="16213"/>
                  </a:lnTo>
                  <a:lnTo>
                    <a:pt x="5903" y="15006"/>
                  </a:lnTo>
                  <a:lnTo>
                    <a:pt x="5522" y="14098"/>
                  </a:lnTo>
                  <a:lnTo>
                    <a:pt x="5515" y="13129"/>
                  </a:lnTo>
                  <a:lnTo>
                    <a:pt x="5306" y="12226"/>
                  </a:lnTo>
                  <a:lnTo>
                    <a:pt x="4884" y="11419"/>
                  </a:lnTo>
                  <a:lnTo>
                    <a:pt x="4328" y="10801"/>
                  </a:lnTo>
                  <a:lnTo>
                    <a:pt x="4142" y="10207"/>
                  </a:lnTo>
                  <a:lnTo>
                    <a:pt x="4070" y="9505"/>
                  </a:lnTo>
                  <a:lnTo>
                    <a:pt x="4022" y="7707"/>
                  </a:lnTo>
                  <a:lnTo>
                    <a:pt x="3233" y="5464"/>
                  </a:lnTo>
                  <a:lnTo>
                    <a:pt x="2960" y="4927"/>
                  </a:lnTo>
                  <a:lnTo>
                    <a:pt x="2220" y="4373"/>
                  </a:lnTo>
                  <a:lnTo>
                    <a:pt x="1606" y="3659"/>
                  </a:lnTo>
                  <a:lnTo>
                    <a:pt x="1345" y="2948"/>
                  </a:lnTo>
                  <a:lnTo>
                    <a:pt x="1106" y="1797"/>
                  </a:lnTo>
                  <a:lnTo>
                    <a:pt x="942" y="1631"/>
                  </a:lnTo>
                  <a:lnTo>
                    <a:pt x="463" y="1684"/>
                  </a:lnTo>
                  <a:lnTo>
                    <a:pt x="0" y="1535"/>
                  </a:lnTo>
                  <a:lnTo>
                    <a:pt x="134" y="689"/>
                  </a:lnTo>
                  <a:lnTo>
                    <a:pt x="593" y="74"/>
                  </a:lnTo>
                  <a:lnTo>
                    <a:pt x="1228" y="0"/>
                  </a:lnTo>
                  <a:lnTo>
                    <a:pt x="2978" y="34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g1182"/>
            <p:cNvSpPr/>
            <p:nvPr/>
          </p:nvSpPr>
          <p:spPr>
            <a:xfrm>
              <a:off x="5175035" y="2229333"/>
              <a:ext cx="2907" cy="5037"/>
            </a:xfrm>
            <a:custGeom>
              <a:avLst/>
              <a:pathLst>
                <a:path w="2907" h="5037">
                  <a:moveTo>
                    <a:pt x="944" y="360"/>
                  </a:moveTo>
                  <a:lnTo>
                    <a:pt x="1528" y="401"/>
                  </a:lnTo>
                  <a:lnTo>
                    <a:pt x="1709" y="270"/>
                  </a:lnTo>
                  <a:lnTo>
                    <a:pt x="2833" y="1436"/>
                  </a:lnTo>
                  <a:lnTo>
                    <a:pt x="2765" y="2026"/>
                  </a:lnTo>
                  <a:lnTo>
                    <a:pt x="2907" y="2803"/>
                  </a:lnTo>
                  <a:lnTo>
                    <a:pt x="2267" y="4149"/>
                  </a:lnTo>
                  <a:lnTo>
                    <a:pt x="2150" y="4602"/>
                  </a:lnTo>
                  <a:lnTo>
                    <a:pt x="1796" y="5037"/>
                  </a:lnTo>
                  <a:lnTo>
                    <a:pt x="575" y="3967"/>
                  </a:lnTo>
                  <a:lnTo>
                    <a:pt x="133" y="3313"/>
                  </a:lnTo>
                  <a:lnTo>
                    <a:pt x="0" y="1976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g1183"/>
            <p:cNvSpPr/>
            <p:nvPr/>
          </p:nvSpPr>
          <p:spPr>
            <a:xfrm>
              <a:off x="5158804" y="2225262"/>
              <a:ext cx="1640" cy="2442"/>
            </a:xfrm>
            <a:custGeom>
              <a:avLst/>
              <a:pathLst>
                <a:path w="1640" h="2442">
                  <a:moveTo>
                    <a:pt x="1626" y="1497"/>
                  </a:moveTo>
                  <a:lnTo>
                    <a:pt x="1640" y="2442"/>
                  </a:lnTo>
                  <a:lnTo>
                    <a:pt x="45" y="1055"/>
                  </a:lnTo>
                  <a:lnTo>
                    <a:pt x="0" y="573"/>
                  </a:lnTo>
                  <a:lnTo>
                    <a:pt x="37" y="216"/>
                  </a:lnTo>
                  <a:lnTo>
                    <a:pt x="201" y="0"/>
                  </a:lnTo>
                  <a:lnTo>
                    <a:pt x="1059" y="52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g1184"/>
            <p:cNvSpPr/>
            <p:nvPr/>
          </p:nvSpPr>
          <p:spPr>
            <a:xfrm>
              <a:off x="5196075" y="2222200"/>
              <a:ext cx="3579" cy="7616"/>
            </a:xfrm>
            <a:custGeom>
              <a:avLst/>
              <a:pathLst>
                <a:path w="3579" h="7616">
                  <a:moveTo>
                    <a:pt x="2977" y="6211"/>
                  </a:moveTo>
                  <a:lnTo>
                    <a:pt x="2726" y="7116"/>
                  </a:lnTo>
                  <a:lnTo>
                    <a:pt x="2418" y="6796"/>
                  </a:lnTo>
                  <a:lnTo>
                    <a:pt x="1980" y="6847"/>
                  </a:lnTo>
                  <a:lnTo>
                    <a:pt x="1291" y="7616"/>
                  </a:lnTo>
                  <a:lnTo>
                    <a:pt x="171" y="6583"/>
                  </a:lnTo>
                  <a:lnTo>
                    <a:pt x="0" y="5780"/>
                  </a:lnTo>
                  <a:lnTo>
                    <a:pt x="802" y="4004"/>
                  </a:lnTo>
                  <a:lnTo>
                    <a:pt x="794" y="1365"/>
                  </a:lnTo>
                  <a:lnTo>
                    <a:pt x="1086" y="717"/>
                  </a:lnTo>
                  <a:lnTo>
                    <a:pt x="1394" y="251"/>
                  </a:lnTo>
                  <a:lnTo>
                    <a:pt x="1759" y="0"/>
                  </a:lnTo>
                  <a:lnTo>
                    <a:pt x="2548" y="1821"/>
                  </a:lnTo>
                  <a:lnTo>
                    <a:pt x="2817" y="2043"/>
                  </a:lnTo>
                  <a:lnTo>
                    <a:pt x="3579" y="2880"/>
                  </a:lnTo>
                  <a:lnTo>
                    <a:pt x="3381" y="4567"/>
                  </a:lnTo>
                  <a:lnTo>
                    <a:pt x="3454" y="555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g1185"/>
            <p:cNvSpPr/>
            <p:nvPr/>
          </p:nvSpPr>
          <p:spPr>
            <a:xfrm>
              <a:off x="5176274" y="2220092"/>
              <a:ext cx="2170" cy="3079"/>
            </a:xfrm>
            <a:custGeom>
              <a:avLst/>
              <a:pathLst>
                <a:path w="2170" h="3079">
                  <a:moveTo>
                    <a:pt x="2170" y="2509"/>
                  </a:moveTo>
                  <a:lnTo>
                    <a:pt x="2140" y="3079"/>
                  </a:lnTo>
                  <a:lnTo>
                    <a:pt x="97" y="1014"/>
                  </a:lnTo>
                  <a:lnTo>
                    <a:pt x="3" y="659"/>
                  </a:lnTo>
                  <a:lnTo>
                    <a:pt x="0" y="329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g1186"/>
            <p:cNvSpPr/>
            <p:nvPr/>
          </p:nvSpPr>
          <p:spPr>
            <a:xfrm>
              <a:off x="5175085" y="2208687"/>
              <a:ext cx="2187" cy="5444"/>
            </a:xfrm>
            <a:custGeom>
              <a:avLst/>
              <a:pathLst>
                <a:path w="2187" h="5444">
                  <a:moveTo>
                    <a:pt x="2016" y="576"/>
                  </a:moveTo>
                  <a:lnTo>
                    <a:pt x="2187" y="1067"/>
                  </a:lnTo>
                  <a:lnTo>
                    <a:pt x="2000" y="1042"/>
                  </a:lnTo>
                  <a:lnTo>
                    <a:pt x="1863" y="1131"/>
                  </a:lnTo>
                  <a:lnTo>
                    <a:pt x="1418" y="2139"/>
                  </a:lnTo>
                  <a:lnTo>
                    <a:pt x="1905" y="4002"/>
                  </a:lnTo>
                  <a:lnTo>
                    <a:pt x="1602" y="5359"/>
                  </a:lnTo>
                  <a:lnTo>
                    <a:pt x="1066" y="5444"/>
                  </a:lnTo>
                  <a:lnTo>
                    <a:pt x="854" y="5298"/>
                  </a:lnTo>
                  <a:lnTo>
                    <a:pt x="963" y="4628"/>
                  </a:lnTo>
                  <a:lnTo>
                    <a:pt x="1080" y="4320"/>
                  </a:lnTo>
                  <a:lnTo>
                    <a:pt x="971" y="3436"/>
                  </a:lnTo>
                  <a:lnTo>
                    <a:pt x="652" y="2880"/>
                  </a:lnTo>
                  <a:lnTo>
                    <a:pt x="397" y="1802"/>
                  </a:lnTo>
                  <a:lnTo>
                    <a:pt x="0" y="1155"/>
                  </a:lnTo>
                  <a:lnTo>
                    <a:pt x="184" y="115"/>
                  </a:lnTo>
                  <a:lnTo>
                    <a:pt x="1431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g1187"/>
            <p:cNvSpPr/>
            <p:nvPr/>
          </p:nvSpPr>
          <p:spPr>
            <a:xfrm>
              <a:off x="5155610" y="2158909"/>
              <a:ext cx="41447" cy="84359"/>
            </a:xfrm>
            <a:custGeom>
              <a:avLst/>
              <a:pathLst>
                <a:path w="41447" h="84359">
                  <a:moveTo>
                    <a:pt x="12675" y="0"/>
                  </a:moveTo>
                  <a:lnTo>
                    <a:pt x="14121" y="723"/>
                  </a:lnTo>
                  <a:lnTo>
                    <a:pt x="17324" y="3330"/>
                  </a:lnTo>
                  <a:lnTo>
                    <a:pt x="18495" y="3977"/>
                  </a:lnTo>
                  <a:lnTo>
                    <a:pt x="19714" y="4461"/>
                  </a:lnTo>
                  <a:lnTo>
                    <a:pt x="20678" y="4604"/>
                  </a:lnTo>
                  <a:lnTo>
                    <a:pt x="21539" y="4007"/>
                  </a:lnTo>
                  <a:lnTo>
                    <a:pt x="21903" y="3397"/>
                  </a:lnTo>
                  <a:lnTo>
                    <a:pt x="22562" y="1795"/>
                  </a:lnTo>
                  <a:lnTo>
                    <a:pt x="23267" y="1599"/>
                  </a:lnTo>
                  <a:lnTo>
                    <a:pt x="23687" y="2182"/>
                  </a:lnTo>
                  <a:lnTo>
                    <a:pt x="24011" y="2963"/>
                  </a:lnTo>
                  <a:lnTo>
                    <a:pt x="24155" y="4114"/>
                  </a:lnTo>
                  <a:lnTo>
                    <a:pt x="23955" y="5314"/>
                  </a:lnTo>
                  <a:lnTo>
                    <a:pt x="23283" y="6390"/>
                  </a:lnTo>
                  <a:lnTo>
                    <a:pt x="22873" y="7685"/>
                  </a:lnTo>
                  <a:lnTo>
                    <a:pt x="22603" y="11978"/>
                  </a:lnTo>
                  <a:lnTo>
                    <a:pt x="22616" y="13262"/>
                  </a:lnTo>
                  <a:lnTo>
                    <a:pt x="22832" y="14500"/>
                  </a:lnTo>
                  <a:lnTo>
                    <a:pt x="23415" y="16464"/>
                  </a:lnTo>
                  <a:lnTo>
                    <a:pt x="23720" y="17016"/>
                  </a:lnTo>
                  <a:lnTo>
                    <a:pt x="24602" y="17719"/>
                  </a:lnTo>
                  <a:lnTo>
                    <a:pt x="24841" y="18250"/>
                  </a:lnTo>
                  <a:lnTo>
                    <a:pt x="24891" y="19204"/>
                  </a:lnTo>
                  <a:lnTo>
                    <a:pt x="25030" y="20045"/>
                  </a:lnTo>
                  <a:lnTo>
                    <a:pt x="25601" y="20366"/>
                  </a:lnTo>
                  <a:lnTo>
                    <a:pt x="26086" y="20788"/>
                  </a:lnTo>
                  <a:lnTo>
                    <a:pt x="25905" y="21720"/>
                  </a:lnTo>
                  <a:lnTo>
                    <a:pt x="25602" y="22668"/>
                  </a:lnTo>
                  <a:lnTo>
                    <a:pt x="25203" y="25003"/>
                  </a:lnTo>
                  <a:lnTo>
                    <a:pt x="23312" y="30407"/>
                  </a:lnTo>
                  <a:lnTo>
                    <a:pt x="23201" y="31574"/>
                  </a:lnTo>
                  <a:lnTo>
                    <a:pt x="22453" y="33899"/>
                  </a:lnTo>
                  <a:lnTo>
                    <a:pt x="20935" y="34275"/>
                  </a:lnTo>
                  <a:lnTo>
                    <a:pt x="19175" y="35397"/>
                  </a:lnTo>
                  <a:lnTo>
                    <a:pt x="18196" y="36271"/>
                  </a:lnTo>
                  <a:lnTo>
                    <a:pt x="17346" y="37408"/>
                  </a:lnTo>
                  <a:lnTo>
                    <a:pt x="17021" y="38894"/>
                  </a:lnTo>
                  <a:lnTo>
                    <a:pt x="17300" y="39573"/>
                  </a:lnTo>
                  <a:lnTo>
                    <a:pt x="17477" y="40298"/>
                  </a:lnTo>
                  <a:lnTo>
                    <a:pt x="17457" y="41082"/>
                  </a:lnTo>
                  <a:lnTo>
                    <a:pt x="17193" y="41733"/>
                  </a:lnTo>
                  <a:lnTo>
                    <a:pt x="16348" y="43318"/>
                  </a:lnTo>
                  <a:lnTo>
                    <a:pt x="15990" y="44614"/>
                  </a:lnTo>
                  <a:lnTo>
                    <a:pt x="15611" y="45194"/>
                  </a:lnTo>
                  <a:lnTo>
                    <a:pt x="15425" y="45900"/>
                  </a:lnTo>
                  <a:lnTo>
                    <a:pt x="15488" y="46706"/>
                  </a:lnTo>
                  <a:lnTo>
                    <a:pt x="15829" y="47408"/>
                  </a:lnTo>
                  <a:lnTo>
                    <a:pt x="16860" y="50437"/>
                  </a:lnTo>
                  <a:lnTo>
                    <a:pt x="17963" y="53361"/>
                  </a:lnTo>
                  <a:lnTo>
                    <a:pt x="18200" y="53697"/>
                  </a:lnTo>
                  <a:lnTo>
                    <a:pt x="18293" y="54089"/>
                  </a:lnTo>
                  <a:lnTo>
                    <a:pt x="17641" y="54864"/>
                  </a:lnTo>
                  <a:lnTo>
                    <a:pt x="17654" y="56267"/>
                  </a:lnTo>
                  <a:lnTo>
                    <a:pt x="17849" y="57657"/>
                  </a:lnTo>
                  <a:lnTo>
                    <a:pt x="18827" y="61107"/>
                  </a:lnTo>
                  <a:lnTo>
                    <a:pt x="18966" y="62029"/>
                  </a:lnTo>
                  <a:lnTo>
                    <a:pt x="19287" y="62785"/>
                  </a:lnTo>
                  <a:lnTo>
                    <a:pt x="19787" y="63493"/>
                  </a:lnTo>
                  <a:lnTo>
                    <a:pt x="20339" y="64088"/>
                  </a:lnTo>
                  <a:lnTo>
                    <a:pt x="21927" y="65110"/>
                  </a:lnTo>
                  <a:lnTo>
                    <a:pt x="22540" y="65311"/>
                  </a:lnTo>
                  <a:lnTo>
                    <a:pt x="23178" y="65347"/>
                  </a:lnTo>
                  <a:lnTo>
                    <a:pt x="23336" y="64659"/>
                  </a:lnTo>
                  <a:lnTo>
                    <a:pt x="23894" y="64426"/>
                  </a:lnTo>
                  <a:lnTo>
                    <a:pt x="23771" y="63749"/>
                  </a:lnTo>
                  <a:lnTo>
                    <a:pt x="23091" y="62815"/>
                  </a:lnTo>
                  <a:lnTo>
                    <a:pt x="23064" y="62308"/>
                  </a:lnTo>
                  <a:lnTo>
                    <a:pt x="23421" y="61931"/>
                  </a:lnTo>
                  <a:lnTo>
                    <a:pt x="23848" y="61711"/>
                  </a:lnTo>
                  <a:lnTo>
                    <a:pt x="24805" y="60693"/>
                  </a:lnTo>
                  <a:lnTo>
                    <a:pt x="25818" y="59877"/>
                  </a:lnTo>
                  <a:lnTo>
                    <a:pt x="27108" y="59944"/>
                  </a:lnTo>
                  <a:lnTo>
                    <a:pt x="28375" y="60400"/>
                  </a:lnTo>
                  <a:lnTo>
                    <a:pt x="29274" y="60875"/>
                  </a:lnTo>
                  <a:lnTo>
                    <a:pt x="30013" y="61749"/>
                  </a:lnTo>
                  <a:lnTo>
                    <a:pt x="30773" y="63259"/>
                  </a:lnTo>
                  <a:lnTo>
                    <a:pt x="31307" y="64931"/>
                  </a:lnTo>
                  <a:lnTo>
                    <a:pt x="31304" y="65730"/>
                  </a:lnTo>
                  <a:lnTo>
                    <a:pt x="31174" y="66528"/>
                  </a:lnTo>
                  <a:lnTo>
                    <a:pt x="31203" y="67319"/>
                  </a:lnTo>
                  <a:lnTo>
                    <a:pt x="31600" y="67856"/>
                  </a:lnTo>
                  <a:lnTo>
                    <a:pt x="32825" y="67897"/>
                  </a:lnTo>
                  <a:lnTo>
                    <a:pt x="33445" y="66654"/>
                  </a:lnTo>
                  <a:lnTo>
                    <a:pt x="33524" y="65258"/>
                  </a:lnTo>
                  <a:lnTo>
                    <a:pt x="33088" y="64715"/>
                  </a:lnTo>
                  <a:lnTo>
                    <a:pt x="33289" y="64027"/>
                  </a:lnTo>
                  <a:lnTo>
                    <a:pt x="33666" y="63513"/>
                  </a:lnTo>
                  <a:lnTo>
                    <a:pt x="34206" y="63973"/>
                  </a:lnTo>
                  <a:lnTo>
                    <a:pt x="34725" y="64843"/>
                  </a:lnTo>
                  <a:lnTo>
                    <a:pt x="36622" y="65789"/>
                  </a:lnTo>
                  <a:lnTo>
                    <a:pt x="37107" y="65809"/>
                  </a:lnTo>
                  <a:lnTo>
                    <a:pt x="37504" y="65986"/>
                  </a:lnTo>
                  <a:lnTo>
                    <a:pt x="38353" y="66645"/>
                  </a:lnTo>
                  <a:lnTo>
                    <a:pt x="38749" y="67168"/>
                  </a:lnTo>
                  <a:lnTo>
                    <a:pt x="38263" y="68254"/>
                  </a:lnTo>
                  <a:lnTo>
                    <a:pt x="36379" y="68495"/>
                  </a:lnTo>
                  <a:lnTo>
                    <a:pt x="35835" y="69314"/>
                  </a:lnTo>
                  <a:lnTo>
                    <a:pt x="36389" y="70955"/>
                  </a:lnTo>
                  <a:lnTo>
                    <a:pt x="37292" y="72301"/>
                  </a:lnTo>
                  <a:lnTo>
                    <a:pt x="37871" y="73390"/>
                  </a:lnTo>
                  <a:lnTo>
                    <a:pt x="38386" y="74562"/>
                  </a:lnTo>
                  <a:lnTo>
                    <a:pt x="38361" y="75648"/>
                  </a:lnTo>
                  <a:lnTo>
                    <a:pt x="38064" y="76779"/>
                  </a:lnTo>
                  <a:lnTo>
                    <a:pt x="38892" y="76689"/>
                  </a:lnTo>
                  <a:lnTo>
                    <a:pt x="39672" y="76930"/>
                  </a:lnTo>
                  <a:lnTo>
                    <a:pt x="40750" y="77875"/>
                  </a:lnTo>
                  <a:lnTo>
                    <a:pt x="41086" y="77972"/>
                  </a:lnTo>
                  <a:lnTo>
                    <a:pt x="41447" y="77822"/>
                  </a:lnTo>
                  <a:lnTo>
                    <a:pt x="41395" y="81234"/>
                  </a:lnTo>
                  <a:lnTo>
                    <a:pt x="40662" y="84359"/>
                  </a:lnTo>
                  <a:lnTo>
                    <a:pt x="39734" y="83970"/>
                  </a:lnTo>
                  <a:lnTo>
                    <a:pt x="38940" y="82649"/>
                  </a:lnTo>
                  <a:lnTo>
                    <a:pt x="39102" y="81041"/>
                  </a:lnTo>
                  <a:lnTo>
                    <a:pt x="39609" y="79487"/>
                  </a:lnTo>
                  <a:lnTo>
                    <a:pt x="39320" y="79158"/>
                  </a:lnTo>
                  <a:lnTo>
                    <a:pt x="38808" y="79288"/>
                  </a:lnTo>
                  <a:lnTo>
                    <a:pt x="38226" y="79638"/>
                  </a:lnTo>
                  <a:lnTo>
                    <a:pt x="37599" y="79758"/>
                  </a:lnTo>
                  <a:lnTo>
                    <a:pt x="36565" y="79551"/>
                  </a:lnTo>
                  <a:lnTo>
                    <a:pt x="34442" y="77859"/>
                  </a:lnTo>
                  <a:lnTo>
                    <a:pt x="33577" y="77706"/>
                  </a:lnTo>
                  <a:lnTo>
                    <a:pt x="33383" y="76940"/>
                  </a:lnTo>
                  <a:lnTo>
                    <a:pt x="33431" y="75314"/>
                  </a:lnTo>
                  <a:lnTo>
                    <a:pt x="32584" y="73390"/>
                  </a:lnTo>
                  <a:lnTo>
                    <a:pt x="32448" y="72701"/>
                  </a:lnTo>
                  <a:lnTo>
                    <a:pt x="32180" y="72159"/>
                  </a:lnTo>
                  <a:lnTo>
                    <a:pt x="29653" y="70064"/>
                  </a:lnTo>
                  <a:lnTo>
                    <a:pt x="29344" y="69712"/>
                  </a:lnTo>
                  <a:lnTo>
                    <a:pt x="28567" y="68040"/>
                  </a:lnTo>
                  <a:lnTo>
                    <a:pt x="26806" y="65661"/>
                  </a:lnTo>
                  <a:lnTo>
                    <a:pt x="26312" y="65418"/>
                  </a:lnTo>
                  <a:lnTo>
                    <a:pt x="25776" y="65350"/>
                  </a:lnTo>
                  <a:lnTo>
                    <a:pt x="25602" y="65953"/>
                  </a:lnTo>
                  <a:lnTo>
                    <a:pt x="25846" y="66881"/>
                  </a:lnTo>
                  <a:lnTo>
                    <a:pt x="25945" y="67677"/>
                  </a:lnTo>
                  <a:lnTo>
                    <a:pt x="25907" y="68513"/>
                  </a:lnTo>
                  <a:lnTo>
                    <a:pt x="25981" y="69159"/>
                  </a:lnTo>
                  <a:lnTo>
                    <a:pt x="26815" y="70482"/>
                  </a:lnTo>
                  <a:lnTo>
                    <a:pt x="26940" y="71108"/>
                  </a:lnTo>
                  <a:lnTo>
                    <a:pt x="27493" y="72806"/>
                  </a:lnTo>
                  <a:lnTo>
                    <a:pt x="27562" y="74790"/>
                  </a:lnTo>
                  <a:lnTo>
                    <a:pt x="26850" y="75613"/>
                  </a:lnTo>
                  <a:lnTo>
                    <a:pt x="26049" y="74694"/>
                  </a:lnTo>
                  <a:lnTo>
                    <a:pt x="26023" y="73946"/>
                  </a:lnTo>
                  <a:lnTo>
                    <a:pt x="25886" y="73250"/>
                  </a:lnTo>
                  <a:lnTo>
                    <a:pt x="25024" y="71448"/>
                  </a:lnTo>
                  <a:lnTo>
                    <a:pt x="24737" y="71059"/>
                  </a:lnTo>
                  <a:lnTo>
                    <a:pt x="23117" y="69279"/>
                  </a:lnTo>
                  <a:lnTo>
                    <a:pt x="21863" y="67325"/>
                  </a:lnTo>
                  <a:lnTo>
                    <a:pt x="19074" y="65243"/>
                  </a:lnTo>
                  <a:lnTo>
                    <a:pt x="18742" y="65128"/>
                  </a:lnTo>
                  <a:lnTo>
                    <a:pt x="18258" y="65285"/>
                  </a:lnTo>
                  <a:lnTo>
                    <a:pt x="17801" y="65545"/>
                  </a:lnTo>
                  <a:lnTo>
                    <a:pt x="16454" y="66574"/>
                  </a:lnTo>
                  <a:lnTo>
                    <a:pt x="15978" y="67291"/>
                  </a:lnTo>
                  <a:lnTo>
                    <a:pt x="15936" y="68392"/>
                  </a:lnTo>
                  <a:lnTo>
                    <a:pt x="14970" y="69267"/>
                  </a:lnTo>
                  <a:lnTo>
                    <a:pt x="13639" y="69390"/>
                  </a:lnTo>
                  <a:lnTo>
                    <a:pt x="12617" y="68843"/>
                  </a:lnTo>
                  <a:lnTo>
                    <a:pt x="11772" y="67747"/>
                  </a:lnTo>
                  <a:lnTo>
                    <a:pt x="11073" y="67694"/>
                  </a:lnTo>
                  <a:lnTo>
                    <a:pt x="10207" y="65981"/>
                  </a:lnTo>
                  <a:lnTo>
                    <a:pt x="9151" y="65760"/>
                  </a:lnTo>
                  <a:lnTo>
                    <a:pt x="8280" y="67100"/>
                  </a:lnTo>
                  <a:lnTo>
                    <a:pt x="8094" y="64438"/>
                  </a:lnTo>
                  <a:lnTo>
                    <a:pt x="8088" y="61750"/>
                  </a:lnTo>
                  <a:lnTo>
                    <a:pt x="8333" y="60965"/>
                  </a:lnTo>
                  <a:lnTo>
                    <a:pt x="8765" y="60311"/>
                  </a:lnTo>
                  <a:lnTo>
                    <a:pt x="10976" y="57495"/>
                  </a:lnTo>
                  <a:lnTo>
                    <a:pt x="11255" y="56591"/>
                  </a:lnTo>
                  <a:lnTo>
                    <a:pt x="11158" y="55376"/>
                  </a:lnTo>
                  <a:lnTo>
                    <a:pt x="10655" y="54389"/>
                  </a:lnTo>
                  <a:lnTo>
                    <a:pt x="9864" y="53789"/>
                  </a:lnTo>
                  <a:lnTo>
                    <a:pt x="8950" y="53541"/>
                  </a:lnTo>
                  <a:lnTo>
                    <a:pt x="8292" y="52989"/>
                  </a:lnTo>
                  <a:lnTo>
                    <a:pt x="7775" y="52081"/>
                  </a:lnTo>
                  <a:lnTo>
                    <a:pt x="7426" y="53687"/>
                  </a:lnTo>
                  <a:lnTo>
                    <a:pt x="7766" y="56079"/>
                  </a:lnTo>
                  <a:lnTo>
                    <a:pt x="7822" y="57635"/>
                  </a:lnTo>
                  <a:lnTo>
                    <a:pt x="7510" y="58217"/>
                  </a:lnTo>
                  <a:lnTo>
                    <a:pt x="6943" y="58233"/>
                  </a:lnTo>
                  <a:lnTo>
                    <a:pt x="6404" y="58049"/>
                  </a:lnTo>
                  <a:lnTo>
                    <a:pt x="6000" y="57492"/>
                  </a:lnTo>
                  <a:lnTo>
                    <a:pt x="5708" y="55888"/>
                  </a:lnTo>
                  <a:lnTo>
                    <a:pt x="4939" y="54827"/>
                  </a:lnTo>
                  <a:lnTo>
                    <a:pt x="4625" y="53308"/>
                  </a:lnTo>
                  <a:lnTo>
                    <a:pt x="4276" y="53092"/>
                  </a:lnTo>
                  <a:lnTo>
                    <a:pt x="3558" y="53209"/>
                  </a:lnTo>
                  <a:lnTo>
                    <a:pt x="3030" y="52502"/>
                  </a:lnTo>
                  <a:lnTo>
                    <a:pt x="2674" y="50730"/>
                  </a:lnTo>
                  <a:lnTo>
                    <a:pt x="2599" y="48827"/>
                  </a:lnTo>
                  <a:lnTo>
                    <a:pt x="2300" y="47228"/>
                  </a:lnTo>
                  <a:lnTo>
                    <a:pt x="1869" y="45679"/>
                  </a:lnTo>
                  <a:lnTo>
                    <a:pt x="1617" y="44415"/>
                  </a:lnTo>
                  <a:lnTo>
                    <a:pt x="1227" y="38741"/>
                  </a:lnTo>
                  <a:lnTo>
                    <a:pt x="1131" y="38221"/>
                  </a:lnTo>
                  <a:lnTo>
                    <a:pt x="925" y="37792"/>
                  </a:lnTo>
                  <a:lnTo>
                    <a:pt x="438" y="37147"/>
                  </a:lnTo>
                  <a:lnTo>
                    <a:pt x="67" y="36359"/>
                  </a:lnTo>
                  <a:lnTo>
                    <a:pt x="0" y="35710"/>
                  </a:lnTo>
                  <a:lnTo>
                    <a:pt x="101" y="32919"/>
                  </a:lnTo>
                  <a:lnTo>
                    <a:pt x="268" y="32246"/>
                  </a:lnTo>
                  <a:lnTo>
                    <a:pt x="652" y="31922"/>
                  </a:lnTo>
                  <a:lnTo>
                    <a:pt x="1176" y="32468"/>
                  </a:lnTo>
                  <a:lnTo>
                    <a:pt x="1594" y="33147"/>
                  </a:lnTo>
                  <a:lnTo>
                    <a:pt x="2112" y="33472"/>
                  </a:lnTo>
                  <a:lnTo>
                    <a:pt x="2569" y="33903"/>
                  </a:lnTo>
                  <a:lnTo>
                    <a:pt x="3426" y="35554"/>
                  </a:lnTo>
                  <a:lnTo>
                    <a:pt x="3764" y="35812"/>
                  </a:lnTo>
                  <a:lnTo>
                    <a:pt x="4819" y="35760"/>
                  </a:lnTo>
                  <a:lnTo>
                    <a:pt x="5441" y="35550"/>
                  </a:lnTo>
                  <a:lnTo>
                    <a:pt x="5742" y="34949"/>
                  </a:lnTo>
                  <a:lnTo>
                    <a:pt x="5931" y="34232"/>
                  </a:lnTo>
                  <a:lnTo>
                    <a:pt x="5936" y="33386"/>
                  </a:lnTo>
                  <a:lnTo>
                    <a:pt x="5328" y="30893"/>
                  </a:lnTo>
                  <a:lnTo>
                    <a:pt x="5141" y="29095"/>
                  </a:lnTo>
                  <a:lnTo>
                    <a:pt x="5133" y="27474"/>
                  </a:lnTo>
                  <a:lnTo>
                    <a:pt x="5292" y="25851"/>
                  </a:lnTo>
                  <a:lnTo>
                    <a:pt x="6121" y="23148"/>
                  </a:lnTo>
                  <a:lnTo>
                    <a:pt x="6227" y="21273"/>
                  </a:lnTo>
                  <a:lnTo>
                    <a:pt x="6148" y="18764"/>
                  </a:lnTo>
                  <a:lnTo>
                    <a:pt x="6294" y="17272"/>
                  </a:lnTo>
                  <a:lnTo>
                    <a:pt x="6269" y="16415"/>
                  </a:lnTo>
                  <a:lnTo>
                    <a:pt x="5773" y="15066"/>
                  </a:lnTo>
                  <a:lnTo>
                    <a:pt x="5644" y="13628"/>
                  </a:lnTo>
                  <a:lnTo>
                    <a:pt x="7031" y="6313"/>
                  </a:lnTo>
                  <a:lnTo>
                    <a:pt x="7466" y="4898"/>
                  </a:lnTo>
                  <a:lnTo>
                    <a:pt x="7782" y="3438"/>
                  </a:lnTo>
                  <a:lnTo>
                    <a:pt x="7927" y="1498"/>
                  </a:lnTo>
                  <a:lnTo>
                    <a:pt x="8964" y="967"/>
                  </a:lnTo>
                  <a:lnTo>
                    <a:pt x="9952" y="165"/>
                  </a:lnTo>
                  <a:lnTo>
                    <a:pt x="10463" y="228"/>
                  </a:lnTo>
                  <a:lnTo>
                    <a:pt x="11004" y="420"/>
                  </a:lnTo>
                  <a:lnTo>
                    <a:pt x="12200" y="2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g1188"/>
            <p:cNvSpPr/>
            <p:nvPr/>
          </p:nvSpPr>
          <p:spPr>
            <a:xfrm>
              <a:off x="5175132" y="2153397"/>
              <a:ext cx="1539" cy="2615"/>
            </a:xfrm>
            <a:custGeom>
              <a:avLst/>
              <a:pathLst>
                <a:path w="1539" h="2615">
                  <a:moveTo>
                    <a:pt x="912" y="1614"/>
                  </a:moveTo>
                  <a:lnTo>
                    <a:pt x="312" y="2615"/>
                  </a:lnTo>
                  <a:lnTo>
                    <a:pt x="0" y="2339"/>
                  </a:lnTo>
                  <a:lnTo>
                    <a:pt x="336" y="1365"/>
                  </a:lnTo>
                  <a:lnTo>
                    <a:pt x="327" y="1027"/>
                  </a:lnTo>
                  <a:lnTo>
                    <a:pt x="602" y="263"/>
                  </a:lnTo>
                  <a:lnTo>
                    <a:pt x="1117" y="0"/>
                  </a:lnTo>
                  <a:lnTo>
                    <a:pt x="1539" y="75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g1189"/>
            <p:cNvSpPr/>
            <p:nvPr/>
          </p:nvSpPr>
          <p:spPr>
            <a:xfrm>
              <a:off x="5169073" y="2150982"/>
              <a:ext cx="637" cy="2348"/>
            </a:xfrm>
            <a:custGeom>
              <a:avLst/>
              <a:pathLst>
                <a:path w="637" h="2348">
                  <a:moveTo>
                    <a:pt x="637" y="1411"/>
                  </a:moveTo>
                  <a:lnTo>
                    <a:pt x="584" y="2348"/>
                  </a:lnTo>
                  <a:lnTo>
                    <a:pt x="106" y="1853"/>
                  </a:lnTo>
                  <a:lnTo>
                    <a:pt x="0" y="1146"/>
                  </a:lnTo>
                  <a:lnTo>
                    <a:pt x="48" y="623"/>
                  </a:lnTo>
                  <a:lnTo>
                    <a:pt x="267" y="0"/>
                  </a:lnTo>
                  <a:lnTo>
                    <a:pt x="566" y="56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g1190"/>
            <p:cNvSpPr/>
            <p:nvPr/>
          </p:nvSpPr>
          <p:spPr>
            <a:xfrm>
              <a:off x="5170869" y="2147973"/>
              <a:ext cx="1482" cy="1785"/>
            </a:xfrm>
            <a:custGeom>
              <a:avLst/>
              <a:pathLst>
                <a:path w="1482" h="1785">
                  <a:moveTo>
                    <a:pt x="1384" y="521"/>
                  </a:moveTo>
                  <a:lnTo>
                    <a:pt x="1482" y="1785"/>
                  </a:lnTo>
                  <a:lnTo>
                    <a:pt x="922" y="1757"/>
                  </a:lnTo>
                  <a:lnTo>
                    <a:pt x="78" y="988"/>
                  </a:lnTo>
                  <a:lnTo>
                    <a:pt x="0" y="600"/>
                  </a:lnTo>
                  <a:lnTo>
                    <a:pt x="12" y="274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g1191"/>
            <p:cNvSpPr/>
            <p:nvPr/>
          </p:nvSpPr>
          <p:spPr>
            <a:xfrm>
              <a:off x="5175972" y="2132906"/>
              <a:ext cx="1107" cy="1755"/>
            </a:xfrm>
            <a:custGeom>
              <a:avLst/>
              <a:pathLst>
                <a:path w="1107" h="1755">
                  <a:moveTo>
                    <a:pt x="435" y="1586"/>
                  </a:moveTo>
                  <a:lnTo>
                    <a:pt x="257" y="1755"/>
                  </a:lnTo>
                  <a:lnTo>
                    <a:pt x="0" y="1676"/>
                  </a:lnTo>
                  <a:lnTo>
                    <a:pt x="256" y="360"/>
                  </a:lnTo>
                  <a:lnTo>
                    <a:pt x="729" y="0"/>
                  </a:lnTo>
                  <a:lnTo>
                    <a:pt x="1107" y="14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g1192"/>
            <p:cNvSpPr/>
            <p:nvPr/>
          </p:nvSpPr>
          <p:spPr>
            <a:xfrm>
              <a:off x="5174804" y="2127861"/>
              <a:ext cx="827" cy="1966"/>
            </a:xfrm>
            <a:custGeom>
              <a:avLst/>
              <a:pathLst>
                <a:path w="827" h="1966">
                  <a:moveTo>
                    <a:pt x="827" y="828"/>
                  </a:moveTo>
                  <a:lnTo>
                    <a:pt x="368" y="1966"/>
                  </a:lnTo>
                  <a:lnTo>
                    <a:pt x="0" y="1953"/>
                  </a:lnTo>
                  <a:lnTo>
                    <a:pt x="55" y="1319"/>
                  </a:lnTo>
                  <a:lnTo>
                    <a:pt x="541" y="0"/>
                  </a:lnTo>
                  <a:lnTo>
                    <a:pt x="722" y="2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g1193"/>
            <p:cNvSpPr/>
            <p:nvPr/>
          </p:nvSpPr>
          <p:spPr>
            <a:xfrm>
              <a:off x="5263209" y="2375864"/>
              <a:ext cx="500" cy="540"/>
            </a:xfrm>
            <a:custGeom>
              <a:avLst/>
              <a:pathLst>
                <a:path w="500" h="540">
                  <a:moveTo>
                    <a:pt x="353" y="479"/>
                  </a:moveTo>
                  <a:lnTo>
                    <a:pt x="138" y="540"/>
                  </a:lnTo>
                  <a:lnTo>
                    <a:pt x="0" y="493"/>
                  </a:lnTo>
                  <a:lnTo>
                    <a:pt x="16" y="294"/>
                  </a:lnTo>
                  <a:lnTo>
                    <a:pt x="156" y="90"/>
                  </a:lnTo>
                  <a:lnTo>
                    <a:pt x="353" y="0"/>
                  </a:lnTo>
                  <a:lnTo>
                    <a:pt x="500" y="69"/>
                  </a:lnTo>
                  <a:lnTo>
                    <a:pt x="485" y="25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g1194"/>
            <p:cNvSpPr/>
            <p:nvPr/>
          </p:nvSpPr>
          <p:spPr>
            <a:xfrm>
              <a:off x="5295104" y="2310985"/>
              <a:ext cx="1450" cy="4902"/>
            </a:xfrm>
            <a:custGeom>
              <a:avLst/>
              <a:pathLst>
                <a:path w="1450" h="4902">
                  <a:moveTo>
                    <a:pt x="843" y="4603"/>
                  </a:moveTo>
                  <a:lnTo>
                    <a:pt x="268" y="4902"/>
                  </a:lnTo>
                  <a:lnTo>
                    <a:pt x="0" y="3835"/>
                  </a:lnTo>
                  <a:lnTo>
                    <a:pt x="89" y="2598"/>
                  </a:lnTo>
                  <a:lnTo>
                    <a:pt x="470" y="1648"/>
                  </a:lnTo>
                  <a:lnTo>
                    <a:pt x="969" y="1234"/>
                  </a:lnTo>
                  <a:lnTo>
                    <a:pt x="1371" y="0"/>
                  </a:lnTo>
                  <a:lnTo>
                    <a:pt x="1450" y="681"/>
                  </a:lnTo>
                  <a:lnTo>
                    <a:pt x="1196" y="2940"/>
                  </a:lnTo>
                  <a:lnTo>
                    <a:pt x="870" y="381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g1195"/>
            <p:cNvSpPr/>
            <p:nvPr/>
          </p:nvSpPr>
          <p:spPr>
            <a:xfrm>
              <a:off x="5471997" y="2576500"/>
              <a:ext cx="5262" cy="4274"/>
            </a:xfrm>
            <a:custGeom>
              <a:avLst/>
              <a:pathLst>
                <a:path w="5262" h="4274">
                  <a:moveTo>
                    <a:pt x="3145" y="2120"/>
                  </a:moveTo>
                  <a:lnTo>
                    <a:pt x="4726" y="2850"/>
                  </a:lnTo>
                  <a:lnTo>
                    <a:pt x="5262" y="3657"/>
                  </a:lnTo>
                  <a:lnTo>
                    <a:pt x="4691" y="4023"/>
                  </a:lnTo>
                  <a:lnTo>
                    <a:pt x="3312" y="4274"/>
                  </a:lnTo>
                  <a:lnTo>
                    <a:pt x="2986" y="3781"/>
                  </a:lnTo>
                  <a:lnTo>
                    <a:pt x="1659" y="3284"/>
                  </a:lnTo>
                  <a:lnTo>
                    <a:pt x="1451" y="2383"/>
                  </a:lnTo>
                  <a:lnTo>
                    <a:pt x="787" y="2690"/>
                  </a:lnTo>
                  <a:lnTo>
                    <a:pt x="1123" y="2055"/>
                  </a:lnTo>
                  <a:lnTo>
                    <a:pt x="292" y="1341"/>
                  </a:lnTo>
                  <a:lnTo>
                    <a:pt x="32" y="386"/>
                  </a:lnTo>
                  <a:lnTo>
                    <a:pt x="0" y="0"/>
                  </a:lnTo>
                  <a:lnTo>
                    <a:pt x="975" y="44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g1196"/>
            <p:cNvSpPr/>
            <p:nvPr/>
          </p:nvSpPr>
          <p:spPr>
            <a:xfrm>
              <a:off x="5479753" y="2576323"/>
              <a:ext cx="2434" cy="1593"/>
            </a:xfrm>
            <a:custGeom>
              <a:avLst/>
              <a:pathLst>
                <a:path w="2434" h="1593">
                  <a:moveTo>
                    <a:pt x="2434" y="697"/>
                  </a:moveTo>
                  <a:lnTo>
                    <a:pt x="2294" y="1457"/>
                  </a:lnTo>
                  <a:lnTo>
                    <a:pt x="1950" y="1200"/>
                  </a:lnTo>
                  <a:lnTo>
                    <a:pt x="924" y="1593"/>
                  </a:lnTo>
                  <a:lnTo>
                    <a:pt x="384" y="1505"/>
                  </a:lnTo>
                  <a:lnTo>
                    <a:pt x="72" y="824"/>
                  </a:lnTo>
                  <a:lnTo>
                    <a:pt x="0" y="509"/>
                  </a:lnTo>
                  <a:lnTo>
                    <a:pt x="891" y="754"/>
                  </a:lnTo>
                  <a:lnTo>
                    <a:pt x="741" y="0"/>
                  </a:lnTo>
                  <a:lnTo>
                    <a:pt x="2028" y="38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g1197"/>
            <p:cNvSpPr/>
            <p:nvPr/>
          </p:nvSpPr>
          <p:spPr>
            <a:xfrm>
              <a:off x="5449122" y="2565729"/>
              <a:ext cx="1068" cy="1277"/>
            </a:xfrm>
            <a:custGeom>
              <a:avLst/>
              <a:pathLst>
                <a:path w="1068" h="1277">
                  <a:moveTo>
                    <a:pt x="1068" y="187"/>
                  </a:moveTo>
                  <a:lnTo>
                    <a:pt x="936" y="1277"/>
                  </a:lnTo>
                  <a:lnTo>
                    <a:pt x="157" y="953"/>
                  </a:lnTo>
                  <a:lnTo>
                    <a:pt x="0" y="719"/>
                  </a:lnTo>
                  <a:lnTo>
                    <a:pt x="128" y="31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g1198"/>
            <p:cNvSpPr/>
            <p:nvPr/>
          </p:nvSpPr>
          <p:spPr>
            <a:xfrm>
              <a:off x="5449030" y="2553974"/>
              <a:ext cx="4923" cy="6773"/>
            </a:xfrm>
            <a:custGeom>
              <a:avLst/>
              <a:pathLst>
                <a:path w="4923" h="6773">
                  <a:moveTo>
                    <a:pt x="2884" y="4338"/>
                  </a:moveTo>
                  <a:lnTo>
                    <a:pt x="3286" y="4339"/>
                  </a:lnTo>
                  <a:lnTo>
                    <a:pt x="3957" y="3297"/>
                  </a:lnTo>
                  <a:lnTo>
                    <a:pt x="4537" y="2978"/>
                  </a:lnTo>
                  <a:lnTo>
                    <a:pt x="4923" y="3454"/>
                  </a:lnTo>
                  <a:lnTo>
                    <a:pt x="4302" y="6773"/>
                  </a:lnTo>
                  <a:lnTo>
                    <a:pt x="3778" y="6273"/>
                  </a:lnTo>
                  <a:lnTo>
                    <a:pt x="1732" y="5348"/>
                  </a:lnTo>
                  <a:lnTo>
                    <a:pt x="1668" y="4035"/>
                  </a:lnTo>
                  <a:lnTo>
                    <a:pt x="1135" y="3612"/>
                  </a:lnTo>
                  <a:lnTo>
                    <a:pt x="806" y="2330"/>
                  </a:lnTo>
                  <a:lnTo>
                    <a:pt x="128" y="909"/>
                  </a:lnTo>
                  <a:lnTo>
                    <a:pt x="0" y="0"/>
                  </a:lnTo>
                  <a:lnTo>
                    <a:pt x="384" y="374"/>
                  </a:lnTo>
                  <a:lnTo>
                    <a:pt x="815" y="1302"/>
                  </a:lnTo>
                  <a:lnTo>
                    <a:pt x="2605" y="3206"/>
                  </a:lnTo>
                  <a:lnTo>
                    <a:pt x="2536" y="382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g1199"/>
            <p:cNvSpPr/>
            <p:nvPr/>
          </p:nvSpPr>
          <p:spPr>
            <a:xfrm>
              <a:off x="5445770" y="2548904"/>
              <a:ext cx="4420" cy="4982"/>
            </a:xfrm>
            <a:custGeom>
              <a:avLst/>
              <a:pathLst>
                <a:path w="4420" h="4982">
                  <a:moveTo>
                    <a:pt x="917" y="13"/>
                  </a:moveTo>
                  <a:lnTo>
                    <a:pt x="2247" y="1156"/>
                  </a:lnTo>
                  <a:lnTo>
                    <a:pt x="2980" y="821"/>
                  </a:lnTo>
                  <a:lnTo>
                    <a:pt x="3379" y="1009"/>
                  </a:lnTo>
                  <a:lnTo>
                    <a:pt x="4235" y="2330"/>
                  </a:lnTo>
                  <a:lnTo>
                    <a:pt x="4282" y="3296"/>
                  </a:lnTo>
                  <a:lnTo>
                    <a:pt x="4420" y="4125"/>
                  </a:lnTo>
                  <a:lnTo>
                    <a:pt x="4376" y="4489"/>
                  </a:lnTo>
                  <a:lnTo>
                    <a:pt x="3903" y="4982"/>
                  </a:lnTo>
                  <a:lnTo>
                    <a:pt x="3943" y="4421"/>
                  </a:lnTo>
                  <a:lnTo>
                    <a:pt x="3581" y="4312"/>
                  </a:lnTo>
                  <a:lnTo>
                    <a:pt x="2335" y="4336"/>
                  </a:lnTo>
                  <a:lnTo>
                    <a:pt x="1370" y="3982"/>
                  </a:lnTo>
                  <a:lnTo>
                    <a:pt x="45" y="3891"/>
                  </a:lnTo>
                  <a:lnTo>
                    <a:pt x="604" y="3014"/>
                  </a:lnTo>
                  <a:lnTo>
                    <a:pt x="728" y="2657"/>
                  </a:lnTo>
                  <a:lnTo>
                    <a:pt x="30" y="1246"/>
                  </a:lnTo>
                  <a:lnTo>
                    <a:pt x="0" y="572"/>
                  </a:lnTo>
                  <a:lnTo>
                    <a:pt x="55" y="200"/>
                  </a:lnTo>
                  <a:lnTo>
                    <a:pt x="638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g1200"/>
            <p:cNvSpPr/>
            <p:nvPr/>
          </p:nvSpPr>
          <p:spPr>
            <a:xfrm>
              <a:off x="5442726" y="2546962"/>
              <a:ext cx="2444" cy="4354"/>
            </a:xfrm>
            <a:custGeom>
              <a:avLst/>
              <a:pathLst>
                <a:path w="2444" h="4354">
                  <a:moveTo>
                    <a:pt x="2229" y="4010"/>
                  </a:moveTo>
                  <a:lnTo>
                    <a:pt x="2096" y="4354"/>
                  </a:lnTo>
                  <a:lnTo>
                    <a:pt x="1542" y="4101"/>
                  </a:lnTo>
                  <a:lnTo>
                    <a:pt x="0" y="2169"/>
                  </a:lnTo>
                  <a:lnTo>
                    <a:pt x="238" y="742"/>
                  </a:lnTo>
                  <a:lnTo>
                    <a:pt x="932" y="0"/>
                  </a:lnTo>
                  <a:lnTo>
                    <a:pt x="1990" y="806"/>
                  </a:lnTo>
                  <a:lnTo>
                    <a:pt x="2339" y="1990"/>
                  </a:lnTo>
                  <a:lnTo>
                    <a:pt x="2444" y="265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g1201"/>
            <p:cNvSpPr/>
            <p:nvPr/>
          </p:nvSpPr>
          <p:spPr>
            <a:xfrm>
              <a:off x="5465483" y="2543517"/>
              <a:ext cx="4542" cy="3695"/>
            </a:xfrm>
            <a:custGeom>
              <a:avLst/>
              <a:pathLst>
                <a:path w="4542" h="3695">
                  <a:moveTo>
                    <a:pt x="1095" y="0"/>
                  </a:moveTo>
                  <a:lnTo>
                    <a:pt x="1647" y="212"/>
                  </a:lnTo>
                  <a:lnTo>
                    <a:pt x="2790" y="108"/>
                  </a:lnTo>
                  <a:lnTo>
                    <a:pt x="3166" y="908"/>
                  </a:lnTo>
                  <a:lnTo>
                    <a:pt x="3689" y="1183"/>
                  </a:lnTo>
                  <a:lnTo>
                    <a:pt x="4141" y="1544"/>
                  </a:lnTo>
                  <a:lnTo>
                    <a:pt x="4542" y="2070"/>
                  </a:lnTo>
                  <a:lnTo>
                    <a:pt x="4540" y="2390"/>
                  </a:lnTo>
                  <a:lnTo>
                    <a:pt x="4444" y="2669"/>
                  </a:lnTo>
                  <a:lnTo>
                    <a:pt x="4201" y="2918"/>
                  </a:lnTo>
                  <a:lnTo>
                    <a:pt x="4273" y="3481"/>
                  </a:lnTo>
                  <a:lnTo>
                    <a:pt x="3856" y="3398"/>
                  </a:lnTo>
                  <a:lnTo>
                    <a:pt x="3333" y="3695"/>
                  </a:lnTo>
                  <a:lnTo>
                    <a:pt x="2311" y="3037"/>
                  </a:lnTo>
                  <a:lnTo>
                    <a:pt x="1939" y="2889"/>
                  </a:lnTo>
                  <a:lnTo>
                    <a:pt x="1826" y="2325"/>
                  </a:lnTo>
                  <a:lnTo>
                    <a:pt x="1163" y="1381"/>
                  </a:lnTo>
                  <a:lnTo>
                    <a:pt x="0" y="704"/>
                  </a:lnTo>
                  <a:lnTo>
                    <a:pt x="585" y="14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g1202"/>
            <p:cNvSpPr/>
            <p:nvPr/>
          </p:nvSpPr>
          <p:spPr>
            <a:xfrm>
              <a:off x="5377419" y="2536042"/>
              <a:ext cx="3797" cy="3538"/>
            </a:xfrm>
            <a:custGeom>
              <a:avLst/>
              <a:pathLst>
                <a:path w="3797" h="3538">
                  <a:moveTo>
                    <a:pt x="3628" y="2928"/>
                  </a:moveTo>
                  <a:lnTo>
                    <a:pt x="3797" y="3538"/>
                  </a:lnTo>
                  <a:lnTo>
                    <a:pt x="2421" y="2701"/>
                  </a:lnTo>
                  <a:lnTo>
                    <a:pt x="1109" y="1302"/>
                  </a:lnTo>
                  <a:lnTo>
                    <a:pt x="444" y="922"/>
                  </a:lnTo>
                  <a:lnTo>
                    <a:pt x="0" y="0"/>
                  </a:lnTo>
                  <a:lnTo>
                    <a:pt x="815" y="687"/>
                  </a:lnTo>
                  <a:lnTo>
                    <a:pt x="2237" y="133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g1203"/>
            <p:cNvSpPr/>
            <p:nvPr/>
          </p:nvSpPr>
          <p:spPr>
            <a:xfrm>
              <a:off x="5451196" y="2535978"/>
              <a:ext cx="1264" cy="5384"/>
            </a:xfrm>
            <a:custGeom>
              <a:avLst/>
              <a:pathLst>
                <a:path w="1264" h="5384">
                  <a:moveTo>
                    <a:pt x="963" y="4388"/>
                  </a:moveTo>
                  <a:lnTo>
                    <a:pt x="1127" y="5384"/>
                  </a:lnTo>
                  <a:lnTo>
                    <a:pt x="389" y="4316"/>
                  </a:lnTo>
                  <a:lnTo>
                    <a:pt x="717" y="3109"/>
                  </a:lnTo>
                  <a:lnTo>
                    <a:pt x="774" y="2457"/>
                  </a:lnTo>
                  <a:lnTo>
                    <a:pt x="736" y="2089"/>
                  </a:lnTo>
                  <a:lnTo>
                    <a:pt x="0" y="1464"/>
                  </a:lnTo>
                  <a:lnTo>
                    <a:pt x="390" y="442"/>
                  </a:lnTo>
                  <a:lnTo>
                    <a:pt x="805" y="99"/>
                  </a:lnTo>
                  <a:lnTo>
                    <a:pt x="1065" y="0"/>
                  </a:lnTo>
                  <a:lnTo>
                    <a:pt x="1054" y="1437"/>
                  </a:lnTo>
                  <a:lnTo>
                    <a:pt x="1264" y="208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g1204"/>
            <p:cNvSpPr/>
            <p:nvPr/>
          </p:nvSpPr>
          <p:spPr>
            <a:xfrm>
              <a:off x="5378507" y="2535263"/>
              <a:ext cx="2561" cy="1634"/>
            </a:xfrm>
            <a:custGeom>
              <a:avLst/>
              <a:pathLst>
                <a:path w="2561" h="1634">
                  <a:moveTo>
                    <a:pt x="2506" y="1592"/>
                  </a:moveTo>
                  <a:lnTo>
                    <a:pt x="2093" y="1634"/>
                  </a:lnTo>
                  <a:lnTo>
                    <a:pt x="426" y="687"/>
                  </a:lnTo>
                  <a:lnTo>
                    <a:pt x="0" y="0"/>
                  </a:lnTo>
                  <a:lnTo>
                    <a:pt x="1952" y="152"/>
                  </a:lnTo>
                  <a:lnTo>
                    <a:pt x="2455" y="325"/>
                  </a:lnTo>
                  <a:lnTo>
                    <a:pt x="2561" y="128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g1205"/>
            <p:cNvSpPr/>
            <p:nvPr/>
          </p:nvSpPr>
          <p:spPr>
            <a:xfrm>
              <a:off x="5420695" y="2495138"/>
              <a:ext cx="2790" cy="4786"/>
            </a:xfrm>
            <a:custGeom>
              <a:avLst/>
              <a:pathLst>
                <a:path w="2790" h="4786">
                  <a:moveTo>
                    <a:pt x="2315" y="4680"/>
                  </a:moveTo>
                  <a:lnTo>
                    <a:pt x="1933" y="4786"/>
                  </a:lnTo>
                  <a:lnTo>
                    <a:pt x="1768" y="4153"/>
                  </a:lnTo>
                  <a:lnTo>
                    <a:pt x="884" y="3604"/>
                  </a:lnTo>
                  <a:lnTo>
                    <a:pt x="0" y="1902"/>
                  </a:lnTo>
                  <a:lnTo>
                    <a:pt x="13" y="441"/>
                  </a:lnTo>
                  <a:lnTo>
                    <a:pt x="128" y="21"/>
                  </a:lnTo>
                  <a:lnTo>
                    <a:pt x="618" y="0"/>
                  </a:lnTo>
                  <a:lnTo>
                    <a:pt x="2589" y="1683"/>
                  </a:lnTo>
                  <a:lnTo>
                    <a:pt x="2790" y="2222"/>
                  </a:lnTo>
                  <a:lnTo>
                    <a:pt x="2643" y="381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g1206"/>
            <p:cNvSpPr/>
            <p:nvPr/>
          </p:nvSpPr>
          <p:spPr>
            <a:xfrm>
              <a:off x="5486239" y="2494491"/>
              <a:ext cx="11813" cy="19783"/>
            </a:xfrm>
            <a:custGeom>
              <a:avLst/>
              <a:pathLst>
                <a:path w="11813" h="19783">
                  <a:moveTo>
                    <a:pt x="11813" y="17328"/>
                  </a:moveTo>
                  <a:lnTo>
                    <a:pt x="11582" y="18634"/>
                  </a:lnTo>
                  <a:lnTo>
                    <a:pt x="11409" y="18860"/>
                  </a:lnTo>
                  <a:lnTo>
                    <a:pt x="11191" y="18370"/>
                  </a:lnTo>
                  <a:lnTo>
                    <a:pt x="10368" y="18845"/>
                  </a:lnTo>
                  <a:lnTo>
                    <a:pt x="9976" y="19386"/>
                  </a:lnTo>
                  <a:lnTo>
                    <a:pt x="9558" y="19783"/>
                  </a:lnTo>
                  <a:lnTo>
                    <a:pt x="8594" y="19687"/>
                  </a:lnTo>
                  <a:lnTo>
                    <a:pt x="7681" y="19329"/>
                  </a:lnTo>
                  <a:lnTo>
                    <a:pt x="6796" y="18666"/>
                  </a:lnTo>
                  <a:lnTo>
                    <a:pt x="6008" y="17814"/>
                  </a:lnTo>
                  <a:lnTo>
                    <a:pt x="5218" y="16481"/>
                  </a:lnTo>
                  <a:lnTo>
                    <a:pt x="4726" y="15097"/>
                  </a:lnTo>
                  <a:lnTo>
                    <a:pt x="4971" y="13490"/>
                  </a:lnTo>
                  <a:lnTo>
                    <a:pt x="4665" y="12039"/>
                  </a:lnTo>
                  <a:lnTo>
                    <a:pt x="3175" y="11008"/>
                  </a:lnTo>
                  <a:lnTo>
                    <a:pt x="2849" y="10674"/>
                  </a:lnTo>
                  <a:lnTo>
                    <a:pt x="2187" y="9229"/>
                  </a:lnTo>
                  <a:lnTo>
                    <a:pt x="1526" y="8605"/>
                  </a:lnTo>
                  <a:lnTo>
                    <a:pt x="690" y="7340"/>
                  </a:lnTo>
                  <a:lnTo>
                    <a:pt x="475" y="6791"/>
                  </a:lnTo>
                  <a:lnTo>
                    <a:pt x="114" y="5189"/>
                  </a:lnTo>
                  <a:lnTo>
                    <a:pt x="0" y="4221"/>
                  </a:lnTo>
                  <a:lnTo>
                    <a:pt x="304" y="1407"/>
                  </a:lnTo>
                  <a:lnTo>
                    <a:pt x="192" y="0"/>
                  </a:lnTo>
                  <a:lnTo>
                    <a:pt x="602" y="134"/>
                  </a:lnTo>
                  <a:lnTo>
                    <a:pt x="1035" y="691"/>
                  </a:lnTo>
                  <a:lnTo>
                    <a:pt x="1528" y="1073"/>
                  </a:lnTo>
                  <a:lnTo>
                    <a:pt x="2725" y="1332"/>
                  </a:lnTo>
                  <a:lnTo>
                    <a:pt x="3641" y="2451"/>
                  </a:lnTo>
                  <a:lnTo>
                    <a:pt x="4519" y="4637"/>
                  </a:lnTo>
                  <a:lnTo>
                    <a:pt x="4625" y="5354"/>
                  </a:lnTo>
                  <a:lnTo>
                    <a:pt x="4905" y="5869"/>
                  </a:lnTo>
                  <a:lnTo>
                    <a:pt x="5809" y="6796"/>
                  </a:lnTo>
                  <a:lnTo>
                    <a:pt x="6277" y="7392"/>
                  </a:lnTo>
                  <a:lnTo>
                    <a:pt x="7171" y="9773"/>
                  </a:lnTo>
                  <a:lnTo>
                    <a:pt x="7666" y="10281"/>
                  </a:lnTo>
                  <a:lnTo>
                    <a:pt x="8250" y="10485"/>
                  </a:lnTo>
                  <a:lnTo>
                    <a:pt x="8793" y="10828"/>
                  </a:lnTo>
                  <a:lnTo>
                    <a:pt x="9699" y="11873"/>
                  </a:lnTo>
                  <a:lnTo>
                    <a:pt x="10535" y="13055"/>
                  </a:lnTo>
                  <a:lnTo>
                    <a:pt x="11099" y="14299"/>
                  </a:lnTo>
                  <a:lnTo>
                    <a:pt x="11529" y="1563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g1207"/>
            <p:cNvSpPr/>
            <p:nvPr/>
          </p:nvSpPr>
          <p:spPr>
            <a:xfrm>
              <a:off x="5413361" y="2490954"/>
              <a:ext cx="2043" cy="3439"/>
            </a:xfrm>
            <a:custGeom>
              <a:avLst/>
              <a:pathLst>
                <a:path w="2043" h="3439">
                  <a:moveTo>
                    <a:pt x="1612" y="3363"/>
                  </a:moveTo>
                  <a:lnTo>
                    <a:pt x="1081" y="3439"/>
                  </a:lnTo>
                  <a:lnTo>
                    <a:pt x="218" y="2113"/>
                  </a:lnTo>
                  <a:lnTo>
                    <a:pt x="0" y="1620"/>
                  </a:lnTo>
                  <a:lnTo>
                    <a:pt x="84" y="928"/>
                  </a:lnTo>
                  <a:lnTo>
                    <a:pt x="1184" y="0"/>
                  </a:lnTo>
                  <a:lnTo>
                    <a:pt x="1896" y="847"/>
                  </a:lnTo>
                  <a:lnTo>
                    <a:pt x="2043" y="266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g1208"/>
            <p:cNvSpPr/>
            <p:nvPr/>
          </p:nvSpPr>
          <p:spPr>
            <a:xfrm>
              <a:off x="5484640" y="2488485"/>
              <a:ext cx="1770" cy="5952"/>
            </a:xfrm>
            <a:custGeom>
              <a:avLst/>
              <a:pathLst>
                <a:path w="1770" h="5952">
                  <a:moveTo>
                    <a:pt x="1014" y="5842"/>
                  </a:moveTo>
                  <a:lnTo>
                    <a:pt x="825" y="5952"/>
                  </a:lnTo>
                  <a:lnTo>
                    <a:pt x="414" y="4192"/>
                  </a:lnTo>
                  <a:lnTo>
                    <a:pt x="341" y="2887"/>
                  </a:lnTo>
                  <a:lnTo>
                    <a:pt x="215" y="1925"/>
                  </a:lnTo>
                  <a:lnTo>
                    <a:pt x="0" y="1352"/>
                  </a:lnTo>
                  <a:lnTo>
                    <a:pt x="619" y="294"/>
                  </a:lnTo>
                  <a:lnTo>
                    <a:pt x="875" y="0"/>
                  </a:lnTo>
                  <a:lnTo>
                    <a:pt x="1343" y="559"/>
                  </a:lnTo>
                  <a:lnTo>
                    <a:pt x="1410" y="1796"/>
                  </a:lnTo>
                  <a:lnTo>
                    <a:pt x="1770" y="2848"/>
                  </a:lnTo>
                  <a:lnTo>
                    <a:pt x="1498" y="514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g1209"/>
            <p:cNvSpPr/>
            <p:nvPr/>
          </p:nvSpPr>
          <p:spPr>
            <a:xfrm>
              <a:off x="5402743" y="2481866"/>
              <a:ext cx="1606" cy="3019"/>
            </a:xfrm>
            <a:custGeom>
              <a:avLst/>
              <a:pathLst>
                <a:path w="1606" h="3019">
                  <a:moveTo>
                    <a:pt x="1284" y="2607"/>
                  </a:moveTo>
                  <a:lnTo>
                    <a:pt x="650" y="3019"/>
                  </a:lnTo>
                  <a:lnTo>
                    <a:pt x="193" y="2702"/>
                  </a:lnTo>
                  <a:lnTo>
                    <a:pt x="0" y="1788"/>
                  </a:lnTo>
                  <a:lnTo>
                    <a:pt x="157" y="905"/>
                  </a:lnTo>
                  <a:lnTo>
                    <a:pt x="711" y="209"/>
                  </a:lnTo>
                  <a:lnTo>
                    <a:pt x="1061" y="0"/>
                  </a:lnTo>
                  <a:lnTo>
                    <a:pt x="1455" y="472"/>
                  </a:lnTo>
                  <a:lnTo>
                    <a:pt x="1606" y="140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g1210"/>
            <p:cNvSpPr/>
            <p:nvPr/>
          </p:nvSpPr>
          <p:spPr>
            <a:xfrm>
              <a:off x="5425956" y="2477134"/>
              <a:ext cx="38490" cy="29302"/>
            </a:xfrm>
            <a:custGeom>
              <a:avLst/>
              <a:pathLst>
                <a:path w="38490" h="29302">
                  <a:moveTo>
                    <a:pt x="33854" y="1349"/>
                  </a:moveTo>
                  <a:lnTo>
                    <a:pt x="34346" y="1631"/>
                  </a:lnTo>
                  <a:lnTo>
                    <a:pt x="35761" y="170"/>
                  </a:lnTo>
                  <a:lnTo>
                    <a:pt x="36519" y="1187"/>
                  </a:lnTo>
                  <a:lnTo>
                    <a:pt x="37485" y="1683"/>
                  </a:lnTo>
                  <a:lnTo>
                    <a:pt x="38490" y="1962"/>
                  </a:lnTo>
                  <a:lnTo>
                    <a:pt x="38092" y="4056"/>
                  </a:lnTo>
                  <a:lnTo>
                    <a:pt x="38210" y="5024"/>
                  </a:lnTo>
                  <a:lnTo>
                    <a:pt x="38470" y="5987"/>
                  </a:lnTo>
                  <a:lnTo>
                    <a:pt x="38437" y="7409"/>
                  </a:lnTo>
                  <a:lnTo>
                    <a:pt x="37975" y="8677"/>
                  </a:lnTo>
                  <a:lnTo>
                    <a:pt x="37090" y="10526"/>
                  </a:lnTo>
                  <a:lnTo>
                    <a:pt x="36693" y="10868"/>
                  </a:lnTo>
                  <a:lnTo>
                    <a:pt x="36229" y="11062"/>
                  </a:lnTo>
                  <a:lnTo>
                    <a:pt x="34778" y="11211"/>
                  </a:lnTo>
                  <a:lnTo>
                    <a:pt x="34498" y="12196"/>
                  </a:lnTo>
                  <a:lnTo>
                    <a:pt x="34595" y="13236"/>
                  </a:lnTo>
                  <a:lnTo>
                    <a:pt x="35380" y="14604"/>
                  </a:lnTo>
                  <a:lnTo>
                    <a:pt x="36005" y="16138"/>
                  </a:lnTo>
                  <a:lnTo>
                    <a:pt x="35381" y="17550"/>
                  </a:lnTo>
                  <a:lnTo>
                    <a:pt x="34354" y="18534"/>
                  </a:lnTo>
                  <a:lnTo>
                    <a:pt x="33379" y="19036"/>
                  </a:lnTo>
                  <a:lnTo>
                    <a:pt x="31766" y="18739"/>
                  </a:lnTo>
                  <a:lnTo>
                    <a:pt x="30065" y="18862"/>
                  </a:lnTo>
                  <a:lnTo>
                    <a:pt x="29747" y="19400"/>
                  </a:lnTo>
                  <a:lnTo>
                    <a:pt x="29737" y="20288"/>
                  </a:lnTo>
                  <a:lnTo>
                    <a:pt x="29498" y="20965"/>
                  </a:lnTo>
                  <a:lnTo>
                    <a:pt x="29189" y="21582"/>
                  </a:lnTo>
                  <a:lnTo>
                    <a:pt x="28326" y="22861"/>
                  </a:lnTo>
                  <a:lnTo>
                    <a:pt x="27361" y="23989"/>
                  </a:lnTo>
                  <a:lnTo>
                    <a:pt x="26044" y="25059"/>
                  </a:lnTo>
                  <a:lnTo>
                    <a:pt x="25600" y="25315"/>
                  </a:lnTo>
                  <a:lnTo>
                    <a:pt x="24434" y="25486"/>
                  </a:lnTo>
                  <a:lnTo>
                    <a:pt x="23384" y="26101"/>
                  </a:lnTo>
                  <a:lnTo>
                    <a:pt x="22917" y="26702"/>
                  </a:lnTo>
                  <a:lnTo>
                    <a:pt x="22408" y="27190"/>
                  </a:lnTo>
                  <a:lnTo>
                    <a:pt x="21295" y="27725"/>
                  </a:lnTo>
                  <a:lnTo>
                    <a:pt x="20211" y="28779"/>
                  </a:lnTo>
                  <a:lnTo>
                    <a:pt x="19783" y="28958"/>
                  </a:lnTo>
                  <a:lnTo>
                    <a:pt x="17536" y="29142"/>
                  </a:lnTo>
                  <a:lnTo>
                    <a:pt x="14321" y="29192"/>
                  </a:lnTo>
                  <a:lnTo>
                    <a:pt x="13369" y="29302"/>
                  </a:lnTo>
                  <a:lnTo>
                    <a:pt x="12444" y="29157"/>
                  </a:lnTo>
                  <a:lnTo>
                    <a:pt x="11932" y="28745"/>
                  </a:lnTo>
                  <a:lnTo>
                    <a:pt x="10840" y="26846"/>
                  </a:lnTo>
                  <a:lnTo>
                    <a:pt x="9887" y="26195"/>
                  </a:lnTo>
                  <a:lnTo>
                    <a:pt x="8850" y="26214"/>
                  </a:lnTo>
                  <a:lnTo>
                    <a:pt x="7468" y="26886"/>
                  </a:lnTo>
                  <a:lnTo>
                    <a:pt x="7207" y="26737"/>
                  </a:lnTo>
                  <a:lnTo>
                    <a:pt x="4449" y="23940"/>
                  </a:lnTo>
                  <a:lnTo>
                    <a:pt x="3613" y="23256"/>
                  </a:lnTo>
                  <a:lnTo>
                    <a:pt x="2720" y="22745"/>
                  </a:lnTo>
                  <a:lnTo>
                    <a:pt x="1632" y="22391"/>
                  </a:lnTo>
                  <a:lnTo>
                    <a:pt x="605" y="21828"/>
                  </a:lnTo>
                  <a:lnTo>
                    <a:pt x="0" y="20495"/>
                  </a:lnTo>
                  <a:lnTo>
                    <a:pt x="71" y="18758"/>
                  </a:lnTo>
                  <a:lnTo>
                    <a:pt x="897" y="17738"/>
                  </a:lnTo>
                  <a:lnTo>
                    <a:pt x="2154" y="18242"/>
                  </a:lnTo>
                  <a:lnTo>
                    <a:pt x="2635" y="18235"/>
                  </a:lnTo>
                  <a:lnTo>
                    <a:pt x="3108" y="17945"/>
                  </a:lnTo>
                  <a:lnTo>
                    <a:pt x="3662" y="18038"/>
                  </a:lnTo>
                  <a:lnTo>
                    <a:pt x="4222" y="18294"/>
                  </a:lnTo>
                  <a:lnTo>
                    <a:pt x="6263" y="17917"/>
                  </a:lnTo>
                  <a:lnTo>
                    <a:pt x="7443" y="18448"/>
                  </a:lnTo>
                  <a:lnTo>
                    <a:pt x="8591" y="19151"/>
                  </a:lnTo>
                  <a:lnTo>
                    <a:pt x="9665" y="19303"/>
                  </a:lnTo>
                  <a:lnTo>
                    <a:pt x="10768" y="19153"/>
                  </a:lnTo>
                  <a:lnTo>
                    <a:pt x="12247" y="18355"/>
                  </a:lnTo>
                  <a:lnTo>
                    <a:pt x="12713" y="18460"/>
                  </a:lnTo>
                  <a:lnTo>
                    <a:pt x="14136" y="18468"/>
                  </a:lnTo>
                  <a:lnTo>
                    <a:pt x="15379" y="17403"/>
                  </a:lnTo>
                  <a:lnTo>
                    <a:pt x="15843" y="13104"/>
                  </a:lnTo>
                  <a:lnTo>
                    <a:pt x="16159" y="11641"/>
                  </a:lnTo>
                  <a:lnTo>
                    <a:pt x="16583" y="11323"/>
                  </a:lnTo>
                  <a:lnTo>
                    <a:pt x="16888" y="11411"/>
                  </a:lnTo>
                  <a:lnTo>
                    <a:pt x="17342" y="12143"/>
                  </a:lnTo>
                  <a:lnTo>
                    <a:pt x="16759" y="13055"/>
                  </a:lnTo>
                  <a:lnTo>
                    <a:pt x="16502" y="13758"/>
                  </a:lnTo>
                  <a:lnTo>
                    <a:pt x="16416" y="15476"/>
                  </a:lnTo>
                  <a:lnTo>
                    <a:pt x="16736" y="17141"/>
                  </a:lnTo>
                  <a:lnTo>
                    <a:pt x="17463" y="18461"/>
                  </a:lnTo>
                  <a:lnTo>
                    <a:pt x="18557" y="18629"/>
                  </a:lnTo>
                  <a:lnTo>
                    <a:pt x="19557" y="17757"/>
                  </a:lnTo>
                  <a:lnTo>
                    <a:pt x="20645" y="17577"/>
                  </a:lnTo>
                  <a:lnTo>
                    <a:pt x="21651" y="18423"/>
                  </a:lnTo>
                  <a:lnTo>
                    <a:pt x="22680" y="18277"/>
                  </a:lnTo>
                  <a:lnTo>
                    <a:pt x="23152" y="17726"/>
                  </a:lnTo>
                  <a:lnTo>
                    <a:pt x="23702" y="17486"/>
                  </a:lnTo>
                  <a:lnTo>
                    <a:pt x="24248" y="17395"/>
                  </a:lnTo>
                  <a:lnTo>
                    <a:pt x="24746" y="17068"/>
                  </a:lnTo>
                  <a:lnTo>
                    <a:pt x="25402" y="15631"/>
                  </a:lnTo>
                  <a:lnTo>
                    <a:pt x="25843" y="14010"/>
                  </a:lnTo>
                  <a:lnTo>
                    <a:pt x="26495" y="12732"/>
                  </a:lnTo>
                  <a:lnTo>
                    <a:pt x="28281" y="10605"/>
                  </a:lnTo>
                  <a:lnTo>
                    <a:pt x="28796" y="10339"/>
                  </a:lnTo>
                  <a:lnTo>
                    <a:pt x="29353" y="10195"/>
                  </a:lnTo>
                  <a:lnTo>
                    <a:pt x="30609" y="10286"/>
                  </a:lnTo>
                  <a:lnTo>
                    <a:pt x="31542" y="9530"/>
                  </a:lnTo>
                  <a:lnTo>
                    <a:pt x="31615" y="7825"/>
                  </a:lnTo>
                  <a:lnTo>
                    <a:pt x="31480" y="6095"/>
                  </a:lnTo>
                  <a:lnTo>
                    <a:pt x="30414" y="2029"/>
                  </a:lnTo>
                  <a:lnTo>
                    <a:pt x="30341" y="1383"/>
                  </a:lnTo>
                  <a:lnTo>
                    <a:pt x="30495" y="660"/>
                  </a:lnTo>
                  <a:lnTo>
                    <a:pt x="30803" y="10"/>
                  </a:lnTo>
                  <a:lnTo>
                    <a:pt x="31849" y="0"/>
                  </a:lnTo>
                  <a:lnTo>
                    <a:pt x="32943" y="236"/>
                  </a:lnTo>
                  <a:lnTo>
                    <a:pt x="33373" y="84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g1211"/>
            <p:cNvSpPr/>
            <p:nvPr/>
          </p:nvSpPr>
          <p:spPr>
            <a:xfrm>
              <a:off x="5475666" y="2474919"/>
              <a:ext cx="676" cy="1141"/>
            </a:xfrm>
            <a:custGeom>
              <a:avLst/>
              <a:pathLst>
                <a:path w="676" h="1141">
                  <a:moveTo>
                    <a:pt x="641" y="810"/>
                  </a:moveTo>
                  <a:lnTo>
                    <a:pt x="554" y="1141"/>
                  </a:lnTo>
                  <a:lnTo>
                    <a:pt x="0" y="764"/>
                  </a:lnTo>
                  <a:lnTo>
                    <a:pt x="456" y="49"/>
                  </a:lnTo>
                  <a:lnTo>
                    <a:pt x="676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g1212"/>
            <p:cNvSpPr/>
            <p:nvPr/>
          </p:nvSpPr>
          <p:spPr>
            <a:xfrm>
              <a:off x="5465749" y="2460993"/>
              <a:ext cx="1204" cy="2488"/>
            </a:xfrm>
            <a:custGeom>
              <a:avLst/>
              <a:pathLst>
                <a:path w="1204" h="2488">
                  <a:moveTo>
                    <a:pt x="1204" y="1264"/>
                  </a:moveTo>
                  <a:lnTo>
                    <a:pt x="973" y="2488"/>
                  </a:lnTo>
                  <a:lnTo>
                    <a:pt x="395" y="1772"/>
                  </a:lnTo>
                  <a:lnTo>
                    <a:pt x="0" y="736"/>
                  </a:lnTo>
                  <a:lnTo>
                    <a:pt x="252" y="275"/>
                  </a:lnTo>
                  <a:lnTo>
                    <a:pt x="903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g1213"/>
            <p:cNvSpPr/>
            <p:nvPr/>
          </p:nvSpPr>
          <p:spPr>
            <a:xfrm>
              <a:off x="5460180" y="2458243"/>
              <a:ext cx="1368" cy="2123"/>
            </a:xfrm>
            <a:custGeom>
              <a:avLst/>
              <a:pathLst>
                <a:path w="1368" h="2123">
                  <a:moveTo>
                    <a:pt x="1368" y="1419"/>
                  </a:moveTo>
                  <a:lnTo>
                    <a:pt x="1266" y="2123"/>
                  </a:lnTo>
                  <a:lnTo>
                    <a:pt x="971" y="2082"/>
                  </a:lnTo>
                  <a:lnTo>
                    <a:pt x="156" y="704"/>
                  </a:lnTo>
                  <a:lnTo>
                    <a:pt x="0" y="347"/>
                  </a:lnTo>
                  <a:lnTo>
                    <a:pt x="190" y="0"/>
                  </a:lnTo>
                  <a:lnTo>
                    <a:pt x="1135" y="101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g1214"/>
            <p:cNvSpPr/>
            <p:nvPr/>
          </p:nvSpPr>
          <p:spPr>
            <a:xfrm>
              <a:off x="5459945" y="2456332"/>
              <a:ext cx="771" cy="1698"/>
            </a:xfrm>
            <a:custGeom>
              <a:avLst/>
              <a:pathLst>
                <a:path w="771" h="1698">
                  <a:moveTo>
                    <a:pt x="259" y="1695"/>
                  </a:moveTo>
                  <a:lnTo>
                    <a:pt x="34" y="1698"/>
                  </a:lnTo>
                  <a:lnTo>
                    <a:pt x="0" y="585"/>
                  </a:lnTo>
                  <a:lnTo>
                    <a:pt x="157" y="0"/>
                  </a:lnTo>
                  <a:lnTo>
                    <a:pt x="682" y="407"/>
                  </a:lnTo>
                  <a:lnTo>
                    <a:pt x="771" y="140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g1215"/>
            <p:cNvSpPr/>
            <p:nvPr/>
          </p:nvSpPr>
          <p:spPr>
            <a:xfrm>
              <a:off x="5355238" y="2454953"/>
              <a:ext cx="94486" cy="112212"/>
            </a:xfrm>
            <a:custGeom>
              <a:avLst/>
              <a:pathLst>
                <a:path w="94486" h="112212">
                  <a:moveTo>
                    <a:pt x="1077" y="90786"/>
                  </a:moveTo>
                  <a:lnTo>
                    <a:pt x="1075" y="90602"/>
                  </a:lnTo>
                  <a:lnTo>
                    <a:pt x="1075" y="87766"/>
                  </a:lnTo>
                  <a:lnTo>
                    <a:pt x="1074" y="84930"/>
                  </a:lnTo>
                  <a:lnTo>
                    <a:pt x="1073" y="82096"/>
                  </a:lnTo>
                  <a:lnTo>
                    <a:pt x="1072" y="79260"/>
                  </a:lnTo>
                  <a:lnTo>
                    <a:pt x="1071" y="76424"/>
                  </a:lnTo>
                  <a:lnTo>
                    <a:pt x="1071" y="73588"/>
                  </a:lnTo>
                  <a:lnTo>
                    <a:pt x="1070" y="70754"/>
                  </a:lnTo>
                  <a:lnTo>
                    <a:pt x="1069" y="67918"/>
                  </a:lnTo>
                  <a:lnTo>
                    <a:pt x="1068" y="65082"/>
                  </a:lnTo>
                  <a:lnTo>
                    <a:pt x="1068" y="62246"/>
                  </a:lnTo>
                  <a:lnTo>
                    <a:pt x="1068" y="59914"/>
                  </a:lnTo>
                  <a:lnTo>
                    <a:pt x="541" y="59003"/>
                  </a:lnTo>
                  <a:lnTo>
                    <a:pt x="0" y="57608"/>
                  </a:lnTo>
                  <a:lnTo>
                    <a:pt x="116" y="55816"/>
                  </a:lnTo>
                  <a:lnTo>
                    <a:pt x="773" y="53594"/>
                  </a:lnTo>
                  <a:lnTo>
                    <a:pt x="1066" y="52113"/>
                  </a:lnTo>
                  <a:lnTo>
                    <a:pt x="1066" y="50904"/>
                  </a:lnTo>
                  <a:lnTo>
                    <a:pt x="1065" y="48069"/>
                  </a:lnTo>
                  <a:lnTo>
                    <a:pt x="1064" y="45233"/>
                  </a:lnTo>
                  <a:lnTo>
                    <a:pt x="1063" y="42398"/>
                  </a:lnTo>
                  <a:lnTo>
                    <a:pt x="1062" y="39562"/>
                  </a:lnTo>
                  <a:lnTo>
                    <a:pt x="1062" y="36727"/>
                  </a:lnTo>
                  <a:lnTo>
                    <a:pt x="1061" y="33891"/>
                  </a:lnTo>
                  <a:lnTo>
                    <a:pt x="1060" y="31055"/>
                  </a:lnTo>
                  <a:lnTo>
                    <a:pt x="1059" y="28219"/>
                  </a:lnTo>
                  <a:lnTo>
                    <a:pt x="1058" y="25385"/>
                  </a:lnTo>
                  <a:lnTo>
                    <a:pt x="1058" y="22549"/>
                  </a:lnTo>
                  <a:lnTo>
                    <a:pt x="1057" y="19713"/>
                  </a:lnTo>
                  <a:lnTo>
                    <a:pt x="1057" y="16877"/>
                  </a:lnTo>
                  <a:lnTo>
                    <a:pt x="1055" y="14043"/>
                  </a:lnTo>
                  <a:lnTo>
                    <a:pt x="1055" y="11207"/>
                  </a:lnTo>
                  <a:lnTo>
                    <a:pt x="1054" y="8371"/>
                  </a:lnTo>
                  <a:lnTo>
                    <a:pt x="1053" y="5535"/>
                  </a:lnTo>
                  <a:lnTo>
                    <a:pt x="1052" y="2701"/>
                  </a:lnTo>
                  <a:lnTo>
                    <a:pt x="1051" y="0"/>
                  </a:lnTo>
                  <a:lnTo>
                    <a:pt x="1334" y="5"/>
                  </a:lnTo>
                  <a:lnTo>
                    <a:pt x="2294" y="21"/>
                  </a:lnTo>
                  <a:lnTo>
                    <a:pt x="3058" y="251"/>
                  </a:lnTo>
                  <a:lnTo>
                    <a:pt x="7800" y="3281"/>
                  </a:lnTo>
                  <a:lnTo>
                    <a:pt x="9216" y="4496"/>
                  </a:lnTo>
                  <a:lnTo>
                    <a:pt x="9699" y="4780"/>
                  </a:lnTo>
                  <a:lnTo>
                    <a:pt x="10174" y="4791"/>
                  </a:lnTo>
                  <a:lnTo>
                    <a:pt x="10628" y="4934"/>
                  </a:lnTo>
                  <a:lnTo>
                    <a:pt x="12764" y="6607"/>
                  </a:lnTo>
                  <a:lnTo>
                    <a:pt x="15957" y="8296"/>
                  </a:lnTo>
                  <a:lnTo>
                    <a:pt x="19327" y="9916"/>
                  </a:lnTo>
                  <a:lnTo>
                    <a:pt x="20372" y="10253"/>
                  </a:lnTo>
                  <a:lnTo>
                    <a:pt x="21453" y="10395"/>
                  </a:lnTo>
                  <a:lnTo>
                    <a:pt x="23803" y="10956"/>
                  </a:lnTo>
                  <a:lnTo>
                    <a:pt x="25039" y="11456"/>
                  </a:lnTo>
                  <a:lnTo>
                    <a:pt x="26852" y="13439"/>
                  </a:lnTo>
                  <a:lnTo>
                    <a:pt x="27766" y="14052"/>
                  </a:lnTo>
                  <a:lnTo>
                    <a:pt x="28622" y="15171"/>
                  </a:lnTo>
                  <a:lnTo>
                    <a:pt x="29834" y="16372"/>
                  </a:lnTo>
                  <a:lnTo>
                    <a:pt x="30313" y="16673"/>
                  </a:lnTo>
                  <a:lnTo>
                    <a:pt x="30839" y="16813"/>
                  </a:lnTo>
                  <a:lnTo>
                    <a:pt x="32030" y="16855"/>
                  </a:lnTo>
                  <a:lnTo>
                    <a:pt x="33227" y="16639"/>
                  </a:lnTo>
                  <a:lnTo>
                    <a:pt x="33720" y="16736"/>
                  </a:lnTo>
                  <a:lnTo>
                    <a:pt x="34204" y="16954"/>
                  </a:lnTo>
                  <a:lnTo>
                    <a:pt x="34647" y="17372"/>
                  </a:lnTo>
                  <a:lnTo>
                    <a:pt x="34871" y="18178"/>
                  </a:lnTo>
                  <a:lnTo>
                    <a:pt x="35613" y="19294"/>
                  </a:lnTo>
                  <a:lnTo>
                    <a:pt x="36666" y="19796"/>
                  </a:lnTo>
                  <a:lnTo>
                    <a:pt x="37664" y="20806"/>
                  </a:lnTo>
                  <a:lnTo>
                    <a:pt x="38563" y="22015"/>
                  </a:lnTo>
                  <a:lnTo>
                    <a:pt x="39225" y="23233"/>
                  </a:lnTo>
                  <a:lnTo>
                    <a:pt x="39976" y="24260"/>
                  </a:lnTo>
                  <a:lnTo>
                    <a:pt x="41113" y="24694"/>
                  </a:lnTo>
                  <a:lnTo>
                    <a:pt x="42311" y="24764"/>
                  </a:lnTo>
                  <a:lnTo>
                    <a:pt x="46402" y="30870"/>
                  </a:lnTo>
                  <a:lnTo>
                    <a:pt x="46601" y="31813"/>
                  </a:lnTo>
                  <a:lnTo>
                    <a:pt x="46647" y="35820"/>
                  </a:lnTo>
                  <a:lnTo>
                    <a:pt x="46196" y="38951"/>
                  </a:lnTo>
                  <a:lnTo>
                    <a:pt x="47214" y="39912"/>
                  </a:lnTo>
                  <a:lnTo>
                    <a:pt x="48601" y="40271"/>
                  </a:lnTo>
                  <a:lnTo>
                    <a:pt x="50549" y="40941"/>
                  </a:lnTo>
                  <a:lnTo>
                    <a:pt x="52423" y="41938"/>
                  </a:lnTo>
                  <a:lnTo>
                    <a:pt x="58391" y="46160"/>
                  </a:lnTo>
                  <a:lnTo>
                    <a:pt x="59211" y="46519"/>
                  </a:lnTo>
                  <a:lnTo>
                    <a:pt x="60415" y="46655"/>
                  </a:lnTo>
                  <a:lnTo>
                    <a:pt x="61631" y="46600"/>
                  </a:lnTo>
                  <a:lnTo>
                    <a:pt x="62067" y="46815"/>
                  </a:lnTo>
                  <a:lnTo>
                    <a:pt x="62973" y="47580"/>
                  </a:lnTo>
                  <a:lnTo>
                    <a:pt x="63428" y="48080"/>
                  </a:lnTo>
                  <a:lnTo>
                    <a:pt x="64245" y="49445"/>
                  </a:lnTo>
                  <a:lnTo>
                    <a:pt x="64974" y="50928"/>
                  </a:lnTo>
                  <a:lnTo>
                    <a:pt x="65285" y="51352"/>
                  </a:lnTo>
                  <a:lnTo>
                    <a:pt x="65655" y="51683"/>
                  </a:lnTo>
                  <a:lnTo>
                    <a:pt x="65868" y="52489"/>
                  </a:lnTo>
                  <a:lnTo>
                    <a:pt x="66151" y="54974"/>
                  </a:lnTo>
                  <a:lnTo>
                    <a:pt x="66066" y="56525"/>
                  </a:lnTo>
                  <a:lnTo>
                    <a:pt x="65734" y="57100"/>
                  </a:lnTo>
                  <a:lnTo>
                    <a:pt x="64780" y="57379"/>
                  </a:lnTo>
                  <a:lnTo>
                    <a:pt x="61433" y="57641"/>
                  </a:lnTo>
                  <a:lnTo>
                    <a:pt x="59194" y="57352"/>
                  </a:lnTo>
                  <a:lnTo>
                    <a:pt x="57628" y="58920"/>
                  </a:lnTo>
                  <a:lnTo>
                    <a:pt x="57587" y="59604"/>
                  </a:lnTo>
                  <a:lnTo>
                    <a:pt x="57696" y="60241"/>
                  </a:lnTo>
                  <a:lnTo>
                    <a:pt x="59059" y="63563"/>
                  </a:lnTo>
                  <a:lnTo>
                    <a:pt x="59865" y="66508"/>
                  </a:lnTo>
                  <a:lnTo>
                    <a:pt x="60528" y="67707"/>
                  </a:lnTo>
                  <a:lnTo>
                    <a:pt x="61523" y="68679"/>
                  </a:lnTo>
                  <a:lnTo>
                    <a:pt x="62409" y="69829"/>
                  </a:lnTo>
                  <a:lnTo>
                    <a:pt x="63224" y="71150"/>
                  </a:lnTo>
                  <a:lnTo>
                    <a:pt x="64920" y="73456"/>
                  </a:lnTo>
                  <a:lnTo>
                    <a:pt x="65843" y="74310"/>
                  </a:lnTo>
                  <a:lnTo>
                    <a:pt x="66924" y="74839"/>
                  </a:lnTo>
                  <a:lnTo>
                    <a:pt x="68727" y="76627"/>
                  </a:lnTo>
                  <a:lnTo>
                    <a:pt x="68965" y="77417"/>
                  </a:lnTo>
                  <a:lnTo>
                    <a:pt x="69481" y="79906"/>
                  </a:lnTo>
                  <a:lnTo>
                    <a:pt x="69704" y="81593"/>
                  </a:lnTo>
                  <a:lnTo>
                    <a:pt x="69738" y="82289"/>
                  </a:lnTo>
                  <a:lnTo>
                    <a:pt x="69863" y="82913"/>
                  </a:lnTo>
                  <a:lnTo>
                    <a:pt x="71449" y="84443"/>
                  </a:lnTo>
                  <a:lnTo>
                    <a:pt x="71796" y="84869"/>
                  </a:lnTo>
                  <a:lnTo>
                    <a:pt x="72503" y="88273"/>
                  </a:lnTo>
                  <a:lnTo>
                    <a:pt x="73044" y="89852"/>
                  </a:lnTo>
                  <a:lnTo>
                    <a:pt x="73956" y="90413"/>
                  </a:lnTo>
                  <a:lnTo>
                    <a:pt x="75019" y="90377"/>
                  </a:lnTo>
                  <a:lnTo>
                    <a:pt x="77911" y="89365"/>
                  </a:lnTo>
                  <a:lnTo>
                    <a:pt x="78329" y="89333"/>
                  </a:lnTo>
                  <a:lnTo>
                    <a:pt x="78865" y="89566"/>
                  </a:lnTo>
                  <a:lnTo>
                    <a:pt x="79332" y="90120"/>
                  </a:lnTo>
                  <a:lnTo>
                    <a:pt x="79487" y="91651"/>
                  </a:lnTo>
                  <a:lnTo>
                    <a:pt x="79034" y="93257"/>
                  </a:lnTo>
                  <a:lnTo>
                    <a:pt x="78909" y="94804"/>
                  </a:lnTo>
                  <a:lnTo>
                    <a:pt x="79479" y="96074"/>
                  </a:lnTo>
                  <a:lnTo>
                    <a:pt x="80950" y="97064"/>
                  </a:lnTo>
                  <a:lnTo>
                    <a:pt x="81490" y="97335"/>
                  </a:lnTo>
                  <a:lnTo>
                    <a:pt x="84139" y="97651"/>
                  </a:lnTo>
                  <a:lnTo>
                    <a:pt x="85178" y="97918"/>
                  </a:lnTo>
                  <a:lnTo>
                    <a:pt x="86199" y="98346"/>
                  </a:lnTo>
                  <a:lnTo>
                    <a:pt x="86554" y="98728"/>
                  </a:lnTo>
                  <a:lnTo>
                    <a:pt x="86304" y="99409"/>
                  </a:lnTo>
                  <a:lnTo>
                    <a:pt x="85770" y="99742"/>
                  </a:lnTo>
                  <a:lnTo>
                    <a:pt x="85166" y="99878"/>
                  </a:lnTo>
                  <a:lnTo>
                    <a:pt x="84191" y="100370"/>
                  </a:lnTo>
                  <a:lnTo>
                    <a:pt x="84208" y="101246"/>
                  </a:lnTo>
                  <a:lnTo>
                    <a:pt x="84759" y="102160"/>
                  </a:lnTo>
                  <a:lnTo>
                    <a:pt x="85261" y="103259"/>
                  </a:lnTo>
                  <a:lnTo>
                    <a:pt x="85684" y="103658"/>
                  </a:lnTo>
                  <a:lnTo>
                    <a:pt x="86143" y="103925"/>
                  </a:lnTo>
                  <a:lnTo>
                    <a:pt x="87287" y="104306"/>
                  </a:lnTo>
                  <a:lnTo>
                    <a:pt x="88401" y="104829"/>
                  </a:lnTo>
                  <a:lnTo>
                    <a:pt x="89135" y="105350"/>
                  </a:lnTo>
                  <a:lnTo>
                    <a:pt x="89894" y="105723"/>
                  </a:lnTo>
                  <a:lnTo>
                    <a:pt x="91548" y="105961"/>
                  </a:lnTo>
                  <a:lnTo>
                    <a:pt x="92760" y="106664"/>
                  </a:lnTo>
                  <a:lnTo>
                    <a:pt x="94486" y="106370"/>
                  </a:lnTo>
                  <a:lnTo>
                    <a:pt x="92990" y="107511"/>
                  </a:lnTo>
                  <a:lnTo>
                    <a:pt x="92474" y="107792"/>
                  </a:lnTo>
                  <a:lnTo>
                    <a:pt x="90670" y="107364"/>
                  </a:lnTo>
                  <a:lnTo>
                    <a:pt x="90331" y="107810"/>
                  </a:lnTo>
                  <a:lnTo>
                    <a:pt x="91074" y="109016"/>
                  </a:lnTo>
                  <a:lnTo>
                    <a:pt x="92178" y="109830"/>
                  </a:lnTo>
                  <a:lnTo>
                    <a:pt x="92572" y="110302"/>
                  </a:lnTo>
                  <a:lnTo>
                    <a:pt x="92296" y="110855"/>
                  </a:lnTo>
                  <a:lnTo>
                    <a:pt x="91014" y="111961"/>
                  </a:lnTo>
                  <a:lnTo>
                    <a:pt x="90478" y="112123"/>
                  </a:lnTo>
                  <a:lnTo>
                    <a:pt x="89476" y="112212"/>
                  </a:lnTo>
                  <a:lnTo>
                    <a:pt x="87796" y="111735"/>
                  </a:lnTo>
                  <a:lnTo>
                    <a:pt x="86608" y="111128"/>
                  </a:lnTo>
                  <a:lnTo>
                    <a:pt x="86275" y="110298"/>
                  </a:lnTo>
                  <a:lnTo>
                    <a:pt x="85958" y="109809"/>
                  </a:lnTo>
                  <a:lnTo>
                    <a:pt x="84886" y="108640"/>
                  </a:lnTo>
                  <a:lnTo>
                    <a:pt x="84123" y="108002"/>
                  </a:lnTo>
                  <a:lnTo>
                    <a:pt x="83151" y="107785"/>
                  </a:lnTo>
                  <a:lnTo>
                    <a:pt x="82139" y="107799"/>
                  </a:lnTo>
                  <a:lnTo>
                    <a:pt x="80325" y="107119"/>
                  </a:lnTo>
                  <a:lnTo>
                    <a:pt x="76391" y="106637"/>
                  </a:lnTo>
                  <a:lnTo>
                    <a:pt x="75453" y="106341"/>
                  </a:lnTo>
                  <a:lnTo>
                    <a:pt x="74272" y="105405"/>
                  </a:lnTo>
                  <a:lnTo>
                    <a:pt x="73717" y="105272"/>
                  </a:lnTo>
                  <a:lnTo>
                    <a:pt x="73121" y="105566"/>
                  </a:lnTo>
                  <a:lnTo>
                    <a:pt x="71601" y="105747"/>
                  </a:lnTo>
                  <a:lnTo>
                    <a:pt x="71155" y="105664"/>
                  </a:lnTo>
                  <a:lnTo>
                    <a:pt x="70070" y="104866"/>
                  </a:lnTo>
                  <a:lnTo>
                    <a:pt x="68952" y="104575"/>
                  </a:lnTo>
                  <a:lnTo>
                    <a:pt x="68486" y="104814"/>
                  </a:lnTo>
                  <a:lnTo>
                    <a:pt x="68014" y="104867"/>
                  </a:lnTo>
                  <a:lnTo>
                    <a:pt x="66488" y="104297"/>
                  </a:lnTo>
                  <a:lnTo>
                    <a:pt x="65339" y="104056"/>
                  </a:lnTo>
                  <a:lnTo>
                    <a:pt x="64395" y="103260"/>
                  </a:lnTo>
                  <a:lnTo>
                    <a:pt x="63879" y="102516"/>
                  </a:lnTo>
                  <a:lnTo>
                    <a:pt x="63300" y="101856"/>
                  </a:lnTo>
                  <a:lnTo>
                    <a:pt x="62764" y="100155"/>
                  </a:lnTo>
                  <a:lnTo>
                    <a:pt x="61930" y="98540"/>
                  </a:lnTo>
                  <a:lnTo>
                    <a:pt x="60895" y="97214"/>
                  </a:lnTo>
                  <a:lnTo>
                    <a:pt x="58677" y="95073"/>
                  </a:lnTo>
                  <a:lnTo>
                    <a:pt x="58230" y="94540"/>
                  </a:lnTo>
                  <a:lnTo>
                    <a:pt x="57361" y="92577"/>
                  </a:lnTo>
                  <a:lnTo>
                    <a:pt x="57408" y="91276"/>
                  </a:lnTo>
                  <a:lnTo>
                    <a:pt x="57724" y="89961"/>
                  </a:lnTo>
                  <a:lnTo>
                    <a:pt x="57247" y="90409"/>
                  </a:lnTo>
                  <a:lnTo>
                    <a:pt x="56707" y="90353"/>
                  </a:lnTo>
                  <a:lnTo>
                    <a:pt x="55196" y="89484"/>
                  </a:lnTo>
                  <a:lnTo>
                    <a:pt x="54575" y="88449"/>
                  </a:lnTo>
                  <a:lnTo>
                    <a:pt x="53565" y="85639"/>
                  </a:lnTo>
                  <a:lnTo>
                    <a:pt x="52919" y="84158"/>
                  </a:lnTo>
                  <a:lnTo>
                    <a:pt x="51411" y="81536"/>
                  </a:lnTo>
                  <a:lnTo>
                    <a:pt x="50977" y="79979"/>
                  </a:lnTo>
                  <a:lnTo>
                    <a:pt x="50348" y="78618"/>
                  </a:lnTo>
                  <a:lnTo>
                    <a:pt x="49959" y="78114"/>
                  </a:lnTo>
                  <a:lnTo>
                    <a:pt x="49635" y="77531"/>
                  </a:lnTo>
                  <a:lnTo>
                    <a:pt x="49349" y="76774"/>
                  </a:lnTo>
                  <a:lnTo>
                    <a:pt x="48920" y="76247"/>
                  </a:lnTo>
                  <a:lnTo>
                    <a:pt x="46817" y="75081"/>
                  </a:lnTo>
                  <a:lnTo>
                    <a:pt x="46447" y="74713"/>
                  </a:lnTo>
                  <a:lnTo>
                    <a:pt x="46040" y="74518"/>
                  </a:lnTo>
                  <a:lnTo>
                    <a:pt x="44476" y="74399"/>
                  </a:lnTo>
                  <a:lnTo>
                    <a:pt x="43571" y="74207"/>
                  </a:lnTo>
                  <a:lnTo>
                    <a:pt x="41865" y="73252"/>
                  </a:lnTo>
                  <a:lnTo>
                    <a:pt x="40984" y="72966"/>
                  </a:lnTo>
                  <a:lnTo>
                    <a:pt x="39924" y="72785"/>
                  </a:lnTo>
                  <a:lnTo>
                    <a:pt x="38898" y="72422"/>
                  </a:lnTo>
                  <a:lnTo>
                    <a:pt x="38397" y="72067"/>
                  </a:lnTo>
                  <a:lnTo>
                    <a:pt x="38061" y="71466"/>
                  </a:lnTo>
                  <a:lnTo>
                    <a:pt x="37861" y="70043"/>
                  </a:lnTo>
                  <a:lnTo>
                    <a:pt x="37002" y="70195"/>
                  </a:lnTo>
                  <a:lnTo>
                    <a:pt x="36159" y="69949"/>
                  </a:lnTo>
                  <a:lnTo>
                    <a:pt x="35342" y="69449"/>
                  </a:lnTo>
                  <a:lnTo>
                    <a:pt x="34508" y="69148"/>
                  </a:lnTo>
                  <a:lnTo>
                    <a:pt x="33939" y="69577"/>
                  </a:lnTo>
                  <a:lnTo>
                    <a:pt x="33765" y="70710"/>
                  </a:lnTo>
                  <a:lnTo>
                    <a:pt x="33501" y="70769"/>
                  </a:lnTo>
                  <a:lnTo>
                    <a:pt x="33013" y="70537"/>
                  </a:lnTo>
                  <a:lnTo>
                    <a:pt x="32770" y="70673"/>
                  </a:lnTo>
                  <a:lnTo>
                    <a:pt x="32241" y="71196"/>
                  </a:lnTo>
                  <a:lnTo>
                    <a:pt x="31817" y="71903"/>
                  </a:lnTo>
                  <a:lnTo>
                    <a:pt x="31036" y="71796"/>
                  </a:lnTo>
                  <a:lnTo>
                    <a:pt x="29435" y="71081"/>
                  </a:lnTo>
                  <a:lnTo>
                    <a:pt x="28722" y="70632"/>
                  </a:lnTo>
                  <a:lnTo>
                    <a:pt x="28116" y="69825"/>
                  </a:lnTo>
                  <a:lnTo>
                    <a:pt x="27595" y="68907"/>
                  </a:lnTo>
                  <a:lnTo>
                    <a:pt x="27067" y="68183"/>
                  </a:lnTo>
                  <a:lnTo>
                    <a:pt x="26420" y="67655"/>
                  </a:lnTo>
                  <a:lnTo>
                    <a:pt x="27245" y="68903"/>
                  </a:lnTo>
                  <a:lnTo>
                    <a:pt x="29139" y="74404"/>
                  </a:lnTo>
                  <a:lnTo>
                    <a:pt x="28665" y="74510"/>
                  </a:lnTo>
                  <a:lnTo>
                    <a:pt x="28177" y="74371"/>
                  </a:lnTo>
                  <a:lnTo>
                    <a:pt x="28625" y="75428"/>
                  </a:lnTo>
                  <a:lnTo>
                    <a:pt x="28108" y="75588"/>
                  </a:lnTo>
                  <a:lnTo>
                    <a:pt x="27597" y="75575"/>
                  </a:lnTo>
                  <a:lnTo>
                    <a:pt x="26516" y="75119"/>
                  </a:lnTo>
                  <a:lnTo>
                    <a:pt x="25442" y="74968"/>
                  </a:lnTo>
                  <a:lnTo>
                    <a:pt x="25126" y="75191"/>
                  </a:lnTo>
                  <a:lnTo>
                    <a:pt x="25353" y="75588"/>
                  </a:lnTo>
                  <a:lnTo>
                    <a:pt x="25730" y="76754"/>
                  </a:lnTo>
                  <a:lnTo>
                    <a:pt x="26031" y="77977"/>
                  </a:lnTo>
                  <a:lnTo>
                    <a:pt x="24481" y="78527"/>
                  </a:lnTo>
                  <a:lnTo>
                    <a:pt x="22892" y="78862"/>
                  </a:lnTo>
                  <a:lnTo>
                    <a:pt x="21122" y="79523"/>
                  </a:lnTo>
                  <a:lnTo>
                    <a:pt x="19330" y="79568"/>
                  </a:lnTo>
                  <a:lnTo>
                    <a:pt x="18410" y="79192"/>
                  </a:lnTo>
                  <a:lnTo>
                    <a:pt x="17467" y="78979"/>
                  </a:lnTo>
                  <a:lnTo>
                    <a:pt x="16582" y="79192"/>
                  </a:lnTo>
                  <a:lnTo>
                    <a:pt x="15722" y="79669"/>
                  </a:lnTo>
                  <a:lnTo>
                    <a:pt x="14997" y="79592"/>
                  </a:lnTo>
                  <a:lnTo>
                    <a:pt x="14540" y="78734"/>
                  </a:lnTo>
                  <a:lnTo>
                    <a:pt x="14325" y="78083"/>
                  </a:lnTo>
                  <a:lnTo>
                    <a:pt x="14050" y="77518"/>
                  </a:lnTo>
                  <a:lnTo>
                    <a:pt x="13373" y="77608"/>
                  </a:lnTo>
                  <a:lnTo>
                    <a:pt x="12720" y="77913"/>
                  </a:lnTo>
                  <a:lnTo>
                    <a:pt x="13839" y="77948"/>
                  </a:lnTo>
                  <a:lnTo>
                    <a:pt x="14174" y="78669"/>
                  </a:lnTo>
                  <a:lnTo>
                    <a:pt x="14462" y="79543"/>
                  </a:lnTo>
                  <a:lnTo>
                    <a:pt x="15255" y="80335"/>
                  </a:lnTo>
                  <a:lnTo>
                    <a:pt x="16212" y="79863"/>
                  </a:lnTo>
                  <a:lnTo>
                    <a:pt x="18312" y="79994"/>
                  </a:lnTo>
                  <a:lnTo>
                    <a:pt x="20353" y="81373"/>
                  </a:lnTo>
                  <a:lnTo>
                    <a:pt x="20837" y="81531"/>
                  </a:lnTo>
                  <a:lnTo>
                    <a:pt x="21282" y="81800"/>
                  </a:lnTo>
                  <a:lnTo>
                    <a:pt x="22333" y="83162"/>
                  </a:lnTo>
                  <a:lnTo>
                    <a:pt x="23126" y="84401"/>
                  </a:lnTo>
                  <a:lnTo>
                    <a:pt x="23793" y="85813"/>
                  </a:lnTo>
                  <a:lnTo>
                    <a:pt x="23934" y="86366"/>
                  </a:lnTo>
                  <a:lnTo>
                    <a:pt x="23890" y="87849"/>
                  </a:lnTo>
                  <a:lnTo>
                    <a:pt x="23688" y="88586"/>
                  </a:lnTo>
                  <a:lnTo>
                    <a:pt x="22370" y="89631"/>
                  </a:lnTo>
                  <a:lnTo>
                    <a:pt x="20964" y="90420"/>
                  </a:lnTo>
                  <a:lnTo>
                    <a:pt x="18892" y="91956"/>
                  </a:lnTo>
                  <a:lnTo>
                    <a:pt x="16886" y="93702"/>
                  </a:lnTo>
                  <a:lnTo>
                    <a:pt x="15832" y="93360"/>
                  </a:lnTo>
                  <a:lnTo>
                    <a:pt x="14881" y="92436"/>
                  </a:lnTo>
                  <a:lnTo>
                    <a:pt x="14512" y="92185"/>
                  </a:lnTo>
                  <a:lnTo>
                    <a:pt x="13533" y="91681"/>
                  </a:lnTo>
                  <a:lnTo>
                    <a:pt x="12935" y="91500"/>
                  </a:lnTo>
                  <a:lnTo>
                    <a:pt x="10564" y="91893"/>
                  </a:lnTo>
                  <a:lnTo>
                    <a:pt x="8183" y="92095"/>
                  </a:lnTo>
                  <a:lnTo>
                    <a:pt x="7183" y="92077"/>
                  </a:lnTo>
                  <a:lnTo>
                    <a:pt x="6210" y="91782"/>
                  </a:lnTo>
                  <a:lnTo>
                    <a:pt x="5140" y="91231"/>
                  </a:lnTo>
                  <a:lnTo>
                    <a:pt x="4080" y="91475"/>
                  </a:lnTo>
                  <a:lnTo>
                    <a:pt x="3355" y="92121"/>
                  </a:lnTo>
                  <a:lnTo>
                    <a:pt x="2562" y="9221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g1216"/>
            <p:cNvSpPr/>
            <p:nvPr/>
          </p:nvSpPr>
          <p:spPr>
            <a:xfrm>
              <a:off x="5448747" y="2454440"/>
              <a:ext cx="22577" cy="31514"/>
            </a:xfrm>
            <a:custGeom>
              <a:avLst/>
              <a:pathLst>
                <a:path w="22577" h="31514">
                  <a:moveTo>
                    <a:pt x="21000" y="30453"/>
                  </a:moveTo>
                  <a:lnTo>
                    <a:pt x="20299" y="31514"/>
                  </a:lnTo>
                  <a:lnTo>
                    <a:pt x="19863" y="30525"/>
                  </a:lnTo>
                  <a:lnTo>
                    <a:pt x="19304" y="29659"/>
                  </a:lnTo>
                  <a:lnTo>
                    <a:pt x="18863" y="28772"/>
                  </a:lnTo>
                  <a:lnTo>
                    <a:pt x="18302" y="26856"/>
                  </a:lnTo>
                  <a:lnTo>
                    <a:pt x="18274" y="25890"/>
                  </a:lnTo>
                  <a:lnTo>
                    <a:pt x="18422" y="24869"/>
                  </a:lnTo>
                  <a:lnTo>
                    <a:pt x="18455" y="23838"/>
                  </a:lnTo>
                  <a:lnTo>
                    <a:pt x="18184" y="21743"/>
                  </a:lnTo>
                  <a:lnTo>
                    <a:pt x="17524" y="19832"/>
                  </a:lnTo>
                  <a:lnTo>
                    <a:pt x="15228" y="15275"/>
                  </a:lnTo>
                  <a:lnTo>
                    <a:pt x="14506" y="14079"/>
                  </a:lnTo>
                  <a:lnTo>
                    <a:pt x="13681" y="13012"/>
                  </a:lnTo>
                  <a:lnTo>
                    <a:pt x="13152" y="12750"/>
                  </a:lnTo>
                  <a:lnTo>
                    <a:pt x="12082" y="12494"/>
                  </a:lnTo>
                  <a:lnTo>
                    <a:pt x="11607" y="12280"/>
                  </a:lnTo>
                  <a:lnTo>
                    <a:pt x="10725" y="11536"/>
                  </a:lnTo>
                  <a:lnTo>
                    <a:pt x="9906" y="10669"/>
                  </a:lnTo>
                  <a:lnTo>
                    <a:pt x="7875" y="8097"/>
                  </a:lnTo>
                  <a:lnTo>
                    <a:pt x="6801" y="7370"/>
                  </a:lnTo>
                  <a:lnTo>
                    <a:pt x="6234" y="6471"/>
                  </a:lnTo>
                  <a:lnTo>
                    <a:pt x="3034" y="3571"/>
                  </a:lnTo>
                  <a:lnTo>
                    <a:pt x="2100" y="2886"/>
                  </a:lnTo>
                  <a:lnTo>
                    <a:pt x="962" y="2884"/>
                  </a:lnTo>
                  <a:lnTo>
                    <a:pt x="0" y="2314"/>
                  </a:lnTo>
                  <a:lnTo>
                    <a:pt x="760" y="1951"/>
                  </a:lnTo>
                  <a:lnTo>
                    <a:pt x="916" y="984"/>
                  </a:lnTo>
                  <a:lnTo>
                    <a:pt x="750" y="0"/>
                  </a:lnTo>
                  <a:lnTo>
                    <a:pt x="2357" y="1608"/>
                  </a:lnTo>
                  <a:lnTo>
                    <a:pt x="4054" y="3014"/>
                  </a:lnTo>
                  <a:lnTo>
                    <a:pt x="4544" y="4147"/>
                  </a:lnTo>
                  <a:lnTo>
                    <a:pt x="5379" y="4217"/>
                  </a:lnTo>
                  <a:lnTo>
                    <a:pt x="6899" y="5154"/>
                  </a:lnTo>
                  <a:lnTo>
                    <a:pt x="7943" y="5998"/>
                  </a:lnTo>
                  <a:lnTo>
                    <a:pt x="8928" y="6972"/>
                  </a:lnTo>
                  <a:lnTo>
                    <a:pt x="10038" y="8367"/>
                  </a:lnTo>
                  <a:lnTo>
                    <a:pt x="12174" y="9462"/>
                  </a:lnTo>
                  <a:lnTo>
                    <a:pt x="12478" y="9860"/>
                  </a:lnTo>
                  <a:lnTo>
                    <a:pt x="13560" y="11679"/>
                  </a:lnTo>
                  <a:lnTo>
                    <a:pt x="14980" y="13223"/>
                  </a:lnTo>
                  <a:lnTo>
                    <a:pt x="15462" y="14073"/>
                  </a:lnTo>
                  <a:lnTo>
                    <a:pt x="21482" y="21378"/>
                  </a:lnTo>
                  <a:lnTo>
                    <a:pt x="22499" y="23423"/>
                  </a:lnTo>
                  <a:lnTo>
                    <a:pt x="22577" y="24820"/>
                  </a:lnTo>
                  <a:lnTo>
                    <a:pt x="22378" y="25367"/>
                  </a:lnTo>
                  <a:lnTo>
                    <a:pt x="21743" y="26548"/>
                  </a:lnTo>
                  <a:lnTo>
                    <a:pt x="21755" y="27943"/>
                  </a:lnTo>
                  <a:lnTo>
                    <a:pt x="21543" y="2919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g1217"/>
            <p:cNvSpPr/>
            <p:nvPr/>
          </p:nvSpPr>
          <p:spPr>
            <a:xfrm>
              <a:off x="5441325" y="2451807"/>
              <a:ext cx="4635" cy="4063"/>
            </a:xfrm>
            <a:custGeom>
              <a:avLst/>
              <a:pathLst>
                <a:path w="4635" h="4063">
                  <a:moveTo>
                    <a:pt x="4493" y="3872"/>
                  </a:moveTo>
                  <a:lnTo>
                    <a:pt x="2610" y="4063"/>
                  </a:lnTo>
                  <a:lnTo>
                    <a:pt x="1930" y="3850"/>
                  </a:lnTo>
                  <a:lnTo>
                    <a:pt x="1323" y="3045"/>
                  </a:lnTo>
                  <a:lnTo>
                    <a:pt x="774" y="1789"/>
                  </a:lnTo>
                  <a:lnTo>
                    <a:pt x="222" y="1496"/>
                  </a:lnTo>
                  <a:lnTo>
                    <a:pt x="0" y="1250"/>
                  </a:lnTo>
                  <a:lnTo>
                    <a:pt x="1333" y="290"/>
                  </a:lnTo>
                  <a:lnTo>
                    <a:pt x="2512" y="0"/>
                  </a:lnTo>
                  <a:lnTo>
                    <a:pt x="4426" y="1202"/>
                  </a:lnTo>
                  <a:lnTo>
                    <a:pt x="4620" y="1800"/>
                  </a:lnTo>
                  <a:lnTo>
                    <a:pt x="4635" y="2188"/>
                  </a:lnTo>
                  <a:lnTo>
                    <a:pt x="4583" y="346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g1218"/>
            <p:cNvSpPr/>
            <p:nvPr/>
          </p:nvSpPr>
          <p:spPr>
            <a:xfrm>
              <a:off x="5420264" y="2449890"/>
              <a:ext cx="1337" cy="1240"/>
            </a:xfrm>
            <a:custGeom>
              <a:avLst/>
              <a:pathLst>
                <a:path w="1337" h="1240">
                  <a:moveTo>
                    <a:pt x="1337" y="506"/>
                  </a:moveTo>
                  <a:lnTo>
                    <a:pt x="1031" y="1240"/>
                  </a:lnTo>
                  <a:lnTo>
                    <a:pt x="315" y="1178"/>
                  </a:lnTo>
                  <a:lnTo>
                    <a:pt x="0" y="958"/>
                  </a:lnTo>
                  <a:lnTo>
                    <a:pt x="517" y="819"/>
                  </a:lnTo>
                  <a:lnTo>
                    <a:pt x="725" y="213"/>
                  </a:lnTo>
                  <a:lnTo>
                    <a:pt x="948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g1219"/>
            <p:cNvSpPr/>
            <p:nvPr/>
          </p:nvSpPr>
          <p:spPr>
            <a:xfrm>
              <a:off x="5408872" y="2445731"/>
              <a:ext cx="8635" cy="3653"/>
            </a:xfrm>
            <a:custGeom>
              <a:avLst/>
              <a:pathLst>
                <a:path w="8635" h="3653">
                  <a:moveTo>
                    <a:pt x="5073" y="162"/>
                  </a:moveTo>
                  <a:lnTo>
                    <a:pt x="8223" y="1067"/>
                  </a:lnTo>
                  <a:lnTo>
                    <a:pt x="8431" y="1056"/>
                  </a:lnTo>
                  <a:lnTo>
                    <a:pt x="8448" y="641"/>
                  </a:lnTo>
                  <a:lnTo>
                    <a:pt x="8635" y="878"/>
                  </a:lnTo>
                  <a:lnTo>
                    <a:pt x="8578" y="1540"/>
                  </a:lnTo>
                  <a:lnTo>
                    <a:pt x="8080" y="1702"/>
                  </a:lnTo>
                  <a:lnTo>
                    <a:pt x="7617" y="1638"/>
                  </a:lnTo>
                  <a:lnTo>
                    <a:pt x="7284" y="1979"/>
                  </a:lnTo>
                  <a:lnTo>
                    <a:pt x="6386" y="3255"/>
                  </a:lnTo>
                  <a:lnTo>
                    <a:pt x="5779" y="3041"/>
                  </a:lnTo>
                  <a:lnTo>
                    <a:pt x="5037" y="3327"/>
                  </a:lnTo>
                  <a:lnTo>
                    <a:pt x="3737" y="3354"/>
                  </a:lnTo>
                  <a:lnTo>
                    <a:pt x="2048" y="2793"/>
                  </a:lnTo>
                  <a:lnTo>
                    <a:pt x="1587" y="3266"/>
                  </a:lnTo>
                  <a:lnTo>
                    <a:pt x="984" y="3135"/>
                  </a:lnTo>
                  <a:lnTo>
                    <a:pt x="388" y="3653"/>
                  </a:lnTo>
                  <a:lnTo>
                    <a:pt x="143" y="3627"/>
                  </a:lnTo>
                  <a:lnTo>
                    <a:pt x="0" y="2867"/>
                  </a:lnTo>
                  <a:lnTo>
                    <a:pt x="10" y="2477"/>
                  </a:lnTo>
                  <a:lnTo>
                    <a:pt x="715" y="2148"/>
                  </a:lnTo>
                  <a:lnTo>
                    <a:pt x="610" y="953"/>
                  </a:lnTo>
                  <a:lnTo>
                    <a:pt x="1181" y="355"/>
                  </a:lnTo>
                  <a:lnTo>
                    <a:pt x="2163" y="407"/>
                  </a:lnTo>
                  <a:lnTo>
                    <a:pt x="3082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g1220"/>
            <p:cNvSpPr/>
            <p:nvPr/>
          </p:nvSpPr>
          <p:spPr>
            <a:xfrm>
              <a:off x="5437392" y="2437427"/>
              <a:ext cx="2077" cy="3290"/>
            </a:xfrm>
            <a:custGeom>
              <a:avLst/>
              <a:pathLst>
                <a:path w="2077" h="3290">
                  <a:moveTo>
                    <a:pt x="2077" y="2786"/>
                  </a:moveTo>
                  <a:lnTo>
                    <a:pt x="2055" y="3290"/>
                  </a:lnTo>
                  <a:lnTo>
                    <a:pt x="1372" y="3036"/>
                  </a:lnTo>
                  <a:lnTo>
                    <a:pt x="1184" y="3111"/>
                  </a:lnTo>
                  <a:lnTo>
                    <a:pt x="0" y="1652"/>
                  </a:lnTo>
                  <a:lnTo>
                    <a:pt x="18" y="760"/>
                  </a:lnTo>
                  <a:lnTo>
                    <a:pt x="331" y="0"/>
                  </a:lnTo>
                  <a:lnTo>
                    <a:pt x="824" y="122"/>
                  </a:lnTo>
                  <a:lnTo>
                    <a:pt x="1697" y="108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g1221"/>
            <p:cNvSpPr/>
            <p:nvPr/>
          </p:nvSpPr>
          <p:spPr>
            <a:xfrm>
              <a:off x="4156235" y="1653676"/>
              <a:ext cx="94391" cy="81140"/>
            </a:xfrm>
            <a:custGeom>
              <a:avLst/>
              <a:pathLst>
                <a:path w="94391" h="81140">
                  <a:moveTo>
                    <a:pt x="51805" y="5286"/>
                  </a:moveTo>
                  <a:lnTo>
                    <a:pt x="52182" y="5455"/>
                  </a:lnTo>
                  <a:lnTo>
                    <a:pt x="54832" y="5637"/>
                  </a:lnTo>
                  <a:lnTo>
                    <a:pt x="57517" y="5822"/>
                  </a:lnTo>
                  <a:lnTo>
                    <a:pt x="61837" y="6019"/>
                  </a:lnTo>
                  <a:lnTo>
                    <a:pt x="66338" y="6226"/>
                  </a:lnTo>
                  <a:lnTo>
                    <a:pt x="71008" y="6440"/>
                  </a:lnTo>
                  <a:lnTo>
                    <a:pt x="76063" y="6671"/>
                  </a:lnTo>
                  <a:lnTo>
                    <a:pt x="81393" y="6807"/>
                  </a:lnTo>
                  <a:lnTo>
                    <a:pt x="81718" y="6714"/>
                  </a:lnTo>
                  <a:lnTo>
                    <a:pt x="82262" y="6170"/>
                  </a:lnTo>
                  <a:lnTo>
                    <a:pt x="82927" y="6243"/>
                  </a:lnTo>
                  <a:lnTo>
                    <a:pt x="83710" y="6581"/>
                  </a:lnTo>
                  <a:lnTo>
                    <a:pt x="84077" y="6832"/>
                  </a:lnTo>
                  <a:lnTo>
                    <a:pt x="84232" y="7117"/>
                  </a:lnTo>
                  <a:lnTo>
                    <a:pt x="84329" y="7447"/>
                  </a:lnTo>
                  <a:lnTo>
                    <a:pt x="84758" y="7513"/>
                  </a:lnTo>
                  <a:lnTo>
                    <a:pt x="85541" y="7765"/>
                  </a:lnTo>
                  <a:lnTo>
                    <a:pt x="86601" y="8338"/>
                  </a:lnTo>
                  <a:lnTo>
                    <a:pt x="87432" y="8894"/>
                  </a:lnTo>
                  <a:lnTo>
                    <a:pt x="88222" y="9689"/>
                  </a:lnTo>
                  <a:lnTo>
                    <a:pt x="88484" y="10588"/>
                  </a:lnTo>
                  <a:lnTo>
                    <a:pt x="88500" y="11607"/>
                  </a:lnTo>
                  <a:lnTo>
                    <a:pt x="88449" y="12263"/>
                  </a:lnTo>
                  <a:lnTo>
                    <a:pt x="88515" y="12530"/>
                  </a:lnTo>
                  <a:lnTo>
                    <a:pt x="89596" y="17280"/>
                  </a:lnTo>
                  <a:lnTo>
                    <a:pt x="91397" y="21859"/>
                  </a:lnTo>
                  <a:lnTo>
                    <a:pt x="92058" y="24075"/>
                  </a:lnTo>
                  <a:lnTo>
                    <a:pt x="92323" y="25254"/>
                  </a:lnTo>
                  <a:lnTo>
                    <a:pt x="92533" y="26965"/>
                  </a:lnTo>
                  <a:lnTo>
                    <a:pt x="92599" y="28166"/>
                  </a:lnTo>
                  <a:lnTo>
                    <a:pt x="92591" y="28843"/>
                  </a:lnTo>
                  <a:lnTo>
                    <a:pt x="92457" y="29772"/>
                  </a:lnTo>
                  <a:lnTo>
                    <a:pt x="91922" y="30322"/>
                  </a:lnTo>
                  <a:lnTo>
                    <a:pt x="88467" y="31893"/>
                  </a:lnTo>
                  <a:lnTo>
                    <a:pt x="87818" y="32386"/>
                  </a:lnTo>
                  <a:lnTo>
                    <a:pt x="86800" y="33611"/>
                  </a:lnTo>
                  <a:lnTo>
                    <a:pt x="85861" y="34873"/>
                  </a:lnTo>
                  <a:lnTo>
                    <a:pt x="85645" y="35304"/>
                  </a:lnTo>
                  <a:lnTo>
                    <a:pt x="85587" y="35588"/>
                  </a:lnTo>
                  <a:lnTo>
                    <a:pt x="85793" y="36002"/>
                  </a:lnTo>
                  <a:lnTo>
                    <a:pt x="87025" y="36679"/>
                  </a:lnTo>
                  <a:lnTo>
                    <a:pt x="88267" y="37222"/>
                  </a:lnTo>
                  <a:lnTo>
                    <a:pt x="88671" y="37628"/>
                  </a:lnTo>
                  <a:lnTo>
                    <a:pt x="89587" y="38148"/>
                  </a:lnTo>
                  <a:lnTo>
                    <a:pt x="89921" y="38616"/>
                  </a:lnTo>
                  <a:lnTo>
                    <a:pt x="90103" y="39023"/>
                  </a:lnTo>
                  <a:lnTo>
                    <a:pt x="90090" y="39963"/>
                  </a:lnTo>
                  <a:lnTo>
                    <a:pt x="89677" y="41263"/>
                  </a:lnTo>
                  <a:lnTo>
                    <a:pt x="89849" y="42246"/>
                  </a:lnTo>
                  <a:lnTo>
                    <a:pt x="89430" y="42900"/>
                  </a:lnTo>
                  <a:lnTo>
                    <a:pt x="89084" y="43627"/>
                  </a:lnTo>
                  <a:lnTo>
                    <a:pt x="89035" y="44902"/>
                  </a:lnTo>
                  <a:lnTo>
                    <a:pt x="89656" y="46310"/>
                  </a:lnTo>
                  <a:lnTo>
                    <a:pt x="90164" y="47272"/>
                  </a:lnTo>
                  <a:lnTo>
                    <a:pt x="90360" y="48026"/>
                  </a:lnTo>
                  <a:lnTo>
                    <a:pt x="90152" y="48618"/>
                  </a:lnTo>
                  <a:lnTo>
                    <a:pt x="90216" y="49209"/>
                  </a:lnTo>
                  <a:lnTo>
                    <a:pt x="90668" y="49836"/>
                  </a:lnTo>
                  <a:lnTo>
                    <a:pt x="92099" y="51774"/>
                  </a:lnTo>
                  <a:lnTo>
                    <a:pt x="92805" y="53638"/>
                  </a:lnTo>
                  <a:lnTo>
                    <a:pt x="93256" y="54365"/>
                  </a:lnTo>
                  <a:lnTo>
                    <a:pt x="94297" y="55309"/>
                  </a:lnTo>
                  <a:lnTo>
                    <a:pt x="94391" y="55696"/>
                  </a:lnTo>
                  <a:lnTo>
                    <a:pt x="93974" y="56051"/>
                  </a:lnTo>
                  <a:lnTo>
                    <a:pt x="93637" y="56098"/>
                  </a:lnTo>
                  <a:lnTo>
                    <a:pt x="93363" y="56193"/>
                  </a:lnTo>
                  <a:lnTo>
                    <a:pt x="93187" y="56525"/>
                  </a:lnTo>
                  <a:lnTo>
                    <a:pt x="93460" y="56879"/>
                  </a:lnTo>
                  <a:lnTo>
                    <a:pt x="93829" y="57400"/>
                  </a:lnTo>
                  <a:lnTo>
                    <a:pt x="94287" y="58876"/>
                  </a:lnTo>
                  <a:lnTo>
                    <a:pt x="94242" y="60083"/>
                  </a:lnTo>
                  <a:lnTo>
                    <a:pt x="93889" y="60390"/>
                  </a:lnTo>
                  <a:lnTo>
                    <a:pt x="93438" y="61107"/>
                  </a:lnTo>
                  <a:lnTo>
                    <a:pt x="93132" y="61762"/>
                  </a:lnTo>
                  <a:lnTo>
                    <a:pt x="90663" y="62219"/>
                  </a:lnTo>
                  <a:lnTo>
                    <a:pt x="90070" y="62920"/>
                  </a:lnTo>
                  <a:lnTo>
                    <a:pt x="88719" y="64276"/>
                  </a:lnTo>
                  <a:lnTo>
                    <a:pt x="87796" y="65056"/>
                  </a:lnTo>
                  <a:lnTo>
                    <a:pt x="86432" y="66466"/>
                  </a:lnTo>
                  <a:lnTo>
                    <a:pt x="84274" y="68890"/>
                  </a:lnTo>
                  <a:lnTo>
                    <a:pt x="83478" y="69904"/>
                  </a:lnTo>
                  <a:lnTo>
                    <a:pt x="82896" y="70742"/>
                  </a:lnTo>
                  <a:lnTo>
                    <a:pt x="81150" y="72975"/>
                  </a:lnTo>
                  <a:lnTo>
                    <a:pt x="80613" y="73912"/>
                  </a:lnTo>
                  <a:lnTo>
                    <a:pt x="80719" y="74683"/>
                  </a:lnTo>
                  <a:lnTo>
                    <a:pt x="81280" y="76495"/>
                  </a:lnTo>
                  <a:lnTo>
                    <a:pt x="81398" y="77313"/>
                  </a:lnTo>
                  <a:lnTo>
                    <a:pt x="81300" y="78069"/>
                  </a:lnTo>
                  <a:lnTo>
                    <a:pt x="81114" y="78742"/>
                  </a:lnTo>
                  <a:lnTo>
                    <a:pt x="81145" y="79042"/>
                  </a:lnTo>
                  <a:lnTo>
                    <a:pt x="81661" y="79530"/>
                  </a:lnTo>
                  <a:lnTo>
                    <a:pt x="82483" y="80297"/>
                  </a:lnTo>
                  <a:lnTo>
                    <a:pt x="82530" y="80555"/>
                  </a:lnTo>
                  <a:lnTo>
                    <a:pt x="82414" y="80887"/>
                  </a:lnTo>
                  <a:lnTo>
                    <a:pt x="82130" y="81140"/>
                  </a:lnTo>
                  <a:lnTo>
                    <a:pt x="81104" y="80873"/>
                  </a:lnTo>
                  <a:lnTo>
                    <a:pt x="79956" y="80353"/>
                  </a:lnTo>
                  <a:lnTo>
                    <a:pt x="79565" y="80416"/>
                  </a:lnTo>
                  <a:lnTo>
                    <a:pt x="78945" y="80296"/>
                  </a:lnTo>
                  <a:lnTo>
                    <a:pt x="76385" y="79293"/>
                  </a:lnTo>
                  <a:lnTo>
                    <a:pt x="74659" y="78507"/>
                  </a:lnTo>
                  <a:lnTo>
                    <a:pt x="74489" y="77997"/>
                  </a:lnTo>
                  <a:lnTo>
                    <a:pt x="74163" y="77258"/>
                  </a:lnTo>
                  <a:lnTo>
                    <a:pt x="73430" y="76639"/>
                  </a:lnTo>
                  <a:lnTo>
                    <a:pt x="71745" y="76103"/>
                  </a:lnTo>
                  <a:lnTo>
                    <a:pt x="71060" y="75684"/>
                  </a:lnTo>
                  <a:lnTo>
                    <a:pt x="68324" y="75449"/>
                  </a:lnTo>
                  <a:lnTo>
                    <a:pt x="67137" y="75440"/>
                  </a:lnTo>
                  <a:lnTo>
                    <a:pt x="66296" y="75613"/>
                  </a:lnTo>
                  <a:lnTo>
                    <a:pt x="65759" y="75596"/>
                  </a:lnTo>
                  <a:lnTo>
                    <a:pt x="65019" y="76690"/>
                  </a:lnTo>
                  <a:lnTo>
                    <a:pt x="64509" y="77007"/>
                  </a:lnTo>
                  <a:lnTo>
                    <a:pt x="63764" y="77040"/>
                  </a:lnTo>
                  <a:lnTo>
                    <a:pt x="63112" y="76846"/>
                  </a:lnTo>
                  <a:lnTo>
                    <a:pt x="62445" y="76270"/>
                  </a:lnTo>
                  <a:lnTo>
                    <a:pt x="61376" y="75966"/>
                  </a:lnTo>
                  <a:lnTo>
                    <a:pt x="60605" y="76113"/>
                  </a:lnTo>
                  <a:lnTo>
                    <a:pt x="60037" y="75988"/>
                  </a:lnTo>
                  <a:lnTo>
                    <a:pt x="59546" y="75958"/>
                  </a:lnTo>
                  <a:lnTo>
                    <a:pt x="59376" y="76073"/>
                  </a:lnTo>
                  <a:lnTo>
                    <a:pt x="58982" y="76056"/>
                  </a:lnTo>
                  <a:lnTo>
                    <a:pt x="58410" y="76331"/>
                  </a:lnTo>
                  <a:lnTo>
                    <a:pt x="57785" y="76720"/>
                  </a:lnTo>
                  <a:lnTo>
                    <a:pt x="57096" y="77017"/>
                  </a:lnTo>
                  <a:lnTo>
                    <a:pt x="56566" y="77653"/>
                  </a:lnTo>
                  <a:lnTo>
                    <a:pt x="56093" y="78901"/>
                  </a:lnTo>
                  <a:lnTo>
                    <a:pt x="54754" y="78342"/>
                  </a:lnTo>
                  <a:lnTo>
                    <a:pt x="54308" y="78584"/>
                  </a:lnTo>
                  <a:lnTo>
                    <a:pt x="53677" y="78747"/>
                  </a:lnTo>
                  <a:lnTo>
                    <a:pt x="53245" y="78579"/>
                  </a:lnTo>
                  <a:lnTo>
                    <a:pt x="53347" y="78149"/>
                  </a:lnTo>
                  <a:lnTo>
                    <a:pt x="53542" y="77664"/>
                  </a:lnTo>
                  <a:lnTo>
                    <a:pt x="53533" y="76987"/>
                  </a:lnTo>
                  <a:lnTo>
                    <a:pt x="53409" y="76239"/>
                  </a:lnTo>
                  <a:lnTo>
                    <a:pt x="52994" y="75996"/>
                  </a:lnTo>
                  <a:lnTo>
                    <a:pt x="52370" y="75906"/>
                  </a:lnTo>
                  <a:lnTo>
                    <a:pt x="52050" y="75758"/>
                  </a:lnTo>
                  <a:lnTo>
                    <a:pt x="52015" y="75511"/>
                  </a:lnTo>
                  <a:lnTo>
                    <a:pt x="51698" y="75193"/>
                  </a:lnTo>
                  <a:lnTo>
                    <a:pt x="51146" y="74389"/>
                  </a:lnTo>
                  <a:lnTo>
                    <a:pt x="50625" y="73391"/>
                  </a:lnTo>
                  <a:lnTo>
                    <a:pt x="50265" y="73093"/>
                  </a:lnTo>
                  <a:lnTo>
                    <a:pt x="49741" y="73568"/>
                  </a:lnTo>
                  <a:lnTo>
                    <a:pt x="48947" y="74109"/>
                  </a:lnTo>
                  <a:lnTo>
                    <a:pt x="48454" y="74296"/>
                  </a:lnTo>
                  <a:lnTo>
                    <a:pt x="47500" y="75851"/>
                  </a:lnTo>
                  <a:lnTo>
                    <a:pt x="45787" y="75903"/>
                  </a:lnTo>
                  <a:lnTo>
                    <a:pt x="45682" y="75177"/>
                  </a:lnTo>
                  <a:lnTo>
                    <a:pt x="45502" y="74480"/>
                  </a:lnTo>
                  <a:lnTo>
                    <a:pt x="44499" y="74305"/>
                  </a:lnTo>
                  <a:lnTo>
                    <a:pt x="44472" y="73896"/>
                  </a:lnTo>
                  <a:lnTo>
                    <a:pt x="44260" y="72870"/>
                  </a:lnTo>
                  <a:lnTo>
                    <a:pt x="42252" y="70860"/>
                  </a:lnTo>
                  <a:lnTo>
                    <a:pt x="42008" y="70022"/>
                  </a:lnTo>
                  <a:lnTo>
                    <a:pt x="42086" y="69698"/>
                  </a:lnTo>
                  <a:lnTo>
                    <a:pt x="41947" y="69165"/>
                  </a:lnTo>
                  <a:lnTo>
                    <a:pt x="41510" y="68843"/>
                  </a:lnTo>
                  <a:lnTo>
                    <a:pt x="39922" y="68461"/>
                  </a:lnTo>
                  <a:lnTo>
                    <a:pt x="39514" y="68681"/>
                  </a:lnTo>
                  <a:lnTo>
                    <a:pt x="39145" y="68454"/>
                  </a:lnTo>
                  <a:lnTo>
                    <a:pt x="38568" y="67974"/>
                  </a:lnTo>
                  <a:lnTo>
                    <a:pt x="37565" y="67583"/>
                  </a:lnTo>
                  <a:lnTo>
                    <a:pt x="37456" y="67380"/>
                  </a:lnTo>
                  <a:lnTo>
                    <a:pt x="37094" y="67036"/>
                  </a:lnTo>
                  <a:lnTo>
                    <a:pt x="36894" y="66990"/>
                  </a:lnTo>
                  <a:lnTo>
                    <a:pt x="36765" y="67199"/>
                  </a:lnTo>
                  <a:lnTo>
                    <a:pt x="36473" y="67495"/>
                  </a:lnTo>
                  <a:lnTo>
                    <a:pt x="35441" y="67869"/>
                  </a:lnTo>
                  <a:lnTo>
                    <a:pt x="35029" y="67715"/>
                  </a:lnTo>
                  <a:lnTo>
                    <a:pt x="34655" y="67390"/>
                  </a:lnTo>
                  <a:lnTo>
                    <a:pt x="34228" y="66690"/>
                  </a:lnTo>
                  <a:lnTo>
                    <a:pt x="33608" y="66076"/>
                  </a:lnTo>
                  <a:lnTo>
                    <a:pt x="33098" y="65858"/>
                  </a:lnTo>
                  <a:lnTo>
                    <a:pt x="32806" y="65536"/>
                  </a:lnTo>
                  <a:lnTo>
                    <a:pt x="32741" y="65286"/>
                  </a:lnTo>
                  <a:lnTo>
                    <a:pt x="33875" y="64782"/>
                  </a:lnTo>
                  <a:lnTo>
                    <a:pt x="34123" y="64263"/>
                  </a:lnTo>
                  <a:lnTo>
                    <a:pt x="33978" y="63317"/>
                  </a:lnTo>
                  <a:lnTo>
                    <a:pt x="33809" y="63197"/>
                  </a:lnTo>
                  <a:lnTo>
                    <a:pt x="33359" y="63518"/>
                  </a:lnTo>
                  <a:lnTo>
                    <a:pt x="32412" y="63799"/>
                  </a:lnTo>
                  <a:lnTo>
                    <a:pt x="31539" y="63928"/>
                  </a:lnTo>
                  <a:lnTo>
                    <a:pt x="31094" y="63928"/>
                  </a:lnTo>
                  <a:lnTo>
                    <a:pt x="28603" y="62205"/>
                  </a:lnTo>
                  <a:lnTo>
                    <a:pt x="26983" y="61678"/>
                  </a:lnTo>
                  <a:lnTo>
                    <a:pt x="26031" y="61525"/>
                  </a:lnTo>
                  <a:lnTo>
                    <a:pt x="25927" y="61700"/>
                  </a:lnTo>
                  <a:lnTo>
                    <a:pt x="26359" y="62667"/>
                  </a:lnTo>
                  <a:lnTo>
                    <a:pt x="27102" y="63859"/>
                  </a:lnTo>
                  <a:lnTo>
                    <a:pt x="27067" y="64177"/>
                  </a:lnTo>
                  <a:lnTo>
                    <a:pt x="26175" y="64665"/>
                  </a:lnTo>
                  <a:lnTo>
                    <a:pt x="25668" y="64878"/>
                  </a:lnTo>
                  <a:lnTo>
                    <a:pt x="25071" y="65292"/>
                  </a:lnTo>
                  <a:lnTo>
                    <a:pt x="24566" y="65863"/>
                  </a:lnTo>
                  <a:lnTo>
                    <a:pt x="24129" y="66123"/>
                  </a:lnTo>
                  <a:lnTo>
                    <a:pt x="23751" y="66057"/>
                  </a:lnTo>
                  <a:lnTo>
                    <a:pt x="23349" y="65781"/>
                  </a:lnTo>
                  <a:lnTo>
                    <a:pt x="22317" y="64017"/>
                  </a:lnTo>
                  <a:lnTo>
                    <a:pt x="21020" y="62667"/>
                  </a:lnTo>
                  <a:lnTo>
                    <a:pt x="20866" y="62365"/>
                  </a:lnTo>
                  <a:lnTo>
                    <a:pt x="20460" y="62295"/>
                  </a:lnTo>
                  <a:lnTo>
                    <a:pt x="19888" y="61985"/>
                  </a:lnTo>
                  <a:lnTo>
                    <a:pt x="19694" y="61572"/>
                  </a:lnTo>
                  <a:lnTo>
                    <a:pt x="19982" y="61140"/>
                  </a:lnTo>
                  <a:lnTo>
                    <a:pt x="20377" y="60745"/>
                  </a:lnTo>
                  <a:lnTo>
                    <a:pt x="21078" y="60501"/>
                  </a:lnTo>
                  <a:lnTo>
                    <a:pt x="21291" y="60272"/>
                  </a:lnTo>
                  <a:lnTo>
                    <a:pt x="21416" y="59927"/>
                  </a:lnTo>
                  <a:lnTo>
                    <a:pt x="21675" y="59481"/>
                  </a:lnTo>
                  <a:lnTo>
                    <a:pt x="21607" y="59320"/>
                  </a:lnTo>
                  <a:lnTo>
                    <a:pt x="21110" y="58815"/>
                  </a:lnTo>
                  <a:lnTo>
                    <a:pt x="20374" y="58337"/>
                  </a:lnTo>
                  <a:lnTo>
                    <a:pt x="18333" y="58696"/>
                  </a:lnTo>
                  <a:lnTo>
                    <a:pt x="17773" y="58951"/>
                  </a:lnTo>
                  <a:lnTo>
                    <a:pt x="17457" y="58619"/>
                  </a:lnTo>
                  <a:lnTo>
                    <a:pt x="17217" y="58133"/>
                  </a:lnTo>
                  <a:lnTo>
                    <a:pt x="16701" y="58041"/>
                  </a:lnTo>
                  <a:lnTo>
                    <a:pt x="15994" y="57597"/>
                  </a:lnTo>
                  <a:lnTo>
                    <a:pt x="15155" y="57165"/>
                  </a:lnTo>
                  <a:lnTo>
                    <a:pt x="14336" y="57037"/>
                  </a:lnTo>
                  <a:lnTo>
                    <a:pt x="12633" y="56409"/>
                  </a:lnTo>
                  <a:lnTo>
                    <a:pt x="11977" y="56375"/>
                  </a:lnTo>
                  <a:lnTo>
                    <a:pt x="11596" y="56159"/>
                  </a:lnTo>
                  <a:lnTo>
                    <a:pt x="11201" y="55685"/>
                  </a:lnTo>
                  <a:lnTo>
                    <a:pt x="10865" y="55166"/>
                  </a:lnTo>
                  <a:lnTo>
                    <a:pt x="10690" y="54112"/>
                  </a:lnTo>
                  <a:lnTo>
                    <a:pt x="9435" y="53633"/>
                  </a:lnTo>
                  <a:lnTo>
                    <a:pt x="8184" y="53334"/>
                  </a:lnTo>
                  <a:lnTo>
                    <a:pt x="8097" y="53486"/>
                  </a:lnTo>
                  <a:lnTo>
                    <a:pt x="8148" y="54549"/>
                  </a:lnTo>
                  <a:lnTo>
                    <a:pt x="8082" y="55116"/>
                  </a:lnTo>
                  <a:lnTo>
                    <a:pt x="7258" y="55468"/>
                  </a:lnTo>
                  <a:lnTo>
                    <a:pt x="6440" y="55501"/>
                  </a:lnTo>
                  <a:lnTo>
                    <a:pt x="6486" y="55324"/>
                  </a:lnTo>
                  <a:lnTo>
                    <a:pt x="7463" y="53412"/>
                  </a:lnTo>
                  <a:lnTo>
                    <a:pt x="7902" y="52207"/>
                  </a:lnTo>
                  <a:lnTo>
                    <a:pt x="8401" y="50009"/>
                  </a:lnTo>
                  <a:lnTo>
                    <a:pt x="7800" y="48274"/>
                  </a:lnTo>
                  <a:lnTo>
                    <a:pt x="7634" y="47462"/>
                  </a:lnTo>
                  <a:lnTo>
                    <a:pt x="7354" y="47072"/>
                  </a:lnTo>
                  <a:lnTo>
                    <a:pt x="5639" y="46227"/>
                  </a:lnTo>
                  <a:lnTo>
                    <a:pt x="5509" y="45934"/>
                  </a:lnTo>
                  <a:lnTo>
                    <a:pt x="5771" y="44787"/>
                  </a:lnTo>
                  <a:lnTo>
                    <a:pt x="5641" y="44304"/>
                  </a:lnTo>
                  <a:lnTo>
                    <a:pt x="5229" y="43796"/>
                  </a:lnTo>
                  <a:lnTo>
                    <a:pt x="4686" y="42783"/>
                  </a:lnTo>
                  <a:lnTo>
                    <a:pt x="4475" y="41924"/>
                  </a:lnTo>
                  <a:lnTo>
                    <a:pt x="5168" y="40914"/>
                  </a:lnTo>
                  <a:lnTo>
                    <a:pt x="5339" y="40172"/>
                  </a:lnTo>
                  <a:lnTo>
                    <a:pt x="5640" y="39156"/>
                  </a:lnTo>
                  <a:lnTo>
                    <a:pt x="5861" y="38599"/>
                  </a:lnTo>
                  <a:lnTo>
                    <a:pt x="5902" y="38445"/>
                  </a:lnTo>
                  <a:lnTo>
                    <a:pt x="5449" y="38049"/>
                  </a:lnTo>
                  <a:lnTo>
                    <a:pt x="5333" y="37493"/>
                  </a:lnTo>
                  <a:lnTo>
                    <a:pt x="5456" y="36692"/>
                  </a:lnTo>
                  <a:lnTo>
                    <a:pt x="5215" y="36099"/>
                  </a:lnTo>
                  <a:lnTo>
                    <a:pt x="4607" y="35714"/>
                  </a:lnTo>
                  <a:lnTo>
                    <a:pt x="4213" y="35204"/>
                  </a:lnTo>
                  <a:lnTo>
                    <a:pt x="4030" y="34570"/>
                  </a:lnTo>
                  <a:lnTo>
                    <a:pt x="4173" y="33573"/>
                  </a:lnTo>
                  <a:lnTo>
                    <a:pt x="4643" y="32214"/>
                  </a:lnTo>
                  <a:lnTo>
                    <a:pt x="3646" y="30581"/>
                  </a:lnTo>
                  <a:lnTo>
                    <a:pt x="1183" y="28672"/>
                  </a:lnTo>
                  <a:lnTo>
                    <a:pt x="0" y="27337"/>
                  </a:lnTo>
                  <a:lnTo>
                    <a:pt x="97" y="26575"/>
                  </a:lnTo>
                  <a:lnTo>
                    <a:pt x="615" y="25885"/>
                  </a:lnTo>
                  <a:lnTo>
                    <a:pt x="1556" y="25265"/>
                  </a:lnTo>
                  <a:lnTo>
                    <a:pt x="2270" y="24166"/>
                  </a:lnTo>
                  <a:lnTo>
                    <a:pt x="2671" y="22862"/>
                  </a:lnTo>
                  <a:lnTo>
                    <a:pt x="2683" y="22615"/>
                  </a:lnTo>
                  <a:lnTo>
                    <a:pt x="2705" y="21684"/>
                  </a:lnTo>
                  <a:lnTo>
                    <a:pt x="1609" y="17877"/>
                  </a:lnTo>
                  <a:lnTo>
                    <a:pt x="1431" y="16924"/>
                  </a:lnTo>
                  <a:lnTo>
                    <a:pt x="1300" y="15775"/>
                  </a:lnTo>
                  <a:lnTo>
                    <a:pt x="1232" y="15461"/>
                  </a:lnTo>
                  <a:lnTo>
                    <a:pt x="3396" y="16267"/>
                  </a:lnTo>
                  <a:lnTo>
                    <a:pt x="4303" y="16721"/>
                  </a:lnTo>
                  <a:lnTo>
                    <a:pt x="4190" y="16211"/>
                  </a:lnTo>
                  <a:lnTo>
                    <a:pt x="4006" y="15773"/>
                  </a:lnTo>
                  <a:lnTo>
                    <a:pt x="4128" y="15128"/>
                  </a:lnTo>
                  <a:lnTo>
                    <a:pt x="4066" y="14156"/>
                  </a:lnTo>
                  <a:lnTo>
                    <a:pt x="2102" y="13661"/>
                  </a:lnTo>
                  <a:lnTo>
                    <a:pt x="804" y="13493"/>
                  </a:lnTo>
                  <a:lnTo>
                    <a:pt x="658" y="12820"/>
                  </a:lnTo>
                  <a:lnTo>
                    <a:pt x="783" y="12383"/>
                  </a:lnTo>
                  <a:lnTo>
                    <a:pt x="1141" y="12640"/>
                  </a:lnTo>
                  <a:lnTo>
                    <a:pt x="2417" y="12741"/>
                  </a:lnTo>
                  <a:lnTo>
                    <a:pt x="5554" y="11435"/>
                  </a:lnTo>
                  <a:lnTo>
                    <a:pt x="10972" y="9739"/>
                  </a:lnTo>
                  <a:lnTo>
                    <a:pt x="16758" y="8148"/>
                  </a:lnTo>
                  <a:lnTo>
                    <a:pt x="18109" y="7975"/>
                  </a:lnTo>
                  <a:lnTo>
                    <a:pt x="19467" y="7640"/>
                  </a:lnTo>
                  <a:lnTo>
                    <a:pt x="19969" y="7045"/>
                  </a:lnTo>
                  <a:lnTo>
                    <a:pt x="20470" y="6647"/>
                  </a:lnTo>
                  <a:lnTo>
                    <a:pt x="21258" y="5597"/>
                  </a:lnTo>
                  <a:lnTo>
                    <a:pt x="23000" y="3966"/>
                  </a:lnTo>
                  <a:lnTo>
                    <a:pt x="26081" y="3372"/>
                  </a:lnTo>
                  <a:lnTo>
                    <a:pt x="27232" y="2598"/>
                  </a:lnTo>
                  <a:lnTo>
                    <a:pt x="29643" y="1515"/>
                  </a:lnTo>
                  <a:lnTo>
                    <a:pt x="35140" y="299"/>
                  </a:lnTo>
                  <a:lnTo>
                    <a:pt x="37436" y="32"/>
                  </a:lnTo>
                  <a:lnTo>
                    <a:pt x="39686" y="0"/>
                  </a:lnTo>
                  <a:lnTo>
                    <a:pt x="41689" y="958"/>
                  </a:lnTo>
                  <a:lnTo>
                    <a:pt x="43809" y="2142"/>
                  </a:lnTo>
                  <a:lnTo>
                    <a:pt x="44191" y="2857"/>
                  </a:lnTo>
                  <a:lnTo>
                    <a:pt x="43043" y="2411"/>
                  </a:lnTo>
                  <a:lnTo>
                    <a:pt x="41371" y="1348"/>
                  </a:lnTo>
                  <a:lnTo>
                    <a:pt x="40753" y="1303"/>
                  </a:lnTo>
                  <a:lnTo>
                    <a:pt x="42180" y="4537"/>
                  </a:lnTo>
                  <a:lnTo>
                    <a:pt x="42961" y="5680"/>
                  </a:lnTo>
                  <a:lnTo>
                    <a:pt x="44539" y="6536"/>
                  </a:lnTo>
                  <a:lnTo>
                    <a:pt x="45862" y="6824"/>
                  </a:lnTo>
                  <a:lnTo>
                    <a:pt x="49939" y="6305"/>
                  </a:lnTo>
                  <a:lnTo>
                    <a:pt x="51386" y="562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g1222"/>
            <p:cNvSpPr/>
            <p:nvPr/>
          </p:nvSpPr>
          <p:spPr>
            <a:xfrm>
              <a:off x="3379828" y="2165801"/>
              <a:ext cx="832" cy="687"/>
            </a:xfrm>
            <a:custGeom>
              <a:avLst/>
              <a:pathLst>
                <a:path w="832" h="687">
                  <a:moveTo>
                    <a:pt x="332" y="687"/>
                  </a:moveTo>
                  <a:lnTo>
                    <a:pt x="63" y="477"/>
                  </a:lnTo>
                  <a:lnTo>
                    <a:pt x="0" y="286"/>
                  </a:lnTo>
                  <a:lnTo>
                    <a:pt x="171" y="3"/>
                  </a:lnTo>
                  <a:lnTo>
                    <a:pt x="774" y="0"/>
                  </a:lnTo>
                  <a:lnTo>
                    <a:pt x="832" y="33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g1223"/>
            <p:cNvSpPr/>
            <p:nvPr/>
          </p:nvSpPr>
          <p:spPr>
            <a:xfrm>
              <a:off x="3402201" y="2165189"/>
              <a:ext cx="2623" cy="913"/>
            </a:xfrm>
            <a:custGeom>
              <a:avLst/>
              <a:pathLst>
                <a:path w="2623" h="913">
                  <a:moveTo>
                    <a:pt x="1387" y="828"/>
                  </a:moveTo>
                  <a:lnTo>
                    <a:pt x="645" y="913"/>
                  </a:lnTo>
                  <a:lnTo>
                    <a:pt x="162" y="800"/>
                  </a:lnTo>
                  <a:lnTo>
                    <a:pt x="0" y="386"/>
                  </a:lnTo>
                  <a:lnTo>
                    <a:pt x="899" y="0"/>
                  </a:lnTo>
                  <a:lnTo>
                    <a:pt x="1948" y="55"/>
                  </a:lnTo>
                  <a:lnTo>
                    <a:pt x="2549" y="288"/>
                  </a:lnTo>
                  <a:lnTo>
                    <a:pt x="2623" y="44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g1224"/>
            <p:cNvSpPr/>
            <p:nvPr/>
          </p:nvSpPr>
          <p:spPr>
            <a:xfrm>
              <a:off x="3386195" y="2160208"/>
              <a:ext cx="15546" cy="8018"/>
            </a:xfrm>
            <a:custGeom>
              <a:avLst/>
              <a:pathLst>
                <a:path w="15546" h="8018">
                  <a:moveTo>
                    <a:pt x="10734" y="1077"/>
                  </a:moveTo>
                  <a:lnTo>
                    <a:pt x="11027" y="1352"/>
                  </a:lnTo>
                  <a:lnTo>
                    <a:pt x="11311" y="1313"/>
                  </a:lnTo>
                  <a:lnTo>
                    <a:pt x="11082" y="741"/>
                  </a:lnTo>
                  <a:lnTo>
                    <a:pt x="11293" y="741"/>
                  </a:lnTo>
                  <a:lnTo>
                    <a:pt x="13106" y="1092"/>
                  </a:lnTo>
                  <a:lnTo>
                    <a:pt x="14271" y="1681"/>
                  </a:lnTo>
                  <a:lnTo>
                    <a:pt x="15470" y="1963"/>
                  </a:lnTo>
                  <a:lnTo>
                    <a:pt x="15546" y="3903"/>
                  </a:lnTo>
                  <a:lnTo>
                    <a:pt x="14623" y="4679"/>
                  </a:lnTo>
                  <a:lnTo>
                    <a:pt x="14019" y="5489"/>
                  </a:lnTo>
                  <a:lnTo>
                    <a:pt x="13528" y="6483"/>
                  </a:lnTo>
                  <a:lnTo>
                    <a:pt x="12235" y="7640"/>
                  </a:lnTo>
                  <a:lnTo>
                    <a:pt x="10677" y="7988"/>
                  </a:lnTo>
                  <a:lnTo>
                    <a:pt x="9641" y="8018"/>
                  </a:lnTo>
                  <a:lnTo>
                    <a:pt x="9254" y="7981"/>
                  </a:lnTo>
                  <a:lnTo>
                    <a:pt x="8876" y="7783"/>
                  </a:lnTo>
                  <a:lnTo>
                    <a:pt x="8093" y="7972"/>
                  </a:lnTo>
                  <a:lnTo>
                    <a:pt x="7126" y="7464"/>
                  </a:lnTo>
                  <a:lnTo>
                    <a:pt x="6297" y="7591"/>
                  </a:lnTo>
                  <a:lnTo>
                    <a:pt x="4651" y="7470"/>
                  </a:lnTo>
                  <a:lnTo>
                    <a:pt x="4034" y="7909"/>
                  </a:lnTo>
                  <a:lnTo>
                    <a:pt x="3444" y="8009"/>
                  </a:lnTo>
                  <a:lnTo>
                    <a:pt x="2865" y="7928"/>
                  </a:lnTo>
                  <a:lnTo>
                    <a:pt x="2372" y="7731"/>
                  </a:lnTo>
                  <a:lnTo>
                    <a:pt x="1151" y="7747"/>
                  </a:lnTo>
                  <a:lnTo>
                    <a:pt x="635" y="7364"/>
                  </a:lnTo>
                  <a:lnTo>
                    <a:pt x="849" y="5155"/>
                  </a:lnTo>
                  <a:lnTo>
                    <a:pt x="866" y="4155"/>
                  </a:lnTo>
                  <a:lnTo>
                    <a:pt x="566" y="3330"/>
                  </a:lnTo>
                  <a:lnTo>
                    <a:pt x="237" y="2810"/>
                  </a:lnTo>
                  <a:lnTo>
                    <a:pt x="0" y="2197"/>
                  </a:lnTo>
                  <a:lnTo>
                    <a:pt x="479" y="1793"/>
                  </a:lnTo>
                  <a:lnTo>
                    <a:pt x="873" y="1204"/>
                  </a:lnTo>
                  <a:lnTo>
                    <a:pt x="997" y="320"/>
                  </a:lnTo>
                  <a:lnTo>
                    <a:pt x="1428" y="102"/>
                  </a:lnTo>
                  <a:lnTo>
                    <a:pt x="1934" y="0"/>
                  </a:lnTo>
                  <a:lnTo>
                    <a:pt x="4268" y="413"/>
                  </a:lnTo>
                  <a:lnTo>
                    <a:pt x="10175" y="647"/>
                  </a:lnTo>
                  <a:lnTo>
                    <a:pt x="10510" y="71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g1225"/>
            <p:cNvSpPr/>
            <p:nvPr/>
          </p:nvSpPr>
          <p:spPr>
            <a:xfrm>
              <a:off x="5203712" y="1866108"/>
              <a:ext cx="837" cy="1398"/>
            </a:xfrm>
            <a:custGeom>
              <a:avLst/>
              <a:pathLst>
                <a:path w="837" h="1398">
                  <a:moveTo>
                    <a:pt x="559" y="997"/>
                  </a:moveTo>
                  <a:lnTo>
                    <a:pt x="26" y="1398"/>
                  </a:lnTo>
                  <a:lnTo>
                    <a:pt x="0" y="682"/>
                  </a:lnTo>
                  <a:lnTo>
                    <a:pt x="411" y="79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g1226"/>
            <p:cNvSpPr/>
            <p:nvPr/>
          </p:nvSpPr>
          <p:spPr>
            <a:xfrm>
              <a:off x="5199005" y="1818820"/>
              <a:ext cx="59969" cy="73632"/>
            </a:xfrm>
            <a:custGeom>
              <a:avLst/>
              <a:pathLst>
                <a:path w="59969" h="73632">
                  <a:moveTo>
                    <a:pt x="58451" y="6454"/>
                  </a:moveTo>
                  <a:lnTo>
                    <a:pt x="58708" y="7300"/>
                  </a:lnTo>
                  <a:lnTo>
                    <a:pt x="59312" y="8124"/>
                  </a:lnTo>
                  <a:lnTo>
                    <a:pt x="59630" y="8726"/>
                  </a:lnTo>
                  <a:lnTo>
                    <a:pt x="59691" y="9350"/>
                  </a:lnTo>
                  <a:lnTo>
                    <a:pt x="59969" y="9702"/>
                  </a:lnTo>
                  <a:lnTo>
                    <a:pt x="59488" y="10088"/>
                  </a:lnTo>
                  <a:lnTo>
                    <a:pt x="58851" y="9853"/>
                  </a:lnTo>
                  <a:lnTo>
                    <a:pt x="57794" y="9713"/>
                  </a:lnTo>
                  <a:lnTo>
                    <a:pt x="56444" y="10935"/>
                  </a:lnTo>
                  <a:lnTo>
                    <a:pt x="55696" y="11366"/>
                  </a:lnTo>
                  <a:lnTo>
                    <a:pt x="55168" y="12569"/>
                  </a:lnTo>
                  <a:lnTo>
                    <a:pt x="54112" y="13283"/>
                  </a:lnTo>
                  <a:lnTo>
                    <a:pt x="53535" y="14045"/>
                  </a:lnTo>
                  <a:lnTo>
                    <a:pt x="52787" y="15362"/>
                  </a:lnTo>
                  <a:lnTo>
                    <a:pt x="52296" y="16634"/>
                  </a:lnTo>
                  <a:lnTo>
                    <a:pt x="51161" y="17935"/>
                  </a:lnTo>
                  <a:lnTo>
                    <a:pt x="50498" y="19571"/>
                  </a:lnTo>
                  <a:lnTo>
                    <a:pt x="50461" y="20974"/>
                  </a:lnTo>
                  <a:lnTo>
                    <a:pt x="51186" y="22409"/>
                  </a:lnTo>
                  <a:lnTo>
                    <a:pt x="51250" y="23631"/>
                  </a:lnTo>
                  <a:lnTo>
                    <a:pt x="50742" y="26144"/>
                  </a:lnTo>
                  <a:lnTo>
                    <a:pt x="51025" y="28814"/>
                  </a:lnTo>
                  <a:lnTo>
                    <a:pt x="50710" y="29859"/>
                  </a:lnTo>
                  <a:lnTo>
                    <a:pt x="47232" y="31687"/>
                  </a:lnTo>
                  <a:lnTo>
                    <a:pt x="46324" y="32597"/>
                  </a:lnTo>
                  <a:lnTo>
                    <a:pt x="45044" y="34968"/>
                  </a:lnTo>
                  <a:lnTo>
                    <a:pt x="43487" y="35849"/>
                  </a:lnTo>
                  <a:lnTo>
                    <a:pt x="42520" y="36817"/>
                  </a:lnTo>
                  <a:lnTo>
                    <a:pt x="41180" y="37388"/>
                  </a:lnTo>
                  <a:lnTo>
                    <a:pt x="40323" y="39057"/>
                  </a:lnTo>
                  <a:lnTo>
                    <a:pt x="39381" y="40001"/>
                  </a:lnTo>
                  <a:lnTo>
                    <a:pt x="38262" y="40576"/>
                  </a:lnTo>
                  <a:lnTo>
                    <a:pt x="37425" y="41316"/>
                  </a:lnTo>
                  <a:lnTo>
                    <a:pt x="35550" y="41363"/>
                  </a:lnTo>
                  <a:lnTo>
                    <a:pt x="34228" y="41879"/>
                  </a:lnTo>
                  <a:lnTo>
                    <a:pt x="33287" y="43269"/>
                  </a:lnTo>
                  <a:lnTo>
                    <a:pt x="30459" y="44858"/>
                  </a:lnTo>
                  <a:lnTo>
                    <a:pt x="30074" y="46062"/>
                  </a:lnTo>
                  <a:lnTo>
                    <a:pt x="30261" y="47915"/>
                  </a:lnTo>
                  <a:lnTo>
                    <a:pt x="30277" y="49334"/>
                  </a:lnTo>
                  <a:lnTo>
                    <a:pt x="30030" y="50501"/>
                  </a:lnTo>
                  <a:lnTo>
                    <a:pt x="29411" y="50172"/>
                  </a:lnTo>
                  <a:lnTo>
                    <a:pt x="29079" y="50554"/>
                  </a:lnTo>
                  <a:lnTo>
                    <a:pt x="28712" y="51635"/>
                  </a:lnTo>
                  <a:lnTo>
                    <a:pt x="28816" y="52865"/>
                  </a:lnTo>
                  <a:lnTo>
                    <a:pt x="29785" y="53262"/>
                  </a:lnTo>
                  <a:lnTo>
                    <a:pt x="30580" y="53767"/>
                  </a:lnTo>
                  <a:lnTo>
                    <a:pt x="31696" y="54021"/>
                  </a:lnTo>
                  <a:lnTo>
                    <a:pt x="32521" y="54592"/>
                  </a:lnTo>
                  <a:lnTo>
                    <a:pt x="34276" y="57188"/>
                  </a:lnTo>
                  <a:lnTo>
                    <a:pt x="35708" y="58326"/>
                  </a:lnTo>
                  <a:lnTo>
                    <a:pt x="36082" y="58748"/>
                  </a:lnTo>
                  <a:lnTo>
                    <a:pt x="36904" y="59319"/>
                  </a:lnTo>
                  <a:lnTo>
                    <a:pt x="37662" y="60216"/>
                  </a:lnTo>
                  <a:lnTo>
                    <a:pt x="38088" y="61017"/>
                  </a:lnTo>
                  <a:lnTo>
                    <a:pt x="37756" y="61235"/>
                  </a:lnTo>
                  <a:lnTo>
                    <a:pt x="37187" y="62407"/>
                  </a:lnTo>
                  <a:lnTo>
                    <a:pt x="36655" y="63897"/>
                  </a:lnTo>
                  <a:lnTo>
                    <a:pt x="36140" y="64701"/>
                  </a:lnTo>
                  <a:lnTo>
                    <a:pt x="35550" y="65147"/>
                  </a:lnTo>
                  <a:lnTo>
                    <a:pt x="34913" y="65409"/>
                  </a:lnTo>
                  <a:lnTo>
                    <a:pt x="33648" y="65523"/>
                  </a:lnTo>
                  <a:lnTo>
                    <a:pt x="32507" y="65421"/>
                  </a:lnTo>
                  <a:lnTo>
                    <a:pt x="32137" y="65260"/>
                  </a:lnTo>
                  <a:lnTo>
                    <a:pt x="30566" y="65354"/>
                  </a:lnTo>
                  <a:lnTo>
                    <a:pt x="30123" y="65459"/>
                  </a:lnTo>
                  <a:lnTo>
                    <a:pt x="27865" y="65343"/>
                  </a:lnTo>
                  <a:lnTo>
                    <a:pt x="26687" y="65465"/>
                  </a:lnTo>
                  <a:lnTo>
                    <a:pt x="25938" y="65753"/>
                  </a:lnTo>
                  <a:lnTo>
                    <a:pt x="25175" y="66358"/>
                  </a:lnTo>
                  <a:lnTo>
                    <a:pt x="24516" y="67264"/>
                  </a:lnTo>
                  <a:lnTo>
                    <a:pt x="23938" y="68234"/>
                  </a:lnTo>
                  <a:lnTo>
                    <a:pt x="22759" y="70007"/>
                  </a:lnTo>
                  <a:lnTo>
                    <a:pt x="21931" y="70868"/>
                  </a:lnTo>
                  <a:lnTo>
                    <a:pt x="21928" y="72113"/>
                  </a:lnTo>
                  <a:lnTo>
                    <a:pt x="21910" y="72492"/>
                  </a:lnTo>
                  <a:lnTo>
                    <a:pt x="21519" y="72639"/>
                  </a:lnTo>
                  <a:lnTo>
                    <a:pt x="21041" y="72547"/>
                  </a:lnTo>
                  <a:lnTo>
                    <a:pt x="19122" y="71410"/>
                  </a:lnTo>
                  <a:lnTo>
                    <a:pt x="17544" y="72105"/>
                  </a:lnTo>
                  <a:lnTo>
                    <a:pt x="17146" y="73009"/>
                  </a:lnTo>
                  <a:lnTo>
                    <a:pt x="16727" y="73299"/>
                  </a:lnTo>
                  <a:lnTo>
                    <a:pt x="16099" y="71529"/>
                  </a:lnTo>
                  <a:lnTo>
                    <a:pt x="15071" y="71475"/>
                  </a:lnTo>
                  <a:lnTo>
                    <a:pt x="13439" y="69917"/>
                  </a:lnTo>
                  <a:lnTo>
                    <a:pt x="12737" y="70233"/>
                  </a:lnTo>
                  <a:lnTo>
                    <a:pt x="12559" y="70861"/>
                  </a:lnTo>
                  <a:lnTo>
                    <a:pt x="11664" y="72293"/>
                  </a:lnTo>
                  <a:lnTo>
                    <a:pt x="10413" y="73476"/>
                  </a:lnTo>
                  <a:lnTo>
                    <a:pt x="10009" y="73632"/>
                  </a:lnTo>
                  <a:lnTo>
                    <a:pt x="9547" y="73551"/>
                  </a:lnTo>
                  <a:lnTo>
                    <a:pt x="9614" y="73225"/>
                  </a:lnTo>
                  <a:lnTo>
                    <a:pt x="9102" y="71896"/>
                  </a:lnTo>
                  <a:lnTo>
                    <a:pt x="7127" y="71358"/>
                  </a:lnTo>
                  <a:lnTo>
                    <a:pt x="6415" y="70792"/>
                  </a:lnTo>
                  <a:lnTo>
                    <a:pt x="6056" y="70669"/>
                  </a:lnTo>
                  <a:lnTo>
                    <a:pt x="7989" y="69186"/>
                  </a:lnTo>
                  <a:lnTo>
                    <a:pt x="8496" y="68920"/>
                  </a:lnTo>
                  <a:lnTo>
                    <a:pt x="8118" y="68576"/>
                  </a:lnTo>
                  <a:lnTo>
                    <a:pt x="7700" y="68407"/>
                  </a:lnTo>
                  <a:lnTo>
                    <a:pt x="6115" y="68627"/>
                  </a:lnTo>
                  <a:lnTo>
                    <a:pt x="5282" y="68142"/>
                  </a:lnTo>
                  <a:lnTo>
                    <a:pt x="4076" y="68297"/>
                  </a:lnTo>
                  <a:lnTo>
                    <a:pt x="3238" y="67911"/>
                  </a:lnTo>
                  <a:lnTo>
                    <a:pt x="4975" y="66458"/>
                  </a:lnTo>
                  <a:lnTo>
                    <a:pt x="5052" y="65599"/>
                  </a:lnTo>
                  <a:lnTo>
                    <a:pt x="5032" y="64948"/>
                  </a:lnTo>
                  <a:lnTo>
                    <a:pt x="5913" y="63016"/>
                  </a:lnTo>
                  <a:lnTo>
                    <a:pt x="6800" y="61948"/>
                  </a:lnTo>
                  <a:lnTo>
                    <a:pt x="9092" y="60432"/>
                  </a:lnTo>
                  <a:lnTo>
                    <a:pt x="10091" y="60223"/>
                  </a:lnTo>
                  <a:lnTo>
                    <a:pt x="10815" y="60283"/>
                  </a:lnTo>
                  <a:lnTo>
                    <a:pt x="11408" y="60142"/>
                  </a:lnTo>
                  <a:lnTo>
                    <a:pt x="10785" y="59562"/>
                  </a:lnTo>
                  <a:lnTo>
                    <a:pt x="10175" y="59296"/>
                  </a:lnTo>
                  <a:lnTo>
                    <a:pt x="8990" y="59350"/>
                  </a:lnTo>
                  <a:lnTo>
                    <a:pt x="7759" y="58478"/>
                  </a:lnTo>
                  <a:lnTo>
                    <a:pt x="7650" y="57557"/>
                  </a:lnTo>
                  <a:lnTo>
                    <a:pt x="10038" y="51743"/>
                  </a:lnTo>
                  <a:lnTo>
                    <a:pt x="10071" y="51214"/>
                  </a:lnTo>
                  <a:lnTo>
                    <a:pt x="9697" y="49801"/>
                  </a:lnTo>
                  <a:lnTo>
                    <a:pt x="9576" y="48420"/>
                  </a:lnTo>
                  <a:lnTo>
                    <a:pt x="7866" y="47627"/>
                  </a:lnTo>
                  <a:lnTo>
                    <a:pt x="7109" y="47531"/>
                  </a:lnTo>
                  <a:lnTo>
                    <a:pt x="4912" y="45976"/>
                  </a:lnTo>
                  <a:lnTo>
                    <a:pt x="4036" y="45192"/>
                  </a:lnTo>
                  <a:lnTo>
                    <a:pt x="3691" y="45423"/>
                  </a:lnTo>
                  <a:lnTo>
                    <a:pt x="3629" y="46668"/>
                  </a:lnTo>
                  <a:lnTo>
                    <a:pt x="3316" y="46945"/>
                  </a:lnTo>
                  <a:lnTo>
                    <a:pt x="2740" y="47186"/>
                  </a:lnTo>
                  <a:lnTo>
                    <a:pt x="2450" y="45765"/>
                  </a:lnTo>
                  <a:lnTo>
                    <a:pt x="1975" y="44738"/>
                  </a:lnTo>
                  <a:lnTo>
                    <a:pt x="522" y="43693"/>
                  </a:lnTo>
                  <a:lnTo>
                    <a:pt x="0" y="43116"/>
                  </a:lnTo>
                  <a:lnTo>
                    <a:pt x="127" y="41761"/>
                  </a:lnTo>
                  <a:lnTo>
                    <a:pt x="359" y="40363"/>
                  </a:lnTo>
                  <a:lnTo>
                    <a:pt x="1252" y="39284"/>
                  </a:lnTo>
                  <a:lnTo>
                    <a:pt x="3441" y="37365"/>
                  </a:lnTo>
                  <a:lnTo>
                    <a:pt x="4005" y="36465"/>
                  </a:lnTo>
                  <a:lnTo>
                    <a:pt x="5115" y="35404"/>
                  </a:lnTo>
                  <a:lnTo>
                    <a:pt x="5616" y="35427"/>
                  </a:lnTo>
                  <a:lnTo>
                    <a:pt x="6132" y="35335"/>
                  </a:lnTo>
                  <a:lnTo>
                    <a:pt x="6288" y="34873"/>
                  </a:lnTo>
                  <a:lnTo>
                    <a:pt x="6408" y="34510"/>
                  </a:lnTo>
                  <a:lnTo>
                    <a:pt x="6852" y="34181"/>
                  </a:lnTo>
                  <a:lnTo>
                    <a:pt x="7921" y="33596"/>
                  </a:lnTo>
                  <a:lnTo>
                    <a:pt x="9137" y="32826"/>
                  </a:lnTo>
                  <a:lnTo>
                    <a:pt x="10106" y="32613"/>
                  </a:lnTo>
                  <a:lnTo>
                    <a:pt x="11295" y="31460"/>
                  </a:lnTo>
                  <a:lnTo>
                    <a:pt x="11780" y="30953"/>
                  </a:lnTo>
                  <a:lnTo>
                    <a:pt x="12265" y="30953"/>
                  </a:lnTo>
                  <a:lnTo>
                    <a:pt x="12398" y="30716"/>
                  </a:lnTo>
                  <a:lnTo>
                    <a:pt x="12674" y="30120"/>
                  </a:lnTo>
                  <a:lnTo>
                    <a:pt x="13052" y="29729"/>
                  </a:lnTo>
                  <a:lnTo>
                    <a:pt x="13579" y="29654"/>
                  </a:lnTo>
                  <a:lnTo>
                    <a:pt x="14439" y="29372"/>
                  </a:lnTo>
                  <a:lnTo>
                    <a:pt x="15519" y="29200"/>
                  </a:lnTo>
                  <a:lnTo>
                    <a:pt x="16255" y="28231"/>
                  </a:lnTo>
                  <a:lnTo>
                    <a:pt x="16504" y="27539"/>
                  </a:lnTo>
                  <a:lnTo>
                    <a:pt x="16990" y="26778"/>
                  </a:lnTo>
                  <a:lnTo>
                    <a:pt x="18022" y="25948"/>
                  </a:lnTo>
                  <a:lnTo>
                    <a:pt x="18733" y="24722"/>
                  </a:lnTo>
                  <a:lnTo>
                    <a:pt x="19519" y="23387"/>
                  </a:lnTo>
                  <a:lnTo>
                    <a:pt x="19894" y="22962"/>
                  </a:lnTo>
                  <a:lnTo>
                    <a:pt x="20263" y="22875"/>
                  </a:lnTo>
                  <a:lnTo>
                    <a:pt x="20482" y="22374"/>
                  </a:lnTo>
                  <a:lnTo>
                    <a:pt x="20733" y="20957"/>
                  </a:lnTo>
                  <a:lnTo>
                    <a:pt x="21094" y="19580"/>
                  </a:lnTo>
                  <a:lnTo>
                    <a:pt x="21311" y="18929"/>
                  </a:lnTo>
                  <a:lnTo>
                    <a:pt x="22217" y="18219"/>
                  </a:lnTo>
                  <a:lnTo>
                    <a:pt x="22449" y="17875"/>
                  </a:lnTo>
                  <a:lnTo>
                    <a:pt x="22653" y="17759"/>
                  </a:lnTo>
                  <a:lnTo>
                    <a:pt x="23075" y="17852"/>
                  </a:lnTo>
                  <a:lnTo>
                    <a:pt x="23639" y="17436"/>
                  </a:lnTo>
                  <a:lnTo>
                    <a:pt x="24171" y="16975"/>
                  </a:lnTo>
                  <a:lnTo>
                    <a:pt x="24656" y="17137"/>
                  </a:lnTo>
                  <a:lnTo>
                    <a:pt x="25149" y="17519"/>
                  </a:lnTo>
                  <a:lnTo>
                    <a:pt x="25664" y="18282"/>
                  </a:lnTo>
                  <a:lnTo>
                    <a:pt x="25891" y="18890"/>
                  </a:lnTo>
                  <a:lnTo>
                    <a:pt x="26298" y="19397"/>
                  </a:lnTo>
                  <a:lnTo>
                    <a:pt x="26377" y="20135"/>
                  </a:lnTo>
                  <a:lnTo>
                    <a:pt x="26784" y="20458"/>
                  </a:lnTo>
                  <a:lnTo>
                    <a:pt x="27646" y="20619"/>
                  </a:lnTo>
                  <a:lnTo>
                    <a:pt x="29060" y="21122"/>
                  </a:lnTo>
                  <a:lnTo>
                    <a:pt x="29975" y="21150"/>
                  </a:lnTo>
                  <a:lnTo>
                    <a:pt x="30497" y="21527"/>
                  </a:lnTo>
                  <a:lnTo>
                    <a:pt x="31590" y="21732"/>
                  </a:lnTo>
                  <a:lnTo>
                    <a:pt x="33775" y="21438"/>
                  </a:lnTo>
                  <a:lnTo>
                    <a:pt x="34668" y="21611"/>
                  </a:lnTo>
                  <a:lnTo>
                    <a:pt x="35043" y="22072"/>
                  </a:lnTo>
                  <a:lnTo>
                    <a:pt x="35597" y="22440"/>
                  </a:lnTo>
                  <a:lnTo>
                    <a:pt x="35958" y="22461"/>
                  </a:lnTo>
                  <a:lnTo>
                    <a:pt x="36439" y="21830"/>
                  </a:lnTo>
                  <a:lnTo>
                    <a:pt x="36956" y="20804"/>
                  </a:lnTo>
                  <a:lnTo>
                    <a:pt x="37297" y="20020"/>
                  </a:lnTo>
                  <a:lnTo>
                    <a:pt x="37281" y="19397"/>
                  </a:lnTo>
                  <a:lnTo>
                    <a:pt x="36983" y="18728"/>
                  </a:lnTo>
                  <a:lnTo>
                    <a:pt x="36264" y="18105"/>
                  </a:lnTo>
                  <a:lnTo>
                    <a:pt x="35793" y="17141"/>
                  </a:lnTo>
                  <a:lnTo>
                    <a:pt x="35341" y="16145"/>
                  </a:lnTo>
                  <a:lnTo>
                    <a:pt x="35075" y="15822"/>
                  </a:lnTo>
                  <a:lnTo>
                    <a:pt x="34856" y="15337"/>
                  </a:lnTo>
                  <a:lnTo>
                    <a:pt x="34816" y="14596"/>
                  </a:lnTo>
                  <a:lnTo>
                    <a:pt x="34972" y="14096"/>
                  </a:lnTo>
                  <a:lnTo>
                    <a:pt x="36060" y="13759"/>
                  </a:lnTo>
                  <a:lnTo>
                    <a:pt x="37457" y="13564"/>
                  </a:lnTo>
                  <a:lnTo>
                    <a:pt x="38586" y="13772"/>
                  </a:lnTo>
                  <a:lnTo>
                    <a:pt x="40474" y="13631"/>
                  </a:lnTo>
                  <a:lnTo>
                    <a:pt x="41631" y="13354"/>
                  </a:lnTo>
                  <a:lnTo>
                    <a:pt x="42490" y="13394"/>
                  </a:lnTo>
                  <a:lnTo>
                    <a:pt x="43281" y="13388"/>
                  </a:lnTo>
                  <a:lnTo>
                    <a:pt x="43633" y="12962"/>
                  </a:lnTo>
                  <a:lnTo>
                    <a:pt x="44736" y="11936"/>
                  </a:lnTo>
                  <a:lnTo>
                    <a:pt x="45270" y="11571"/>
                  </a:lnTo>
                  <a:lnTo>
                    <a:pt x="45855" y="10875"/>
                  </a:lnTo>
                  <a:lnTo>
                    <a:pt x="45948" y="10148"/>
                  </a:lnTo>
                  <a:lnTo>
                    <a:pt x="46065" y="9560"/>
                  </a:lnTo>
                  <a:lnTo>
                    <a:pt x="46394" y="8930"/>
                  </a:lnTo>
                  <a:lnTo>
                    <a:pt x="46973" y="8153"/>
                  </a:lnTo>
                  <a:lnTo>
                    <a:pt x="47466" y="7795"/>
                  </a:lnTo>
                  <a:lnTo>
                    <a:pt x="48013" y="7842"/>
                  </a:lnTo>
                  <a:lnTo>
                    <a:pt x="48592" y="8199"/>
                  </a:lnTo>
                  <a:lnTo>
                    <a:pt x="48960" y="8556"/>
                  </a:lnTo>
                  <a:lnTo>
                    <a:pt x="49375" y="8453"/>
                  </a:lnTo>
                  <a:lnTo>
                    <a:pt x="49719" y="7842"/>
                  </a:lnTo>
                  <a:lnTo>
                    <a:pt x="49946" y="7725"/>
                  </a:lnTo>
                  <a:lnTo>
                    <a:pt x="50607" y="7671"/>
                  </a:lnTo>
                  <a:lnTo>
                    <a:pt x="50814" y="7296"/>
                  </a:lnTo>
                  <a:lnTo>
                    <a:pt x="51067" y="5500"/>
                  </a:lnTo>
                  <a:lnTo>
                    <a:pt x="51323" y="4082"/>
                  </a:lnTo>
                  <a:lnTo>
                    <a:pt x="51377" y="3090"/>
                  </a:lnTo>
                  <a:lnTo>
                    <a:pt x="51967" y="1449"/>
                  </a:lnTo>
                  <a:lnTo>
                    <a:pt x="52151" y="461"/>
                  </a:lnTo>
                  <a:lnTo>
                    <a:pt x="52503" y="0"/>
                  </a:lnTo>
                  <a:lnTo>
                    <a:pt x="52910" y="34"/>
                  </a:lnTo>
                  <a:lnTo>
                    <a:pt x="53248" y="324"/>
                  </a:lnTo>
                  <a:lnTo>
                    <a:pt x="53677" y="495"/>
                  </a:lnTo>
                  <a:lnTo>
                    <a:pt x="54248" y="334"/>
                  </a:lnTo>
                  <a:lnTo>
                    <a:pt x="54647" y="587"/>
                  </a:lnTo>
                  <a:lnTo>
                    <a:pt x="54897" y="1118"/>
                  </a:lnTo>
                  <a:lnTo>
                    <a:pt x="55740" y="1483"/>
                  </a:lnTo>
                  <a:lnTo>
                    <a:pt x="55820" y="1750"/>
                  </a:lnTo>
                  <a:lnTo>
                    <a:pt x="55800" y="3533"/>
                  </a:lnTo>
                  <a:lnTo>
                    <a:pt x="56263" y="4368"/>
                  </a:lnTo>
                  <a:lnTo>
                    <a:pt x="56879" y="5122"/>
                  </a:lnTo>
                  <a:lnTo>
                    <a:pt x="57726" y="5808"/>
                  </a:lnTo>
                  <a:lnTo>
                    <a:pt x="58180" y="596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g1227"/>
            <p:cNvSpPr/>
            <p:nvPr/>
          </p:nvSpPr>
          <p:spPr>
            <a:xfrm>
              <a:off x="3859453" y="1960105"/>
              <a:ext cx="5182" cy="3072"/>
            </a:xfrm>
            <a:custGeom>
              <a:avLst/>
              <a:pathLst>
                <a:path w="5182" h="3072">
                  <a:moveTo>
                    <a:pt x="474" y="0"/>
                  </a:moveTo>
                  <a:lnTo>
                    <a:pt x="1764" y="735"/>
                  </a:lnTo>
                  <a:lnTo>
                    <a:pt x="2950" y="379"/>
                  </a:lnTo>
                  <a:lnTo>
                    <a:pt x="4418" y="1325"/>
                  </a:lnTo>
                  <a:lnTo>
                    <a:pt x="5182" y="1542"/>
                  </a:lnTo>
                  <a:lnTo>
                    <a:pt x="4500" y="2216"/>
                  </a:lnTo>
                  <a:lnTo>
                    <a:pt x="3818" y="3072"/>
                  </a:lnTo>
                  <a:lnTo>
                    <a:pt x="2107" y="2870"/>
                  </a:lnTo>
                  <a:lnTo>
                    <a:pt x="660" y="2046"/>
                  </a:lnTo>
                  <a:lnTo>
                    <a:pt x="141" y="1419"/>
                  </a:lnTo>
                  <a:lnTo>
                    <a:pt x="0" y="85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g1228"/>
            <p:cNvSpPr/>
            <p:nvPr/>
          </p:nvSpPr>
          <p:spPr>
            <a:xfrm>
              <a:off x="3784170" y="1902146"/>
              <a:ext cx="1618" cy="1150"/>
            </a:xfrm>
            <a:custGeom>
              <a:avLst/>
              <a:pathLst>
                <a:path w="1618" h="1150">
                  <a:moveTo>
                    <a:pt x="1618" y="893"/>
                  </a:moveTo>
                  <a:lnTo>
                    <a:pt x="1578" y="1150"/>
                  </a:lnTo>
                  <a:lnTo>
                    <a:pt x="1040" y="1048"/>
                  </a:lnTo>
                  <a:lnTo>
                    <a:pt x="364" y="1125"/>
                  </a:lnTo>
                  <a:lnTo>
                    <a:pt x="0" y="383"/>
                  </a:lnTo>
                  <a:lnTo>
                    <a:pt x="329" y="76"/>
                  </a:lnTo>
                  <a:lnTo>
                    <a:pt x="1092" y="0"/>
                  </a:lnTo>
                  <a:lnTo>
                    <a:pt x="1457" y="33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g1229"/>
            <p:cNvSpPr/>
            <p:nvPr/>
          </p:nvSpPr>
          <p:spPr>
            <a:xfrm>
              <a:off x="3778026" y="1889773"/>
              <a:ext cx="6300" cy="2731"/>
            </a:xfrm>
            <a:custGeom>
              <a:avLst/>
              <a:pathLst>
                <a:path w="6300" h="2731">
                  <a:moveTo>
                    <a:pt x="1881" y="979"/>
                  </a:moveTo>
                  <a:lnTo>
                    <a:pt x="2482" y="1075"/>
                  </a:lnTo>
                  <a:lnTo>
                    <a:pt x="5499" y="871"/>
                  </a:lnTo>
                  <a:lnTo>
                    <a:pt x="6300" y="1021"/>
                  </a:lnTo>
                  <a:lnTo>
                    <a:pt x="6216" y="2047"/>
                  </a:lnTo>
                  <a:lnTo>
                    <a:pt x="5645" y="2456"/>
                  </a:lnTo>
                  <a:lnTo>
                    <a:pt x="3867" y="2731"/>
                  </a:lnTo>
                  <a:lnTo>
                    <a:pt x="1072" y="2067"/>
                  </a:lnTo>
                  <a:lnTo>
                    <a:pt x="133" y="1186"/>
                  </a:lnTo>
                  <a:lnTo>
                    <a:pt x="0" y="540"/>
                  </a:lnTo>
                  <a:lnTo>
                    <a:pt x="18" y="238"/>
                  </a:lnTo>
                  <a:lnTo>
                    <a:pt x="606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g1230"/>
            <p:cNvSpPr/>
            <p:nvPr/>
          </p:nvSpPr>
          <p:spPr>
            <a:xfrm>
              <a:off x="3752472" y="1880815"/>
              <a:ext cx="4579" cy="2352"/>
            </a:xfrm>
            <a:custGeom>
              <a:avLst/>
              <a:pathLst>
                <a:path w="4579" h="2352">
                  <a:moveTo>
                    <a:pt x="3799" y="1404"/>
                  </a:moveTo>
                  <a:lnTo>
                    <a:pt x="4579" y="1961"/>
                  </a:lnTo>
                  <a:lnTo>
                    <a:pt x="3397" y="2081"/>
                  </a:lnTo>
                  <a:lnTo>
                    <a:pt x="3005" y="2352"/>
                  </a:lnTo>
                  <a:lnTo>
                    <a:pt x="2047" y="1959"/>
                  </a:lnTo>
                  <a:lnTo>
                    <a:pt x="892" y="2018"/>
                  </a:lnTo>
                  <a:lnTo>
                    <a:pt x="167" y="1266"/>
                  </a:lnTo>
                  <a:lnTo>
                    <a:pt x="0" y="485"/>
                  </a:lnTo>
                  <a:lnTo>
                    <a:pt x="364" y="4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g1231"/>
            <p:cNvSpPr/>
            <p:nvPr/>
          </p:nvSpPr>
          <p:spPr>
            <a:xfrm>
              <a:off x="3749698" y="1879628"/>
              <a:ext cx="2234" cy="1619"/>
            </a:xfrm>
            <a:custGeom>
              <a:avLst/>
              <a:pathLst>
                <a:path w="2234" h="1619">
                  <a:moveTo>
                    <a:pt x="1899" y="1582"/>
                  </a:moveTo>
                  <a:lnTo>
                    <a:pt x="928" y="1619"/>
                  </a:lnTo>
                  <a:lnTo>
                    <a:pt x="0" y="558"/>
                  </a:lnTo>
                  <a:lnTo>
                    <a:pt x="1365" y="0"/>
                  </a:lnTo>
                  <a:lnTo>
                    <a:pt x="1765" y="340"/>
                  </a:lnTo>
                  <a:lnTo>
                    <a:pt x="2060" y="727"/>
                  </a:lnTo>
                  <a:lnTo>
                    <a:pt x="2234" y="122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g1232"/>
            <p:cNvSpPr/>
            <p:nvPr/>
          </p:nvSpPr>
          <p:spPr>
            <a:xfrm>
              <a:off x="3754726" y="1878157"/>
              <a:ext cx="5034" cy="2794"/>
            </a:xfrm>
            <a:custGeom>
              <a:avLst/>
              <a:pathLst>
                <a:path w="5034" h="2794">
                  <a:moveTo>
                    <a:pt x="5034" y="2626"/>
                  </a:moveTo>
                  <a:lnTo>
                    <a:pt x="4586" y="2794"/>
                  </a:lnTo>
                  <a:lnTo>
                    <a:pt x="2065" y="1720"/>
                  </a:lnTo>
                  <a:lnTo>
                    <a:pt x="1167" y="1234"/>
                  </a:lnTo>
                  <a:lnTo>
                    <a:pt x="0" y="0"/>
                  </a:lnTo>
                  <a:lnTo>
                    <a:pt x="3292" y="150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g1233"/>
            <p:cNvSpPr/>
            <p:nvPr/>
          </p:nvSpPr>
          <p:spPr>
            <a:xfrm>
              <a:off x="3763474" y="1877337"/>
              <a:ext cx="3254" cy="2352"/>
            </a:xfrm>
            <a:custGeom>
              <a:avLst/>
              <a:pathLst>
                <a:path w="3254" h="2352">
                  <a:moveTo>
                    <a:pt x="2939" y="2220"/>
                  </a:moveTo>
                  <a:lnTo>
                    <a:pt x="2749" y="2352"/>
                  </a:lnTo>
                  <a:lnTo>
                    <a:pt x="786" y="1975"/>
                  </a:lnTo>
                  <a:lnTo>
                    <a:pt x="227" y="1462"/>
                  </a:lnTo>
                  <a:lnTo>
                    <a:pt x="0" y="514"/>
                  </a:lnTo>
                  <a:lnTo>
                    <a:pt x="330" y="191"/>
                  </a:lnTo>
                  <a:lnTo>
                    <a:pt x="1194" y="0"/>
                  </a:lnTo>
                  <a:lnTo>
                    <a:pt x="2449" y="179"/>
                  </a:lnTo>
                  <a:lnTo>
                    <a:pt x="3254" y="857"/>
                  </a:lnTo>
                  <a:lnTo>
                    <a:pt x="3253" y="172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g1234"/>
            <p:cNvSpPr/>
            <p:nvPr/>
          </p:nvSpPr>
          <p:spPr>
            <a:xfrm>
              <a:off x="3726605" y="1867321"/>
              <a:ext cx="1379" cy="2258"/>
            </a:xfrm>
            <a:custGeom>
              <a:avLst/>
              <a:pathLst>
                <a:path w="1379" h="2258">
                  <a:moveTo>
                    <a:pt x="1379" y="1588"/>
                  </a:moveTo>
                  <a:lnTo>
                    <a:pt x="961" y="2258"/>
                  </a:lnTo>
                  <a:lnTo>
                    <a:pt x="239" y="2020"/>
                  </a:lnTo>
                  <a:lnTo>
                    <a:pt x="0" y="1768"/>
                  </a:lnTo>
                  <a:lnTo>
                    <a:pt x="209" y="335"/>
                  </a:lnTo>
                  <a:lnTo>
                    <a:pt x="786" y="0"/>
                  </a:lnTo>
                  <a:lnTo>
                    <a:pt x="1365" y="57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g1235"/>
            <p:cNvSpPr/>
            <p:nvPr/>
          </p:nvSpPr>
          <p:spPr>
            <a:xfrm>
              <a:off x="3932881" y="1830825"/>
              <a:ext cx="30910" cy="71580"/>
            </a:xfrm>
            <a:custGeom>
              <a:avLst/>
              <a:pathLst>
                <a:path w="30910" h="71580">
                  <a:moveTo>
                    <a:pt x="19617" y="69153"/>
                  </a:moveTo>
                  <a:lnTo>
                    <a:pt x="18790" y="69308"/>
                  </a:lnTo>
                  <a:lnTo>
                    <a:pt x="15568" y="71576"/>
                  </a:lnTo>
                  <a:lnTo>
                    <a:pt x="14570" y="71580"/>
                  </a:lnTo>
                  <a:lnTo>
                    <a:pt x="12705" y="70581"/>
                  </a:lnTo>
                  <a:lnTo>
                    <a:pt x="9417" y="70260"/>
                  </a:lnTo>
                  <a:lnTo>
                    <a:pt x="8345" y="69963"/>
                  </a:lnTo>
                  <a:lnTo>
                    <a:pt x="7006" y="70615"/>
                  </a:lnTo>
                  <a:lnTo>
                    <a:pt x="5972" y="70600"/>
                  </a:lnTo>
                  <a:lnTo>
                    <a:pt x="5150" y="71432"/>
                  </a:lnTo>
                  <a:lnTo>
                    <a:pt x="4559" y="71205"/>
                  </a:lnTo>
                  <a:lnTo>
                    <a:pt x="5236" y="69339"/>
                  </a:lnTo>
                  <a:lnTo>
                    <a:pt x="6296" y="65647"/>
                  </a:lnTo>
                  <a:lnTo>
                    <a:pt x="6255" y="63392"/>
                  </a:lnTo>
                  <a:lnTo>
                    <a:pt x="6508" y="61434"/>
                  </a:lnTo>
                  <a:lnTo>
                    <a:pt x="6216" y="59495"/>
                  </a:lnTo>
                  <a:lnTo>
                    <a:pt x="5683" y="58284"/>
                  </a:lnTo>
                  <a:lnTo>
                    <a:pt x="6409" y="55143"/>
                  </a:lnTo>
                  <a:lnTo>
                    <a:pt x="6327" y="53527"/>
                  </a:lnTo>
                  <a:lnTo>
                    <a:pt x="5663" y="51477"/>
                  </a:lnTo>
                  <a:lnTo>
                    <a:pt x="7676" y="51789"/>
                  </a:lnTo>
                  <a:lnTo>
                    <a:pt x="7055" y="50979"/>
                  </a:lnTo>
                  <a:lnTo>
                    <a:pt x="6441" y="50480"/>
                  </a:lnTo>
                  <a:lnTo>
                    <a:pt x="5847" y="50595"/>
                  </a:lnTo>
                  <a:lnTo>
                    <a:pt x="5344" y="50565"/>
                  </a:lnTo>
                  <a:lnTo>
                    <a:pt x="3630" y="51358"/>
                  </a:lnTo>
                  <a:lnTo>
                    <a:pt x="2772" y="51596"/>
                  </a:lnTo>
                  <a:lnTo>
                    <a:pt x="2520" y="51458"/>
                  </a:lnTo>
                  <a:lnTo>
                    <a:pt x="2614" y="50190"/>
                  </a:lnTo>
                  <a:lnTo>
                    <a:pt x="2169" y="48547"/>
                  </a:lnTo>
                  <a:lnTo>
                    <a:pt x="2856" y="48114"/>
                  </a:lnTo>
                  <a:lnTo>
                    <a:pt x="3655" y="47990"/>
                  </a:lnTo>
                  <a:lnTo>
                    <a:pt x="4335" y="47290"/>
                  </a:lnTo>
                  <a:lnTo>
                    <a:pt x="4755" y="46508"/>
                  </a:lnTo>
                  <a:lnTo>
                    <a:pt x="4534" y="45112"/>
                  </a:lnTo>
                  <a:lnTo>
                    <a:pt x="5124" y="43786"/>
                  </a:lnTo>
                  <a:lnTo>
                    <a:pt x="6510" y="42669"/>
                  </a:lnTo>
                  <a:lnTo>
                    <a:pt x="5792" y="42840"/>
                  </a:lnTo>
                  <a:lnTo>
                    <a:pt x="4971" y="43536"/>
                  </a:lnTo>
                  <a:lnTo>
                    <a:pt x="3677" y="46066"/>
                  </a:lnTo>
                  <a:lnTo>
                    <a:pt x="3254" y="47347"/>
                  </a:lnTo>
                  <a:lnTo>
                    <a:pt x="2151" y="47766"/>
                  </a:lnTo>
                  <a:lnTo>
                    <a:pt x="1163" y="47973"/>
                  </a:lnTo>
                  <a:lnTo>
                    <a:pt x="657" y="47839"/>
                  </a:lnTo>
                  <a:lnTo>
                    <a:pt x="53" y="47514"/>
                  </a:lnTo>
                  <a:lnTo>
                    <a:pt x="0" y="46566"/>
                  </a:lnTo>
                  <a:lnTo>
                    <a:pt x="47" y="45811"/>
                  </a:lnTo>
                  <a:lnTo>
                    <a:pt x="456" y="44311"/>
                  </a:lnTo>
                  <a:lnTo>
                    <a:pt x="618" y="42196"/>
                  </a:lnTo>
                  <a:lnTo>
                    <a:pt x="1200" y="40299"/>
                  </a:lnTo>
                  <a:lnTo>
                    <a:pt x="1159" y="39795"/>
                  </a:lnTo>
                  <a:lnTo>
                    <a:pt x="993" y="39041"/>
                  </a:lnTo>
                  <a:lnTo>
                    <a:pt x="1514" y="38304"/>
                  </a:lnTo>
                  <a:lnTo>
                    <a:pt x="2160" y="37817"/>
                  </a:lnTo>
                  <a:lnTo>
                    <a:pt x="3135" y="36192"/>
                  </a:lnTo>
                  <a:lnTo>
                    <a:pt x="4500" y="32315"/>
                  </a:lnTo>
                  <a:lnTo>
                    <a:pt x="6072" y="28198"/>
                  </a:lnTo>
                  <a:lnTo>
                    <a:pt x="5945" y="27694"/>
                  </a:lnTo>
                  <a:lnTo>
                    <a:pt x="5611" y="27309"/>
                  </a:lnTo>
                  <a:lnTo>
                    <a:pt x="5743" y="26198"/>
                  </a:lnTo>
                  <a:lnTo>
                    <a:pt x="6691" y="21364"/>
                  </a:lnTo>
                  <a:lnTo>
                    <a:pt x="7078" y="20733"/>
                  </a:lnTo>
                  <a:lnTo>
                    <a:pt x="7522" y="19315"/>
                  </a:lnTo>
                  <a:lnTo>
                    <a:pt x="7623" y="17028"/>
                  </a:lnTo>
                  <a:lnTo>
                    <a:pt x="7797" y="15453"/>
                  </a:lnTo>
                  <a:lnTo>
                    <a:pt x="7757" y="14660"/>
                  </a:lnTo>
                  <a:lnTo>
                    <a:pt x="7617" y="13709"/>
                  </a:lnTo>
                  <a:lnTo>
                    <a:pt x="7013" y="11893"/>
                  </a:lnTo>
                  <a:lnTo>
                    <a:pt x="6377" y="8053"/>
                  </a:lnTo>
                  <a:lnTo>
                    <a:pt x="6328" y="6771"/>
                  </a:lnTo>
                  <a:lnTo>
                    <a:pt x="6852" y="6123"/>
                  </a:lnTo>
                  <a:lnTo>
                    <a:pt x="5991" y="6028"/>
                  </a:lnTo>
                  <a:lnTo>
                    <a:pt x="5602" y="5199"/>
                  </a:lnTo>
                  <a:lnTo>
                    <a:pt x="5690" y="4258"/>
                  </a:lnTo>
                  <a:lnTo>
                    <a:pt x="6647" y="2738"/>
                  </a:lnTo>
                  <a:lnTo>
                    <a:pt x="7538" y="1798"/>
                  </a:lnTo>
                  <a:lnTo>
                    <a:pt x="8420" y="1180"/>
                  </a:lnTo>
                  <a:lnTo>
                    <a:pt x="8908" y="949"/>
                  </a:lnTo>
                  <a:lnTo>
                    <a:pt x="10947" y="311"/>
                  </a:lnTo>
                  <a:lnTo>
                    <a:pt x="11482" y="0"/>
                  </a:lnTo>
                  <a:lnTo>
                    <a:pt x="11983" y="51"/>
                  </a:lnTo>
                  <a:lnTo>
                    <a:pt x="12067" y="356"/>
                  </a:lnTo>
                  <a:lnTo>
                    <a:pt x="12357" y="948"/>
                  </a:lnTo>
                  <a:lnTo>
                    <a:pt x="12681" y="1359"/>
                  </a:lnTo>
                  <a:lnTo>
                    <a:pt x="12769" y="1663"/>
                  </a:lnTo>
                  <a:lnTo>
                    <a:pt x="11981" y="2933"/>
                  </a:lnTo>
                  <a:lnTo>
                    <a:pt x="11873" y="3369"/>
                  </a:lnTo>
                  <a:lnTo>
                    <a:pt x="12284" y="4190"/>
                  </a:lnTo>
                  <a:lnTo>
                    <a:pt x="12357" y="4427"/>
                  </a:lnTo>
                  <a:lnTo>
                    <a:pt x="12556" y="4539"/>
                  </a:lnTo>
                  <a:lnTo>
                    <a:pt x="13106" y="4507"/>
                  </a:lnTo>
                  <a:lnTo>
                    <a:pt x="14084" y="3982"/>
                  </a:lnTo>
                  <a:lnTo>
                    <a:pt x="14748" y="3539"/>
                  </a:lnTo>
                  <a:lnTo>
                    <a:pt x="14979" y="3721"/>
                  </a:lnTo>
                  <a:lnTo>
                    <a:pt x="16903" y="3472"/>
                  </a:lnTo>
                  <a:lnTo>
                    <a:pt x="17361" y="3674"/>
                  </a:lnTo>
                  <a:lnTo>
                    <a:pt x="17664" y="3897"/>
                  </a:lnTo>
                  <a:lnTo>
                    <a:pt x="18610" y="4204"/>
                  </a:lnTo>
                  <a:lnTo>
                    <a:pt x="19641" y="4236"/>
                  </a:lnTo>
                  <a:lnTo>
                    <a:pt x="20919" y="3807"/>
                  </a:lnTo>
                  <a:lnTo>
                    <a:pt x="21477" y="3377"/>
                  </a:lnTo>
                  <a:lnTo>
                    <a:pt x="21583" y="2901"/>
                  </a:lnTo>
                  <a:lnTo>
                    <a:pt x="21612" y="2541"/>
                  </a:lnTo>
                  <a:lnTo>
                    <a:pt x="21776" y="2311"/>
                  </a:lnTo>
                  <a:lnTo>
                    <a:pt x="22068" y="2179"/>
                  </a:lnTo>
                  <a:lnTo>
                    <a:pt x="22522" y="2415"/>
                  </a:lnTo>
                  <a:lnTo>
                    <a:pt x="23172" y="2605"/>
                  </a:lnTo>
                  <a:lnTo>
                    <a:pt x="24732" y="2679"/>
                  </a:lnTo>
                  <a:lnTo>
                    <a:pt x="25038" y="2416"/>
                  </a:lnTo>
                  <a:lnTo>
                    <a:pt x="25567" y="2495"/>
                  </a:lnTo>
                  <a:lnTo>
                    <a:pt x="26264" y="2829"/>
                  </a:lnTo>
                  <a:lnTo>
                    <a:pt x="27071" y="2720"/>
                  </a:lnTo>
                  <a:lnTo>
                    <a:pt x="27477" y="3128"/>
                  </a:lnTo>
                  <a:lnTo>
                    <a:pt x="27646" y="3672"/>
                  </a:lnTo>
                  <a:lnTo>
                    <a:pt x="27693" y="4851"/>
                  </a:lnTo>
                  <a:lnTo>
                    <a:pt x="27632" y="6044"/>
                  </a:lnTo>
                  <a:lnTo>
                    <a:pt x="27791" y="6484"/>
                  </a:lnTo>
                  <a:lnTo>
                    <a:pt x="28335" y="6597"/>
                  </a:lnTo>
                  <a:lnTo>
                    <a:pt x="29215" y="6583"/>
                  </a:lnTo>
                  <a:lnTo>
                    <a:pt x="30006" y="6907"/>
                  </a:lnTo>
                  <a:lnTo>
                    <a:pt x="30621" y="7470"/>
                  </a:lnTo>
                  <a:lnTo>
                    <a:pt x="30823" y="8047"/>
                  </a:lnTo>
                  <a:lnTo>
                    <a:pt x="30910" y="8443"/>
                  </a:lnTo>
                  <a:lnTo>
                    <a:pt x="30609" y="8668"/>
                  </a:lnTo>
                  <a:lnTo>
                    <a:pt x="30183" y="9517"/>
                  </a:lnTo>
                  <a:lnTo>
                    <a:pt x="29107" y="10628"/>
                  </a:lnTo>
                  <a:lnTo>
                    <a:pt x="27567" y="11628"/>
                  </a:lnTo>
                  <a:lnTo>
                    <a:pt x="26391" y="12872"/>
                  </a:lnTo>
                  <a:lnTo>
                    <a:pt x="25581" y="14361"/>
                  </a:lnTo>
                  <a:lnTo>
                    <a:pt x="24568" y="14993"/>
                  </a:lnTo>
                  <a:lnTo>
                    <a:pt x="24259" y="15333"/>
                  </a:lnTo>
                  <a:lnTo>
                    <a:pt x="24137" y="15737"/>
                  </a:lnTo>
                  <a:lnTo>
                    <a:pt x="24806" y="17561"/>
                  </a:lnTo>
                  <a:lnTo>
                    <a:pt x="25012" y="18967"/>
                  </a:lnTo>
                  <a:lnTo>
                    <a:pt x="25178" y="20689"/>
                  </a:lnTo>
                  <a:lnTo>
                    <a:pt x="25070" y="21177"/>
                  </a:lnTo>
                  <a:lnTo>
                    <a:pt x="25014" y="23073"/>
                  </a:lnTo>
                  <a:lnTo>
                    <a:pt x="24860" y="23629"/>
                  </a:lnTo>
                  <a:lnTo>
                    <a:pt x="24898" y="24079"/>
                  </a:lnTo>
                  <a:lnTo>
                    <a:pt x="25146" y="24564"/>
                  </a:lnTo>
                  <a:lnTo>
                    <a:pt x="25256" y="25026"/>
                  </a:lnTo>
                  <a:lnTo>
                    <a:pt x="24795" y="25617"/>
                  </a:lnTo>
                  <a:lnTo>
                    <a:pt x="23948" y="26302"/>
                  </a:lnTo>
                  <a:lnTo>
                    <a:pt x="23321" y="26906"/>
                  </a:lnTo>
                  <a:lnTo>
                    <a:pt x="23151" y="27470"/>
                  </a:lnTo>
                  <a:lnTo>
                    <a:pt x="23196" y="27822"/>
                  </a:lnTo>
                  <a:lnTo>
                    <a:pt x="24251" y="29019"/>
                  </a:lnTo>
                  <a:lnTo>
                    <a:pt x="24443" y="29507"/>
                  </a:lnTo>
                  <a:lnTo>
                    <a:pt x="24300" y="30689"/>
                  </a:lnTo>
                  <a:lnTo>
                    <a:pt x="23693" y="32624"/>
                  </a:lnTo>
                  <a:lnTo>
                    <a:pt x="23011" y="33918"/>
                  </a:lnTo>
                  <a:lnTo>
                    <a:pt x="22346" y="34252"/>
                  </a:lnTo>
                  <a:lnTo>
                    <a:pt x="19164" y="34266"/>
                  </a:lnTo>
                  <a:lnTo>
                    <a:pt x="18392" y="34532"/>
                  </a:lnTo>
                  <a:lnTo>
                    <a:pt x="18500" y="34767"/>
                  </a:lnTo>
                  <a:lnTo>
                    <a:pt x="19249" y="36281"/>
                  </a:lnTo>
                  <a:lnTo>
                    <a:pt x="20028" y="37088"/>
                  </a:lnTo>
                  <a:lnTo>
                    <a:pt x="20286" y="37272"/>
                  </a:lnTo>
                  <a:lnTo>
                    <a:pt x="20567" y="39043"/>
                  </a:lnTo>
                  <a:lnTo>
                    <a:pt x="21829" y="41874"/>
                  </a:lnTo>
                  <a:lnTo>
                    <a:pt x="23053" y="42266"/>
                  </a:lnTo>
                  <a:lnTo>
                    <a:pt x="23479" y="42972"/>
                  </a:lnTo>
                  <a:lnTo>
                    <a:pt x="23401" y="43965"/>
                  </a:lnTo>
                  <a:lnTo>
                    <a:pt x="23024" y="45056"/>
                  </a:lnTo>
                  <a:lnTo>
                    <a:pt x="22273" y="46173"/>
                  </a:lnTo>
                  <a:lnTo>
                    <a:pt x="21379" y="46961"/>
                  </a:lnTo>
                  <a:lnTo>
                    <a:pt x="20796" y="47741"/>
                  </a:lnTo>
                  <a:lnTo>
                    <a:pt x="20750" y="48650"/>
                  </a:lnTo>
                  <a:lnTo>
                    <a:pt x="20565" y="49801"/>
                  </a:lnTo>
                  <a:lnTo>
                    <a:pt x="20283" y="50713"/>
                  </a:lnTo>
                  <a:lnTo>
                    <a:pt x="20215" y="51327"/>
                  </a:lnTo>
                  <a:lnTo>
                    <a:pt x="22453" y="55183"/>
                  </a:lnTo>
                  <a:lnTo>
                    <a:pt x="23698" y="54996"/>
                  </a:lnTo>
                  <a:lnTo>
                    <a:pt x="23861" y="55087"/>
                  </a:lnTo>
                  <a:lnTo>
                    <a:pt x="23639" y="56006"/>
                  </a:lnTo>
                  <a:lnTo>
                    <a:pt x="23244" y="57084"/>
                  </a:lnTo>
                  <a:lnTo>
                    <a:pt x="22774" y="57289"/>
                  </a:lnTo>
                  <a:lnTo>
                    <a:pt x="21705" y="57619"/>
                  </a:lnTo>
                  <a:lnTo>
                    <a:pt x="20695" y="59012"/>
                  </a:lnTo>
                  <a:lnTo>
                    <a:pt x="19875" y="60687"/>
                  </a:lnTo>
                  <a:lnTo>
                    <a:pt x="19260" y="61498"/>
                  </a:lnTo>
                  <a:lnTo>
                    <a:pt x="18696" y="63489"/>
                  </a:lnTo>
                  <a:lnTo>
                    <a:pt x="18767" y="64353"/>
                  </a:lnTo>
                  <a:lnTo>
                    <a:pt x="19040" y="6568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g1236"/>
            <p:cNvSpPr/>
            <p:nvPr/>
          </p:nvSpPr>
          <p:spPr>
            <a:xfrm>
              <a:off x="3429838" y="2687555"/>
              <a:ext cx="79557" cy="115315"/>
            </a:xfrm>
            <a:custGeom>
              <a:avLst/>
              <a:pathLst>
                <a:path w="79557" h="115315">
                  <a:moveTo>
                    <a:pt x="42490" y="12252"/>
                  </a:moveTo>
                  <a:lnTo>
                    <a:pt x="42698" y="13265"/>
                  </a:lnTo>
                  <a:lnTo>
                    <a:pt x="42823" y="14048"/>
                  </a:lnTo>
                  <a:lnTo>
                    <a:pt x="43136" y="14603"/>
                  </a:lnTo>
                  <a:lnTo>
                    <a:pt x="43449" y="15341"/>
                  </a:lnTo>
                  <a:lnTo>
                    <a:pt x="43761" y="15755"/>
                  </a:lnTo>
                  <a:lnTo>
                    <a:pt x="43980" y="16447"/>
                  </a:lnTo>
                  <a:lnTo>
                    <a:pt x="43918" y="17231"/>
                  </a:lnTo>
                  <a:lnTo>
                    <a:pt x="44043" y="18246"/>
                  </a:lnTo>
                  <a:lnTo>
                    <a:pt x="44200" y="19123"/>
                  </a:lnTo>
                  <a:lnTo>
                    <a:pt x="44356" y="19354"/>
                  </a:lnTo>
                  <a:lnTo>
                    <a:pt x="44804" y="19584"/>
                  </a:lnTo>
                  <a:lnTo>
                    <a:pt x="45029" y="20381"/>
                  </a:lnTo>
                  <a:lnTo>
                    <a:pt x="44867" y="20784"/>
                  </a:lnTo>
                  <a:lnTo>
                    <a:pt x="44930" y="21244"/>
                  </a:lnTo>
                  <a:lnTo>
                    <a:pt x="45091" y="21695"/>
                  </a:lnTo>
                  <a:lnTo>
                    <a:pt x="44943" y="22132"/>
                  </a:lnTo>
                  <a:lnTo>
                    <a:pt x="45021" y="22467"/>
                  </a:lnTo>
                  <a:lnTo>
                    <a:pt x="45326" y="22767"/>
                  </a:lnTo>
                  <a:lnTo>
                    <a:pt x="45608" y="23874"/>
                  </a:lnTo>
                  <a:lnTo>
                    <a:pt x="45639" y="25766"/>
                  </a:lnTo>
                  <a:lnTo>
                    <a:pt x="45326" y="26780"/>
                  </a:lnTo>
                  <a:lnTo>
                    <a:pt x="45076" y="27611"/>
                  </a:lnTo>
                  <a:lnTo>
                    <a:pt x="45013" y="28119"/>
                  </a:lnTo>
                  <a:lnTo>
                    <a:pt x="45201" y="28856"/>
                  </a:lnTo>
                  <a:lnTo>
                    <a:pt x="44888" y="29733"/>
                  </a:lnTo>
                  <a:lnTo>
                    <a:pt x="44512" y="30794"/>
                  </a:lnTo>
                  <a:lnTo>
                    <a:pt x="44606" y="31532"/>
                  </a:lnTo>
                  <a:lnTo>
                    <a:pt x="44669" y="32224"/>
                  </a:lnTo>
                  <a:lnTo>
                    <a:pt x="44700" y="32962"/>
                  </a:lnTo>
                  <a:lnTo>
                    <a:pt x="44794" y="33654"/>
                  </a:lnTo>
                  <a:lnTo>
                    <a:pt x="44669" y="34391"/>
                  </a:lnTo>
                  <a:lnTo>
                    <a:pt x="44544" y="35038"/>
                  </a:lnTo>
                  <a:lnTo>
                    <a:pt x="44481" y="35775"/>
                  </a:lnTo>
                  <a:lnTo>
                    <a:pt x="44638" y="36606"/>
                  </a:lnTo>
                  <a:lnTo>
                    <a:pt x="44356" y="37390"/>
                  </a:lnTo>
                  <a:lnTo>
                    <a:pt x="44200" y="37943"/>
                  </a:lnTo>
                  <a:lnTo>
                    <a:pt x="44137" y="38498"/>
                  </a:lnTo>
                  <a:lnTo>
                    <a:pt x="44419" y="39374"/>
                  </a:lnTo>
                  <a:lnTo>
                    <a:pt x="45138" y="39743"/>
                  </a:lnTo>
                  <a:lnTo>
                    <a:pt x="45701" y="39835"/>
                  </a:lnTo>
                  <a:lnTo>
                    <a:pt x="46234" y="39374"/>
                  </a:lnTo>
                  <a:lnTo>
                    <a:pt x="46640" y="39235"/>
                  </a:lnTo>
                  <a:lnTo>
                    <a:pt x="47391" y="39650"/>
                  </a:lnTo>
                  <a:lnTo>
                    <a:pt x="48080" y="40388"/>
                  </a:lnTo>
                  <a:lnTo>
                    <a:pt x="48955" y="40481"/>
                  </a:lnTo>
                  <a:lnTo>
                    <a:pt x="49738" y="40619"/>
                  </a:lnTo>
                  <a:lnTo>
                    <a:pt x="50332" y="40850"/>
                  </a:lnTo>
                  <a:lnTo>
                    <a:pt x="51208" y="40574"/>
                  </a:lnTo>
                  <a:lnTo>
                    <a:pt x="52116" y="40850"/>
                  </a:lnTo>
                  <a:lnTo>
                    <a:pt x="53180" y="41266"/>
                  </a:lnTo>
                  <a:lnTo>
                    <a:pt x="54056" y="41635"/>
                  </a:lnTo>
                  <a:lnTo>
                    <a:pt x="54932" y="41542"/>
                  </a:lnTo>
                  <a:lnTo>
                    <a:pt x="55589" y="41496"/>
                  </a:lnTo>
                  <a:lnTo>
                    <a:pt x="56277" y="41080"/>
                  </a:lnTo>
                  <a:lnTo>
                    <a:pt x="56934" y="41127"/>
                  </a:lnTo>
                  <a:lnTo>
                    <a:pt x="57435" y="40388"/>
                  </a:lnTo>
                  <a:lnTo>
                    <a:pt x="57717" y="39743"/>
                  </a:lnTo>
                  <a:lnTo>
                    <a:pt x="57967" y="39281"/>
                  </a:lnTo>
                  <a:lnTo>
                    <a:pt x="58687" y="38913"/>
                  </a:lnTo>
                  <a:lnTo>
                    <a:pt x="59187" y="39143"/>
                  </a:lnTo>
                  <a:lnTo>
                    <a:pt x="59594" y="40342"/>
                  </a:lnTo>
                  <a:lnTo>
                    <a:pt x="60314" y="41034"/>
                  </a:lnTo>
                  <a:lnTo>
                    <a:pt x="60595" y="41542"/>
                  </a:lnTo>
                  <a:lnTo>
                    <a:pt x="61127" y="41772"/>
                  </a:lnTo>
                  <a:lnTo>
                    <a:pt x="62285" y="41819"/>
                  </a:lnTo>
                  <a:lnTo>
                    <a:pt x="63004" y="41772"/>
                  </a:lnTo>
                  <a:lnTo>
                    <a:pt x="63818" y="42141"/>
                  </a:lnTo>
                  <a:lnTo>
                    <a:pt x="64350" y="42141"/>
                  </a:lnTo>
                  <a:lnTo>
                    <a:pt x="64819" y="42787"/>
                  </a:lnTo>
                  <a:lnTo>
                    <a:pt x="65257" y="43572"/>
                  </a:lnTo>
                  <a:lnTo>
                    <a:pt x="65320" y="45002"/>
                  </a:lnTo>
                  <a:lnTo>
                    <a:pt x="65727" y="46109"/>
                  </a:lnTo>
                  <a:lnTo>
                    <a:pt x="66259" y="46525"/>
                  </a:lnTo>
                  <a:lnTo>
                    <a:pt x="66540" y="47217"/>
                  </a:lnTo>
                  <a:lnTo>
                    <a:pt x="66446" y="48185"/>
                  </a:lnTo>
                  <a:lnTo>
                    <a:pt x="66196" y="49154"/>
                  </a:lnTo>
                  <a:lnTo>
                    <a:pt x="66227" y="50215"/>
                  </a:lnTo>
                  <a:lnTo>
                    <a:pt x="66509" y="51183"/>
                  </a:lnTo>
                  <a:lnTo>
                    <a:pt x="66509" y="52152"/>
                  </a:lnTo>
                  <a:lnTo>
                    <a:pt x="66697" y="53120"/>
                  </a:lnTo>
                  <a:lnTo>
                    <a:pt x="67072" y="53951"/>
                  </a:lnTo>
                  <a:lnTo>
                    <a:pt x="67198" y="55288"/>
                  </a:lnTo>
                  <a:lnTo>
                    <a:pt x="67135" y="56257"/>
                  </a:lnTo>
                  <a:lnTo>
                    <a:pt x="67385" y="56811"/>
                  </a:lnTo>
                  <a:lnTo>
                    <a:pt x="67479" y="57596"/>
                  </a:lnTo>
                  <a:lnTo>
                    <a:pt x="67323" y="58241"/>
                  </a:lnTo>
                  <a:lnTo>
                    <a:pt x="67260" y="59117"/>
                  </a:lnTo>
                  <a:lnTo>
                    <a:pt x="67291" y="59902"/>
                  </a:lnTo>
                  <a:lnTo>
                    <a:pt x="67479" y="60547"/>
                  </a:lnTo>
                  <a:lnTo>
                    <a:pt x="68042" y="61377"/>
                  </a:lnTo>
                  <a:lnTo>
                    <a:pt x="68199" y="62853"/>
                  </a:lnTo>
                  <a:lnTo>
                    <a:pt x="68199" y="63868"/>
                  </a:lnTo>
                  <a:lnTo>
                    <a:pt x="68449" y="65068"/>
                  </a:lnTo>
                  <a:lnTo>
                    <a:pt x="68918" y="65621"/>
                  </a:lnTo>
                  <a:lnTo>
                    <a:pt x="69669" y="65807"/>
                  </a:lnTo>
                  <a:lnTo>
                    <a:pt x="70545" y="65990"/>
                  </a:lnTo>
                  <a:lnTo>
                    <a:pt x="71609" y="65714"/>
                  </a:lnTo>
                  <a:lnTo>
                    <a:pt x="72548" y="65391"/>
                  </a:lnTo>
                  <a:lnTo>
                    <a:pt x="73080" y="65068"/>
                  </a:lnTo>
                  <a:lnTo>
                    <a:pt x="74113" y="64191"/>
                  </a:lnTo>
                  <a:lnTo>
                    <a:pt x="75020" y="63684"/>
                  </a:lnTo>
                  <a:lnTo>
                    <a:pt x="75489" y="63362"/>
                  </a:lnTo>
                  <a:lnTo>
                    <a:pt x="75927" y="63131"/>
                  </a:lnTo>
                  <a:lnTo>
                    <a:pt x="76834" y="63684"/>
                  </a:lnTo>
                  <a:lnTo>
                    <a:pt x="77680" y="64376"/>
                  </a:lnTo>
                  <a:lnTo>
                    <a:pt x="78337" y="65345"/>
                  </a:lnTo>
                  <a:lnTo>
                    <a:pt x="79557" y="66406"/>
                  </a:lnTo>
                  <a:lnTo>
                    <a:pt x="79320" y="66665"/>
                  </a:lnTo>
                  <a:lnTo>
                    <a:pt x="78834" y="67534"/>
                  </a:lnTo>
                  <a:lnTo>
                    <a:pt x="78843" y="68554"/>
                  </a:lnTo>
                  <a:lnTo>
                    <a:pt x="79186" y="70015"/>
                  </a:lnTo>
                  <a:lnTo>
                    <a:pt x="78884" y="73113"/>
                  </a:lnTo>
                  <a:lnTo>
                    <a:pt x="77937" y="77846"/>
                  </a:lnTo>
                  <a:lnTo>
                    <a:pt x="77549" y="80604"/>
                  </a:lnTo>
                  <a:lnTo>
                    <a:pt x="77718" y="81386"/>
                  </a:lnTo>
                  <a:lnTo>
                    <a:pt x="77368" y="82766"/>
                  </a:lnTo>
                  <a:lnTo>
                    <a:pt x="76068" y="85730"/>
                  </a:lnTo>
                  <a:lnTo>
                    <a:pt x="76018" y="87729"/>
                  </a:lnTo>
                  <a:lnTo>
                    <a:pt x="75866" y="93723"/>
                  </a:lnTo>
                  <a:lnTo>
                    <a:pt x="75433" y="97949"/>
                  </a:lnTo>
                  <a:lnTo>
                    <a:pt x="74701" y="101075"/>
                  </a:lnTo>
                  <a:lnTo>
                    <a:pt x="74035" y="102740"/>
                  </a:lnTo>
                  <a:lnTo>
                    <a:pt x="73435" y="102943"/>
                  </a:lnTo>
                  <a:lnTo>
                    <a:pt x="73004" y="103441"/>
                  </a:lnTo>
                  <a:lnTo>
                    <a:pt x="72742" y="104234"/>
                  </a:lnTo>
                  <a:lnTo>
                    <a:pt x="72255" y="104893"/>
                  </a:lnTo>
                  <a:lnTo>
                    <a:pt x="71543" y="105422"/>
                  </a:lnTo>
                  <a:lnTo>
                    <a:pt x="71157" y="106001"/>
                  </a:lnTo>
                  <a:lnTo>
                    <a:pt x="71098" y="106630"/>
                  </a:lnTo>
                  <a:lnTo>
                    <a:pt x="70416" y="107035"/>
                  </a:lnTo>
                  <a:lnTo>
                    <a:pt x="69112" y="107216"/>
                  </a:lnTo>
                  <a:lnTo>
                    <a:pt x="68347" y="107720"/>
                  </a:lnTo>
                  <a:lnTo>
                    <a:pt x="68121" y="108544"/>
                  </a:lnTo>
                  <a:lnTo>
                    <a:pt x="67684" y="109199"/>
                  </a:lnTo>
                  <a:lnTo>
                    <a:pt x="67040" y="109682"/>
                  </a:lnTo>
                  <a:lnTo>
                    <a:pt x="66733" y="110486"/>
                  </a:lnTo>
                  <a:lnTo>
                    <a:pt x="66766" y="111608"/>
                  </a:lnTo>
                  <a:lnTo>
                    <a:pt x="66396" y="112571"/>
                  </a:lnTo>
                  <a:lnTo>
                    <a:pt x="65623" y="113376"/>
                  </a:lnTo>
                  <a:lnTo>
                    <a:pt x="64910" y="113398"/>
                  </a:lnTo>
                  <a:lnTo>
                    <a:pt x="64257" y="112638"/>
                  </a:lnTo>
                  <a:lnTo>
                    <a:pt x="63382" y="112133"/>
                  </a:lnTo>
                  <a:lnTo>
                    <a:pt x="62286" y="111882"/>
                  </a:lnTo>
                  <a:lnTo>
                    <a:pt x="61371" y="112074"/>
                  </a:lnTo>
                  <a:lnTo>
                    <a:pt x="60636" y="112706"/>
                  </a:lnTo>
                  <a:lnTo>
                    <a:pt x="59985" y="113710"/>
                  </a:lnTo>
                  <a:lnTo>
                    <a:pt x="59418" y="115086"/>
                  </a:lnTo>
                  <a:lnTo>
                    <a:pt x="58787" y="115315"/>
                  </a:lnTo>
                  <a:lnTo>
                    <a:pt x="58093" y="114395"/>
                  </a:lnTo>
                  <a:lnTo>
                    <a:pt x="57215" y="114116"/>
                  </a:lnTo>
                  <a:lnTo>
                    <a:pt x="56152" y="114477"/>
                  </a:lnTo>
                  <a:lnTo>
                    <a:pt x="55305" y="114350"/>
                  </a:lnTo>
                  <a:lnTo>
                    <a:pt x="54676" y="113736"/>
                  </a:lnTo>
                  <a:lnTo>
                    <a:pt x="53708" y="113668"/>
                  </a:lnTo>
                  <a:lnTo>
                    <a:pt x="52404" y="114147"/>
                  </a:lnTo>
                  <a:lnTo>
                    <a:pt x="49761" y="113594"/>
                  </a:lnTo>
                  <a:lnTo>
                    <a:pt x="45778" y="112006"/>
                  </a:lnTo>
                  <a:lnTo>
                    <a:pt x="42410" y="111404"/>
                  </a:lnTo>
                  <a:lnTo>
                    <a:pt x="38279" y="111975"/>
                  </a:lnTo>
                  <a:lnTo>
                    <a:pt x="37930" y="110325"/>
                  </a:lnTo>
                  <a:lnTo>
                    <a:pt x="38149" y="109433"/>
                  </a:lnTo>
                  <a:lnTo>
                    <a:pt x="38820" y="108762"/>
                  </a:lnTo>
                  <a:lnTo>
                    <a:pt x="39241" y="108002"/>
                  </a:lnTo>
                  <a:lnTo>
                    <a:pt x="39411" y="107150"/>
                  </a:lnTo>
                  <a:lnTo>
                    <a:pt x="39873" y="106502"/>
                  </a:lnTo>
                  <a:lnTo>
                    <a:pt x="40629" y="106057"/>
                  </a:lnTo>
                  <a:lnTo>
                    <a:pt x="40950" y="105604"/>
                  </a:lnTo>
                  <a:lnTo>
                    <a:pt x="40835" y="105148"/>
                  </a:lnTo>
                  <a:lnTo>
                    <a:pt x="40996" y="104743"/>
                  </a:lnTo>
                  <a:lnTo>
                    <a:pt x="41431" y="104392"/>
                  </a:lnTo>
                  <a:lnTo>
                    <a:pt x="41678" y="103839"/>
                  </a:lnTo>
                  <a:lnTo>
                    <a:pt x="41737" y="103083"/>
                  </a:lnTo>
                  <a:lnTo>
                    <a:pt x="41901" y="102708"/>
                  </a:lnTo>
                  <a:lnTo>
                    <a:pt x="42192" y="102429"/>
                  </a:lnTo>
                  <a:lnTo>
                    <a:pt x="42223" y="101908"/>
                  </a:lnTo>
                  <a:lnTo>
                    <a:pt x="42060" y="100289"/>
                  </a:lnTo>
                  <a:lnTo>
                    <a:pt x="42081" y="98963"/>
                  </a:lnTo>
                  <a:lnTo>
                    <a:pt x="42284" y="97930"/>
                  </a:lnTo>
                  <a:lnTo>
                    <a:pt x="42538" y="97305"/>
                  </a:lnTo>
                  <a:lnTo>
                    <a:pt x="42718" y="97150"/>
                  </a:lnTo>
                  <a:lnTo>
                    <a:pt x="42884" y="96779"/>
                  </a:lnTo>
                  <a:lnTo>
                    <a:pt x="42950" y="96155"/>
                  </a:lnTo>
                  <a:lnTo>
                    <a:pt x="43222" y="95575"/>
                  </a:lnTo>
                  <a:lnTo>
                    <a:pt x="44540" y="94381"/>
                  </a:lnTo>
                  <a:lnTo>
                    <a:pt x="45036" y="93734"/>
                  </a:lnTo>
                  <a:lnTo>
                    <a:pt x="45078" y="93144"/>
                  </a:lnTo>
                  <a:lnTo>
                    <a:pt x="45276" y="92344"/>
                  </a:lnTo>
                  <a:lnTo>
                    <a:pt x="46059" y="90625"/>
                  </a:lnTo>
                  <a:lnTo>
                    <a:pt x="46300" y="89820"/>
                  </a:lnTo>
                  <a:lnTo>
                    <a:pt x="46321" y="89417"/>
                  </a:lnTo>
                  <a:lnTo>
                    <a:pt x="46599" y="89000"/>
                  </a:lnTo>
                  <a:lnTo>
                    <a:pt x="47541" y="88046"/>
                  </a:lnTo>
                  <a:lnTo>
                    <a:pt x="48054" y="87145"/>
                  </a:lnTo>
                  <a:lnTo>
                    <a:pt x="48135" y="86302"/>
                  </a:lnTo>
                  <a:lnTo>
                    <a:pt x="47907" y="85344"/>
                  </a:lnTo>
                  <a:lnTo>
                    <a:pt x="47371" y="84275"/>
                  </a:lnTo>
                  <a:lnTo>
                    <a:pt x="45689" y="81597"/>
                  </a:lnTo>
                  <a:lnTo>
                    <a:pt x="44382" y="80381"/>
                  </a:lnTo>
                  <a:lnTo>
                    <a:pt x="42710" y="79376"/>
                  </a:lnTo>
                  <a:lnTo>
                    <a:pt x="41610" y="79050"/>
                  </a:lnTo>
                  <a:lnTo>
                    <a:pt x="41081" y="79403"/>
                  </a:lnTo>
                  <a:lnTo>
                    <a:pt x="40545" y="79126"/>
                  </a:lnTo>
                  <a:lnTo>
                    <a:pt x="40001" y="78218"/>
                  </a:lnTo>
                  <a:lnTo>
                    <a:pt x="39085" y="77503"/>
                  </a:lnTo>
                  <a:lnTo>
                    <a:pt x="37152" y="76718"/>
                  </a:lnTo>
                  <a:lnTo>
                    <a:pt x="32769" y="73590"/>
                  </a:lnTo>
                  <a:lnTo>
                    <a:pt x="31012" y="72078"/>
                  </a:lnTo>
                  <a:lnTo>
                    <a:pt x="30421" y="71145"/>
                  </a:lnTo>
                  <a:lnTo>
                    <a:pt x="28783" y="69468"/>
                  </a:lnTo>
                  <a:lnTo>
                    <a:pt x="26097" y="67051"/>
                  </a:lnTo>
                  <a:lnTo>
                    <a:pt x="24036" y="65875"/>
                  </a:lnTo>
                  <a:lnTo>
                    <a:pt x="22599" y="65941"/>
                  </a:lnTo>
                  <a:lnTo>
                    <a:pt x="20299" y="65239"/>
                  </a:lnTo>
                  <a:lnTo>
                    <a:pt x="17134" y="63767"/>
                  </a:lnTo>
                  <a:lnTo>
                    <a:pt x="15308" y="62339"/>
                  </a:lnTo>
                  <a:lnTo>
                    <a:pt x="14818" y="60955"/>
                  </a:lnTo>
                  <a:lnTo>
                    <a:pt x="13647" y="59568"/>
                  </a:lnTo>
                  <a:lnTo>
                    <a:pt x="11797" y="58180"/>
                  </a:lnTo>
                  <a:lnTo>
                    <a:pt x="10836" y="57266"/>
                  </a:lnTo>
                  <a:lnTo>
                    <a:pt x="10765" y="56826"/>
                  </a:lnTo>
                  <a:lnTo>
                    <a:pt x="10217" y="56254"/>
                  </a:lnTo>
                  <a:lnTo>
                    <a:pt x="9191" y="55547"/>
                  </a:lnTo>
                  <a:lnTo>
                    <a:pt x="8064" y="54338"/>
                  </a:lnTo>
                  <a:lnTo>
                    <a:pt x="6839" y="52625"/>
                  </a:lnTo>
                  <a:lnTo>
                    <a:pt x="5528" y="49978"/>
                  </a:lnTo>
                  <a:lnTo>
                    <a:pt x="4132" y="46393"/>
                  </a:lnTo>
                  <a:lnTo>
                    <a:pt x="2634" y="43976"/>
                  </a:lnTo>
                  <a:lnTo>
                    <a:pt x="1035" y="42727"/>
                  </a:lnTo>
                  <a:lnTo>
                    <a:pt x="236" y="41902"/>
                  </a:lnTo>
                  <a:lnTo>
                    <a:pt x="239" y="41499"/>
                  </a:lnTo>
                  <a:lnTo>
                    <a:pt x="0" y="41110"/>
                  </a:lnTo>
                  <a:lnTo>
                    <a:pt x="212" y="40417"/>
                  </a:lnTo>
                  <a:lnTo>
                    <a:pt x="794" y="37693"/>
                  </a:lnTo>
                  <a:lnTo>
                    <a:pt x="1638" y="33740"/>
                  </a:lnTo>
                  <a:lnTo>
                    <a:pt x="2512" y="29646"/>
                  </a:lnTo>
                  <a:lnTo>
                    <a:pt x="3541" y="24824"/>
                  </a:lnTo>
                  <a:lnTo>
                    <a:pt x="3542" y="21404"/>
                  </a:lnTo>
                  <a:lnTo>
                    <a:pt x="3544" y="17801"/>
                  </a:lnTo>
                  <a:lnTo>
                    <a:pt x="5008" y="14835"/>
                  </a:lnTo>
                  <a:lnTo>
                    <a:pt x="6046" y="12731"/>
                  </a:lnTo>
                  <a:lnTo>
                    <a:pt x="6944" y="10727"/>
                  </a:lnTo>
                  <a:lnTo>
                    <a:pt x="7853" y="7298"/>
                  </a:lnTo>
                  <a:lnTo>
                    <a:pt x="8459" y="5008"/>
                  </a:lnTo>
                  <a:lnTo>
                    <a:pt x="10777" y="4466"/>
                  </a:lnTo>
                  <a:lnTo>
                    <a:pt x="14711" y="3274"/>
                  </a:lnTo>
                  <a:lnTo>
                    <a:pt x="16671" y="2681"/>
                  </a:lnTo>
                  <a:lnTo>
                    <a:pt x="20807" y="1430"/>
                  </a:lnTo>
                  <a:lnTo>
                    <a:pt x="25010" y="158"/>
                  </a:lnTo>
                  <a:lnTo>
                    <a:pt x="29424" y="77"/>
                  </a:lnTo>
                  <a:lnTo>
                    <a:pt x="33684" y="0"/>
                  </a:lnTo>
                  <a:lnTo>
                    <a:pt x="36990" y="2845"/>
                  </a:lnTo>
                  <a:lnTo>
                    <a:pt x="39515" y="5019"/>
                  </a:lnTo>
                  <a:lnTo>
                    <a:pt x="42297" y="7415"/>
                  </a:lnTo>
                  <a:lnTo>
                    <a:pt x="42487" y="7931"/>
                  </a:lnTo>
                  <a:lnTo>
                    <a:pt x="42677" y="993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g1237"/>
            <p:cNvSpPr/>
            <p:nvPr/>
          </p:nvSpPr>
          <p:spPr>
            <a:xfrm>
              <a:off x="4346109" y="1978011"/>
              <a:ext cx="3097" cy="5252"/>
            </a:xfrm>
            <a:custGeom>
              <a:avLst/>
              <a:pathLst>
                <a:path w="3097" h="5252">
                  <a:moveTo>
                    <a:pt x="446" y="5252"/>
                  </a:moveTo>
                  <a:lnTo>
                    <a:pt x="135" y="4080"/>
                  </a:lnTo>
                  <a:lnTo>
                    <a:pt x="0" y="3657"/>
                  </a:lnTo>
                  <a:lnTo>
                    <a:pt x="1789" y="1409"/>
                  </a:lnTo>
                  <a:lnTo>
                    <a:pt x="2641" y="0"/>
                  </a:lnTo>
                  <a:lnTo>
                    <a:pt x="3083" y="602"/>
                  </a:lnTo>
                  <a:lnTo>
                    <a:pt x="3097" y="826"/>
                  </a:lnTo>
                  <a:lnTo>
                    <a:pt x="1438" y="3098"/>
                  </a:lnTo>
                  <a:lnTo>
                    <a:pt x="1420" y="407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g1238"/>
            <p:cNvSpPr/>
            <p:nvPr/>
          </p:nvSpPr>
          <p:spPr>
            <a:xfrm>
              <a:off x="4352491" y="1964766"/>
              <a:ext cx="6616" cy="16501"/>
            </a:xfrm>
            <a:custGeom>
              <a:avLst/>
              <a:pathLst>
                <a:path w="6616" h="16501">
                  <a:moveTo>
                    <a:pt x="5466" y="14716"/>
                  </a:moveTo>
                  <a:lnTo>
                    <a:pt x="5070" y="14666"/>
                  </a:lnTo>
                  <a:lnTo>
                    <a:pt x="3821" y="15504"/>
                  </a:lnTo>
                  <a:lnTo>
                    <a:pt x="2161" y="16294"/>
                  </a:lnTo>
                  <a:lnTo>
                    <a:pt x="331" y="16501"/>
                  </a:lnTo>
                  <a:lnTo>
                    <a:pt x="72" y="16266"/>
                  </a:lnTo>
                  <a:lnTo>
                    <a:pt x="0" y="15866"/>
                  </a:lnTo>
                  <a:lnTo>
                    <a:pt x="534" y="13917"/>
                  </a:lnTo>
                  <a:lnTo>
                    <a:pt x="740" y="13001"/>
                  </a:lnTo>
                  <a:lnTo>
                    <a:pt x="1531" y="12011"/>
                  </a:lnTo>
                  <a:lnTo>
                    <a:pt x="2655" y="11157"/>
                  </a:lnTo>
                  <a:lnTo>
                    <a:pt x="3131" y="10941"/>
                  </a:lnTo>
                  <a:lnTo>
                    <a:pt x="3077" y="10573"/>
                  </a:lnTo>
                  <a:lnTo>
                    <a:pt x="2406" y="10010"/>
                  </a:lnTo>
                  <a:lnTo>
                    <a:pt x="1707" y="9714"/>
                  </a:lnTo>
                  <a:lnTo>
                    <a:pt x="1043" y="10009"/>
                  </a:lnTo>
                  <a:lnTo>
                    <a:pt x="836" y="9918"/>
                  </a:lnTo>
                  <a:lnTo>
                    <a:pt x="766" y="9668"/>
                  </a:lnTo>
                  <a:lnTo>
                    <a:pt x="998" y="9317"/>
                  </a:lnTo>
                  <a:lnTo>
                    <a:pt x="1106" y="8663"/>
                  </a:lnTo>
                  <a:lnTo>
                    <a:pt x="1003" y="7571"/>
                  </a:lnTo>
                  <a:lnTo>
                    <a:pt x="933" y="6239"/>
                  </a:lnTo>
                  <a:lnTo>
                    <a:pt x="787" y="5209"/>
                  </a:lnTo>
                  <a:lnTo>
                    <a:pt x="1199" y="3533"/>
                  </a:lnTo>
                  <a:lnTo>
                    <a:pt x="1303" y="2737"/>
                  </a:lnTo>
                  <a:lnTo>
                    <a:pt x="1819" y="1031"/>
                  </a:lnTo>
                  <a:lnTo>
                    <a:pt x="3032" y="0"/>
                  </a:lnTo>
                  <a:lnTo>
                    <a:pt x="4078" y="299"/>
                  </a:lnTo>
                  <a:lnTo>
                    <a:pt x="4629" y="375"/>
                  </a:lnTo>
                  <a:lnTo>
                    <a:pt x="4862" y="577"/>
                  </a:lnTo>
                  <a:lnTo>
                    <a:pt x="5013" y="1168"/>
                  </a:lnTo>
                  <a:lnTo>
                    <a:pt x="5786" y="1851"/>
                  </a:lnTo>
                  <a:lnTo>
                    <a:pt x="6421" y="1937"/>
                  </a:lnTo>
                  <a:lnTo>
                    <a:pt x="6616" y="4135"/>
                  </a:lnTo>
                  <a:lnTo>
                    <a:pt x="6263" y="6017"/>
                  </a:lnTo>
                  <a:lnTo>
                    <a:pt x="6231" y="7664"/>
                  </a:lnTo>
                  <a:lnTo>
                    <a:pt x="6492" y="10724"/>
                  </a:lnTo>
                  <a:lnTo>
                    <a:pt x="5928" y="12023"/>
                  </a:lnTo>
                  <a:lnTo>
                    <a:pt x="5607" y="1355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g1239"/>
            <p:cNvSpPr/>
            <p:nvPr/>
          </p:nvSpPr>
          <p:spPr>
            <a:xfrm>
              <a:off x="2711599" y="2708267"/>
              <a:ext cx="591" cy="1460"/>
            </a:xfrm>
            <a:custGeom>
              <a:avLst/>
              <a:pathLst>
                <a:path w="591" h="1460">
                  <a:moveTo>
                    <a:pt x="591" y="1200"/>
                  </a:moveTo>
                  <a:lnTo>
                    <a:pt x="316" y="1460"/>
                  </a:lnTo>
                  <a:lnTo>
                    <a:pt x="419" y="1107"/>
                  </a:lnTo>
                  <a:lnTo>
                    <a:pt x="207" y="333"/>
                  </a:lnTo>
                  <a:lnTo>
                    <a:pt x="0" y="222"/>
                  </a:lnTo>
                  <a:lnTo>
                    <a:pt x="207" y="0"/>
                  </a:lnTo>
                  <a:lnTo>
                    <a:pt x="505" y="58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g1240"/>
            <p:cNvSpPr/>
            <p:nvPr/>
          </p:nvSpPr>
          <p:spPr>
            <a:xfrm>
              <a:off x="2731371" y="2676075"/>
              <a:ext cx="1746" cy="1438"/>
            </a:xfrm>
            <a:custGeom>
              <a:avLst/>
              <a:pathLst>
                <a:path w="1746" h="1438">
                  <a:moveTo>
                    <a:pt x="1746" y="1131"/>
                  </a:moveTo>
                  <a:lnTo>
                    <a:pt x="1555" y="1438"/>
                  </a:lnTo>
                  <a:lnTo>
                    <a:pt x="1537" y="1144"/>
                  </a:lnTo>
                  <a:lnTo>
                    <a:pt x="1272" y="999"/>
                  </a:lnTo>
                  <a:lnTo>
                    <a:pt x="904" y="704"/>
                  </a:lnTo>
                  <a:lnTo>
                    <a:pt x="405" y="360"/>
                  </a:lnTo>
                  <a:lnTo>
                    <a:pt x="134" y="305"/>
                  </a:lnTo>
                  <a:lnTo>
                    <a:pt x="0" y="106"/>
                  </a:lnTo>
                  <a:lnTo>
                    <a:pt x="187" y="0"/>
                  </a:lnTo>
                  <a:lnTo>
                    <a:pt x="495" y="155"/>
                  </a:lnTo>
                  <a:lnTo>
                    <a:pt x="928" y="468"/>
                  </a:lnTo>
                  <a:lnTo>
                    <a:pt x="1427" y="78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g1241"/>
            <p:cNvSpPr/>
            <p:nvPr/>
          </p:nvSpPr>
          <p:spPr>
            <a:xfrm>
              <a:off x="2690659" y="2674276"/>
              <a:ext cx="1039" cy="1142"/>
            </a:xfrm>
            <a:custGeom>
              <a:avLst/>
              <a:pathLst>
                <a:path w="1039" h="1142">
                  <a:moveTo>
                    <a:pt x="911" y="637"/>
                  </a:moveTo>
                  <a:lnTo>
                    <a:pt x="1039" y="1142"/>
                  </a:lnTo>
                  <a:lnTo>
                    <a:pt x="810" y="905"/>
                  </a:lnTo>
                  <a:lnTo>
                    <a:pt x="80" y="4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g1242"/>
            <p:cNvSpPr/>
            <p:nvPr/>
          </p:nvSpPr>
          <p:spPr>
            <a:xfrm>
              <a:off x="2725797" y="2673315"/>
              <a:ext cx="910" cy="1333"/>
            </a:xfrm>
            <a:custGeom>
              <a:avLst/>
              <a:pathLst>
                <a:path w="910" h="1333">
                  <a:moveTo>
                    <a:pt x="906" y="1069"/>
                  </a:moveTo>
                  <a:lnTo>
                    <a:pt x="910" y="1333"/>
                  </a:lnTo>
                  <a:lnTo>
                    <a:pt x="0" y="0"/>
                  </a:lnTo>
                  <a:lnTo>
                    <a:pt x="359" y="10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g1243"/>
            <p:cNvSpPr/>
            <p:nvPr/>
          </p:nvSpPr>
          <p:spPr>
            <a:xfrm>
              <a:off x="2688844" y="2670440"/>
              <a:ext cx="1426" cy="2199"/>
            </a:xfrm>
            <a:custGeom>
              <a:avLst/>
              <a:pathLst>
                <a:path w="1426" h="2199">
                  <a:moveTo>
                    <a:pt x="1359" y="1815"/>
                  </a:moveTo>
                  <a:lnTo>
                    <a:pt x="1426" y="2199"/>
                  </a:lnTo>
                  <a:lnTo>
                    <a:pt x="1073" y="1946"/>
                  </a:lnTo>
                  <a:lnTo>
                    <a:pt x="738" y="1238"/>
                  </a:lnTo>
                  <a:lnTo>
                    <a:pt x="140" y="360"/>
                  </a:lnTo>
                  <a:lnTo>
                    <a:pt x="0" y="0"/>
                  </a:lnTo>
                  <a:lnTo>
                    <a:pt x="457" y="343"/>
                  </a:lnTo>
                  <a:lnTo>
                    <a:pt x="759" y="85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g1244"/>
            <p:cNvSpPr/>
            <p:nvPr/>
          </p:nvSpPr>
          <p:spPr>
            <a:xfrm>
              <a:off x="2689998" y="2665124"/>
              <a:ext cx="2018" cy="2756"/>
            </a:xfrm>
            <a:custGeom>
              <a:avLst/>
              <a:pathLst>
                <a:path w="2018" h="2756">
                  <a:moveTo>
                    <a:pt x="399" y="2491"/>
                  </a:moveTo>
                  <a:lnTo>
                    <a:pt x="445" y="2756"/>
                  </a:lnTo>
                  <a:lnTo>
                    <a:pt x="0" y="2630"/>
                  </a:lnTo>
                  <a:lnTo>
                    <a:pt x="7" y="2134"/>
                  </a:lnTo>
                  <a:lnTo>
                    <a:pt x="258" y="1533"/>
                  </a:lnTo>
                  <a:lnTo>
                    <a:pt x="453" y="1027"/>
                  </a:lnTo>
                  <a:lnTo>
                    <a:pt x="852" y="554"/>
                  </a:lnTo>
                  <a:lnTo>
                    <a:pt x="1564" y="80"/>
                  </a:lnTo>
                  <a:lnTo>
                    <a:pt x="2018" y="0"/>
                  </a:lnTo>
                  <a:lnTo>
                    <a:pt x="1887" y="70"/>
                  </a:lnTo>
                  <a:lnTo>
                    <a:pt x="711" y="1061"/>
                  </a:lnTo>
                  <a:lnTo>
                    <a:pt x="344" y="1753"/>
                  </a:lnTo>
                  <a:lnTo>
                    <a:pt x="180" y="2237"/>
                  </a:lnTo>
                  <a:lnTo>
                    <a:pt x="211" y="238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g1245"/>
            <p:cNvSpPr/>
            <p:nvPr/>
          </p:nvSpPr>
          <p:spPr>
            <a:xfrm>
              <a:off x="2606899" y="2662590"/>
              <a:ext cx="4580" cy="5103"/>
            </a:xfrm>
            <a:custGeom>
              <a:avLst/>
              <a:pathLst>
                <a:path w="4580" h="5103">
                  <a:moveTo>
                    <a:pt x="2965" y="2701"/>
                  </a:moveTo>
                  <a:lnTo>
                    <a:pt x="4326" y="3350"/>
                  </a:lnTo>
                  <a:lnTo>
                    <a:pt x="4580" y="4403"/>
                  </a:lnTo>
                  <a:lnTo>
                    <a:pt x="4287" y="5103"/>
                  </a:lnTo>
                  <a:lnTo>
                    <a:pt x="3599" y="4930"/>
                  </a:lnTo>
                  <a:lnTo>
                    <a:pt x="3259" y="4548"/>
                  </a:lnTo>
                  <a:lnTo>
                    <a:pt x="2780" y="3292"/>
                  </a:lnTo>
                  <a:lnTo>
                    <a:pt x="1450" y="3575"/>
                  </a:lnTo>
                  <a:lnTo>
                    <a:pt x="530" y="3327"/>
                  </a:lnTo>
                  <a:lnTo>
                    <a:pt x="20" y="1690"/>
                  </a:lnTo>
                  <a:lnTo>
                    <a:pt x="0" y="946"/>
                  </a:lnTo>
                  <a:lnTo>
                    <a:pt x="223" y="491"/>
                  </a:lnTo>
                  <a:lnTo>
                    <a:pt x="1200" y="0"/>
                  </a:lnTo>
                  <a:lnTo>
                    <a:pt x="2420" y="362"/>
                  </a:lnTo>
                  <a:lnTo>
                    <a:pt x="2884" y="129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g1246"/>
            <p:cNvSpPr/>
            <p:nvPr/>
          </p:nvSpPr>
          <p:spPr>
            <a:xfrm>
              <a:off x="2604281" y="2662216"/>
              <a:ext cx="1224" cy="1416"/>
            </a:xfrm>
            <a:custGeom>
              <a:avLst/>
              <a:pathLst>
                <a:path w="1224" h="1416">
                  <a:moveTo>
                    <a:pt x="928" y="1052"/>
                  </a:moveTo>
                  <a:lnTo>
                    <a:pt x="632" y="1416"/>
                  </a:lnTo>
                  <a:lnTo>
                    <a:pt x="238" y="1161"/>
                  </a:lnTo>
                  <a:lnTo>
                    <a:pt x="63" y="811"/>
                  </a:lnTo>
                  <a:lnTo>
                    <a:pt x="0" y="441"/>
                  </a:lnTo>
                  <a:lnTo>
                    <a:pt x="91" y="0"/>
                  </a:lnTo>
                  <a:lnTo>
                    <a:pt x="974" y="61"/>
                  </a:lnTo>
                  <a:lnTo>
                    <a:pt x="1224" y="25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g1247"/>
            <p:cNvSpPr/>
            <p:nvPr/>
          </p:nvSpPr>
          <p:spPr>
            <a:xfrm>
              <a:off x="2589392" y="2652035"/>
              <a:ext cx="1144" cy="1947"/>
            </a:xfrm>
            <a:custGeom>
              <a:avLst/>
              <a:pathLst>
                <a:path w="1144" h="1947">
                  <a:moveTo>
                    <a:pt x="715" y="1925"/>
                  </a:moveTo>
                  <a:lnTo>
                    <a:pt x="340" y="1947"/>
                  </a:lnTo>
                  <a:lnTo>
                    <a:pt x="0" y="1729"/>
                  </a:lnTo>
                  <a:lnTo>
                    <a:pt x="85" y="294"/>
                  </a:lnTo>
                  <a:lnTo>
                    <a:pt x="177" y="0"/>
                  </a:lnTo>
                  <a:lnTo>
                    <a:pt x="703" y="484"/>
                  </a:lnTo>
                  <a:lnTo>
                    <a:pt x="1144" y="173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g1248"/>
            <p:cNvSpPr/>
            <p:nvPr/>
          </p:nvSpPr>
          <p:spPr>
            <a:xfrm>
              <a:off x="2664462" y="2650259"/>
              <a:ext cx="1556" cy="788"/>
            </a:xfrm>
            <a:custGeom>
              <a:avLst/>
              <a:pathLst>
                <a:path w="1556" h="788">
                  <a:moveTo>
                    <a:pt x="1041" y="103"/>
                  </a:moveTo>
                  <a:lnTo>
                    <a:pt x="1556" y="788"/>
                  </a:lnTo>
                  <a:lnTo>
                    <a:pt x="871" y="322"/>
                  </a:lnTo>
                  <a:lnTo>
                    <a:pt x="0" y="122"/>
                  </a:lnTo>
                  <a:lnTo>
                    <a:pt x="332" y="0"/>
                  </a:lnTo>
                  <a:lnTo>
                    <a:pt x="813" y="1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g1249"/>
            <p:cNvSpPr/>
            <p:nvPr/>
          </p:nvSpPr>
          <p:spPr>
            <a:xfrm>
              <a:off x="2662979" y="2649820"/>
              <a:ext cx="1289" cy="830"/>
            </a:xfrm>
            <a:custGeom>
              <a:avLst/>
              <a:pathLst>
                <a:path w="1289" h="830">
                  <a:moveTo>
                    <a:pt x="1289" y="751"/>
                  </a:moveTo>
                  <a:lnTo>
                    <a:pt x="915" y="830"/>
                  </a:lnTo>
                  <a:lnTo>
                    <a:pt x="0" y="0"/>
                  </a:lnTo>
                  <a:lnTo>
                    <a:pt x="352" y="0"/>
                  </a:lnTo>
                  <a:lnTo>
                    <a:pt x="876" y="51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g1250"/>
            <p:cNvSpPr/>
            <p:nvPr/>
          </p:nvSpPr>
          <p:spPr>
            <a:xfrm>
              <a:off x="2589138" y="2649725"/>
              <a:ext cx="703" cy="1270"/>
            </a:xfrm>
            <a:custGeom>
              <a:avLst/>
              <a:pathLst>
                <a:path w="703" h="1270">
                  <a:moveTo>
                    <a:pt x="433" y="1164"/>
                  </a:moveTo>
                  <a:lnTo>
                    <a:pt x="260" y="1270"/>
                  </a:lnTo>
                  <a:lnTo>
                    <a:pt x="78" y="1017"/>
                  </a:lnTo>
                  <a:lnTo>
                    <a:pt x="0" y="627"/>
                  </a:lnTo>
                  <a:lnTo>
                    <a:pt x="62" y="0"/>
                  </a:lnTo>
                  <a:lnTo>
                    <a:pt x="520" y="414"/>
                  </a:lnTo>
                  <a:lnTo>
                    <a:pt x="703" y="68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g1251"/>
            <p:cNvSpPr/>
            <p:nvPr/>
          </p:nvSpPr>
          <p:spPr>
            <a:xfrm>
              <a:off x="2644943" y="2642823"/>
              <a:ext cx="1244" cy="3732"/>
            </a:xfrm>
            <a:custGeom>
              <a:avLst/>
              <a:pathLst>
                <a:path w="1244" h="3732">
                  <a:moveTo>
                    <a:pt x="1202" y="3495"/>
                  </a:moveTo>
                  <a:lnTo>
                    <a:pt x="1244" y="3732"/>
                  </a:lnTo>
                  <a:lnTo>
                    <a:pt x="1050" y="3718"/>
                  </a:lnTo>
                  <a:lnTo>
                    <a:pt x="699" y="3011"/>
                  </a:lnTo>
                  <a:lnTo>
                    <a:pt x="574" y="2398"/>
                  </a:lnTo>
                  <a:lnTo>
                    <a:pt x="351" y="1705"/>
                  </a:lnTo>
                  <a:lnTo>
                    <a:pt x="44" y="1200"/>
                  </a:lnTo>
                  <a:lnTo>
                    <a:pt x="9" y="734"/>
                  </a:lnTo>
                  <a:lnTo>
                    <a:pt x="0" y="0"/>
                  </a:lnTo>
                  <a:lnTo>
                    <a:pt x="347" y="1125"/>
                  </a:lnTo>
                  <a:lnTo>
                    <a:pt x="676" y="2028"/>
                  </a:lnTo>
                  <a:lnTo>
                    <a:pt x="916" y="277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g1252"/>
            <p:cNvSpPr/>
            <p:nvPr/>
          </p:nvSpPr>
          <p:spPr>
            <a:xfrm>
              <a:off x="2674123" y="2641967"/>
              <a:ext cx="457" cy="1246"/>
            </a:xfrm>
            <a:custGeom>
              <a:avLst/>
              <a:pathLst>
                <a:path w="457" h="1246">
                  <a:moveTo>
                    <a:pt x="168" y="1095"/>
                  </a:moveTo>
                  <a:lnTo>
                    <a:pt x="0" y="1246"/>
                  </a:lnTo>
                  <a:lnTo>
                    <a:pt x="215" y="138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g1253"/>
            <p:cNvSpPr/>
            <p:nvPr/>
          </p:nvSpPr>
          <p:spPr>
            <a:xfrm>
              <a:off x="2649230" y="2638330"/>
              <a:ext cx="1034" cy="2009"/>
            </a:xfrm>
            <a:custGeom>
              <a:avLst/>
              <a:pathLst>
                <a:path w="1034" h="2009">
                  <a:moveTo>
                    <a:pt x="1034" y="1381"/>
                  </a:moveTo>
                  <a:lnTo>
                    <a:pt x="975" y="2009"/>
                  </a:lnTo>
                  <a:lnTo>
                    <a:pt x="797" y="1402"/>
                  </a:lnTo>
                  <a:lnTo>
                    <a:pt x="215" y="433"/>
                  </a:lnTo>
                  <a:lnTo>
                    <a:pt x="0" y="0"/>
                  </a:lnTo>
                  <a:lnTo>
                    <a:pt x="257" y="6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g1254"/>
            <p:cNvSpPr/>
            <p:nvPr/>
          </p:nvSpPr>
          <p:spPr>
            <a:xfrm>
              <a:off x="2710444" y="2563967"/>
              <a:ext cx="623" cy="1490"/>
            </a:xfrm>
            <a:custGeom>
              <a:avLst/>
              <a:pathLst>
                <a:path w="623" h="1490">
                  <a:moveTo>
                    <a:pt x="371" y="1251"/>
                  </a:moveTo>
                  <a:lnTo>
                    <a:pt x="24" y="1490"/>
                  </a:lnTo>
                  <a:lnTo>
                    <a:pt x="0" y="0"/>
                  </a:lnTo>
                  <a:lnTo>
                    <a:pt x="448" y="283"/>
                  </a:lnTo>
                  <a:lnTo>
                    <a:pt x="623" y="521"/>
                  </a:lnTo>
                  <a:lnTo>
                    <a:pt x="548" y="92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g1255"/>
            <p:cNvSpPr/>
            <p:nvPr/>
          </p:nvSpPr>
          <p:spPr>
            <a:xfrm>
              <a:off x="2706245" y="2556852"/>
              <a:ext cx="705" cy="1313"/>
            </a:xfrm>
            <a:custGeom>
              <a:avLst/>
              <a:pathLst>
                <a:path w="705" h="1313">
                  <a:moveTo>
                    <a:pt x="705" y="222"/>
                  </a:moveTo>
                  <a:lnTo>
                    <a:pt x="2" y="1313"/>
                  </a:lnTo>
                  <a:lnTo>
                    <a:pt x="0" y="151"/>
                  </a:lnTo>
                  <a:lnTo>
                    <a:pt x="253" y="0"/>
                  </a:lnTo>
                  <a:lnTo>
                    <a:pt x="483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g1256"/>
            <p:cNvSpPr/>
            <p:nvPr/>
          </p:nvSpPr>
          <p:spPr>
            <a:xfrm>
              <a:off x="2705940" y="2553780"/>
              <a:ext cx="3208" cy="2099"/>
            </a:xfrm>
            <a:custGeom>
              <a:avLst/>
              <a:pathLst>
                <a:path w="3208" h="2099">
                  <a:moveTo>
                    <a:pt x="1344" y="0"/>
                  </a:moveTo>
                  <a:lnTo>
                    <a:pt x="2762" y="724"/>
                  </a:lnTo>
                  <a:lnTo>
                    <a:pt x="3208" y="647"/>
                  </a:lnTo>
                  <a:lnTo>
                    <a:pt x="2757" y="1362"/>
                  </a:lnTo>
                  <a:lnTo>
                    <a:pt x="1345" y="1750"/>
                  </a:lnTo>
                  <a:lnTo>
                    <a:pt x="877" y="2099"/>
                  </a:lnTo>
                  <a:lnTo>
                    <a:pt x="306" y="1872"/>
                  </a:lnTo>
                  <a:lnTo>
                    <a:pt x="0" y="104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g1257"/>
            <p:cNvSpPr/>
            <p:nvPr/>
          </p:nvSpPr>
          <p:spPr>
            <a:xfrm>
              <a:off x="2696688" y="2548660"/>
              <a:ext cx="1071" cy="1618"/>
            </a:xfrm>
            <a:custGeom>
              <a:avLst/>
              <a:pathLst>
                <a:path w="1071" h="1618">
                  <a:moveTo>
                    <a:pt x="650" y="1364"/>
                  </a:moveTo>
                  <a:lnTo>
                    <a:pt x="445" y="1618"/>
                  </a:lnTo>
                  <a:lnTo>
                    <a:pt x="60" y="784"/>
                  </a:lnTo>
                  <a:lnTo>
                    <a:pt x="0" y="435"/>
                  </a:lnTo>
                  <a:lnTo>
                    <a:pt x="694" y="0"/>
                  </a:lnTo>
                  <a:lnTo>
                    <a:pt x="1071" y="23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g1258"/>
            <p:cNvSpPr/>
            <p:nvPr/>
          </p:nvSpPr>
          <p:spPr>
            <a:xfrm>
              <a:off x="2701538" y="2542132"/>
              <a:ext cx="1167" cy="1225"/>
            </a:xfrm>
            <a:custGeom>
              <a:avLst/>
              <a:pathLst>
                <a:path w="1167" h="1225">
                  <a:moveTo>
                    <a:pt x="715" y="1118"/>
                  </a:moveTo>
                  <a:lnTo>
                    <a:pt x="102" y="1225"/>
                  </a:lnTo>
                  <a:lnTo>
                    <a:pt x="0" y="536"/>
                  </a:lnTo>
                  <a:lnTo>
                    <a:pt x="189" y="171"/>
                  </a:lnTo>
                  <a:lnTo>
                    <a:pt x="452" y="0"/>
                  </a:lnTo>
                  <a:lnTo>
                    <a:pt x="919" y="213"/>
                  </a:lnTo>
                  <a:lnTo>
                    <a:pt x="1167" y="516"/>
                  </a:lnTo>
                  <a:lnTo>
                    <a:pt x="1153" y="77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g1259"/>
            <p:cNvSpPr/>
            <p:nvPr/>
          </p:nvSpPr>
          <p:spPr>
            <a:xfrm>
              <a:off x="2695664" y="2541037"/>
              <a:ext cx="1977" cy="2126"/>
            </a:xfrm>
            <a:custGeom>
              <a:avLst/>
              <a:pathLst>
                <a:path w="1977" h="2126">
                  <a:moveTo>
                    <a:pt x="1703" y="1797"/>
                  </a:moveTo>
                  <a:lnTo>
                    <a:pt x="776" y="2126"/>
                  </a:lnTo>
                  <a:lnTo>
                    <a:pt x="333" y="2066"/>
                  </a:lnTo>
                  <a:lnTo>
                    <a:pt x="0" y="927"/>
                  </a:lnTo>
                  <a:lnTo>
                    <a:pt x="119" y="223"/>
                  </a:lnTo>
                  <a:lnTo>
                    <a:pt x="267" y="0"/>
                  </a:lnTo>
                  <a:lnTo>
                    <a:pt x="1845" y="277"/>
                  </a:lnTo>
                  <a:lnTo>
                    <a:pt x="1977" y="794"/>
                  </a:lnTo>
                  <a:lnTo>
                    <a:pt x="1954" y="128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g1260"/>
            <p:cNvSpPr/>
            <p:nvPr/>
          </p:nvSpPr>
          <p:spPr>
            <a:xfrm>
              <a:off x="4502746" y="2053770"/>
              <a:ext cx="8082" cy="22157"/>
            </a:xfrm>
            <a:custGeom>
              <a:avLst/>
              <a:pathLst>
                <a:path w="8082" h="22157">
                  <a:moveTo>
                    <a:pt x="4857" y="21564"/>
                  </a:moveTo>
                  <a:lnTo>
                    <a:pt x="4006" y="21850"/>
                  </a:lnTo>
                  <a:lnTo>
                    <a:pt x="3205" y="22157"/>
                  </a:lnTo>
                  <a:lnTo>
                    <a:pt x="2537" y="22149"/>
                  </a:lnTo>
                  <a:lnTo>
                    <a:pt x="2000" y="22028"/>
                  </a:lnTo>
                  <a:lnTo>
                    <a:pt x="1643" y="21732"/>
                  </a:lnTo>
                  <a:lnTo>
                    <a:pt x="956" y="20554"/>
                  </a:lnTo>
                  <a:lnTo>
                    <a:pt x="471" y="19025"/>
                  </a:lnTo>
                  <a:lnTo>
                    <a:pt x="769" y="18172"/>
                  </a:lnTo>
                  <a:lnTo>
                    <a:pt x="872" y="17639"/>
                  </a:lnTo>
                  <a:lnTo>
                    <a:pt x="215" y="13610"/>
                  </a:lnTo>
                  <a:lnTo>
                    <a:pt x="0" y="10516"/>
                  </a:lnTo>
                  <a:lnTo>
                    <a:pt x="78" y="9882"/>
                  </a:lnTo>
                  <a:lnTo>
                    <a:pt x="454" y="9152"/>
                  </a:lnTo>
                  <a:lnTo>
                    <a:pt x="1079" y="7539"/>
                  </a:lnTo>
                  <a:lnTo>
                    <a:pt x="1411" y="5986"/>
                  </a:lnTo>
                  <a:lnTo>
                    <a:pt x="2351" y="2396"/>
                  </a:lnTo>
                  <a:lnTo>
                    <a:pt x="3344" y="1014"/>
                  </a:lnTo>
                  <a:lnTo>
                    <a:pt x="4803" y="0"/>
                  </a:lnTo>
                  <a:lnTo>
                    <a:pt x="6002" y="1982"/>
                  </a:lnTo>
                  <a:lnTo>
                    <a:pt x="7459" y="3499"/>
                  </a:lnTo>
                  <a:lnTo>
                    <a:pt x="7735" y="5192"/>
                  </a:lnTo>
                  <a:lnTo>
                    <a:pt x="7307" y="6571"/>
                  </a:lnTo>
                  <a:lnTo>
                    <a:pt x="6913" y="8767"/>
                  </a:lnTo>
                  <a:lnTo>
                    <a:pt x="7149" y="9776"/>
                  </a:lnTo>
                  <a:lnTo>
                    <a:pt x="7236" y="10649"/>
                  </a:lnTo>
                  <a:lnTo>
                    <a:pt x="7633" y="12117"/>
                  </a:lnTo>
                  <a:lnTo>
                    <a:pt x="8016" y="14022"/>
                  </a:lnTo>
                  <a:lnTo>
                    <a:pt x="8082" y="15348"/>
                  </a:lnTo>
                  <a:lnTo>
                    <a:pt x="7874" y="16576"/>
                  </a:lnTo>
                  <a:lnTo>
                    <a:pt x="7368" y="17607"/>
                  </a:lnTo>
                  <a:lnTo>
                    <a:pt x="6370" y="20712"/>
                  </a:lnTo>
                  <a:lnTo>
                    <a:pt x="6072" y="2103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g1261"/>
            <p:cNvSpPr/>
            <p:nvPr/>
          </p:nvSpPr>
          <p:spPr>
            <a:xfrm>
              <a:off x="4214071" y="1745379"/>
              <a:ext cx="89537" cy="64058"/>
            </a:xfrm>
            <a:custGeom>
              <a:avLst/>
              <a:pathLst>
                <a:path w="89537" h="64058">
                  <a:moveTo>
                    <a:pt x="75409" y="39235"/>
                  </a:moveTo>
                  <a:lnTo>
                    <a:pt x="76404" y="40677"/>
                  </a:lnTo>
                  <a:lnTo>
                    <a:pt x="77668" y="41443"/>
                  </a:lnTo>
                  <a:lnTo>
                    <a:pt x="80596" y="42252"/>
                  </a:lnTo>
                  <a:lnTo>
                    <a:pt x="80856" y="42157"/>
                  </a:lnTo>
                  <a:lnTo>
                    <a:pt x="80886" y="42005"/>
                  </a:lnTo>
                  <a:lnTo>
                    <a:pt x="80682" y="41795"/>
                  </a:lnTo>
                  <a:lnTo>
                    <a:pt x="80651" y="41526"/>
                  </a:lnTo>
                  <a:lnTo>
                    <a:pt x="80794" y="41196"/>
                  </a:lnTo>
                  <a:lnTo>
                    <a:pt x="81197" y="41179"/>
                  </a:lnTo>
                  <a:lnTo>
                    <a:pt x="81859" y="41474"/>
                  </a:lnTo>
                  <a:lnTo>
                    <a:pt x="83119" y="41047"/>
                  </a:lnTo>
                  <a:lnTo>
                    <a:pt x="84974" y="39898"/>
                  </a:lnTo>
                  <a:lnTo>
                    <a:pt x="86679" y="39664"/>
                  </a:lnTo>
                  <a:lnTo>
                    <a:pt x="88230" y="40346"/>
                  </a:lnTo>
                  <a:lnTo>
                    <a:pt x="89027" y="41140"/>
                  </a:lnTo>
                  <a:lnTo>
                    <a:pt x="89537" y="41893"/>
                  </a:lnTo>
                  <a:lnTo>
                    <a:pt x="89378" y="42823"/>
                  </a:lnTo>
                  <a:lnTo>
                    <a:pt x="89279" y="43403"/>
                  </a:lnTo>
                  <a:lnTo>
                    <a:pt x="88870" y="45802"/>
                  </a:lnTo>
                  <a:lnTo>
                    <a:pt x="88587" y="46697"/>
                  </a:lnTo>
                  <a:lnTo>
                    <a:pt x="88134" y="47702"/>
                  </a:lnTo>
                  <a:lnTo>
                    <a:pt x="83316" y="48899"/>
                  </a:lnTo>
                  <a:lnTo>
                    <a:pt x="83626" y="48324"/>
                  </a:lnTo>
                  <a:lnTo>
                    <a:pt x="83513" y="47315"/>
                  </a:lnTo>
                  <a:lnTo>
                    <a:pt x="83311" y="46555"/>
                  </a:lnTo>
                  <a:lnTo>
                    <a:pt x="83761" y="45866"/>
                  </a:lnTo>
                  <a:lnTo>
                    <a:pt x="82676" y="45617"/>
                  </a:lnTo>
                  <a:lnTo>
                    <a:pt x="82202" y="45995"/>
                  </a:lnTo>
                  <a:lnTo>
                    <a:pt x="81833" y="46653"/>
                  </a:lnTo>
                  <a:lnTo>
                    <a:pt x="82161" y="48168"/>
                  </a:lnTo>
                  <a:lnTo>
                    <a:pt x="81633" y="49006"/>
                  </a:lnTo>
                  <a:lnTo>
                    <a:pt x="81431" y="49475"/>
                  </a:lnTo>
                  <a:lnTo>
                    <a:pt x="81407" y="50583"/>
                  </a:lnTo>
                  <a:lnTo>
                    <a:pt x="81095" y="51063"/>
                  </a:lnTo>
                  <a:lnTo>
                    <a:pt x="81034" y="51585"/>
                  </a:lnTo>
                  <a:lnTo>
                    <a:pt x="81801" y="51449"/>
                  </a:lnTo>
                  <a:lnTo>
                    <a:pt x="81457" y="52407"/>
                  </a:lnTo>
                  <a:lnTo>
                    <a:pt x="80014" y="54246"/>
                  </a:lnTo>
                  <a:lnTo>
                    <a:pt x="79504" y="55342"/>
                  </a:lnTo>
                  <a:lnTo>
                    <a:pt x="79629" y="59691"/>
                  </a:lnTo>
                  <a:lnTo>
                    <a:pt x="78987" y="62292"/>
                  </a:lnTo>
                  <a:lnTo>
                    <a:pt x="78936" y="63061"/>
                  </a:lnTo>
                  <a:lnTo>
                    <a:pt x="77404" y="63086"/>
                  </a:lnTo>
                  <a:lnTo>
                    <a:pt x="76948" y="63026"/>
                  </a:lnTo>
                  <a:lnTo>
                    <a:pt x="75498" y="62634"/>
                  </a:lnTo>
                  <a:lnTo>
                    <a:pt x="73871" y="61943"/>
                  </a:lnTo>
                  <a:lnTo>
                    <a:pt x="72915" y="60601"/>
                  </a:lnTo>
                  <a:lnTo>
                    <a:pt x="72304" y="59642"/>
                  </a:lnTo>
                  <a:lnTo>
                    <a:pt x="70925" y="60076"/>
                  </a:lnTo>
                  <a:lnTo>
                    <a:pt x="70662" y="59960"/>
                  </a:lnTo>
                  <a:lnTo>
                    <a:pt x="70285" y="59497"/>
                  </a:lnTo>
                  <a:lnTo>
                    <a:pt x="69245" y="59186"/>
                  </a:lnTo>
                  <a:lnTo>
                    <a:pt x="67962" y="59180"/>
                  </a:lnTo>
                  <a:lnTo>
                    <a:pt x="65079" y="57428"/>
                  </a:lnTo>
                  <a:lnTo>
                    <a:pt x="64760" y="57131"/>
                  </a:lnTo>
                  <a:lnTo>
                    <a:pt x="62497" y="57427"/>
                  </a:lnTo>
                  <a:lnTo>
                    <a:pt x="59106" y="58295"/>
                  </a:lnTo>
                  <a:lnTo>
                    <a:pt x="56519" y="59364"/>
                  </a:lnTo>
                  <a:lnTo>
                    <a:pt x="53847" y="61271"/>
                  </a:lnTo>
                  <a:lnTo>
                    <a:pt x="52763" y="62718"/>
                  </a:lnTo>
                  <a:lnTo>
                    <a:pt x="51507" y="63486"/>
                  </a:lnTo>
                  <a:lnTo>
                    <a:pt x="49719" y="64058"/>
                  </a:lnTo>
                  <a:lnTo>
                    <a:pt x="46527" y="63841"/>
                  </a:lnTo>
                  <a:lnTo>
                    <a:pt x="43201" y="63114"/>
                  </a:lnTo>
                  <a:lnTo>
                    <a:pt x="39629" y="62334"/>
                  </a:lnTo>
                  <a:lnTo>
                    <a:pt x="37700" y="62765"/>
                  </a:lnTo>
                  <a:lnTo>
                    <a:pt x="35089" y="62441"/>
                  </a:lnTo>
                  <a:lnTo>
                    <a:pt x="31152" y="61508"/>
                  </a:lnTo>
                  <a:lnTo>
                    <a:pt x="28219" y="61225"/>
                  </a:lnTo>
                  <a:lnTo>
                    <a:pt x="25328" y="61775"/>
                  </a:lnTo>
                  <a:lnTo>
                    <a:pt x="24842" y="61355"/>
                  </a:lnTo>
                  <a:lnTo>
                    <a:pt x="24736" y="60874"/>
                  </a:lnTo>
                  <a:lnTo>
                    <a:pt x="24848" y="60193"/>
                  </a:lnTo>
                  <a:lnTo>
                    <a:pt x="25255" y="59644"/>
                  </a:lnTo>
                  <a:lnTo>
                    <a:pt x="25956" y="59229"/>
                  </a:lnTo>
                  <a:lnTo>
                    <a:pt x="26325" y="58807"/>
                  </a:lnTo>
                  <a:lnTo>
                    <a:pt x="26364" y="58378"/>
                  </a:lnTo>
                  <a:lnTo>
                    <a:pt x="25578" y="57691"/>
                  </a:lnTo>
                  <a:lnTo>
                    <a:pt x="23967" y="56743"/>
                  </a:lnTo>
                  <a:lnTo>
                    <a:pt x="23304" y="56149"/>
                  </a:lnTo>
                  <a:lnTo>
                    <a:pt x="23142" y="56003"/>
                  </a:lnTo>
                  <a:lnTo>
                    <a:pt x="23098" y="55470"/>
                  </a:lnTo>
                  <a:lnTo>
                    <a:pt x="22764" y="55052"/>
                  </a:lnTo>
                  <a:lnTo>
                    <a:pt x="22138" y="54747"/>
                  </a:lnTo>
                  <a:lnTo>
                    <a:pt x="21654" y="54194"/>
                  </a:lnTo>
                  <a:lnTo>
                    <a:pt x="21312" y="53392"/>
                  </a:lnTo>
                  <a:lnTo>
                    <a:pt x="21386" y="52637"/>
                  </a:lnTo>
                  <a:lnTo>
                    <a:pt x="21875" y="51929"/>
                  </a:lnTo>
                  <a:lnTo>
                    <a:pt x="22500" y="51622"/>
                  </a:lnTo>
                  <a:lnTo>
                    <a:pt x="23263" y="51718"/>
                  </a:lnTo>
                  <a:lnTo>
                    <a:pt x="23581" y="51517"/>
                  </a:lnTo>
                  <a:lnTo>
                    <a:pt x="23454" y="51020"/>
                  </a:lnTo>
                  <a:lnTo>
                    <a:pt x="22708" y="50386"/>
                  </a:lnTo>
                  <a:lnTo>
                    <a:pt x="21342" y="49615"/>
                  </a:lnTo>
                  <a:lnTo>
                    <a:pt x="19951" y="50035"/>
                  </a:lnTo>
                  <a:lnTo>
                    <a:pt x="18535" y="51646"/>
                  </a:lnTo>
                  <a:lnTo>
                    <a:pt x="17514" y="51907"/>
                  </a:lnTo>
                  <a:lnTo>
                    <a:pt x="16889" y="50820"/>
                  </a:lnTo>
                  <a:lnTo>
                    <a:pt x="15775" y="50175"/>
                  </a:lnTo>
                  <a:lnTo>
                    <a:pt x="14176" y="49972"/>
                  </a:lnTo>
                  <a:lnTo>
                    <a:pt x="13191" y="49557"/>
                  </a:lnTo>
                  <a:lnTo>
                    <a:pt x="12821" y="48929"/>
                  </a:lnTo>
                  <a:lnTo>
                    <a:pt x="12122" y="48446"/>
                  </a:lnTo>
                  <a:lnTo>
                    <a:pt x="10579" y="47936"/>
                  </a:lnTo>
                  <a:lnTo>
                    <a:pt x="10559" y="47445"/>
                  </a:lnTo>
                  <a:lnTo>
                    <a:pt x="10809" y="47330"/>
                  </a:lnTo>
                  <a:lnTo>
                    <a:pt x="11356" y="47284"/>
                  </a:lnTo>
                  <a:lnTo>
                    <a:pt x="12092" y="47181"/>
                  </a:lnTo>
                  <a:lnTo>
                    <a:pt x="12209" y="46903"/>
                  </a:lnTo>
                  <a:lnTo>
                    <a:pt x="12217" y="46650"/>
                  </a:lnTo>
                  <a:lnTo>
                    <a:pt x="11638" y="46327"/>
                  </a:lnTo>
                  <a:lnTo>
                    <a:pt x="11051" y="46108"/>
                  </a:lnTo>
                  <a:lnTo>
                    <a:pt x="10746" y="45889"/>
                  </a:lnTo>
                  <a:lnTo>
                    <a:pt x="10551" y="45647"/>
                  </a:lnTo>
                  <a:lnTo>
                    <a:pt x="10512" y="45393"/>
                  </a:lnTo>
                  <a:lnTo>
                    <a:pt x="10684" y="45220"/>
                  </a:lnTo>
                  <a:lnTo>
                    <a:pt x="10918" y="45208"/>
                  </a:lnTo>
                  <a:lnTo>
                    <a:pt x="11153" y="45058"/>
                  </a:lnTo>
                  <a:lnTo>
                    <a:pt x="11283" y="44470"/>
                  </a:lnTo>
                  <a:lnTo>
                    <a:pt x="11599" y="43986"/>
                  </a:lnTo>
                  <a:lnTo>
                    <a:pt x="11826" y="43813"/>
                  </a:lnTo>
                  <a:lnTo>
                    <a:pt x="11811" y="43455"/>
                  </a:lnTo>
                  <a:lnTo>
                    <a:pt x="11576" y="43121"/>
                  </a:lnTo>
                  <a:lnTo>
                    <a:pt x="11255" y="42833"/>
                  </a:lnTo>
                  <a:lnTo>
                    <a:pt x="10784" y="42658"/>
                  </a:lnTo>
                  <a:lnTo>
                    <a:pt x="9315" y="42152"/>
                  </a:lnTo>
                  <a:lnTo>
                    <a:pt x="8572" y="41449"/>
                  </a:lnTo>
                  <a:lnTo>
                    <a:pt x="8118" y="41424"/>
                  </a:lnTo>
                  <a:lnTo>
                    <a:pt x="7398" y="41033"/>
                  </a:lnTo>
                  <a:lnTo>
                    <a:pt x="6622" y="40423"/>
                  </a:lnTo>
                  <a:lnTo>
                    <a:pt x="5950" y="39555"/>
                  </a:lnTo>
                  <a:lnTo>
                    <a:pt x="5224" y="38992"/>
                  </a:lnTo>
                  <a:lnTo>
                    <a:pt x="5037" y="38761"/>
                  </a:lnTo>
                  <a:lnTo>
                    <a:pt x="5020" y="38543"/>
                  </a:lnTo>
                  <a:lnTo>
                    <a:pt x="5153" y="38300"/>
                  </a:lnTo>
                  <a:lnTo>
                    <a:pt x="5148" y="38035"/>
                  </a:lnTo>
                  <a:lnTo>
                    <a:pt x="4957" y="37185"/>
                  </a:lnTo>
                  <a:lnTo>
                    <a:pt x="5085" y="36284"/>
                  </a:lnTo>
                  <a:lnTo>
                    <a:pt x="5051" y="35441"/>
                  </a:lnTo>
                  <a:lnTo>
                    <a:pt x="5044" y="35060"/>
                  </a:lnTo>
                  <a:lnTo>
                    <a:pt x="4904" y="34944"/>
                  </a:lnTo>
                  <a:lnTo>
                    <a:pt x="4778" y="35071"/>
                  </a:lnTo>
                  <a:lnTo>
                    <a:pt x="4598" y="35233"/>
                  </a:lnTo>
                  <a:lnTo>
                    <a:pt x="4422" y="35263"/>
                  </a:lnTo>
                  <a:lnTo>
                    <a:pt x="3887" y="34647"/>
                  </a:lnTo>
                  <a:lnTo>
                    <a:pt x="3210" y="33391"/>
                  </a:lnTo>
                  <a:lnTo>
                    <a:pt x="2751" y="32972"/>
                  </a:lnTo>
                  <a:lnTo>
                    <a:pt x="1856" y="32396"/>
                  </a:lnTo>
                  <a:lnTo>
                    <a:pt x="1104" y="31912"/>
                  </a:lnTo>
                  <a:lnTo>
                    <a:pt x="563" y="30863"/>
                  </a:lnTo>
                  <a:lnTo>
                    <a:pt x="0" y="30056"/>
                  </a:lnTo>
                  <a:lnTo>
                    <a:pt x="370" y="29715"/>
                  </a:lnTo>
                  <a:lnTo>
                    <a:pt x="2519" y="29242"/>
                  </a:lnTo>
                  <a:lnTo>
                    <a:pt x="3518" y="29708"/>
                  </a:lnTo>
                  <a:lnTo>
                    <a:pt x="3966" y="29539"/>
                  </a:lnTo>
                  <a:lnTo>
                    <a:pt x="4405" y="29160"/>
                  </a:lnTo>
                  <a:lnTo>
                    <a:pt x="4644" y="28858"/>
                  </a:lnTo>
                  <a:lnTo>
                    <a:pt x="4688" y="28537"/>
                  </a:lnTo>
                  <a:lnTo>
                    <a:pt x="4905" y="28136"/>
                  </a:lnTo>
                  <a:lnTo>
                    <a:pt x="5631" y="27948"/>
                  </a:lnTo>
                  <a:lnTo>
                    <a:pt x="7550" y="28192"/>
                  </a:lnTo>
                  <a:lnTo>
                    <a:pt x="8324" y="27631"/>
                  </a:lnTo>
                  <a:lnTo>
                    <a:pt x="8610" y="27325"/>
                  </a:lnTo>
                  <a:lnTo>
                    <a:pt x="8785" y="26651"/>
                  </a:lnTo>
                  <a:lnTo>
                    <a:pt x="8987" y="26109"/>
                  </a:lnTo>
                  <a:lnTo>
                    <a:pt x="9676" y="25819"/>
                  </a:lnTo>
                  <a:lnTo>
                    <a:pt x="9664" y="25325"/>
                  </a:lnTo>
                  <a:lnTo>
                    <a:pt x="9559" y="24786"/>
                  </a:lnTo>
                  <a:lnTo>
                    <a:pt x="9959" y="23586"/>
                  </a:lnTo>
                  <a:lnTo>
                    <a:pt x="10202" y="23092"/>
                  </a:lnTo>
                  <a:lnTo>
                    <a:pt x="10591" y="22912"/>
                  </a:lnTo>
                  <a:lnTo>
                    <a:pt x="11061" y="22534"/>
                  </a:lnTo>
                  <a:lnTo>
                    <a:pt x="11875" y="21747"/>
                  </a:lnTo>
                  <a:lnTo>
                    <a:pt x="11686" y="21062"/>
                  </a:lnTo>
                  <a:lnTo>
                    <a:pt x="11850" y="20555"/>
                  </a:lnTo>
                  <a:lnTo>
                    <a:pt x="12700" y="19319"/>
                  </a:lnTo>
                  <a:lnTo>
                    <a:pt x="13347" y="18128"/>
                  </a:lnTo>
                  <a:lnTo>
                    <a:pt x="13336" y="17531"/>
                  </a:lnTo>
                  <a:lnTo>
                    <a:pt x="13430" y="17010"/>
                  </a:lnTo>
                  <a:lnTo>
                    <a:pt x="14001" y="16439"/>
                  </a:lnTo>
                  <a:lnTo>
                    <a:pt x="14604" y="15696"/>
                  </a:lnTo>
                  <a:lnTo>
                    <a:pt x="15397" y="13374"/>
                  </a:lnTo>
                  <a:lnTo>
                    <a:pt x="15680" y="12984"/>
                  </a:lnTo>
                  <a:lnTo>
                    <a:pt x="16201" y="12542"/>
                  </a:lnTo>
                  <a:lnTo>
                    <a:pt x="16589" y="12103"/>
                  </a:lnTo>
                  <a:lnTo>
                    <a:pt x="16631" y="10578"/>
                  </a:lnTo>
                  <a:lnTo>
                    <a:pt x="16993" y="10138"/>
                  </a:lnTo>
                  <a:lnTo>
                    <a:pt x="17692" y="9644"/>
                  </a:lnTo>
                  <a:lnTo>
                    <a:pt x="18384" y="8848"/>
                  </a:lnTo>
                  <a:lnTo>
                    <a:pt x="18948" y="7909"/>
                  </a:lnTo>
                  <a:lnTo>
                    <a:pt x="19383" y="7471"/>
                  </a:lnTo>
                  <a:lnTo>
                    <a:pt x="19959" y="7353"/>
                  </a:lnTo>
                  <a:lnTo>
                    <a:pt x="20583" y="6985"/>
                  </a:lnTo>
                  <a:lnTo>
                    <a:pt x="21283" y="6847"/>
                  </a:lnTo>
                  <a:lnTo>
                    <a:pt x="21959" y="7028"/>
                  </a:lnTo>
                  <a:lnTo>
                    <a:pt x="22389" y="6934"/>
                  </a:lnTo>
                  <a:lnTo>
                    <a:pt x="23036" y="6478"/>
                  </a:lnTo>
                  <a:lnTo>
                    <a:pt x="24692" y="4755"/>
                  </a:lnTo>
                  <a:lnTo>
                    <a:pt x="24927" y="4410"/>
                  </a:lnTo>
                  <a:lnTo>
                    <a:pt x="25270" y="4173"/>
                  </a:lnTo>
                  <a:lnTo>
                    <a:pt x="26613" y="3583"/>
                  </a:lnTo>
                  <a:lnTo>
                    <a:pt x="26954" y="2989"/>
                  </a:lnTo>
                  <a:lnTo>
                    <a:pt x="27414" y="2455"/>
                  </a:lnTo>
                  <a:lnTo>
                    <a:pt x="28011" y="2496"/>
                  </a:lnTo>
                  <a:lnTo>
                    <a:pt x="29956" y="3814"/>
                  </a:lnTo>
                  <a:lnTo>
                    <a:pt x="32042" y="3732"/>
                  </a:lnTo>
                  <a:lnTo>
                    <a:pt x="32547" y="3809"/>
                  </a:lnTo>
                  <a:lnTo>
                    <a:pt x="32802" y="3917"/>
                  </a:lnTo>
                  <a:lnTo>
                    <a:pt x="35573" y="4570"/>
                  </a:lnTo>
                  <a:lnTo>
                    <a:pt x="36121" y="4445"/>
                  </a:lnTo>
                  <a:lnTo>
                    <a:pt x="37237" y="4985"/>
                  </a:lnTo>
                  <a:lnTo>
                    <a:pt x="38222" y="4913"/>
                  </a:lnTo>
                  <a:lnTo>
                    <a:pt x="39159" y="4539"/>
                  </a:lnTo>
                  <a:lnTo>
                    <a:pt x="40135" y="4412"/>
                  </a:lnTo>
                  <a:lnTo>
                    <a:pt x="41032" y="4636"/>
                  </a:lnTo>
                  <a:lnTo>
                    <a:pt x="41714" y="5397"/>
                  </a:lnTo>
                  <a:lnTo>
                    <a:pt x="43482" y="7010"/>
                  </a:lnTo>
                  <a:lnTo>
                    <a:pt x="44007" y="7611"/>
                  </a:lnTo>
                  <a:lnTo>
                    <a:pt x="44818" y="7522"/>
                  </a:lnTo>
                  <a:lnTo>
                    <a:pt x="45714" y="7221"/>
                  </a:lnTo>
                  <a:lnTo>
                    <a:pt x="46621" y="6142"/>
                  </a:lnTo>
                  <a:lnTo>
                    <a:pt x="49408" y="4919"/>
                  </a:lnTo>
                  <a:lnTo>
                    <a:pt x="51537" y="4616"/>
                  </a:lnTo>
                  <a:lnTo>
                    <a:pt x="53613" y="4127"/>
                  </a:lnTo>
                  <a:lnTo>
                    <a:pt x="56016" y="3779"/>
                  </a:lnTo>
                  <a:lnTo>
                    <a:pt x="56712" y="2777"/>
                  </a:lnTo>
                  <a:lnTo>
                    <a:pt x="57097" y="2095"/>
                  </a:lnTo>
                  <a:lnTo>
                    <a:pt x="57369" y="832"/>
                  </a:lnTo>
                  <a:lnTo>
                    <a:pt x="58662" y="467"/>
                  </a:lnTo>
                  <a:lnTo>
                    <a:pt x="59893" y="209"/>
                  </a:lnTo>
                  <a:lnTo>
                    <a:pt x="60332" y="50"/>
                  </a:lnTo>
                  <a:lnTo>
                    <a:pt x="61230" y="0"/>
                  </a:lnTo>
                  <a:lnTo>
                    <a:pt x="61925" y="106"/>
                  </a:lnTo>
                  <a:lnTo>
                    <a:pt x="63001" y="730"/>
                  </a:lnTo>
                  <a:lnTo>
                    <a:pt x="63756" y="1512"/>
                  </a:lnTo>
                  <a:lnTo>
                    <a:pt x="64053" y="2133"/>
                  </a:lnTo>
                  <a:lnTo>
                    <a:pt x="64698" y="3010"/>
                  </a:lnTo>
                  <a:lnTo>
                    <a:pt x="65376" y="4242"/>
                  </a:lnTo>
                  <a:lnTo>
                    <a:pt x="66122" y="5882"/>
                  </a:lnTo>
                  <a:lnTo>
                    <a:pt x="66285" y="6712"/>
                  </a:lnTo>
                  <a:lnTo>
                    <a:pt x="66567" y="7608"/>
                  </a:lnTo>
                  <a:lnTo>
                    <a:pt x="67125" y="8699"/>
                  </a:lnTo>
                  <a:lnTo>
                    <a:pt x="68188" y="9907"/>
                  </a:lnTo>
                  <a:lnTo>
                    <a:pt x="68335" y="10137"/>
                  </a:lnTo>
                  <a:lnTo>
                    <a:pt x="68818" y="10988"/>
                  </a:lnTo>
                  <a:lnTo>
                    <a:pt x="69747" y="12873"/>
                  </a:lnTo>
                  <a:lnTo>
                    <a:pt x="70524" y="13627"/>
                  </a:lnTo>
                  <a:lnTo>
                    <a:pt x="71203" y="14448"/>
                  </a:lnTo>
                  <a:lnTo>
                    <a:pt x="71528" y="15275"/>
                  </a:lnTo>
                  <a:lnTo>
                    <a:pt x="72015" y="16025"/>
                  </a:lnTo>
                  <a:lnTo>
                    <a:pt x="73154" y="17020"/>
                  </a:lnTo>
                  <a:lnTo>
                    <a:pt x="74077" y="17923"/>
                  </a:lnTo>
                  <a:lnTo>
                    <a:pt x="74817" y="20522"/>
                  </a:lnTo>
                  <a:lnTo>
                    <a:pt x="75335" y="21717"/>
                  </a:lnTo>
                  <a:lnTo>
                    <a:pt x="75664" y="22632"/>
                  </a:lnTo>
                  <a:lnTo>
                    <a:pt x="75505" y="24484"/>
                  </a:lnTo>
                  <a:lnTo>
                    <a:pt x="75710" y="25276"/>
                  </a:lnTo>
                  <a:lnTo>
                    <a:pt x="75287" y="26722"/>
                  </a:lnTo>
                  <a:lnTo>
                    <a:pt x="74526" y="29636"/>
                  </a:lnTo>
                  <a:lnTo>
                    <a:pt x="74342" y="31952"/>
                  </a:lnTo>
                  <a:lnTo>
                    <a:pt x="74473" y="33201"/>
                  </a:lnTo>
                  <a:lnTo>
                    <a:pt x="74491" y="34004"/>
                  </a:lnTo>
                  <a:lnTo>
                    <a:pt x="74675" y="34515"/>
                  </a:lnTo>
                  <a:lnTo>
                    <a:pt x="74877" y="35572"/>
                  </a:lnTo>
                  <a:lnTo>
                    <a:pt x="74910" y="36492"/>
                  </a:lnTo>
                  <a:lnTo>
                    <a:pt x="74636" y="36755"/>
                  </a:lnTo>
                  <a:lnTo>
                    <a:pt x="74253" y="36972"/>
                  </a:lnTo>
                  <a:lnTo>
                    <a:pt x="74105" y="37164"/>
                  </a:lnTo>
                  <a:lnTo>
                    <a:pt x="74457" y="37580"/>
                  </a:lnTo>
                  <a:lnTo>
                    <a:pt x="74936" y="3835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g1262"/>
            <p:cNvSpPr/>
            <p:nvPr/>
          </p:nvSpPr>
          <p:spPr>
            <a:xfrm>
              <a:off x="5404110" y="1812654"/>
              <a:ext cx="688" cy="461"/>
            </a:xfrm>
            <a:custGeom>
              <a:avLst/>
              <a:pathLst>
                <a:path w="688" h="461">
                  <a:moveTo>
                    <a:pt x="40" y="461"/>
                  </a:moveTo>
                  <a:lnTo>
                    <a:pt x="0" y="276"/>
                  </a:lnTo>
                  <a:lnTo>
                    <a:pt x="197" y="91"/>
                  </a:lnTo>
                  <a:lnTo>
                    <a:pt x="688" y="0"/>
                  </a:lnTo>
                  <a:lnTo>
                    <a:pt x="551" y="153"/>
                  </a:lnTo>
                  <a:lnTo>
                    <a:pt x="396" y="26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g1263"/>
            <p:cNvSpPr/>
            <p:nvPr/>
          </p:nvSpPr>
          <p:spPr>
            <a:xfrm>
              <a:off x="5402724" y="1812384"/>
              <a:ext cx="563" cy="553"/>
            </a:xfrm>
            <a:custGeom>
              <a:avLst/>
              <a:pathLst>
                <a:path w="563" h="553">
                  <a:moveTo>
                    <a:pt x="0" y="0"/>
                  </a:moveTo>
                  <a:lnTo>
                    <a:pt x="132" y="69"/>
                  </a:lnTo>
                  <a:lnTo>
                    <a:pt x="305" y="57"/>
                  </a:lnTo>
                  <a:lnTo>
                    <a:pt x="469" y="34"/>
                  </a:lnTo>
                  <a:lnTo>
                    <a:pt x="563" y="196"/>
                  </a:lnTo>
                  <a:lnTo>
                    <a:pt x="469" y="472"/>
                  </a:lnTo>
                  <a:lnTo>
                    <a:pt x="117" y="553"/>
                  </a:lnTo>
                  <a:lnTo>
                    <a:pt x="47" y="36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g1264"/>
            <p:cNvSpPr/>
            <p:nvPr/>
          </p:nvSpPr>
          <p:spPr>
            <a:xfrm>
              <a:off x="5406529" y="1809702"/>
              <a:ext cx="710" cy="445"/>
            </a:xfrm>
            <a:custGeom>
              <a:avLst/>
              <a:pathLst>
                <a:path w="710" h="445">
                  <a:moveTo>
                    <a:pt x="710" y="369"/>
                  </a:moveTo>
                  <a:lnTo>
                    <a:pt x="460" y="445"/>
                  </a:lnTo>
                  <a:lnTo>
                    <a:pt x="42" y="369"/>
                  </a:lnTo>
                  <a:lnTo>
                    <a:pt x="0" y="184"/>
                  </a:lnTo>
                  <a:lnTo>
                    <a:pt x="250" y="0"/>
                  </a:lnTo>
                  <a:lnTo>
                    <a:pt x="469" y="61"/>
                  </a:lnTo>
                  <a:lnTo>
                    <a:pt x="625" y="10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g1265"/>
            <p:cNvSpPr/>
            <p:nvPr/>
          </p:nvSpPr>
          <p:spPr>
            <a:xfrm>
              <a:off x="5409602" y="1806792"/>
              <a:ext cx="2747" cy="2010"/>
            </a:xfrm>
            <a:custGeom>
              <a:avLst/>
              <a:pathLst>
                <a:path w="2747" h="2010">
                  <a:moveTo>
                    <a:pt x="996" y="1627"/>
                  </a:moveTo>
                  <a:lnTo>
                    <a:pt x="704" y="2010"/>
                  </a:lnTo>
                  <a:lnTo>
                    <a:pt x="0" y="1673"/>
                  </a:lnTo>
                  <a:lnTo>
                    <a:pt x="46" y="885"/>
                  </a:lnTo>
                  <a:lnTo>
                    <a:pt x="126" y="662"/>
                  </a:lnTo>
                  <a:lnTo>
                    <a:pt x="2043" y="0"/>
                  </a:lnTo>
                  <a:lnTo>
                    <a:pt x="2606" y="437"/>
                  </a:lnTo>
                  <a:lnTo>
                    <a:pt x="2747" y="78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g1266"/>
            <p:cNvSpPr/>
            <p:nvPr/>
          </p:nvSpPr>
          <p:spPr>
            <a:xfrm>
              <a:off x="5398416" y="1797870"/>
              <a:ext cx="10800" cy="11654"/>
            </a:xfrm>
            <a:custGeom>
              <a:avLst/>
              <a:pathLst>
                <a:path w="10800" h="11654">
                  <a:moveTo>
                    <a:pt x="7392" y="34"/>
                  </a:moveTo>
                  <a:lnTo>
                    <a:pt x="8796" y="1053"/>
                  </a:lnTo>
                  <a:lnTo>
                    <a:pt x="10800" y="832"/>
                  </a:lnTo>
                  <a:lnTo>
                    <a:pt x="10312" y="1750"/>
                  </a:lnTo>
                  <a:lnTo>
                    <a:pt x="9558" y="1736"/>
                  </a:lnTo>
                  <a:lnTo>
                    <a:pt x="8230" y="3057"/>
                  </a:lnTo>
                  <a:lnTo>
                    <a:pt x="7064" y="3228"/>
                  </a:lnTo>
                  <a:lnTo>
                    <a:pt x="6491" y="3545"/>
                  </a:lnTo>
                  <a:lnTo>
                    <a:pt x="4615" y="5529"/>
                  </a:lnTo>
                  <a:lnTo>
                    <a:pt x="4362" y="6309"/>
                  </a:lnTo>
                  <a:lnTo>
                    <a:pt x="3224" y="7802"/>
                  </a:lnTo>
                  <a:lnTo>
                    <a:pt x="1519" y="9136"/>
                  </a:lnTo>
                  <a:lnTo>
                    <a:pt x="1226" y="11654"/>
                  </a:lnTo>
                  <a:lnTo>
                    <a:pt x="123" y="10643"/>
                  </a:lnTo>
                  <a:lnTo>
                    <a:pt x="0" y="9621"/>
                  </a:lnTo>
                  <a:lnTo>
                    <a:pt x="336" y="8776"/>
                  </a:lnTo>
                  <a:lnTo>
                    <a:pt x="2271" y="6988"/>
                  </a:lnTo>
                  <a:lnTo>
                    <a:pt x="3047" y="5978"/>
                  </a:lnTo>
                  <a:lnTo>
                    <a:pt x="3284" y="5176"/>
                  </a:lnTo>
                  <a:lnTo>
                    <a:pt x="4028" y="4283"/>
                  </a:lnTo>
                  <a:lnTo>
                    <a:pt x="4390" y="3508"/>
                  </a:lnTo>
                  <a:lnTo>
                    <a:pt x="4865" y="3172"/>
                  </a:lnTo>
                  <a:lnTo>
                    <a:pt x="6489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g1267"/>
            <p:cNvSpPr/>
            <p:nvPr/>
          </p:nvSpPr>
          <p:spPr>
            <a:xfrm>
              <a:off x="5412335" y="1783555"/>
              <a:ext cx="18350" cy="15651"/>
            </a:xfrm>
            <a:custGeom>
              <a:avLst/>
              <a:pathLst>
                <a:path w="18350" h="15651">
                  <a:moveTo>
                    <a:pt x="16102" y="2912"/>
                  </a:moveTo>
                  <a:lnTo>
                    <a:pt x="14353" y="3895"/>
                  </a:lnTo>
                  <a:lnTo>
                    <a:pt x="12912" y="4318"/>
                  </a:lnTo>
                  <a:lnTo>
                    <a:pt x="10480" y="6364"/>
                  </a:lnTo>
                  <a:lnTo>
                    <a:pt x="9615" y="7477"/>
                  </a:lnTo>
                  <a:lnTo>
                    <a:pt x="8388" y="7920"/>
                  </a:lnTo>
                  <a:lnTo>
                    <a:pt x="7193" y="7661"/>
                  </a:lnTo>
                  <a:lnTo>
                    <a:pt x="6853" y="8114"/>
                  </a:lnTo>
                  <a:lnTo>
                    <a:pt x="6737" y="8925"/>
                  </a:lnTo>
                  <a:lnTo>
                    <a:pt x="6297" y="9636"/>
                  </a:lnTo>
                  <a:lnTo>
                    <a:pt x="3904" y="11839"/>
                  </a:lnTo>
                  <a:lnTo>
                    <a:pt x="2932" y="13569"/>
                  </a:lnTo>
                  <a:lnTo>
                    <a:pt x="1901" y="13881"/>
                  </a:lnTo>
                  <a:lnTo>
                    <a:pt x="0" y="15651"/>
                  </a:lnTo>
                  <a:lnTo>
                    <a:pt x="340" y="14134"/>
                  </a:lnTo>
                  <a:lnTo>
                    <a:pt x="726" y="13400"/>
                  </a:lnTo>
                  <a:lnTo>
                    <a:pt x="2303" y="12038"/>
                  </a:lnTo>
                  <a:lnTo>
                    <a:pt x="2434" y="10603"/>
                  </a:lnTo>
                  <a:lnTo>
                    <a:pt x="3302" y="9350"/>
                  </a:lnTo>
                  <a:lnTo>
                    <a:pt x="5042" y="8107"/>
                  </a:lnTo>
                  <a:lnTo>
                    <a:pt x="6247" y="6472"/>
                  </a:lnTo>
                  <a:lnTo>
                    <a:pt x="7194" y="6045"/>
                  </a:lnTo>
                  <a:lnTo>
                    <a:pt x="8249" y="4682"/>
                  </a:lnTo>
                  <a:lnTo>
                    <a:pt x="9348" y="4196"/>
                  </a:lnTo>
                  <a:lnTo>
                    <a:pt x="9226" y="3154"/>
                  </a:lnTo>
                  <a:lnTo>
                    <a:pt x="9712" y="1996"/>
                  </a:lnTo>
                  <a:lnTo>
                    <a:pt x="10095" y="2074"/>
                  </a:lnTo>
                  <a:lnTo>
                    <a:pt x="10961" y="3687"/>
                  </a:lnTo>
                  <a:lnTo>
                    <a:pt x="11661" y="3741"/>
                  </a:lnTo>
                  <a:lnTo>
                    <a:pt x="13498" y="3403"/>
                  </a:lnTo>
                  <a:lnTo>
                    <a:pt x="16223" y="582"/>
                  </a:lnTo>
                  <a:lnTo>
                    <a:pt x="17116" y="81"/>
                  </a:lnTo>
                  <a:lnTo>
                    <a:pt x="17740" y="0"/>
                  </a:lnTo>
                  <a:lnTo>
                    <a:pt x="18115" y="229"/>
                  </a:lnTo>
                  <a:lnTo>
                    <a:pt x="18247" y="563"/>
                  </a:lnTo>
                  <a:lnTo>
                    <a:pt x="18239" y="984"/>
                  </a:lnTo>
                  <a:lnTo>
                    <a:pt x="18028" y="1575"/>
                  </a:lnTo>
                  <a:lnTo>
                    <a:pt x="18350" y="2284"/>
                  </a:lnTo>
                  <a:lnTo>
                    <a:pt x="17911" y="282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g1268"/>
            <p:cNvSpPr/>
            <p:nvPr/>
          </p:nvSpPr>
          <p:spPr>
            <a:xfrm>
              <a:off x="4475906" y="1781873"/>
              <a:ext cx="657" cy="2470"/>
            </a:xfrm>
            <a:custGeom>
              <a:avLst/>
              <a:pathLst>
                <a:path w="657" h="2470">
                  <a:moveTo>
                    <a:pt x="619" y="2215"/>
                  </a:moveTo>
                  <a:lnTo>
                    <a:pt x="473" y="2470"/>
                  </a:lnTo>
                  <a:lnTo>
                    <a:pt x="25" y="1185"/>
                  </a:lnTo>
                  <a:lnTo>
                    <a:pt x="0" y="403"/>
                  </a:lnTo>
                  <a:lnTo>
                    <a:pt x="279" y="0"/>
                  </a:lnTo>
                  <a:lnTo>
                    <a:pt x="657" y="129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g1269"/>
            <p:cNvSpPr/>
            <p:nvPr/>
          </p:nvSpPr>
          <p:spPr>
            <a:xfrm>
              <a:off x="5436457" y="1773973"/>
              <a:ext cx="10464" cy="8676"/>
            </a:xfrm>
            <a:custGeom>
              <a:avLst/>
              <a:pathLst>
                <a:path w="10464" h="8676">
                  <a:moveTo>
                    <a:pt x="2276" y="7969"/>
                  </a:moveTo>
                  <a:lnTo>
                    <a:pt x="868" y="8676"/>
                  </a:lnTo>
                  <a:lnTo>
                    <a:pt x="0" y="8648"/>
                  </a:lnTo>
                  <a:lnTo>
                    <a:pt x="2070" y="5211"/>
                  </a:lnTo>
                  <a:lnTo>
                    <a:pt x="3303" y="4705"/>
                  </a:lnTo>
                  <a:lnTo>
                    <a:pt x="4874" y="2671"/>
                  </a:lnTo>
                  <a:lnTo>
                    <a:pt x="8152" y="182"/>
                  </a:lnTo>
                  <a:lnTo>
                    <a:pt x="8529" y="0"/>
                  </a:lnTo>
                  <a:lnTo>
                    <a:pt x="10464" y="68"/>
                  </a:lnTo>
                  <a:lnTo>
                    <a:pt x="7450" y="2805"/>
                  </a:lnTo>
                  <a:lnTo>
                    <a:pt x="7076" y="3908"/>
                  </a:lnTo>
                  <a:lnTo>
                    <a:pt x="5767" y="5077"/>
                  </a:lnTo>
                  <a:lnTo>
                    <a:pt x="4796" y="5453"/>
                  </a:lnTo>
                  <a:lnTo>
                    <a:pt x="4127" y="600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g1270"/>
            <p:cNvSpPr/>
            <p:nvPr/>
          </p:nvSpPr>
          <p:spPr>
            <a:xfrm>
              <a:off x="5457916" y="1761002"/>
              <a:ext cx="5426" cy="4969"/>
            </a:xfrm>
            <a:custGeom>
              <a:avLst/>
              <a:pathLst>
                <a:path w="5426" h="4969">
                  <a:moveTo>
                    <a:pt x="2712" y="3434"/>
                  </a:moveTo>
                  <a:lnTo>
                    <a:pt x="948" y="4969"/>
                  </a:lnTo>
                  <a:lnTo>
                    <a:pt x="366" y="4952"/>
                  </a:lnTo>
                  <a:lnTo>
                    <a:pt x="76" y="4387"/>
                  </a:lnTo>
                  <a:lnTo>
                    <a:pt x="0" y="4054"/>
                  </a:lnTo>
                  <a:lnTo>
                    <a:pt x="1409" y="3827"/>
                  </a:lnTo>
                  <a:lnTo>
                    <a:pt x="3070" y="1791"/>
                  </a:lnTo>
                  <a:lnTo>
                    <a:pt x="4261" y="459"/>
                  </a:lnTo>
                  <a:lnTo>
                    <a:pt x="4913" y="0"/>
                  </a:lnTo>
                  <a:lnTo>
                    <a:pt x="5426" y="1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g1271"/>
            <p:cNvSpPr/>
            <p:nvPr/>
          </p:nvSpPr>
          <p:spPr>
            <a:xfrm>
              <a:off x="5469921" y="1751722"/>
              <a:ext cx="1105" cy="1431"/>
            </a:xfrm>
            <a:custGeom>
              <a:avLst/>
              <a:pathLst>
                <a:path w="1105" h="1431">
                  <a:moveTo>
                    <a:pt x="1105" y="638"/>
                  </a:moveTo>
                  <a:lnTo>
                    <a:pt x="657" y="1431"/>
                  </a:lnTo>
                  <a:lnTo>
                    <a:pt x="187" y="1328"/>
                  </a:lnTo>
                  <a:lnTo>
                    <a:pt x="0" y="1127"/>
                  </a:lnTo>
                  <a:lnTo>
                    <a:pt x="613" y="163"/>
                  </a:lnTo>
                  <a:lnTo>
                    <a:pt x="898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g1272"/>
            <p:cNvSpPr/>
            <p:nvPr/>
          </p:nvSpPr>
          <p:spPr>
            <a:xfrm>
              <a:off x="5479458" y="1736433"/>
              <a:ext cx="2234" cy="2317"/>
            </a:xfrm>
            <a:custGeom>
              <a:avLst/>
              <a:pathLst>
                <a:path w="2234" h="2317">
                  <a:moveTo>
                    <a:pt x="841" y="1599"/>
                  </a:moveTo>
                  <a:lnTo>
                    <a:pt x="479" y="2317"/>
                  </a:lnTo>
                  <a:lnTo>
                    <a:pt x="79" y="2081"/>
                  </a:lnTo>
                  <a:lnTo>
                    <a:pt x="0" y="1847"/>
                  </a:lnTo>
                  <a:lnTo>
                    <a:pt x="940" y="1015"/>
                  </a:lnTo>
                  <a:lnTo>
                    <a:pt x="1268" y="6"/>
                  </a:lnTo>
                  <a:lnTo>
                    <a:pt x="1955" y="0"/>
                  </a:lnTo>
                  <a:lnTo>
                    <a:pt x="2234" y="179"/>
                  </a:lnTo>
                  <a:lnTo>
                    <a:pt x="2009" y="66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g1273"/>
            <p:cNvSpPr/>
            <p:nvPr/>
          </p:nvSpPr>
          <p:spPr>
            <a:xfrm>
              <a:off x="5485311" y="1726083"/>
              <a:ext cx="2731" cy="5289"/>
            </a:xfrm>
            <a:custGeom>
              <a:avLst/>
              <a:pathLst>
                <a:path w="2731" h="5289">
                  <a:moveTo>
                    <a:pt x="1887" y="4671"/>
                  </a:moveTo>
                  <a:lnTo>
                    <a:pt x="983" y="5289"/>
                  </a:lnTo>
                  <a:lnTo>
                    <a:pt x="0" y="4921"/>
                  </a:lnTo>
                  <a:lnTo>
                    <a:pt x="19" y="3714"/>
                  </a:lnTo>
                  <a:lnTo>
                    <a:pt x="2024" y="0"/>
                  </a:lnTo>
                  <a:lnTo>
                    <a:pt x="2731" y="230"/>
                  </a:lnTo>
                  <a:lnTo>
                    <a:pt x="2576" y="1123"/>
                  </a:lnTo>
                  <a:lnTo>
                    <a:pt x="1810" y="2491"/>
                  </a:lnTo>
                  <a:lnTo>
                    <a:pt x="2071" y="417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g1274"/>
            <p:cNvSpPr/>
            <p:nvPr/>
          </p:nvSpPr>
          <p:spPr>
            <a:xfrm>
              <a:off x="5490838" y="1710393"/>
              <a:ext cx="8777" cy="10190"/>
            </a:xfrm>
            <a:custGeom>
              <a:avLst/>
              <a:pathLst>
                <a:path w="8777" h="10190">
                  <a:moveTo>
                    <a:pt x="6868" y="6550"/>
                  </a:moveTo>
                  <a:lnTo>
                    <a:pt x="5650" y="7947"/>
                  </a:lnTo>
                  <a:lnTo>
                    <a:pt x="3901" y="8293"/>
                  </a:lnTo>
                  <a:lnTo>
                    <a:pt x="3039" y="8735"/>
                  </a:lnTo>
                  <a:lnTo>
                    <a:pt x="2401" y="9681"/>
                  </a:lnTo>
                  <a:lnTo>
                    <a:pt x="1911" y="10190"/>
                  </a:lnTo>
                  <a:lnTo>
                    <a:pt x="885" y="9912"/>
                  </a:lnTo>
                  <a:lnTo>
                    <a:pt x="453" y="9446"/>
                  </a:lnTo>
                  <a:lnTo>
                    <a:pt x="453" y="7798"/>
                  </a:lnTo>
                  <a:lnTo>
                    <a:pt x="0" y="7076"/>
                  </a:lnTo>
                  <a:lnTo>
                    <a:pt x="219" y="6611"/>
                  </a:lnTo>
                  <a:lnTo>
                    <a:pt x="1245" y="6675"/>
                  </a:lnTo>
                  <a:lnTo>
                    <a:pt x="2258" y="5620"/>
                  </a:lnTo>
                  <a:lnTo>
                    <a:pt x="4589" y="5176"/>
                  </a:lnTo>
                  <a:lnTo>
                    <a:pt x="5464" y="4037"/>
                  </a:lnTo>
                  <a:lnTo>
                    <a:pt x="6524" y="1223"/>
                  </a:lnTo>
                  <a:lnTo>
                    <a:pt x="7630" y="208"/>
                  </a:lnTo>
                  <a:lnTo>
                    <a:pt x="8531" y="0"/>
                  </a:lnTo>
                  <a:lnTo>
                    <a:pt x="8777" y="1403"/>
                  </a:lnTo>
                  <a:lnTo>
                    <a:pt x="8566" y="2965"/>
                  </a:lnTo>
                  <a:lnTo>
                    <a:pt x="8035" y="446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g1275"/>
            <p:cNvSpPr/>
            <p:nvPr/>
          </p:nvSpPr>
          <p:spPr>
            <a:xfrm>
              <a:off x="5500042" y="1709134"/>
              <a:ext cx="3023" cy="3184"/>
            </a:xfrm>
            <a:custGeom>
              <a:avLst/>
              <a:pathLst>
                <a:path w="3023" h="3184">
                  <a:moveTo>
                    <a:pt x="2243" y="2852"/>
                  </a:moveTo>
                  <a:lnTo>
                    <a:pt x="1868" y="3184"/>
                  </a:lnTo>
                  <a:lnTo>
                    <a:pt x="1492" y="3111"/>
                  </a:lnTo>
                  <a:lnTo>
                    <a:pt x="267" y="2231"/>
                  </a:lnTo>
                  <a:lnTo>
                    <a:pt x="0" y="1816"/>
                  </a:lnTo>
                  <a:lnTo>
                    <a:pt x="426" y="1079"/>
                  </a:lnTo>
                  <a:lnTo>
                    <a:pt x="1972" y="0"/>
                  </a:lnTo>
                  <a:lnTo>
                    <a:pt x="2723" y="35"/>
                  </a:lnTo>
                  <a:lnTo>
                    <a:pt x="3023" y="266"/>
                  </a:lnTo>
                  <a:lnTo>
                    <a:pt x="2981" y="154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g1276"/>
            <p:cNvSpPr/>
            <p:nvPr/>
          </p:nvSpPr>
          <p:spPr>
            <a:xfrm>
              <a:off x="5493414" y="1708125"/>
              <a:ext cx="1761" cy="1727"/>
            </a:xfrm>
            <a:custGeom>
              <a:avLst/>
              <a:pathLst>
                <a:path w="1761" h="1727">
                  <a:moveTo>
                    <a:pt x="1678" y="1569"/>
                  </a:moveTo>
                  <a:lnTo>
                    <a:pt x="814" y="1727"/>
                  </a:lnTo>
                  <a:lnTo>
                    <a:pt x="429" y="1355"/>
                  </a:lnTo>
                  <a:lnTo>
                    <a:pt x="152" y="904"/>
                  </a:lnTo>
                  <a:lnTo>
                    <a:pt x="0" y="291"/>
                  </a:lnTo>
                  <a:lnTo>
                    <a:pt x="957" y="0"/>
                  </a:lnTo>
                  <a:lnTo>
                    <a:pt x="1629" y="334"/>
                  </a:lnTo>
                  <a:lnTo>
                    <a:pt x="1761" y="124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g1277"/>
            <p:cNvSpPr/>
            <p:nvPr/>
          </p:nvSpPr>
          <p:spPr>
            <a:xfrm>
              <a:off x="5362793" y="1659563"/>
              <a:ext cx="28883" cy="118544"/>
            </a:xfrm>
            <a:custGeom>
              <a:avLst/>
              <a:pathLst>
                <a:path w="28883" h="118544">
                  <a:moveTo>
                    <a:pt x="10408" y="309"/>
                  </a:moveTo>
                  <a:lnTo>
                    <a:pt x="12444" y="3837"/>
                  </a:lnTo>
                  <a:lnTo>
                    <a:pt x="12536" y="4608"/>
                  </a:lnTo>
                  <a:lnTo>
                    <a:pt x="12358" y="5402"/>
                  </a:lnTo>
                  <a:lnTo>
                    <a:pt x="11974" y="6422"/>
                  </a:lnTo>
                  <a:lnTo>
                    <a:pt x="11831" y="7500"/>
                  </a:lnTo>
                  <a:lnTo>
                    <a:pt x="12067" y="8440"/>
                  </a:lnTo>
                  <a:lnTo>
                    <a:pt x="11893" y="8673"/>
                  </a:lnTo>
                  <a:lnTo>
                    <a:pt x="13573" y="12935"/>
                  </a:lnTo>
                  <a:lnTo>
                    <a:pt x="14785" y="15622"/>
                  </a:lnTo>
                  <a:lnTo>
                    <a:pt x="15128" y="16721"/>
                  </a:lnTo>
                  <a:lnTo>
                    <a:pt x="15393" y="17877"/>
                  </a:lnTo>
                  <a:lnTo>
                    <a:pt x="15741" y="20266"/>
                  </a:lnTo>
                  <a:lnTo>
                    <a:pt x="15816" y="23935"/>
                  </a:lnTo>
                  <a:lnTo>
                    <a:pt x="15731" y="25141"/>
                  </a:lnTo>
                  <a:lnTo>
                    <a:pt x="15461" y="26319"/>
                  </a:lnTo>
                  <a:lnTo>
                    <a:pt x="15169" y="27023"/>
                  </a:lnTo>
                  <a:lnTo>
                    <a:pt x="14571" y="27521"/>
                  </a:lnTo>
                  <a:lnTo>
                    <a:pt x="14299" y="28826"/>
                  </a:lnTo>
                  <a:lnTo>
                    <a:pt x="14141" y="32531"/>
                  </a:lnTo>
                  <a:lnTo>
                    <a:pt x="14472" y="34473"/>
                  </a:lnTo>
                  <a:lnTo>
                    <a:pt x="15040" y="35821"/>
                  </a:lnTo>
                  <a:lnTo>
                    <a:pt x="15457" y="37265"/>
                  </a:lnTo>
                  <a:lnTo>
                    <a:pt x="15503" y="38827"/>
                  </a:lnTo>
                  <a:lnTo>
                    <a:pt x="15701" y="39512"/>
                  </a:lnTo>
                  <a:lnTo>
                    <a:pt x="16621" y="40386"/>
                  </a:lnTo>
                  <a:lnTo>
                    <a:pt x="16978" y="41071"/>
                  </a:lnTo>
                  <a:lnTo>
                    <a:pt x="17091" y="42041"/>
                  </a:lnTo>
                  <a:lnTo>
                    <a:pt x="17143" y="43474"/>
                  </a:lnTo>
                  <a:lnTo>
                    <a:pt x="17293" y="43783"/>
                  </a:lnTo>
                  <a:lnTo>
                    <a:pt x="17723" y="44212"/>
                  </a:lnTo>
                  <a:lnTo>
                    <a:pt x="19633" y="54527"/>
                  </a:lnTo>
                  <a:lnTo>
                    <a:pt x="20389" y="57653"/>
                  </a:lnTo>
                  <a:lnTo>
                    <a:pt x="22584" y="63049"/>
                  </a:lnTo>
                  <a:lnTo>
                    <a:pt x="23467" y="66317"/>
                  </a:lnTo>
                  <a:lnTo>
                    <a:pt x="24018" y="67875"/>
                  </a:lnTo>
                  <a:lnTo>
                    <a:pt x="24400" y="69517"/>
                  </a:lnTo>
                  <a:lnTo>
                    <a:pt x="24704" y="71200"/>
                  </a:lnTo>
                  <a:lnTo>
                    <a:pt x="25358" y="73025"/>
                  </a:lnTo>
                  <a:lnTo>
                    <a:pt x="26214" y="74830"/>
                  </a:lnTo>
                  <a:lnTo>
                    <a:pt x="27871" y="76438"/>
                  </a:lnTo>
                  <a:lnTo>
                    <a:pt x="28616" y="77339"/>
                  </a:lnTo>
                  <a:lnTo>
                    <a:pt x="28815" y="78060"/>
                  </a:lnTo>
                  <a:lnTo>
                    <a:pt x="28883" y="80560"/>
                  </a:lnTo>
                  <a:lnTo>
                    <a:pt x="28494" y="80026"/>
                  </a:lnTo>
                  <a:lnTo>
                    <a:pt x="28005" y="78125"/>
                  </a:lnTo>
                  <a:lnTo>
                    <a:pt x="27204" y="77027"/>
                  </a:lnTo>
                  <a:lnTo>
                    <a:pt x="26026" y="75733"/>
                  </a:lnTo>
                  <a:lnTo>
                    <a:pt x="24815" y="74570"/>
                  </a:lnTo>
                  <a:lnTo>
                    <a:pt x="23317" y="72634"/>
                  </a:lnTo>
                  <a:lnTo>
                    <a:pt x="22591" y="72067"/>
                  </a:lnTo>
                  <a:lnTo>
                    <a:pt x="21825" y="71689"/>
                  </a:lnTo>
                  <a:lnTo>
                    <a:pt x="20419" y="71239"/>
                  </a:lnTo>
                  <a:lnTo>
                    <a:pt x="19597" y="71191"/>
                  </a:lnTo>
                  <a:lnTo>
                    <a:pt x="16285" y="71488"/>
                  </a:lnTo>
                  <a:lnTo>
                    <a:pt x="14905" y="71877"/>
                  </a:lnTo>
                  <a:lnTo>
                    <a:pt x="13662" y="72770"/>
                  </a:lnTo>
                  <a:lnTo>
                    <a:pt x="12923" y="74072"/>
                  </a:lnTo>
                  <a:lnTo>
                    <a:pt x="12401" y="76690"/>
                  </a:lnTo>
                  <a:lnTo>
                    <a:pt x="9367" y="86047"/>
                  </a:lnTo>
                  <a:lnTo>
                    <a:pt x="8641" y="88484"/>
                  </a:lnTo>
                  <a:lnTo>
                    <a:pt x="8373" y="91096"/>
                  </a:lnTo>
                  <a:lnTo>
                    <a:pt x="8477" y="93147"/>
                  </a:lnTo>
                  <a:lnTo>
                    <a:pt x="8686" y="93898"/>
                  </a:lnTo>
                  <a:lnTo>
                    <a:pt x="9548" y="95950"/>
                  </a:lnTo>
                  <a:lnTo>
                    <a:pt x="10260" y="97129"/>
                  </a:lnTo>
                  <a:lnTo>
                    <a:pt x="10784" y="97634"/>
                  </a:lnTo>
                  <a:lnTo>
                    <a:pt x="11382" y="97974"/>
                  </a:lnTo>
                  <a:lnTo>
                    <a:pt x="11775" y="98391"/>
                  </a:lnTo>
                  <a:lnTo>
                    <a:pt x="12104" y="98937"/>
                  </a:lnTo>
                  <a:lnTo>
                    <a:pt x="12722" y="100332"/>
                  </a:lnTo>
                  <a:lnTo>
                    <a:pt x="13513" y="103428"/>
                  </a:lnTo>
                  <a:lnTo>
                    <a:pt x="14352" y="105614"/>
                  </a:lnTo>
                  <a:lnTo>
                    <a:pt x="14728" y="106300"/>
                  </a:lnTo>
                  <a:lnTo>
                    <a:pt x="15684" y="106125"/>
                  </a:lnTo>
                  <a:lnTo>
                    <a:pt x="16305" y="106149"/>
                  </a:lnTo>
                  <a:lnTo>
                    <a:pt x="16900" y="106340"/>
                  </a:lnTo>
                  <a:lnTo>
                    <a:pt x="17264" y="106897"/>
                  </a:lnTo>
                  <a:lnTo>
                    <a:pt x="17781" y="109365"/>
                  </a:lnTo>
                  <a:lnTo>
                    <a:pt x="18144" y="111723"/>
                  </a:lnTo>
                  <a:lnTo>
                    <a:pt x="18162" y="112356"/>
                  </a:lnTo>
                  <a:lnTo>
                    <a:pt x="17481" y="114176"/>
                  </a:lnTo>
                  <a:lnTo>
                    <a:pt x="17311" y="114951"/>
                  </a:lnTo>
                  <a:lnTo>
                    <a:pt x="17232" y="115771"/>
                  </a:lnTo>
                  <a:lnTo>
                    <a:pt x="17054" y="116417"/>
                  </a:lnTo>
                  <a:lnTo>
                    <a:pt x="16753" y="116987"/>
                  </a:lnTo>
                  <a:lnTo>
                    <a:pt x="16630" y="114290"/>
                  </a:lnTo>
                  <a:lnTo>
                    <a:pt x="16172" y="112386"/>
                  </a:lnTo>
                  <a:lnTo>
                    <a:pt x="16001" y="110744"/>
                  </a:lnTo>
                  <a:lnTo>
                    <a:pt x="15340" y="109590"/>
                  </a:lnTo>
                  <a:lnTo>
                    <a:pt x="13122" y="109121"/>
                  </a:lnTo>
                  <a:lnTo>
                    <a:pt x="11054" y="108944"/>
                  </a:lnTo>
                  <a:lnTo>
                    <a:pt x="10734" y="108736"/>
                  </a:lnTo>
                  <a:lnTo>
                    <a:pt x="10279" y="108032"/>
                  </a:lnTo>
                  <a:lnTo>
                    <a:pt x="9754" y="107472"/>
                  </a:lnTo>
                  <a:lnTo>
                    <a:pt x="9223" y="107397"/>
                  </a:lnTo>
                  <a:lnTo>
                    <a:pt x="8677" y="107612"/>
                  </a:lnTo>
                  <a:lnTo>
                    <a:pt x="7738" y="108401"/>
                  </a:lnTo>
                  <a:lnTo>
                    <a:pt x="7053" y="109650"/>
                  </a:lnTo>
                  <a:lnTo>
                    <a:pt x="6519" y="110989"/>
                  </a:lnTo>
                  <a:lnTo>
                    <a:pt x="6084" y="112399"/>
                  </a:lnTo>
                  <a:lnTo>
                    <a:pt x="5182" y="116147"/>
                  </a:lnTo>
                  <a:lnTo>
                    <a:pt x="4625" y="117397"/>
                  </a:lnTo>
                  <a:lnTo>
                    <a:pt x="3938" y="118544"/>
                  </a:lnTo>
                  <a:lnTo>
                    <a:pt x="3356" y="117922"/>
                  </a:lnTo>
                  <a:lnTo>
                    <a:pt x="2845" y="117198"/>
                  </a:lnTo>
                  <a:lnTo>
                    <a:pt x="2546" y="116155"/>
                  </a:lnTo>
                  <a:lnTo>
                    <a:pt x="2416" y="115005"/>
                  </a:lnTo>
                  <a:lnTo>
                    <a:pt x="1603" y="111095"/>
                  </a:lnTo>
                  <a:lnTo>
                    <a:pt x="1945" y="107704"/>
                  </a:lnTo>
                  <a:lnTo>
                    <a:pt x="3313" y="103016"/>
                  </a:lnTo>
                  <a:lnTo>
                    <a:pt x="3574" y="101482"/>
                  </a:lnTo>
                  <a:lnTo>
                    <a:pt x="3368" y="100026"/>
                  </a:lnTo>
                  <a:lnTo>
                    <a:pt x="3058" y="98589"/>
                  </a:lnTo>
                  <a:lnTo>
                    <a:pt x="2854" y="95854"/>
                  </a:lnTo>
                  <a:lnTo>
                    <a:pt x="2868" y="95245"/>
                  </a:lnTo>
                  <a:lnTo>
                    <a:pt x="3356" y="93666"/>
                  </a:lnTo>
                  <a:lnTo>
                    <a:pt x="3927" y="92164"/>
                  </a:lnTo>
                  <a:lnTo>
                    <a:pt x="4620" y="90856"/>
                  </a:lnTo>
                  <a:lnTo>
                    <a:pt x="4928" y="89304"/>
                  </a:lnTo>
                  <a:lnTo>
                    <a:pt x="4489" y="85445"/>
                  </a:lnTo>
                  <a:lnTo>
                    <a:pt x="3480" y="82836"/>
                  </a:lnTo>
                  <a:lnTo>
                    <a:pt x="2236" y="80359"/>
                  </a:lnTo>
                  <a:lnTo>
                    <a:pt x="2007" y="79700"/>
                  </a:lnTo>
                  <a:lnTo>
                    <a:pt x="1943" y="79028"/>
                  </a:lnTo>
                  <a:lnTo>
                    <a:pt x="3015" y="75931"/>
                  </a:lnTo>
                  <a:lnTo>
                    <a:pt x="3399" y="74448"/>
                  </a:lnTo>
                  <a:lnTo>
                    <a:pt x="3837" y="71190"/>
                  </a:lnTo>
                  <a:lnTo>
                    <a:pt x="4237" y="69411"/>
                  </a:lnTo>
                  <a:lnTo>
                    <a:pt x="4554" y="67604"/>
                  </a:lnTo>
                  <a:lnTo>
                    <a:pt x="4657" y="58572"/>
                  </a:lnTo>
                  <a:lnTo>
                    <a:pt x="4562" y="57242"/>
                  </a:lnTo>
                  <a:lnTo>
                    <a:pt x="3881" y="54412"/>
                  </a:lnTo>
                  <a:lnTo>
                    <a:pt x="3833" y="52801"/>
                  </a:lnTo>
                  <a:lnTo>
                    <a:pt x="4159" y="50765"/>
                  </a:lnTo>
                  <a:lnTo>
                    <a:pt x="4601" y="49179"/>
                  </a:lnTo>
                  <a:lnTo>
                    <a:pt x="5175" y="47668"/>
                  </a:lnTo>
                  <a:lnTo>
                    <a:pt x="5164" y="44543"/>
                  </a:lnTo>
                  <a:lnTo>
                    <a:pt x="4066" y="41658"/>
                  </a:lnTo>
                  <a:lnTo>
                    <a:pt x="3264" y="40387"/>
                  </a:lnTo>
                  <a:lnTo>
                    <a:pt x="2006" y="38860"/>
                  </a:lnTo>
                  <a:lnTo>
                    <a:pt x="1050" y="38020"/>
                  </a:lnTo>
                  <a:lnTo>
                    <a:pt x="582" y="37377"/>
                  </a:lnTo>
                  <a:lnTo>
                    <a:pt x="1050" y="37161"/>
                  </a:lnTo>
                  <a:lnTo>
                    <a:pt x="1393" y="36639"/>
                  </a:lnTo>
                  <a:lnTo>
                    <a:pt x="569" y="35836"/>
                  </a:lnTo>
                  <a:lnTo>
                    <a:pt x="72" y="34629"/>
                  </a:lnTo>
                  <a:lnTo>
                    <a:pt x="0" y="29892"/>
                  </a:lnTo>
                  <a:lnTo>
                    <a:pt x="204" y="28690"/>
                  </a:lnTo>
                  <a:lnTo>
                    <a:pt x="820" y="27355"/>
                  </a:lnTo>
                  <a:lnTo>
                    <a:pt x="1347" y="25950"/>
                  </a:lnTo>
                  <a:lnTo>
                    <a:pt x="1842" y="22631"/>
                  </a:lnTo>
                  <a:lnTo>
                    <a:pt x="2013" y="19209"/>
                  </a:lnTo>
                  <a:lnTo>
                    <a:pt x="1684" y="17820"/>
                  </a:lnTo>
                  <a:lnTo>
                    <a:pt x="1539" y="15016"/>
                  </a:lnTo>
                  <a:lnTo>
                    <a:pt x="1812" y="14319"/>
                  </a:lnTo>
                  <a:lnTo>
                    <a:pt x="2872" y="13386"/>
                  </a:lnTo>
                  <a:lnTo>
                    <a:pt x="4551" y="12839"/>
                  </a:lnTo>
                  <a:lnTo>
                    <a:pt x="4910" y="13000"/>
                  </a:lnTo>
                  <a:lnTo>
                    <a:pt x="6226" y="14096"/>
                  </a:lnTo>
                  <a:lnTo>
                    <a:pt x="6714" y="14137"/>
                  </a:lnTo>
                  <a:lnTo>
                    <a:pt x="7220" y="14022"/>
                  </a:lnTo>
                  <a:lnTo>
                    <a:pt x="8186" y="13510"/>
                  </a:lnTo>
                  <a:lnTo>
                    <a:pt x="8729" y="12265"/>
                  </a:lnTo>
                  <a:lnTo>
                    <a:pt x="8026" y="11556"/>
                  </a:lnTo>
                  <a:lnTo>
                    <a:pt x="8436" y="10648"/>
                  </a:lnTo>
                  <a:lnTo>
                    <a:pt x="9638" y="10345"/>
                  </a:lnTo>
                  <a:lnTo>
                    <a:pt x="9725" y="9567"/>
                  </a:lnTo>
                  <a:lnTo>
                    <a:pt x="9290" y="9475"/>
                  </a:lnTo>
                  <a:lnTo>
                    <a:pt x="9670" y="8370"/>
                  </a:lnTo>
                  <a:lnTo>
                    <a:pt x="9887" y="7258"/>
                  </a:lnTo>
                  <a:lnTo>
                    <a:pt x="9549" y="6244"/>
                  </a:lnTo>
                  <a:lnTo>
                    <a:pt x="7623" y="3732"/>
                  </a:lnTo>
                  <a:lnTo>
                    <a:pt x="6377" y="1888"/>
                  </a:lnTo>
                  <a:lnTo>
                    <a:pt x="8427" y="1913"/>
                  </a:lnTo>
                  <a:lnTo>
                    <a:pt x="9032" y="1569"/>
                  </a:lnTo>
                  <a:lnTo>
                    <a:pt x="9511" y="807"/>
                  </a:lnTo>
                  <a:lnTo>
                    <a:pt x="9762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g1278"/>
            <p:cNvSpPr/>
            <p:nvPr/>
          </p:nvSpPr>
          <p:spPr>
            <a:xfrm>
              <a:off x="5606698" y="1653415"/>
              <a:ext cx="6053" cy="4800"/>
            </a:xfrm>
            <a:custGeom>
              <a:avLst/>
              <a:pathLst>
                <a:path w="6053" h="4800">
                  <a:moveTo>
                    <a:pt x="5653" y="4071"/>
                  </a:moveTo>
                  <a:lnTo>
                    <a:pt x="6053" y="4800"/>
                  </a:lnTo>
                  <a:lnTo>
                    <a:pt x="2231" y="2221"/>
                  </a:lnTo>
                  <a:lnTo>
                    <a:pt x="440" y="864"/>
                  </a:lnTo>
                  <a:lnTo>
                    <a:pt x="0" y="15"/>
                  </a:lnTo>
                  <a:lnTo>
                    <a:pt x="664" y="0"/>
                  </a:lnTo>
                  <a:lnTo>
                    <a:pt x="1428" y="825"/>
                  </a:lnTo>
                  <a:lnTo>
                    <a:pt x="2546" y="1210"/>
                  </a:lnTo>
                  <a:lnTo>
                    <a:pt x="4173" y="232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g1279"/>
            <p:cNvSpPr/>
            <p:nvPr/>
          </p:nvSpPr>
          <p:spPr>
            <a:xfrm>
              <a:off x="5315998" y="1649916"/>
              <a:ext cx="4389" cy="2564"/>
            </a:xfrm>
            <a:custGeom>
              <a:avLst/>
              <a:pathLst>
                <a:path w="4389" h="2564">
                  <a:moveTo>
                    <a:pt x="4389" y="102"/>
                  </a:moveTo>
                  <a:lnTo>
                    <a:pt x="3222" y="2525"/>
                  </a:lnTo>
                  <a:lnTo>
                    <a:pt x="2410" y="2564"/>
                  </a:lnTo>
                  <a:lnTo>
                    <a:pt x="1779" y="2052"/>
                  </a:lnTo>
                  <a:lnTo>
                    <a:pt x="477" y="2256"/>
                  </a:lnTo>
                  <a:lnTo>
                    <a:pt x="0" y="2115"/>
                  </a:lnTo>
                  <a:lnTo>
                    <a:pt x="763" y="1373"/>
                  </a:lnTo>
                  <a:lnTo>
                    <a:pt x="2658" y="210"/>
                  </a:lnTo>
                  <a:lnTo>
                    <a:pt x="3433" y="224"/>
                  </a:lnTo>
                  <a:lnTo>
                    <a:pt x="4176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g1280"/>
            <p:cNvSpPr/>
            <p:nvPr/>
          </p:nvSpPr>
          <p:spPr>
            <a:xfrm>
              <a:off x="5320901" y="1648671"/>
              <a:ext cx="9207" cy="7584"/>
            </a:xfrm>
            <a:custGeom>
              <a:avLst/>
              <a:pathLst>
                <a:path w="9207" h="7584">
                  <a:moveTo>
                    <a:pt x="6694" y="1456"/>
                  </a:moveTo>
                  <a:lnTo>
                    <a:pt x="7552" y="2004"/>
                  </a:lnTo>
                  <a:lnTo>
                    <a:pt x="8885" y="1910"/>
                  </a:lnTo>
                  <a:lnTo>
                    <a:pt x="9207" y="2280"/>
                  </a:lnTo>
                  <a:lnTo>
                    <a:pt x="8170" y="2874"/>
                  </a:lnTo>
                  <a:lnTo>
                    <a:pt x="7414" y="4130"/>
                  </a:lnTo>
                  <a:lnTo>
                    <a:pt x="7174" y="5248"/>
                  </a:lnTo>
                  <a:lnTo>
                    <a:pt x="6873" y="5690"/>
                  </a:lnTo>
                  <a:lnTo>
                    <a:pt x="6028" y="6241"/>
                  </a:lnTo>
                  <a:lnTo>
                    <a:pt x="5272" y="6975"/>
                  </a:lnTo>
                  <a:lnTo>
                    <a:pt x="4622" y="7445"/>
                  </a:lnTo>
                  <a:lnTo>
                    <a:pt x="4051" y="7584"/>
                  </a:lnTo>
                  <a:lnTo>
                    <a:pt x="2768" y="5177"/>
                  </a:lnTo>
                  <a:lnTo>
                    <a:pt x="2173" y="4514"/>
                  </a:lnTo>
                  <a:lnTo>
                    <a:pt x="408" y="5643"/>
                  </a:lnTo>
                  <a:lnTo>
                    <a:pt x="0" y="5669"/>
                  </a:lnTo>
                  <a:lnTo>
                    <a:pt x="400" y="4268"/>
                  </a:lnTo>
                  <a:lnTo>
                    <a:pt x="1433" y="2738"/>
                  </a:lnTo>
                  <a:lnTo>
                    <a:pt x="1917" y="2524"/>
                  </a:lnTo>
                  <a:lnTo>
                    <a:pt x="2939" y="473"/>
                  </a:lnTo>
                  <a:lnTo>
                    <a:pt x="3258" y="0"/>
                  </a:lnTo>
                  <a:lnTo>
                    <a:pt x="6410" y="121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g1281"/>
            <p:cNvSpPr/>
            <p:nvPr/>
          </p:nvSpPr>
          <p:spPr>
            <a:xfrm>
              <a:off x="4208040" y="1647421"/>
              <a:ext cx="30528" cy="13063"/>
            </a:xfrm>
            <a:custGeom>
              <a:avLst/>
              <a:pathLst>
                <a:path w="30528" h="13063">
                  <a:moveTo>
                    <a:pt x="15433" y="314"/>
                  </a:moveTo>
                  <a:lnTo>
                    <a:pt x="16018" y="309"/>
                  </a:lnTo>
                  <a:lnTo>
                    <a:pt x="16886" y="155"/>
                  </a:lnTo>
                  <a:lnTo>
                    <a:pt x="17433" y="728"/>
                  </a:lnTo>
                  <a:lnTo>
                    <a:pt x="18451" y="1274"/>
                  </a:lnTo>
                  <a:lnTo>
                    <a:pt x="19662" y="1761"/>
                  </a:lnTo>
                  <a:lnTo>
                    <a:pt x="21471" y="2593"/>
                  </a:lnTo>
                  <a:lnTo>
                    <a:pt x="23348" y="3110"/>
                  </a:lnTo>
                  <a:lnTo>
                    <a:pt x="23968" y="3170"/>
                  </a:lnTo>
                  <a:lnTo>
                    <a:pt x="25941" y="3102"/>
                  </a:lnTo>
                  <a:lnTo>
                    <a:pt x="28031" y="3173"/>
                  </a:lnTo>
                  <a:lnTo>
                    <a:pt x="28600" y="4407"/>
                  </a:lnTo>
                  <a:lnTo>
                    <a:pt x="29632" y="4990"/>
                  </a:lnTo>
                  <a:lnTo>
                    <a:pt x="30466" y="5793"/>
                  </a:lnTo>
                  <a:lnTo>
                    <a:pt x="30528" y="6251"/>
                  </a:lnTo>
                  <a:lnTo>
                    <a:pt x="29378" y="9122"/>
                  </a:lnTo>
                  <a:lnTo>
                    <a:pt x="29140" y="10094"/>
                  </a:lnTo>
                  <a:lnTo>
                    <a:pt x="29096" y="11069"/>
                  </a:lnTo>
                  <a:lnTo>
                    <a:pt x="29516" y="12288"/>
                  </a:lnTo>
                  <a:lnTo>
                    <a:pt x="29913" y="12969"/>
                  </a:lnTo>
                  <a:lnTo>
                    <a:pt x="29588" y="13063"/>
                  </a:lnTo>
                  <a:lnTo>
                    <a:pt x="24258" y="12926"/>
                  </a:lnTo>
                  <a:lnTo>
                    <a:pt x="19203" y="12695"/>
                  </a:lnTo>
                  <a:lnTo>
                    <a:pt x="14533" y="12481"/>
                  </a:lnTo>
                  <a:lnTo>
                    <a:pt x="10031" y="12274"/>
                  </a:lnTo>
                  <a:lnTo>
                    <a:pt x="5712" y="12077"/>
                  </a:lnTo>
                  <a:lnTo>
                    <a:pt x="3026" y="11893"/>
                  </a:lnTo>
                  <a:lnTo>
                    <a:pt x="376" y="11710"/>
                  </a:lnTo>
                  <a:lnTo>
                    <a:pt x="0" y="11541"/>
                  </a:lnTo>
                  <a:lnTo>
                    <a:pt x="1457" y="10347"/>
                  </a:lnTo>
                  <a:lnTo>
                    <a:pt x="2407" y="9105"/>
                  </a:lnTo>
                  <a:lnTo>
                    <a:pt x="3214" y="7485"/>
                  </a:lnTo>
                  <a:lnTo>
                    <a:pt x="3300" y="6363"/>
                  </a:lnTo>
                  <a:lnTo>
                    <a:pt x="3501" y="5097"/>
                  </a:lnTo>
                  <a:lnTo>
                    <a:pt x="4760" y="4605"/>
                  </a:lnTo>
                  <a:lnTo>
                    <a:pt x="7495" y="4678"/>
                  </a:lnTo>
                  <a:lnTo>
                    <a:pt x="8665" y="4069"/>
                  </a:lnTo>
                  <a:lnTo>
                    <a:pt x="10165" y="2566"/>
                  </a:lnTo>
                  <a:lnTo>
                    <a:pt x="11743" y="762"/>
                  </a:lnTo>
                  <a:lnTo>
                    <a:pt x="12255" y="0"/>
                  </a:lnTo>
                  <a:lnTo>
                    <a:pt x="12804" y="108"/>
                  </a:lnTo>
                  <a:lnTo>
                    <a:pt x="11873" y="1437"/>
                  </a:lnTo>
                  <a:lnTo>
                    <a:pt x="9370" y="4244"/>
                  </a:lnTo>
                  <a:lnTo>
                    <a:pt x="10154" y="4616"/>
                  </a:lnTo>
                  <a:lnTo>
                    <a:pt x="11065" y="4737"/>
                  </a:lnTo>
                  <a:lnTo>
                    <a:pt x="12139" y="5261"/>
                  </a:lnTo>
                  <a:lnTo>
                    <a:pt x="13164" y="5355"/>
                  </a:lnTo>
                  <a:lnTo>
                    <a:pt x="14990" y="4902"/>
                  </a:lnTo>
                  <a:lnTo>
                    <a:pt x="15311" y="249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g1282"/>
            <p:cNvSpPr/>
            <p:nvPr/>
          </p:nvSpPr>
          <p:spPr>
            <a:xfrm>
              <a:off x="5590706" y="1646517"/>
              <a:ext cx="8507" cy="9168"/>
            </a:xfrm>
            <a:custGeom>
              <a:avLst/>
              <a:pathLst>
                <a:path w="8507" h="9168">
                  <a:moveTo>
                    <a:pt x="8507" y="7146"/>
                  </a:moveTo>
                  <a:lnTo>
                    <a:pt x="8458" y="9168"/>
                  </a:lnTo>
                  <a:lnTo>
                    <a:pt x="7286" y="8143"/>
                  </a:lnTo>
                  <a:lnTo>
                    <a:pt x="6741" y="7317"/>
                  </a:lnTo>
                  <a:lnTo>
                    <a:pt x="5966" y="7160"/>
                  </a:lnTo>
                  <a:lnTo>
                    <a:pt x="5427" y="6791"/>
                  </a:lnTo>
                  <a:lnTo>
                    <a:pt x="4529" y="5787"/>
                  </a:lnTo>
                  <a:lnTo>
                    <a:pt x="3487" y="4478"/>
                  </a:lnTo>
                  <a:lnTo>
                    <a:pt x="3133" y="3834"/>
                  </a:lnTo>
                  <a:lnTo>
                    <a:pt x="2982" y="3009"/>
                  </a:lnTo>
                  <a:lnTo>
                    <a:pt x="2278" y="2245"/>
                  </a:lnTo>
                  <a:lnTo>
                    <a:pt x="0" y="794"/>
                  </a:lnTo>
                  <a:lnTo>
                    <a:pt x="751" y="621"/>
                  </a:lnTo>
                  <a:lnTo>
                    <a:pt x="1704" y="0"/>
                  </a:lnTo>
                  <a:lnTo>
                    <a:pt x="4359" y="383"/>
                  </a:lnTo>
                  <a:lnTo>
                    <a:pt x="4964" y="550"/>
                  </a:lnTo>
                  <a:lnTo>
                    <a:pt x="4530" y="1522"/>
                  </a:lnTo>
                  <a:lnTo>
                    <a:pt x="4701" y="2594"/>
                  </a:lnTo>
                  <a:lnTo>
                    <a:pt x="6180" y="4823"/>
                  </a:lnTo>
                  <a:lnTo>
                    <a:pt x="6891" y="5600"/>
                  </a:lnTo>
                  <a:lnTo>
                    <a:pt x="7817" y="618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g1283"/>
            <p:cNvSpPr/>
            <p:nvPr/>
          </p:nvSpPr>
          <p:spPr>
            <a:xfrm>
              <a:off x="5446136" y="1593394"/>
              <a:ext cx="2436" cy="2130"/>
            </a:xfrm>
            <a:custGeom>
              <a:avLst/>
              <a:pathLst>
                <a:path w="2436" h="2130">
                  <a:moveTo>
                    <a:pt x="1132" y="1972"/>
                  </a:moveTo>
                  <a:lnTo>
                    <a:pt x="387" y="2130"/>
                  </a:lnTo>
                  <a:lnTo>
                    <a:pt x="14" y="1748"/>
                  </a:lnTo>
                  <a:lnTo>
                    <a:pt x="0" y="1479"/>
                  </a:lnTo>
                  <a:lnTo>
                    <a:pt x="1156" y="877"/>
                  </a:lnTo>
                  <a:lnTo>
                    <a:pt x="1854" y="0"/>
                  </a:lnTo>
                  <a:lnTo>
                    <a:pt x="2294" y="525"/>
                  </a:lnTo>
                  <a:lnTo>
                    <a:pt x="2436" y="90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g1284"/>
            <p:cNvSpPr/>
            <p:nvPr/>
          </p:nvSpPr>
          <p:spPr>
            <a:xfrm>
              <a:off x="5568720" y="1592465"/>
              <a:ext cx="11678" cy="10005"/>
            </a:xfrm>
            <a:custGeom>
              <a:avLst/>
              <a:pathLst>
                <a:path w="11678" h="10005">
                  <a:moveTo>
                    <a:pt x="1967" y="8694"/>
                  </a:moveTo>
                  <a:lnTo>
                    <a:pt x="417" y="10005"/>
                  </a:lnTo>
                  <a:lnTo>
                    <a:pt x="189" y="9792"/>
                  </a:lnTo>
                  <a:lnTo>
                    <a:pt x="43" y="9493"/>
                  </a:lnTo>
                  <a:lnTo>
                    <a:pt x="0" y="9035"/>
                  </a:lnTo>
                  <a:lnTo>
                    <a:pt x="1414" y="8171"/>
                  </a:lnTo>
                  <a:lnTo>
                    <a:pt x="2831" y="5972"/>
                  </a:lnTo>
                  <a:lnTo>
                    <a:pt x="3379" y="4142"/>
                  </a:lnTo>
                  <a:lnTo>
                    <a:pt x="3210" y="3548"/>
                  </a:lnTo>
                  <a:lnTo>
                    <a:pt x="3157" y="2952"/>
                  </a:lnTo>
                  <a:lnTo>
                    <a:pt x="7331" y="1821"/>
                  </a:lnTo>
                  <a:lnTo>
                    <a:pt x="10313" y="0"/>
                  </a:lnTo>
                  <a:lnTo>
                    <a:pt x="10836" y="78"/>
                  </a:lnTo>
                  <a:lnTo>
                    <a:pt x="11372" y="1597"/>
                  </a:lnTo>
                  <a:lnTo>
                    <a:pt x="11678" y="3570"/>
                  </a:lnTo>
                  <a:lnTo>
                    <a:pt x="11243" y="4758"/>
                  </a:lnTo>
                  <a:lnTo>
                    <a:pt x="8056" y="5421"/>
                  </a:lnTo>
                  <a:lnTo>
                    <a:pt x="5040" y="673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g1285"/>
            <p:cNvSpPr/>
            <p:nvPr/>
          </p:nvSpPr>
          <p:spPr>
            <a:xfrm>
              <a:off x="4358699" y="1509185"/>
              <a:ext cx="3117" cy="3081"/>
            </a:xfrm>
            <a:custGeom>
              <a:avLst/>
              <a:pathLst>
                <a:path w="3117" h="3081">
                  <a:moveTo>
                    <a:pt x="2717" y="215"/>
                  </a:moveTo>
                  <a:lnTo>
                    <a:pt x="3023" y="765"/>
                  </a:lnTo>
                  <a:lnTo>
                    <a:pt x="3117" y="1668"/>
                  </a:lnTo>
                  <a:lnTo>
                    <a:pt x="2823" y="2246"/>
                  </a:lnTo>
                  <a:lnTo>
                    <a:pt x="2964" y="2735"/>
                  </a:lnTo>
                  <a:lnTo>
                    <a:pt x="2363" y="3081"/>
                  </a:lnTo>
                  <a:lnTo>
                    <a:pt x="1430" y="1951"/>
                  </a:lnTo>
                  <a:lnTo>
                    <a:pt x="874" y="1935"/>
                  </a:lnTo>
                  <a:lnTo>
                    <a:pt x="280" y="1449"/>
                  </a:lnTo>
                  <a:lnTo>
                    <a:pt x="0" y="648"/>
                  </a:lnTo>
                  <a:lnTo>
                    <a:pt x="537" y="424"/>
                  </a:lnTo>
                  <a:lnTo>
                    <a:pt x="754" y="563"/>
                  </a:lnTo>
                  <a:lnTo>
                    <a:pt x="1894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g1286"/>
            <p:cNvSpPr/>
            <p:nvPr/>
          </p:nvSpPr>
          <p:spPr>
            <a:xfrm>
              <a:off x="4679803" y="1487517"/>
              <a:ext cx="6061" cy="3644"/>
            </a:xfrm>
            <a:custGeom>
              <a:avLst/>
              <a:pathLst>
                <a:path w="6061" h="3644">
                  <a:moveTo>
                    <a:pt x="5216" y="3471"/>
                  </a:moveTo>
                  <a:lnTo>
                    <a:pt x="3551" y="3644"/>
                  </a:lnTo>
                  <a:lnTo>
                    <a:pt x="1722" y="2590"/>
                  </a:lnTo>
                  <a:lnTo>
                    <a:pt x="0" y="489"/>
                  </a:lnTo>
                  <a:lnTo>
                    <a:pt x="315" y="0"/>
                  </a:lnTo>
                  <a:lnTo>
                    <a:pt x="1391" y="168"/>
                  </a:lnTo>
                  <a:lnTo>
                    <a:pt x="3132" y="203"/>
                  </a:lnTo>
                  <a:lnTo>
                    <a:pt x="4240" y="549"/>
                  </a:lnTo>
                  <a:lnTo>
                    <a:pt x="5745" y="769"/>
                  </a:lnTo>
                  <a:lnTo>
                    <a:pt x="5565" y="1727"/>
                  </a:lnTo>
                  <a:lnTo>
                    <a:pt x="5561" y="2114"/>
                  </a:lnTo>
                  <a:lnTo>
                    <a:pt x="6061" y="2538"/>
                  </a:lnTo>
                  <a:lnTo>
                    <a:pt x="5580" y="325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g1287"/>
            <p:cNvSpPr/>
            <p:nvPr/>
          </p:nvSpPr>
          <p:spPr>
            <a:xfrm>
              <a:off x="4424273" y="1486897"/>
              <a:ext cx="2399" cy="1498"/>
            </a:xfrm>
            <a:custGeom>
              <a:avLst/>
              <a:pathLst>
                <a:path w="2399" h="1498">
                  <a:moveTo>
                    <a:pt x="2399" y="1308"/>
                  </a:moveTo>
                  <a:lnTo>
                    <a:pt x="2039" y="1498"/>
                  </a:lnTo>
                  <a:lnTo>
                    <a:pt x="163" y="843"/>
                  </a:lnTo>
                  <a:lnTo>
                    <a:pt x="0" y="350"/>
                  </a:lnTo>
                  <a:lnTo>
                    <a:pt x="80" y="138"/>
                  </a:lnTo>
                  <a:lnTo>
                    <a:pt x="826" y="0"/>
                  </a:lnTo>
                  <a:lnTo>
                    <a:pt x="1621" y="185"/>
                  </a:lnTo>
                  <a:lnTo>
                    <a:pt x="2182" y="83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g1288"/>
            <p:cNvSpPr/>
            <p:nvPr/>
          </p:nvSpPr>
          <p:spPr>
            <a:xfrm>
              <a:off x="4479324" y="1449018"/>
              <a:ext cx="18961" cy="10852"/>
            </a:xfrm>
            <a:custGeom>
              <a:avLst/>
              <a:pathLst>
                <a:path w="18961" h="10852">
                  <a:moveTo>
                    <a:pt x="18793" y="4541"/>
                  </a:moveTo>
                  <a:lnTo>
                    <a:pt x="18961" y="5891"/>
                  </a:lnTo>
                  <a:lnTo>
                    <a:pt x="18370" y="6450"/>
                  </a:lnTo>
                  <a:lnTo>
                    <a:pt x="17839" y="6606"/>
                  </a:lnTo>
                  <a:lnTo>
                    <a:pt x="17617" y="5761"/>
                  </a:lnTo>
                  <a:lnTo>
                    <a:pt x="17172" y="5379"/>
                  </a:lnTo>
                  <a:lnTo>
                    <a:pt x="15534" y="6387"/>
                  </a:lnTo>
                  <a:lnTo>
                    <a:pt x="14768" y="7496"/>
                  </a:lnTo>
                  <a:lnTo>
                    <a:pt x="12748" y="9087"/>
                  </a:lnTo>
                  <a:lnTo>
                    <a:pt x="8530" y="10221"/>
                  </a:lnTo>
                  <a:lnTo>
                    <a:pt x="5974" y="10714"/>
                  </a:lnTo>
                  <a:lnTo>
                    <a:pt x="3672" y="10852"/>
                  </a:lnTo>
                  <a:lnTo>
                    <a:pt x="1516" y="9852"/>
                  </a:lnTo>
                  <a:lnTo>
                    <a:pt x="351" y="7934"/>
                  </a:lnTo>
                  <a:lnTo>
                    <a:pt x="147" y="7350"/>
                  </a:lnTo>
                  <a:lnTo>
                    <a:pt x="0" y="6568"/>
                  </a:lnTo>
                  <a:lnTo>
                    <a:pt x="13" y="5782"/>
                  </a:lnTo>
                  <a:lnTo>
                    <a:pt x="165" y="4565"/>
                  </a:lnTo>
                  <a:lnTo>
                    <a:pt x="388" y="3375"/>
                  </a:lnTo>
                  <a:lnTo>
                    <a:pt x="1277" y="2309"/>
                  </a:lnTo>
                  <a:lnTo>
                    <a:pt x="3335" y="1048"/>
                  </a:lnTo>
                  <a:lnTo>
                    <a:pt x="5355" y="230"/>
                  </a:lnTo>
                  <a:lnTo>
                    <a:pt x="6381" y="27"/>
                  </a:lnTo>
                  <a:lnTo>
                    <a:pt x="8953" y="0"/>
                  </a:lnTo>
                  <a:lnTo>
                    <a:pt x="16248" y="2814"/>
                  </a:lnTo>
                  <a:lnTo>
                    <a:pt x="17866" y="354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g1289"/>
            <p:cNvSpPr/>
            <p:nvPr/>
          </p:nvSpPr>
          <p:spPr>
            <a:xfrm>
              <a:off x="4656686" y="1448124"/>
              <a:ext cx="3018" cy="1853"/>
            </a:xfrm>
            <a:custGeom>
              <a:avLst/>
              <a:pathLst>
                <a:path w="3018" h="1853">
                  <a:moveTo>
                    <a:pt x="3018" y="635"/>
                  </a:moveTo>
                  <a:lnTo>
                    <a:pt x="2252" y="1853"/>
                  </a:lnTo>
                  <a:lnTo>
                    <a:pt x="680" y="1788"/>
                  </a:lnTo>
                  <a:lnTo>
                    <a:pt x="202" y="1511"/>
                  </a:lnTo>
                  <a:lnTo>
                    <a:pt x="0" y="1285"/>
                  </a:lnTo>
                  <a:lnTo>
                    <a:pt x="1799" y="0"/>
                  </a:lnTo>
                  <a:lnTo>
                    <a:pt x="2866" y="4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g1290"/>
            <p:cNvSpPr/>
            <p:nvPr/>
          </p:nvSpPr>
          <p:spPr>
            <a:xfrm>
              <a:off x="5546540" y="1447230"/>
              <a:ext cx="5061" cy="10318"/>
            </a:xfrm>
            <a:custGeom>
              <a:avLst/>
              <a:pathLst>
                <a:path w="5061" h="10318">
                  <a:moveTo>
                    <a:pt x="3635" y="10300"/>
                  </a:moveTo>
                  <a:lnTo>
                    <a:pt x="3213" y="10318"/>
                  </a:lnTo>
                  <a:lnTo>
                    <a:pt x="3533" y="9393"/>
                  </a:lnTo>
                  <a:lnTo>
                    <a:pt x="3579" y="8980"/>
                  </a:lnTo>
                  <a:lnTo>
                    <a:pt x="2660" y="8299"/>
                  </a:lnTo>
                  <a:lnTo>
                    <a:pt x="943" y="7781"/>
                  </a:lnTo>
                  <a:lnTo>
                    <a:pt x="508" y="7381"/>
                  </a:lnTo>
                  <a:lnTo>
                    <a:pt x="403" y="6171"/>
                  </a:lnTo>
                  <a:lnTo>
                    <a:pt x="773" y="4266"/>
                  </a:lnTo>
                  <a:lnTo>
                    <a:pt x="0" y="3260"/>
                  </a:lnTo>
                  <a:lnTo>
                    <a:pt x="264" y="2366"/>
                  </a:lnTo>
                  <a:lnTo>
                    <a:pt x="2275" y="1374"/>
                  </a:lnTo>
                  <a:lnTo>
                    <a:pt x="3093" y="610"/>
                  </a:lnTo>
                  <a:lnTo>
                    <a:pt x="3995" y="0"/>
                  </a:lnTo>
                  <a:lnTo>
                    <a:pt x="4142" y="75"/>
                  </a:lnTo>
                  <a:lnTo>
                    <a:pt x="5061" y="655"/>
                  </a:lnTo>
                  <a:lnTo>
                    <a:pt x="4980" y="1932"/>
                  </a:lnTo>
                  <a:lnTo>
                    <a:pt x="4328" y="2830"/>
                  </a:lnTo>
                  <a:lnTo>
                    <a:pt x="2758" y="3149"/>
                  </a:lnTo>
                  <a:lnTo>
                    <a:pt x="2536" y="3767"/>
                  </a:lnTo>
                  <a:lnTo>
                    <a:pt x="2742" y="4834"/>
                  </a:lnTo>
                  <a:lnTo>
                    <a:pt x="2788" y="6207"/>
                  </a:lnTo>
                  <a:lnTo>
                    <a:pt x="2946" y="7434"/>
                  </a:lnTo>
                  <a:lnTo>
                    <a:pt x="3897" y="8695"/>
                  </a:lnTo>
                  <a:lnTo>
                    <a:pt x="4107" y="9343"/>
                  </a:lnTo>
                  <a:lnTo>
                    <a:pt x="4010" y="992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g1291"/>
            <p:cNvSpPr/>
            <p:nvPr/>
          </p:nvSpPr>
          <p:spPr>
            <a:xfrm>
              <a:off x="5609985" y="1441982"/>
              <a:ext cx="15560" cy="6196"/>
            </a:xfrm>
            <a:custGeom>
              <a:avLst/>
              <a:pathLst>
                <a:path w="15560" h="6196">
                  <a:moveTo>
                    <a:pt x="13357" y="6070"/>
                  </a:moveTo>
                  <a:lnTo>
                    <a:pt x="10661" y="6196"/>
                  </a:lnTo>
                  <a:lnTo>
                    <a:pt x="5290" y="4900"/>
                  </a:lnTo>
                  <a:lnTo>
                    <a:pt x="3363" y="4217"/>
                  </a:lnTo>
                  <a:lnTo>
                    <a:pt x="1928" y="3345"/>
                  </a:lnTo>
                  <a:lnTo>
                    <a:pt x="306" y="2734"/>
                  </a:lnTo>
                  <a:lnTo>
                    <a:pt x="0" y="2494"/>
                  </a:lnTo>
                  <a:lnTo>
                    <a:pt x="237" y="1989"/>
                  </a:lnTo>
                  <a:lnTo>
                    <a:pt x="717" y="1598"/>
                  </a:lnTo>
                  <a:lnTo>
                    <a:pt x="2561" y="568"/>
                  </a:lnTo>
                  <a:lnTo>
                    <a:pt x="3854" y="101"/>
                  </a:lnTo>
                  <a:lnTo>
                    <a:pt x="5383" y="0"/>
                  </a:lnTo>
                  <a:lnTo>
                    <a:pt x="15004" y="1855"/>
                  </a:lnTo>
                  <a:lnTo>
                    <a:pt x="15438" y="2226"/>
                  </a:lnTo>
                  <a:lnTo>
                    <a:pt x="15560" y="2559"/>
                  </a:lnTo>
                  <a:lnTo>
                    <a:pt x="15414" y="3298"/>
                  </a:lnTo>
                  <a:lnTo>
                    <a:pt x="14603" y="3432"/>
                  </a:lnTo>
                  <a:lnTo>
                    <a:pt x="14288" y="3918"/>
                  </a:lnTo>
                  <a:lnTo>
                    <a:pt x="13950" y="5397"/>
                  </a:lnTo>
                  <a:lnTo>
                    <a:pt x="13783" y="578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g1292"/>
            <p:cNvSpPr/>
            <p:nvPr/>
          </p:nvSpPr>
          <p:spPr>
            <a:xfrm>
              <a:off x="4575769" y="1435713"/>
              <a:ext cx="18993" cy="10844"/>
            </a:xfrm>
            <a:custGeom>
              <a:avLst/>
              <a:pathLst>
                <a:path w="18993" h="10844">
                  <a:moveTo>
                    <a:pt x="18708" y="7396"/>
                  </a:moveTo>
                  <a:lnTo>
                    <a:pt x="18993" y="8085"/>
                  </a:lnTo>
                  <a:lnTo>
                    <a:pt x="18961" y="9365"/>
                  </a:lnTo>
                  <a:lnTo>
                    <a:pt x="18611" y="10311"/>
                  </a:lnTo>
                  <a:lnTo>
                    <a:pt x="17541" y="10459"/>
                  </a:lnTo>
                  <a:lnTo>
                    <a:pt x="16488" y="10844"/>
                  </a:lnTo>
                  <a:lnTo>
                    <a:pt x="14693" y="10435"/>
                  </a:lnTo>
                  <a:lnTo>
                    <a:pt x="13684" y="10715"/>
                  </a:lnTo>
                  <a:lnTo>
                    <a:pt x="12675" y="10733"/>
                  </a:lnTo>
                  <a:lnTo>
                    <a:pt x="11840" y="10586"/>
                  </a:lnTo>
                  <a:lnTo>
                    <a:pt x="11012" y="10379"/>
                  </a:lnTo>
                  <a:lnTo>
                    <a:pt x="10455" y="10134"/>
                  </a:lnTo>
                  <a:lnTo>
                    <a:pt x="10484" y="9405"/>
                  </a:lnTo>
                  <a:lnTo>
                    <a:pt x="9740" y="8354"/>
                  </a:lnTo>
                  <a:lnTo>
                    <a:pt x="8595" y="8016"/>
                  </a:lnTo>
                  <a:lnTo>
                    <a:pt x="7524" y="7904"/>
                  </a:lnTo>
                  <a:lnTo>
                    <a:pt x="6350" y="7577"/>
                  </a:lnTo>
                  <a:lnTo>
                    <a:pt x="5766" y="7732"/>
                  </a:lnTo>
                  <a:lnTo>
                    <a:pt x="5023" y="8116"/>
                  </a:lnTo>
                  <a:lnTo>
                    <a:pt x="4538" y="7984"/>
                  </a:lnTo>
                  <a:lnTo>
                    <a:pt x="1958" y="5776"/>
                  </a:lnTo>
                  <a:lnTo>
                    <a:pt x="1524" y="5260"/>
                  </a:lnTo>
                  <a:lnTo>
                    <a:pt x="1253" y="4686"/>
                  </a:lnTo>
                  <a:lnTo>
                    <a:pt x="898" y="4317"/>
                  </a:lnTo>
                  <a:lnTo>
                    <a:pt x="0" y="2766"/>
                  </a:lnTo>
                  <a:lnTo>
                    <a:pt x="443" y="2048"/>
                  </a:lnTo>
                  <a:lnTo>
                    <a:pt x="1346" y="1595"/>
                  </a:lnTo>
                  <a:lnTo>
                    <a:pt x="1939" y="1473"/>
                  </a:lnTo>
                  <a:lnTo>
                    <a:pt x="3038" y="449"/>
                  </a:lnTo>
                  <a:lnTo>
                    <a:pt x="5035" y="0"/>
                  </a:lnTo>
                  <a:lnTo>
                    <a:pt x="5439" y="65"/>
                  </a:lnTo>
                  <a:lnTo>
                    <a:pt x="5820" y="391"/>
                  </a:lnTo>
                  <a:lnTo>
                    <a:pt x="7916" y="1443"/>
                  </a:lnTo>
                  <a:lnTo>
                    <a:pt x="9015" y="2151"/>
                  </a:lnTo>
                  <a:lnTo>
                    <a:pt x="9991" y="3015"/>
                  </a:lnTo>
                  <a:lnTo>
                    <a:pt x="11005" y="3740"/>
                  </a:lnTo>
                  <a:lnTo>
                    <a:pt x="14028" y="4977"/>
                  </a:lnTo>
                  <a:lnTo>
                    <a:pt x="16075" y="6169"/>
                  </a:lnTo>
                  <a:lnTo>
                    <a:pt x="18160" y="701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g1293"/>
            <p:cNvSpPr/>
            <p:nvPr/>
          </p:nvSpPr>
          <p:spPr>
            <a:xfrm>
              <a:off x="4650716" y="1431424"/>
              <a:ext cx="1643" cy="3782"/>
            </a:xfrm>
            <a:custGeom>
              <a:avLst/>
              <a:pathLst>
                <a:path w="1643" h="3782">
                  <a:moveTo>
                    <a:pt x="1571" y="3220"/>
                  </a:moveTo>
                  <a:lnTo>
                    <a:pt x="1643" y="3782"/>
                  </a:lnTo>
                  <a:lnTo>
                    <a:pt x="1144" y="3595"/>
                  </a:lnTo>
                  <a:lnTo>
                    <a:pt x="509" y="2951"/>
                  </a:lnTo>
                  <a:lnTo>
                    <a:pt x="121" y="2188"/>
                  </a:lnTo>
                  <a:lnTo>
                    <a:pt x="0" y="632"/>
                  </a:lnTo>
                  <a:lnTo>
                    <a:pt x="220" y="216"/>
                  </a:lnTo>
                  <a:lnTo>
                    <a:pt x="429" y="0"/>
                  </a:lnTo>
                  <a:lnTo>
                    <a:pt x="643" y="46"/>
                  </a:lnTo>
                  <a:lnTo>
                    <a:pt x="594" y="103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g1294"/>
            <p:cNvSpPr/>
            <p:nvPr/>
          </p:nvSpPr>
          <p:spPr>
            <a:xfrm>
              <a:off x="5540429" y="1429173"/>
              <a:ext cx="2668" cy="1787"/>
            </a:xfrm>
            <a:custGeom>
              <a:avLst/>
              <a:pathLst>
                <a:path w="2668" h="1787">
                  <a:moveTo>
                    <a:pt x="2668" y="1552"/>
                  </a:moveTo>
                  <a:lnTo>
                    <a:pt x="2028" y="1787"/>
                  </a:lnTo>
                  <a:lnTo>
                    <a:pt x="642" y="1594"/>
                  </a:lnTo>
                  <a:lnTo>
                    <a:pt x="0" y="1157"/>
                  </a:lnTo>
                  <a:lnTo>
                    <a:pt x="33" y="158"/>
                  </a:lnTo>
                  <a:lnTo>
                    <a:pt x="110" y="0"/>
                  </a:lnTo>
                  <a:lnTo>
                    <a:pt x="1219" y="143"/>
                  </a:lnTo>
                  <a:lnTo>
                    <a:pt x="1967" y="70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g1295"/>
            <p:cNvSpPr/>
            <p:nvPr/>
          </p:nvSpPr>
          <p:spPr>
            <a:xfrm>
              <a:off x="4516798" y="1422622"/>
              <a:ext cx="9132" cy="6067"/>
            </a:xfrm>
            <a:custGeom>
              <a:avLst/>
              <a:pathLst>
                <a:path w="9132" h="6067">
                  <a:moveTo>
                    <a:pt x="6277" y="540"/>
                  </a:moveTo>
                  <a:lnTo>
                    <a:pt x="7136" y="1568"/>
                  </a:lnTo>
                  <a:lnTo>
                    <a:pt x="7892" y="2312"/>
                  </a:lnTo>
                  <a:lnTo>
                    <a:pt x="8529" y="2257"/>
                  </a:lnTo>
                  <a:lnTo>
                    <a:pt x="9013" y="2628"/>
                  </a:lnTo>
                  <a:lnTo>
                    <a:pt x="9132" y="3403"/>
                  </a:lnTo>
                  <a:lnTo>
                    <a:pt x="7867" y="4723"/>
                  </a:lnTo>
                  <a:lnTo>
                    <a:pt x="7647" y="5199"/>
                  </a:lnTo>
                  <a:lnTo>
                    <a:pt x="8192" y="5641"/>
                  </a:lnTo>
                  <a:lnTo>
                    <a:pt x="8336" y="5881"/>
                  </a:lnTo>
                  <a:lnTo>
                    <a:pt x="7406" y="6067"/>
                  </a:lnTo>
                  <a:lnTo>
                    <a:pt x="7234" y="5468"/>
                  </a:lnTo>
                  <a:lnTo>
                    <a:pt x="6714" y="4883"/>
                  </a:lnTo>
                  <a:lnTo>
                    <a:pt x="5633" y="4433"/>
                  </a:lnTo>
                  <a:lnTo>
                    <a:pt x="5195" y="4027"/>
                  </a:lnTo>
                  <a:lnTo>
                    <a:pt x="4716" y="3111"/>
                  </a:lnTo>
                  <a:lnTo>
                    <a:pt x="2901" y="2137"/>
                  </a:lnTo>
                  <a:lnTo>
                    <a:pt x="1756" y="2293"/>
                  </a:lnTo>
                  <a:lnTo>
                    <a:pt x="469" y="1859"/>
                  </a:lnTo>
                  <a:lnTo>
                    <a:pt x="92" y="1656"/>
                  </a:lnTo>
                  <a:lnTo>
                    <a:pt x="0" y="1097"/>
                  </a:lnTo>
                  <a:lnTo>
                    <a:pt x="536" y="653"/>
                  </a:lnTo>
                  <a:lnTo>
                    <a:pt x="2580" y="260"/>
                  </a:lnTo>
                  <a:lnTo>
                    <a:pt x="3571" y="283"/>
                  </a:lnTo>
                  <a:lnTo>
                    <a:pt x="4634" y="677"/>
                  </a:lnTo>
                  <a:lnTo>
                    <a:pt x="4545" y="194"/>
                  </a:lnTo>
                  <a:lnTo>
                    <a:pt x="4658" y="0"/>
                  </a:lnTo>
                  <a:lnTo>
                    <a:pt x="5079" y="5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g1296"/>
            <p:cNvSpPr/>
            <p:nvPr/>
          </p:nvSpPr>
          <p:spPr>
            <a:xfrm>
              <a:off x="5712535" y="1419938"/>
              <a:ext cx="36643" cy="10797"/>
            </a:xfrm>
            <a:custGeom>
              <a:avLst/>
              <a:pathLst>
                <a:path w="36643" h="10797">
                  <a:moveTo>
                    <a:pt x="2206" y="10736"/>
                  </a:moveTo>
                  <a:lnTo>
                    <a:pt x="1553" y="10797"/>
                  </a:lnTo>
                  <a:lnTo>
                    <a:pt x="188" y="8307"/>
                  </a:lnTo>
                  <a:lnTo>
                    <a:pt x="0" y="7654"/>
                  </a:lnTo>
                  <a:lnTo>
                    <a:pt x="525" y="6841"/>
                  </a:lnTo>
                  <a:lnTo>
                    <a:pt x="1898" y="5834"/>
                  </a:lnTo>
                  <a:lnTo>
                    <a:pt x="2486" y="5092"/>
                  </a:lnTo>
                  <a:lnTo>
                    <a:pt x="5740" y="3789"/>
                  </a:lnTo>
                  <a:lnTo>
                    <a:pt x="8697" y="2071"/>
                  </a:lnTo>
                  <a:lnTo>
                    <a:pt x="10289" y="1812"/>
                  </a:lnTo>
                  <a:lnTo>
                    <a:pt x="11902" y="1016"/>
                  </a:lnTo>
                  <a:lnTo>
                    <a:pt x="12977" y="815"/>
                  </a:lnTo>
                  <a:lnTo>
                    <a:pt x="14444" y="630"/>
                  </a:lnTo>
                  <a:lnTo>
                    <a:pt x="15900" y="254"/>
                  </a:lnTo>
                  <a:lnTo>
                    <a:pt x="17268" y="191"/>
                  </a:lnTo>
                  <a:lnTo>
                    <a:pt x="18634" y="412"/>
                  </a:lnTo>
                  <a:lnTo>
                    <a:pt x="20011" y="341"/>
                  </a:lnTo>
                  <a:lnTo>
                    <a:pt x="21382" y="0"/>
                  </a:lnTo>
                  <a:lnTo>
                    <a:pt x="22494" y="41"/>
                  </a:lnTo>
                  <a:lnTo>
                    <a:pt x="23606" y="266"/>
                  </a:lnTo>
                  <a:lnTo>
                    <a:pt x="27745" y="767"/>
                  </a:lnTo>
                  <a:lnTo>
                    <a:pt x="28553" y="934"/>
                  </a:lnTo>
                  <a:lnTo>
                    <a:pt x="29867" y="1597"/>
                  </a:lnTo>
                  <a:lnTo>
                    <a:pt x="30631" y="1823"/>
                  </a:lnTo>
                  <a:lnTo>
                    <a:pt x="31362" y="2212"/>
                  </a:lnTo>
                  <a:lnTo>
                    <a:pt x="32137" y="2868"/>
                  </a:lnTo>
                  <a:lnTo>
                    <a:pt x="33630" y="3573"/>
                  </a:lnTo>
                  <a:lnTo>
                    <a:pt x="35833" y="4386"/>
                  </a:lnTo>
                  <a:lnTo>
                    <a:pt x="36324" y="4646"/>
                  </a:lnTo>
                  <a:lnTo>
                    <a:pt x="36643" y="5259"/>
                  </a:lnTo>
                  <a:lnTo>
                    <a:pt x="36405" y="5987"/>
                  </a:lnTo>
                  <a:lnTo>
                    <a:pt x="33584" y="7372"/>
                  </a:lnTo>
                  <a:lnTo>
                    <a:pt x="31305" y="7730"/>
                  </a:lnTo>
                  <a:lnTo>
                    <a:pt x="26903" y="8109"/>
                  </a:lnTo>
                  <a:lnTo>
                    <a:pt x="20953" y="9154"/>
                  </a:lnTo>
                  <a:lnTo>
                    <a:pt x="18505" y="9445"/>
                  </a:lnTo>
                  <a:lnTo>
                    <a:pt x="17644" y="9383"/>
                  </a:lnTo>
                  <a:lnTo>
                    <a:pt x="15493" y="8710"/>
                  </a:lnTo>
                  <a:lnTo>
                    <a:pt x="12977" y="8412"/>
                  </a:lnTo>
                  <a:lnTo>
                    <a:pt x="11854" y="8654"/>
                  </a:lnTo>
                  <a:lnTo>
                    <a:pt x="9643" y="9725"/>
                  </a:lnTo>
                  <a:lnTo>
                    <a:pt x="4959" y="998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g1297"/>
            <p:cNvSpPr/>
            <p:nvPr/>
          </p:nvSpPr>
          <p:spPr>
            <a:xfrm>
              <a:off x="5319303" y="1420053"/>
              <a:ext cx="8475" cy="2296"/>
            </a:xfrm>
            <a:custGeom>
              <a:avLst/>
              <a:pathLst>
                <a:path w="8475" h="2296">
                  <a:moveTo>
                    <a:pt x="8475" y="1118"/>
                  </a:moveTo>
                  <a:lnTo>
                    <a:pt x="6128" y="2296"/>
                  </a:lnTo>
                  <a:lnTo>
                    <a:pt x="5192" y="2147"/>
                  </a:lnTo>
                  <a:lnTo>
                    <a:pt x="4236" y="1580"/>
                  </a:lnTo>
                  <a:lnTo>
                    <a:pt x="3725" y="1456"/>
                  </a:lnTo>
                  <a:lnTo>
                    <a:pt x="3208" y="1542"/>
                  </a:lnTo>
                  <a:lnTo>
                    <a:pt x="2650" y="1776"/>
                  </a:lnTo>
                  <a:lnTo>
                    <a:pt x="1906" y="1840"/>
                  </a:lnTo>
                  <a:lnTo>
                    <a:pt x="138" y="1195"/>
                  </a:lnTo>
                  <a:lnTo>
                    <a:pt x="0" y="809"/>
                  </a:lnTo>
                  <a:lnTo>
                    <a:pt x="168" y="629"/>
                  </a:lnTo>
                  <a:lnTo>
                    <a:pt x="619" y="442"/>
                  </a:lnTo>
                  <a:lnTo>
                    <a:pt x="984" y="429"/>
                  </a:lnTo>
                  <a:lnTo>
                    <a:pt x="2060" y="110"/>
                  </a:lnTo>
                  <a:lnTo>
                    <a:pt x="7121" y="0"/>
                  </a:lnTo>
                  <a:lnTo>
                    <a:pt x="7507" y="67"/>
                  </a:lnTo>
                  <a:lnTo>
                    <a:pt x="8228" y="62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g1298"/>
            <p:cNvSpPr/>
            <p:nvPr/>
          </p:nvSpPr>
          <p:spPr>
            <a:xfrm>
              <a:off x="4749830" y="1405501"/>
              <a:ext cx="14134" cy="4872"/>
            </a:xfrm>
            <a:custGeom>
              <a:avLst/>
              <a:pathLst>
                <a:path w="14134" h="4872">
                  <a:moveTo>
                    <a:pt x="7203" y="4741"/>
                  </a:moveTo>
                  <a:lnTo>
                    <a:pt x="2597" y="4872"/>
                  </a:lnTo>
                  <a:lnTo>
                    <a:pt x="329" y="4652"/>
                  </a:lnTo>
                  <a:lnTo>
                    <a:pt x="0" y="4381"/>
                  </a:lnTo>
                  <a:lnTo>
                    <a:pt x="303" y="3704"/>
                  </a:lnTo>
                  <a:lnTo>
                    <a:pt x="2634" y="2677"/>
                  </a:lnTo>
                  <a:lnTo>
                    <a:pt x="3683" y="2023"/>
                  </a:lnTo>
                  <a:lnTo>
                    <a:pt x="4794" y="919"/>
                  </a:lnTo>
                  <a:lnTo>
                    <a:pt x="6694" y="4"/>
                  </a:lnTo>
                  <a:lnTo>
                    <a:pt x="8301" y="0"/>
                  </a:lnTo>
                  <a:lnTo>
                    <a:pt x="13320" y="1087"/>
                  </a:lnTo>
                  <a:lnTo>
                    <a:pt x="14019" y="1770"/>
                  </a:lnTo>
                  <a:lnTo>
                    <a:pt x="14134" y="2075"/>
                  </a:lnTo>
                  <a:lnTo>
                    <a:pt x="12142" y="2987"/>
                  </a:lnTo>
                  <a:lnTo>
                    <a:pt x="10748" y="3329"/>
                  </a:lnTo>
                  <a:lnTo>
                    <a:pt x="8607" y="450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g1299"/>
            <p:cNvSpPr/>
            <p:nvPr/>
          </p:nvSpPr>
          <p:spPr>
            <a:xfrm>
              <a:off x="4766501" y="1399042"/>
              <a:ext cx="8591" cy="5351"/>
            </a:xfrm>
            <a:custGeom>
              <a:avLst/>
              <a:pathLst>
                <a:path w="8591" h="5351">
                  <a:moveTo>
                    <a:pt x="8214" y="5194"/>
                  </a:moveTo>
                  <a:lnTo>
                    <a:pt x="7544" y="5351"/>
                  </a:lnTo>
                  <a:lnTo>
                    <a:pt x="2340" y="4780"/>
                  </a:lnTo>
                  <a:lnTo>
                    <a:pt x="539" y="4057"/>
                  </a:lnTo>
                  <a:lnTo>
                    <a:pt x="0" y="3397"/>
                  </a:lnTo>
                  <a:lnTo>
                    <a:pt x="223" y="2818"/>
                  </a:lnTo>
                  <a:lnTo>
                    <a:pt x="5024" y="0"/>
                  </a:lnTo>
                  <a:lnTo>
                    <a:pt x="6843" y="777"/>
                  </a:lnTo>
                  <a:lnTo>
                    <a:pt x="7372" y="1551"/>
                  </a:lnTo>
                  <a:lnTo>
                    <a:pt x="8591" y="2450"/>
                  </a:lnTo>
                  <a:lnTo>
                    <a:pt x="8559" y="453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g1300"/>
            <p:cNvSpPr/>
            <p:nvPr/>
          </p:nvSpPr>
          <p:spPr>
            <a:xfrm>
              <a:off x="4723615" y="1398538"/>
              <a:ext cx="8148" cy="3719"/>
            </a:xfrm>
            <a:custGeom>
              <a:avLst/>
              <a:pathLst>
                <a:path w="8148" h="3719">
                  <a:moveTo>
                    <a:pt x="5301" y="3585"/>
                  </a:moveTo>
                  <a:lnTo>
                    <a:pt x="5091" y="3719"/>
                  </a:lnTo>
                  <a:lnTo>
                    <a:pt x="4615" y="3477"/>
                  </a:lnTo>
                  <a:lnTo>
                    <a:pt x="3165" y="3107"/>
                  </a:lnTo>
                  <a:lnTo>
                    <a:pt x="761" y="2163"/>
                  </a:lnTo>
                  <a:lnTo>
                    <a:pt x="0" y="1519"/>
                  </a:lnTo>
                  <a:lnTo>
                    <a:pt x="399" y="782"/>
                  </a:lnTo>
                  <a:lnTo>
                    <a:pt x="930" y="298"/>
                  </a:lnTo>
                  <a:lnTo>
                    <a:pt x="2919" y="0"/>
                  </a:lnTo>
                  <a:lnTo>
                    <a:pt x="4727" y="121"/>
                  </a:lnTo>
                  <a:lnTo>
                    <a:pt x="5913" y="311"/>
                  </a:lnTo>
                  <a:lnTo>
                    <a:pt x="8148" y="948"/>
                  </a:lnTo>
                  <a:lnTo>
                    <a:pt x="6077" y="1363"/>
                  </a:lnTo>
                  <a:lnTo>
                    <a:pt x="5175" y="2251"/>
                  </a:lnTo>
                  <a:lnTo>
                    <a:pt x="5297" y="2805"/>
                  </a:lnTo>
                  <a:lnTo>
                    <a:pt x="5647" y="310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g1301"/>
            <p:cNvSpPr/>
            <p:nvPr/>
          </p:nvSpPr>
          <p:spPr>
            <a:xfrm>
              <a:off x="5154462" y="1398019"/>
              <a:ext cx="5874" cy="1712"/>
            </a:xfrm>
            <a:custGeom>
              <a:avLst/>
              <a:pathLst>
                <a:path w="5874" h="1712">
                  <a:moveTo>
                    <a:pt x="5874" y="1085"/>
                  </a:moveTo>
                  <a:lnTo>
                    <a:pt x="3476" y="1712"/>
                  </a:lnTo>
                  <a:lnTo>
                    <a:pt x="1434" y="1705"/>
                  </a:lnTo>
                  <a:lnTo>
                    <a:pt x="0" y="604"/>
                  </a:lnTo>
                  <a:lnTo>
                    <a:pt x="1149" y="170"/>
                  </a:lnTo>
                  <a:lnTo>
                    <a:pt x="3065" y="0"/>
                  </a:lnTo>
                  <a:lnTo>
                    <a:pt x="4144" y="152"/>
                  </a:lnTo>
                  <a:lnTo>
                    <a:pt x="5642" y="84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g1302"/>
            <p:cNvSpPr/>
            <p:nvPr/>
          </p:nvSpPr>
          <p:spPr>
            <a:xfrm>
              <a:off x="4509123" y="1394951"/>
              <a:ext cx="58626" cy="39397"/>
            </a:xfrm>
            <a:custGeom>
              <a:avLst/>
              <a:pathLst>
                <a:path w="58626" h="39397">
                  <a:moveTo>
                    <a:pt x="36814" y="1106"/>
                  </a:moveTo>
                  <a:lnTo>
                    <a:pt x="41236" y="1660"/>
                  </a:lnTo>
                  <a:lnTo>
                    <a:pt x="44551" y="1833"/>
                  </a:lnTo>
                  <a:lnTo>
                    <a:pt x="46564" y="2261"/>
                  </a:lnTo>
                  <a:lnTo>
                    <a:pt x="47313" y="2600"/>
                  </a:lnTo>
                  <a:lnTo>
                    <a:pt x="47009" y="3465"/>
                  </a:lnTo>
                  <a:lnTo>
                    <a:pt x="46415" y="3821"/>
                  </a:lnTo>
                  <a:lnTo>
                    <a:pt x="45036" y="4946"/>
                  </a:lnTo>
                  <a:lnTo>
                    <a:pt x="44828" y="5641"/>
                  </a:lnTo>
                  <a:lnTo>
                    <a:pt x="45073" y="6732"/>
                  </a:lnTo>
                  <a:lnTo>
                    <a:pt x="44862" y="7525"/>
                  </a:lnTo>
                  <a:lnTo>
                    <a:pt x="44400" y="8104"/>
                  </a:lnTo>
                  <a:lnTo>
                    <a:pt x="44041" y="8344"/>
                  </a:lnTo>
                  <a:lnTo>
                    <a:pt x="41543" y="8342"/>
                  </a:lnTo>
                  <a:lnTo>
                    <a:pt x="40632" y="8664"/>
                  </a:lnTo>
                  <a:lnTo>
                    <a:pt x="40585" y="9290"/>
                  </a:lnTo>
                  <a:lnTo>
                    <a:pt x="40420" y="9985"/>
                  </a:lnTo>
                  <a:lnTo>
                    <a:pt x="39619" y="10998"/>
                  </a:lnTo>
                  <a:lnTo>
                    <a:pt x="37963" y="11329"/>
                  </a:lnTo>
                  <a:lnTo>
                    <a:pt x="37603" y="11696"/>
                  </a:lnTo>
                  <a:lnTo>
                    <a:pt x="37732" y="12362"/>
                  </a:lnTo>
                  <a:lnTo>
                    <a:pt x="37155" y="12867"/>
                  </a:lnTo>
                  <a:lnTo>
                    <a:pt x="37190" y="13654"/>
                  </a:lnTo>
                  <a:lnTo>
                    <a:pt x="37481" y="14084"/>
                  </a:lnTo>
                  <a:lnTo>
                    <a:pt x="37564" y="14980"/>
                  </a:lnTo>
                  <a:lnTo>
                    <a:pt x="38689" y="16277"/>
                  </a:lnTo>
                  <a:lnTo>
                    <a:pt x="38470" y="16811"/>
                  </a:lnTo>
                  <a:lnTo>
                    <a:pt x="37603" y="17863"/>
                  </a:lnTo>
                  <a:lnTo>
                    <a:pt x="37336" y="19146"/>
                  </a:lnTo>
                  <a:lnTo>
                    <a:pt x="36606" y="20256"/>
                  </a:lnTo>
                  <a:lnTo>
                    <a:pt x="38245" y="21178"/>
                  </a:lnTo>
                  <a:lnTo>
                    <a:pt x="38960" y="22376"/>
                  </a:lnTo>
                  <a:lnTo>
                    <a:pt x="39594" y="23680"/>
                  </a:lnTo>
                  <a:lnTo>
                    <a:pt x="41539" y="26223"/>
                  </a:lnTo>
                  <a:lnTo>
                    <a:pt x="43657" y="28481"/>
                  </a:lnTo>
                  <a:lnTo>
                    <a:pt x="47547" y="31804"/>
                  </a:lnTo>
                  <a:lnTo>
                    <a:pt x="51714" y="34320"/>
                  </a:lnTo>
                  <a:lnTo>
                    <a:pt x="53330" y="35031"/>
                  </a:lnTo>
                  <a:lnTo>
                    <a:pt x="57285" y="36199"/>
                  </a:lnTo>
                  <a:lnTo>
                    <a:pt x="57974" y="36568"/>
                  </a:lnTo>
                  <a:lnTo>
                    <a:pt x="58626" y="37085"/>
                  </a:lnTo>
                  <a:lnTo>
                    <a:pt x="56940" y="38030"/>
                  </a:lnTo>
                  <a:lnTo>
                    <a:pt x="55204" y="38379"/>
                  </a:lnTo>
                  <a:lnTo>
                    <a:pt x="55046" y="38810"/>
                  </a:lnTo>
                  <a:lnTo>
                    <a:pt x="54090" y="39033"/>
                  </a:lnTo>
                  <a:lnTo>
                    <a:pt x="49387" y="38232"/>
                  </a:lnTo>
                  <a:lnTo>
                    <a:pt x="49130" y="38109"/>
                  </a:lnTo>
                  <a:lnTo>
                    <a:pt x="48628" y="37522"/>
                  </a:lnTo>
                  <a:lnTo>
                    <a:pt x="48074" y="37085"/>
                  </a:lnTo>
                  <a:lnTo>
                    <a:pt x="46898" y="37010"/>
                  </a:lnTo>
                  <a:lnTo>
                    <a:pt x="45709" y="37281"/>
                  </a:lnTo>
                  <a:lnTo>
                    <a:pt x="46416" y="37811"/>
                  </a:lnTo>
                  <a:lnTo>
                    <a:pt x="47195" y="37975"/>
                  </a:lnTo>
                  <a:lnTo>
                    <a:pt x="48559" y="38971"/>
                  </a:lnTo>
                  <a:lnTo>
                    <a:pt x="47976" y="39350"/>
                  </a:lnTo>
                  <a:lnTo>
                    <a:pt x="47360" y="39397"/>
                  </a:lnTo>
                  <a:lnTo>
                    <a:pt x="44597" y="38074"/>
                  </a:lnTo>
                  <a:lnTo>
                    <a:pt x="44334" y="38238"/>
                  </a:lnTo>
                  <a:lnTo>
                    <a:pt x="44073" y="38625"/>
                  </a:lnTo>
                  <a:lnTo>
                    <a:pt x="42696" y="38194"/>
                  </a:lnTo>
                  <a:lnTo>
                    <a:pt x="42371" y="38514"/>
                  </a:lnTo>
                  <a:lnTo>
                    <a:pt x="41327" y="38664"/>
                  </a:lnTo>
                  <a:lnTo>
                    <a:pt x="40474" y="38297"/>
                  </a:lnTo>
                  <a:lnTo>
                    <a:pt x="40471" y="37832"/>
                  </a:lnTo>
                  <a:lnTo>
                    <a:pt x="40290" y="37595"/>
                  </a:lnTo>
                  <a:lnTo>
                    <a:pt x="36029" y="37960"/>
                  </a:lnTo>
                  <a:lnTo>
                    <a:pt x="34276" y="37950"/>
                  </a:lnTo>
                  <a:lnTo>
                    <a:pt x="32530" y="37791"/>
                  </a:lnTo>
                  <a:lnTo>
                    <a:pt x="30430" y="36903"/>
                  </a:lnTo>
                  <a:lnTo>
                    <a:pt x="30081" y="37302"/>
                  </a:lnTo>
                  <a:lnTo>
                    <a:pt x="30014" y="37764"/>
                  </a:lnTo>
                  <a:lnTo>
                    <a:pt x="29222" y="37580"/>
                  </a:lnTo>
                  <a:lnTo>
                    <a:pt x="27474" y="36863"/>
                  </a:lnTo>
                  <a:lnTo>
                    <a:pt x="26214" y="36581"/>
                  </a:lnTo>
                  <a:lnTo>
                    <a:pt x="21700" y="35890"/>
                  </a:lnTo>
                  <a:lnTo>
                    <a:pt x="18495" y="35066"/>
                  </a:lnTo>
                  <a:lnTo>
                    <a:pt x="19292" y="34689"/>
                  </a:lnTo>
                  <a:lnTo>
                    <a:pt x="20671" y="34492"/>
                  </a:lnTo>
                  <a:lnTo>
                    <a:pt x="20690" y="33988"/>
                  </a:lnTo>
                  <a:lnTo>
                    <a:pt x="20472" y="33292"/>
                  </a:lnTo>
                  <a:lnTo>
                    <a:pt x="20427" y="32573"/>
                  </a:lnTo>
                  <a:lnTo>
                    <a:pt x="21210" y="32090"/>
                  </a:lnTo>
                  <a:lnTo>
                    <a:pt x="22974" y="32320"/>
                  </a:lnTo>
                  <a:lnTo>
                    <a:pt x="22759" y="31535"/>
                  </a:lnTo>
                  <a:lnTo>
                    <a:pt x="23591" y="31383"/>
                  </a:lnTo>
                  <a:lnTo>
                    <a:pt x="25216" y="31834"/>
                  </a:lnTo>
                  <a:lnTo>
                    <a:pt x="25800" y="31552"/>
                  </a:lnTo>
                  <a:lnTo>
                    <a:pt x="23250" y="30564"/>
                  </a:lnTo>
                  <a:lnTo>
                    <a:pt x="20456" y="29164"/>
                  </a:lnTo>
                  <a:lnTo>
                    <a:pt x="20752" y="28661"/>
                  </a:lnTo>
                  <a:lnTo>
                    <a:pt x="19741" y="28524"/>
                  </a:lnTo>
                  <a:lnTo>
                    <a:pt x="18745" y="28558"/>
                  </a:lnTo>
                  <a:lnTo>
                    <a:pt x="17884" y="27734"/>
                  </a:lnTo>
                  <a:lnTo>
                    <a:pt x="18012" y="26645"/>
                  </a:lnTo>
                  <a:lnTo>
                    <a:pt x="18760" y="25908"/>
                  </a:lnTo>
                  <a:lnTo>
                    <a:pt x="18309" y="25747"/>
                  </a:lnTo>
                  <a:lnTo>
                    <a:pt x="14005" y="26398"/>
                  </a:lnTo>
                  <a:lnTo>
                    <a:pt x="11826" y="26249"/>
                  </a:lnTo>
                  <a:lnTo>
                    <a:pt x="9368" y="25814"/>
                  </a:lnTo>
                  <a:lnTo>
                    <a:pt x="7108" y="26464"/>
                  </a:lnTo>
                  <a:lnTo>
                    <a:pt x="4818" y="26681"/>
                  </a:lnTo>
                  <a:lnTo>
                    <a:pt x="3632" y="26449"/>
                  </a:lnTo>
                  <a:lnTo>
                    <a:pt x="2488" y="25977"/>
                  </a:lnTo>
                  <a:lnTo>
                    <a:pt x="1530" y="25336"/>
                  </a:lnTo>
                  <a:lnTo>
                    <a:pt x="782" y="24263"/>
                  </a:lnTo>
                  <a:lnTo>
                    <a:pt x="95" y="22467"/>
                  </a:lnTo>
                  <a:lnTo>
                    <a:pt x="0" y="21788"/>
                  </a:lnTo>
                  <a:lnTo>
                    <a:pt x="141" y="20269"/>
                  </a:lnTo>
                  <a:lnTo>
                    <a:pt x="507" y="19636"/>
                  </a:lnTo>
                  <a:lnTo>
                    <a:pt x="1456" y="18361"/>
                  </a:lnTo>
                  <a:lnTo>
                    <a:pt x="2124" y="17968"/>
                  </a:lnTo>
                  <a:lnTo>
                    <a:pt x="3565" y="17372"/>
                  </a:lnTo>
                  <a:lnTo>
                    <a:pt x="4322" y="17217"/>
                  </a:lnTo>
                  <a:lnTo>
                    <a:pt x="6055" y="17525"/>
                  </a:lnTo>
                  <a:lnTo>
                    <a:pt x="7790" y="17545"/>
                  </a:lnTo>
                  <a:lnTo>
                    <a:pt x="8549" y="17207"/>
                  </a:lnTo>
                  <a:lnTo>
                    <a:pt x="9253" y="16610"/>
                  </a:lnTo>
                  <a:lnTo>
                    <a:pt x="9775" y="15835"/>
                  </a:lnTo>
                  <a:lnTo>
                    <a:pt x="10951" y="15392"/>
                  </a:lnTo>
                  <a:lnTo>
                    <a:pt x="11291" y="15156"/>
                  </a:lnTo>
                  <a:lnTo>
                    <a:pt x="11668" y="14656"/>
                  </a:lnTo>
                  <a:lnTo>
                    <a:pt x="12082" y="13901"/>
                  </a:lnTo>
                  <a:lnTo>
                    <a:pt x="12159" y="13259"/>
                  </a:lnTo>
                  <a:lnTo>
                    <a:pt x="12489" y="12618"/>
                  </a:lnTo>
                  <a:lnTo>
                    <a:pt x="13576" y="11685"/>
                  </a:lnTo>
                  <a:lnTo>
                    <a:pt x="13194" y="11107"/>
                  </a:lnTo>
                  <a:lnTo>
                    <a:pt x="13343" y="10716"/>
                  </a:lnTo>
                  <a:lnTo>
                    <a:pt x="14077" y="10024"/>
                  </a:lnTo>
                  <a:lnTo>
                    <a:pt x="11868" y="9837"/>
                  </a:lnTo>
                  <a:lnTo>
                    <a:pt x="11129" y="9534"/>
                  </a:lnTo>
                  <a:lnTo>
                    <a:pt x="10405" y="9070"/>
                  </a:lnTo>
                  <a:lnTo>
                    <a:pt x="10614" y="8634"/>
                  </a:lnTo>
                  <a:lnTo>
                    <a:pt x="10886" y="8316"/>
                  </a:lnTo>
                  <a:lnTo>
                    <a:pt x="13089" y="7146"/>
                  </a:lnTo>
                  <a:lnTo>
                    <a:pt x="14045" y="6802"/>
                  </a:lnTo>
                  <a:lnTo>
                    <a:pt x="15095" y="6612"/>
                  </a:lnTo>
                  <a:lnTo>
                    <a:pt x="16143" y="6617"/>
                  </a:lnTo>
                  <a:lnTo>
                    <a:pt x="17265" y="6749"/>
                  </a:lnTo>
                  <a:lnTo>
                    <a:pt x="18365" y="6567"/>
                  </a:lnTo>
                  <a:lnTo>
                    <a:pt x="17205" y="5781"/>
                  </a:lnTo>
                  <a:lnTo>
                    <a:pt x="17109" y="5250"/>
                  </a:lnTo>
                  <a:lnTo>
                    <a:pt x="16654" y="3956"/>
                  </a:lnTo>
                  <a:lnTo>
                    <a:pt x="16739" y="3348"/>
                  </a:lnTo>
                  <a:lnTo>
                    <a:pt x="17242" y="2854"/>
                  </a:lnTo>
                  <a:lnTo>
                    <a:pt x="18249" y="2274"/>
                  </a:lnTo>
                  <a:lnTo>
                    <a:pt x="19712" y="2081"/>
                  </a:lnTo>
                  <a:lnTo>
                    <a:pt x="20861" y="1776"/>
                  </a:lnTo>
                  <a:lnTo>
                    <a:pt x="21992" y="1316"/>
                  </a:lnTo>
                  <a:lnTo>
                    <a:pt x="23056" y="1236"/>
                  </a:lnTo>
                  <a:lnTo>
                    <a:pt x="25188" y="1550"/>
                  </a:lnTo>
                  <a:lnTo>
                    <a:pt x="26241" y="1482"/>
                  </a:lnTo>
                  <a:lnTo>
                    <a:pt x="27427" y="1229"/>
                  </a:lnTo>
                  <a:lnTo>
                    <a:pt x="30723" y="245"/>
                  </a:lnTo>
                  <a:lnTo>
                    <a:pt x="31933" y="0"/>
                  </a:lnTo>
                  <a:lnTo>
                    <a:pt x="33226" y="61"/>
                  </a:lnTo>
                  <a:lnTo>
                    <a:pt x="34936" y="42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g1303"/>
            <p:cNvSpPr/>
            <p:nvPr/>
          </p:nvSpPr>
          <p:spPr>
            <a:xfrm>
              <a:off x="4684068" y="1393183"/>
              <a:ext cx="16181" cy="6656"/>
            </a:xfrm>
            <a:custGeom>
              <a:avLst/>
              <a:pathLst>
                <a:path w="16181" h="6656">
                  <a:moveTo>
                    <a:pt x="7131" y="5849"/>
                  </a:moveTo>
                  <a:lnTo>
                    <a:pt x="4354" y="6504"/>
                  </a:lnTo>
                  <a:lnTo>
                    <a:pt x="3578" y="6554"/>
                  </a:lnTo>
                  <a:lnTo>
                    <a:pt x="1878" y="6389"/>
                  </a:lnTo>
                  <a:lnTo>
                    <a:pt x="1140" y="6656"/>
                  </a:lnTo>
                  <a:lnTo>
                    <a:pt x="0" y="5995"/>
                  </a:lnTo>
                  <a:lnTo>
                    <a:pt x="97" y="5408"/>
                  </a:lnTo>
                  <a:lnTo>
                    <a:pt x="619" y="4814"/>
                  </a:lnTo>
                  <a:lnTo>
                    <a:pt x="933" y="4046"/>
                  </a:lnTo>
                  <a:lnTo>
                    <a:pt x="716" y="2162"/>
                  </a:lnTo>
                  <a:lnTo>
                    <a:pt x="2171" y="971"/>
                  </a:lnTo>
                  <a:lnTo>
                    <a:pt x="4066" y="512"/>
                  </a:lnTo>
                  <a:lnTo>
                    <a:pt x="9651" y="0"/>
                  </a:lnTo>
                  <a:lnTo>
                    <a:pt x="10436" y="142"/>
                  </a:lnTo>
                  <a:lnTo>
                    <a:pt x="11552" y="508"/>
                  </a:lnTo>
                  <a:lnTo>
                    <a:pt x="12408" y="929"/>
                  </a:lnTo>
                  <a:lnTo>
                    <a:pt x="13538" y="1983"/>
                  </a:lnTo>
                  <a:lnTo>
                    <a:pt x="14425" y="2403"/>
                  </a:lnTo>
                  <a:lnTo>
                    <a:pt x="15794" y="3225"/>
                  </a:lnTo>
                  <a:lnTo>
                    <a:pt x="16181" y="4039"/>
                  </a:lnTo>
                  <a:lnTo>
                    <a:pt x="16140" y="4748"/>
                  </a:lnTo>
                  <a:lnTo>
                    <a:pt x="13581" y="4908"/>
                  </a:lnTo>
                  <a:lnTo>
                    <a:pt x="9144" y="550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g1304"/>
            <p:cNvSpPr/>
            <p:nvPr/>
          </p:nvSpPr>
          <p:spPr>
            <a:xfrm>
              <a:off x="4742374" y="1392613"/>
              <a:ext cx="6366" cy="1614"/>
            </a:xfrm>
            <a:custGeom>
              <a:avLst/>
              <a:pathLst>
                <a:path w="6366" h="1614">
                  <a:moveTo>
                    <a:pt x="6366" y="1526"/>
                  </a:moveTo>
                  <a:lnTo>
                    <a:pt x="5451" y="1614"/>
                  </a:lnTo>
                  <a:lnTo>
                    <a:pt x="1432" y="1102"/>
                  </a:lnTo>
                  <a:lnTo>
                    <a:pt x="0" y="443"/>
                  </a:lnTo>
                  <a:lnTo>
                    <a:pt x="534" y="13"/>
                  </a:lnTo>
                  <a:lnTo>
                    <a:pt x="1585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g1305"/>
            <p:cNvSpPr/>
            <p:nvPr/>
          </p:nvSpPr>
          <p:spPr>
            <a:xfrm>
              <a:off x="4735385" y="1392357"/>
              <a:ext cx="6690" cy="1971"/>
            </a:xfrm>
            <a:custGeom>
              <a:avLst/>
              <a:pathLst>
                <a:path w="6690" h="1971">
                  <a:moveTo>
                    <a:pt x="1507" y="1631"/>
                  </a:moveTo>
                  <a:lnTo>
                    <a:pt x="0" y="1971"/>
                  </a:lnTo>
                  <a:lnTo>
                    <a:pt x="290" y="1342"/>
                  </a:lnTo>
                  <a:lnTo>
                    <a:pt x="2132" y="460"/>
                  </a:lnTo>
                  <a:lnTo>
                    <a:pt x="5542" y="0"/>
                  </a:lnTo>
                  <a:lnTo>
                    <a:pt x="6576" y="191"/>
                  </a:lnTo>
                  <a:lnTo>
                    <a:pt x="6690" y="339"/>
                  </a:lnTo>
                  <a:lnTo>
                    <a:pt x="5266" y="1285"/>
                  </a:lnTo>
                  <a:lnTo>
                    <a:pt x="4567" y="159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g1306"/>
            <p:cNvSpPr/>
            <p:nvPr/>
          </p:nvSpPr>
          <p:spPr>
            <a:xfrm>
              <a:off x="5344105" y="1387596"/>
              <a:ext cx="36005" cy="9682"/>
            </a:xfrm>
            <a:custGeom>
              <a:avLst/>
              <a:pathLst>
                <a:path w="36005" h="9682">
                  <a:moveTo>
                    <a:pt x="23645" y="265"/>
                  </a:moveTo>
                  <a:lnTo>
                    <a:pt x="26012" y="883"/>
                  </a:lnTo>
                  <a:lnTo>
                    <a:pt x="27943" y="1560"/>
                  </a:lnTo>
                  <a:lnTo>
                    <a:pt x="34609" y="4828"/>
                  </a:lnTo>
                  <a:lnTo>
                    <a:pt x="35243" y="5496"/>
                  </a:lnTo>
                  <a:lnTo>
                    <a:pt x="35746" y="6360"/>
                  </a:lnTo>
                  <a:lnTo>
                    <a:pt x="36005" y="9324"/>
                  </a:lnTo>
                  <a:lnTo>
                    <a:pt x="35628" y="9535"/>
                  </a:lnTo>
                  <a:lnTo>
                    <a:pt x="33185" y="9682"/>
                  </a:lnTo>
                  <a:lnTo>
                    <a:pt x="29858" y="9346"/>
                  </a:lnTo>
                  <a:lnTo>
                    <a:pt x="27449" y="9228"/>
                  </a:lnTo>
                  <a:lnTo>
                    <a:pt x="25134" y="9234"/>
                  </a:lnTo>
                  <a:lnTo>
                    <a:pt x="23092" y="8832"/>
                  </a:lnTo>
                  <a:lnTo>
                    <a:pt x="18080" y="8425"/>
                  </a:lnTo>
                  <a:lnTo>
                    <a:pt x="14164" y="7332"/>
                  </a:lnTo>
                  <a:lnTo>
                    <a:pt x="10108" y="6540"/>
                  </a:lnTo>
                  <a:lnTo>
                    <a:pt x="9245" y="6456"/>
                  </a:lnTo>
                  <a:lnTo>
                    <a:pt x="6688" y="6689"/>
                  </a:lnTo>
                  <a:lnTo>
                    <a:pt x="3229" y="7720"/>
                  </a:lnTo>
                  <a:lnTo>
                    <a:pt x="2266" y="7806"/>
                  </a:lnTo>
                  <a:lnTo>
                    <a:pt x="945" y="7806"/>
                  </a:lnTo>
                  <a:lnTo>
                    <a:pt x="0" y="6823"/>
                  </a:lnTo>
                  <a:lnTo>
                    <a:pt x="2219" y="6504"/>
                  </a:lnTo>
                  <a:lnTo>
                    <a:pt x="4443" y="6380"/>
                  </a:lnTo>
                  <a:lnTo>
                    <a:pt x="6576" y="6024"/>
                  </a:lnTo>
                  <a:lnTo>
                    <a:pt x="8590" y="4887"/>
                  </a:lnTo>
                  <a:lnTo>
                    <a:pt x="9573" y="3986"/>
                  </a:lnTo>
                  <a:lnTo>
                    <a:pt x="11336" y="1916"/>
                  </a:lnTo>
                  <a:lnTo>
                    <a:pt x="12280" y="1163"/>
                  </a:lnTo>
                  <a:lnTo>
                    <a:pt x="13237" y="684"/>
                  </a:lnTo>
                  <a:lnTo>
                    <a:pt x="14232" y="536"/>
                  </a:lnTo>
                  <a:lnTo>
                    <a:pt x="15386" y="600"/>
                  </a:lnTo>
                  <a:lnTo>
                    <a:pt x="18887" y="149"/>
                  </a:lnTo>
                  <a:lnTo>
                    <a:pt x="21251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g1307"/>
            <p:cNvSpPr/>
            <p:nvPr/>
          </p:nvSpPr>
          <p:spPr>
            <a:xfrm>
              <a:off x="5198883" y="1387204"/>
              <a:ext cx="3000" cy="1326"/>
            </a:xfrm>
            <a:custGeom>
              <a:avLst/>
              <a:pathLst>
                <a:path w="3000" h="1326">
                  <a:moveTo>
                    <a:pt x="1960" y="1296"/>
                  </a:moveTo>
                  <a:lnTo>
                    <a:pt x="1381" y="1326"/>
                  </a:lnTo>
                  <a:lnTo>
                    <a:pt x="290" y="954"/>
                  </a:lnTo>
                  <a:lnTo>
                    <a:pt x="0" y="456"/>
                  </a:lnTo>
                  <a:lnTo>
                    <a:pt x="7" y="204"/>
                  </a:lnTo>
                  <a:lnTo>
                    <a:pt x="888" y="0"/>
                  </a:lnTo>
                  <a:lnTo>
                    <a:pt x="2004" y="128"/>
                  </a:lnTo>
                  <a:lnTo>
                    <a:pt x="2849" y="594"/>
                  </a:lnTo>
                  <a:lnTo>
                    <a:pt x="3000" y="76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g1308"/>
            <p:cNvSpPr/>
            <p:nvPr/>
          </p:nvSpPr>
          <p:spPr>
            <a:xfrm>
              <a:off x="4806090" y="1384295"/>
              <a:ext cx="7574" cy="1563"/>
            </a:xfrm>
            <a:custGeom>
              <a:avLst/>
              <a:pathLst>
                <a:path w="7574" h="1563">
                  <a:moveTo>
                    <a:pt x="6918" y="1113"/>
                  </a:moveTo>
                  <a:lnTo>
                    <a:pt x="6414" y="1439"/>
                  </a:lnTo>
                  <a:lnTo>
                    <a:pt x="5981" y="1394"/>
                  </a:lnTo>
                  <a:lnTo>
                    <a:pt x="5609" y="1563"/>
                  </a:lnTo>
                  <a:lnTo>
                    <a:pt x="3228" y="1063"/>
                  </a:lnTo>
                  <a:lnTo>
                    <a:pt x="0" y="836"/>
                  </a:lnTo>
                  <a:lnTo>
                    <a:pt x="805" y="316"/>
                  </a:lnTo>
                  <a:lnTo>
                    <a:pt x="3141" y="0"/>
                  </a:lnTo>
                  <a:lnTo>
                    <a:pt x="6581" y="407"/>
                  </a:lnTo>
                  <a:lnTo>
                    <a:pt x="7574" y="86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g1309"/>
            <p:cNvSpPr/>
            <p:nvPr/>
          </p:nvSpPr>
          <p:spPr>
            <a:xfrm>
              <a:off x="4801469" y="1384158"/>
              <a:ext cx="3600" cy="1464"/>
            </a:xfrm>
            <a:custGeom>
              <a:avLst/>
              <a:pathLst>
                <a:path w="3600" h="1464">
                  <a:moveTo>
                    <a:pt x="3600" y="984"/>
                  </a:moveTo>
                  <a:lnTo>
                    <a:pt x="2681" y="1464"/>
                  </a:lnTo>
                  <a:lnTo>
                    <a:pt x="1407" y="1194"/>
                  </a:lnTo>
                  <a:lnTo>
                    <a:pt x="493" y="867"/>
                  </a:lnTo>
                  <a:lnTo>
                    <a:pt x="0" y="422"/>
                  </a:lnTo>
                  <a:lnTo>
                    <a:pt x="501" y="169"/>
                  </a:lnTo>
                  <a:lnTo>
                    <a:pt x="1856" y="0"/>
                  </a:lnTo>
                  <a:lnTo>
                    <a:pt x="2664" y="179"/>
                  </a:lnTo>
                  <a:lnTo>
                    <a:pt x="3401" y="70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g1310"/>
            <p:cNvSpPr/>
            <p:nvPr/>
          </p:nvSpPr>
          <p:spPr>
            <a:xfrm>
              <a:off x="5303437" y="1382876"/>
              <a:ext cx="8251" cy="5137"/>
            </a:xfrm>
            <a:custGeom>
              <a:avLst/>
              <a:pathLst>
                <a:path w="8251" h="5137">
                  <a:moveTo>
                    <a:pt x="7667" y="4738"/>
                  </a:moveTo>
                  <a:lnTo>
                    <a:pt x="6950" y="5137"/>
                  </a:lnTo>
                  <a:lnTo>
                    <a:pt x="6286" y="4522"/>
                  </a:lnTo>
                  <a:lnTo>
                    <a:pt x="3098" y="2703"/>
                  </a:lnTo>
                  <a:lnTo>
                    <a:pt x="2331" y="1840"/>
                  </a:lnTo>
                  <a:lnTo>
                    <a:pt x="583" y="1027"/>
                  </a:lnTo>
                  <a:lnTo>
                    <a:pt x="145" y="720"/>
                  </a:lnTo>
                  <a:lnTo>
                    <a:pt x="0" y="0"/>
                  </a:lnTo>
                  <a:lnTo>
                    <a:pt x="2283" y="466"/>
                  </a:lnTo>
                  <a:lnTo>
                    <a:pt x="6147" y="2274"/>
                  </a:lnTo>
                  <a:lnTo>
                    <a:pt x="8251" y="374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g1311"/>
            <p:cNvSpPr/>
            <p:nvPr/>
          </p:nvSpPr>
          <p:spPr>
            <a:xfrm>
              <a:off x="5348041" y="1382591"/>
              <a:ext cx="9421" cy="4953"/>
            </a:xfrm>
            <a:custGeom>
              <a:avLst/>
              <a:pathLst>
                <a:path w="9421" h="4953">
                  <a:moveTo>
                    <a:pt x="8596" y="3826"/>
                  </a:moveTo>
                  <a:lnTo>
                    <a:pt x="3837" y="4953"/>
                  </a:lnTo>
                  <a:lnTo>
                    <a:pt x="2913" y="4911"/>
                  </a:lnTo>
                  <a:lnTo>
                    <a:pt x="772" y="3754"/>
                  </a:lnTo>
                  <a:lnTo>
                    <a:pt x="0" y="1248"/>
                  </a:lnTo>
                  <a:lnTo>
                    <a:pt x="870" y="516"/>
                  </a:lnTo>
                  <a:lnTo>
                    <a:pt x="1880" y="230"/>
                  </a:lnTo>
                  <a:lnTo>
                    <a:pt x="2893" y="102"/>
                  </a:lnTo>
                  <a:lnTo>
                    <a:pt x="7073" y="0"/>
                  </a:lnTo>
                  <a:lnTo>
                    <a:pt x="7973" y="127"/>
                  </a:lnTo>
                  <a:lnTo>
                    <a:pt x="8864" y="433"/>
                  </a:lnTo>
                  <a:lnTo>
                    <a:pt x="9252" y="898"/>
                  </a:lnTo>
                  <a:lnTo>
                    <a:pt x="9421" y="1477"/>
                  </a:lnTo>
                  <a:lnTo>
                    <a:pt x="8943" y="311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g1312"/>
            <p:cNvSpPr/>
            <p:nvPr/>
          </p:nvSpPr>
          <p:spPr>
            <a:xfrm>
              <a:off x="4820959" y="1379219"/>
              <a:ext cx="4573" cy="1614"/>
            </a:xfrm>
            <a:custGeom>
              <a:avLst/>
              <a:pathLst>
                <a:path w="4573" h="1614">
                  <a:moveTo>
                    <a:pt x="3496" y="782"/>
                  </a:moveTo>
                  <a:lnTo>
                    <a:pt x="3036" y="1614"/>
                  </a:lnTo>
                  <a:lnTo>
                    <a:pt x="373" y="1188"/>
                  </a:lnTo>
                  <a:lnTo>
                    <a:pt x="0" y="851"/>
                  </a:lnTo>
                  <a:lnTo>
                    <a:pt x="1427" y="349"/>
                  </a:lnTo>
                  <a:lnTo>
                    <a:pt x="2747" y="44"/>
                  </a:lnTo>
                  <a:lnTo>
                    <a:pt x="4573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g1313"/>
            <p:cNvSpPr/>
            <p:nvPr/>
          </p:nvSpPr>
          <p:spPr>
            <a:xfrm>
              <a:off x="5077479" y="1378753"/>
              <a:ext cx="17822" cy="6330"/>
            </a:xfrm>
            <a:custGeom>
              <a:avLst/>
              <a:pathLst>
                <a:path w="17822" h="6330">
                  <a:moveTo>
                    <a:pt x="17822" y="2071"/>
                  </a:moveTo>
                  <a:lnTo>
                    <a:pt x="17499" y="2733"/>
                  </a:lnTo>
                  <a:lnTo>
                    <a:pt x="16989" y="3233"/>
                  </a:lnTo>
                  <a:lnTo>
                    <a:pt x="16608" y="3853"/>
                  </a:lnTo>
                  <a:lnTo>
                    <a:pt x="15958" y="4319"/>
                  </a:lnTo>
                  <a:lnTo>
                    <a:pt x="13947" y="4911"/>
                  </a:lnTo>
                  <a:lnTo>
                    <a:pt x="12373" y="6221"/>
                  </a:lnTo>
                  <a:lnTo>
                    <a:pt x="12100" y="6330"/>
                  </a:lnTo>
                  <a:lnTo>
                    <a:pt x="6550" y="5617"/>
                  </a:lnTo>
                  <a:lnTo>
                    <a:pt x="5692" y="5380"/>
                  </a:lnTo>
                  <a:lnTo>
                    <a:pt x="3866" y="4599"/>
                  </a:lnTo>
                  <a:lnTo>
                    <a:pt x="1320" y="3849"/>
                  </a:lnTo>
                  <a:lnTo>
                    <a:pt x="0" y="2732"/>
                  </a:lnTo>
                  <a:lnTo>
                    <a:pt x="630" y="2519"/>
                  </a:lnTo>
                  <a:lnTo>
                    <a:pt x="1268" y="2436"/>
                  </a:lnTo>
                  <a:lnTo>
                    <a:pt x="3560" y="2582"/>
                  </a:lnTo>
                  <a:lnTo>
                    <a:pt x="4217" y="2234"/>
                  </a:lnTo>
                  <a:lnTo>
                    <a:pt x="4535" y="1292"/>
                  </a:lnTo>
                  <a:lnTo>
                    <a:pt x="4597" y="735"/>
                  </a:lnTo>
                  <a:lnTo>
                    <a:pt x="4770" y="309"/>
                  </a:lnTo>
                  <a:lnTo>
                    <a:pt x="5497" y="0"/>
                  </a:lnTo>
                  <a:lnTo>
                    <a:pt x="13702" y="967"/>
                  </a:lnTo>
                  <a:lnTo>
                    <a:pt x="16866" y="150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g1314"/>
            <p:cNvSpPr/>
            <p:nvPr/>
          </p:nvSpPr>
          <p:spPr>
            <a:xfrm>
              <a:off x="4838643" y="1372562"/>
              <a:ext cx="8190" cy="2260"/>
            </a:xfrm>
            <a:custGeom>
              <a:avLst/>
              <a:pathLst>
                <a:path w="8190" h="2260">
                  <a:moveTo>
                    <a:pt x="3732" y="160"/>
                  </a:moveTo>
                  <a:lnTo>
                    <a:pt x="4527" y="416"/>
                  </a:lnTo>
                  <a:lnTo>
                    <a:pt x="7019" y="12"/>
                  </a:lnTo>
                  <a:lnTo>
                    <a:pt x="7507" y="143"/>
                  </a:lnTo>
                  <a:lnTo>
                    <a:pt x="8190" y="738"/>
                  </a:lnTo>
                  <a:lnTo>
                    <a:pt x="7125" y="1825"/>
                  </a:lnTo>
                  <a:lnTo>
                    <a:pt x="6325" y="2260"/>
                  </a:lnTo>
                  <a:lnTo>
                    <a:pt x="4100" y="2015"/>
                  </a:lnTo>
                  <a:lnTo>
                    <a:pt x="1248" y="1979"/>
                  </a:lnTo>
                  <a:lnTo>
                    <a:pt x="0" y="1385"/>
                  </a:lnTo>
                  <a:lnTo>
                    <a:pt x="681" y="751"/>
                  </a:lnTo>
                  <a:lnTo>
                    <a:pt x="2326" y="374"/>
                  </a:lnTo>
                  <a:lnTo>
                    <a:pt x="3281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g1315"/>
            <p:cNvSpPr/>
            <p:nvPr/>
          </p:nvSpPr>
          <p:spPr>
            <a:xfrm>
              <a:off x="4793628" y="1365270"/>
              <a:ext cx="6821" cy="3745"/>
            </a:xfrm>
            <a:custGeom>
              <a:avLst/>
              <a:pathLst>
                <a:path w="6821" h="3745">
                  <a:moveTo>
                    <a:pt x="6355" y="1342"/>
                  </a:moveTo>
                  <a:lnTo>
                    <a:pt x="6700" y="1794"/>
                  </a:lnTo>
                  <a:lnTo>
                    <a:pt x="6821" y="2302"/>
                  </a:lnTo>
                  <a:lnTo>
                    <a:pt x="6421" y="2464"/>
                  </a:lnTo>
                  <a:lnTo>
                    <a:pt x="5198" y="2436"/>
                  </a:lnTo>
                  <a:lnTo>
                    <a:pt x="4521" y="3745"/>
                  </a:lnTo>
                  <a:lnTo>
                    <a:pt x="3826" y="3526"/>
                  </a:lnTo>
                  <a:lnTo>
                    <a:pt x="3405" y="2777"/>
                  </a:lnTo>
                  <a:lnTo>
                    <a:pt x="1864" y="3279"/>
                  </a:lnTo>
                  <a:lnTo>
                    <a:pt x="1458" y="3162"/>
                  </a:lnTo>
                  <a:lnTo>
                    <a:pt x="744" y="2575"/>
                  </a:lnTo>
                  <a:lnTo>
                    <a:pt x="298" y="2455"/>
                  </a:lnTo>
                  <a:lnTo>
                    <a:pt x="0" y="2060"/>
                  </a:lnTo>
                  <a:lnTo>
                    <a:pt x="2001" y="895"/>
                  </a:lnTo>
                  <a:lnTo>
                    <a:pt x="3231" y="1514"/>
                  </a:lnTo>
                  <a:lnTo>
                    <a:pt x="4030" y="1473"/>
                  </a:lnTo>
                  <a:lnTo>
                    <a:pt x="3871" y="775"/>
                  </a:lnTo>
                  <a:lnTo>
                    <a:pt x="3899" y="249"/>
                  </a:lnTo>
                  <a:lnTo>
                    <a:pt x="4931" y="29"/>
                  </a:lnTo>
                  <a:lnTo>
                    <a:pt x="6291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g1316"/>
            <p:cNvSpPr/>
            <p:nvPr/>
          </p:nvSpPr>
          <p:spPr>
            <a:xfrm>
              <a:off x="5405250" y="1364347"/>
              <a:ext cx="44218" cy="11288"/>
            </a:xfrm>
            <a:custGeom>
              <a:avLst/>
              <a:pathLst>
                <a:path w="44218" h="11288">
                  <a:moveTo>
                    <a:pt x="6118" y="2943"/>
                  </a:moveTo>
                  <a:lnTo>
                    <a:pt x="8626" y="3033"/>
                  </a:lnTo>
                  <a:lnTo>
                    <a:pt x="12252" y="2005"/>
                  </a:lnTo>
                  <a:lnTo>
                    <a:pt x="12757" y="1970"/>
                  </a:lnTo>
                  <a:lnTo>
                    <a:pt x="21607" y="2346"/>
                  </a:lnTo>
                  <a:lnTo>
                    <a:pt x="22330" y="2710"/>
                  </a:lnTo>
                  <a:lnTo>
                    <a:pt x="22425" y="3421"/>
                  </a:lnTo>
                  <a:lnTo>
                    <a:pt x="22144" y="3799"/>
                  </a:lnTo>
                  <a:lnTo>
                    <a:pt x="22010" y="4315"/>
                  </a:lnTo>
                  <a:lnTo>
                    <a:pt x="23099" y="4817"/>
                  </a:lnTo>
                  <a:lnTo>
                    <a:pt x="25957" y="4932"/>
                  </a:lnTo>
                  <a:lnTo>
                    <a:pt x="27764" y="4459"/>
                  </a:lnTo>
                  <a:lnTo>
                    <a:pt x="33082" y="4703"/>
                  </a:lnTo>
                  <a:lnTo>
                    <a:pt x="37421" y="5056"/>
                  </a:lnTo>
                  <a:lnTo>
                    <a:pt x="39093" y="5827"/>
                  </a:lnTo>
                  <a:lnTo>
                    <a:pt x="40384" y="6241"/>
                  </a:lnTo>
                  <a:lnTo>
                    <a:pt x="41457" y="6721"/>
                  </a:lnTo>
                  <a:lnTo>
                    <a:pt x="42236" y="6438"/>
                  </a:lnTo>
                  <a:lnTo>
                    <a:pt x="42969" y="5948"/>
                  </a:lnTo>
                  <a:lnTo>
                    <a:pt x="43599" y="5849"/>
                  </a:lnTo>
                  <a:lnTo>
                    <a:pt x="44218" y="5931"/>
                  </a:lnTo>
                  <a:lnTo>
                    <a:pt x="42552" y="8887"/>
                  </a:lnTo>
                  <a:lnTo>
                    <a:pt x="41927" y="9245"/>
                  </a:lnTo>
                  <a:lnTo>
                    <a:pt x="39571" y="9972"/>
                  </a:lnTo>
                  <a:lnTo>
                    <a:pt x="34906" y="10969"/>
                  </a:lnTo>
                  <a:lnTo>
                    <a:pt x="32624" y="11286"/>
                  </a:lnTo>
                  <a:lnTo>
                    <a:pt x="27452" y="11288"/>
                  </a:lnTo>
                  <a:lnTo>
                    <a:pt x="20325" y="10898"/>
                  </a:lnTo>
                  <a:lnTo>
                    <a:pt x="18390" y="10546"/>
                  </a:lnTo>
                  <a:lnTo>
                    <a:pt x="17250" y="10104"/>
                  </a:lnTo>
                  <a:lnTo>
                    <a:pt x="15065" y="9063"/>
                  </a:lnTo>
                  <a:lnTo>
                    <a:pt x="13986" y="8687"/>
                  </a:lnTo>
                  <a:lnTo>
                    <a:pt x="10487" y="8334"/>
                  </a:lnTo>
                  <a:lnTo>
                    <a:pt x="9418" y="8136"/>
                  </a:lnTo>
                  <a:lnTo>
                    <a:pt x="7345" y="7242"/>
                  </a:lnTo>
                  <a:lnTo>
                    <a:pt x="5248" y="6521"/>
                  </a:lnTo>
                  <a:lnTo>
                    <a:pt x="0" y="5348"/>
                  </a:lnTo>
                  <a:lnTo>
                    <a:pt x="355" y="3992"/>
                  </a:lnTo>
                  <a:lnTo>
                    <a:pt x="1032" y="2622"/>
                  </a:lnTo>
                  <a:lnTo>
                    <a:pt x="1839" y="1407"/>
                  </a:lnTo>
                  <a:lnTo>
                    <a:pt x="2743" y="328"/>
                  </a:lnTo>
                  <a:lnTo>
                    <a:pt x="3680" y="0"/>
                  </a:lnTo>
                  <a:lnTo>
                    <a:pt x="5699" y="995"/>
                  </a:lnTo>
                  <a:lnTo>
                    <a:pt x="5673" y="213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g1317"/>
            <p:cNvSpPr/>
            <p:nvPr/>
          </p:nvSpPr>
          <p:spPr>
            <a:xfrm>
              <a:off x="5304052" y="1360672"/>
              <a:ext cx="6783" cy="6461"/>
            </a:xfrm>
            <a:custGeom>
              <a:avLst/>
              <a:pathLst>
                <a:path w="6783" h="6461">
                  <a:moveTo>
                    <a:pt x="4699" y="6076"/>
                  </a:moveTo>
                  <a:lnTo>
                    <a:pt x="2780" y="6461"/>
                  </a:lnTo>
                  <a:lnTo>
                    <a:pt x="0" y="6356"/>
                  </a:lnTo>
                  <a:lnTo>
                    <a:pt x="199" y="5328"/>
                  </a:lnTo>
                  <a:lnTo>
                    <a:pt x="676" y="4873"/>
                  </a:lnTo>
                  <a:lnTo>
                    <a:pt x="1331" y="3749"/>
                  </a:lnTo>
                  <a:lnTo>
                    <a:pt x="1033" y="2912"/>
                  </a:lnTo>
                  <a:lnTo>
                    <a:pt x="1196" y="1887"/>
                  </a:lnTo>
                  <a:lnTo>
                    <a:pt x="1531" y="1101"/>
                  </a:lnTo>
                  <a:lnTo>
                    <a:pt x="2333" y="0"/>
                  </a:lnTo>
                  <a:lnTo>
                    <a:pt x="3181" y="652"/>
                  </a:lnTo>
                  <a:lnTo>
                    <a:pt x="3758" y="1618"/>
                  </a:lnTo>
                  <a:lnTo>
                    <a:pt x="4284" y="2104"/>
                  </a:lnTo>
                  <a:lnTo>
                    <a:pt x="6389" y="3064"/>
                  </a:lnTo>
                  <a:lnTo>
                    <a:pt x="6783" y="3343"/>
                  </a:lnTo>
                  <a:lnTo>
                    <a:pt x="5027" y="4509"/>
                  </a:lnTo>
                  <a:lnTo>
                    <a:pt x="4855" y="5009"/>
                  </a:lnTo>
                  <a:lnTo>
                    <a:pt x="5379" y="567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g1318"/>
            <p:cNvSpPr/>
            <p:nvPr/>
          </p:nvSpPr>
          <p:spPr>
            <a:xfrm>
              <a:off x="5465894" y="1355796"/>
              <a:ext cx="3096" cy="1520"/>
            </a:xfrm>
            <a:custGeom>
              <a:avLst/>
              <a:pathLst>
                <a:path w="3096" h="1520">
                  <a:moveTo>
                    <a:pt x="3096" y="1019"/>
                  </a:moveTo>
                  <a:lnTo>
                    <a:pt x="2154" y="1520"/>
                  </a:lnTo>
                  <a:lnTo>
                    <a:pt x="0" y="714"/>
                  </a:lnTo>
                  <a:lnTo>
                    <a:pt x="796" y="279"/>
                  </a:lnTo>
                  <a:lnTo>
                    <a:pt x="2278" y="0"/>
                  </a:lnTo>
                  <a:lnTo>
                    <a:pt x="2615" y="134"/>
                  </a:lnTo>
                  <a:lnTo>
                    <a:pt x="2887" y="43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g1319"/>
            <p:cNvSpPr/>
            <p:nvPr/>
          </p:nvSpPr>
          <p:spPr>
            <a:xfrm>
              <a:off x="5318202" y="1355728"/>
              <a:ext cx="79587" cy="21523"/>
            </a:xfrm>
            <a:custGeom>
              <a:avLst/>
              <a:pathLst>
                <a:path w="79587" h="21523">
                  <a:moveTo>
                    <a:pt x="29338" y="5171"/>
                  </a:moveTo>
                  <a:lnTo>
                    <a:pt x="30316" y="5438"/>
                  </a:lnTo>
                  <a:lnTo>
                    <a:pt x="31473" y="5262"/>
                  </a:lnTo>
                  <a:lnTo>
                    <a:pt x="32558" y="5632"/>
                  </a:lnTo>
                  <a:lnTo>
                    <a:pt x="33572" y="7112"/>
                  </a:lnTo>
                  <a:lnTo>
                    <a:pt x="34049" y="7483"/>
                  </a:lnTo>
                  <a:lnTo>
                    <a:pt x="34574" y="7751"/>
                  </a:lnTo>
                  <a:lnTo>
                    <a:pt x="35090" y="7888"/>
                  </a:lnTo>
                  <a:lnTo>
                    <a:pt x="36596" y="7936"/>
                  </a:lnTo>
                  <a:lnTo>
                    <a:pt x="37290" y="7639"/>
                  </a:lnTo>
                  <a:lnTo>
                    <a:pt x="37809" y="6962"/>
                  </a:lnTo>
                  <a:lnTo>
                    <a:pt x="37774" y="6279"/>
                  </a:lnTo>
                  <a:lnTo>
                    <a:pt x="37643" y="5590"/>
                  </a:lnTo>
                  <a:lnTo>
                    <a:pt x="37636" y="4642"/>
                  </a:lnTo>
                  <a:lnTo>
                    <a:pt x="37868" y="3798"/>
                  </a:lnTo>
                  <a:lnTo>
                    <a:pt x="38199" y="3280"/>
                  </a:lnTo>
                  <a:lnTo>
                    <a:pt x="38646" y="2939"/>
                  </a:lnTo>
                  <a:lnTo>
                    <a:pt x="41170" y="1896"/>
                  </a:lnTo>
                  <a:lnTo>
                    <a:pt x="42931" y="872"/>
                  </a:lnTo>
                  <a:lnTo>
                    <a:pt x="45360" y="1278"/>
                  </a:lnTo>
                  <a:lnTo>
                    <a:pt x="47813" y="2177"/>
                  </a:lnTo>
                  <a:lnTo>
                    <a:pt x="52154" y="4129"/>
                  </a:lnTo>
                  <a:lnTo>
                    <a:pt x="54133" y="4690"/>
                  </a:lnTo>
                  <a:lnTo>
                    <a:pt x="56567" y="5199"/>
                  </a:lnTo>
                  <a:lnTo>
                    <a:pt x="59011" y="5385"/>
                  </a:lnTo>
                  <a:lnTo>
                    <a:pt x="60203" y="5263"/>
                  </a:lnTo>
                  <a:lnTo>
                    <a:pt x="62557" y="4732"/>
                  </a:lnTo>
                  <a:lnTo>
                    <a:pt x="63748" y="4686"/>
                  </a:lnTo>
                  <a:lnTo>
                    <a:pt x="78596" y="8565"/>
                  </a:lnTo>
                  <a:lnTo>
                    <a:pt x="79112" y="8865"/>
                  </a:lnTo>
                  <a:lnTo>
                    <a:pt x="79587" y="9334"/>
                  </a:lnTo>
                  <a:lnTo>
                    <a:pt x="76403" y="9902"/>
                  </a:lnTo>
                  <a:lnTo>
                    <a:pt x="74319" y="10930"/>
                  </a:lnTo>
                  <a:lnTo>
                    <a:pt x="73596" y="11634"/>
                  </a:lnTo>
                  <a:lnTo>
                    <a:pt x="74424" y="12207"/>
                  </a:lnTo>
                  <a:lnTo>
                    <a:pt x="75079" y="12982"/>
                  </a:lnTo>
                  <a:lnTo>
                    <a:pt x="70578" y="15306"/>
                  </a:lnTo>
                  <a:lnTo>
                    <a:pt x="68764" y="15907"/>
                  </a:lnTo>
                  <a:lnTo>
                    <a:pt x="66907" y="16110"/>
                  </a:lnTo>
                  <a:lnTo>
                    <a:pt x="63181" y="15561"/>
                  </a:lnTo>
                  <a:lnTo>
                    <a:pt x="61007" y="15577"/>
                  </a:lnTo>
                  <a:lnTo>
                    <a:pt x="58871" y="15102"/>
                  </a:lnTo>
                  <a:lnTo>
                    <a:pt x="56522" y="13700"/>
                  </a:lnTo>
                  <a:lnTo>
                    <a:pt x="55558" y="12997"/>
                  </a:lnTo>
                  <a:lnTo>
                    <a:pt x="54700" y="12023"/>
                  </a:lnTo>
                  <a:lnTo>
                    <a:pt x="54417" y="10472"/>
                  </a:lnTo>
                  <a:lnTo>
                    <a:pt x="54747" y="9137"/>
                  </a:lnTo>
                  <a:lnTo>
                    <a:pt x="56007" y="8758"/>
                  </a:lnTo>
                  <a:lnTo>
                    <a:pt x="57127" y="7900"/>
                  </a:lnTo>
                  <a:lnTo>
                    <a:pt x="57283" y="7529"/>
                  </a:lnTo>
                  <a:lnTo>
                    <a:pt x="56709" y="6784"/>
                  </a:lnTo>
                  <a:lnTo>
                    <a:pt x="53017" y="6678"/>
                  </a:lnTo>
                  <a:lnTo>
                    <a:pt x="50712" y="7085"/>
                  </a:lnTo>
                  <a:lnTo>
                    <a:pt x="48614" y="7518"/>
                  </a:lnTo>
                  <a:lnTo>
                    <a:pt x="49228" y="10351"/>
                  </a:lnTo>
                  <a:lnTo>
                    <a:pt x="49680" y="11256"/>
                  </a:lnTo>
                  <a:lnTo>
                    <a:pt x="50303" y="11905"/>
                  </a:lnTo>
                  <a:lnTo>
                    <a:pt x="53634" y="14874"/>
                  </a:lnTo>
                  <a:lnTo>
                    <a:pt x="54392" y="15295"/>
                  </a:lnTo>
                  <a:lnTo>
                    <a:pt x="56594" y="15863"/>
                  </a:lnTo>
                  <a:lnTo>
                    <a:pt x="58470" y="17147"/>
                  </a:lnTo>
                  <a:lnTo>
                    <a:pt x="55161" y="18577"/>
                  </a:lnTo>
                  <a:lnTo>
                    <a:pt x="53722" y="19001"/>
                  </a:lnTo>
                  <a:lnTo>
                    <a:pt x="52271" y="19238"/>
                  </a:lnTo>
                  <a:lnTo>
                    <a:pt x="51379" y="19124"/>
                  </a:lnTo>
                  <a:lnTo>
                    <a:pt x="50518" y="18826"/>
                  </a:lnTo>
                  <a:lnTo>
                    <a:pt x="49541" y="18133"/>
                  </a:lnTo>
                  <a:lnTo>
                    <a:pt x="48745" y="17417"/>
                  </a:lnTo>
                  <a:lnTo>
                    <a:pt x="47679" y="16855"/>
                  </a:lnTo>
                  <a:lnTo>
                    <a:pt x="45419" y="16976"/>
                  </a:lnTo>
                  <a:lnTo>
                    <a:pt x="43352" y="17470"/>
                  </a:lnTo>
                  <a:lnTo>
                    <a:pt x="41275" y="17804"/>
                  </a:lnTo>
                  <a:lnTo>
                    <a:pt x="35128" y="18381"/>
                  </a:lnTo>
                  <a:lnTo>
                    <a:pt x="33266" y="18741"/>
                  </a:lnTo>
                  <a:lnTo>
                    <a:pt x="31411" y="18868"/>
                  </a:lnTo>
                  <a:lnTo>
                    <a:pt x="28981" y="18201"/>
                  </a:lnTo>
                  <a:lnTo>
                    <a:pt x="26589" y="17238"/>
                  </a:lnTo>
                  <a:lnTo>
                    <a:pt x="25861" y="17234"/>
                  </a:lnTo>
                  <a:lnTo>
                    <a:pt x="25148" y="17492"/>
                  </a:lnTo>
                  <a:lnTo>
                    <a:pt x="24601" y="18071"/>
                  </a:lnTo>
                  <a:lnTo>
                    <a:pt x="24263" y="18995"/>
                  </a:lnTo>
                  <a:lnTo>
                    <a:pt x="23485" y="20231"/>
                  </a:lnTo>
                  <a:lnTo>
                    <a:pt x="22497" y="21101"/>
                  </a:lnTo>
                  <a:lnTo>
                    <a:pt x="21453" y="21480"/>
                  </a:lnTo>
                  <a:lnTo>
                    <a:pt x="20354" y="21523"/>
                  </a:lnTo>
                  <a:lnTo>
                    <a:pt x="19243" y="21284"/>
                  </a:lnTo>
                  <a:lnTo>
                    <a:pt x="18145" y="20904"/>
                  </a:lnTo>
                  <a:lnTo>
                    <a:pt x="10829" y="19558"/>
                  </a:lnTo>
                  <a:lnTo>
                    <a:pt x="9968" y="19146"/>
                  </a:lnTo>
                  <a:lnTo>
                    <a:pt x="9152" y="18534"/>
                  </a:lnTo>
                  <a:lnTo>
                    <a:pt x="6957" y="16614"/>
                  </a:lnTo>
                  <a:lnTo>
                    <a:pt x="5869" y="16167"/>
                  </a:lnTo>
                  <a:lnTo>
                    <a:pt x="4723" y="15977"/>
                  </a:lnTo>
                  <a:lnTo>
                    <a:pt x="2557" y="15007"/>
                  </a:lnTo>
                  <a:lnTo>
                    <a:pt x="554" y="13455"/>
                  </a:lnTo>
                  <a:lnTo>
                    <a:pt x="138" y="12962"/>
                  </a:lnTo>
                  <a:lnTo>
                    <a:pt x="0" y="12192"/>
                  </a:lnTo>
                  <a:lnTo>
                    <a:pt x="328" y="11637"/>
                  </a:lnTo>
                  <a:lnTo>
                    <a:pt x="2065" y="11899"/>
                  </a:lnTo>
                  <a:lnTo>
                    <a:pt x="3236" y="11870"/>
                  </a:lnTo>
                  <a:lnTo>
                    <a:pt x="2531" y="9000"/>
                  </a:lnTo>
                  <a:lnTo>
                    <a:pt x="3038" y="6280"/>
                  </a:lnTo>
                  <a:lnTo>
                    <a:pt x="3886" y="5831"/>
                  </a:lnTo>
                  <a:lnTo>
                    <a:pt x="7179" y="6139"/>
                  </a:lnTo>
                  <a:lnTo>
                    <a:pt x="6110" y="5248"/>
                  </a:lnTo>
                  <a:lnTo>
                    <a:pt x="5236" y="4045"/>
                  </a:lnTo>
                  <a:lnTo>
                    <a:pt x="5798" y="3410"/>
                  </a:lnTo>
                  <a:lnTo>
                    <a:pt x="6411" y="2950"/>
                  </a:lnTo>
                  <a:lnTo>
                    <a:pt x="7821" y="2566"/>
                  </a:lnTo>
                  <a:lnTo>
                    <a:pt x="9738" y="2397"/>
                  </a:lnTo>
                  <a:lnTo>
                    <a:pt x="10321" y="2126"/>
                  </a:lnTo>
                  <a:lnTo>
                    <a:pt x="10864" y="1662"/>
                  </a:lnTo>
                  <a:lnTo>
                    <a:pt x="11920" y="1182"/>
                  </a:lnTo>
                  <a:lnTo>
                    <a:pt x="14030" y="971"/>
                  </a:lnTo>
                  <a:lnTo>
                    <a:pt x="17656" y="0"/>
                  </a:lnTo>
                  <a:lnTo>
                    <a:pt x="18655" y="41"/>
                  </a:lnTo>
                  <a:lnTo>
                    <a:pt x="19583" y="552"/>
                  </a:lnTo>
                  <a:lnTo>
                    <a:pt x="20449" y="1274"/>
                  </a:lnTo>
                  <a:lnTo>
                    <a:pt x="21416" y="1659"/>
                  </a:lnTo>
                  <a:lnTo>
                    <a:pt x="24416" y="2598"/>
                  </a:lnTo>
                  <a:lnTo>
                    <a:pt x="26449" y="343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g1320"/>
            <p:cNvSpPr/>
            <p:nvPr/>
          </p:nvSpPr>
          <p:spPr>
            <a:xfrm>
              <a:off x="4924287" y="1354255"/>
              <a:ext cx="12325" cy="2561"/>
            </a:xfrm>
            <a:custGeom>
              <a:avLst/>
              <a:pathLst>
                <a:path w="12325" h="2561">
                  <a:moveTo>
                    <a:pt x="11554" y="380"/>
                  </a:moveTo>
                  <a:lnTo>
                    <a:pt x="12325" y="579"/>
                  </a:lnTo>
                  <a:lnTo>
                    <a:pt x="12095" y="1173"/>
                  </a:lnTo>
                  <a:lnTo>
                    <a:pt x="11122" y="999"/>
                  </a:lnTo>
                  <a:lnTo>
                    <a:pt x="9835" y="1300"/>
                  </a:lnTo>
                  <a:lnTo>
                    <a:pt x="9860" y="1783"/>
                  </a:lnTo>
                  <a:lnTo>
                    <a:pt x="9361" y="2561"/>
                  </a:lnTo>
                  <a:lnTo>
                    <a:pt x="7546" y="2090"/>
                  </a:lnTo>
                  <a:lnTo>
                    <a:pt x="5046" y="2024"/>
                  </a:lnTo>
                  <a:lnTo>
                    <a:pt x="3476" y="1558"/>
                  </a:lnTo>
                  <a:lnTo>
                    <a:pt x="0" y="1264"/>
                  </a:lnTo>
                  <a:lnTo>
                    <a:pt x="103" y="610"/>
                  </a:lnTo>
                  <a:lnTo>
                    <a:pt x="650" y="227"/>
                  </a:lnTo>
                  <a:lnTo>
                    <a:pt x="2680" y="777"/>
                  </a:lnTo>
                  <a:lnTo>
                    <a:pt x="4494" y="160"/>
                  </a:lnTo>
                  <a:lnTo>
                    <a:pt x="7945" y="467"/>
                  </a:lnTo>
                  <a:lnTo>
                    <a:pt x="9078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g1321"/>
            <p:cNvSpPr/>
            <p:nvPr/>
          </p:nvSpPr>
          <p:spPr>
            <a:xfrm>
              <a:off x="4937799" y="1353559"/>
              <a:ext cx="2967" cy="2326"/>
            </a:xfrm>
            <a:custGeom>
              <a:avLst/>
              <a:pathLst>
                <a:path w="2967" h="2326">
                  <a:moveTo>
                    <a:pt x="1083" y="2176"/>
                  </a:moveTo>
                  <a:lnTo>
                    <a:pt x="553" y="2326"/>
                  </a:lnTo>
                  <a:lnTo>
                    <a:pt x="143" y="2224"/>
                  </a:lnTo>
                  <a:lnTo>
                    <a:pt x="0" y="2068"/>
                  </a:lnTo>
                  <a:lnTo>
                    <a:pt x="8" y="1358"/>
                  </a:lnTo>
                  <a:lnTo>
                    <a:pt x="885" y="433"/>
                  </a:lnTo>
                  <a:lnTo>
                    <a:pt x="907" y="145"/>
                  </a:lnTo>
                  <a:lnTo>
                    <a:pt x="1311" y="0"/>
                  </a:lnTo>
                  <a:lnTo>
                    <a:pt x="2373" y="164"/>
                  </a:lnTo>
                  <a:lnTo>
                    <a:pt x="2894" y="555"/>
                  </a:lnTo>
                  <a:lnTo>
                    <a:pt x="2967" y="734"/>
                  </a:lnTo>
                  <a:lnTo>
                    <a:pt x="2221" y="165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g1322"/>
            <p:cNvSpPr/>
            <p:nvPr/>
          </p:nvSpPr>
          <p:spPr>
            <a:xfrm>
              <a:off x="5081883" y="1349534"/>
              <a:ext cx="6545" cy="2702"/>
            </a:xfrm>
            <a:custGeom>
              <a:avLst/>
              <a:pathLst>
                <a:path w="6545" h="2702">
                  <a:moveTo>
                    <a:pt x="4816" y="319"/>
                  </a:moveTo>
                  <a:lnTo>
                    <a:pt x="6277" y="1266"/>
                  </a:lnTo>
                  <a:lnTo>
                    <a:pt x="6545" y="1872"/>
                  </a:lnTo>
                  <a:lnTo>
                    <a:pt x="6104" y="2015"/>
                  </a:lnTo>
                  <a:lnTo>
                    <a:pt x="5842" y="2243"/>
                  </a:lnTo>
                  <a:lnTo>
                    <a:pt x="5731" y="2669"/>
                  </a:lnTo>
                  <a:lnTo>
                    <a:pt x="5323" y="2702"/>
                  </a:lnTo>
                  <a:lnTo>
                    <a:pt x="4029" y="2231"/>
                  </a:lnTo>
                  <a:lnTo>
                    <a:pt x="3102" y="1475"/>
                  </a:lnTo>
                  <a:lnTo>
                    <a:pt x="1748" y="1317"/>
                  </a:lnTo>
                  <a:lnTo>
                    <a:pt x="319" y="569"/>
                  </a:lnTo>
                  <a:lnTo>
                    <a:pt x="0" y="245"/>
                  </a:lnTo>
                  <a:lnTo>
                    <a:pt x="399" y="152"/>
                  </a:lnTo>
                  <a:lnTo>
                    <a:pt x="2956" y="354"/>
                  </a:lnTo>
                  <a:lnTo>
                    <a:pt x="4022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g1323"/>
            <p:cNvSpPr/>
            <p:nvPr/>
          </p:nvSpPr>
          <p:spPr>
            <a:xfrm>
              <a:off x="4943201" y="1348657"/>
              <a:ext cx="2630" cy="1705"/>
            </a:xfrm>
            <a:custGeom>
              <a:avLst/>
              <a:pathLst>
                <a:path w="2630" h="1705">
                  <a:moveTo>
                    <a:pt x="2630" y="1497"/>
                  </a:moveTo>
                  <a:lnTo>
                    <a:pt x="2127" y="1705"/>
                  </a:lnTo>
                  <a:lnTo>
                    <a:pt x="1135" y="1617"/>
                  </a:lnTo>
                  <a:lnTo>
                    <a:pt x="296" y="1085"/>
                  </a:lnTo>
                  <a:lnTo>
                    <a:pt x="0" y="238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g1324"/>
            <p:cNvSpPr/>
            <p:nvPr/>
          </p:nvSpPr>
          <p:spPr>
            <a:xfrm>
              <a:off x="5426538" y="1347606"/>
              <a:ext cx="9534" cy="1866"/>
            </a:xfrm>
            <a:custGeom>
              <a:avLst/>
              <a:pathLst>
                <a:path w="9534" h="1866">
                  <a:moveTo>
                    <a:pt x="7110" y="1703"/>
                  </a:moveTo>
                  <a:lnTo>
                    <a:pt x="0" y="1866"/>
                  </a:lnTo>
                  <a:lnTo>
                    <a:pt x="468" y="1466"/>
                  </a:lnTo>
                  <a:lnTo>
                    <a:pt x="3036" y="495"/>
                  </a:lnTo>
                  <a:lnTo>
                    <a:pt x="9534" y="0"/>
                  </a:lnTo>
                  <a:lnTo>
                    <a:pt x="8228" y="486"/>
                  </a:lnTo>
                  <a:lnTo>
                    <a:pt x="7626" y="146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g1325"/>
            <p:cNvSpPr/>
            <p:nvPr/>
          </p:nvSpPr>
          <p:spPr>
            <a:xfrm>
              <a:off x="4531207" y="1344405"/>
              <a:ext cx="143603" cy="51807"/>
            </a:xfrm>
            <a:custGeom>
              <a:avLst/>
              <a:pathLst>
                <a:path w="143603" h="51807">
                  <a:moveTo>
                    <a:pt x="132474" y="10795"/>
                  </a:moveTo>
                  <a:lnTo>
                    <a:pt x="128689" y="11859"/>
                  </a:lnTo>
                  <a:lnTo>
                    <a:pt x="126434" y="12600"/>
                  </a:lnTo>
                  <a:lnTo>
                    <a:pt x="124222" y="13101"/>
                  </a:lnTo>
                  <a:lnTo>
                    <a:pt x="121992" y="13453"/>
                  </a:lnTo>
                  <a:lnTo>
                    <a:pt x="118444" y="14336"/>
                  </a:lnTo>
                  <a:lnTo>
                    <a:pt x="112169" y="15439"/>
                  </a:lnTo>
                  <a:lnTo>
                    <a:pt x="108219" y="16348"/>
                  </a:lnTo>
                  <a:lnTo>
                    <a:pt x="103895" y="17063"/>
                  </a:lnTo>
                  <a:lnTo>
                    <a:pt x="99335" y="18019"/>
                  </a:lnTo>
                  <a:lnTo>
                    <a:pt x="94763" y="18675"/>
                  </a:lnTo>
                  <a:lnTo>
                    <a:pt x="93629" y="18729"/>
                  </a:lnTo>
                  <a:lnTo>
                    <a:pt x="90386" y="19645"/>
                  </a:lnTo>
                  <a:lnTo>
                    <a:pt x="87825" y="20026"/>
                  </a:lnTo>
                  <a:lnTo>
                    <a:pt x="78555" y="22091"/>
                  </a:lnTo>
                  <a:lnTo>
                    <a:pt x="74298" y="23598"/>
                  </a:lnTo>
                  <a:lnTo>
                    <a:pt x="73071" y="23721"/>
                  </a:lnTo>
                  <a:lnTo>
                    <a:pt x="71836" y="23665"/>
                  </a:lnTo>
                  <a:lnTo>
                    <a:pt x="70822" y="24137"/>
                  </a:lnTo>
                  <a:lnTo>
                    <a:pt x="69862" y="24952"/>
                  </a:lnTo>
                  <a:lnTo>
                    <a:pt x="67860" y="25774"/>
                  </a:lnTo>
                  <a:lnTo>
                    <a:pt x="66852" y="26511"/>
                  </a:lnTo>
                  <a:lnTo>
                    <a:pt x="65812" y="27100"/>
                  </a:lnTo>
                  <a:lnTo>
                    <a:pt x="65208" y="27289"/>
                  </a:lnTo>
                  <a:lnTo>
                    <a:pt x="64058" y="27230"/>
                  </a:lnTo>
                  <a:lnTo>
                    <a:pt x="63507" y="27293"/>
                  </a:lnTo>
                  <a:lnTo>
                    <a:pt x="61627" y="27951"/>
                  </a:lnTo>
                  <a:lnTo>
                    <a:pt x="61289" y="28465"/>
                  </a:lnTo>
                  <a:lnTo>
                    <a:pt x="63311" y="28808"/>
                  </a:lnTo>
                  <a:lnTo>
                    <a:pt x="63751" y="29387"/>
                  </a:lnTo>
                  <a:lnTo>
                    <a:pt x="63162" y="29795"/>
                  </a:lnTo>
                  <a:lnTo>
                    <a:pt x="61853" y="30330"/>
                  </a:lnTo>
                  <a:lnTo>
                    <a:pt x="61112" y="30894"/>
                  </a:lnTo>
                  <a:lnTo>
                    <a:pt x="59765" y="31462"/>
                  </a:lnTo>
                  <a:lnTo>
                    <a:pt x="58840" y="31619"/>
                  </a:lnTo>
                  <a:lnTo>
                    <a:pt x="56617" y="31601"/>
                  </a:lnTo>
                  <a:lnTo>
                    <a:pt x="56497" y="32304"/>
                  </a:lnTo>
                  <a:lnTo>
                    <a:pt x="56846" y="32737"/>
                  </a:lnTo>
                  <a:lnTo>
                    <a:pt x="56668" y="33120"/>
                  </a:lnTo>
                  <a:lnTo>
                    <a:pt x="55924" y="33494"/>
                  </a:lnTo>
                  <a:lnTo>
                    <a:pt x="55185" y="33445"/>
                  </a:lnTo>
                  <a:lnTo>
                    <a:pt x="51819" y="32339"/>
                  </a:lnTo>
                  <a:lnTo>
                    <a:pt x="51269" y="32718"/>
                  </a:lnTo>
                  <a:lnTo>
                    <a:pt x="51032" y="33485"/>
                  </a:lnTo>
                  <a:lnTo>
                    <a:pt x="50929" y="34307"/>
                  </a:lnTo>
                  <a:lnTo>
                    <a:pt x="50502" y="34926"/>
                  </a:lnTo>
                  <a:lnTo>
                    <a:pt x="49929" y="35232"/>
                  </a:lnTo>
                  <a:lnTo>
                    <a:pt x="48868" y="35551"/>
                  </a:lnTo>
                  <a:lnTo>
                    <a:pt x="45144" y="35046"/>
                  </a:lnTo>
                  <a:lnTo>
                    <a:pt x="44837" y="35530"/>
                  </a:lnTo>
                  <a:lnTo>
                    <a:pt x="45403" y="36121"/>
                  </a:lnTo>
                  <a:lnTo>
                    <a:pt x="46195" y="37429"/>
                  </a:lnTo>
                  <a:lnTo>
                    <a:pt x="46378" y="37970"/>
                  </a:lnTo>
                  <a:lnTo>
                    <a:pt x="45932" y="38833"/>
                  </a:lnTo>
                  <a:lnTo>
                    <a:pt x="44262" y="40207"/>
                  </a:lnTo>
                  <a:lnTo>
                    <a:pt x="37885" y="41812"/>
                  </a:lnTo>
                  <a:lnTo>
                    <a:pt x="37990" y="42368"/>
                  </a:lnTo>
                  <a:lnTo>
                    <a:pt x="38699" y="43429"/>
                  </a:lnTo>
                  <a:lnTo>
                    <a:pt x="38878" y="44091"/>
                  </a:lnTo>
                  <a:lnTo>
                    <a:pt x="38619" y="44723"/>
                  </a:lnTo>
                  <a:lnTo>
                    <a:pt x="37777" y="45224"/>
                  </a:lnTo>
                  <a:lnTo>
                    <a:pt x="36845" y="45238"/>
                  </a:lnTo>
                  <a:lnTo>
                    <a:pt x="36337" y="45136"/>
                  </a:lnTo>
                  <a:lnTo>
                    <a:pt x="34869" y="44437"/>
                  </a:lnTo>
                  <a:lnTo>
                    <a:pt x="33587" y="44264"/>
                  </a:lnTo>
                  <a:lnTo>
                    <a:pt x="33377" y="44591"/>
                  </a:lnTo>
                  <a:lnTo>
                    <a:pt x="35017" y="45547"/>
                  </a:lnTo>
                  <a:lnTo>
                    <a:pt x="35758" y="46772"/>
                  </a:lnTo>
                  <a:lnTo>
                    <a:pt x="34975" y="47440"/>
                  </a:lnTo>
                  <a:lnTo>
                    <a:pt x="31896" y="48917"/>
                  </a:lnTo>
                  <a:lnTo>
                    <a:pt x="30283" y="50840"/>
                  </a:lnTo>
                  <a:lnTo>
                    <a:pt x="27164" y="51708"/>
                  </a:lnTo>
                  <a:lnTo>
                    <a:pt x="25236" y="51807"/>
                  </a:lnTo>
                  <a:lnTo>
                    <a:pt x="23324" y="51571"/>
                  </a:lnTo>
                  <a:lnTo>
                    <a:pt x="21491" y="51128"/>
                  </a:lnTo>
                  <a:lnTo>
                    <a:pt x="16900" y="50975"/>
                  </a:lnTo>
                  <a:lnTo>
                    <a:pt x="14354" y="50484"/>
                  </a:lnTo>
                  <a:lnTo>
                    <a:pt x="11768" y="49622"/>
                  </a:lnTo>
                  <a:lnTo>
                    <a:pt x="9515" y="49684"/>
                  </a:lnTo>
                  <a:lnTo>
                    <a:pt x="7596" y="50115"/>
                  </a:lnTo>
                  <a:lnTo>
                    <a:pt x="5080" y="51057"/>
                  </a:lnTo>
                  <a:lnTo>
                    <a:pt x="3487" y="49243"/>
                  </a:lnTo>
                  <a:lnTo>
                    <a:pt x="4178" y="48392"/>
                  </a:lnTo>
                  <a:lnTo>
                    <a:pt x="716" y="46229"/>
                  </a:lnTo>
                  <a:lnTo>
                    <a:pt x="0" y="45266"/>
                  </a:lnTo>
                  <a:lnTo>
                    <a:pt x="837" y="44787"/>
                  </a:lnTo>
                  <a:lnTo>
                    <a:pt x="1897" y="44483"/>
                  </a:lnTo>
                  <a:lnTo>
                    <a:pt x="3889" y="43598"/>
                  </a:lnTo>
                  <a:lnTo>
                    <a:pt x="5898" y="42902"/>
                  </a:lnTo>
                  <a:lnTo>
                    <a:pt x="7973" y="42684"/>
                  </a:lnTo>
                  <a:lnTo>
                    <a:pt x="8323" y="42568"/>
                  </a:lnTo>
                  <a:lnTo>
                    <a:pt x="9181" y="41531"/>
                  </a:lnTo>
                  <a:lnTo>
                    <a:pt x="10107" y="40669"/>
                  </a:lnTo>
                  <a:lnTo>
                    <a:pt x="10950" y="40204"/>
                  </a:lnTo>
                  <a:lnTo>
                    <a:pt x="11920" y="39402"/>
                  </a:lnTo>
                  <a:lnTo>
                    <a:pt x="14929" y="36152"/>
                  </a:lnTo>
                  <a:lnTo>
                    <a:pt x="15643" y="35921"/>
                  </a:lnTo>
                  <a:lnTo>
                    <a:pt x="21905" y="35291"/>
                  </a:lnTo>
                  <a:lnTo>
                    <a:pt x="22462" y="35085"/>
                  </a:lnTo>
                  <a:lnTo>
                    <a:pt x="20667" y="34442"/>
                  </a:lnTo>
                  <a:lnTo>
                    <a:pt x="18816" y="34456"/>
                  </a:lnTo>
                  <a:lnTo>
                    <a:pt x="17962" y="34248"/>
                  </a:lnTo>
                  <a:lnTo>
                    <a:pt x="17478" y="33768"/>
                  </a:lnTo>
                  <a:lnTo>
                    <a:pt x="17212" y="33250"/>
                  </a:lnTo>
                  <a:lnTo>
                    <a:pt x="17945" y="32851"/>
                  </a:lnTo>
                  <a:lnTo>
                    <a:pt x="20348" y="30901"/>
                  </a:lnTo>
                  <a:lnTo>
                    <a:pt x="23226" y="29486"/>
                  </a:lnTo>
                  <a:lnTo>
                    <a:pt x="25883" y="28655"/>
                  </a:lnTo>
                  <a:lnTo>
                    <a:pt x="25218" y="28434"/>
                  </a:lnTo>
                  <a:lnTo>
                    <a:pt x="24381" y="27869"/>
                  </a:lnTo>
                  <a:lnTo>
                    <a:pt x="21146" y="28010"/>
                  </a:lnTo>
                  <a:lnTo>
                    <a:pt x="19870" y="27237"/>
                  </a:lnTo>
                  <a:lnTo>
                    <a:pt x="19473" y="26793"/>
                  </a:lnTo>
                  <a:lnTo>
                    <a:pt x="19367" y="26315"/>
                  </a:lnTo>
                  <a:lnTo>
                    <a:pt x="20414" y="25708"/>
                  </a:lnTo>
                  <a:lnTo>
                    <a:pt x="21501" y="25347"/>
                  </a:lnTo>
                  <a:lnTo>
                    <a:pt x="22699" y="25454"/>
                  </a:lnTo>
                  <a:lnTo>
                    <a:pt x="23895" y="25765"/>
                  </a:lnTo>
                  <a:lnTo>
                    <a:pt x="24845" y="26129"/>
                  </a:lnTo>
                  <a:lnTo>
                    <a:pt x="25755" y="26716"/>
                  </a:lnTo>
                  <a:lnTo>
                    <a:pt x="26560" y="26693"/>
                  </a:lnTo>
                  <a:lnTo>
                    <a:pt x="29455" y="24648"/>
                  </a:lnTo>
                  <a:lnTo>
                    <a:pt x="29010" y="24183"/>
                  </a:lnTo>
                  <a:lnTo>
                    <a:pt x="28823" y="23476"/>
                  </a:lnTo>
                  <a:lnTo>
                    <a:pt x="29153" y="23155"/>
                  </a:lnTo>
                  <a:lnTo>
                    <a:pt x="30525" y="22825"/>
                  </a:lnTo>
                  <a:lnTo>
                    <a:pt x="31453" y="22703"/>
                  </a:lnTo>
                  <a:lnTo>
                    <a:pt x="33480" y="22851"/>
                  </a:lnTo>
                  <a:lnTo>
                    <a:pt x="36366" y="23297"/>
                  </a:lnTo>
                  <a:lnTo>
                    <a:pt x="36600" y="23085"/>
                  </a:lnTo>
                  <a:lnTo>
                    <a:pt x="37325" y="21718"/>
                  </a:lnTo>
                  <a:lnTo>
                    <a:pt x="38037" y="20989"/>
                  </a:lnTo>
                  <a:lnTo>
                    <a:pt x="40972" y="19792"/>
                  </a:lnTo>
                  <a:lnTo>
                    <a:pt x="40772" y="19423"/>
                  </a:lnTo>
                  <a:lnTo>
                    <a:pt x="40638" y="18808"/>
                  </a:lnTo>
                  <a:lnTo>
                    <a:pt x="44044" y="18017"/>
                  </a:lnTo>
                  <a:lnTo>
                    <a:pt x="46261" y="17222"/>
                  </a:lnTo>
                  <a:lnTo>
                    <a:pt x="48423" y="16134"/>
                  </a:lnTo>
                  <a:lnTo>
                    <a:pt x="49497" y="15898"/>
                  </a:lnTo>
                  <a:lnTo>
                    <a:pt x="50592" y="15870"/>
                  </a:lnTo>
                  <a:lnTo>
                    <a:pt x="52826" y="15405"/>
                  </a:lnTo>
                  <a:lnTo>
                    <a:pt x="56944" y="14864"/>
                  </a:lnTo>
                  <a:lnTo>
                    <a:pt x="59349" y="14334"/>
                  </a:lnTo>
                  <a:lnTo>
                    <a:pt x="60126" y="13181"/>
                  </a:lnTo>
                  <a:lnTo>
                    <a:pt x="61650" y="12767"/>
                  </a:lnTo>
                  <a:lnTo>
                    <a:pt x="64742" y="12593"/>
                  </a:lnTo>
                  <a:lnTo>
                    <a:pt x="65919" y="12658"/>
                  </a:lnTo>
                  <a:lnTo>
                    <a:pt x="66587" y="13149"/>
                  </a:lnTo>
                  <a:lnTo>
                    <a:pt x="67921" y="13114"/>
                  </a:lnTo>
                  <a:lnTo>
                    <a:pt x="68447" y="12864"/>
                  </a:lnTo>
                  <a:lnTo>
                    <a:pt x="68978" y="12437"/>
                  </a:lnTo>
                  <a:lnTo>
                    <a:pt x="68818" y="11751"/>
                  </a:lnTo>
                  <a:lnTo>
                    <a:pt x="68794" y="10860"/>
                  </a:lnTo>
                  <a:lnTo>
                    <a:pt x="69953" y="10294"/>
                  </a:lnTo>
                  <a:lnTo>
                    <a:pt x="70376" y="10175"/>
                  </a:lnTo>
                  <a:lnTo>
                    <a:pt x="73856" y="9946"/>
                  </a:lnTo>
                  <a:lnTo>
                    <a:pt x="75915" y="10050"/>
                  </a:lnTo>
                  <a:lnTo>
                    <a:pt x="80174" y="10739"/>
                  </a:lnTo>
                  <a:lnTo>
                    <a:pt x="82386" y="10894"/>
                  </a:lnTo>
                  <a:lnTo>
                    <a:pt x="85328" y="10689"/>
                  </a:lnTo>
                  <a:lnTo>
                    <a:pt x="87120" y="10808"/>
                  </a:lnTo>
                  <a:lnTo>
                    <a:pt x="92368" y="9792"/>
                  </a:lnTo>
                  <a:lnTo>
                    <a:pt x="101236" y="8834"/>
                  </a:lnTo>
                  <a:lnTo>
                    <a:pt x="103545" y="8167"/>
                  </a:lnTo>
                  <a:lnTo>
                    <a:pt x="105839" y="7353"/>
                  </a:lnTo>
                  <a:lnTo>
                    <a:pt x="107001" y="7181"/>
                  </a:lnTo>
                  <a:lnTo>
                    <a:pt x="108177" y="7140"/>
                  </a:lnTo>
                  <a:lnTo>
                    <a:pt x="109242" y="6885"/>
                  </a:lnTo>
                  <a:lnTo>
                    <a:pt x="111311" y="6189"/>
                  </a:lnTo>
                  <a:lnTo>
                    <a:pt x="112337" y="6038"/>
                  </a:lnTo>
                  <a:lnTo>
                    <a:pt x="113456" y="6029"/>
                  </a:lnTo>
                  <a:lnTo>
                    <a:pt x="114475" y="5554"/>
                  </a:lnTo>
                  <a:lnTo>
                    <a:pt x="115383" y="4514"/>
                  </a:lnTo>
                  <a:lnTo>
                    <a:pt x="116368" y="3702"/>
                  </a:lnTo>
                  <a:lnTo>
                    <a:pt x="119038" y="2657"/>
                  </a:lnTo>
                  <a:lnTo>
                    <a:pt x="123614" y="1223"/>
                  </a:lnTo>
                  <a:lnTo>
                    <a:pt x="127728" y="666"/>
                  </a:lnTo>
                  <a:lnTo>
                    <a:pt x="130294" y="53"/>
                  </a:lnTo>
                  <a:lnTo>
                    <a:pt x="131400" y="0"/>
                  </a:lnTo>
                  <a:lnTo>
                    <a:pt x="134858" y="292"/>
                  </a:lnTo>
                  <a:lnTo>
                    <a:pt x="139290" y="1086"/>
                  </a:lnTo>
                  <a:lnTo>
                    <a:pt x="141308" y="1965"/>
                  </a:lnTo>
                  <a:lnTo>
                    <a:pt x="142956" y="3096"/>
                  </a:lnTo>
                  <a:lnTo>
                    <a:pt x="143320" y="3501"/>
                  </a:lnTo>
                  <a:lnTo>
                    <a:pt x="143603" y="4238"/>
                  </a:lnTo>
                  <a:lnTo>
                    <a:pt x="143119" y="4907"/>
                  </a:lnTo>
                  <a:lnTo>
                    <a:pt x="142811" y="5594"/>
                  </a:lnTo>
                  <a:lnTo>
                    <a:pt x="143207" y="6117"/>
                  </a:lnTo>
                  <a:lnTo>
                    <a:pt x="139979" y="7840"/>
                  </a:lnTo>
                  <a:lnTo>
                    <a:pt x="136798" y="9736"/>
                  </a:lnTo>
                  <a:lnTo>
                    <a:pt x="136259" y="1013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g1326"/>
            <p:cNvSpPr/>
            <p:nvPr/>
          </p:nvSpPr>
          <p:spPr>
            <a:xfrm>
              <a:off x="4923901" y="1341699"/>
              <a:ext cx="12219" cy="3215"/>
            </a:xfrm>
            <a:custGeom>
              <a:avLst/>
              <a:pathLst>
                <a:path w="12219" h="3215">
                  <a:moveTo>
                    <a:pt x="9604" y="2494"/>
                  </a:moveTo>
                  <a:lnTo>
                    <a:pt x="9301" y="2764"/>
                  </a:lnTo>
                  <a:lnTo>
                    <a:pt x="8888" y="2976"/>
                  </a:lnTo>
                  <a:lnTo>
                    <a:pt x="7768" y="2831"/>
                  </a:lnTo>
                  <a:lnTo>
                    <a:pt x="5528" y="3215"/>
                  </a:lnTo>
                  <a:lnTo>
                    <a:pt x="4687" y="2997"/>
                  </a:lnTo>
                  <a:lnTo>
                    <a:pt x="3884" y="2568"/>
                  </a:lnTo>
                  <a:lnTo>
                    <a:pt x="887" y="2705"/>
                  </a:lnTo>
                  <a:lnTo>
                    <a:pt x="0" y="2603"/>
                  </a:lnTo>
                  <a:lnTo>
                    <a:pt x="1422" y="2078"/>
                  </a:lnTo>
                  <a:lnTo>
                    <a:pt x="5523" y="1505"/>
                  </a:lnTo>
                  <a:lnTo>
                    <a:pt x="11902" y="0"/>
                  </a:lnTo>
                  <a:lnTo>
                    <a:pt x="12219" y="717"/>
                  </a:lnTo>
                  <a:lnTo>
                    <a:pt x="12214" y="1058"/>
                  </a:lnTo>
                  <a:lnTo>
                    <a:pt x="10917" y="187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g1327"/>
            <p:cNvSpPr/>
            <p:nvPr/>
          </p:nvSpPr>
          <p:spPr>
            <a:xfrm>
              <a:off x="4865919" y="1340228"/>
              <a:ext cx="5088" cy="1772"/>
            </a:xfrm>
            <a:custGeom>
              <a:avLst/>
              <a:pathLst>
                <a:path w="5088" h="1772">
                  <a:moveTo>
                    <a:pt x="3524" y="1704"/>
                  </a:moveTo>
                  <a:lnTo>
                    <a:pt x="1493" y="1772"/>
                  </a:lnTo>
                  <a:lnTo>
                    <a:pt x="355" y="1410"/>
                  </a:lnTo>
                  <a:lnTo>
                    <a:pt x="0" y="1174"/>
                  </a:lnTo>
                  <a:lnTo>
                    <a:pt x="556" y="544"/>
                  </a:lnTo>
                  <a:lnTo>
                    <a:pt x="1322" y="133"/>
                  </a:lnTo>
                  <a:lnTo>
                    <a:pt x="4489" y="0"/>
                  </a:lnTo>
                  <a:lnTo>
                    <a:pt x="5088" y="428"/>
                  </a:lnTo>
                  <a:lnTo>
                    <a:pt x="4958" y="78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g1328"/>
            <p:cNvSpPr/>
            <p:nvPr/>
          </p:nvSpPr>
          <p:spPr>
            <a:xfrm>
              <a:off x="5037423" y="1339724"/>
              <a:ext cx="3878" cy="1473"/>
            </a:xfrm>
            <a:custGeom>
              <a:avLst/>
              <a:pathLst>
                <a:path w="3878" h="1473">
                  <a:moveTo>
                    <a:pt x="1373" y="1456"/>
                  </a:moveTo>
                  <a:lnTo>
                    <a:pt x="309" y="1473"/>
                  </a:lnTo>
                  <a:lnTo>
                    <a:pt x="0" y="810"/>
                  </a:lnTo>
                  <a:lnTo>
                    <a:pt x="916" y="6"/>
                  </a:lnTo>
                  <a:lnTo>
                    <a:pt x="2052" y="0"/>
                  </a:lnTo>
                  <a:lnTo>
                    <a:pt x="3066" y="238"/>
                  </a:lnTo>
                  <a:lnTo>
                    <a:pt x="3403" y="382"/>
                  </a:lnTo>
                  <a:lnTo>
                    <a:pt x="3737" y="659"/>
                  </a:lnTo>
                  <a:lnTo>
                    <a:pt x="3878" y="109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g1329"/>
            <p:cNvSpPr/>
            <p:nvPr/>
          </p:nvSpPr>
          <p:spPr>
            <a:xfrm>
              <a:off x="4281339" y="1334377"/>
              <a:ext cx="1541343" cy="509532"/>
            </a:xfrm>
            <a:custGeom>
              <a:avLst/>
              <a:pathLst>
                <a:path w="1541343" h="509532">
                  <a:moveTo>
                    <a:pt x="977635" y="494144"/>
                  </a:moveTo>
                  <a:lnTo>
                    <a:pt x="977358" y="493792"/>
                  </a:lnTo>
                  <a:lnTo>
                    <a:pt x="977297" y="493168"/>
                  </a:lnTo>
                  <a:lnTo>
                    <a:pt x="976979" y="492567"/>
                  </a:lnTo>
                  <a:lnTo>
                    <a:pt x="976375" y="491743"/>
                  </a:lnTo>
                  <a:lnTo>
                    <a:pt x="976118" y="490896"/>
                  </a:lnTo>
                  <a:lnTo>
                    <a:pt x="976662" y="490451"/>
                  </a:lnTo>
                  <a:lnTo>
                    <a:pt x="976587" y="489671"/>
                  </a:lnTo>
                  <a:lnTo>
                    <a:pt x="976058" y="488958"/>
                  </a:lnTo>
                  <a:lnTo>
                    <a:pt x="975288" y="488802"/>
                  </a:lnTo>
                  <a:lnTo>
                    <a:pt x="975105" y="488602"/>
                  </a:lnTo>
                  <a:lnTo>
                    <a:pt x="975152" y="488223"/>
                  </a:lnTo>
                  <a:lnTo>
                    <a:pt x="975416" y="487827"/>
                  </a:lnTo>
                  <a:lnTo>
                    <a:pt x="975796" y="487497"/>
                  </a:lnTo>
                  <a:lnTo>
                    <a:pt x="976594" y="487043"/>
                  </a:lnTo>
                  <a:lnTo>
                    <a:pt x="977968" y="486706"/>
                  </a:lnTo>
                  <a:lnTo>
                    <a:pt x="978733" y="486413"/>
                  </a:lnTo>
                  <a:lnTo>
                    <a:pt x="979350" y="486322"/>
                  </a:lnTo>
                  <a:lnTo>
                    <a:pt x="980053" y="486484"/>
                  </a:lnTo>
                  <a:lnTo>
                    <a:pt x="980646" y="486046"/>
                  </a:lnTo>
                  <a:lnTo>
                    <a:pt x="981242" y="485779"/>
                  </a:lnTo>
                  <a:lnTo>
                    <a:pt x="981383" y="485025"/>
                  </a:lnTo>
                  <a:lnTo>
                    <a:pt x="981408" y="483885"/>
                  </a:lnTo>
                  <a:lnTo>
                    <a:pt x="981624" y="483545"/>
                  </a:lnTo>
                  <a:lnTo>
                    <a:pt x="981876" y="483054"/>
                  </a:lnTo>
                  <a:lnTo>
                    <a:pt x="982255" y="482433"/>
                  </a:lnTo>
                  <a:lnTo>
                    <a:pt x="982598" y="480821"/>
                  </a:lnTo>
                  <a:lnTo>
                    <a:pt x="982858" y="479706"/>
                  </a:lnTo>
                  <a:lnTo>
                    <a:pt x="983028" y="479142"/>
                  </a:lnTo>
                  <a:lnTo>
                    <a:pt x="983070" y="478376"/>
                  </a:lnTo>
                  <a:lnTo>
                    <a:pt x="982901" y="477874"/>
                  </a:lnTo>
                  <a:lnTo>
                    <a:pt x="982572" y="477575"/>
                  </a:lnTo>
                  <a:lnTo>
                    <a:pt x="982319" y="477364"/>
                  </a:lnTo>
                  <a:lnTo>
                    <a:pt x="982297" y="476506"/>
                  </a:lnTo>
                  <a:lnTo>
                    <a:pt x="982330" y="475337"/>
                  </a:lnTo>
                  <a:lnTo>
                    <a:pt x="982242" y="474586"/>
                  </a:lnTo>
                  <a:lnTo>
                    <a:pt x="982611" y="470427"/>
                  </a:lnTo>
                  <a:lnTo>
                    <a:pt x="983008" y="469470"/>
                  </a:lnTo>
                  <a:lnTo>
                    <a:pt x="981783" y="463924"/>
                  </a:lnTo>
                  <a:lnTo>
                    <a:pt x="981416" y="462160"/>
                  </a:lnTo>
                  <a:lnTo>
                    <a:pt x="981167" y="461267"/>
                  </a:lnTo>
                  <a:lnTo>
                    <a:pt x="980630" y="459962"/>
                  </a:lnTo>
                  <a:lnTo>
                    <a:pt x="980289" y="459310"/>
                  </a:lnTo>
                  <a:lnTo>
                    <a:pt x="980420" y="458691"/>
                  </a:lnTo>
                  <a:lnTo>
                    <a:pt x="980906" y="458070"/>
                  </a:lnTo>
                  <a:lnTo>
                    <a:pt x="981372" y="457775"/>
                  </a:lnTo>
                  <a:lnTo>
                    <a:pt x="982750" y="457634"/>
                  </a:lnTo>
                  <a:lnTo>
                    <a:pt x="983131" y="457411"/>
                  </a:lnTo>
                  <a:lnTo>
                    <a:pt x="984821" y="456743"/>
                  </a:lnTo>
                  <a:lnTo>
                    <a:pt x="985205" y="456337"/>
                  </a:lnTo>
                  <a:lnTo>
                    <a:pt x="986069" y="455353"/>
                  </a:lnTo>
                  <a:lnTo>
                    <a:pt x="986402" y="454615"/>
                  </a:lnTo>
                  <a:lnTo>
                    <a:pt x="986781" y="453656"/>
                  </a:lnTo>
                  <a:lnTo>
                    <a:pt x="987614" y="453136"/>
                  </a:lnTo>
                  <a:lnTo>
                    <a:pt x="988114" y="452262"/>
                  </a:lnTo>
                  <a:lnTo>
                    <a:pt x="988653" y="451961"/>
                  </a:lnTo>
                  <a:lnTo>
                    <a:pt x="989196" y="452702"/>
                  </a:lnTo>
                  <a:lnTo>
                    <a:pt x="989842" y="453117"/>
                  </a:lnTo>
                  <a:lnTo>
                    <a:pt x="990692" y="453368"/>
                  </a:lnTo>
                  <a:lnTo>
                    <a:pt x="991770" y="453685"/>
                  </a:lnTo>
                  <a:lnTo>
                    <a:pt x="993488" y="454289"/>
                  </a:lnTo>
                  <a:lnTo>
                    <a:pt x="995248" y="454807"/>
                  </a:lnTo>
                  <a:lnTo>
                    <a:pt x="996352" y="455213"/>
                  </a:lnTo>
                  <a:lnTo>
                    <a:pt x="996896" y="455396"/>
                  </a:lnTo>
                  <a:lnTo>
                    <a:pt x="997989" y="455667"/>
                  </a:lnTo>
                  <a:lnTo>
                    <a:pt x="998463" y="455878"/>
                  </a:lnTo>
                  <a:lnTo>
                    <a:pt x="998910" y="456103"/>
                  </a:lnTo>
                  <a:lnTo>
                    <a:pt x="999626" y="455480"/>
                  </a:lnTo>
                  <a:lnTo>
                    <a:pt x="1000589" y="454697"/>
                  </a:lnTo>
                  <a:lnTo>
                    <a:pt x="1000432" y="453445"/>
                  </a:lnTo>
                  <a:lnTo>
                    <a:pt x="1000588" y="452037"/>
                  </a:lnTo>
                  <a:lnTo>
                    <a:pt x="1001275" y="449618"/>
                  </a:lnTo>
                  <a:lnTo>
                    <a:pt x="1002041" y="448915"/>
                  </a:lnTo>
                  <a:lnTo>
                    <a:pt x="1002444" y="448806"/>
                  </a:lnTo>
                  <a:lnTo>
                    <a:pt x="1002878" y="448539"/>
                  </a:lnTo>
                  <a:lnTo>
                    <a:pt x="1003644" y="448086"/>
                  </a:lnTo>
                  <a:lnTo>
                    <a:pt x="1003920" y="447437"/>
                  </a:lnTo>
                  <a:lnTo>
                    <a:pt x="1003764" y="446686"/>
                  </a:lnTo>
                  <a:lnTo>
                    <a:pt x="1004016" y="445952"/>
                  </a:lnTo>
                  <a:lnTo>
                    <a:pt x="1004100" y="445216"/>
                  </a:lnTo>
                  <a:lnTo>
                    <a:pt x="1004369" y="444263"/>
                  </a:lnTo>
                  <a:lnTo>
                    <a:pt x="1004729" y="443998"/>
                  </a:lnTo>
                  <a:lnTo>
                    <a:pt x="1005267" y="443684"/>
                  </a:lnTo>
                  <a:lnTo>
                    <a:pt x="1005644" y="443197"/>
                  </a:lnTo>
                  <a:lnTo>
                    <a:pt x="1006003" y="442448"/>
                  </a:lnTo>
                  <a:lnTo>
                    <a:pt x="1006243" y="441601"/>
                  </a:lnTo>
                  <a:lnTo>
                    <a:pt x="1006144" y="440623"/>
                  </a:lnTo>
                  <a:lnTo>
                    <a:pt x="1006613" y="439979"/>
                  </a:lnTo>
                  <a:lnTo>
                    <a:pt x="1007394" y="439444"/>
                  </a:lnTo>
                  <a:lnTo>
                    <a:pt x="1007664" y="439117"/>
                  </a:lnTo>
                  <a:lnTo>
                    <a:pt x="1007791" y="438261"/>
                  </a:lnTo>
                  <a:lnTo>
                    <a:pt x="1007843" y="437885"/>
                  </a:lnTo>
                  <a:lnTo>
                    <a:pt x="1008056" y="437454"/>
                  </a:lnTo>
                  <a:lnTo>
                    <a:pt x="1007904" y="436567"/>
                  </a:lnTo>
                  <a:lnTo>
                    <a:pt x="1007714" y="435611"/>
                  </a:lnTo>
                  <a:lnTo>
                    <a:pt x="1008574" y="434005"/>
                  </a:lnTo>
                  <a:lnTo>
                    <a:pt x="1009190" y="432625"/>
                  </a:lnTo>
                  <a:lnTo>
                    <a:pt x="1009341" y="430603"/>
                  </a:lnTo>
                  <a:lnTo>
                    <a:pt x="1009411" y="430270"/>
                  </a:lnTo>
                  <a:lnTo>
                    <a:pt x="1009651" y="429311"/>
                  </a:lnTo>
                  <a:lnTo>
                    <a:pt x="1009794" y="428929"/>
                  </a:lnTo>
                  <a:lnTo>
                    <a:pt x="1010271" y="427662"/>
                  </a:lnTo>
                  <a:lnTo>
                    <a:pt x="1010888" y="426838"/>
                  </a:lnTo>
                  <a:lnTo>
                    <a:pt x="1010766" y="425915"/>
                  </a:lnTo>
                  <a:lnTo>
                    <a:pt x="1010518" y="425015"/>
                  </a:lnTo>
                  <a:lnTo>
                    <a:pt x="1010562" y="424409"/>
                  </a:lnTo>
                  <a:lnTo>
                    <a:pt x="1011106" y="423706"/>
                  </a:lnTo>
                  <a:lnTo>
                    <a:pt x="1011436" y="423356"/>
                  </a:lnTo>
                  <a:lnTo>
                    <a:pt x="1011727" y="422856"/>
                  </a:lnTo>
                  <a:lnTo>
                    <a:pt x="1012187" y="422634"/>
                  </a:lnTo>
                  <a:lnTo>
                    <a:pt x="1012595" y="422512"/>
                  </a:lnTo>
                  <a:lnTo>
                    <a:pt x="1013550" y="422385"/>
                  </a:lnTo>
                  <a:lnTo>
                    <a:pt x="1014103" y="421857"/>
                  </a:lnTo>
                  <a:lnTo>
                    <a:pt x="1014616" y="421317"/>
                  </a:lnTo>
                  <a:lnTo>
                    <a:pt x="1015559" y="419909"/>
                  </a:lnTo>
                  <a:lnTo>
                    <a:pt x="1015865" y="419077"/>
                  </a:lnTo>
                  <a:lnTo>
                    <a:pt x="1016094" y="418646"/>
                  </a:lnTo>
                  <a:lnTo>
                    <a:pt x="1015586" y="417446"/>
                  </a:lnTo>
                  <a:lnTo>
                    <a:pt x="1015128" y="416430"/>
                  </a:lnTo>
                  <a:lnTo>
                    <a:pt x="1014570" y="415022"/>
                  </a:lnTo>
                  <a:lnTo>
                    <a:pt x="1014331" y="414362"/>
                  </a:lnTo>
                  <a:lnTo>
                    <a:pt x="1014703" y="413520"/>
                  </a:lnTo>
                  <a:lnTo>
                    <a:pt x="1015099" y="413000"/>
                  </a:lnTo>
                  <a:lnTo>
                    <a:pt x="1015308" y="412538"/>
                  </a:lnTo>
                  <a:lnTo>
                    <a:pt x="1015417" y="411741"/>
                  </a:lnTo>
                  <a:lnTo>
                    <a:pt x="1015270" y="411135"/>
                  </a:lnTo>
                  <a:lnTo>
                    <a:pt x="1014308" y="410189"/>
                  </a:lnTo>
                  <a:lnTo>
                    <a:pt x="1013291" y="409721"/>
                  </a:lnTo>
                  <a:lnTo>
                    <a:pt x="1012145" y="409532"/>
                  </a:lnTo>
                  <a:lnTo>
                    <a:pt x="1011751" y="409468"/>
                  </a:lnTo>
                  <a:lnTo>
                    <a:pt x="1010923" y="409656"/>
                  </a:lnTo>
                  <a:lnTo>
                    <a:pt x="1007483" y="410859"/>
                  </a:lnTo>
                  <a:lnTo>
                    <a:pt x="1005871" y="411779"/>
                  </a:lnTo>
                  <a:lnTo>
                    <a:pt x="1004938" y="412821"/>
                  </a:lnTo>
                  <a:lnTo>
                    <a:pt x="1003946" y="413321"/>
                  </a:lnTo>
                  <a:lnTo>
                    <a:pt x="1002364" y="413261"/>
                  </a:lnTo>
                  <a:lnTo>
                    <a:pt x="1000878" y="413203"/>
                  </a:lnTo>
                  <a:lnTo>
                    <a:pt x="999705" y="413778"/>
                  </a:lnTo>
                  <a:lnTo>
                    <a:pt x="998353" y="414968"/>
                  </a:lnTo>
                  <a:lnTo>
                    <a:pt x="997366" y="415512"/>
                  </a:lnTo>
                  <a:lnTo>
                    <a:pt x="996745" y="415412"/>
                  </a:lnTo>
                  <a:lnTo>
                    <a:pt x="996080" y="416210"/>
                  </a:lnTo>
                  <a:lnTo>
                    <a:pt x="995370" y="417905"/>
                  </a:lnTo>
                  <a:lnTo>
                    <a:pt x="994560" y="418652"/>
                  </a:lnTo>
                  <a:lnTo>
                    <a:pt x="993651" y="418449"/>
                  </a:lnTo>
                  <a:lnTo>
                    <a:pt x="991472" y="418610"/>
                  </a:lnTo>
                  <a:lnTo>
                    <a:pt x="988023" y="419133"/>
                  </a:lnTo>
                  <a:lnTo>
                    <a:pt x="985861" y="419111"/>
                  </a:lnTo>
                  <a:lnTo>
                    <a:pt x="984986" y="418546"/>
                  </a:lnTo>
                  <a:lnTo>
                    <a:pt x="983615" y="418473"/>
                  </a:lnTo>
                  <a:lnTo>
                    <a:pt x="981746" y="418894"/>
                  </a:lnTo>
                  <a:lnTo>
                    <a:pt x="980619" y="418980"/>
                  </a:lnTo>
                  <a:lnTo>
                    <a:pt x="980233" y="418731"/>
                  </a:lnTo>
                  <a:lnTo>
                    <a:pt x="979958" y="418027"/>
                  </a:lnTo>
                  <a:lnTo>
                    <a:pt x="979793" y="416867"/>
                  </a:lnTo>
                  <a:lnTo>
                    <a:pt x="979161" y="415661"/>
                  </a:lnTo>
                  <a:lnTo>
                    <a:pt x="978064" y="414408"/>
                  </a:lnTo>
                  <a:lnTo>
                    <a:pt x="977870" y="412896"/>
                  </a:lnTo>
                  <a:lnTo>
                    <a:pt x="978580" y="411125"/>
                  </a:lnTo>
                  <a:lnTo>
                    <a:pt x="978742" y="409913"/>
                  </a:lnTo>
                  <a:lnTo>
                    <a:pt x="978356" y="409259"/>
                  </a:lnTo>
                  <a:lnTo>
                    <a:pt x="978199" y="408674"/>
                  </a:lnTo>
                  <a:lnTo>
                    <a:pt x="977369" y="407934"/>
                  </a:lnTo>
                  <a:lnTo>
                    <a:pt x="976783" y="406661"/>
                  </a:lnTo>
                  <a:lnTo>
                    <a:pt x="976356" y="406273"/>
                  </a:lnTo>
                  <a:lnTo>
                    <a:pt x="976484" y="405190"/>
                  </a:lnTo>
                  <a:lnTo>
                    <a:pt x="976972" y="403892"/>
                  </a:lnTo>
                  <a:lnTo>
                    <a:pt x="976366" y="402665"/>
                  </a:lnTo>
                  <a:lnTo>
                    <a:pt x="974494" y="402593"/>
                  </a:lnTo>
                  <a:lnTo>
                    <a:pt x="972987" y="402240"/>
                  </a:lnTo>
                  <a:lnTo>
                    <a:pt x="971484" y="401115"/>
                  </a:lnTo>
                  <a:lnTo>
                    <a:pt x="969170" y="397955"/>
                  </a:lnTo>
                  <a:lnTo>
                    <a:pt x="968021" y="396844"/>
                  </a:lnTo>
                  <a:lnTo>
                    <a:pt x="967267" y="396730"/>
                  </a:lnTo>
                  <a:lnTo>
                    <a:pt x="966721" y="396217"/>
                  </a:lnTo>
                  <a:lnTo>
                    <a:pt x="966385" y="395305"/>
                  </a:lnTo>
                  <a:lnTo>
                    <a:pt x="965841" y="395297"/>
                  </a:lnTo>
                  <a:lnTo>
                    <a:pt x="965311" y="395297"/>
                  </a:lnTo>
                  <a:lnTo>
                    <a:pt x="964984" y="395675"/>
                  </a:lnTo>
                  <a:lnTo>
                    <a:pt x="964603" y="395793"/>
                  </a:lnTo>
                  <a:lnTo>
                    <a:pt x="964022" y="395447"/>
                  </a:lnTo>
                  <a:lnTo>
                    <a:pt x="963424" y="395409"/>
                  </a:lnTo>
                  <a:lnTo>
                    <a:pt x="962808" y="395679"/>
                  </a:lnTo>
                  <a:lnTo>
                    <a:pt x="962288" y="395503"/>
                  </a:lnTo>
                  <a:lnTo>
                    <a:pt x="961864" y="394881"/>
                  </a:lnTo>
                  <a:lnTo>
                    <a:pt x="961088" y="394467"/>
                  </a:lnTo>
                  <a:lnTo>
                    <a:pt x="959963" y="394260"/>
                  </a:lnTo>
                  <a:lnTo>
                    <a:pt x="959499" y="393828"/>
                  </a:lnTo>
                  <a:lnTo>
                    <a:pt x="959695" y="393171"/>
                  </a:lnTo>
                  <a:lnTo>
                    <a:pt x="959487" y="392681"/>
                  </a:lnTo>
                  <a:lnTo>
                    <a:pt x="958871" y="392358"/>
                  </a:lnTo>
                  <a:lnTo>
                    <a:pt x="957195" y="392440"/>
                  </a:lnTo>
                  <a:lnTo>
                    <a:pt x="954454" y="392928"/>
                  </a:lnTo>
                  <a:lnTo>
                    <a:pt x="952207" y="392798"/>
                  </a:lnTo>
                  <a:lnTo>
                    <a:pt x="950454" y="392051"/>
                  </a:lnTo>
                  <a:lnTo>
                    <a:pt x="949478" y="391362"/>
                  </a:lnTo>
                  <a:lnTo>
                    <a:pt x="949280" y="390731"/>
                  </a:lnTo>
                  <a:lnTo>
                    <a:pt x="948774" y="390125"/>
                  </a:lnTo>
                  <a:lnTo>
                    <a:pt x="947961" y="389545"/>
                  </a:lnTo>
                  <a:lnTo>
                    <a:pt x="947504" y="388546"/>
                  </a:lnTo>
                  <a:lnTo>
                    <a:pt x="947403" y="387129"/>
                  </a:lnTo>
                  <a:lnTo>
                    <a:pt x="947597" y="385781"/>
                  </a:lnTo>
                  <a:lnTo>
                    <a:pt x="948334" y="383866"/>
                  </a:lnTo>
                  <a:lnTo>
                    <a:pt x="946490" y="382616"/>
                  </a:lnTo>
                  <a:lnTo>
                    <a:pt x="945941" y="381897"/>
                  </a:lnTo>
                  <a:lnTo>
                    <a:pt x="946073" y="381291"/>
                  </a:lnTo>
                  <a:lnTo>
                    <a:pt x="945975" y="380810"/>
                  </a:lnTo>
                  <a:lnTo>
                    <a:pt x="945646" y="380455"/>
                  </a:lnTo>
                  <a:lnTo>
                    <a:pt x="945666" y="379888"/>
                  </a:lnTo>
                  <a:lnTo>
                    <a:pt x="946035" y="379108"/>
                  </a:lnTo>
                  <a:lnTo>
                    <a:pt x="946032" y="378114"/>
                  </a:lnTo>
                  <a:lnTo>
                    <a:pt x="945655" y="376906"/>
                  </a:lnTo>
                  <a:lnTo>
                    <a:pt x="944626" y="375212"/>
                  </a:lnTo>
                  <a:lnTo>
                    <a:pt x="942943" y="373030"/>
                  </a:lnTo>
                  <a:lnTo>
                    <a:pt x="942039" y="371436"/>
                  </a:lnTo>
                  <a:lnTo>
                    <a:pt x="941913" y="370429"/>
                  </a:lnTo>
                  <a:lnTo>
                    <a:pt x="941688" y="369623"/>
                  </a:lnTo>
                  <a:lnTo>
                    <a:pt x="941373" y="369187"/>
                  </a:lnTo>
                  <a:lnTo>
                    <a:pt x="941178" y="368441"/>
                  </a:lnTo>
                  <a:lnTo>
                    <a:pt x="941310" y="367614"/>
                  </a:lnTo>
                  <a:lnTo>
                    <a:pt x="941117" y="367083"/>
                  </a:lnTo>
                  <a:lnTo>
                    <a:pt x="940875" y="366584"/>
                  </a:lnTo>
                  <a:lnTo>
                    <a:pt x="940910" y="365780"/>
                  </a:lnTo>
                  <a:lnTo>
                    <a:pt x="940617" y="365230"/>
                  </a:lnTo>
                  <a:lnTo>
                    <a:pt x="939999" y="364934"/>
                  </a:lnTo>
                  <a:lnTo>
                    <a:pt x="939805" y="364326"/>
                  </a:lnTo>
                  <a:lnTo>
                    <a:pt x="939919" y="363027"/>
                  </a:lnTo>
                  <a:lnTo>
                    <a:pt x="939474" y="361935"/>
                  </a:lnTo>
                  <a:lnTo>
                    <a:pt x="938120" y="359919"/>
                  </a:lnTo>
                  <a:lnTo>
                    <a:pt x="937718" y="358448"/>
                  </a:lnTo>
                  <a:lnTo>
                    <a:pt x="937600" y="357121"/>
                  </a:lnTo>
                  <a:lnTo>
                    <a:pt x="937025" y="356472"/>
                  </a:lnTo>
                  <a:lnTo>
                    <a:pt x="936993" y="355893"/>
                  </a:lnTo>
                  <a:lnTo>
                    <a:pt x="936918" y="354889"/>
                  </a:lnTo>
                  <a:lnTo>
                    <a:pt x="936566" y="354613"/>
                  </a:lnTo>
                  <a:lnTo>
                    <a:pt x="936357" y="354259"/>
                  </a:lnTo>
                  <a:lnTo>
                    <a:pt x="936522" y="353836"/>
                  </a:lnTo>
                  <a:lnTo>
                    <a:pt x="936250" y="353309"/>
                  </a:lnTo>
                  <a:lnTo>
                    <a:pt x="935537" y="352681"/>
                  </a:lnTo>
                  <a:lnTo>
                    <a:pt x="935209" y="352136"/>
                  </a:lnTo>
                  <a:lnTo>
                    <a:pt x="935129" y="351644"/>
                  </a:lnTo>
                  <a:lnTo>
                    <a:pt x="934771" y="351261"/>
                  </a:lnTo>
                  <a:lnTo>
                    <a:pt x="933724" y="350888"/>
                  </a:lnTo>
                  <a:lnTo>
                    <a:pt x="933441" y="350374"/>
                  </a:lnTo>
                  <a:lnTo>
                    <a:pt x="933509" y="349916"/>
                  </a:lnTo>
                  <a:lnTo>
                    <a:pt x="933735" y="349491"/>
                  </a:lnTo>
                  <a:lnTo>
                    <a:pt x="933859" y="349233"/>
                  </a:lnTo>
                  <a:lnTo>
                    <a:pt x="933820" y="348900"/>
                  </a:lnTo>
                  <a:lnTo>
                    <a:pt x="933745" y="348571"/>
                  </a:lnTo>
                  <a:lnTo>
                    <a:pt x="933330" y="348175"/>
                  </a:lnTo>
                  <a:lnTo>
                    <a:pt x="932737" y="347717"/>
                  </a:lnTo>
                  <a:lnTo>
                    <a:pt x="932077" y="346729"/>
                  </a:lnTo>
                  <a:lnTo>
                    <a:pt x="931235" y="346461"/>
                  </a:lnTo>
                  <a:lnTo>
                    <a:pt x="930717" y="346461"/>
                  </a:lnTo>
                  <a:lnTo>
                    <a:pt x="930269" y="345902"/>
                  </a:lnTo>
                  <a:lnTo>
                    <a:pt x="930407" y="345547"/>
                  </a:lnTo>
                  <a:lnTo>
                    <a:pt x="930373" y="344885"/>
                  </a:lnTo>
                  <a:lnTo>
                    <a:pt x="929969" y="344347"/>
                  </a:lnTo>
                  <a:lnTo>
                    <a:pt x="929467" y="344136"/>
                  </a:lnTo>
                  <a:lnTo>
                    <a:pt x="928994" y="344273"/>
                  </a:lnTo>
                  <a:lnTo>
                    <a:pt x="927825" y="343769"/>
                  </a:lnTo>
                  <a:lnTo>
                    <a:pt x="925963" y="342624"/>
                  </a:lnTo>
                  <a:lnTo>
                    <a:pt x="924538" y="342096"/>
                  </a:lnTo>
                  <a:lnTo>
                    <a:pt x="923553" y="342185"/>
                  </a:lnTo>
                  <a:lnTo>
                    <a:pt x="922945" y="342529"/>
                  </a:lnTo>
                  <a:lnTo>
                    <a:pt x="922713" y="343128"/>
                  </a:lnTo>
                  <a:lnTo>
                    <a:pt x="922053" y="343070"/>
                  </a:lnTo>
                  <a:lnTo>
                    <a:pt x="920421" y="341999"/>
                  </a:lnTo>
                  <a:lnTo>
                    <a:pt x="918776" y="341734"/>
                  </a:lnTo>
                  <a:lnTo>
                    <a:pt x="917860" y="341158"/>
                  </a:lnTo>
                  <a:lnTo>
                    <a:pt x="917125" y="340183"/>
                  </a:lnTo>
                  <a:lnTo>
                    <a:pt x="916448" y="339775"/>
                  </a:lnTo>
                  <a:lnTo>
                    <a:pt x="915828" y="339934"/>
                  </a:lnTo>
                  <a:lnTo>
                    <a:pt x="914318" y="339280"/>
                  </a:lnTo>
                  <a:lnTo>
                    <a:pt x="911917" y="337810"/>
                  </a:lnTo>
                  <a:lnTo>
                    <a:pt x="910657" y="337314"/>
                  </a:lnTo>
                  <a:lnTo>
                    <a:pt x="910203" y="337591"/>
                  </a:lnTo>
                  <a:lnTo>
                    <a:pt x="909966" y="337594"/>
                  </a:lnTo>
                  <a:lnTo>
                    <a:pt x="909538" y="337552"/>
                  </a:lnTo>
                  <a:lnTo>
                    <a:pt x="908919" y="337534"/>
                  </a:lnTo>
                  <a:lnTo>
                    <a:pt x="907836" y="337187"/>
                  </a:lnTo>
                  <a:lnTo>
                    <a:pt x="906365" y="337341"/>
                  </a:lnTo>
                  <a:lnTo>
                    <a:pt x="904506" y="337995"/>
                  </a:lnTo>
                  <a:lnTo>
                    <a:pt x="902492" y="338402"/>
                  </a:lnTo>
                  <a:lnTo>
                    <a:pt x="900326" y="338563"/>
                  </a:lnTo>
                  <a:lnTo>
                    <a:pt x="899043" y="338486"/>
                  </a:lnTo>
                  <a:lnTo>
                    <a:pt x="898642" y="338172"/>
                  </a:lnTo>
                  <a:lnTo>
                    <a:pt x="896287" y="338640"/>
                  </a:lnTo>
                  <a:lnTo>
                    <a:pt x="893024" y="339587"/>
                  </a:lnTo>
                  <a:lnTo>
                    <a:pt x="889821" y="340515"/>
                  </a:lnTo>
                  <a:lnTo>
                    <a:pt x="885848" y="340968"/>
                  </a:lnTo>
                  <a:lnTo>
                    <a:pt x="883186" y="342540"/>
                  </a:lnTo>
                  <a:lnTo>
                    <a:pt x="880510" y="345382"/>
                  </a:lnTo>
                  <a:lnTo>
                    <a:pt x="878589" y="347170"/>
                  </a:lnTo>
                  <a:lnTo>
                    <a:pt x="877419" y="347905"/>
                  </a:lnTo>
                  <a:lnTo>
                    <a:pt x="876944" y="348867"/>
                  </a:lnTo>
                  <a:lnTo>
                    <a:pt x="877164" y="350057"/>
                  </a:lnTo>
                  <a:lnTo>
                    <a:pt x="878159" y="350482"/>
                  </a:lnTo>
                  <a:lnTo>
                    <a:pt x="879931" y="350140"/>
                  </a:lnTo>
                  <a:lnTo>
                    <a:pt x="881455" y="350306"/>
                  </a:lnTo>
                  <a:lnTo>
                    <a:pt x="882732" y="350981"/>
                  </a:lnTo>
                  <a:lnTo>
                    <a:pt x="883140" y="352000"/>
                  </a:lnTo>
                  <a:lnTo>
                    <a:pt x="882678" y="353363"/>
                  </a:lnTo>
                  <a:lnTo>
                    <a:pt x="882820" y="354702"/>
                  </a:lnTo>
                  <a:lnTo>
                    <a:pt x="883569" y="356019"/>
                  </a:lnTo>
                  <a:lnTo>
                    <a:pt x="883618" y="357539"/>
                  </a:lnTo>
                  <a:lnTo>
                    <a:pt x="882972" y="359261"/>
                  </a:lnTo>
                  <a:lnTo>
                    <a:pt x="881355" y="360998"/>
                  </a:lnTo>
                  <a:lnTo>
                    <a:pt x="878767" y="362749"/>
                  </a:lnTo>
                  <a:lnTo>
                    <a:pt x="877157" y="364455"/>
                  </a:lnTo>
                  <a:lnTo>
                    <a:pt x="876212" y="366945"/>
                  </a:lnTo>
                  <a:lnTo>
                    <a:pt x="874757" y="369108"/>
                  </a:lnTo>
                  <a:lnTo>
                    <a:pt x="874222" y="370329"/>
                  </a:lnTo>
                  <a:lnTo>
                    <a:pt x="874122" y="371330"/>
                  </a:lnTo>
                  <a:lnTo>
                    <a:pt x="873544" y="372413"/>
                  </a:lnTo>
                  <a:lnTo>
                    <a:pt x="872489" y="373575"/>
                  </a:lnTo>
                  <a:lnTo>
                    <a:pt x="871911" y="374742"/>
                  </a:lnTo>
                  <a:lnTo>
                    <a:pt x="871811" y="375912"/>
                  </a:lnTo>
                  <a:lnTo>
                    <a:pt x="871281" y="376978"/>
                  </a:lnTo>
                  <a:lnTo>
                    <a:pt x="870319" y="377939"/>
                  </a:lnTo>
                  <a:lnTo>
                    <a:pt x="869719" y="378956"/>
                  </a:lnTo>
                  <a:lnTo>
                    <a:pt x="869484" y="380027"/>
                  </a:lnTo>
                  <a:lnTo>
                    <a:pt x="869114" y="380748"/>
                  </a:lnTo>
                  <a:lnTo>
                    <a:pt x="868612" y="381118"/>
                  </a:lnTo>
                  <a:lnTo>
                    <a:pt x="868879" y="381483"/>
                  </a:lnTo>
                  <a:lnTo>
                    <a:pt x="869917" y="381844"/>
                  </a:lnTo>
                  <a:lnTo>
                    <a:pt x="870340" y="382890"/>
                  </a:lnTo>
                  <a:lnTo>
                    <a:pt x="870149" y="384620"/>
                  </a:lnTo>
                  <a:lnTo>
                    <a:pt x="869522" y="385854"/>
                  </a:lnTo>
                  <a:lnTo>
                    <a:pt x="868459" y="386594"/>
                  </a:lnTo>
                  <a:lnTo>
                    <a:pt x="866870" y="387076"/>
                  </a:lnTo>
                  <a:lnTo>
                    <a:pt x="864755" y="387299"/>
                  </a:lnTo>
                  <a:lnTo>
                    <a:pt x="861875" y="388950"/>
                  </a:lnTo>
                  <a:lnTo>
                    <a:pt x="859369" y="391066"/>
                  </a:lnTo>
                  <a:lnTo>
                    <a:pt x="856406" y="393567"/>
                  </a:lnTo>
                  <a:lnTo>
                    <a:pt x="855830" y="393566"/>
                  </a:lnTo>
                  <a:lnTo>
                    <a:pt x="854750" y="393255"/>
                  </a:lnTo>
                  <a:lnTo>
                    <a:pt x="852656" y="392228"/>
                  </a:lnTo>
                  <a:lnTo>
                    <a:pt x="850466" y="392013"/>
                  </a:lnTo>
                  <a:lnTo>
                    <a:pt x="848347" y="391063"/>
                  </a:lnTo>
                  <a:lnTo>
                    <a:pt x="847092" y="390438"/>
                  </a:lnTo>
                  <a:lnTo>
                    <a:pt x="845146" y="389239"/>
                  </a:lnTo>
                  <a:lnTo>
                    <a:pt x="844656" y="388496"/>
                  </a:lnTo>
                  <a:lnTo>
                    <a:pt x="843896" y="387892"/>
                  </a:lnTo>
                  <a:lnTo>
                    <a:pt x="842004" y="387086"/>
                  </a:lnTo>
                  <a:lnTo>
                    <a:pt x="840733" y="386651"/>
                  </a:lnTo>
                  <a:lnTo>
                    <a:pt x="839954" y="386630"/>
                  </a:lnTo>
                  <a:lnTo>
                    <a:pt x="837981" y="387448"/>
                  </a:lnTo>
                  <a:lnTo>
                    <a:pt x="836744" y="388093"/>
                  </a:lnTo>
                  <a:lnTo>
                    <a:pt x="836011" y="388446"/>
                  </a:lnTo>
                  <a:lnTo>
                    <a:pt x="834783" y="388370"/>
                  </a:lnTo>
                  <a:lnTo>
                    <a:pt x="833281" y="388225"/>
                  </a:lnTo>
                  <a:lnTo>
                    <a:pt x="832674" y="388011"/>
                  </a:lnTo>
                  <a:lnTo>
                    <a:pt x="831818" y="387494"/>
                  </a:lnTo>
                  <a:lnTo>
                    <a:pt x="830148" y="385952"/>
                  </a:lnTo>
                  <a:lnTo>
                    <a:pt x="829252" y="384848"/>
                  </a:lnTo>
                  <a:lnTo>
                    <a:pt x="828081" y="384227"/>
                  </a:lnTo>
                  <a:lnTo>
                    <a:pt x="826791" y="383521"/>
                  </a:lnTo>
                  <a:lnTo>
                    <a:pt x="826145" y="383354"/>
                  </a:lnTo>
                  <a:lnTo>
                    <a:pt x="825001" y="383413"/>
                  </a:lnTo>
                  <a:lnTo>
                    <a:pt x="823415" y="383217"/>
                  </a:lnTo>
                  <a:lnTo>
                    <a:pt x="822570" y="382953"/>
                  </a:lnTo>
                  <a:lnTo>
                    <a:pt x="821858" y="383192"/>
                  </a:lnTo>
                  <a:lnTo>
                    <a:pt x="820429" y="383925"/>
                  </a:lnTo>
                  <a:lnTo>
                    <a:pt x="818635" y="385370"/>
                  </a:lnTo>
                  <a:lnTo>
                    <a:pt x="817228" y="385923"/>
                  </a:lnTo>
                  <a:lnTo>
                    <a:pt x="815732" y="386683"/>
                  </a:lnTo>
                  <a:lnTo>
                    <a:pt x="814514" y="387595"/>
                  </a:lnTo>
                  <a:lnTo>
                    <a:pt x="813317" y="388534"/>
                  </a:lnTo>
                  <a:lnTo>
                    <a:pt x="811852" y="389610"/>
                  </a:lnTo>
                  <a:lnTo>
                    <a:pt x="811170" y="391069"/>
                  </a:lnTo>
                  <a:lnTo>
                    <a:pt x="810825" y="392133"/>
                  </a:lnTo>
                  <a:lnTo>
                    <a:pt x="809493" y="392789"/>
                  </a:lnTo>
                  <a:lnTo>
                    <a:pt x="808468" y="393426"/>
                  </a:lnTo>
                  <a:lnTo>
                    <a:pt x="807436" y="393653"/>
                  </a:lnTo>
                  <a:lnTo>
                    <a:pt x="805521" y="393304"/>
                  </a:lnTo>
                  <a:lnTo>
                    <a:pt x="804388" y="393551"/>
                  </a:lnTo>
                  <a:lnTo>
                    <a:pt x="801592" y="394812"/>
                  </a:lnTo>
                  <a:lnTo>
                    <a:pt x="800218" y="394926"/>
                  </a:lnTo>
                  <a:lnTo>
                    <a:pt x="799262" y="395099"/>
                  </a:lnTo>
                  <a:lnTo>
                    <a:pt x="798336" y="395181"/>
                  </a:lnTo>
                  <a:lnTo>
                    <a:pt x="796815" y="395478"/>
                  </a:lnTo>
                  <a:lnTo>
                    <a:pt x="796220" y="395694"/>
                  </a:lnTo>
                  <a:lnTo>
                    <a:pt x="795439" y="395950"/>
                  </a:lnTo>
                  <a:lnTo>
                    <a:pt x="794562" y="395765"/>
                  </a:lnTo>
                  <a:lnTo>
                    <a:pt x="793309" y="396484"/>
                  </a:lnTo>
                  <a:lnTo>
                    <a:pt x="789749" y="398411"/>
                  </a:lnTo>
                  <a:lnTo>
                    <a:pt x="788631" y="398735"/>
                  </a:lnTo>
                  <a:lnTo>
                    <a:pt x="787887" y="398809"/>
                  </a:lnTo>
                  <a:lnTo>
                    <a:pt x="786927" y="398119"/>
                  </a:lnTo>
                  <a:lnTo>
                    <a:pt x="785964" y="397660"/>
                  </a:lnTo>
                  <a:lnTo>
                    <a:pt x="784957" y="397718"/>
                  </a:lnTo>
                  <a:lnTo>
                    <a:pt x="783808" y="398352"/>
                  </a:lnTo>
                  <a:lnTo>
                    <a:pt x="781865" y="397861"/>
                  </a:lnTo>
                  <a:lnTo>
                    <a:pt x="779555" y="397391"/>
                  </a:lnTo>
                  <a:lnTo>
                    <a:pt x="777458" y="396964"/>
                  </a:lnTo>
                  <a:lnTo>
                    <a:pt x="776748" y="396595"/>
                  </a:lnTo>
                  <a:lnTo>
                    <a:pt x="774695" y="396057"/>
                  </a:lnTo>
                  <a:lnTo>
                    <a:pt x="771698" y="396051"/>
                  </a:lnTo>
                  <a:lnTo>
                    <a:pt x="769930" y="396047"/>
                  </a:lnTo>
                  <a:lnTo>
                    <a:pt x="768801" y="396226"/>
                  </a:lnTo>
                  <a:lnTo>
                    <a:pt x="767938" y="395965"/>
                  </a:lnTo>
                  <a:lnTo>
                    <a:pt x="766845" y="395200"/>
                  </a:lnTo>
                  <a:lnTo>
                    <a:pt x="765011" y="393409"/>
                  </a:lnTo>
                  <a:lnTo>
                    <a:pt x="763923" y="392881"/>
                  </a:lnTo>
                  <a:lnTo>
                    <a:pt x="763315" y="392444"/>
                  </a:lnTo>
                  <a:lnTo>
                    <a:pt x="763086" y="391706"/>
                  </a:lnTo>
                  <a:lnTo>
                    <a:pt x="762668" y="391613"/>
                  </a:lnTo>
                  <a:lnTo>
                    <a:pt x="762396" y="391090"/>
                  </a:lnTo>
                  <a:lnTo>
                    <a:pt x="762416" y="390397"/>
                  </a:lnTo>
                  <a:lnTo>
                    <a:pt x="762379" y="388887"/>
                  </a:lnTo>
                  <a:lnTo>
                    <a:pt x="762502" y="387831"/>
                  </a:lnTo>
                  <a:lnTo>
                    <a:pt x="762206" y="387509"/>
                  </a:lnTo>
                  <a:lnTo>
                    <a:pt x="760978" y="387338"/>
                  </a:lnTo>
                  <a:lnTo>
                    <a:pt x="759503" y="387016"/>
                  </a:lnTo>
                  <a:lnTo>
                    <a:pt x="756818" y="386967"/>
                  </a:lnTo>
                  <a:lnTo>
                    <a:pt x="755741" y="386929"/>
                  </a:lnTo>
                  <a:lnTo>
                    <a:pt x="754888" y="386320"/>
                  </a:lnTo>
                  <a:lnTo>
                    <a:pt x="753915" y="385575"/>
                  </a:lnTo>
                  <a:lnTo>
                    <a:pt x="752979" y="384037"/>
                  </a:lnTo>
                  <a:lnTo>
                    <a:pt x="752150" y="383318"/>
                  </a:lnTo>
                  <a:lnTo>
                    <a:pt x="750801" y="382421"/>
                  </a:lnTo>
                  <a:lnTo>
                    <a:pt x="749508" y="382195"/>
                  </a:lnTo>
                  <a:lnTo>
                    <a:pt x="747559" y="382351"/>
                  </a:lnTo>
                  <a:lnTo>
                    <a:pt x="746135" y="382532"/>
                  </a:lnTo>
                  <a:lnTo>
                    <a:pt x="744854" y="382142"/>
                  </a:lnTo>
                  <a:lnTo>
                    <a:pt x="744040" y="381649"/>
                  </a:lnTo>
                  <a:lnTo>
                    <a:pt x="742893" y="381127"/>
                  </a:lnTo>
                  <a:lnTo>
                    <a:pt x="741165" y="381004"/>
                  </a:lnTo>
                  <a:lnTo>
                    <a:pt x="739737" y="380626"/>
                  </a:lnTo>
                  <a:lnTo>
                    <a:pt x="738242" y="380173"/>
                  </a:lnTo>
                  <a:lnTo>
                    <a:pt x="737136" y="380358"/>
                  </a:lnTo>
                  <a:lnTo>
                    <a:pt x="736372" y="380789"/>
                  </a:lnTo>
                  <a:lnTo>
                    <a:pt x="735509" y="381342"/>
                  </a:lnTo>
                  <a:lnTo>
                    <a:pt x="734394" y="381440"/>
                  </a:lnTo>
                  <a:lnTo>
                    <a:pt x="731636" y="382013"/>
                  </a:lnTo>
                  <a:lnTo>
                    <a:pt x="730794" y="382357"/>
                  </a:lnTo>
                  <a:lnTo>
                    <a:pt x="729563" y="382511"/>
                  </a:lnTo>
                  <a:lnTo>
                    <a:pt x="728500" y="382941"/>
                  </a:lnTo>
                  <a:lnTo>
                    <a:pt x="727611" y="383790"/>
                  </a:lnTo>
                  <a:lnTo>
                    <a:pt x="726852" y="384417"/>
                  </a:lnTo>
                  <a:lnTo>
                    <a:pt x="725896" y="384629"/>
                  </a:lnTo>
                  <a:lnTo>
                    <a:pt x="724759" y="384587"/>
                  </a:lnTo>
                  <a:lnTo>
                    <a:pt x="723791" y="384384"/>
                  </a:lnTo>
                  <a:lnTo>
                    <a:pt x="723284" y="384325"/>
                  </a:lnTo>
                  <a:lnTo>
                    <a:pt x="722533" y="384635"/>
                  </a:lnTo>
                  <a:lnTo>
                    <a:pt x="721679" y="384848"/>
                  </a:lnTo>
                  <a:lnTo>
                    <a:pt x="720386" y="384480"/>
                  </a:lnTo>
                  <a:lnTo>
                    <a:pt x="719676" y="384172"/>
                  </a:lnTo>
                  <a:lnTo>
                    <a:pt x="718571" y="383987"/>
                  </a:lnTo>
                  <a:lnTo>
                    <a:pt x="717903" y="383095"/>
                  </a:lnTo>
                  <a:lnTo>
                    <a:pt x="717221" y="382726"/>
                  </a:lnTo>
                  <a:lnTo>
                    <a:pt x="716064" y="382587"/>
                  </a:lnTo>
                  <a:lnTo>
                    <a:pt x="714363" y="382133"/>
                  </a:lnTo>
                  <a:lnTo>
                    <a:pt x="713472" y="381668"/>
                  </a:lnTo>
                  <a:lnTo>
                    <a:pt x="712695" y="381381"/>
                  </a:lnTo>
                  <a:lnTo>
                    <a:pt x="711398" y="380346"/>
                  </a:lnTo>
                  <a:lnTo>
                    <a:pt x="710671" y="379449"/>
                  </a:lnTo>
                  <a:lnTo>
                    <a:pt x="710079" y="379302"/>
                  </a:lnTo>
                  <a:lnTo>
                    <a:pt x="709413" y="379190"/>
                  </a:lnTo>
                  <a:lnTo>
                    <a:pt x="708958" y="378620"/>
                  </a:lnTo>
                  <a:lnTo>
                    <a:pt x="708933" y="377928"/>
                  </a:lnTo>
                  <a:lnTo>
                    <a:pt x="709100" y="377498"/>
                  </a:lnTo>
                  <a:lnTo>
                    <a:pt x="709225" y="376760"/>
                  </a:lnTo>
                  <a:lnTo>
                    <a:pt x="708847" y="376059"/>
                  </a:lnTo>
                  <a:lnTo>
                    <a:pt x="708454" y="375745"/>
                  </a:lnTo>
                  <a:lnTo>
                    <a:pt x="708265" y="375212"/>
                  </a:lnTo>
                  <a:lnTo>
                    <a:pt x="708370" y="374207"/>
                  </a:lnTo>
                  <a:lnTo>
                    <a:pt x="708219" y="373191"/>
                  </a:lnTo>
                  <a:lnTo>
                    <a:pt x="708071" y="372126"/>
                  </a:lnTo>
                  <a:lnTo>
                    <a:pt x="707668" y="371333"/>
                  </a:lnTo>
                  <a:lnTo>
                    <a:pt x="707577" y="369819"/>
                  </a:lnTo>
                  <a:lnTo>
                    <a:pt x="707744" y="369195"/>
                  </a:lnTo>
                  <a:lnTo>
                    <a:pt x="707703" y="368456"/>
                  </a:lnTo>
                  <a:lnTo>
                    <a:pt x="707285" y="367903"/>
                  </a:lnTo>
                  <a:lnTo>
                    <a:pt x="706033" y="367502"/>
                  </a:lnTo>
                  <a:lnTo>
                    <a:pt x="704538" y="366960"/>
                  </a:lnTo>
                  <a:lnTo>
                    <a:pt x="702170" y="366317"/>
                  </a:lnTo>
                  <a:lnTo>
                    <a:pt x="701162" y="366257"/>
                  </a:lnTo>
                  <a:lnTo>
                    <a:pt x="700376" y="366520"/>
                  </a:lnTo>
                  <a:lnTo>
                    <a:pt x="699650" y="366211"/>
                  </a:lnTo>
                  <a:lnTo>
                    <a:pt x="698881" y="365674"/>
                  </a:lnTo>
                  <a:lnTo>
                    <a:pt x="697577" y="365119"/>
                  </a:lnTo>
                  <a:lnTo>
                    <a:pt x="695857" y="364405"/>
                  </a:lnTo>
                  <a:lnTo>
                    <a:pt x="694033" y="363605"/>
                  </a:lnTo>
                  <a:lnTo>
                    <a:pt x="692382" y="362881"/>
                  </a:lnTo>
                  <a:lnTo>
                    <a:pt x="691745" y="362706"/>
                  </a:lnTo>
                  <a:lnTo>
                    <a:pt x="689488" y="362653"/>
                  </a:lnTo>
                  <a:lnTo>
                    <a:pt x="687636" y="362552"/>
                  </a:lnTo>
                  <a:lnTo>
                    <a:pt x="686567" y="362295"/>
                  </a:lnTo>
                  <a:lnTo>
                    <a:pt x="685302" y="361290"/>
                  </a:lnTo>
                  <a:lnTo>
                    <a:pt x="684652" y="360675"/>
                  </a:lnTo>
                  <a:lnTo>
                    <a:pt x="683646" y="360384"/>
                  </a:lnTo>
                  <a:lnTo>
                    <a:pt x="682884" y="360281"/>
                  </a:lnTo>
                  <a:lnTo>
                    <a:pt x="681699" y="359951"/>
                  </a:lnTo>
                  <a:lnTo>
                    <a:pt x="679514" y="358901"/>
                  </a:lnTo>
                  <a:lnTo>
                    <a:pt x="678712" y="358399"/>
                  </a:lnTo>
                  <a:lnTo>
                    <a:pt x="678172" y="358391"/>
                  </a:lnTo>
                  <a:lnTo>
                    <a:pt x="677451" y="357466"/>
                  </a:lnTo>
                  <a:lnTo>
                    <a:pt x="676837" y="357249"/>
                  </a:lnTo>
                  <a:lnTo>
                    <a:pt x="676416" y="357908"/>
                  </a:lnTo>
                  <a:lnTo>
                    <a:pt x="675980" y="359478"/>
                  </a:lnTo>
                  <a:lnTo>
                    <a:pt x="675579" y="360209"/>
                  </a:lnTo>
                  <a:lnTo>
                    <a:pt x="674447" y="361658"/>
                  </a:lnTo>
                  <a:lnTo>
                    <a:pt x="671724" y="362823"/>
                  </a:lnTo>
                  <a:lnTo>
                    <a:pt x="671255" y="363428"/>
                  </a:lnTo>
                  <a:lnTo>
                    <a:pt x="671006" y="363982"/>
                  </a:lnTo>
                  <a:lnTo>
                    <a:pt x="670634" y="364765"/>
                  </a:lnTo>
                  <a:lnTo>
                    <a:pt x="670468" y="365781"/>
                  </a:lnTo>
                  <a:lnTo>
                    <a:pt x="670134" y="366058"/>
                  </a:lnTo>
                  <a:lnTo>
                    <a:pt x="669363" y="366088"/>
                  </a:lnTo>
                  <a:lnTo>
                    <a:pt x="668743" y="366557"/>
                  </a:lnTo>
                  <a:lnTo>
                    <a:pt x="668284" y="367574"/>
                  </a:lnTo>
                  <a:lnTo>
                    <a:pt x="667884" y="367973"/>
                  </a:lnTo>
                  <a:lnTo>
                    <a:pt x="667661" y="368921"/>
                  </a:lnTo>
                  <a:lnTo>
                    <a:pt x="667700" y="369336"/>
                  </a:lnTo>
                  <a:lnTo>
                    <a:pt x="667610" y="369794"/>
                  </a:lnTo>
                  <a:lnTo>
                    <a:pt x="667543" y="370529"/>
                  </a:lnTo>
                  <a:lnTo>
                    <a:pt x="666833" y="372112"/>
                  </a:lnTo>
                  <a:lnTo>
                    <a:pt x="666734" y="373038"/>
                  </a:lnTo>
                  <a:lnTo>
                    <a:pt x="667026" y="373623"/>
                  </a:lnTo>
                  <a:lnTo>
                    <a:pt x="667628" y="374407"/>
                  </a:lnTo>
                  <a:lnTo>
                    <a:pt x="667943" y="374853"/>
                  </a:lnTo>
                  <a:lnTo>
                    <a:pt x="668048" y="375376"/>
                  </a:lnTo>
                  <a:lnTo>
                    <a:pt x="668027" y="376053"/>
                  </a:lnTo>
                  <a:lnTo>
                    <a:pt x="668398" y="376989"/>
                  </a:lnTo>
                  <a:lnTo>
                    <a:pt x="668669" y="377789"/>
                  </a:lnTo>
                  <a:lnTo>
                    <a:pt x="669133" y="378359"/>
                  </a:lnTo>
                  <a:lnTo>
                    <a:pt x="669759" y="378851"/>
                  </a:lnTo>
                  <a:lnTo>
                    <a:pt x="670473" y="379009"/>
                  </a:lnTo>
                  <a:lnTo>
                    <a:pt x="671031" y="379343"/>
                  </a:lnTo>
                  <a:lnTo>
                    <a:pt x="671156" y="379989"/>
                  </a:lnTo>
                  <a:lnTo>
                    <a:pt x="671011" y="380881"/>
                  </a:lnTo>
                  <a:lnTo>
                    <a:pt x="670755" y="382562"/>
                  </a:lnTo>
                  <a:lnTo>
                    <a:pt x="670279" y="383605"/>
                  </a:lnTo>
                  <a:lnTo>
                    <a:pt x="669996" y="384262"/>
                  </a:lnTo>
                  <a:lnTo>
                    <a:pt x="669541" y="385294"/>
                  </a:lnTo>
                  <a:lnTo>
                    <a:pt x="669365" y="385695"/>
                  </a:lnTo>
                  <a:lnTo>
                    <a:pt x="668424" y="386582"/>
                  </a:lnTo>
                  <a:lnTo>
                    <a:pt x="667787" y="386826"/>
                  </a:lnTo>
                  <a:lnTo>
                    <a:pt x="667005" y="387523"/>
                  </a:lnTo>
                  <a:lnTo>
                    <a:pt x="666358" y="387554"/>
                  </a:lnTo>
                  <a:lnTo>
                    <a:pt x="665745" y="387553"/>
                  </a:lnTo>
                  <a:lnTo>
                    <a:pt x="665085" y="387707"/>
                  </a:lnTo>
                  <a:lnTo>
                    <a:pt x="664502" y="388015"/>
                  </a:lnTo>
                  <a:lnTo>
                    <a:pt x="664043" y="388969"/>
                  </a:lnTo>
                  <a:lnTo>
                    <a:pt x="662884" y="389946"/>
                  </a:lnTo>
                  <a:lnTo>
                    <a:pt x="662330" y="390387"/>
                  </a:lnTo>
                  <a:lnTo>
                    <a:pt x="660899" y="390535"/>
                  </a:lnTo>
                  <a:lnTo>
                    <a:pt x="660221" y="390104"/>
                  </a:lnTo>
                  <a:lnTo>
                    <a:pt x="659850" y="389500"/>
                  </a:lnTo>
                  <a:lnTo>
                    <a:pt x="659391" y="389153"/>
                  </a:lnTo>
                  <a:lnTo>
                    <a:pt x="658791" y="388415"/>
                  </a:lnTo>
                  <a:lnTo>
                    <a:pt x="656199" y="388014"/>
                  </a:lnTo>
                  <a:lnTo>
                    <a:pt x="655522" y="388205"/>
                  </a:lnTo>
                  <a:lnTo>
                    <a:pt x="655127" y="388477"/>
                  </a:lnTo>
                  <a:lnTo>
                    <a:pt x="654605" y="388280"/>
                  </a:lnTo>
                  <a:lnTo>
                    <a:pt x="654250" y="387915"/>
                  </a:lnTo>
                  <a:lnTo>
                    <a:pt x="653878" y="388015"/>
                  </a:lnTo>
                  <a:lnTo>
                    <a:pt x="653071" y="388231"/>
                  </a:lnTo>
                  <a:lnTo>
                    <a:pt x="652446" y="388160"/>
                  </a:lnTo>
                  <a:lnTo>
                    <a:pt x="651638" y="387421"/>
                  </a:lnTo>
                  <a:lnTo>
                    <a:pt x="650522" y="387025"/>
                  </a:lnTo>
                  <a:lnTo>
                    <a:pt x="650085" y="386798"/>
                  </a:lnTo>
                  <a:lnTo>
                    <a:pt x="649641" y="386798"/>
                  </a:lnTo>
                  <a:lnTo>
                    <a:pt x="649366" y="387149"/>
                  </a:lnTo>
                  <a:lnTo>
                    <a:pt x="648857" y="387338"/>
                  </a:lnTo>
                  <a:lnTo>
                    <a:pt x="648514" y="386912"/>
                  </a:lnTo>
                  <a:lnTo>
                    <a:pt x="648065" y="386600"/>
                  </a:lnTo>
                  <a:lnTo>
                    <a:pt x="647472" y="386606"/>
                  </a:lnTo>
                  <a:lnTo>
                    <a:pt x="646701" y="387255"/>
                  </a:lnTo>
                  <a:lnTo>
                    <a:pt x="645370" y="387564"/>
                  </a:lnTo>
                  <a:lnTo>
                    <a:pt x="644949" y="388019"/>
                  </a:lnTo>
                  <a:lnTo>
                    <a:pt x="644184" y="387959"/>
                  </a:lnTo>
                  <a:lnTo>
                    <a:pt x="643653" y="387601"/>
                  </a:lnTo>
                  <a:lnTo>
                    <a:pt x="643122" y="387560"/>
                  </a:lnTo>
                  <a:lnTo>
                    <a:pt x="641577" y="387564"/>
                  </a:lnTo>
                  <a:lnTo>
                    <a:pt x="641059" y="387681"/>
                  </a:lnTo>
                  <a:lnTo>
                    <a:pt x="640424" y="387317"/>
                  </a:lnTo>
                  <a:lnTo>
                    <a:pt x="640126" y="386666"/>
                  </a:lnTo>
                  <a:lnTo>
                    <a:pt x="639345" y="386170"/>
                  </a:lnTo>
                  <a:lnTo>
                    <a:pt x="638219" y="386108"/>
                  </a:lnTo>
                  <a:lnTo>
                    <a:pt x="637337" y="386177"/>
                  </a:lnTo>
                  <a:lnTo>
                    <a:pt x="636934" y="386389"/>
                  </a:lnTo>
                  <a:lnTo>
                    <a:pt x="636360" y="386450"/>
                  </a:lnTo>
                  <a:lnTo>
                    <a:pt x="635886" y="385554"/>
                  </a:lnTo>
                  <a:lnTo>
                    <a:pt x="635245" y="384928"/>
                  </a:lnTo>
                  <a:lnTo>
                    <a:pt x="634881" y="384469"/>
                  </a:lnTo>
                  <a:lnTo>
                    <a:pt x="634330" y="384275"/>
                  </a:lnTo>
                  <a:lnTo>
                    <a:pt x="633899" y="383687"/>
                  </a:lnTo>
                  <a:lnTo>
                    <a:pt x="633825" y="382549"/>
                  </a:lnTo>
                  <a:lnTo>
                    <a:pt x="633565" y="381133"/>
                  </a:lnTo>
                  <a:lnTo>
                    <a:pt x="633259" y="379648"/>
                  </a:lnTo>
                  <a:lnTo>
                    <a:pt x="632919" y="379020"/>
                  </a:lnTo>
                  <a:lnTo>
                    <a:pt x="631261" y="378791"/>
                  </a:lnTo>
                  <a:lnTo>
                    <a:pt x="630448" y="378846"/>
                  </a:lnTo>
                  <a:lnTo>
                    <a:pt x="628608" y="378724"/>
                  </a:lnTo>
                  <a:lnTo>
                    <a:pt x="627346" y="378639"/>
                  </a:lnTo>
                  <a:lnTo>
                    <a:pt x="627001" y="378614"/>
                  </a:lnTo>
                  <a:lnTo>
                    <a:pt x="625823" y="378447"/>
                  </a:lnTo>
                  <a:lnTo>
                    <a:pt x="624742" y="378294"/>
                  </a:lnTo>
                  <a:lnTo>
                    <a:pt x="623642" y="378195"/>
                  </a:lnTo>
                  <a:lnTo>
                    <a:pt x="623188" y="378321"/>
                  </a:lnTo>
                  <a:lnTo>
                    <a:pt x="622059" y="378358"/>
                  </a:lnTo>
                  <a:lnTo>
                    <a:pt x="621176" y="377651"/>
                  </a:lnTo>
                  <a:lnTo>
                    <a:pt x="620806" y="376843"/>
                  </a:lnTo>
                  <a:lnTo>
                    <a:pt x="620738" y="376391"/>
                  </a:lnTo>
                  <a:lnTo>
                    <a:pt x="620528" y="375926"/>
                  </a:lnTo>
                  <a:lnTo>
                    <a:pt x="619725" y="375774"/>
                  </a:lnTo>
                  <a:lnTo>
                    <a:pt x="618995" y="375920"/>
                  </a:lnTo>
                  <a:lnTo>
                    <a:pt x="618610" y="376865"/>
                  </a:lnTo>
                  <a:lnTo>
                    <a:pt x="618068" y="377251"/>
                  </a:lnTo>
                  <a:lnTo>
                    <a:pt x="617551" y="377181"/>
                  </a:lnTo>
                  <a:lnTo>
                    <a:pt x="617099" y="376662"/>
                  </a:lnTo>
                  <a:lnTo>
                    <a:pt x="616224" y="376109"/>
                  </a:lnTo>
                  <a:lnTo>
                    <a:pt x="615656" y="375579"/>
                  </a:lnTo>
                  <a:lnTo>
                    <a:pt x="614979" y="374728"/>
                  </a:lnTo>
                  <a:lnTo>
                    <a:pt x="614421" y="374928"/>
                  </a:lnTo>
                  <a:lnTo>
                    <a:pt x="614262" y="375452"/>
                  </a:lnTo>
                  <a:lnTo>
                    <a:pt x="614132" y="375968"/>
                  </a:lnTo>
                  <a:lnTo>
                    <a:pt x="613442" y="377009"/>
                  </a:lnTo>
                  <a:lnTo>
                    <a:pt x="612606" y="377129"/>
                  </a:lnTo>
                  <a:lnTo>
                    <a:pt x="611211" y="377051"/>
                  </a:lnTo>
                  <a:lnTo>
                    <a:pt x="609771" y="377106"/>
                  </a:lnTo>
                  <a:lnTo>
                    <a:pt x="608844" y="377498"/>
                  </a:lnTo>
                  <a:lnTo>
                    <a:pt x="608161" y="378201"/>
                  </a:lnTo>
                  <a:lnTo>
                    <a:pt x="607808" y="378753"/>
                  </a:lnTo>
                  <a:lnTo>
                    <a:pt x="607097" y="378942"/>
                  </a:lnTo>
                  <a:lnTo>
                    <a:pt x="606385" y="379498"/>
                  </a:lnTo>
                  <a:lnTo>
                    <a:pt x="606088" y="380253"/>
                  </a:lnTo>
                  <a:lnTo>
                    <a:pt x="605386" y="380224"/>
                  </a:lnTo>
                  <a:lnTo>
                    <a:pt x="605005" y="380318"/>
                  </a:lnTo>
                  <a:lnTo>
                    <a:pt x="604373" y="380471"/>
                  </a:lnTo>
                  <a:lnTo>
                    <a:pt x="602755" y="380886"/>
                  </a:lnTo>
                  <a:lnTo>
                    <a:pt x="602365" y="380986"/>
                  </a:lnTo>
                  <a:lnTo>
                    <a:pt x="601378" y="381701"/>
                  </a:lnTo>
                  <a:lnTo>
                    <a:pt x="600629" y="382265"/>
                  </a:lnTo>
                  <a:lnTo>
                    <a:pt x="599898" y="382513"/>
                  </a:lnTo>
                  <a:lnTo>
                    <a:pt x="599459" y="383162"/>
                  </a:lnTo>
                  <a:lnTo>
                    <a:pt x="598898" y="383679"/>
                  </a:lnTo>
                  <a:lnTo>
                    <a:pt x="597591" y="383805"/>
                  </a:lnTo>
                  <a:lnTo>
                    <a:pt x="596152" y="384453"/>
                  </a:lnTo>
                  <a:lnTo>
                    <a:pt x="595646" y="384672"/>
                  </a:lnTo>
                  <a:lnTo>
                    <a:pt x="594824" y="385153"/>
                  </a:lnTo>
                  <a:lnTo>
                    <a:pt x="593682" y="385340"/>
                  </a:lnTo>
                  <a:lnTo>
                    <a:pt x="593209" y="385473"/>
                  </a:lnTo>
                  <a:lnTo>
                    <a:pt x="592748" y="385814"/>
                  </a:lnTo>
                  <a:lnTo>
                    <a:pt x="592486" y="386999"/>
                  </a:lnTo>
                  <a:lnTo>
                    <a:pt x="591546" y="387429"/>
                  </a:lnTo>
                  <a:lnTo>
                    <a:pt x="590281" y="387505"/>
                  </a:lnTo>
                  <a:lnTo>
                    <a:pt x="589331" y="388133"/>
                  </a:lnTo>
                  <a:lnTo>
                    <a:pt x="589240" y="389245"/>
                  </a:lnTo>
                  <a:lnTo>
                    <a:pt x="589574" y="390261"/>
                  </a:lnTo>
                  <a:lnTo>
                    <a:pt x="589428" y="390721"/>
                  </a:lnTo>
                  <a:lnTo>
                    <a:pt x="588719" y="390969"/>
                  </a:lnTo>
                  <a:lnTo>
                    <a:pt x="587734" y="391515"/>
                  </a:lnTo>
                  <a:lnTo>
                    <a:pt x="586982" y="392199"/>
                  </a:lnTo>
                  <a:lnTo>
                    <a:pt x="586070" y="392205"/>
                  </a:lnTo>
                  <a:lnTo>
                    <a:pt x="585548" y="391983"/>
                  </a:lnTo>
                  <a:lnTo>
                    <a:pt x="585160" y="392420"/>
                  </a:lnTo>
                  <a:lnTo>
                    <a:pt x="584942" y="393305"/>
                  </a:lnTo>
                  <a:lnTo>
                    <a:pt x="584275" y="393736"/>
                  </a:lnTo>
                  <a:lnTo>
                    <a:pt x="583319" y="394134"/>
                  </a:lnTo>
                  <a:lnTo>
                    <a:pt x="582962" y="393981"/>
                  </a:lnTo>
                  <a:lnTo>
                    <a:pt x="582723" y="393648"/>
                  </a:lnTo>
                  <a:lnTo>
                    <a:pt x="582295" y="393201"/>
                  </a:lnTo>
                  <a:lnTo>
                    <a:pt x="581952" y="393369"/>
                  </a:lnTo>
                  <a:lnTo>
                    <a:pt x="581918" y="394012"/>
                  </a:lnTo>
                  <a:lnTo>
                    <a:pt x="581647" y="394474"/>
                  </a:lnTo>
                  <a:lnTo>
                    <a:pt x="580854" y="394505"/>
                  </a:lnTo>
                  <a:lnTo>
                    <a:pt x="580238" y="394249"/>
                  </a:lnTo>
                  <a:lnTo>
                    <a:pt x="579769" y="393948"/>
                  </a:lnTo>
                  <a:lnTo>
                    <a:pt x="578929" y="393998"/>
                  </a:lnTo>
                  <a:lnTo>
                    <a:pt x="578059" y="394135"/>
                  </a:lnTo>
                  <a:lnTo>
                    <a:pt x="577500" y="393994"/>
                  </a:lnTo>
                  <a:lnTo>
                    <a:pt x="576975" y="394137"/>
                  </a:lnTo>
                  <a:lnTo>
                    <a:pt x="575601" y="394428"/>
                  </a:lnTo>
                  <a:lnTo>
                    <a:pt x="575061" y="395408"/>
                  </a:lnTo>
                  <a:lnTo>
                    <a:pt x="575049" y="396566"/>
                  </a:lnTo>
                  <a:lnTo>
                    <a:pt x="574874" y="397154"/>
                  </a:lnTo>
                  <a:lnTo>
                    <a:pt x="574049" y="397663"/>
                  </a:lnTo>
                  <a:lnTo>
                    <a:pt x="573666" y="398122"/>
                  </a:lnTo>
                  <a:lnTo>
                    <a:pt x="573162" y="398433"/>
                  </a:lnTo>
                  <a:lnTo>
                    <a:pt x="572022" y="398465"/>
                  </a:lnTo>
                  <a:lnTo>
                    <a:pt x="571532" y="398416"/>
                  </a:lnTo>
                  <a:lnTo>
                    <a:pt x="570641" y="398675"/>
                  </a:lnTo>
                  <a:lnTo>
                    <a:pt x="569773" y="398882"/>
                  </a:lnTo>
                  <a:lnTo>
                    <a:pt x="569198" y="399021"/>
                  </a:lnTo>
                  <a:lnTo>
                    <a:pt x="568823" y="399453"/>
                  </a:lnTo>
                  <a:lnTo>
                    <a:pt x="568260" y="399660"/>
                  </a:lnTo>
                  <a:lnTo>
                    <a:pt x="567372" y="399532"/>
                  </a:lnTo>
                  <a:lnTo>
                    <a:pt x="567127" y="398669"/>
                  </a:lnTo>
                  <a:lnTo>
                    <a:pt x="566529" y="397714"/>
                  </a:lnTo>
                  <a:lnTo>
                    <a:pt x="565719" y="397384"/>
                  </a:lnTo>
                  <a:lnTo>
                    <a:pt x="564986" y="397178"/>
                  </a:lnTo>
                  <a:lnTo>
                    <a:pt x="564327" y="396721"/>
                  </a:lnTo>
                  <a:lnTo>
                    <a:pt x="563873" y="396236"/>
                  </a:lnTo>
                  <a:lnTo>
                    <a:pt x="562540" y="393924"/>
                  </a:lnTo>
                  <a:lnTo>
                    <a:pt x="561616" y="392937"/>
                  </a:lnTo>
                  <a:lnTo>
                    <a:pt x="560784" y="392880"/>
                  </a:lnTo>
                  <a:lnTo>
                    <a:pt x="560669" y="392224"/>
                  </a:lnTo>
                  <a:lnTo>
                    <a:pt x="561152" y="391569"/>
                  </a:lnTo>
                  <a:lnTo>
                    <a:pt x="561770" y="391027"/>
                  </a:lnTo>
                  <a:lnTo>
                    <a:pt x="561751" y="390286"/>
                  </a:lnTo>
                  <a:lnTo>
                    <a:pt x="561248" y="389887"/>
                  </a:lnTo>
                  <a:lnTo>
                    <a:pt x="560630" y="390001"/>
                  </a:lnTo>
                  <a:lnTo>
                    <a:pt x="559798" y="390857"/>
                  </a:lnTo>
                  <a:lnTo>
                    <a:pt x="558812" y="391823"/>
                  </a:lnTo>
                  <a:lnTo>
                    <a:pt x="557623" y="392534"/>
                  </a:lnTo>
                  <a:lnTo>
                    <a:pt x="557149" y="393108"/>
                  </a:lnTo>
                  <a:lnTo>
                    <a:pt x="556568" y="393764"/>
                  </a:lnTo>
                  <a:lnTo>
                    <a:pt x="555737" y="393678"/>
                  </a:lnTo>
                  <a:lnTo>
                    <a:pt x="555137" y="393707"/>
                  </a:lnTo>
                  <a:lnTo>
                    <a:pt x="554615" y="393764"/>
                  </a:lnTo>
                  <a:lnTo>
                    <a:pt x="554229" y="393051"/>
                  </a:lnTo>
                  <a:lnTo>
                    <a:pt x="553726" y="392966"/>
                  </a:lnTo>
                  <a:lnTo>
                    <a:pt x="550112" y="392285"/>
                  </a:lnTo>
                  <a:lnTo>
                    <a:pt x="548912" y="392026"/>
                  </a:lnTo>
                  <a:lnTo>
                    <a:pt x="548158" y="392367"/>
                  </a:lnTo>
                  <a:lnTo>
                    <a:pt x="547597" y="392139"/>
                  </a:lnTo>
                  <a:lnTo>
                    <a:pt x="547385" y="391455"/>
                  </a:lnTo>
                  <a:lnTo>
                    <a:pt x="546688" y="390257"/>
                  </a:lnTo>
                  <a:lnTo>
                    <a:pt x="546120" y="389269"/>
                  </a:lnTo>
                  <a:lnTo>
                    <a:pt x="545404" y="388257"/>
                  </a:lnTo>
                  <a:lnTo>
                    <a:pt x="545162" y="387463"/>
                  </a:lnTo>
                  <a:lnTo>
                    <a:pt x="545394" y="386637"/>
                  </a:lnTo>
                  <a:lnTo>
                    <a:pt x="545297" y="385924"/>
                  </a:lnTo>
                  <a:lnTo>
                    <a:pt x="544678" y="385553"/>
                  </a:lnTo>
                  <a:lnTo>
                    <a:pt x="543873" y="385507"/>
                  </a:lnTo>
                  <a:lnTo>
                    <a:pt x="541681" y="383958"/>
                  </a:lnTo>
                  <a:lnTo>
                    <a:pt x="540657" y="383730"/>
                  </a:lnTo>
                  <a:lnTo>
                    <a:pt x="539729" y="383445"/>
                  </a:lnTo>
                  <a:lnTo>
                    <a:pt x="538994" y="383445"/>
                  </a:lnTo>
                  <a:lnTo>
                    <a:pt x="538375" y="382761"/>
                  </a:lnTo>
                  <a:lnTo>
                    <a:pt x="537776" y="380679"/>
                  </a:lnTo>
                  <a:lnTo>
                    <a:pt x="537600" y="379520"/>
                  </a:lnTo>
                  <a:lnTo>
                    <a:pt x="536875" y="378346"/>
                  </a:lnTo>
                  <a:lnTo>
                    <a:pt x="535958" y="377340"/>
                  </a:lnTo>
                  <a:lnTo>
                    <a:pt x="535416" y="375976"/>
                  </a:lnTo>
                  <a:lnTo>
                    <a:pt x="534609" y="375371"/>
                  </a:lnTo>
                  <a:lnTo>
                    <a:pt x="533266" y="374407"/>
                  </a:lnTo>
                  <a:lnTo>
                    <a:pt x="531976" y="373729"/>
                  </a:lnTo>
                  <a:lnTo>
                    <a:pt x="529855" y="372908"/>
                  </a:lnTo>
                  <a:lnTo>
                    <a:pt x="529064" y="372908"/>
                  </a:lnTo>
                  <a:lnTo>
                    <a:pt x="527991" y="372983"/>
                  </a:lnTo>
                  <a:lnTo>
                    <a:pt x="527353" y="373382"/>
                  </a:lnTo>
                  <a:lnTo>
                    <a:pt x="526657" y="374266"/>
                  </a:lnTo>
                  <a:lnTo>
                    <a:pt x="525709" y="374324"/>
                  </a:lnTo>
                  <a:lnTo>
                    <a:pt x="524212" y="374320"/>
                  </a:lnTo>
                  <a:lnTo>
                    <a:pt x="523812" y="374653"/>
                  </a:lnTo>
                  <a:lnTo>
                    <a:pt x="523570" y="375255"/>
                  </a:lnTo>
                  <a:lnTo>
                    <a:pt x="522801" y="376020"/>
                  </a:lnTo>
                  <a:lnTo>
                    <a:pt x="521687" y="376632"/>
                  </a:lnTo>
                  <a:lnTo>
                    <a:pt x="520102" y="376433"/>
                  </a:lnTo>
                  <a:lnTo>
                    <a:pt x="519019" y="376746"/>
                  </a:lnTo>
                  <a:lnTo>
                    <a:pt x="517942" y="376866"/>
                  </a:lnTo>
                  <a:lnTo>
                    <a:pt x="516387" y="376092"/>
                  </a:lnTo>
                  <a:lnTo>
                    <a:pt x="514668" y="376119"/>
                  </a:lnTo>
                  <a:lnTo>
                    <a:pt x="513550" y="376472"/>
                  </a:lnTo>
                  <a:lnTo>
                    <a:pt x="511961" y="376461"/>
                  </a:lnTo>
                  <a:lnTo>
                    <a:pt x="511635" y="376025"/>
                  </a:lnTo>
                  <a:lnTo>
                    <a:pt x="511825" y="375292"/>
                  </a:lnTo>
                  <a:lnTo>
                    <a:pt x="511694" y="374631"/>
                  </a:lnTo>
                  <a:lnTo>
                    <a:pt x="511434" y="374091"/>
                  </a:lnTo>
                  <a:lnTo>
                    <a:pt x="511227" y="373440"/>
                  </a:lnTo>
                  <a:lnTo>
                    <a:pt x="510572" y="373301"/>
                  </a:lnTo>
                  <a:lnTo>
                    <a:pt x="508732" y="373582"/>
                  </a:lnTo>
                  <a:lnTo>
                    <a:pt x="508229" y="373269"/>
                  </a:lnTo>
                  <a:lnTo>
                    <a:pt x="508287" y="372624"/>
                  </a:lnTo>
                  <a:lnTo>
                    <a:pt x="508617" y="371824"/>
                  </a:lnTo>
                  <a:lnTo>
                    <a:pt x="508887" y="370788"/>
                  </a:lnTo>
                  <a:lnTo>
                    <a:pt x="508757" y="370168"/>
                  </a:lnTo>
                  <a:lnTo>
                    <a:pt x="507806" y="370243"/>
                  </a:lnTo>
                  <a:lnTo>
                    <a:pt x="507228" y="370186"/>
                  </a:lnTo>
                  <a:lnTo>
                    <a:pt x="506930" y="369447"/>
                  </a:lnTo>
                  <a:lnTo>
                    <a:pt x="506393" y="368907"/>
                  </a:lnTo>
                  <a:lnTo>
                    <a:pt x="505785" y="368879"/>
                  </a:lnTo>
                  <a:lnTo>
                    <a:pt x="505048" y="368740"/>
                  </a:lnTo>
                  <a:lnTo>
                    <a:pt x="504247" y="368964"/>
                  </a:lnTo>
                  <a:lnTo>
                    <a:pt x="503821" y="369705"/>
                  </a:lnTo>
                  <a:lnTo>
                    <a:pt x="503302" y="369812"/>
                  </a:lnTo>
                  <a:lnTo>
                    <a:pt x="502738" y="370019"/>
                  </a:lnTo>
                  <a:lnTo>
                    <a:pt x="502331" y="370275"/>
                  </a:lnTo>
                  <a:lnTo>
                    <a:pt x="502080" y="370931"/>
                  </a:lnTo>
                  <a:lnTo>
                    <a:pt x="502195" y="371541"/>
                  </a:lnTo>
                  <a:lnTo>
                    <a:pt x="502371" y="372866"/>
                  </a:lnTo>
                  <a:lnTo>
                    <a:pt x="502100" y="373582"/>
                  </a:lnTo>
                  <a:lnTo>
                    <a:pt x="501358" y="373961"/>
                  </a:lnTo>
                  <a:lnTo>
                    <a:pt x="500651" y="373884"/>
                  </a:lnTo>
                  <a:lnTo>
                    <a:pt x="500176" y="374063"/>
                  </a:lnTo>
                  <a:lnTo>
                    <a:pt x="499296" y="374809"/>
                  </a:lnTo>
                  <a:lnTo>
                    <a:pt x="498909" y="375065"/>
                  </a:lnTo>
                  <a:lnTo>
                    <a:pt x="498774" y="375521"/>
                  </a:lnTo>
                  <a:lnTo>
                    <a:pt x="498716" y="376205"/>
                  </a:lnTo>
                  <a:lnTo>
                    <a:pt x="497962" y="375977"/>
                  </a:lnTo>
                  <a:lnTo>
                    <a:pt x="496765" y="373454"/>
                  </a:lnTo>
                  <a:lnTo>
                    <a:pt x="495409" y="370601"/>
                  </a:lnTo>
                  <a:lnTo>
                    <a:pt x="493876" y="367561"/>
                  </a:lnTo>
                  <a:lnTo>
                    <a:pt x="493067" y="365955"/>
                  </a:lnTo>
                  <a:lnTo>
                    <a:pt x="490039" y="360724"/>
                  </a:lnTo>
                  <a:lnTo>
                    <a:pt x="488557" y="358224"/>
                  </a:lnTo>
                  <a:lnTo>
                    <a:pt x="485997" y="353905"/>
                  </a:lnTo>
                  <a:lnTo>
                    <a:pt x="483669" y="349980"/>
                  </a:lnTo>
                  <a:lnTo>
                    <a:pt x="481045" y="345918"/>
                  </a:lnTo>
                  <a:lnTo>
                    <a:pt x="479488" y="343612"/>
                  </a:lnTo>
                  <a:lnTo>
                    <a:pt x="477846" y="341182"/>
                  </a:lnTo>
                  <a:lnTo>
                    <a:pt x="477273" y="340510"/>
                  </a:lnTo>
                  <a:lnTo>
                    <a:pt x="476374" y="339649"/>
                  </a:lnTo>
                  <a:lnTo>
                    <a:pt x="474149" y="337980"/>
                  </a:lnTo>
                  <a:lnTo>
                    <a:pt x="470963" y="335590"/>
                  </a:lnTo>
                  <a:lnTo>
                    <a:pt x="468014" y="333463"/>
                  </a:lnTo>
                  <a:lnTo>
                    <a:pt x="465696" y="331791"/>
                  </a:lnTo>
                  <a:lnTo>
                    <a:pt x="465103" y="331084"/>
                  </a:lnTo>
                  <a:lnTo>
                    <a:pt x="464835" y="330675"/>
                  </a:lnTo>
                  <a:lnTo>
                    <a:pt x="464588" y="330218"/>
                  </a:lnTo>
                  <a:lnTo>
                    <a:pt x="464242" y="329406"/>
                  </a:lnTo>
                  <a:lnTo>
                    <a:pt x="464239" y="328876"/>
                  </a:lnTo>
                  <a:lnTo>
                    <a:pt x="466442" y="328963"/>
                  </a:lnTo>
                  <a:lnTo>
                    <a:pt x="466900" y="328444"/>
                  </a:lnTo>
                  <a:lnTo>
                    <a:pt x="467713" y="326500"/>
                  </a:lnTo>
                  <a:lnTo>
                    <a:pt x="468171" y="324819"/>
                  </a:lnTo>
                  <a:lnTo>
                    <a:pt x="467433" y="324896"/>
                  </a:lnTo>
                  <a:lnTo>
                    <a:pt x="466073" y="325590"/>
                  </a:lnTo>
                  <a:lnTo>
                    <a:pt x="465350" y="326092"/>
                  </a:lnTo>
                  <a:lnTo>
                    <a:pt x="464946" y="326307"/>
                  </a:lnTo>
                  <a:lnTo>
                    <a:pt x="462771" y="326638"/>
                  </a:lnTo>
                  <a:lnTo>
                    <a:pt x="461579" y="327383"/>
                  </a:lnTo>
                  <a:lnTo>
                    <a:pt x="459120" y="328646"/>
                  </a:lnTo>
                  <a:lnTo>
                    <a:pt x="457343" y="329388"/>
                  </a:lnTo>
                  <a:lnTo>
                    <a:pt x="457003" y="329511"/>
                  </a:lnTo>
                  <a:lnTo>
                    <a:pt x="454925" y="329739"/>
                  </a:lnTo>
                  <a:lnTo>
                    <a:pt x="454555" y="330034"/>
                  </a:lnTo>
                  <a:lnTo>
                    <a:pt x="454501" y="330686"/>
                  </a:lnTo>
                  <a:lnTo>
                    <a:pt x="454356" y="331406"/>
                  </a:lnTo>
                  <a:lnTo>
                    <a:pt x="452872" y="332470"/>
                  </a:lnTo>
                  <a:lnTo>
                    <a:pt x="451282" y="333406"/>
                  </a:lnTo>
                  <a:lnTo>
                    <a:pt x="450684" y="333510"/>
                  </a:lnTo>
                  <a:lnTo>
                    <a:pt x="449718" y="333304"/>
                  </a:lnTo>
                  <a:lnTo>
                    <a:pt x="449220" y="333421"/>
                  </a:lnTo>
                  <a:lnTo>
                    <a:pt x="447775" y="334415"/>
                  </a:lnTo>
                  <a:lnTo>
                    <a:pt x="445603" y="335909"/>
                  </a:lnTo>
                  <a:lnTo>
                    <a:pt x="445400" y="336517"/>
                  </a:lnTo>
                  <a:lnTo>
                    <a:pt x="445389" y="337256"/>
                  </a:lnTo>
                  <a:lnTo>
                    <a:pt x="445138" y="337901"/>
                  </a:lnTo>
                  <a:lnTo>
                    <a:pt x="444654" y="338135"/>
                  </a:lnTo>
                  <a:lnTo>
                    <a:pt x="443951" y="337576"/>
                  </a:lnTo>
                  <a:lnTo>
                    <a:pt x="443314" y="336897"/>
                  </a:lnTo>
                  <a:lnTo>
                    <a:pt x="441977" y="336409"/>
                  </a:lnTo>
                  <a:lnTo>
                    <a:pt x="439993" y="336293"/>
                  </a:lnTo>
                  <a:lnTo>
                    <a:pt x="438784" y="336530"/>
                  </a:lnTo>
                  <a:lnTo>
                    <a:pt x="437950" y="336899"/>
                  </a:lnTo>
                  <a:lnTo>
                    <a:pt x="436313" y="338397"/>
                  </a:lnTo>
                  <a:lnTo>
                    <a:pt x="435717" y="338695"/>
                  </a:lnTo>
                  <a:lnTo>
                    <a:pt x="435385" y="338599"/>
                  </a:lnTo>
                  <a:lnTo>
                    <a:pt x="435291" y="337877"/>
                  </a:lnTo>
                  <a:lnTo>
                    <a:pt x="434959" y="337361"/>
                  </a:lnTo>
                  <a:lnTo>
                    <a:pt x="434570" y="336591"/>
                  </a:lnTo>
                  <a:lnTo>
                    <a:pt x="434759" y="335073"/>
                  </a:lnTo>
                  <a:lnTo>
                    <a:pt x="435646" y="333619"/>
                  </a:lnTo>
                  <a:lnTo>
                    <a:pt x="437110" y="332826"/>
                  </a:lnTo>
                  <a:lnTo>
                    <a:pt x="438290" y="331973"/>
                  </a:lnTo>
                  <a:lnTo>
                    <a:pt x="438636" y="331042"/>
                  </a:lnTo>
                  <a:lnTo>
                    <a:pt x="438607" y="330398"/>
                  </a:lnTo>
                  <a:lnTo>
                    <a:pt x="438171" y="330104"/>
                  </a:lnTo>
                  <a:lnTo>
                    <a:pt x="437713" y="330049"/>
                  </a:lnTo>
                  <a:lnTo>
                    <a:pt x="437448" y="330362"/>
                  </a:lnTo>
                  <a:lnTo>
                    <a:pt x="436651" y="330999"/>
                  </a:lnTo>
                  <a:lnTo>
                    <a:pt x="435468" y="331507"/>
                  </a:lnTo>
                  <a:lnTo>
                    <a:pt x="434483" y="331608"/>
                  </a:lnTo>
                  <a:lnTo>
                    <a:pt x="434042" y="331578"/>
                  </a:lnTo>
                  <a:lnTo>
                    <a:pt x="432996" y="331258"/>
                  </a:lnTo>
                  <a:lnTo>
                    <a:pt x="431054" y="329492"/>
                  </a:lnTo>
                  <a:lnTo>
                    <a:pt x="429417" y="329253"/>
                  </a:lnTo>
                  <a:lnTo>
                    <a:pt x="428293" y="329116"/>
                  </a:lnTo>
                  <a:lnTo>
                    <a:pt x="427919" y="329293"/>
                  </a:lnTo>
                  <a:lnTo>
                    <a:pt x="427744" y="329728"/>
                  </a:lnTo>
                  <a:lnTo>
                    <a:pt x="427852" y="330201"/>
                  </a:lnTo>
                  <a:lnTo>
                    <a:pt x="428075" y="330668"/>
                  </a:lnTo>
                  <a:lnTo>
                    <a:pt x="427949" y="331046"/>
                  </a:lnTo>
                  <a:lnTo>
                    <a:pt x="427423" y="331327"/>
                  </a:lnTo>
                  <a:lnTo>
                    <a:pt x="426633" y="331800"/>
                  </a:lnTo>
                  <a:lnTo>
                    <a:pt x="426231" y="331485"/>
                  </a:lnTo>
                  <a:lnTo>
                    <a:pt x="426029" y="330241"/>
                  </a:lnTo>
                  <a:lnTo>
                    <a:pt x="426070" y="329273"/>
                  </a:lnTo>
                  <a:lnTo>
                    <a:pt x="425523" y="328458"/>
                  </a:lnTo>
                  <a:lnTo>
                    <a:pt x="424952" y="327194"/>
                  </a:lnTo>
                  <a:lnTo>
                    <a:pt x="424166" y="326447"/>
                  </a:lnTo>
                  <a:lnTo>
                    <a:pt x="423403" y="326687"/>
                  </a:lnTo>
                  <a:lnTo>
                    <a:pt x="423027" y="327758"/>
                  </a:lnTo>
                  <a:lnTo>
                    <a:pt x="422448" y="328121"/>
                  </a:lnTo>
                  <a:lnTo>
                    <a:pt x="421341" y="327900"/>
                  </a:lnTo>
                  <a:lnTo>
                    <a:pt x="419352" y="328506"/>
                  </a:lnTo>
                  <a:lnTo>
                    <a:pt x="416128" y="328781"/>
                  </a:lnTo>
                  <a:lnTo>
                    <a:pt x="413827" y="328029"/>
                  </a:lnTo>
                  <a:lnTo>
                    <a:pt x="413444" y="327356"/>
                  </a:lnTo>
                  <a:lnTo>
                    <a:pt x="414385" y="325911"/>
                  </a:lnTo>
                  <a:lnTo>
                    <a:pt x="414457" y="324637"/>
                  </a:lnTo>
                  <a:lnTo>
                    <a:pt x="414451" y="323477"/>
                  </a:lnTo>
                  <a:lnTo>
                    <a:pt x="414701" y="322630"/>
                  </a:lnTo>
                  <a:lnTo>
                    <a:pt x="414140" y="321016"/>
                  </a:lnTo>
                  <a:lnTo>
                    <a:pt x="412868" y="317732"/>
                  </a:lnTo>
                  <a:lnTo>
                    <a:pt x="412095" y="315256"/>
                  </a:lnTo>
                  <a:lnTo>
                    <a:pt x="410962" y="313399"/>
                  </a:lnTo>
                  <a:lnTo>
                    <a:pt x="410467" y="312785"/>
                  </a:lnTo>
                  <a:lnTo>
                    <a:pt x="408085" y="313103"/>
                  </a:lnTo>
                  <a:lnTo>
                    <a:pt x="407431" y="313510"/>
                  </a:lnTo>
                  <a:lnTo>
                    <a:pt x="406999" y="314081"/>
                  </a:lnTo>
                  <a:lnTo>
                    <a:pt x="406260" y="314481"/>
                  </a:lnTo>
                  <a:lnTo>
                    <a:pt x="405210" y="314775"/>
                  </a:lnTo>
                  <a:lnTo>
                    <a:pt x="404311" y="314576"/>
                  </a:lnTo>
                  <a:lnTo>
                    <a:pt x="403312" y="314265"/>
                  </a:lnTo>
                  <a:lnTo>
                    <a:pt x="402256" y="313615"/>
                  </a:lnTo>
                  <a:lnTo>
                    <a:pt x="401027" y="312754"/>
                  </a:lnTo>
                  <a:lnTo>
                    <a:pt x="398690" y="312064"/>
                  </a:lnTo>
                  <a:lnTo>
                    <a:pt x="396360" y="311846"/>
                  </a:lnTo>
                  <a:lnTo>
                    <a:pt x="393808" y="311607"/>
                  </a:lnTo>
                  <a:lnTo>
                    <a:pt x="392538" y="312043"/>
                  </a:lnTo>
                  <a:lnTo>
                    <a:pt x="391307" y="312738"/>
                  </a:lnTo>
                  <a:lnTo>
                    <a:pt x="389528" y="314184"/>
                  </a:lnTo>
                  <a:lnTo>
                    <a:pt x="388711" y="314329"/>
                  </a:lnTo>
                  <a:lnTo>
                    <a:pt x="387419" y="314440"/>
                  </a:lnTo>
                  <a:lnTo>
                    <a:pt x="386514" y="314797"/>
                  </a:lnTo>
                  <a:lnTo>
                    <a:pt x="386694" y="315434"/>
                  </a:lnTo>
                  <a:lnTo>
                    <a:pt x="386872" y="316310"/>
                  </a:lnTo>
                  <a:lnTo>
                    <a:pt x="386544" y="316999"/>
                  </a:lnTo>
                  <a:lnTo>
                    <a:pt x="386037" y="317366"/>
                  </a:lnTo>
                  <a:lnTo>
                    <a:pt x="385261" y="317605"/>
                  </a:lnTo>
                  <a:lnTo>
                    <a:pt x="383995" y="317687"/>
                  </a:lnTo>
                  <a:lnTo>
                    <a:pt x="382953" y="317829"/>
                  </a:lnTo>
                  <a:lnTo>
                    <a:pt x="381662" y="318821"/>
                  </a:lnTo>
                  <a:lnTo>
                    <a:pt x="379687" y="319071"/>
                  </a:lnTo>
                  <a:lnTo>
                    <a:pt x="377536" y="319429"/>
                  </a:lnTo>
                  <a:lnTo>
                    <a:pt x="376032" y="319996"/>
                  </a:lnTo>
                  <a:lnTo>
                    <a:pt x="372779" y="320697"/>
                  </a:lnTo>
                  <a:lnTo>
                    <a:pt x="370895" y="321010"/>
                  </a:lnTo>
                  <a:lnTo>
                    <a:pt x="367748" y="321681"/>
                  </a:lnTo>
                  <a:lnTo>
                    <a:pt x="365212" y="321790"/>
                  </a:lnTo>
                  <a:lnTo>
                    <a:pt x="364830" y="321319"/>
                  </a:lnTo>
                  <a:lnTo>
                    <a:pt x="362877" y="322360"/>
                  </a:lnTo>
                  <a:lnTo>
                    <a:pt x="360693" y="322296"/>
                  </a:lnTo>
                  <a:lnTo>
                    <a:pt x="360290" y="322714"/>
                  </a:lnTo>
                  <a:lnTo>
                    <a:pt x="359758" y="323116"/>
                  </a:lnTo>
                  <a:lnTo>
                    <a:pt x="359169" y="323296"/>
                  </a:lnTo>
                  <a:lnTo>
                    <a:pt x="358426" y="323791"/>
                  </a:lnTo>
                  <a:lnTo>
                    <a:pt x="357999" y="324837"/>
                  </a:lnTo>
                  <a:lnTo>
                    <a:pt x="357673" y="325907"/>
                  </a:lnTo>
                  <a:lnTo>
                    <a:pt x="357016" y="326244"/>
                  </a:lnTo>
                  <a:lnTo>
                    <a:pt x="356137" y="325846"/>
                  </a:lnTo>
                  <a:lnTo>
                    <a:pt x="355487" y="325457"/>
                  </a:lnTo>
                  <a:lnTo>
                    <a:pt x="354376" y="325849"/>
                  </a:lnTo>
                  <a:lnTo>
                    <a:pt x="352868" y="326076"/>
                  </a:lnTo>
                  <a:lnTo>
                    <a:pt x="351687" y="325938"/>
                  </a:lnTo>
                  <a:lnTo>
                    <a:pt x="351083" y="325631"/>
                  </a:lnTo>
                  <a:lnTo>
                    <a:pt x="348606" y="326144"/>
                  </a:lnTo>
                  <a:lnTo>
                    <a:pt x="347314" y="326764"/>
                  </a:lnTo>
                  <a:lnTo>
                    <a:pt x="347073" y="327087"/>
                  </a:lnTo>
                  <a:lnTo>
                    <a:pt x="346756" y="327264"/>
                  </a:lnTo>
                  <a:lnTo>
                    <a:pt x="345273" y="327691"/>
                  </a:lnTo>
                  <a:lnTo>
                    <a:pt x="344082" y="327572"/>
                  </a:lnTo>
                  <a:lnTo>
                    <a:pt x="343894" y="327597"/>
                  </a:lnTo>
                  <a:lnTo>
                    <a:pt x="342765" y="327894"/>
                  </a:lnTo>
                  <a:lnTo>
                    <a:pt x="341172" y="328434"/>
                  </a:lnTo>
                  <a:lnTo>
                    <a:pt x="340028" y="328612"/>
                  </a:lnTo>
                  <a:lnTo>
                    <a:pt x="339069" y="328604"/>
                  </a:lnTo>
                  <a:lnTo>
                    <a:pt x="338456" y="329047"/>
                  </a:lnTo>
                  <a:lnTo>
                    <a:pt x="337958" y="329522"/>
                  </a:lnTo>
                  <a:lnTo>
                    <a:pt x="333784" y="330023"/>
                  </a:lnTo>
                  <a:lnTo>
                    <a:pt x="333364" y="330369"/>
                  </a:lnTo>
                  <a:lnTo>
                    <a:pt x="332519" y="330805"/>
                  </a:lnTo>
                  <a:lnTo>
                    <a:pt x="328179" y="330952"/>
                  </a:lnTo>
                  <a:lnTo>
                    <a:pt x="327820" y="331269"/>
                  </a:lnTo>
                  <a:lnTo>
                    <a:pt x="327662" y="331625"/>
                  </a:lnTo>
                  <a:lnTo>
                    <a:pt x="327123" y="331736"/>
                  </a:lnTo>
                  <a:lnTo>
                    <a:pt x="323996" y="331060"/>
                  </a:lnTo>
                  <a:lnTo>
                    <a:pt x="321494" y="330302"/>
                  </a:lnTo>
                  <a:lnTo>
                    <a:pt x="320523" y="330717"/>
                  </a:lnTo>
                  <a:lnTo>
                    <a:pt x="319697" y="331494"/>
                  </a:lnTo>
                  <a:lnTo>
                    <a:pt x="319408" y="332629"/>
                  </a:lnTo>
                  <a:lnTo>
                    <a:pt x="319408" y="333598"/>
                  </a:lnTo>
                  <a:lnTo>
                    <a:pt x="319408" y="334428"/>
                  </a:lnTo>
                  <a:lnTo>
                    <a:pt x="319033" y="335028"/>
                  </a:lnTo>
                  <a:lnTo>
                    <a:pt x="318200" y="335767"/>
                  </a:lnTo>
                  <a:lnTo>
                    <a:pt x="318143" y="336265"/>
                  </a:lnTo>
                  <a:lnTo>
                    <a:pt x="319269" y="336804"/>
                  </a:lnTo>
                  <a:lnTo>
                    <a:pt x="320683" y="337252"/>
                  </a:lnTo>
                  <a:lnTo>
                    <a:pt x="321517" y="337054"/>
                  </a:lnTo>
                  <a:lnTo>
                    <a:pt x="322216" y="336749"/>
                  </a:lnTo>
                  <a:lnTo>
                    <a:pt x="322823" y="336844"/>
                  </a:lnTo>
                  <a:lnTo>
                    <a:pt x="323249" y="337203"/>
                  </a:lnTo>
                  <a:lnTo>
                    <a:pt x="323398" y="337638"/>
                  </a:lnTo>
                  <a:lnTo>
                    <a:pt x="323319" y="337941"/>
                  </a:lnTo>
                  <a:lnTo>
                    <a:pt x="323054" y="338177"/>
                  </a:lnTo>
                  <a:lnTo>
                    <a:pt x="322131" y="338579"/>
                  </a:lnTo>
                  <a:lnTo>
                    <a:pt x="321285" y="338441"/>
                  </a:lnTo>
                  <a:lnTo>
                    <a:pt x="320503" y="338718"/>
                  </a:lnTo>
                  <a:lnTo>
                    <a:pt x="320096" y="339271"/>
                  </a:lnTo>
                  <a:lnTo>
                    <a:pt x="319877" y="340240"/>
                  </a:lnTo>
                  <a:lnTo>
                    <a:pt x="320222" y="340932"/>
                  </a:lnTo>
                  <a:lnTo>
                    <a:pt x="321279" y="341099"/>
                  </a:lnTo>
                  <a:lnTo>
                    <a:pt x="322470" y="341598"/>
                  </a:lnTo>
                  <a:lnTo>
                    <a:pt x="323788" y="341834"/>
                  </a:lnTo>
                  <a:lnTo>
                    <a:pt x="324580" y="341750"/>
                  </a:lnTo>
                  <a:lnTo>
                    <a:pt x="325586" y="342511"/>
                  </a:lnTo>
                  <a:lnTo>
                    <a:pt x="327936" y="343433"/>
                  </a:lnTo>
                  <a:lnTo>
                    <a:pt x="328565" y="344136"/>
                  </a:lnTo>
                  <a:lnTo>
                    <a:pt x="328580" y="344861"/>
                  </a:lnTo>
                  <a:lnTo>
                    <a:pt x="328149" y="345410"/>
                  </a:lnTo>
                  <a:lnTo>
                    <a:pt x="327554" y="345722"/>
                  </a:lnTo>
                  <a:lnTo>
                    <a:pt x="326744" y="345552"/>
                  </a:lnTo>
                  <a:lnTo>
                    <a:pt x="325143" y="345364"/>
                  </a:lnTo>
                  <a:lnTo>
                    <a:pt x="323385" y="345237"/>
                  </a:lnTo>
                  <a:lnTo>
                    <a:pt x="322129" y="344993"/>
                  </a:lnTo>
                  <a:lnTo>
                    <a:pt x="320295" y="345090"/>
                  </a:lnTo>
                  <a:lnTo>
                    <a:pt x="318786" y="345321"/>
                  </a:lnTo>
                  <a:lnTo>
                    <a:pt x="318399" y="345867"/>
                  </a:lnTo>
                  <a:lnTo>
                    <a:pt x="317814" y="346888"/>
                  </a:lnTo>
                  <a:lnTo>
                    <a:pt x="317327" y="347456"/>
                  </a:lnTo>
                  <a:lnTo>
                    <a:pt x="316467" y="348498"/>
                  </a:lnTo>
                  <a:lnTo>
                    <a:pt x="316203" y="349459"/>
                  </a:lnTo>
                  <a:lnTo>
                    <a:pt x="316646" y="350937"/>
                  </a:lnTo>
                  <a:lnTo>
                    <a:pt x="318143" y="353379"/>
                  </a:lnTo>
                  <a:lnTo>
                    <a:pt x="318285" y="354186"/>
                  </a:lnTo>
                  <a:lnTo>
                    <a:pt x="317747" y="354972"/>
                  </a:lnTo>
                  <a:lnTo>
                    <a:pt x="316714" y="355630"/>
                  </a:lnTo>
                  <a:lnTo>
                    <a:pt x="315218" y="356781"/>
                  </a:lnTo>
                  <a:lnTo>
                    <a:pt x="313600" y="356844"/>
                  </a:lnTo>
                  <a:lnTo>
                    <a:pt x="312902" y="357133"/>
                  </a:lnTo>
                  <a:lnTo>
                    <a:pt x="311087" y="358543"/>
                  </a:lnTo>
                  <a:lnTo>
                    <a:pt x="309496" y="359213"/>
                  </a:lnTo>
                  <a:lnTo>
                    <a:pt x="309163" y="359816"/>
                  </a:lnTo>
                  <a:lnTo>
                    <a:pt x="309515" y="360411"/>
                  </a:lnTo>
                  <a:lnTo>
                    <a:pt x="311529" y="361192"/>
                  </a:lnTo>
                  <a:lnTo>
                    <a:pt x="312542" y="362051"/>
                  </a:lnTo>
                  <a:lnTo>
                    <a:pt x="312834" y="363015"/>
                  </a:lnTo>
                  <a:lnTo>
                    <a:pt x="313273" y="363750"/>
                  </a:lnTo>
                  <a:lnTo>
                    <a:pt x="314840" y="364228"/>
                  </a:lnTo>
                  <a:lnTo>
                    <a:pt x="318087" y="365342"/>
                  </a:lnTo>
                  <a:lnTo>
                    <a:pt x="318274" y="365458"/>
                  </a:lnTo>
                  <a:lnTo>
                    <a:pt x="318478" y="365965"/>
                  </a:lnTo>
                  <a:lnTo>
                    <a:pt x="321772" y="366669"/>
                  </a:lnTo>
                  <a:lnTo>
                    <a:pt x="322229" y="367048"/>
                  </a:lnTo>
                  <a:lnTo>
                    <a:pt x="323585" y="368305"/>
                  </a:lnTo>
                  <a:lnTo>
                    <a:pt x="323872" y="369629"/>
                  </a:lnTo>
                  <a:lnTo>
                    <a:pt x="323183" y="370922"/>
                  </a:lnTo>
                  <a:lnTo>
                    <a:pt x="322737" y="372969"/>
                  </a:lnTo>
                  <a:lnTo>
                    <a:pt x="322022" y="374771"/>
                  </a:lnTo>
                  <a:lnTo>
                    <a:pt x="320483" y="375974"/>
                  </a:lnTo>
                  <a:lnTo>
                    <a:pt x="317791" y="377080"/>
                  </a:lnTo>
                  <a:lnTo>
                    <a:pt x="314912" y="377523"/>
                  </a:lnTo>
                  <a:lnTo>
                    <a:pt x="313687" y="377447"/>
                  </a:lnTo>
                  <a:lnTo>
                    <a:pt x="312895" y="377308"/>
                  </a:lnTo>
                  <a:lnTo>
                    <a:pt x="311602" y="376959"/>
                  </a:lnTo>
                  <a:lnTo>
                    <a:pt x="310643" y="376044"/>
                  </a:lnTo>
                  <a:lnTo>
                    <a:pt x="309937" y="375146"/>
                  </a:lnTo>
                  <a:lnTo>
                    <a:pt x="309431" y="374921"/>
                  </a:lnTo>
                  <a:lnTo>
                    <a:pt x="308926" y="375069"/>
                  </a:lnTo>
                  <a:lnTo>
                    <a:pt x="308452" y="375633"/>
                  </a:lnTo>
                  <a:lnTo>
                    <a:pt x="307815" y="377154"/>
                  </a:lnTo>
                  <a:lnTo>
                    <a:pt x="307101" y="378663"/>
                  </a:lnTo>
                  <a:lnTo>
                    <a:pt x="306522" y="379194"/>
                  </a:lnTo>
                  <a:lnTo>
                    <a:pt x="304364" y="379906"/>
                  </a:lnTo>
                  <a:lnTo>
                    <a:pt x="304126" y="379652"/>
                  </a:lnTo>
                  <a:lnTo>
                    <a:pt x="304372" y="378652"/>
                  </a:lnTo>
                  <a:lnTo>
                    <a:pt x="304100" y="378352"/>
                  </a:lnTo>
                  <a:lnTo>
                    <a:pt x="303695" y="378127"/>
                  </a:lnTo>
                  <a:lnTo>
                    <a:pt x="301032" y="377744"/>
                  </a:lnTo>
                  <a:lnTo>
                    <a:pt x="300024" y="377461"/>
                  </a:lnTo>
                  <a:lnTo>
                    <a:pt x="299272" y="377350"/>
                  </a:lnTo>
                  <a:lnTo>
                    <a:pt x="298315" y="377095"/>
                  </a:lnTo>
                  <a:lnTo>
                    <a:pt x="297656" y="376498"/>
                  </a:lnTo>
                  <a:lnTo>
                    <a:pt x="296242" y="374670"/>
                  </a:lnTo>
                  <a:lnTo>
                    <a:pt x="295134" y="373237"/>
                  </a:lnTo>
                  <a:lnTo>
                    <a:pt x="293353" y="371943"/>
                  </a:lnTo>
                  <a:lnTo>
                    <a:pt x="291738" y="371693"/>
                  </a:lnTo>
                  <a:lnTo>
                    <a:pt x="291608" y="371825"/>
                  </a:lnTo>
                  <a:lnTo>
                    <a:pt x="290382" y="371873"/>
                  </a:lnTo>
                  <a:lnTo>
                    <a:pt x="288336" y="371591"/>
                  </a:lnTo>
                  <a:lnTo>
                    <a:pt x="287730" y="372179"/>
                  </a:lnTo>
                  <a:lnTo>
                    <a:pt x="287277" y="373098"/>
                  </a:lnTo>
                  <a:lnTo>
                    <a:pt x="286679" y="373877"/>
                  </a:lnTo>
                  <a:lnTo>
                    <a:pt x="285771" y="374290"/>
                  </a:lnTo>
                  <a:lnTo>
                    <a:pt x="284677" y="374383"/>
                  </a:lnTo>
                  <a:lnTo>
                    <a:pt x="283450" y="373579"/>
                  </a:lnTo>
                  <a:lnTo>
                    <a:pt x="282187" y="372330"/>
                  </a:lnTo>
                  <a:lnTo>
                    <a:pt x="280605" y="371924"/>
                  </a:lnTo>
                  <a:lnTo>
                    <a:pt x="279071" y="372197"/>
                  </a:lnTo>
                  <a:lnTo>
                    <a:pt x="278510" y="372392"/>
                  </a:lnTo>
                  <a:lnTo>
                    <a:pt x="276901" y="373100"/>
                  </a:lnTo>
                  <a:lnTo>
                    <a:pt x="276396" y="372770"/>
                  </a:lnTo>
                  <a:lnTo>
                    <a:pt x="275682" y="372560"/>
                  </a:lnTo>
                  <a:lnTo>
                    <a:pt x="274113" y="373724"/>
                  </a:lnTo>
                  <a:lnTo>
                    <a:pt x="272395" y="375000"/>
                  </a:lnTo>
                  <a:lnTo>
                    <a:pt x="272022" y="375953"/>
                  </a:lnTo>
                  <a:lnTo>
                    <a:pt x="271503" y="376829"/>
                  </a:lnTo>
                  <a:lnTo>
                    <a:pt x="270363" y="377662"/>
                  </a:lnTo>
                  <a:lnTo>
                    <a:pt x="269119" y="378383"/>
                  </a:lnTo>
                  <a:lnTo>
                    <a:pt x="268065" y="378651"/>
                  </a:lnTo>
                  <a:lnTo>
                    <a:pt x="266703" y="378387"/>
                  </a:lnTo>
                  <a:lnTo>
                    <a:pt x="264989" y="377501"/>
                  </a:lnTo>
                  <a:lnTo>
                    <a:pt x="263419" y="376393"/>
                  </a:lnTo>
                  <a:lnTo>
                    <a:pt x="261713" y="374649"/>
                  </a:lnTo>
                  <a:lnTo>
                    <a:pt x="260323" y="373651"/>
                  </a:lnTo>
                  <a:lnTo>
                    <a:pt x="258991" y="372859"/>
                  </a:lnTo>
                  <a:lnTo>
                    <a:pt x="258182" y="372671"/>
                  </a:lnTo>
                  <a:lnTo>
                    <a:pt x="257532" y="372969"/>
                  </a:lnTo>
                  <a:lnTo>
                    <a:pt x="257278" y="373585"/>
                  </a:lnTo>
                  <a:lnTo>
                    <a:pt x="257463" y="374070"/>
                  </a:lnTo>
                  <a:lnTo>
                    <a:pt x="257847" y="374508"/>
                  </a:lnTo>
                  <a:lnTo>
                    <a:pt x="258146" y="375887"/>
                  </a:lnTo>
                  <a:lnTo>
                    <a:pt x="258261" y="377573"/>
                  </a:lnTo>
                  <a:lnTo>
                    <a:pt x="258130" y="378529"/>
                  </a:lnTo>
                  <a:lnTo>
                    <a:pt x="257752" y="379100"/>
                  </a:lnTo>
                  <a:lnTo>
                    <a:pt x="257365" y="379308"/>
                  </a:lnTo>
                  <a:lnTo>
                    <a:pt x="257006" y="379233"/>
                  </a:lnTo>
                  <a:lnTo>
                    <a:pt x="256572" y="378638"/>
                  </a:lnTo>
                  <a:lnTo>
                    <a:pt x="256306" y="377381"/>
                  </a:lnTo>
                  <a:lnTo>
                    <a:pt x="256099" y="375897"/>
                  </a:lnTo>
                  <a:lnTo>
                    <a:pt x="254929" y="374031"/>
                  </a:lnTo>
                  <a:lnTo>
                    <a:pt x="253920" y="372893"/>
                  </a:lnTo>
                  <a:lnTo>
                    <a:pt x="253434" y="372264"/>
                  </a:lnTo>
                  <a:lnTo>
                    <a:pt x="252504" y="371226"/>
                  </a:lnTo>
                  <a:lnTo>
                    <a:pt x="251703" y="370585"/>
                  </a:lnTo>
                  <a:lnTo>
                    <a:pt x="249997" y="369852"/>
                  </a:lnTo>
                  <a:lnTo>
                    <a:pt x="249161" y="369321"/>
                  </a:lnTo>
                  <a:lnTo>
                    <a:pt x="247709" y="367260"/>
                  </a:lnTo>
                  <a:lnTo>
                    <a:pt x="246895" y="366633"/>
                  </a:lnTo>
                  <a:lnTo>
                    <a:pt x="245849" y="366105"/>
                  </a:lnTo>
                  <a:lnTo>
                    <a:pt x="244990" y="365948"/>
                  </a:lnTo>
                  <a:lnTo>
                    <a:pt x="244802" y="366069"/>
                  </a:lnTo>
                  <a:lnTo>
                    <a:pt x="243014" y="366365"/>
                  </a:lnTo>
                  <a:lnTo>
                    <a:pt x="241730" y="366320"/>
                  </a:lnTo>
                  <a:lnTo>
                    <a:pt x="240953" y="365935"/>
                  </a:lnTo>
                  <a:lnTo>
                    <a:pt x="240079" y="365885"/>
                  </a:lnTo>
                  <a:lnTo>
                    <a:pt x="239199" y="366144"/>
                  </a:lnTo>
                  <a:lnTo>
                    <a:pt x="239034" y="366127"/>
                  </a:lnTo>
                  <a:lnTo>
                    <a:pt x="238594" y="366115"/>
                  </a:lnTo>
                  <a:lnTo>
                    <a:pt x="237884" y="365689"/>
                  </a:lnTo>
                  <a:lnTo>
                    <a:pt x="237192" y="364544"/>
                  </a:lnTo>
                  <a:lnTo>
                    <a:pt x="236322" y="363330"/>
                  </a:lnTo>
                  <a:lnTo>
                    <a:pt x="235263" y="362939"/>
                  </a:lnTo>
                  <a:lnTo>
                    <a:pt x="233257" y="363450"/>
                  </a:lnTo>
                  <a:lnTo>
                    <a:pt x="231065" y="365102"/>
                  </a:lnTo>
                  <a:lnTo>
                    <a:pt x="229491" y="366082"/>
                  </a:lnTo>
                  <a:lnTo>
                    <a:pt x="228208" y="366110"/>
                  </a:lnTo>
                  <a:lnTo>
                    <a:pt x="227475" y="366259"/>
                  </a:lnTo>
                  <a:lnTo>
                    <a:pt x="226989" y="366203"/>
                  </a:lnTo>
                  <a:lnTo>
                    <a:pt x="226577" y="365895"/>
                  </a:lnTo>
                  <a:lnTo>
                    <a:pt x="226480" y="365298"/>
                  </a:lnTo>
                  <a:lnTo>
                    <a:pt x="226283" y="364541"/>
                  </a:lnTo>
                  <a:lnTo>
                    <a:pt x="225276" y="363802"/>
                  </a:lnTo>
                  <a:lnTo>
                    <a:pt x="223898" y="363325"/>
                  </a:lnTo>
                  <a:lnTo>
                    <a:pt x="222617" y="362802"/>
                  </a:lnTo>
                  <a:lnTo>
                    <a:pt x="221780" y="362662"/>
                  </a:lnTo>
                  <a:lnTo>
                    <a:pt x="221422" y="363416"/>
                  </a:lnTo>
                  <a:lnTo>
                    <a:pt x="220360" y="364615"/>
                  </a:lnTo>
                  <a:lnTo>
                    <a:pt x="219153" y="365781"/>
                  </a:lnTo>
                  <a:lnTo>
                    <a:pt x="217615" y="367676"/>
                  </a:lnTo>
                  <a:lnTo>
                    <a:pt x="217194" y="368347"/>
                  </a:lnTo>
                  <a:lnTo>
                    <a:pt x="216604" y="368795"/>
                  </a:lnTo>
                  <a:lnTo>
                    <a:pt x="215261" y="369282"/>
                  </a:lnTo>
                  <a:lnTo>
                    <a:pt x="213628" y="370083"/>
                  </a:lnTo>
                  <a:lnTo>
                    <a:pt x="212587" y="370993"/>
                  </a:lnTo>
                  <a:lnTo>
                    <a:pt x="211111" y="371406"/>
                  </a:lnTo>
                  <a:lnTo>
                    <a:pt x="209519" y="371667"/>
                  </a:lnTo>
                  <a:lnTo>
                    <a:pt x="208825" y="372456"/>
                  </a:lnTo>
                  <a:lnTo>
                    <a:pt x="208398" y="373744"/>
                  </a:lnTo>
                  <a:lnTo>
                    <a:pt x="207867" y="374901"/>
                  </a:lnTo>
                  <a:lnTo>
                    <a:pt x="205363" y="376654"/>
                  </a:lnTo>
                  <a:lnTo>
                    <a:pt x="203992" y="377790"/>
                  </a:lnTo>
                  <a:lnTo>
                    <a:pt x="202995" y="378394"/>
                  </a:lnTo>
                  <a:lnTo>
                    <a:pt x="202298" y="378316"/>
                  </a:lnTo>
                  <a:lnTo>
                    <a:pt x="201545" y="378135"/>
                  </a:lnTo>
                  <a:lnTo>
                    <a:pt x="201261" y="378235"/>
                  </a:lnTo>
                  <a:lnTo>
                    <a:pt x="201648" y="379105"/>
                  </a:lnTo>
                  <a:lnTo>
                    <a:pt x="201974" y="381847"/>
                  </a:lnTo>
                  <a:lnTo>
                    <a:pt x="202437" y="383594"/>
                  </a:lnTo>
                  <a:lnTo>
                    <a:pt x="202771" y="384599"/>
                  </a:lnTo>
                  <a:lnTo>
                    <a:pt x="203085" y="385388"/>
                  </a:lnTo>
                  <a:lnTo>
                    <a:pt x="203325" y="386598"/>
                  </a:lnTo>
                  <a:lnTo>
                    <a:pt x="203012" y="387305"/>
                  </a:lnTo>
                  <a:lnTo>
                    <a:pt x="202527" y="387780"/>
                  </a:lnTo>
                  <a:lnTo>
                    <a:pt x="201023" y="388528"/>
                  </a:lnTo>
                  <a:lnTo>
                    <a:pt x="199455" y="389173"/>
                  </a:lnTo>
                  <a:lnTo>
                    <a:pt x="198516" y="388758"/>
                  </a:lnTo>
                  <a:lnTo>
                    <a:pt x="197473" y="387730"/>
                  </a:lnTo>
                  <a:lnTo>
                    <a:pt x="197062" y="387199"/>
                  </a:lnTo>
                  <a:lnTo>
                    <a:pt x="195921" y="385475"/>
                  </a:lnTo>
                  <a:lnTo>
                    <a:pt x="193924" y="382843"/>
                  </a:lnTo>
                  <a:lnTo>
                    <a:pt x="192563" y="381509"/>
                  </a:lnTo>
                  <a:lnTo>
                    <a:pt x="191559" y="381012"/>
                  </a:lnTo>
                  <a:lnTo>
                    <a:pt x="190650" y="381163"/>
                  </a:lnTo>
                  <a:lnTo>
                    <a:pt x="189946" y="381788"/>
                  </a:lnTo>
                  <a:lnTo>
                    <a:pt x="189447" y="382344"/>
                  </a:lnTo>
                  <a:lnTo>
                    <a:pt x="188974" y="382965"/>
                  </a:lnTo>
                  <a:lnTo>
                    <a:pt x="188674" y="383747"/>
                  </a:lnTo>
                  <a:lnTo>
                    <a:pt x="188702" y="384825"/>
                  </a:lnTo>
                  <a:lnTo>
                    <a:pt x="188679" y="385965"/>
                  </a:lnTo>
                  <a:lnTo>
                    <a:pt x="188235" y="386768"/>
                  </a:lnTo>
                  <a:lnTo>
                    <a:pt x="187112" y="387631"/>
                  </a:lnTo>
                  <a:lnTo>
                    <a:pt x="185810" y="388835"/>
                  </a:lnTo>
                  <a:lnTo>
                    <a:pt x="184841" y="391007"/>
                  </a:lnTo>
                  <a:lnTo>
                    <a:pt x="184213" y="393723"/>
                  </a:lnTo>
                  <a:lnTo>
                    <a:pt x="184013" y="395608"/>
                  </a:lnTo>
                  <a:lnTo>
                    <a:pt x="184494" y="396490"/>
                  </a:lnTo>
                  <a:lnTo>
                    <a:pt x="185445" y="397206"/>
                  </a:lnTo>
                  <a:lnTo>
                    <a:pt x="186058" y="397940"/>
                  </a:lnTo>
                  <a:lnTo>
                    <a:pt x="186182" y="398632"/>
                  </a:lnTo>
                  <a:lnTo>
                    <a:pt x="186021" y="399357"/>
                  </a:lnTo>
                  <a:lnTo>
                    <a:pt x="185528" y="400194"/>
                  </a:lnTo>
                  <a:lnTo>
                    <a:pt x="184494" y="401152"/>
                  </a:lnTo>
                  <a:lnTo>
                    <a:pt x="183073" y="403440"/>
                  </a:lnTo>
                  <a:lnTo>
                    <a:pt x="182188" y="406672"/>
                  </a:lnTo>
                  <a:lnTo>
                    <a:pt x="182678" y="408926"/>
                  </a:lnTo>
                  <a:lnTo>
                    <a:pt x="184496" y="410163"/>
                  </a:lnTo>
                  <a:lnTo>
                    <a:pt x="185926" y="410709"/>
                  </a:lnTo>
                  <a:lnTo>
                    <a:pt x="186497" y="411434"/>
                  </a:lnTo>
                  <a:lnTo>
                    <a:pt x="187012" y="412905"/>
                  </a:lnTo>
                  <a:lnTo>
                    <a:pt x="186941" y="414396"/>
                  </a:lnTo>
                  <a:lnTo>
                    <a:pt x="186768" y="415406"/>
                  </a:lnTo>
                  <a:lnTo>
                    <a:pt x="187123" y="416395"/>
                  </a:lnTo>
                  <a:lnTo>
                    <a:pt x="187797" y="417571"/>
                  </a:lnTo>
                  <a:lnTo>
                    <a:pt x="188652" y="418290"/>
                  </a:lnTo>
                  <a:lnTo>
                    <a:pt x="189550" y="417903"/>
                  </a:lnTo>
                  <a:lnTo>
                    <a:pt x="190445" y="417412"/>
                  </a:lnTo>
                  <a:lnTo>
                    <a:pt x="191564" y="417606"/>
                  </a:lnTo>
                  <a:lnTo>
                    <a:pt x="194729" y="418014"/>
                  </a:lnTo>
                  <a:lnTo>
                    <a:pt x="196387" y="418227"/>
                  </a:lnTo>
                  <a:lnTo>
                    <a:pt x="196927" y="418738"/>
                  </a:lnTo>
                  <a:lnTo>
                    <a:pt x="197955" y="420396"/>
                  </a:lnTo>
                  <a:lnTo>
                    <a:pt x="199255" y="422257"/>
                  </a:lnTo>
                  <a:lnTo>
                    <a:pt x="200574" y="424147"/>
                  </a:lnTo>
                  <a:lnTo>
                    <a:pt x="201030" y="424966"/>
                  </a:lnTo>
                  <a:lnTo>
                    <a:pt x="202105" y="427223"/>
                  </a:lnTo>
                  <a:lnTo>
                    <a:pt x="203216" y="429253"/>
                  </a:lnTo>
                  <a:lnTo>
                    <a:pt x="204423" y="431768"/>
                  </a:lnTo>
                  <a:lnTo>
                    <a:pt x="204337" y="432449"/>
                  </a:lnTo>
                  <a:lnTo>
                    <a:pt x="203706" y="432733"/>
                  </a:lnTo>
                  <a:lnTo>
                    <a:pt x="202692" y="432664"/>
                  </a:lnTo>
                  <a:lnTo>
                    <a:pt x="201908" y="432295"/>
                  </a:lnTo>
                  <a:lnTo>
                    <a:pt x="201468" y="431990"/>
                  </a:lnTo>
                  <a:lnTo>
                    <a:pt x="201073" y="431889"/>
                  </a:lnTo>
                  <a:lnTo>
                    <a:pt x="200630" y="432012"/>
                  </a:lnTo>
                  <a:lnTo>
                    <a:pt x="200253" y="432330"/>
                  </a:lnTo>
                  <a:lnTo>
                    <a:pt x="200099" y="432828"/>
                  </a:lnTo>
                  <a:lnTo>
                    <a:pt x="200164" y="433507"/>
                  </a:lnTo>
                  <a:lnTo>
                    <a:pt x="200467" y="434125"/>
                  </a:lnTo>
                  <a:lnTo>
                    <a:pt x="200891" y="434523"/>
                  </a:lnTo>
                  <a:lnTo>
                    <a:pt x="201119" y="434671"/>
                  </a:lnTo>
                  <a:lnTo>
                    <a:pt x="202672" y="435487"/>
                  </a:lnTo>
                  <a:lnTo>
                    <a:pt x="204419" y="436405"/>
                  </a:lnTo>
                  <a:lnTo>
                    <a:pt x="206551" y="437707"/>
                  </a:lnTo>
                  <a:lnTo>
                    <a:pt x="207005" y="437870"/>
                  </a:lnTo>
                  <a:lnTo>
                    <a:pt x="207134" y="438505"/>
                  </a:lnTo>
                  <a:lnTo>
                    <a:pt x="205995" y="438643"/>
                  </a:lnTo>
                  <a:lnTo>
                    <a:pt x="205854" y="439386"/>
                  </a:lnTo>
                  <a:lnTo>
                    <a:pt x="205560" y="439933"/>
                  </a:lnTo>
                  <a:lnTo>
                    <a:pt x="203010" y="441171"/>
                  </a:lnTo>
                  <a:lnTo>
                    <a:pt x="202372" y="441167"/>
                  </a:lnTo>
                  <a:lnTo>
                    <a:pt x="201815" y="441370"/>
                  </a:lnTo>
                  <a:lnTo>
                    <a:pt x="201849" y="442171"/>
                  </a:lnTo>
                  <a:lnTo>
                    <a:pt x="202002" y="442904"/>
                  </a:lnTo>
                  <a:lnTo>
                    <a:pt x="202439" y="443680"/>
                  </a:lnTo>
                  <a:lnTo>
                    <a:pt x="202249" y="444011"/>
                  </a:lnTo>
                  <a:lnTo>
                    <a:pt x="201871" y="444122"/>
                  </a:lnTo>
                  <a:lnTo>
                    <a:pt x="201377" y="443887"/>
                  </a:lnTo>
                  <a:lnTo>
                    <a:pt x="200920" y="443481"/>
                  </a:lnTo>
                  <a:lnTo>
                    <a:pt x="200430" y="443379"/>
                  </a:lnTo>
                  <a:lnTo>
                    <a:pt x="199954" y="443481"/>
                  </a:lnTo>
                  <a:lnTo>
                    <a:pt x="197784" y="445672"/>
                  </a:lnTo>
                  <a:lnTo>
                    <a:pt x="196853" y="446240"/>
                  </a:lnTo>
                  <a:lnTo>
                    <a:pt x="195846" y="446464"/>
                  </a:lnTo>
                  <a:lnTo>
                    <a:pt x="193740" y="447272"/>
                  </a:lnTo>
                  <a:lnTo>
                    <a:pt x="193114" y="447231"/>
                  </a:lnTo>
                  <a:lnTo>
                    <a:pt x="192519" y="446949"/>
                  </a:lnTo>
                  <a:lnTo>
                    <a:pt x="192033" y="447360"/>
                  </a:lnTo>
                  <a:lnTo>
                    <a:pt x="191877" y="448374"/>
                  </a:lnTo>
                  <a:lnTo>
                    <a:pt x="191317" y="447673"/>
                  </a:lnTo>
                  <a:lnTo>
                    <a:pt x="190696" y="447117"/>
                  </a:lnTo>
                  <a:lnTo>
                    <a:pt x="190421" y="446930"/>
                  </a:lnTo>
                  <a:lnTo>
                    <a:pt x="190269" y="447040"/>
                  </a:lnTo>
                  <a:lnTo>
                    <a:pt x="190845" y="448128"/>
                  </a:lnTo>
                  <a:lnTo>
                    <a:pt x="190895" y="449125"/>
                  </a:lnTo>
                  <a:lnTo>
                    <a:pt x="190754" y="449673"/>
                  </a:lnTo>
                  <a:lnTo>
                    <a:pt x="190509" y="450173"/>
                  </a:lnTo>
                  <a:lnTo>
                    <a:pt x="190186" y="450480"/>
                  </a:lnTo>
                  <a:lnTo>
                    <a:pt x="189794" y="450647"/>
                  </a:lnTo>
                  <a:lnTo>
                    <a:pt x="189586" y="452409"/>
                  </a:lnTo>
                  <a:lnTo>
                    <a:pt x="189209" y="453483"/>
                  </a:lnTo>
                  <a:lnTo>
                    <a:pt x="188688" y="454435"/>
                  </a:lnTo>
                  <a:lnTo>
                    <a:pt x="187981" y="456182"/>
                  </a:lnTo>
                  <a:lnTo>
                    <a:pt x="187414" y="456944"/>
                  </a:lnTo>
                  <a:lnTo>
                    <a:pt x="186971" y="457832"/>
                  </a:lnTo>
                  <a:lnTo>
                    <a:pt x="186679" y="459073"/>
                  </a:lnTo>
                  <a:lnTo>
                    <a:pt x="186257" y="458781"/>
                  </a:lnTo>
                  <a:lnTo>
                    <a:pt x="185914" y="458249"/>
                  </a:lnTo>
                  <a:lnTo>
                    <a:pt x="185732" y="458953"/>
                  </a:lnTo>
                  <a:lnTo>
                    <a:pt x="185483" y="459553"/>
                  </a:lnTo>
                  <a:lnTo>
                    <a:pt x="184384" y="460450"/>
                  </a:lnTo>
                  <a:lnTo>
                    <a:pt x="183571" y="461311"/>
                  </a:lnTo>
                  <a:lnTo>
                    <a:pt x="183200" y="462648"/>
                  </a:lnTo>
                  <a:lnTo>
                    <a:pt x="183116" y="463448"/>
                  </a:lnTo>
                  <a:lnTo>
                    <a:pt x="183245" y="464168"/>
                  </a:lnTo>
                  <a:lnTo>
                    <a:pt x="183549" y="464601"/>
                  </a:lnTo>
                  <a:lnTo>
                    <a:pt x="185088" y="465068"/>
                  </a:lnTo>
                  <a:lnTo>
                    <a:pt x="186109" y="465680"/>
                  </a:lnTo>
                  <a:lnTo>
                    <a:pt x="187046" y="466818"/>
                  </a:lnTo>
                  <a:lnTo>
                    <a:pt x="188061" y="467785"/>
                  </a:lnTo>
                  <a:lnTo>
                    <a:pt x="188791" y="469030"/>
                  </a:lnTo>
                  <a:lnTo>
                    <a:pt x="189306" y="470561"/>
                  </a:lnTo>
                  <a:lnTo>
                    <a:pt x="189946" y="473538"/>
                  </a:lnTo>
                  <a:lnTo>
                    <a:pt x="190264" y="476674"/>
                  </a:lnTo>
                  <a:lnTo>
                    <a:pt x="191208" y="472774"/>
                  </a:lnTo>
                  <a:lnTo>
                    <a:pt x="192002" y="472077"/>
                  </a:lnTo>
                  <a:lnTo>
                    <a:pt x="191826" y="473174"/>
                  </a:lnTo>
                  <a:lnTo>
                    <a:pt x="191259" y="474862"/>
                  </a:lnTo>
                  <a:lnTo>
                    <a:pt x="190701" y="477306"/>
                  </a:lnTo>
                  <a:lnTo>
                    <a:pt x="190520" y="479092"/>
                  </a:lnTo>
                  <a:lnTo>
                    <a:pt x="190726" y="480639"/>
                  </a:lnTo>
                  <a:lnTo>
                    <a:pt x="190738" y="481365"/>
                  </a:lnTo>
                  <a:lnTo>
                    <a:pt x="190268" y="483927"/>
                  </a:lnTo>
                  <a:lnTo>
                    <a:pt x="190511" y="484419"/>
                  </a:lnTo>
                  <a:lnTo>
                    <a:pt x="190891" y="484874"/>
                  </a:lnTo>
                  <a:lnTo>
                    <a:pt x="191892" y="485762"/>
                  </a:lnTo>
                  <a:lnTo>
                    <a:pt x="192594" y="487053"/>
                  </a:lnTo>
                  <a:lnTo>
                    <a:pt x="192771" y="488869"/>
                  </a:lnTo>
                  <a:lnTo>
                    <a:pt x="193168" y="489370"/>
                  </a:lnTo>
                  <a:lnTo>
                    <a:pt x="193666" y="489807"/>
                  </a:lnTo>
                  <a:lnTo>
                    <a:pt x="196105" y="493430"/>
                  </a:lnTo>
                  <a:lnTo>
                    <a:pt x="197510" y="495840"/>
                  </a:lnTo>
                  <a:lnTo>
                    <a:pt x="198213" y="497245"/>
                  </a:lnTo>
                  <a:lnTo>
                    <a:pt x="198978" y="499013"/>
                  </a:lnTo>
                  <a:lnTo>
                    <a:pt x="199380" y="499424"/>
                  </a:lnTo>
                  <a:lnTo>
                    <a:pt x="199857" y="499687"/>
                  </a:lnTo>
                  <a:lnTo>
                    <a:pt x="200766" y="500533"/>
                  </a:lnTo>
                  <a:lnTo>
                    <a:pt x="200253" y="501441"/>
                  </a:lnTo>
                  <a:lnTo>
                    <a:pt x="199421" y="503060"/>
                  </a:lnTo>
                  <a:lnTo>
                    <a:pt x="199050" y="503916"/>
                  </a:lnTo>
                  <a:lnTo>
                    <a:pt x="198167" y="504710"/>
                  </a:lnTo>
                  <a:lnTo>
                    <a:pt x="196693" y="505550"/>
                  </a:lnTo>
                  <a:lnTo>
                    <a:pt x="195877" y="505914"/>
                  </a:lnTo>
                  <a:lnTo>
                    <a:pt x="195003" y="507653"/>
                  </a:lnTo>
                  <a:lnTo>
                    <a:pt x="194033" y="509344"/>
                  </a:lnTo>
                  <a:lnTo>
                    <a:pt x="193369" y="509532"/>
                  </a:lnTo>
                  <a:lnTo>
                    <a:pt x="191485" y="509269"/>
                  </a:lnTo>
                  <a:lnTo>
                    <a:pt x="190811" y="509117"/>
                  </a:lnTo>
                  <a:lnTo>
                    <a:pt x="188891" y="508372"/>
                  </a:lnTo>
                  <a:lnTo>
                    <a:pt x="188356" y="507917"/>
                  </a:lnTo>
                  <a:lnTo>
                    <a:pt x="187828" y="505957"/>
                  </a:lnTo>
                  <a:lnTo>
                    <a:pt x="187235" y="505114"/>
                  </a:lnTo>
                  <a:lnTo>
                    <a:pt x="186491" y="504575"/>
                  </a:lnTo>
                  <a:lnTo>
                    <a:pt x="185982" y="504117"/>
                  </a:lnTo>
                  <a:lnTo>
                    <a:pt x="185770" y="503645"/>
                  </a:lnTo>
                  <a:lnTo>
                    <a:pt x="185232" y="502961"/>
                  </a:lnTo>
                  <a:lnTo>
                    <a:pt x="184236" y="501943"/>
                  </a:lnTo>
                  <a:lnTo>
                    <a:pt x="183514" y="500978"/>
                  </a:lnTo>
                  <a:lnTo>
                    <a:pt x="182956" y="500716"/>
                  </a:lnTo>
                  <a:lnTo>
                    <a:pt x="182253" y="501057"/>
                  </a:lnTo>
                  <a:lnTo>
                    <a:pt x="181830" y="501152"/>
                  </a:lnTo>
                  <a:lnTo>
                    <a:pt x="181649" y="500982"/>
                  </a:lnTo>
                  <a:lnTo>
                    <a:pt x="181512" y="500171"/>
                  </a:lnTo>
                  <a:lnTo>
                    <a:pt x="180492" y="499885"/>
                  </a:lnTo>
                  <a:lnTo>
                    <a:pt x="180318" y="499694"/>
                  </a:lnTo>
                  <a:lnTo>
                    <a:pt x="178958" y="498917"/>
                  </a:lnTo>
                  <a:lnTo>
                    <a:pt x="178437" y="498505"/>
                  </a:lnTo>
                  <a:lnTo>
                    <a:pt x="177937" y="498475"/>
                  </a:lnTo>
                  <a:lnTo>
                    <a:pt x="176883" y="498242"/>
                  </a:lnTo>
                  <a:lnTo>
                    <a:pt x="175990" y="497870"/>
                  </a:lnTo>
                  <a:lnTo>
                    <a:pt x="175577" y="497378"/>
                  </a:lnTo>
                  <a:lnTo>
                    <a:pt x="174968" y="496830"/>
                  </a:lnTo>
                  <a:lnTo>
                    <a:pt x="173838" y="496148"/>
                  </a:lnTo>
                  <a:lnTo>
                    <a:pt x="173006" y="495503"/>
                  </a:lnTo>
                  <a:lnTo>
                    <a:pt x="172965" y="495090"/>
                  </a:lnTo>
                  <a:lnTo>
                    <a:pt x="173477" y="493379"/>
                  </a:lnTo>
                  <a:lnTo>
                    <a:pt x="173847" y="491738"/>
                  </a:lnTo>
                  <a:lnTo>
                    <a:pt x="173637" y="491416"/>
                  </a:lnTo>
                  <a:lnTo>
                    <a:pt x="173166" y="491143"/>
                  </a:lnTo>
                  <a:lnTo>
                    <a:pt x="172290" y="490891"/>
                  </a:lnTo>
                  <a:lnTo>
                    <a:pt x="170216" y="490974"/>
                  </a:lnTo>
                  <a:lnTo>
                    <a:pt x="168934" y="489322"/>
                  </a:lnTo>
                  <a:lnTo>
                    <a:pt x="168480" y="488949"/>
                  </a:lnTo>
                  <a:lnTo>
                    <a:pt x="167641" y="488682"/>
                  </a:lnTo>
                  <a:lnTo>
                    <a:pt x="166428" y="488178"/>
                  </a:lnTo>
                  <a:lnTo>
                    <a:pt x="165744" y="487814"/>
                  </a:lnTo>
                  <a:lnTo>
                    <a:pt x="165550" y="487947"/>
                  </a:lnTo>
                  <a:lnTo>
                    <a:pt x="164799" y="489761"/>
                  </a:lnTo>
                  <a:lnTo>
                    <a:pt x="164048" y="488466"/>
                  </a:lnTo>
                  <a:lnTo>
                    <a:pt x="163599" y="488116"/>
                  </a:lnTo>
                  <a:lnTo>
                    <a:pt x="162957" y="487924"/>
                  </a:lnTo>
                  <a:lnTo>
                    <a:pt x="162289" y="487922"/>
                  </a:lnTo>
                  <a:lnTo>
                    <a:pt x="160621" y="488551"/>
                  </a:lnTo>
                  <a:lnTo>
                    <a:pt x="159393" y="489247"/>
                  </a:lnTo>
                  <a:lnTo>
                    <a:pt x="158475" y="489767"/>
                  </a:lnTo>
                  <a:lnTo>
                    <a:pt x="157548" y="490056"/>
                  </a:lnTo>
                  <a:lnTo>
                    <a:pt x="157101" y="490462"/>
                  </a:lnTo>
                  <a:lnTo>
                    <a:pt x="155857" y="490392"/>
                  </a:lnTo>
                  <a:lnTo>
                    <a:pt x="155232" y="490081"/>
                  </a:lnTo>
                  <a:lnTo>
                    <a:pt x="155028" y="489758"/>
                  </a:lnTo>
                  <a:lnTo>
                    <a:pt x="155137" y="489193"/>
                  </a:lnTo>
                  <a:lnTo>
                    <a:pt x="155568" y="488559"/>
                  </a:lnTo>
                  <a:lnTo>
                    <a:pt x="155599" y="488213"/>
                  </a:lnTo>
                  <a:lnTo>
                    <a:pt x="155447" y="487944"/>
                  </a:lnTo>
                  <a:lnTo>
                    <a:pt x="153937" y="487098"/>
                  </a:lnTo>
                  <a:lnTo>
                    <a:pt x="153320" y="486585"/>
                  </a:lnTo>
                  <a:lnTo>
                    <a:pt x="151335" y="485857"/>
                  </a:lnTo>
                  <a:lnTo>
                    <a:pt x="148886" y="484568"/>
                  </a:lnTo>
                  <a:lnTo>
                    <a:pt x="148044" y="483723"/>
                  </a:lnTo>
                  <a:lnTo>
                    <a:pt x="147963" y="483140"/>
                  </a:lnTo>
                  <a:lnTo>
                    <a:pt x="147002" y="482566"/>
                  </a:lnTo>
                  <a:lnTo>
                    <a:pt x="145778" y="482051"/>
                  </a:lnTo>
                  <a:lnTo>
                    <a:pt x="144828" y="482197"/>
                  </a:lnTo>
                  <a:lnTo>
                    <a:pt x="143937" y="482252"/>
                  </a:lnTo>
                  <a:lnTo>
                    <a:pt x="142546" y="481289"/>
                  </a:lnTo>
                  <a:lnTo>
                    <a:pt x="141228" y="481235"/>
                  </a:lnTo>
                  <a:lnTo>
                    <a:pt x="139739" y="481524"/>
                  </a:lnTo>
                  <a:lnTo>
                    <a:pt x="139412" y="481639"/>
                  </a:lnTo>
                  <a:lnTo>
                    <a:pt x="139055" y="481764"/>
                  </a:lnTo>
                  <a:lnTo>
                    <a:pt x="134614" y="481358"/>
                  </a:lnTo>
                  <a:lnTo>
                    <a:pt x="133480" y="480562"/>
                  </a:lnTo>
                  <a:lnTo>
                    <a:pt x="132510" y="479766"/>
                  </a:lnTo>
                  <a:lnTo>
                    <a:pt x="129907" y="479193"/>
                  </a:lnTo>
                  <a:lnTo>
                    <a:pt x="128572" y="478585"/>
                  </a:lnTo>
                  <a:lnTo>
                    <a:pt x="127245" y="477722"/>
                  </a:lnTo>
                  <a:lnTo>
                    <a:pt x="125791" y="476969"/>
                  </a:lnTo>
                  <a:lnTo>
                    <a:pt x="124570" y="477274"/>
                  </a:lnTo>
                  <a:lnTo>
                    <a:pt x="122898" y="476846"/>
                  </a:lnTo>
                  <a:lnTo>
                    <a:pt x="121081" y="476469"/>
                  </a:lnTo>
                  <a:lnTo>
                    <a:pt x="120460" y="476701"/>
                  </a:lnTo>
                  <a:lnTo>
                    <a:pt x="119885" y="477653"/>
                  </a:lnTo>
                  <a:lnTo>
                    <a:pt x="119455" y="478560"/>
                  </a:lnTo>
                  <a:lnTo>
                    <a:pt x="118465" y="477821"/>
                  </a:lnTo>
                  <a:lnTo>
                    <a:pt x="115088" y="474263"/>
                  </a:lnTo>
                  <a:lnTo>
                    <a:pt x="113316" y="471901"/>
                  </a:lnTo>
                  <a:lnTo>
                    <a:pt x="107525" y="466450"/>
                  </a:lnTo>
                  <a:lnTo>
                    <a:pt x="106754" y="466032"/>
                  </a:lnTo>
                  <a:lnTo>
                    <a:pt x="103689" y="465245"/>
                  </a:lnTo>
                  <a:lnTo>
                    <a:pt x="102453" y="464614"/>
                  </a:lnTo>
                  <a:lnTo>
                    <a:pt x="99333" y="460721"/>
                  </a:lnTo>
                  <a:lnTo>
                    <a:pt x="97947" y="461243"/>
                  </a:lnTo>
                  <a:lnTo>
                    <a:pt x="96694" y="461111"/>
                  </a:lnTo>
                  <a:lnTo>
                    <a:pt x="95962" y="460771"/>
                  </a:lnTo>
                  <a:lnTo>
                    <a:pt x="95169" y="460211"/>
                  </a:lnTo>
                  <a:lnTo>
                    <a:pt x="94611" y="459472"/>
                  </a:lnTo>
                  <a:lnTo>
                    <a:pt x="93965" y="457845"/>
                  </a:lnTo>
                  <a:lnTo>
                    <a:pt x="93215" y="456911"/>
                  </a:lnTo>
                  <a:lnTo>
                    <a:pt x="90752" y="455550"/>
                  </a:lnTo>
                  <a:lnTo>
                    <a:pt x="87974" y="454756"/>
                  </a:lnTo>
                  <a:lnTo>
                    <a:pt x="87755" y="454410"/>
                  </a:lnTo>
                  <a:lnTo>
                    <a:pt x="87675" y="453933"/>
                  </a:lnTo>
                  <a:lnTo>
                    <a:pt x="90077" y="453009"/>
                  </a:lnTo>
                  <a:lnTo>
                    <a:pt x="90722" y="452479"/>
                  </a:lnTo>
                  <a:lnTo>
                    <a:pt x="89490" y="451777"/>
                  </a:lnTo>
                  <a:lnTo>
                    <a:pt x="89023" y="451662"/>
                  </a:lnTo>
                  <a:lnTo>
                    <a:pt x="88633" y="451333"/>
                  </a:lnTo>
                  <a:lnTo>
                    <a:pt x="89327" y="450805"/>
                  </a:lnTo>
                  <a:lnTo>
                    <a:pt x="90009" y="450564"/>
                  </a:lnTo>
                  <a:lnTo>
                    <a:pt x="91068" y="451170"/>
                  </a:lnTo>
                  <a:lnTo>
                    <a:pt x="92257" y="452296"/>
                  </a:lnTo>
                  <a:lnTo>
                    <a:pt x="93298" y="452722"/>
                  </a:lnTo>
                  <a:lnTo>
                    <a:pt x="93778" y="452183"/>
                  </a:lnTo>
                  <a:lnTo>
                    <a:pt x="97401" y="451259"/>
                  </a:lnTo>
                  <a:lnTo>
                    <a:pt x="97644" y="450526"/>
                  </a:lnTo>
                  <a:lnTo>
                    <a:pt x="97634" y="449708"/>
                  </a:lnTo>
                  <a:lnTo>
                    <a:pt x="97279" y="449737"/>
                  </a:lnTo>
                  <a:lnTo>
                    <a:pt x="97049" y="449553"/>
                  </a:lnTo>
                  <a:lnTo>
                    <a:pt x="97072" y="448644"/>
                  </a:lnTo>
                  <a:lnTo>
                    <a:pt x="97609" y="447397"/>
                  </a:lnTo>
                  <a:lnTo>
                    <a:pt x="99234" y="445368"/>
                  </a:lnTo>
                  <a:lnTo>
                    <a:pt x="100106" y="442548"/>
                  </a:lnTo>
                  <a:lnTo>
                    <a:pt x="100873" y="441906"/>
                  </a:lnTo>
                  <a:lnTo>
                    <a:pt x="101437" y="442334"/>
                  </a:lnTo>
                  <a:lnTo>
                    <a:pt x="101398" y="442992"/>
                  </a:lnTo>
                  <a:lnTo>
                    <a:pt x="101492" y="443481"/>
                  </a:lnTo>
                  <a:lnTo>
                    <a:pt x="101995" y="442533"/>
                  </a:lnTo>
                  <a:lnTo>
                    <a:pt x="102476" y="441250"/>
                  </a:lnTo>
                  <a:lnTo>
                    <a:pt x="103689" y="441242"/>
                  </a:lnTo>
                  <a:lnTo>
                    <a:pt x="104527" y="441456"/>
                  </a:lnTo>
                  <a:lnTo>
                    <a:pt x="105396" y="441310"/>
                  </a:lnTo>
                  <a:lnTo>
                    <a:pt x="103721" y="439198"/>
                  </a:lnTo>
                  <a:lnTo>
                    <a:pt x="101474" y="437072"/>
                  </a:lnTo>
                  <a:lnTo>
                    <a:pt x="100526" y="437232"/>
                  </a:lnTo>
                  <a:lnTo>
                    <a:pt x="99924" y="436902"/>
                  </a:lnTo>
                  <a:lnTo>
                    <a:pt x="98937" y="435151"/>
                  </a:lnTo>
                  <a:lnTo>
                    <a:pt x="98530" y="433700"/>
                  </a:lnTo>
                  <a:lnTo>
                    <a:pt x="99484" y="433732"/>
                  </a:lnTo>
                  <a:lnTo>
                    <a:pt x="100436" y="433952"/>
                  </a:lnTo>
                  <a:lnTo>
                    <a:pt x="102247" y="432939"/>
                  </a:lnTo>
                  <a:lnTo>
                    <a:pt x="102914" y="432791"/>
                  </a:lnTo>
                  <a:lnTo>
                    <a:pt x="103988" y="433111"/>
                  </a:lnTo>
                  <a:lnTo>
                    <a:pt x="105478" y="433315"/>
                  </a:lnTo>
                  <a:lnTo>
                    <a:pt x="105355" y="432360"/>
                  </a:lnTo>
                  <a:lnTo>
                    <a:pt x="104889" y="431231"/>
                  </a:lnTo>
                  <a:lnTo>
                    <a:pt x="106706" y="430395"/>
                  </a:lnTo>
                  <a:lnTo>
                    <a:pt x="108317" y="429933"/>
                  </a:lnTo>
                  <a:lnTo>
                    <a:pt x="111399" y="428297"/>
                  </a:lnTo>
                  <a:lnTo>
                    <a:pt x="112760" y="428009"/>
                  </a:lnTo>
                  <a:lnTo>
                    <a:pt x="112934" y="427636"/>
                  </a:lnTo>
                  <a:lnTo>
                    <a:pt x="112976" y="427149"/>
                  </a:lnTo>
                  <a:lnTo>
                    <a:pt x="112513" y="425842"/>
                  </a:lnTo>
                  <a:lnTo>
                    <a:pt x="112051" y="424874"/>
                  </a:lnTo>
                  <a:lnTo>
                    <a:pt x="110424" y="424828"/>
                  </a:lnTo>
                  <a:lnTo>
                    <a:pt x="109521" y="426174"/>
                  </a:lnTo>
                  <a:lnTo>
                    <a:pt x="107060" y="426617"/>
                  </a:lnTo>
                  <a:lnTo>
                    <a:pt x="105965" y="426527"/>
                  </a:lnTo>
                  <a:lnTo>
                    <a:pt x="106835" y="425665"/>
                  </a:lnTo>
                  <a:lnTo>
                    <a:pt x="107702" y="425335"/>
                  </a:lnTo>
                  <a:lnTo>
                    <a:pt x="107947" y="424975"/>
                  </a:lnTo>
                  <a:lnTo>
                    <a:pt x="106200" y="425289"/>
                  </a:lnTo>
                  <a:lnTo>
                    <a:pt x="105325" y="426176"/>
                  </a:lnTo>
                  <a:lnTo>
                    <a:pt x="102767" y="427349"/>
                  </a:lnTo>
                  <a:lnTo>
                    <a:pt x="102686" y="426733"/>
                  </a:lnTo>
                  <a:lnTo>
                    <a:pt x="102644" y="426180"/>
                  </a:lnTo>
                  <a:lnTo>
                    <a:pt x="102831" y="425657"/>
                  </a:lnTo>
                  <a:lnTo>
                    <a:pt x="103249" y="425319"/>
                  </a:lnTo>
                  <a:lnTo>
                    <a:pt x="103395" y="425011"/>
                  </a:lnTo>
                  <a:lnTo>
                    <a:pt x="103395" y="424766"/>
                  </a:lnTo>
                  <a:lnTo>
                    <a:pt x="103019" y="424612"/>
                  </a:lnTo>
                  <a:lnTo>
                    <a:pt x="102707" y="424488"/>
                  </a:lnTo>
                  <a:lnTo>
                    <a:pt x="102644" y="424150"/>
                  </a:lnTo>
                  <a:lnTo>
                    <a:pt x="102748" y="423843"/>
                  </a:lnTo>
                  <a:lnTo>
                    <a:pt x="103040" y="423412"/>
                  </a:lnTo>
                  <a:lnTo>
                    <a:pt x="103166" y="422921"/>
                  </a:lnTo>
                  <a:lnTo>
                    <a:pt x="103187" y="421936"/>
                  </a:lnTo>
                  <a:lnTo>
                    <a:pt x="103458" y="420825"/>
                  </a:lnTo>
                  <a:lnTo>
                    <a:pt x="104228" y="420117"/>
                  </a:lnTo>
                  <a:lnTo>
                    <a:pt x="105572" y="419943"/>
                  </a:lnTo>
                  <a:lnTo>
                    <a:pt x="106799" y="419336"/>
                  </a:lnTo>
                  <a:lnTo>
                    <a:pt x="107540" y="418664"/>
                  </a:lnTo>
                  <a:lnTo>
                    <a:pt x="108518" y="416950"/>
                  </a:lnTo>
                  <a:lnTo>
                    <a:pt x="109256" y="416697"/>
                  </a:lnTo>
                  <a:lnTo>
                    <a:pt x="110746" y="416790"/>
                  </a:lnTo>
                  <a:lnTo>
                    <a:pt x="111699" y="416944"/>
                  </a:lnTo>
                  <a:lnTo>
                    <a:pt x="113899" y="416995"/>
                  </a:lnTo>
                  <a:lnTo>
                    <a:pt x="116429" y="416891"/>
                  </a:lnTo>
                  <a:lnTo>
                    <a:pt x="117162" y="416841"/>
                  </a:lnTo>
                  <a:lnTo>
                    <a:pt x="117567" y="416245"/>
                  </a:lnTo>
                  <a:lnTo>
                    <a:pt x="117539" y="415172"/>
                  </a:lnTo>
                  <a:lnTo>
                    <a:pt x="117900" y="414184"/>
                  </a:lnTo>
                  <a:lnTo>
                    <a:pt x="118573" y="412328"/>
                  </a:lnTo>
                  <a:lnTo>
                    <a:pt x="119292" y="411358"/>
                  </a:lnTo>
                  <a:lnTo>
                    <a:pt x="119262" y="410926"/>
                  </a:lnTo>
                  <a:lnTo>
                    <a:pt x="118886" y="410744"/>
                  </a:lnTo>
                  <a:lnTo>
                    <a:pt x="118395" y="410654"/>
                  </a:lnTo>
                  <a:lnTo>
                    <a:pt x="118217" y="410453"/>
                  </a:lnTo>
                  <a:lnTo>
                    <a:pt x="118240" y="410047"/>
                  </a:lnTo>
                  <a:lnTo>
                    <a:pt x="118618" y="409649"/>
                  </a:lnTo>
                  <a:lnTo>
                    <a:pt x="118550" y="408831"/>
                  </a:lnTo>
                  <a:lnTo>
                    <a:pt x="118312" y="407923"/>
                  </a:lnTo>
                  <a:lnTo>
                    <a:pt x="118105" y="407106"/>
                  </a:lnTo>
                  <a:lnTo>
                    <a:pt x="117441" y="406700"/>
                  </a:lnTo>
                  <a:lnTo>
                    <a:pt x="116299" y="406430"/>
                  </a:lnTo>
                  <a:lnTo>
                    <a:pt x="116542" y="405437"/>
                  </a:lnTo>
                  <a:lnTo>
                    <a:pt x="116865" y="404364"/>
                  </a:lnTo>
                  <a:lnTo>
                    <a:pt x="117350" y="403768"/>
                  </a:lnTo>
                  <a:lnTo>
                    <a:pt x="117701" y="403411"/>
                  </a:lnTo>
                  <a:lnTo>
                    <a:pt x="118753" y="403605"/>
                  </a:lnTo>
                  <a:lnTo>
                    <a:pt x="119513" y="403415"/>
                  </a:lnTo>
                  <a:lnTo>
                    <a:pt x="119694" y="403210"/>
                  </a:lnTo>
                  <a:lnTo>
                    <a:pt x="119558" y="402801"/>
                  </a:lnTo>
                  <a:lnTo>
                    <a:pt x="118371" y="402431"/>
                  </a:lnTo>
                  <a:lnTo>
                    <a:pt x="117326" y="401922"/>
                  </a:lnTo>
                  <a:lnTo>
                    <a:pt x="116876" y="401292"/>
                  </a:lnTo>
                  <a:lnTo>
                    <a:pt x="116694" y="400618"/>
                  </a:lnTo>
                  <a:lnTo>
                    <a:pt x="117385" y="400218"/>
                  </a:lnTo>
                  <a:lnTo>
                    <a:pt x="118617" y="399835"/>
                  </a:lnTo>
                  <a:lnTo>
                    <a:pt x="119437" y="398918"/>
                  </a:lnTo>
                  <a:lnTo>
                    <a:pt x="120323" y="397935"/>
                  </a:lnTo>
                  <a:lnTo>
                    <a:pt x="120689" y="397220"/>
                  </a:lnTo>
                  <a:lnTo>
                    <a:pt x="120874" y="396443"/>
                  </a:lnTo>
                  <a:lnTo>
                    <a:pt x="120854" y="395584"/>
                  </a:lnTo>
                  <a:lnTo>
                    <a:pt x="120207" y="394709"/>
                  </a:lnTo>
                  <a:lnTo>
                    <a:pt x="120207" y="393796"/>
                  </a:lnTo>
                  <a:lnTo>
                    <a:pt x="120558" y="393159"/>
                  </a:lnTo>
                  <a:lnTo>
                    <a:pt x="120423" y="392683"/>
                  </a:lnTo>
                  <a:lnTo>
                    <a:pt x="119950" y="392405"/>
                  </a:lnTo>
                  <a:lnTo>
                    <a:pt x="119268" y="392489"/>
                  </a:lnTo>
                  <a:lnTo>
                    <a:pt x="118495" y="392811"/>
                  </a:lnTo>
                  <a:lnTo>
                    <a:pt x="117584" y="392750"/>
                  </a:lnTo>
                  <a:lnTo>
                    <a:pt x="116127" y="391653"/>
                  </a:lnTo>
                  <a:lnTo>
                    <a:pt x="114578" y="390574"/>
                  </a:lnTo>
                  <a:lnTo>
                    <a:pt x="113685" y="390537"/>
                  </a:lnTo>
                  <a:lnTo>
                    <a:pt x="113065" y="390379"/>
                  </a:lnTo>
                  <a:lnTo>
                    <a:pt x="112527" y="389822"/>
                  </a:lnTo>
                  <a:lnTo>
                    <a:pt x="112203" y="389107"/>
                  </a:lnTo>
                  <a:lnTo>
                    <a:pt x="111853" y="388790"/>
                  </a:lnTo>
                  <a:lnTo>
                    <a:pt x="111287" y="388988"/>
                  </a:lnTo>
                  <a:lnTo>
                    <a:pt x="110462" y="389314"/>
                  </a:lnTo>
                  <a:lnTo>
                    <a:pt x="109427" y="389226"/>
                  </a:lnTo>
                  <a:lnTo>
                    <a:pt x="108086" y="388394"/>
                  </a:lnTo>
                  <a:lnTo>
                    <a:pt x="106867" y="387438"/>
                  </a:lnTo>
                  <a:lnTo>
                    <a:pt x="105961" y="387414"/>
                  </a:lnTo>
                  <a:lnTo>
                    <a:pt x="105007" y="387282"/>
                  </a:lnTo>
                  <a:lnTo>
                    <a:pt x="103185" y="386051"/>
                  </a:lnTo>
                  <a:lnTo>
                    <a:pt x="102713" y="386063"/>
                  </a:lnTo>
                  <a:lnTo>
                    <a:pt x="102418" y="386427"/>
                  </a:lnTo>
                  <a:lnTo>
                    <a:pt x="102278" y="387415"/>
                  </a:lnTo>
                  <a:lnTo>
                    <a:pt x="102127" y="387626"/>
                  </a:lnTo>
                  <a:lnTo>
                    <a:pt x="101803" y="387787"/>
                  </a:lnTo>
                  <a:lnTo>
                    <a:pt x="101182" y="387896"/>
                  </a:lnTo>
                  <a:lnTo>
                    <a:pt x="100268" y="387280"/>
                  </a:lnTo>
                  <a:lnTo>
                    <a:pt x="97940" y="385259"/>
                  </a:lnTo>
                  <a:lnTo>
                    <a:pt x="97002" y="383783"/>
                  </a:lnTo>
                  <a:lnTo>
                    <a:pt x="96787" y="382710"/>
                  </a:lnTo>
                  <a:lnTo>
                    <a:pt x="96021" y="382028"/>
                  </a:lnTo>
                  <a:lnTo>
                    <a:pt x="95278" y="381041"/>
                  </a:lnTo>
                  <a:lnTo>
                    <a:pt x="94524" y="380956"/>
                  </a:lnTo>
                  <a:lnTo>
                    <a:pt x="93689" y="381272"/>
                  </a:lnTo>
                  <a:lnTo>
                    <a:pt x="92896" y="381747"/>
                  </a:lnTo>
                  <a:lnTo>
                    <a:pt x="92520" y="381878"/>
                  </a:lnTo>
                  <a:lnTo>
                    <a:pt x="91169" y="382045"/>
                  </a:lnTo>
                  <a:lnTo>
                    <a:pt x="88999" y="382710"/>
                  </a:lnTo>
                  <a:lnTo>
                    <a:pt x="88405" y="383346"/>
                  </a:lnTo>
                  <a:lnTo>
                    <a:pt x="87677" y="383862"/>
                  </a:lnTo>
                  <a:lnTo>
                    <a:pt x="87112" y="383505"/>
                  </a:lnTo>
                  <a:lnTo>
                    <a:pt x="86546" y="382869"/>
                  </a:lnTo>
                  <a:lnTo>
                    <a:pt x="85307" y="382641"/>
                  </a:lnTo>
                  <a:lnTo>
                    <a:pt x="84712" y="382869"/>
                  </a:lnTo>
                  <a:lnTo>
                    <a:pt x="84119" y="382432"/>
                  </a:lnTo>
                  <a:lnTo>
                    <a:pt x="83609" y="381650"/>
                  </a:lnTo>
                  <a:lnTo>
                    <a:pt x="82918" y="381082"/>
                  </a:lnTo>
                  <a:lnTo>
                    <a:pt x="81891" y="380927"/>
                  </a:lnTo>
                  <a:lnTo>
                    <a:pt x="80778" y="380684"/>
                  </a:lnTo>
                  <a:lnTo>
                    <a:pt x="79889" y="381121"/>
                  </a:lnTo>
                  <a:lnTo>
                    <a:pt x="78730" y="381955"/>
                  </a:lnTo>
                  <a:lnTo>
                    <a:pt x="77949" y="381637"/>
                  </a:lnTo>
                  <a:lnTo>
                    <a:pt x="77517" y="380644"/>
                  </a:lnTo>
                  <a:lnTo>
                    <a:pt x="76978" y="380366"/>
                  </a:lnTo>
                  <a:lnTo>
                    <a:pt x="76250" y="379253"/>
                  </a:lnTo>
                  <a:lnTo>
                    <a:pt x="76062" y="378259"/>
                  </a:lnTo>
                  <a:lnTo>
                    <a:pt x="76250" y="377823"/>
                  </a:lnTo>
                  <a:lnTo>
                    <a:pt x="76520" y="377267"/>
                  </a:lnTo>
                  <a:lnTo>
                    <a:pt x="76520" y="376631"/>
                  </a:lnTo>
                  <a:lnTo>
                    <a:pt x="76305" y="376075"/>
                  </a:lnTo>
                  <a:lnTo>
                    <a:pt x="75982" y="375637"/>
                  </a:lnTo>
                  <a:lnTo>
                    <a:pt x="75630" y="374168"/>
                  </a:lnTo>
                  <a:lnTo>
                    <a:pt x="75334" y="373532"/>
                  </a:lnTo>
                  <a:lnTo>
                    <a:pt x="75280" y="373015"/>
                  </a:lnTo>
                  <a:lnTo>
                    <a:pt x="75523" y="372538"/>
                  </a:lnTo>
                  <a:lnTo>
                    <a:pt x="75307" y="372221"/>
                  </a:lnTo>
                  <a:lnTo>
                    <a:pt x="74902" y="372180"/>
                  </a:lnTo>
                  <a:lnTo>
                    <a:pt x="74230" y="372221"/>
                  </a:lnTo>
                  <a:lnTo>
                    <a:pt x="73852" y="371982"/>
                  </a:lnTo>
                  <a:lnTo>
                    <a:pt x="73447" y="371147"/>
                  </a:lnTo>
                  <a:lnTo>
                    <a:pt x="73232" y="370313"/>
                  </a:lnTo>
                  <a:lnTo>
                    <a:pt x="72962" y="369996"/>
                  </a:lnTo>
                  <a:lnTo>
                    <a:pt x="72264" y="370019"/>
                  </a:lnTo>
                  <a:lnTo>
                    <a:pt x="71113" y="370194"/>
                  </a:lnTo>
                  <a:lnTo>
                    <a:pt x="70089" y="370471"/>
                  </a:lnTo>
                  <a:lnTo>
                    <a:pt x="69634" y="370431"/>
                  </a:lnTo>
                  <a:lnTo>
                    <a:pt x="68731" y="370000"/>
                  </a:lnTo>
                  <a:lnTo>
                    <a:pt x="67541" y="369526"/>
                  </a:lnTo>
                  <a:lnTo>
                    <a:pt x="65111" y="369432"/>
                  </a:lnTo>
                  <a:lnTo>
                    <a:pt x="64919" y="369271"/>
                  </a:lnTo>
                  <a:lnTo>
                    <a:pt x="65056" y="368971"/>
                  </a:lnTo>
                  <a:lnTo>
                    <a:pt x="65551" y="368486"/>
                  </a:lnTo>
                  <a:lnTo>
                    <a:pt x="65497" y="368088"/>
                  </a:lnTo>
                  <a:lnTo>
                    <a:pt x="65070" y="367767"/>
                  </a:lnTo>
                  <a:lnTo>
                    <a:pt x="64849" y="366976"/>
                  </a:lnTo>
                  <a:lnTo>
                    <a:pt x="64875" y="366081"/>
                  </a:lnTo>
                  <a:lnTo>
                    <a:pt x="64796" y="365108"/>
                  </a:lnTo>
                  <a:lnTo>
                    <a:pt x="64284" y="364353"/>
                  </a:lnTo>
                  <a:lnTo>
                    <a:pt x="63987" y="363837"/>
                  </a:lnTo>
                  <a:lnTo>
                    <a:pt x="64041" y="363360"/>
                  </a:lnTo>
                  <a:lnTo>
                    <a:pt x="65158" y="363178"/>
                  </a:lnTo>
                  <a:lnTo>
                    <a:pt x="66484" y="362839"/>
                  </a:lnTo>
                  <a:lnTo>
                    <a:pt x="66706" y="362490"/>
                  </a:lnTo>
                  <a:lnTo>
                    <a:pt x="66659" y="361948"/>
                  </a:lnTo>
                  <a:lnTo>
                    <a:pt x="63965" y="359169"/>
                  </a:lnTo>
                  <a:lnTo>
                    <a:pt x="63040" y="356710"/>
                  </a:lnTo>
                  <a:lnTo>
                    <a:pt x="62158" y="355378"/>
                  </a:lnTo>
                  <a:lnTo>
                    <a:pt x="61182" y="354483"/>
                  </a:lnTo>
                  <a:lnTo>
                    <a:pt x="60391" y="354076"/>
                  </a:lnTo>
                  <a:lnTo>
                    <a:pt x="59238" y="354246"/>
                  </a:lnTo>
                  <a:lnTo>
                    <a:pt x="57709" y="354229"/>
                  </a:lnTo>
                  <a:lnTo>
                    <a:pt x="56151" y="353953"/>
                  </a:lnTo>
                  <a:lnTo>
                    <a:pt x="54839" y="354137"/>
                  </a:lnTo>
                  <a:lnTo>
                    <a:pt x="52486" y="355309"/>
                  </a:lnTo>
                  <a:lnTo>
                    <a:pt x="51603" y="355361"/>
                  </a:lnTo>
                  <a:lnTo>
                    <a:pt x="50080" y="354992"/>
                  </a:lnTo>
                  <a:lnTo>
                    <a:pt x="48779" y="354581"/>
                  </a:lnTo>
                  <a:lnTo>
                    <a:pt x="48093" y="354600"/>
                  </a:lnTo>
                  <a:lnTo>
                    <a:pt x="47676" y="354773"/>
                  </a:lnTo>
                  <a:lnTo>
                    <a:pt x="47408" y="355089"/>
                  </a:lnTo>
                  <a:lnTo>
                    <a:pt x="46649" y="357295"/>
                  </a:lnTo>
                  <a:lnTo>
                    <a:pt x="46025" y="357728"/>
                  </a:lnTo>
                  <a:lnTo>
                    <a:pt x="45131" y="358179"/>
                  </a:lnTo>
                  <a:lnTo>
                    <a:pt x="44367" y="358257"/>
                  </a:lnTo>
                  <a:lnTo>
                    <a:pt x="43726" y="358235"/>
                  </a:lnTo>
                  <a:lnTo>
                    <a:pt x="42797" y="357896"/>
                  </a:lnTo>
                  <a:lnTo>
                    <a:pt x="41915" y="357498"/>
                  </a:lnTo>
                  <a:lnTo>
                    <a:pt x="41735" y="357475"/>
                  </a:lnTo>
                  <a:lnTo>
                    <a:pt x="41690" y="357130"/>
                  </a:lnTo>
                  <a:lnTo>
                    <a:pt x="41047" y="355807"/>
                  </a:lnTo>
                  <a:lnTo>
                    <a:pt x="40662" y="355228"/>
                  </a:lnTo>
                  <a:lnTo>
                    <a:pt x="40204" y="354912"/>
                  </a:lnTo>
                  <a:lnTo>
                    <a:pt x="39975" y="354529"/>
                  </a:lnTo>
                  <a:lnTo>
                    <a:pt x="39968" y="352943"/>
                  </a:lnTo>
                  <a:lnTo>
                    <a:pt x="40053" y="351458"/>
                  </a:lnTo>
                  <a:lnTo>
                    <a:pt x="40340" y="351267"/>
                  </a:lnTo>
                  <a:lnTo>
                    <a:pt x="39491" y="350056"/>
                  </a:lnTo>
                  <a:lnTo>
                    <a:pt x="39427" y="349139"/>
                  </a:lnTo>
                  <a:lnTo>
                    <a:pt x="39844" y="348683"/>
                  </a:lnTo>
                  <a:lnTo>
                    <a:pt x="39857" y="348295"/>
                  </a:lnTo>
                  <a:lnTo>
                    <a:pt x="39576" y="347751"/>
                  </a:lnTo>
                  <a:lnTo>
                    <a:pt x="38702" y="346864"/>
                  </a:lnTo>
                  <a:lnTo>
                    <a:pt x="37853" y="345865"/>
                  </a:lnTo>
                  <a:lnTo>
                    <a:pt x="37305" y="345079"/>
                  </a:lnTo>
                  <a:lnTo>
                    <a:pt x="36961" y="344704"/>
                  </a:lnTo>
                  <a:lnTo>
                    <a:pt x="37379" y="344088"/>
                  </a:lnTo>
                  <a:lnTo>
                    <a:pt x="37962" y="342999"/>
                  </a:lnTo>
                  <a:lnTo>
                    <a:pt x="38187" y="342359"/>
                  </a:lnTo>
                  <a:lnTo>
                    <a:pt x="38466" y="342203"/>
                  </a:lnTo>
                  <a:lnTo>
                    <a:pt x="39839" y="342113"/>
                  </a:lnTo>
                  <a:lnTo>
                    <a:pt x="40835" y="342135"/>
                  </a:lnTo>
                  <a:lnTo>
                    <a:pt x="41585" y="342368"/>
                  </a:lnTo>
                  <a:lnTo>
                    <a:pt x="41868" y="342888"/>
                  </a:lnTo>
                  <a:lnTo>
                    <a:pt x="42552" y="343456"/>
                  </a:lnTo>
                  <a:lnTo>
                    <a:pt x="44499" y="343689"/>
                  </a:lnTo>
                  <a:lnTo>
                    <a:pt x="45317" y="343666"/>
                  </a:lnTo>
                  <a:lnTo>
                    <a:pt x="46345" y="343147"/>
                  </a:lnTo>
                  <a:lnTo>
                    <a:pt x="48007" y="342000"/>
                  </a:lnTo>
                  <a:lnTo>
                    <a:pt x="48414" y="341167"/>
                  </a:lnTo>
                  <a:lnTo>
                    <a:pt x="49442" y="340580"/>
                  </a:lnTo>
                  <a:lnTo>
                    <a:pt x="50071" y="340350"/>
                  </a:lnTo>
                  <a:lnTo>
                    <a:pt x="50637" y="340246"/>
                  </a:lnTo>
                  <a:lnTo>
                    <a:pt x="50693" y="339756"/>
                  </a:lnTo>
                  <a:lnTo>
                    <a:pt x="50657" y="339087"/>
                  </a:lnTo>
                  <a:lnTo>
                    <a:pt x="50461" y="338686"/>
                  </a:lnTo>
                  <a:lnTo>
                    <a:pt x="48417" y="337308"/>
                  </a:lnTo>
                  <a:lnTo>
                    <a:pt x="48159" y="336858"/>
                  </a:lnTo>
                  <a:lnTo>
                    <a:pt x="47996" y="336327"/>
                  </a:lnTo>
                  <a:lnTo>
                    <a:pt x="48240" y="335825"/>
                  </a:lnTo>
                  <a:lnTo>
                    <a:pt x="48233" y="335272"/>
                  </a:lnTo>
                  <a:lnTo>
                    <a:pt x="45870" y="334040"/>
                  </a:lnTo>
                  <a:lnTo>
                    <a:pt x="43900" y="333822"/>
                  </a:lnTo>
                  <a:lnTo>
                    <a:pt x="42278" y="333891"/>
                  </a:lnTo>
                  <a:lnTo>
                    <a:pt x="41648" y="333633"/>
                  </a:lnTo>
                  <a:lnTo>
                    <a:pt x="41921" y="333012"/>
                  </a:lnTo>
                  <a:lnTo>
                    <a:pt x="42321" y="331896"/>
                  </a:lnTo>
                  <a:lnTo>
                    <a:pt x="42439" y="330978"/>
                  </a:lnTo>
                  <a:lnTo>
                    <a:pt x="42327" y="330561"/>
                  </a:lnTo>
                  <a:lnTo>
                    <a:pt x="42006" y="330209"/>
                  </a:lnTo>
                  <a:lnTo>
                    <a:pt x="40458" y="329438"/>
                  </a:lnTo>
                  <a:lnTo>
                    <a:pt x="38331" y="328256"/>
                  </a:lnTo>
                  <a:lnTo>
                    <a:pt x="37343" y="326921"/>
                  </a:lnTo>
                  <a:lnTo>
                    <a:pt x="36836" y="325526"/>
                  </a:lnTo>
                  <a:lnTo>
                    <a:pt x="36261" y="324671"/>
                  </a:lnTo>
                  <a:lnTo>
                    <a:pt x="35221" y="324130"/>
                  </a:lnTo>
                  <a:lnTo>
                    <a:pt x="35288" y="323777"/>
                  </a:lnTo>
                  <a:lnTo>
                    <a:pt x="35978" y="322468"/>
                  </a:lnTo>
                  <a:lnTo>
                    <a:pt x="35952" y="322267"/>
                  </a:lnTo>
                  <a:lnTo>
                    <a:pt x="35660" y="321944"/>
                  </a:lnTo>
                  <a:lnTo>
                    <a:pt x="34363" y="321283"/>
                  </a:lnTo>
                  <a:lnTo>
                    <a:pt x="32610" y="320064"/>
                  </a:lnTo>
                  <a:lnTo>
                    <a:pt x="32536" y="319747"/>
                  </a:lnTo>
                  <a:lnTo>
                    <a:pt x="32663" y="318981"/>
                  </a:lnTo>
                  <a:lnTo>
                    <a:pt x="32903" y="318227"/>
                  </a:lnTo>
                  <a:lnTo>
                    <a:pt x="33253" y="317868"/>
                  </a:lnTo>
                  <a:lnTo>
                    <a:pt x="34302" y="316337"/>
                  </a:lnTo>
                  <a:lnTo>
                    <a:pt x="34302" y="315817"/>
                  </a:lnTo>
                  <a:lnTo>
                    <a:pt x="34124" y="315122"/>
                  </a:lnTo>
                  <a:lnTo>
                    <a:pt x="33353" y="313925"/>
                  </a:lnTo>
                  <a:lnTo>
                    <a:pt x="32758" y="313154"/>
                  </a:lnTo>
                  <a:lnTo>
                    <a:pt x="32721" y="312760"/>
                  </a:lnTo>
                  <a:lnTo>
                    <a:pt x="32819" y="312435"/>
                  </a:lnTo>
                  <a:lnTo>
                    <a:pt x="33206" y="312014"/>
                  </a:lnTo>
                  <a:lnTo>
                    <a:pt x="33572" y="311498"/>
                  </a:lnTo>
                  <a:lnTo>
                    <a:pt x="33650" y="309714"/>
                  </a:lnTo>
                  <a:lnTo>
                    <a:pt x="33632" y="309091"/>
                  </a:lnTo>
                  <a:lnTo>
                    <a:pt x="33399" y="308723"/>
                  </a:lnTo>
                  <a:lnTo>
                    <a:pt x="33150" y="308568"/>
                  </a:lnTo>
                  <a:lnTo>
                    <a:pt x="32628" y="308657"/>
                  </a:lnTo>
                  <a:lnTo>
                    <a:pt x="31880" y="308364"/>
                  </a:lnTo>
                  <a:lnTo>
                    <a:pt x="31318" y="307899"/>
                  </a:lnTo>
                  <a:lnTo>
                    <a:pt x="30971" y="307748"/>
                  </a:lnTo>
                  <a:lnTo>
                    <a:pt x="30603" y="307274"/>
                  </a:lnTo>
                  <a:lnTo>
                    <a:pt x="29550" y="306318"/>
                  </a:lnTo>
                  <a:lnTo>
                    <a:pt x="29369" y="306067"/>
                  </a:lnTo>
                  <a:lnTo>
                    <a:pt x="27262" y="305252"/>
                  </a:lnTo>
                  <a:lnTo>
                    <a:pt x="25456" y="305375"/>
                  </a:lnTo>
                  <a:lnTo>
                    <a:pt x="24456" y="305252"/>
                  </a:lnTo>
                  <a:lnTo>
                    <a:pt x="23932" y="305432"/>
                  </a:lnTo>
                  <a:lnTo>
                    <a:pt x="23386" y="305951"/>
                  </a:lnTo>
                  <a:lnTo>
                    <a:pt x="22632" y="306296"/>
                  </a:lnTo>
                  <a:lnTo>
                    <a:pt x="22068" y="306305"/>
                  </a:lnTo>
                  <a:lnTo>
                    <a:pt x="21552" y="306564"/>
                  </a:lnTo>
                  <a:lnTo>
                    <a:pt x="20154" y="307493"/>
                  </a:lnTo>
                  <a:lnTo>
                    <a:pt x="19499" y="306931"/>
                  </a:lnTo>
                  <a:lnTo>
                    <a:pt x="18935" y="306101"/>
                  </a:lnTo>
                  <a:lnTo>
                    <a:pt x="19122" y="305399"/>
                  </a:lnTo>
                  <a:lnTo>
                    <a:pt x="19356" y="304752"/>
                  </a:lnTo>
                  <a:lnTo>
                    <a:pt x="19339" y="304318"/>
                  </a:lnTo>
                  <a:lnTo>
                    <a:pt x="19139" y="303948"/>
                  </a:lnTo>
                  <a:lnTo>
                    <a:pt x="18269" y="303542"/>
                  </a:lnTo>
                  <a:lnTo>
                    <a:pt x="16418" y="302799"/>
                  </a:lnTo>
                  <a:lnTo>
                    <a:pt x="15892" y="302790"/>
                  </a:lnTo>
                  <a:lnTo>
                    <a:pt x="15094" y="303064"/>
                  </a:lnTo>
                  <a:lnTo>
                    <a:pt x="13649" y="303894"/>
                  </a:lnTo>
                  <a:lnTo>
                    <a:pt x="13139" y="303716"/>
                  </a:lnTo>
                  <a:lnTo>
                    <a:pt x="12666" y="303057"/>
                  </a:lnTo>
                  <a:lnTo>
                    <a:pt x="12156" y="302232"/>
                  </a:lnTo>
                  <a:lnTo>
                    <a:pt x="11466" y="301810"/>
                  </a:lnTo>
                  <a:lnTo>
                    <a:pt x="9981" y="301852"/>
                  </a:lnTo>
                  <a:lnTo>
                    <a:pt x="9840" y="301884"/>
                  </a:lnTo>
                  <a:lnTo>
                    <a:pt x="9123" y="302361"/>
                  </a:lnTo>
                  <a:lnTo>
                    <a:pt x="8820" y="302314"/>
                  </a:lnTo>
                  <a:lnTo>
                    <a:pt x="7530" y="301100"/>
                  </a:lnTo>
                  <a:lnTo>
                    <a:pt x="7770" y="300439"/>
                  </a:lnTo>
                  <a:lnTo>
                    <a:pt x="8042" y="299461"/>
                  </a:lnTo>
                  <a:lnTo>
                    <a:pt x="7944" y="298692"/>
                  </a:lnTo>
                  <a:lnTo>
                    <a:pt x="7732" y="297697"/>
                  </a:lnTo>
                  <a:lnTo>
                    <a:pt x="7179" y="295970"/>
                  </a:lnTo>
                  <a:lnTo>
                    <a:pt x="7106" y="295482"/>
                  </a:lnTo>
                  <a:lnTo>
                    <a:pt x="6202" y="294727"/>
                  </a:lnTo>
                  <a:lnTo>
                    <a:pt x="6051" y="294093"/>
                  </a:lnTo>
                  <a:lnTo>
                    <a:pt x="5576" y="293278"/>
                  </a:lnTo>
                  <a:lnTo>
                    <a:pt x="5110" y="292757"/>
                  </a:lnTo>
                  <a:lnTo>
                    <a:pt x="5010" y="291598"/>
                  </a:lnTo>
                  <a:lnTo>
                    <a:pt x="4698" y="291190"/>
                  </a:lnTo>
                  <a:lnTo>
                    <a:pt x="4296" y="290999"/>
                  </a:lnTo>
                  <a:lnTo>
                    <a:pt x="2873" y="291332"/>
                  </a:lnTo>
                  <a:lnTo>
                    <a:pt x="2719" y="291298"/>
                  </a:lnTo>
                  <a:lnTo>
                    <a:pt x="3398" y="289451"/>
                  </a:lnTo>
                  <a:lnTo>
                    <a:pt x="3457" y="288383"/>
                  </a:lnTo>
                  <a:lnTo>
                    <a:pt x="3886" y="287261"/>
                  </a:lnTo>
                  <a:lnTo>
                    <a:pt x="4376" y="286818"/>
                  </a:lnTo>
                  <a:lnTo>
                    <a:pt x="4525" y="286433"/>
                  </a:lnTo>
                  <a:lnTo>
                    <a:pt x="4601" y="285691"/>
                  </a:lnTo>
                  <a:lnTo>
                    <a:pt x="4509" y="285054"/>
                  </a:lnTo>
                  <a:lnTo>
                    <a:pt x="4209" y="284725"/>
                  </a:lnTo>
                  <a:lnTo>
                    <a:pt x="3035" y="284011"/>
                  </a:lnTo>
                  <a:lnTo>
                    <a:pt x="1766" y="283151"/>
                  </a:lnTo>
                  <a:lnTo>
                    <a:pt x="1505" y="282058"/>
                  </a:lnTo>
                  <a:lnTo>
                    <a:pt x="1114" y="281837"/>
                  </a:lnTo>
                  <a:lnTo>
                    <a:pt x="0" y="281779"/>
                  </a:lnTo>
                  <a:lnTo>
                    <a:pt x="22" y="281470"/>
                  </a:lnTo>
                  <a:lnTo>
                    <a:pt x="187" y="280602"/>
                  </a:lnTo>
                  <a:lnTo>
                    <a:pt x="454" y="279845"/>
                  </a:lnTo>
                  <a:lnTo>
                    <a:pt x="1324" y="279034"/>
                  </a:lnTo>
                  <a:lnTo>
                    <a:pt x="1540" y="278487"/>
                  </a:lnTo>
                  <a:lnTo>
                    <a:pt x="1798" y="277995"/>
                  </a:lnTo>
                  <a:lnTo>
                    <a:pt x="3792" y="277415"/>
                  </a:lnTo>
                  <a:lnTo>
                    <a:pt x="4020" y="277196"/>
                  </a:lnTo>
                  <a:lnTo>
                    <a:pt x="4035" y="277001"/>
                  </a:lnTo>
                  <a:lnTo>
                    <a:pt x="3943" y="276814"/>
                  </a:lnTo>
                  <a:lnTo>
                    <a:pt x="3500" y="276516"/>
                  </a:lnTo>
                  <a:lnTo>
                    <a:pt x="3041" y="276110"/>
                  </a:lnTo>
                  <a:lnTo>
                    <a:pt x="2764" y="275004"/>
                  </a:lnTo>
                  <a:lnTo>
                    <a:pt x="2073" y="273272"/>
                  </a:lnTo>
                  <a:lnTo>
                    <a:pt x="1423" y="272110"/>
                  </a:lnTo>
                  <a:lnTo>
                    <a:pt x="1285" y="271431"/>
                  </a:lnTo>
                  <a:lnTo>
                    <a:pt x="1453" y="270647"/>
                  </a:lnTo>
                  <a:lnTo>
                    <a:pt x="1685" y="269877"/>
                  </a:lnTo>
                  <a:lnTo>
                    <a:pt x="1697" y="269127"/>
                  </a:lnTo>
                  <a:lnTo>
                    <a:pt x="710" y="264973"/>
                  </a:lnTo>
                  <a:lnTo>
                    <a:pt x="777" y="264217"/>
                  </a:lnTo>
                  <a:lnTo>
                    <a:pt x="1064" y="263463"/>
                  </a:lnTo>
                  <a:lnTo>
                    <a:pt x="1524" y="262836"/>
                  </a:lnTo>
                  <a:lnTo>
                    <a:pt x="2552" y="262017"/>
                  </a:lnTo>
                  <a:lnTo>
                    <a:pt x="3837" y="260525"/>
                  </a:lnTo>
                  <a:lnTo>
                    <a:pt x="4707" y="258562"/>
                  </a:lnTo>
                  <a:lnTo>
                    <a:pt x="5162" y="257377"/>
                  </a:lnTo>
                  <a:lnTo>
                    <a:pt x="5546" y="257107"/>
                  </a:lnTo>
                  <a:lnTo>
                    <a:pt x="6286" y="257042"/>
                  </a:lnTo>
                  <a:lnTo>
                    <a:pt x="6567" y="256677"/>
                  </a:lnTo>
                  <a:lnTo>
                    <a:pt x="6711" y="256462"/>
                  </a:lnTo>
                  <a:lnTo>
                    <a:pt x="7345" y="256263"/>
                  </a:lnTo>
                  <a:lnTo>
                    <a:pt x="7560" y="256028"/>
                  </a:lnTo>
                  <a:lnTo>
                    <a:pt x="7389" y="255628"/>
                  </a:lnTo>
                  <a:lnTo>
                    <a:pt x="6753" y="254929"/>
                  </a:lnTo>
                  <a:lnTo>
                    <a:pt x="6249" y="254495"/>
                  </a:lnTo>
                  <a:lnTo>
                    <a:pt x="6736" y="253523"/>
                  </a:lnTo>
                  <a:lnTo>
                    <a:pt x="6568" y="252223"/>
                  </a:lnTo>
                  <a:lnTo>
                    <a:pt x="6263" y="251141"/>
                  </a:lnTo>
                  <a:lnTo>
                    <a:pt x="6679" y="250349"/>
                  </a:lnTo>
                  <a:lnTo>
                    <a:pt x="7371" y="250279"/>
                  </a:lnTo>
                  <a:lnTo>
                    <a:pt x="8141" y="251142"/>
                  </a:lnTo>
                  <a:lnTo>
                    <a:pt x="9296" y="251591"/>
                  </a:lnTo>
                  <a:lnTo>
                    <a:pt x="10139" y="251011"/>
                  </a:lnTo>
                  <a:lnTo>
                    <a:pt x="10425" y="249893"/>
                  </a:lnTo>
                  <a:lnTo>
                    <a:pt x="11033" y="249400"/>
                  </a:lnTo>
                  <a:lnTo>
                    <a:pt x="11844" y="249840"/>
                  </a:lnTo>
                  <a:lnTo>
                    <a:pt x="13204" y="249998"/>
                  </a:lnTo>
                  <a:lnTo>
                    <a:pt x="14332" y="249925"/>
                  </a:lnTo>
                  <a:lnTo>
                    <a:pt x="15092" y="249690"/>
                  </a:lnTo>
                  <a:lnTo>
                    <a:pt x="15417" y="249327"/>
                  </a:lnTo>
                  <a:lnTo>
                    <a:pt x="15718" y="248675"/>
                  </a:lnTo>
                  <a:lnTo>
                    <a:pt x="16340" y="247846"/>
                  </a:lnTo>
                  <a:lnTo>
                    <a:pt x="16985" y="247305"/>
                  </a:lnTo>
                  <a:lnTo>
                    <a:pt x="21928" y="247920"/>
                  </a:lnTo>
                  <a:lnTo>
                    <a:pt x="26212" y="249065"/>
                  </a:lnTo>
                  <a:lnTo>
                    <a:pt x="26536" y="248637"/>
                  </a:lnTo>
                  <a:lnTo>
                    <a:pt x="26686" y="247900"/>
                  </a:lnTo>
                  <a:lnTo>
                    <a:pt x="25619" y="247266"/>
                  </a:lnTo>
                  <a:lnTo>
                    <a:pt x="24832" y="246934"/>
                  </a:lnTo>
                  <a:lnTo>
                    <a:pt x="23844" y="245616"/>
                  </a:lnTo>
                  <a:lnTo>
                    <a:pt x="22414" y="244578"/>
                  </a:lnTo>
                  <a:lnTo>
                    <a:pt x="20978" y="244486"/>
                  </a:lnTo>
                  <a:lnTo>
                    <a:pt x="19096" y="244848"/>
                  </a:lnTo>
                  <a:lnTo>
                    <a:pt x="16245" y="244632"/>
                  </a:lnTo>
                  <a:lnTo>
                    <a:pt x="13819" y="242678"/>
                  </a:lnTo>
                  <a:lnTo>
                    <a:pt x="12215" y="242067"/>
                  </a:lnTo>
                  <a:lnTo>
                    <a:pt x="11072" y="240566"/>
                  </a:lnTo>
                  <a:lnTo>
                    <a:pt x="10781" y="239768"/>
                  </a:lnTo>
                  <a:lnTo>
                    <a:pt x="12020" y="240445"/>
                  </a:lnTo>
                  <a:lnTo>
                    <a:pt x="12189" y="239730"/>
                  </a:lnTo>
                  <a:lnTo>
                    <a:pt x="12286" y="238780"/>
                  </a:lnTo>
                  <a:lnTo>
                    <a:pt x="11597" y="238200"/>
                  </a:lnTo>
                  <a:lnTo>
                    <a:pt x="10982" y="237855"/>
                  </a:lnTo>
                  <a:lnTo>
                    <a:pt x="7827" y="239338"/>
                  </a:lnTo>
                  <a:lnTo>
                    <a:pt x="4216" y="239824"/>
                  </a:lnTo>
                  <a:lnTo>
                    <a:pt x="7568" y="236899"/>
                  </a:lnTo>
                  <a:lnTo>
                    <a:pt x="9985" y="234792"/>
                  </a:lnTo>
                  <a:lnTo>
                    <a:pt x="10436" y="234475"/>
                  </a:lnTo>
                  <a:lnTo>
                    <a:pt x="11506" y="233909"/>
                  </a:lnTo>
                  <a:lnTo>
                    <a:pt x="12402" y="233315"/>
                  </a:lnTo>
                  <a:lnTo>
                    <a:pt x="13123" y="232535"/>
                  </a:lnTo>
                  <a:lnTo>
                    <a:pt x="15525" y="230996"/>
                  </a:lnTo>
                  <a:lnTo>
                    <a:pt x="17972" y="229340"/>
                  </a:lnTo>
                  <a:lnTo>
                    <a:pt x="20250" y="227158"/>
                  </a:lnTo>
                  <a:lnTo>
                    <a:pt x="21073" y="226471"/>
                  </a:lnTo>
                  <a:lnTo>
                    <a:pt x="22121" y="225737"/>
                  </a:lnTo>
                  <a:lnTo>
                    <a:pt x="24420" y="223429"/>
                  </a:lnTo>
                  <a:lnTo>
                    <a:pt x="25146" y="222790"/>
                  </a:lnTo>
                  <a:lnTo>
                    <a:pt x="27951" y="219897"/>
                  </a:lnTo>
                  <a:lnTo>
                    <a:pt x="29590" y="218455"/>
                  </a:lnTo>
                  <a:lnTo>
                    <a:pt x="30403" y="217627"/>
                  </a:lnTo>
                  <a:lnTo>
                    <a:pt x="33905" y="214890"/>
                  </a:lnTo>
                  <a:lnTo>
                    <a:pt x="36279" y="212692"/>
                  </a:lnTo>
                  <a:lnTo>
                    <a:pt x="37215" y="211486"/>
                  </a:lnTo>
                  <a:lnTo>
                    <a:pt x="38131" y="209759"/>
                  </a:lnTo>
                  <a:lnTo>
                    <a:pt x="38650" y="208581"/>
                  </a:lnTo>
                  <a:lnTo>
                    <a:pt x="39565" y="207057"/>
                  </a:lnTo>
                  <a:lnTo>
                    <a:pt x="39589" y="206551"/>
                  </a:lnTo>
                  <a:lnTo>
                    <a:pt x="39331" y="206081"/>
                  </a:lnTo>
                  <a:lnTo>
                    <a:pt x="38647" y="205351"/>
                  </a:lnTo>
                  <a:lnTo>
                    <a:pt x="37699" y="204509"/>
                  </a:lnTo>
                  <a:lnTo>
                    <a:pt x="36854" y="203479"/>
                  </a:lnTo>
                  <a:lnTo>
                    <a:pt x="36224" y="202553"/>
                  </a:lnTo>
                  <a:lnTo>
                    <a:pt x="34275" y="201265"/>
                  </a:lnTo>
                  <a:lnTo>
                    <a:pt x="31252" y="199635"/>
                  </a:lnTo>
                  <a:lnTo>
                    <a:pt x="29012" y="198428"/>
                  </a:lnTo>
                  <a:lnTo>
                    <a:pt x="25576" y="195848"/>
                  </a:lnTo>
                  <a:lnTo>
                    <a:pt x="24972" y="195204"/>
                  </a:lnTo>
                  <a:lnTo>
                    <a:pt x="25091" y="195035"/>
                  </a:lnTo>
                  <a:lnTo>
                    <a:pt x="27041" y="194254"/>
                  </a:lnTo>
                  <a:lnTo>
                    <a:pt x="28982" y="192243"/>
                  </a:lnTo>
                  <a:lnTo>
                    <a:pt x="29819" y="191223"/>
                  </a:lnTo>
                  <a:lnTo>
                    <a:pt x="30029" y="190432"/>
                  </a:lnTo>
                  <a:lnTo>
                    <a:pt x="30047" y="189542"/>
                  </a:lnTo>
                  <a:lnTo>
                    <a:pt x="29913" y="188721"/>
                  </a:lnTo>
                  <a:lnTo>
                    <a:pt x="29668" y="188211"/>
                  </a:lnTo>
                  <a:lnTo>
                    <a:pt x="28748" y="187571"/>
                  </a:lnTo>
                  <a:lnTo>
                    <a:pt x="26075" y="186404"/>
                  </a:lnTo>
                  <a:lnTo>
                    <a:pt x="25448" y="185326"/>
                  </a:lnTo>
                  <a:lnTo>
                    <a:pt x="24926" y="184198"/>
                  </a:lnTo>
                  <a:lnTo>
                    <a:pt x="24915" y="183732"/>
                  </a:lnTo>
                  <a:lnTo>
                    <a:pt x="26189" y="182519"/>
                  </a:lnTo>
                  <a:lnTo>
                    <a:pt x="26246" y="181913"/>
                  </a:lnTo>
                  <a:lnTo>
                    <a:pt x="26095" y="181293"/>
                  </a:lnTo>
                  <a:lnTo>
                    <a:pt x="25741" y="180840"/>
                  </a:lnTo>
                  <a:lnTo>
                    <a:pt x="23001" y="180292"/>
                  </a:lnTo>
                  <a:lnTo>
                    <a:pt x="22230" y="179714"/>
                  </a:lnTo>
                  <a:lnTo>
                    <a:pt x="21623" y="178793"/>
                  </a:lnTo>
                  <a:lnTo>
                    <a:pt x="21308" y="178003"/>
                  </a:lnTo>
                  <a:lnTo>
                    <a:pt x="21276" y="177535"/>
                  </a:lnTo>
                  <a:lnTo>
                    <a:pt x="21480" y="177012"/>
                  </a:lnTo>
                  <a:lnTo>
                    <a:pt x="22403" y="176442"/>
                  </a:lnTo>
                  <a:lnTo>
                    <a:pt x="23263" y="176057"/>
                  </a:lnTo>
                  <a:lnTo>
                    <a:pt x="23415" y="175539"/>
                  </a:lnTo>
                  <a:lnTo>
                    <a:pt x="23408" y="174978"/>
                  </a:lnTo>
                  <a:lnTo>
                    <a:pt x="23260" y="174707"/>
                  </a:lnTo>
                  <a:lnTo>
                    <a:pt x="21549" y="174440"/>
                  </a:lnTo>
                  <a:lnTo>
                    <a:pt x="21385" y="174288"/>
                  </a:lnTo>
                  <a:lnTo>
                    <a:pt x="21344" y="174094"/>
                  </a:lnTo>
                  <a:lnTo>
                    <a:pt x="21430" y="173862"/>
                  </a:lnTo>
                  <a:lnTo>
                    <a:pt x="22354" y="172863"/>
                  </a:lnTo>
                  <a:lnTo>
                    <a:pt x="22479" y="170959"/>
                  </a:lnTo>
                  <a:lnTo>
                    <a:pt x="23344" y="169630"/>
                  </a:lnTo>
                  <a:lnTo>
                    <a:pt x="22365" y="168851"/>
                  </a:lnTo>
                  <a:lnTo>
                    <a:pt x="22440" y="168714"/>
                  </a:lnTo>
                  <a:lnTo>
                    <a:pt x="23942" y="168306"/>
                  </a:lnTo>
                  <a:lnTo>
                    <a:pt x="25327" y="168208"/>
                  </a:lnTo>
                  <a:lnTo>
                    <a:pt x="25954" y="168054"/>
                  </a:lnTo>
                  <a:lnTo>
                    <a:pt x="26024" y="167433"/>
                  </a:lnTo>
                  <a:lnTo>
                    <a:pt x="25880" y="166592"/>
                  </a:lnTo>
                  <a:lnTo>
                    <a:pt x="24453" y="163295"/>
                  </a:lnTo>
                  <a:lnTo>
                    <a:pt x="24138" y="162344"/>
                  </a:lnTo>
                  <a:lnTo>
                    <a:pt x="23193" y="161145"/>
                  </a:lnTo>
                  <a:lnTo>
                    <a:pt x="22410" y="160339"/>
                  </a:lnTo>
                  <a:lnTo>
                    <a:pt x="21939" y="159763"/>
                  </a:lnTo>
                  <a:lnTo>
                    <a:pt x="21180" y="158637"/>
                  </a:lnTo>
                  <a:lnTo>
                    <a:pt x="20741" y="157482"/>
                  </a:lnTo>
                  <a:lnTo>
                    <a:pt x="19985" y="156192"/>
                  </a:lnTo>
                  <a:lnTo>
                    <a:pt x="19103" y="155008"/>
                  </a:lnTo>
                  <a:lnTo>
                    <a:pt x="18366" y="153914"/>
                  </a:lnTo>
                  <a:lnTo>
                    <a:pt x="16472" y="151770"/>
                  </a:lnTo>
                  <a:lnTo>
                    <a:pt x="16218" y="151177"/>
                  </a:lnTo>
                  <a:lnTo>
                    <a:pt x="16245" y="150640"/>
                  </a:lnTo>
                  <a:lnTo>
                    <a:pt x="16415" y="150072"/>
                  </a:lnTo>
                  <a:lnTo>
                    <a:pt x="17894" y="148320"/>
                  </a:lnTo>
                  <a:lnTo>
                    <a:pt x="19259" y="146857"/>
                  </a:lnTo>
                  <a:lnTo>
                    <a:pt x="21005" y="145143"/>
                  </a:lnTo>
                  <a:lnTo>
                    <a:pt x="22692" y="143719"/>
                  </a:lnTo>
                  <a:lnTo>
                    <a:pt x="24496" y="142031"/>
                  </a:lnTo>
                  <a:lnTo>
                    <a:pt x="24939" y="140346"/>
                  </a:lnTo>
                  <a:lnTo>
                    <a:pt x="24855" y="140063"/>
                  </a:lnTo>
                  <a:lnTo>
                    <a:pt x="23364" y="139150"/>
                  </a:lnTo>
                  <a:lnTo>
                    <a:pt x="20551" y="136708"/>
                  </a:lnTo>
                  <a:lnTo>
                    <a:pt x="18844" y="134856"/>
                  </a:lnTo>
                  <a:lnTo>
                    <a:pt x="16187" y="134074"/>
                  </a:lnTo>
                  <a:lnTo>
                    <a:pt x="12613" y="133072"/>
                  </a:lnTo>
                  <a:lnTo>
                    <a:pt x="11430" y="130818"/>
                  </a:lnTo>
                  <a:lnTo>
                    <a:pt x="10584" y="128907"/>
                  </a:lnTo>
                  <a:lnTo>
                    <a:pt x="10665" y="128220"/>
                  </a:lnTo>
                  <a:lnTo>
                    <a:pt x="13246" y="124959"/>
                  </a:lnTo>
                  <a:lnTo>
                    <a:pt x="13488" y="124368"/>
                  </a:lnTo>
                  <a:lnTo>
                    <a:pt x="13442" y="124002"/>
                  </a:lnTo>
                  <a:lnTo>
                    <a:pt x="13177" y="123773"/>
                  </a:lnTo>
                  <a:lnTo>
                    <a:pt x="12809" y="123647"/>
                  </a:lnTo>
                  <a:lnTo>
                    <a:pt x="10421" y="123553"/>
                  </a:lnTo>
                  <a:lnTo>
                    <a:pt x="10048" y="123108"/>
                  </a:lnTo>
                  <a:lnTo>
                    <a:pt x="11486" y="122772"/>
                  </a:lnTo>
                  <a:lnTo>
                    <a:pt x="12679" y="122315"/>
                  </a:lnTo>
                  <a:lnTo>
                    <a:pt x="14635" y="121636"/>
                  </a:lnTo>
                  <a:lnTo>
                    <a:pt x="15268" y="121465"/>
                  </a:lnTo>
                  <a:lnTo>
                    <a:pt x="16713" y="121074"/>
                  </a:lnTo>
                  <a:lnTo>
                    <a:pt x="17208" y="120773"/>
                  </a:lnTo>
                  <a:lnTo>
                    <a:pt x="17578" y="120418"/>
                  </a:lnTo>
                  <a:lnTo>
                    <a:pt x="18931" y="117997"/>
                  </a:lnTo>
                  <a:lnTo>
                    <a:pt x="19265" y="117613"/>
                  </a:lnTo>
                  <a:lnTo>
                    <a:pt x="23470" y="116743"/>
                  </a:lnTo>
                  <a:lnTo>
                    <a:pt x="24996" y="116297"/>
                  </a:lnTo>
                  <a:lnTo>
                    <a:pt x="25878" y="115734"/>
                  </a:lnTo>
                  <a:lnTo>
                    <a:pt x="26299" y="115296"/>
                  </a:lnTo>
                  <a:lnTo>
                    <a:pt x="26602" y="114775"/>
                  </a:lnTo>
                  <a:lnTo>
                    <a:pt x="26819" y="114201"/>
                  </a:lnTo>
                  <a:lnTo>
                    <a:pt x="26911" y="113673"/>
                  </a:lnTo>
                  <a:lnTo>
                    <a:pt x="26564" y="112985"/>
                  </a:lnTo>
                  <a:lnTo>
                    <a:pt x="26757" y="112902"/>
                  </a:lnTo>
                  <a:lnTo>
                    <a:pt x="27205" y="112931"/>
                  </a:lnTo>
                  <a:lnTo>
                    <a:pt x="28644" y="113615"/>
                  </a:lnTo>
                  <a:lnTo>
                    <a:pt x="30875" y="114343"/>
                  </a:lnTo>
                  <a:lnTo>
                    <a:pt x="32515" y="114399"/>
                  </a:lnTo>
                  <a:lnTo>
                    <a:pt x="33195" y="114261"/>
                  </a:lnTo>
                  <a:lnTo>
                    <a:pt x="33535" y="113943"/>
                  </a:lnTo>
                  <a:lnTo>
                    <a:pt x="33779" y="113321"/>
                  </a:lnTo>
                  <a:lnTo>
                    <a:pt x="33795" y="112680"/>
                  </a:lnTo>
                  <a:lnTo>
                    <a:pt x="33280" y="110844"/>
                  </a:lnTo>
                  <a:lnTo>
                    <a:pt x="34981" y="111042"/>
                  </a:lnTo>
                  <a:lnTo>
                    <a:pt x="38796" y="112153"/>
                  </a:lnTo>
                  <a:lnTo>
                    <a:pt x="39688" y="112050"/>
                  </a:lnTo>
                  <a:lnTo>
                    <a:pt x="40816" y="111715"/>
                  </a:lnTo>
                  <a:lnTo>
                    <a:pt x="41974" y="110393"/>
                  </a:lnTo>
                  <a:lnTo>
                    <a:pt x="42833" y="110167"/>
                  </a:lnTo>
                  <a:lnTo>
                    <a:pt x="43954" y="110474"/>
                  </a:lnTo>
                  <a:lnTo>
                    <a:pt x="44263" y="110120"/>
                  </a:lnTo>
                  <a:lnTo>
                    <a:pt x="43684" y="109024"/>
                  </a:lnTo>
                  <a:lnTo>
                    <a:pt x="43828" y="108469"/>
                  </a:lnTo>
                  <a:lnTo>
                    <a:pt x="47679" y="109654"/>
                  </a:lnTo>
                  <a:lnTo>
                    <a:pt x="49323" y="110522"/>
                  </a:lnTo>
                  <a:lnTo>
                    <a:pt x="52883" y="111284"/>
                  </a:lnTo>
                  <a:lnTo>
                    <a:pt x="53508" y="111699"/>
                  </a:lnTo>
                  <a:lnTo>
                    <a:pt x="53554" y="112419"/>
                  </a:lnTo>
                  <a:lnTo>
                    <a:pt x="53384" y="113037"/>
                  </a:lnTo>
                  <a:lnTo>
                    <a:pt x="52631" y="113378"/>
                  </a:lnTo>
                  <a:lnTo>
                    <a:pt x="51110" y="113323"/>
                  </a:lnTo>
                  <a:lnTo>
                    <a:pt x="45646" y="112370"/>
                  </a:lnTo>
                  <a:lnTo>
                    <a:pt x="44839" y="112948"/>
                  </a:lnTo>
                  <a:lnTo>
                    <a:pt x="45500" y="113449"/>
                  </a:lnTo>
                  <a:lnTo>
                    <a:pt x="47101" y="114040"/>
                  </a:lnTo>
                  <a:lnTo>
                    <a:pt x="47547" y="115089"/>
                  </a:lnTo>
                  <a:lnTo>
                    <a:pt x="49999" y="114944"/>
                  </a:lnTo>
                  <a:lnTo>
                    <a:pt x="52335" y="115343"/>
                  </a:lnTo>
                  <a:lnTo>
                    <a:pt x="53433" y="115214"/>
                  </a:lnTo>
                  <a:lnTo>
                    <a:pt x="53633" y="115556"/>
                  </a:lnTo>
                  <a:lnTo>
                    <a:pt x="52882" y="116424"/>
                  </a:lnTo>
                  <a:lnTo>
                    <a:pt x="53235" y="116648"/>
                  </a:lnTo>
                  <a:lnTo>
                    <a:pt x="55855" y="115805"/>
                  </a:lnTo>
                  <a:lnTo>
                    <a:pt x="57076" y="115574"/>
                  </a:lnTo>
                  <a:lnTo>
                    <a:pt x="57733" y="115799"/>
                  </a:lnTo>
                  <a:lnTo>
                    <a:pt x="57821" y="116496"/>
                  </a:lnTo>
                  <a:lnTo>
                    <a:pt x="57389" y="117374"/>
                  </a:lnTo>
                  <a:lnTo>
                    <a:pt x="57342" y="118041"/>
                  </a:lnTo>
                  <a:lnTo>
                    <a:pt x="56535" y="119653"/>
                  </a:lnTo>
                  <a:lnTo>
                    <a:pt x="55293" y="120141"/>
                  </a:lnTo>
                  <a:lnTo>
                    <a:pt x="54771" y="120813"/>
                  </a:lnTo>
                  <a:lnTo>
                    <a:pt x="56589" y="120401"/>
                  </a:lnTo>
                  <a:lnTo>
                    <a:pt x="57556" y="119953"/>
                  </a:lnTo>
                  <a:lnTo>
                    <a:pt x="59367" y="117738"/>
                  </a:lnTo>
                  <a:lnTo>
                    <a:pt x="59909" y="117444"/>
                  </a:lnTo>
                  <a:lnTo>
                    <a:pt x="65066" y="117403"/>
                  </a:lnTo>
                  <a:lnTo>
                    <a:pt x="66233" y="117546"/>
                  </a:lnTo>
                  <a:lnTo>
                    <a:pt x="71069" y="118590"/>
                  </a:lnTo>
                  <a:lnTo>
                    <a:pt x="72447" y="118685"/>
                  </a:lnTo>
                  <a:lnTo>
                    <a:pt x="74020" y="118552"/>
                  </a:lnTo>
                  <a:lnTo>
                    <a:pt x="74562" y="118067"/>
                  </a:lnTo>
                  <a:lnTo>
                    <a:pt x="75098" y="117929"/>
                  </a:lnTo>
                  <a:lnTo>
                    <a:pt x="80473" y="119097"/>
                  </a:lnTo>
                  <a:lnTo>
                    <a:pt x="87666" y="121723"/>
                  </a:lnTo>
                  <a:lnTo>
                    <a:pt x="98190" y="126065"/>
                  </a:lnTo>
                  <a:lnTo>
                    <a:pt x="104122" y="129929"/>
                  </a:lnTo>
                  <a:lnTo>
                    <a:pt x="104808" y="130759"/>
                  </a:lnTo>
                  <a:lnTo>
                    <a:pt x="106953" y="131229"/>
                  </a:lnTo>
                  <a:lnTo>
                    <a:pt x="107414" y="130911"/>
                  </a:lnTo>
                  <a:lnTo>
                    <a:pt x="108606" y="131187"/>
                  </a:lnTo>
                  <a:lnTo>
                    <a:pt x="115582" y="134718"/>
                  </a:lnTo>
                  <a:lnTo>
                    <a:pt x="117989" y="134902"/>
                  </a:lnTo>
                  <a:lnTo>
                    <a:pt x="117671" y="134155"/>
                  </a:lnTo>
                  <a:lnTo>
                    <a:pt x="117260" y="133456"/>
                  </a:lnTo>
                  <a:lnTo>
                    <a:pt x="117856" y="133615"/>
                  </a:lnTo>
                  <a:lnTo>
                    <a:pt x="118673" y="134122"/>
                  </a:lnTo>
                  <a:lnTo>
                    <a:pt x="119998" y="135504"/>
                  </a:lnTo>
                  <a:lnTo>
                    <a:pt x="121615" y="136529"/>
                  </a:lnTo>
                  <a:lnTo>
                    <a:pt x="123262" y="138064"/>
                  </a:lnTo>
                  <a:lnTo>
                    <a:pt x="124634" y="138652"/>
                  </a:lnTo>
                  <a:lnTo>
                    <a:pt x="125872" y="138870"/>
                  </a:lnTo>
                  <a:lnTo>
                    <a:pt x="126910" y="139303"/>
                  </a:lnTo>
                  <a:lnTo>
                    <a:pt x="128803" y="139715"/>
                  </a:lnTo>
                  <a:lnTo>
                    <a:pt x="129698" y="143471"/>
                  </a:lnTo>
                  <a:lnTo>
                    <a:pt x="130388" y="144282"/>
                  </a:lnTo>
                  <a:lnTo>
                    <a:pt x="130388" y="145944"/>
                  </a:lnTo>
                  <a:lnTo>
                    <a:pt x="131597" y="146620"/>
                  </a:lnTo>
                  <a:lnTo>
                    <a:pt x="132515" y="146742"/>
                  </a:lnTo>
                  <a:lnTo>
                    <a:pt x="132473" y="147973"/>
                  </a:lnTo>
                  <a:lnTo>
                    <a:pt x="131728" y="150862"/>
                  </a:lnTo>
                  <a:lnTo>
                    <a:pt x="130909" y="152091"/>
                  </a:lnTo>
                  <a:lnTo>
                    <a:pt x="124595" y="157385"/>
                  </a:lnTo>
                  <a:lnTo>
                    <a:pt x="120638" y="159431"/>
                  </a:lnTo>
                  <a:lnTo>
                    <a:pt x="112934" y="161773"/>
                  </a:lnTo>
                  <a:lnTo>
                    <a:pt x="106925" y="162652"/>
                  </a:lnTo>
                  <a:lnTo>
                    <a:pt x="104500" y="162716"/>
                  </a:lnTo>
                  <a:lnTo>
                    <a:pt x="99799" y="162281"/>
                  </a:lnTo>
                  <a:lnTo>
                    <a:pt x="97221" y="161807"/>
                  </a:lnTo>
                  <a:lnTo>
                    <a:pt x="94067" y="160476"/>
                  </a:lnTo>
                  <a:lnTo>
                    <a:pt x="91124" y="159813"/>
                  </a:lnTo>
                  <a:lnTo>
                    <a:pt x="89101" y="159520"/>
                  </a:lnTo>
                  <a:lnTo>
                    <a:pt x="85350" y="159398"/>
                  </a:lnTo>
                  <a:lnTo>
                    <a:pt x="77214" y="158094"/>
                  </a:lnTo>
                  <a:lnTo>
                    <a:pt x="75800" y="157636"/>
                  </a:lnTo>
                  <a:lnTo>
                    <a:pt x="70697" y="155091"/>
                  </a:lnTo>
                  <a:lnTo>
                    <a:pt x="68669" y="155809"/>
                  </a:lnTo>
                  <a:lnTo>
                    <a:pt x="67461" y="155938"/>
                  </a:lnTo>
                  <a:lnTo>
                    <a:pt x="66643" y="155062"/>
                  </a:lnTo>
                  <a:lnTo>
                    <a:pt x="66972" y="154831"/>
                  </a:lnTo>
                  <a:lnTo>
                    <a:pt x="67168" y="154531"/>
                  </a:lnTo>
                  <a:lnTo>
                    <a:pt x="64278" y="153806"/>
                  </a:lnTo>
                  <a:lnTo>
                    <a:pt x="61889" y="153757"/>
                  </a:lnTo>
                  <a:lnTo>
                    <a:pt x="60621" y="153140"/>
                  </a:lnTo>
                  <a:lnTo>
                    <a:pt x="59068" y="152671"/>
                  </a:lnTo>
                  <a:lnTo>
                    <a:pt x="58382" y="152954"/>
                  </a:lnTo>
                  <a:lnTo>
                    <a:pt x="57995" y="152951"/>
                  </a:lnTo>
                  <a:lnTo>
                    <a:pt x="54856" y="151843"/>
                  </a:lnTo>
                  <a:lnTo>
                    <a:pt x="53453" y="150946"/>
                  </a:lnTo>
                  <a:lnTo>
                    <a:pt x="51992" y="149366"/>
                  </a:lnTo>
                  <a:lnTo>
                    <a:pt x="52349" y="148814"/>
                  </a:lnTo>
                  <a:lnTo>
                    <a:pt x="52777" y="148456"/>
                  </a:lnTo>
                  <a:lnTo>
                    <a:pt x="47757" y="147537"/>
                  </a:lnTo>
                  <a:lnTo>
                    <a:pt x="42983" y="147415"/>
                  </a:lnTo>
                  <a:lnTo>
                    <a:pt x="43813" y="147856"/>
                  </a:lnTo>
                  <a:lnTo>
                    <a:pt x="45881" y="148087"/>
                  </a:lnTo>
                  <a:lnTo>
                    <a:pt x="47196" y="148720"/>
                  </a:lnTo>
                  <a:lnTo>
                    <a:pt x="48713" y="149613"/>
                  </a:lnTo>
                  <a:lnTo>
                    <a:pt x="48360" y="150834"/>
                  </a:lnTo>
                  <a:lnTo>
                    <a:pt x="50468" y="152044"/>
                  </a:lnTo>
                  <a:lnTo>
                    <a:pt x="52085" y="153197"/>
                  </a:lnTo>
                  <a:lnTo>
                    <a:pt x="52133" y="153553"/>
                  </a:lnTo>
                  <a:lnTo>
                    <a:pt x="52760" y="153794"/>
                  </a:lnTo>
                  <a:lnTo>
                    <a:pt x="55143" y="154131"/>
                  </a:lnTo>
                  <a:lnTo>
                    <a:pt x="55558" y="155192"/>
                  </a:lnTo>
                  <a:lnTo>
                    <a:pt x="55165" y="155610"/>
                  </a:lnTo>
                  <a:lnTo>
                    <a:pt x="55491" y="156199"/>
                  </a:lnTo>
                  <a:lnTo>
                    <a:pt x="57269" y="156860"/>
                  </a:lnTo>
                  <a:lnTo>
                    <a:pt x="58332" y="157040"/>
                  </a:lnTo>
                  <a:lnTo>
                    <a:pt x="59640" y="157441"/>
                  </a:lnTo>
                  <a:lnTo>
                    <a:pt x="59047" y="158251"/>
                  </a:lnTo>
                  <a:lnTo>
                    <a:pt x="57947" y="158777"/>
                  </a:lnTo>
                  <a:lnTo>
                    <a:pt x="56846" y="159018"/>
                  </a:lnTo>
                  <a:lnTo>
                    <a:pt x="57369" y="159212"/>
                  </a:lnTo>
                  <a:lnTo>
                    <a:pt x="58796" y="159138"/>
                  </a:lnTo>
                  <a:lnTo>
                    <a:pt x="63962" y="160473"/>
                  </a:lnTo>
                  <a:lnTo>
                    <a:pt x="66678" y="161823"/>
                  </a:lnTo>
                  <a:lnTo>
                    <a:pt x="69440" y="164286"/>
                  </a:lnTo>
                  <a:lnTo>
                    <a:pt x="70335" y="165504"/>
                  </a:lnTo>
                  <a:lnTo>
                    <a:pt x="70399" y="166176"/>
                  </a:lnTo>
                  <a:lnTo>
                    <a:pt x="70246" y="166847"/>
                  </a:lnTo>
                  <a:lnTo>
                    <a:pt x="69847" y="167572"/>
                  </a:lnTo>
                  <a:lnTo>
                    <a:pt x="69665" y="168300"/>
                  </a:lnTo>
                  <a:lnTo>
                    <a:pt x="68721" y="170450"/>
                  </a:lnTo>
                  <a:lnTo>
                    <a:pt x="68043" y="171193"/>
                  </a:lnTo>
                  <a:lnTo>
                    <a:pt x="66741" y="172043"/>
                  </a:lnTo>
                  <a:lnTo>
                    <a:pt x="67966" y="173686"/>
                  </a:lnTo>
                  <a:lnTo>
                    <a:pt x="69244" y="175218"/>
                  </a:lnTo>
                  <a:lnTo>
                    <a:pt x="70497" y="177758"/>
                  </a:lnTo>
                  <a:lnTo>
                    <a:pt x="70721" y="178780"/>
                  </a:lnTo>
                  <a:lnTo>
                    <a:pt x="70773" y="180349"/>
                  </a:lnTo>
                  <a:lnTo>
                    <a:pt x="71904" y="180966"/>
                  </a:lnTo>
                  <a:lnTo>
                    <a:pt x="71462" y="181208"/>
                  </a:lnTo>
                  <a:lnTo>
                    <a:pt x="71016" y="181654"/>
                  </a:lnTo>
                  <a:lnTo>
                    <a:pt x="71122" y="183700"/>
                  </a:lnTo>
                  <a:lnTo>
                    <a:pt x="72691" y="185370"/>
                  </a:lnTo>
                  <a:lnTo>
                    <a:pt x="75044" y="186454"/>
                  </a:lnTo>
                  <a:lnTo>
                    <a:pt x="76444" y="186674"/>
                  </a:lnTo>
                  <a:lnTo>
                    <a:pt x="78478" y="186234"/>
                  </a:lnTo>
                  <a:lnTo>
                    <a:pt x="79944" y="186833"/>
                  </a:lnTo>
                  <a:lnTo>
                    <a:pt x="83203" y="188874"/>
                  </a:lnTo>
                  <a:lnTo>
                    <a:pt x="84674" y="191031"/>
                  </a:lnTo>
                  <a:lnTo>
                    <a:pt x="85270" y="191471"/>
                  </a:lnTo>
                  <a:lnTo>
                    <a:pt x="88570" y="192277"/>
                  </a:lnTo>
                  <a:lnTo>
                    <a:pt x="91043" y="192772"/>
                  </a:lnTo>
                  <a:lnTo>
                    <a:pt x="94804" y="194066"/>
                  </a:lnTo>
                  <a:lnTo>
                    <a:pt x="95461" y="194113"/>
                  </a:lnTo>
                  <a:lnTo>
                    <a:pt x="97289" y="192997"/>
                  </a:lnTo>
                  <a:lnTo>
                    <a:pt x="100436" y="192220"/>
                  </a:lnTo>
                  <a:lnTo>
                    <a:pt x="101408" y="191150"/>
                  </a:lnTo>
                  <a:lnTo>
                    <a:pt x="101327" y="190241"/>
                  </a:lnTo>
                  <a:lnTo>
                    <a:pt x="100522" y="188623"/>
                  </a:lnTo>
                  <a:lnTo>
                    <a:pt x="100301" y="187046"/>
                  </a:lnTo>
                  <a:lnTo>
                    <a:pt x="99258" y="186401"/>
                  </a:lnTo>
                  <a:lnTo>
                    <a:pt x="98285" y="185973"/>
                  </a:lnTo>
                  <a:lnTo>
                    <a:pt x="95342" y="186300"/>
                  </a:lnTo>
                  <a:lnTo>
                    <a:pt x="94017" y="186239"/>
                  </a:lnTo>
                  <a:lnTo>
                    <a:pt x="93016" y="185813"/>
                  </a:lnTo>
                  <a:lnTo>
                    <a:pt x="91660" y="184688"/>
                  </a:lnTo>
                  <a:lnTo>
                    <a:pt x="89096" y="181953"/>
                  </a:lnTo>
                  <a:lnTo>
                    <a:pt x="87723" y="181042"/>
                  </a:lnTo>
                  <a:lnTo>
                    <a:pt x="87292" y="180478"/>
                  </a:lnTo>
                  <a:lnTo>
                    <a:pt x="86814" y="179691"/>
                  </a:lnTo>
                  <a:lnTo>
                    <a:pt x="86874" y="178419"/>
                  </a:lnTo>
                  <a:lnTo>
                    <a:pt x="87994" y="178463"/>
                  </a:lnTo>
                  <a:lnTo>
                    <a:pt x="89253" y="177742"/>
                  </a:lnTo>
                  <a:lnTo>
                    <a:pt x="90169" y="175158"/>
                  </a:lnTo>
                  <a:lnTo>
                    <a:pt x="91753" y="174830"/>
                  </a:lnTo>
                  <a:lnTo>
                    <a:pt x="92610" y="174853"/>
                  </a:lnTo>
                  <a:lnTo>
                    <a:pt x="96274" y="176053"/>
                  </a:lnTo>
                  <a:lnTo>
                    <a:pt x="100827" y="179254"/>
                  </a:lnTo>
                  <a:lnTo>
                    <a:pt x="101833" y="179591"/>
                  </a:lnTo>
                  <a:lnTo>
                    <a:pt x="102898" y="179638"/>
                  </a:lnTo>
                  <a:lnTo>
                    <a:pt x="104637" y="179556"/>
                  </a:lnTo>
                  <a:lnTo>
                    <a:pt x="104920" y="179973"/>
                  </a:lnTo>
                  <a:lnTo>
                    <a:pt x="105856" y="180474"/>
                  </a:lnTo>
                  <a:lnTo>
                    <a:pt x="106539" y="180538"/>
                  </a:lnTo>
                  <a:lnTo>
                    <a:pt x="110706" y="181553"/>
                  </a:lnTo>
                  <a:lnTo>
                    <a:pt x="115567" y="183552"/>
                  </a:lnTo>
                  <a:lnTo>
                    <a:pt x="117371" y="183462"/>
                  </a:lnTo>
                  <a:lnTo>
                    <a:pt x="118080" y="182355"/>
                  </a:lnTo>
                  <a:lnTo>
                    <a:pt x="118228" y="181879"/>
                  </a:lnTo>
                  <a:lnTo>
                    <a:pt x="120207" y="180760"/>
                  </a:lnTo>
                  <a:lnTo>
                    <a:pt x="121587" y="180575"/>
                  </a:lnTo>
                  <a:lnTo>
                    <a:pt x="123518" y="180981"/>
                  </a:lnTo>
                  <a:lnTo>
                    <a:pt x="123869" y="180649"/>
                  </a:lnTo>
                  <a:lnTo>
                    <a:pt x="123212" y="179009"/>
                  </a:lnTo>
                  <a:lnTo>
                    <a:pt x="122321" y="177589"/>
                  </a:lnTo>
                  <a:lnTo>
                    <a:pt x="121010" y="176680"/>
                  </a:lnTo>
                  <a:lnTo>
                    <a:pt x="118681" y="174009"/>
                  </a:lnTo>
                  <a:lnTo>
                    <a:pt x="117750" y="172683"/>
                  </a:lnTo>
                  <a:lnTo>
                    <a:pt x="117287" y="171315"/>
                  </a:lnTo>
                  <a:lnTo>
                    <a:pt x="117590" y="170104"/>
                  </a:lnTo>
                  <a:lnTo>
                    <a:pt x="117924" y="169222"/>
                  </a:lnTo>
                  <a:lnTo>
                    <a:pt x="122762" y="167078"/>
                  </a:lnTo>
                  <a:lnTo>
                    <a:pt x="124512" y="165793"/>
                  </a:lnTo>
                  <a:lnTo>
                    <a:pt x="126203" y="164125"/>
                  </a:lnTo>
                  <a:lnTo>
                    <a:pt x="126987" y="163784"/>
                  </a:lnTo>
                  <a:lnTo>
                    <a:pt x="129841" y="163320"/>
                  </a:lnTo>
                  <a:lnTo>
                    <a:pt x="133622" y="161893"/>
                  </a:lnTo>
                  <a:lnTo>
                    <a:pt x="136509" y="159998"/>
                  </a:lnTo>
                  <a:lnTo>
                    <a:pt x="139373" y="157116"/>
                  </a:lnTo>
                  <a:lnTo>
                    <a:pt x="140574" y="156366"/>
                  </a:lnTo>
                  <a:lnTo>
                    <a:pt x="141549" y="156435"/>
                  </a:lnTo>
                  <a:lnTo>
                    <a:pt x="142847" y="156886"/>
                  </a:lnTo>
                  <a:lnTo>
                    <a:pt x="144279" y="157722"/>
                  </a:lnTo>
                  <a:lnTo>
                    <a:pt x="146212" y="157877"/>
                  </a:lnTo>
                  <a:lnTo>
                    <a:pt x="148099" y="157743"/>
                  </a:lnTo>
                  <a:lnTo>
                    <a:pt x="150249" y="157819"/>
                  </a:lnTo>
                  <a:lnTo>
                    <a:pt x="153254" y="159133"/>
                  </a:lnTo>
                  <a:lnTo>
                    <a:pt x="153751" y="159553"/>
                  </a:lnTo>
                  <a:lnTo>
                    <a:pt x="154222" y="160114"/>
                  </a:lnTo>
                  <a:lnTo>
                    <a:pt x="153250" y="161196"/>
                  </a:lnTo>
                  <a:lnTo>
                    <a:pt x="153169" y="161894"/>
                  </a:lnTo>
                  <a:lnTo>
                    <a:pt x="153945" y="161568"/>
                  </a:lnTo>
                  <a:lnTo>
                    <a:pt x="155015" y="161405"/>
                  </a:lnTo>
                  <a:lnTo>
                    <a:pt x="156025" y="161629"/>
                  </a:lnTo>
                  <a:lnTo>
                    <a:pt x="156975" y="162238"/>
                  </a:lnTo>
                  <a:lnTo>
                    <a:pt x="157661" y="162921"/>
                  </a:lnTo>
                  <a:lnTo>
                    <a:pt x="158491" y="163495"/>
                  </a:lnTo>
                  <a:lnTo>
                    <a:pt x="158756" y="162714"/>
                  </a:lnTo>
                  <a:lnTo>
                    <a:pt x="158878" y="162042"/>
                  </a:lnTo>
                  <a:lnTo>
                    <a:pt x="158423" y="160336"/>
                  </a:lnTo>
                  <a:lnTo>
                    <a:pt x="159591" y="157937"/>
                  </a:lnTo>
                  <a:lnTo>
                    <a:pt x="160497" y="156896"/>
                  </a:lnTo>
                  <a:lnTo>
                    <a:pt x="162127" y="154245"/>
                  </a:lnTo>
                  <a:lnTo>
                    <a:pt x="161639" y="152531"/>
                  </a:lnTo>
                  <a:lnTo>
                    <a:pt x="161565" y="150535"/>
                  </a:lnTo>
                  <a:lnTo>
                    <a:pt x="161325" y="149608"/>
                  </a:lnTo>
                  <a:lnTo>
                    <a:pt x="160264" y="148277"/>
                  </a:lnTo>
                  <a:lnTo>
                    <a:pt x="158207" y="147333"/>
                  </a:lnTo>
                  <a:lnTo>
                    <a:pt x="156135" y="147036"/>
                  </a:lnTo>
                  <a:lnTo>
                    <a:pt x="155445" y="146117"/>
                  </a:lnTo>
                  <a:lnTo>
                    <a:pt x="155571" y="145070"/>
                  </a:lnTo>
                  <a:lnTo>
                    <a:pt x="156144" y="143539"/>
                  </a:lnTo>
                  <a:lnTo>
                    <a:pt x="157848" y="140313"/>
                  </a:lnTo>
                  <a:lnTo>
                    <a:pt x="159636" y="135780"/>
                  </a:lnTo>
                  <a:lnTo>
                    <a:pt x="159694" y="134725"/>
                  </a:lnTo>
                  <a:lnTo>
                    <a:pt x="159527" y="134148"/>
                  </a:lnTo>
                  <a:lnTo>
                    <a:pt x="159646" y="133565"/>
                  </a:lnTo>
                  <a:lnTo>
                    <a:pt x="159440" y="132179"/>
                  </a:lnTo>
                  <a:lnTo>
                    <a:pt x="159104" y="131157"/>
                  </a:lnTo>
                  <a:lnTo>
                    <a:pt x="151865" y="127231"/>
                  </a:lnTo>
                  <a:lnTo>
                    <a:pt x="151430" y="126851"/>
                  </a:lnTo>
                  <a:lnTo>
                    <a:pt x="151195" y="126327"/>
                  </a:lnTo>
                  <a:lnTo>
                    <a:pt x="151953" y="126210"/>
                  </a:lnTo>
                  <a:lnTo>
                    <a:pt x="152508" y="126237"/>
                  </a:lnTo>
                  <a:lnTo>
                    <a:pt x="157958" y="128064"/>
                  </a:lnTo>
                  <a:lnTo>
                    <a:pt x="159162" y="128163"/>
                  </a:lnTo>
                  <a:lnTo>
                    <a:pt x="167703" y="127655"/>
                  </a:lnTo>
                  <a:lnTo>
                    <a:pt x="171878" y="128096"/>
                  </a:lnTo>
                  <a:lnTo>
                    <a:pt x="175403" y="129028"/>
                  </a:lnTo>
                  <a:lnTo>
                    <a:pt x="177924" y="131655"/>
                  </a:lnTo>
                  <a:lnTo>
                    <a:pt x="180490" y="134061"/>
                  </a:lnTo>
                  <a:lnTo>
                    <a:pt x="182892" y="136131"/>
                  </a:lnTo>
                  <a:lnTo>
                    <a:pt x="182957" y="137827"/>
                  </a:lnTo>
                  <a:lnTo>
                    <a:pt x="180483" y="138178"/>
                  </a:lnTo>
                  <a:lnTo>
                    <a:pt x="178073" y="138255"/>
                  </a:lnTo>
                  <a:lnTo>
                    <a:pt x="171966" y="139100"/>
                  </a:lnTo>
                  <a:lnTo>
                    <a:pt x="170504" y="140059"/>
                  </a:lnTo>
                  <a:lnTo>
                    <a:pt x="166391" y="143008"/>
                  </a:lnTo>
                  <a:lnTo>
                    <a:pt x="166038" y="143904"/>
                  </a:lnTo>
                  <a:lnTo>
                    <a:pt x="166391" y="144774"/>
                  </a:lnTo>
                  <a:lnTo>
                    <a:pt x="168278" y="145696"/>
                  </a:lnTo>
                  <a:lnTo>
                    <a:pt x="172283" y="147078"/>
                  </a:lnTo>
                  <a:lnTo>
                    <a:pt x="174084" y="149818"/>
                  </a:lnTo>
                  <a:lnTo>
                    <a:pt x="175340" y="151186"/>
                  </a:lnTo>
                  <a:lnTo>
                    <a:pt x="176293" y="151715"/>
                  </a:lnTo>
                  <a:lnTo>
                    <a:pt x="177220" y="151850"/>
                  </a:lnTo>
                  <a:lnTo>
                    <a:pt x="179242" y="151859"/>
                  </a:lnTo>
                  <a:lnTo>
                    <a:pt x="180669" y="152191"/>
                  </a:lnTo>
                  <a:lnTo>
                    <a:pt x="181083" y="152454"/>
                  </a:lnTo>
                  <a:lnTo>
                    <a:pt x="181651" y="152191"/>
                  </a:lnTo>
                  <a:lnTo>
                    <a:pt x="182961" y="152100"/>
                  </a:lnTo>
                  <a:lnTo>
                    <a:pt x="190583" y="150645"/>
                  </a:lnTo>
                  <a:lnTo>
                    <a:pt x="192091" y="150003"/>
                  </a:lnTo>
                  <a:lnTo>
                    <a:pt x="192594" y="149039"/>
                  </a:lnTo>
                  <a:lnTo>
                    <a:pt x="193152" y="145822"/>
                  </a:lnTo>
                  <a:lnTo>
                    <a:pt x="193826" y="144705"/>
                  </a:lnTo>
                  <a:lnTo>
                    <a:pt x="194478" y="143325"/>
                  </a:lnTo>
                  <a:lnTo>
                    <a:pt x="194236" y="142479"/>
                  </a:lnTo>
                  <a:lnTo>
                    <a:pt x="194161" y="141519"/>
                  </a:lnTo>
                  <a:lnTo>
                    <a:pt x="197983" y="140595"/>
                  </a:lnTo>
                  <a:lnTo>
                    <a:pt x="201532" y="139969"/>
                  </a:lnTo>
                  <a:lnTo>
                    <a:pt x="203229" y="140161"/>
                  </a:lnTo>
                  <a:lnTo>
                    <a:pt x="203653" y="139466"/>
                  </a:lnTo>
                  <a:lnTo>
                    <a:pt x="202562" y="138132"/>
                  </a:lnTo>
                  <a:lnTo>
                    <a:pt x="201929" y="137473"/>
                  </a:lnTo>
                  <a:lnTo>
                    <a:pt x="202483" y="137170"/>
                  </a:lnTo>
                  <a:lnTo>
                    <a:pt x="203300" y="137536"/>
                  </a:lnTo>
                  <a:lnTo>
                    <a:pt x="204371" y="137758"/>
                  </a:lnTo>
                  <a:lnTo>
                    <a:pt x="206276" y="137526"/>
                  </a:lnTo>
                  <a:lnTo>
                    <a:pt x="213618" y="134810"/>
                  </a:lnTo>
                  <a:lnTo>
                    <a:pt x="216475" y="133273"/>
                  </a:lnTo>
                  <a:lnTo>
                    <a:pt x="218186" y="132673"/>
                  </a:lnTo>
                  <a:lnTo>
                    <a:pt x="220885" y="131287"/>
                  </a:lnTo>
                  <a:lnTo>
                    <a:pt x="222205" y="130838"/>
                  </a:lnTo>
                  <a:lnTo>
                    <a:pt x="224472" y="130651"/>
                  </a:lnTo>
                  <a:lnTo>
                    <a:pt x="226909" y="130106"/>
                  </a:lnTo>
                  <a:lnTo>
                    <a:pt x="229564" y="129075"/>
                  </a:lnTo>
                  <a:lnTo>
                    <a:pt x="233140" y="128204"/>
                  </a:lnTo>
                  <a:lnTo>
                    <a:pt x="233716" y="128169"/>
                  </a:lnTo>
                  <a:lnTo>
                    <a:pt x="234409" y="128298"/>
                  </a:lnTo>
                  <a:lnTo>
                    <a:pt x="235890" y="129312"/>
                  </a:lnTo>
                  <a:lnTo>
                    <a:pt x="235342" y="129880"/>
                  </a:lnTo>
                  <a:lnTo>
                    <a:pt x="234926" y="130499"/>
                  </a:lnTo>
                  <a:lnTo>
                    <a:pt x="235642" y="130824"/>
                  </a:lnTo>
                  <a:lnTo>
                    <a:pt x="236239" y="130981"/>
                  </a:lnTo>
                  <a:lnTo>
                    <a:pt x="236943" y="130813"/>
                  </a:lnTo>
                  <a:lnTo>
                    <a:pt x="237684" y="130389"/>
                  </a:lnTo>
                  <a:lnTo>
                    <a:pt x="239526" y="129767"/>
                  </a:lnTo>
                  <a:lnTo>
                    <a:pt x="240027" y="128968"/>
                  </a:lnTo>
                  <a:lnTo>
                    <a:pt x="239317" y="128659"/>
                  </a:lnTo>
                  <a:lnTo>
                    <a:pt x="238394" y="127456"/>
                  </a:lnTo>
                  <a:lnTo>
                    <a:pt x="237306" y="127208"/>
                  </a:lnTo>
                  <a:lnTo>
                    <a:pt x="236445" y="127236"/>
                  </a:lnTo>
                  <a:lnTo>
                    <a:pt x="239657" y="125520"/>
                  </a:lnTo>
                  <a:lnTo>
                    <a:pt x="246557" y="122991"/>
                  </a:lnTo>
                  <a:lnTo>
                    <a:pt x="250238" y="121828"/>
                  </a:lnTo>
                  <a:lnTo>
                    <a:pt x="253870" y="121725"/>
                  </a:lnTo>
                  <a:lnTo>
                    <a:pt x="256759" y="121878"/>
                  </a:lnTo>
                  <a:lnTo>
                    <a:pt x="255671" y="122263"/>
                  </a:lnTo>
                  <a:lnTo>
                    <a:pt x="250923" y="122795"/>
                  </a:lnTo>
                  <a:lnTo>
                    <a:pt x="250197" y="123062"/>
                  </a:lnTo>
                  <a:lnTo>
                    <a:pt x="250203" y="123380"/>
                  </a:lnTo>
                  <a:lnTo>
                    <a:pt x="251350" y="123567"/>
                  </a:lnTo>
                  <a:lnTo>
                    <a:pt x="251833" y="123943"/>
                  </a:lnTo>
                  <a:lnTo>
                    <a:pt x="251443" y="124395"/>
                  </a:lnTo>
                  <a:lnTo>
                    <a:pt x="251082" y="124539"/>
                  </a:lnTo>
                  <a:lnTo>
                    <a:pt x="250540" y="125831"/>
                  </a:lnTo>
                  <a:lnTo>
                    <a:pt x="249830" y="126876"/>
                  </a:lnTo>
                  <a:lnTo>
                    <a:pt x="251333" y="128229"/>
                  </a:lnTo>
                  <a:lnTo>
                    <a:pt x="251457" y="129644"/>
                  </a:lnTo>
                  <a:lnTo>
                    <a:pt x="250498" y="130381"/>
                  </a:lnTo>
                  <a:lnTo>
                    <a:pt x="249179" y="130104"/>
                  </a:lnTo>
                  <a:lnTo>
                    <a:pt x="248012" y="130599"/>
                  </a:lnTo>
                  <a:lnTo>
                    <a:pt x="245892" y="130932"/>
                  </a:lnTo>
                  <a:lnTo>
                    <a:pt x="245426" y="131372"/>
                  </a:lnTo>
                  <a:lnTo>
                    <a:pt x="245116" y="131988"/>
                  </a:lnTo>
                  <a:lnTo>
                    <a:pt x="246465" y="132137"/>
                  </a:lnTo>
                  <a:lnTo>
                    <a:pt x="247524" y="132097"/>
                  </a:lnTo>
                  <a:lnTo>
                    <a:pt x="251295" y="132494"/>
                  </a:lnTo>
                  <a:lnTo>
                    <a:pt x="251808" y="132548"/>
                  </a:lnTo>
                  <a:lnTo>
                    <a:pt x="253050" y="132106"/>
                  </a:lnTo>
                  <a:lnTo>
                    <a:pt x="254315" y="132005"/>
                  </a:lnTo>
                  <a:lnTo>
                    <a:pt x="255839" y="131882"/>
                  </a:lnTo>
                  <a:lnTo>
                    <a:pt x="256616" y="131616"/>
                  </a:lnTo>
                  <a:lnTo>
                    <a:pt x="257421" y="131910"/>
                  </a:lnTo>
                  <a:lnTo>
                    <a:pt x="258904" y="133150"/>
                  </a:lnTo>
                  <a:lnTo>
                    <a:pt x="260260" y="132903"/>
                  </a:lnTo>
                  <a:lnTo>
                    <a:pt x="260844" y="130505"/>
                  </a:lnTo>
                  <a:lnTo>
                    <a:pt x="263000" y="129024"/>
                  </a:lnTo>
                  <a:lnTo>
                    <a:pt x="265527" y="127799"/>
                  </a:lnTo>
                  <a:lnTo>
                    <a:pt x="267961" y="127687"/>
                  </a:lnTo>
                  <a:lnTo>
                    <a:pt x="270320" y="126830"/>
                  </a:lnTo>
                  <a:lnTo>
                    <a:pt x="271446" y="126668"/>
                  </a:lnTo>
                  <a:lnTo>
                    <a:pt x="273641" y="127014"/>
                  </a:lnTo>
                  <a:lnTo>
                    <a:pt x="276901" y="127085"/>
                  </a:lnTo>
                  <a:lnTo>
                    <a:pt x="279636" y="127815"/>
                  </a:lnTo>
                  <a:lnTo>
                    <a:pt x="281694" y="127992"/>
                  </a:lnTo>
                  <a:lnTo>
                    <a:pt x="284698" y="126771"/>
                  </a:lnTo>
                  <a:lnTo>
                    <a:pt x="291592" y="123309"/>
                  </a:lnTo>
                  <a:lnTo>
                    <a:pt x="292197" y="124087"/>
                  </a:lnTo>
                  <a:lnTo>
                    <a:pt x="293303" y="122940"/>
                  </a:lnTo>
                  <a:lnTo>
                    <a:pt x="298649" y="121718"/>
                  </a:lnTo>
                  <a:lnTo>
                    <a:pt x="299958" y="121687"/>
                  </a:lnTo>
                  <a:lnTo>
                    <a:pt x="299982" y="122154"/>
                  </a:lnTo>
                  <a:lnTo>
                    <a:pt x="300458" y="123218"/>
                  </a:lnTo>
                  <a:lnTo>
                    <a:pt x="301501" y="123869"/>
                  </a:lnTo>
                  <a:lnTo>
                    <a:pt x="302921" y="125420"/>
                  </a:lnTo>
                  <a:lnTo>
                    <a:pt x="302238" y="125838"/>
                  </a:lnTo>
                  <a:lnTo>
                    <a:pt x="301521" y="126077"/>
                  </a:lnTo>
                  <a:lnTo>
                    <a:pt x="300478" y="127123"/>
                  </a:lnTo>
                  <a:lnTo>
                    <a:pt x="300352" y="129521"/>
                  </a:lnTo>
                  <a:lnTo>
                    <a:pt x="302355" y="130136"/>
                  </a:lnTo>
                  <a:lnTo>
                    <a:pt x="305133" y="130822"/>
                  </a:lnTo>
                  <a:lnTo>
                    <a:pt x="306281" y="130815"/>
                  </a:lnTo>
                  <a:lnTo>
                    <a:pt x="307245" y="130414"/>
                  </a:lnTo>
                  <a:lnTo>
                    <a:pt x="307540" y="130195"/>
                  </a:lnTo>
                  <a:lnTo>
                    <a:pt x="307905" y="129834"/>
                  </a:lnTo>
                  <a:lnTo>
                    <a:pt x="308146" y="129145"/>
                  </a:lnTo>
                  <a:lnTo>
                    <a:pt x="308322" y="128599"/>
                  </a:lnTo>
                  <a:lnTo>
                    <a:pt x="307600" y="127281"/>
                  </a:lnTo>
                  <a:lnTo>
                    <a:pt x="307892" y="125867"/>
                  </a:lnTo>
                  <a:lnTo>
                    <a:pt x="310392" y="125962"/>
                  </a:lnTo>
                  <a:lnTo>
                    <a:pt x="313504" y="125551"/>
                  </a:lnTo>
                  <a:lnTo>
                    <a:pt x="314909" y="124742"/>
                  </a:lnTo>
                  <a:lnTo>
                    <a:pt x="316588" y="123233"/>
                  </a:lnTo>
                  <a:lnTo>
                    <a:pt x="317709" y="121956"/>
                  </a:lnTo>
                  <a:lnTo>
                    <a:pt x="316999" y="119741"/>
                  </a:lnTo>
                  <a:lnTo>
                    <a:pt x="315163" y="120233"/>
                  </a:lnTo>
                  <a:lnTo>
                    <a:pt x="312067" y="115396"/>
                  </a:lnTo>
                  <a:lnTo>
                    <a:pt x="310490" y="113529"/>
                  </a:lnTo>
                  <a:lnTo>
                    <a:pt x="311492" y="112668"/>
                  </a:lnTo>
                  <a:lnTo>
                    <a:pt x="314162" y="112114"/>
                  </a:lnTo>
                  <a:lnTo>
                    <a:pt x="316568" y="110318"/>
                  </a:lnTo>
                  <a:lnTo>
                    <a:pt x="317477" y="109955"/>
                  </a:lnTo>
                  <a:lnTo>
                    <a:pt x="318488" y="109895"/>
                  </a:lnTo>
                  <a:lnTo>
                    <a:pt x="325627" y="111128"/>
                  </a:lnTo>
                  <a:lnTo>
                    <a:pt x="333770" y="111406"/>
                  </a:lnTo>
                  <a:lnTo>
                    <a:pt x="340678" y="112352"/>
                  </a:lnTo>
                  <a:lnTo>
                    <a:pt x="348521" y="114314"/>
                  </a:lnTo>
                  <a:lnTo>
                    <a:pt x="352322" y="115695"/>
                  </a:lnTo>
                  <a:lnTo>
                    <a:pt x="355504" y="117233"/>
                  </a:lnTo>
                  <a:lnTo>
                    <a:pt x="355199" y="118315"/>
                  </a:lnTo>
                  <a:lnTo>
                    <a:pt x="356479" y="118007"/>
                  </a:lnTo>
                  <a:lnTo>
                    <a:pt x="359272" y="118962"/>
                  </a:lnTo>
                  <a:lnTo>
                    <a:pt x="361175" y="119352"/>
                  </a:lnTo>
                  <a:lnTo>
                    <a:pt x="363141" y="119925"/>
                  </a:lnTo>
                  <a:lnTo>
                    <a:pt x="363869" y="120697"/>
                  </a:lnTo>
                  <a:lnTo>
                    <a:pt x="366443" y="121264"/>
                  </a:lnTo>
                  <a:lnTo>
                    <a:pt x="369100" y="122310"/>
                  </a:lnTo>
                  <a:lnTo>
                    <a:pt x="369578" y="122498"/>
                  </a:lnTo>
                  <a:lnTo>
                    <a:pt x="372798" y="123278"/>
                  </a:lnTo>
                  <a:lnTo>
                    <a:pt x="375125" y="123534"/>
                  </a:lnTo>
                  <a:lnTo>
                    <a:pt x="376514" y="125203"/>
                  </a:lnTo>
                  <a:lnTo>
                    <a:pt x="381154" y="127639"/>
                  </a:lnTo>
                  <a:lnTo>
                    <a:pt x="382016" y="128554"/>
                  </a:lnTo>
                  <a:lnTo>
                    <a:pt x="386047" y="130089"/>
                  </a:lnTo>
                  <a:lnTo>
                    <a:pt x="388075" y="131336"/>
                  </a:lnTo>
                  <a:lnTo>
                    <a:pt x="389333" y="130859"/>
                  </a:lnTo>
                  <a:lnTo>
                    <a:pt x="392410" y="127804"/>
                  </a:lnTo>
                  <a:lnTo>
                    <a:pt x="394254" y="124310"/>
                  </a:lnTo>
                  <a:lnTo>
                    <a:pt x="395353" y="122460"/>
                  </a:lnTo>
                  <a:lnTo>
                    <a:pt x="393308" y="122382"/>
                  </a:lnTo>
                  <a:lnTo>
                    <a:pt x="391780" y="122923"/>
                  </a:lnTo>
                  <a:lnTo>
                    <a:pt x="390803" y="122784"/>
                  </a:lnTo>
                  <a:lnTo>
                    <a:pt x="389698" y="122230"/>
                  </a:lnTo>
                  <a:lnTo>
                    <a:pt x="387922" y="120829"/>
                  </a:lnTo>
                  <a:lnTo>
                    <a:pt x="385673" y="118476"/>
                  </a:lnTo>
                  <a:lnTo>
                    <a:pt x="385254" y="115902"/>
                  </a:lnTo>
                  <a:lnTo>
                    <a:pt x="384618" y="115076"/>
                  </a:lnTo>
                  <a:lnTo>
                    <a:pt x="382428" y="114379"/>
                  </a:lnTo>
                  <a:lnTo>
                    <a:pt x="381007" y="113620"/>
                  </a:lnTo>
                  <a:lnTo>
                    <a:pt x="375712" y="112095"/>
                  </a:lnTo>
                  <a:lnTo>
                    <a:pt x="374762" y="112627"/>
                  </a:lnTo>
                  <a:lnTo>
                    <a:pt x="374479" y="113449"/>
                  </a:lnTo>
                  <a:lnTo>
                    <a:pt x="374124" y="114047"/>
                  </a:lnTo>
                  <a:lnTo>
                    <a:pt x="373590" y="113274"/>
                  </a:lnTo>
                  <a:lnTo>
                    <a:pt x="373248" y="112576"/>
                  </a:lnTo>
                  <a:lnTo>
                    <a:pt x="373238" y="111448"/>
                  </a:lnTo>
                  <a:lnTo>
                    <a:pt x="373515" y="110024"/>
                  </a:lnTo>
                  <a:lnTo>
                    <a:pt x="374405" y="107624"/>
                  </a:lnTo>
                  <a:lnTo>
                    <a:pt x="375755" y="107745"/>
                  </a:lnTo>
                  <a:lnTo>
                    <a:pt x="376468" y="107396"/>
                  </a:lnTo>
                  <a:lnTo>
                    <a:pt x="377366" y="106316"/>
                  </a:lnTo>
                  <a:lnTo>
                    <a:pt x="376970" y="105429"/>
                  </a:lnTo>
                  <a:lnTo>
                    <a:pt x="376488" y="104756"/>
                  </a:lnTo>
                  <a:lnTo>
                    <a:pt x="376586" y="103707"/>
                  </a:lnTo>
                  <a:lnTo>
                    <a:pt x="377438" y="100848"/>
                  </a:lnTo>
                  <a:lnTo>
                    <a:pt x="377796" y="97520"/>
                  </a:lnTo>
                  <a:lnTo>
                    <a:pt x="377103" y="96687"/>
                  </a:lnTo>
                  <a:lnTo>
                    <a:pt x="376458" y="96141"/>
                  </a:lnTo>
                  <a:lnTo>
                    <a:pt x="373422" y="96702"/>
                  </a:lnTo>
                  <a:lnTo>
                    <a:pt x="372285" y="96407"/>
                  </a:lnTo>
                  <a:lnTo>
                    <a:pt x="372029" y="95763"/>
                  </a:lnTo>
                  <a:lnTo>
                    <a:pt x="371943" y="95262"/>
                  </a:lnTo>
                  <a:lnTo>
                    <a:pt x="372820" y="94400"/>
                  </a:lnTo>
                  <a:lnTo>
                    <a:pt x="373655" y="92986"/>
                  </a:lnTo>
                  <a:lnTo>
                    <a:pt x="372193" y="93294"/>
                  </a:lnTo>
                  <a:lnTo>
                    <a:pt x="371693" y="92740"/>
                  </a:lnTo>
                  <a:lnTo>
                    <a:pt x="372908" y="91924"/>
                  </a:lnTo>
                  <a:lnTo>
                    <a:pt x="374322" y="89937"/>
                  </a:lnTo>
                  <a:lnTo>
                    <a:pt x="377696" y="89024"/>
                  </a:lnTo>
                  <a:lnTo>
                    <a:pt x="380228" y="88129"/>
                  </a:lnTo>
                  <a:lnTo>
                    <a:pt x="384178" y="86226"/>
                  </a:lnTo>
                  <a:lnTo>
                    <a:pt x="387110" y="84351"/>
                  </a:lnTo>
                  <a:lnTo>
                    <a:pt x="389004" y="81983"/>
                  </a:lnTo>
                  <a:lnTo>
                    <a:pt x="390309" y="79750"/>
                  </a:lnTo>
                  <a:lnTo>
                    <a:pt x="392412" y="74466"/>
                  </a:lnTo>
                  <a:lnTo>
                    <a:pt x="394393" y="70583"/>
                  </a:lnTo>
                  <a:lnTo>
                    <a:pt x="397727" y="66600"/>
                  </a:lnTo>
                  <a:lnTo>
                    <a:pt x="399812" y="66231"/>
                  </a:lnTo>
                  <a:lnTo>
                    <a:pt x="400593" y="66293"/>
                  </a:lnTo>
                  <a:lnTo>
                    <a:pt x="400731" y="66588"/>
                  </a:lnTo>
                  <a:lnTo>
                    <a:pt x="400256" y="66930"/>
                  </a:lnTo>
                  <a:lnTo>
                    <a:pt x="400127" y="67408"/>
                  </a:lnTo>
                  <a:lnTo>
                    <a:pt x="401008" y="67584"/>
                  </a:lnTo>
                  <a:lnTo>
                    <a:pt x="402420" y="67617"/>
                  </a:lnTo>
                  <a:lnTo>
                    <a:pt x="405113" y="67358"/>
                  </a:lnTo>
                  <a:lnTo>
                    <a:pt x="409685" y="67508"/>
                  </a:lnTo>
                  <a:lnTo>
                    <a:pt x="417677" y="67184"/>
                  </a:lnTo>
                  <a:lnTo>
                    <a:pt x="418782" y="67345"/>
                  </a:lnTo>
                  <a:lnTo>
                    <a:pt x="421740" y="68495"/>
                  </a:lnTo>
                  <a:lnTo>
                    <a:pt x="423361" y="68365"/>
                  </a:lnTo>
                  <a:lnTo>
                    <a:pt x="426629" y="68904"/>
                  </a:lnTo>
                  <a:lnTo>
                    <a:pt x="428402" y="69544"/>
                  </a:lnTo>
                  <a:lnTo>
                    <a:pt x="430089" y="70284"/>
                  </a:lnTo>
                  <a:lnTo>
                    <a:pt x="429855" y="73191"/>
                  </a:lnTo>
                  <a:lnTo>
                    <a:pt x="429529" y="75141"/>
                  </a:lnTo>
                  <a:lnTo>
                    <a:pt x="428313" y="78819"/>
                  </a:lnTo>
                  <a:lnTo>
                    <a:pt x="427838" y="79752"/>
                  </a:lnTo>
                  <a:lnTo>
                    <a:pt x="425954" y="82415"/>
                  </a:lnTo>
                  <a:lnTo>
                    <a:pt x="425050" y="84174"/>
                  </a:lnTo>
                  <a:lnTo>
                    <a:pt x="423633" y="85379"/>
                  </a:lnTo>
                  <a:lnTo>
                    <a:pt x="421574" y="86233"/>
                  </a:lnTo>
                  <a:lnTo>
                    <a:pt x="421312" y="86743"/>
                  </a:lnTo>
                  <a:lnTo>
                    <a:pt x="421150" y="87496"/>
                  </a:lnTo>
                  <a:lnTo>
                    <a:pt x="423156" y="89598"/>
                  </a:lnTo>
                  <a:lnTo>
                    <a:pt x="427906" y="91767"/>
                  </a:lnTo>
                  <a:lnTo>
                    <a:pt x="429071" y="94388"/>
                  </a:lnTo>
                  <a:lnTo>
                    <a:pt x="429328" y="96346"/>
                  </a:lnTo>
                  <a:lnTo>
                    <a:pt x="429029" y="101444"/>
                  </a:lnTo>
                  <a:lnTo>
                    <a:pt x="428587" y="102196"/>
                  </a:lnTo>
                  <a:lnTo>
                    <a:pt x="427722" y="103003"/>
                  </a:lnTo>
                  <a:lnTo>
                    <a:pt x="426847" y="103988"/>
                  </a:lnTo>
                  <a:lnTo>
                    <a:pt x="427417" y="105417"/>
                  </a:lnTo>
                  <a:lnTo>
                    <a:pt x="428077" y="110707"/>
                  </a:lnTo>
                  <a:lnTo>
                    <a:pt x="428230" y="115020"/>
                  </a:lnTo>
                  <a:lnTo>
                    <a:pt x="427679" y="116493"/>
                  </a:lnTo>
                  <a:lnTo>
                    <a:pt x="427392" y="119620"/>
                  </a:lnTo>
                  <a:lnTo>
                    <a:pt x="427395" y="120648"/>
                  </a:lnTo>
                  <a:lnTo>
                    <a:pt x="427863" y="122208"/>
                  </a:lnTo>
                  <a:lnTo>
                    <a:pt x="428823" y="123517"/>
                  </a:lnTo>
                  <a:lnTo>
                    <a:pt x="430087" y="124348"/>
                  </a:lnTo>
                  <a:lnTo>
                    <a:pt x="433671" y="125861"/>
                  </a:lnTo>
                  <a:lnTo>
                    <a:pt x="437052" y="127706"/>
                  </a:lnTo>
                  <a:lnTo>
                    <a:pt x="437292" y="128290"/>
                  </a:lnTo>
                  <a:lnTo>
                    <a:pt x="437465" y="128998"/>
                  </a:lnTo>
                  <a:lnTo>
                    <a:pt x="436268" y="129711"/>
                  </a:lnTo>
                  <a:lnTo>
                    <a:pt x="434387" y="131612"/>
                  </a:lnTo>
                  <a:lnTo>
                    <a:pt x="433186" y="133190"/>
                  </a:lnTo>
                  <a:lnTo>
                    <a:pt x="433091" y="134451"/>
                  </a:lnTo>
                  <a:lnTo>
                    <a:pt x="433504" y="136095"/>
                  </a:lnTo>
                  <a:lnTo>
                    <a:pt x="433306" y="137601"/>
                  </a:lnTo>
                  <a:lnTo>
                    <a:pt x="432499" y="138970"/>
                  </a:lnTo>
                  <a:lnTo>
                    <a:pt x="431382" y="139956"/>
                  </a:lnTo>
                  <a:lnTo>
                    <a:pt x="428029" y="141480"/>
                  </a:lnTo>
                  <a:lnTo>
                    <a:pt x="420963" y="149560"/>
                  </a:lnTo>
                  <a:lnTo>
                    <a:pt x="419267" y="150508"/>
                  </a:lnTo>
                  <a:lnTo>
                    <a:pt x="416401" y="150203"/>
                  </a:lnTo>
                  <a:lnTo>
                    <a:pt x="417192" y="151355"/>
                  </a:lnTo>
                  <a:lnTo>
                    <a:pt x="418160" y="153008"/>
                  </a:lnTo>
                  <a:lnTo>
                    <a:pt x="418050" y="154087"/>
                  </a:lnTo>
                  <a:lnTo>
                    <a:pt x="416181" y="154036"/>
                  </a:lnTo>
                  <a:lnTo>
                    <a:pt x="413566" y="155183"/>
                  </a:lnTo>
                  <a:lnTo>
                    <a:pt x="412372" y="155969"/>
                  </a:lnTo>
                  <a:lnTo>
                    <a:pt x="410342" y="156370"/>
                  </a:lnTo>
                  <a:lnTo>
                    <a:pt x="408796" y="155962"/>
                  </a:lnTo>
                  <a:lnTo>
                    <a:pt x="407106" y="155211"/>
                  </a:lnTo>
                  <a:lnTo>
                    <a:pt x="407353" y="154582"/>
                  </a:lnTo>
                  <a:lnTo>
                    <a:pt x="407671" y="154294"/>
                  </a:lnTo>
                  <a:lnTo>
                    <a:pt x="408858" y="153839"/>
                  </a:lnTo>
                  <a:lnTo>
                    <a:pt x="410019" y="153219"/>
                  </a:lnTo>
                  <a:lnTo>
                    <a:pt x="409452" y="153095"/>
                  </a:lnTo>
                  <a:lnTo>
                    <a:pt x="408963" y="153101"/>
                  </a:lnTo>
                  <a:lnTo>
                    <a:pt x="407684" y="153889"/>
                  </a:lnTo>
                  <a:lnTo>
                    <a:pt x="406166" y="154049"/>
                  </a:lnTo>
                  <a:lnTo>
                    <a:pt x="404371" y="153093"/>
                  </a:lnTo>
                  <a:lnTo>
                    <a:pt x="402998" y="152038"/>
                  </a:lnTo>
                  <a:lnTo>
                    <a:pt x="402322" y="151822"/>
                  </a:lnTo>
                  <a:lnTo>
                    <a:pt x="401029" y="152253"/>
                  </a:lnTo>
                  <a:lnTo>
                    <a:pt x="396084" y="152057"/>
                  </a:lnTo>
                  <a:lnTo>
                    <a:pt x="394768" y="152234"/>
                  </a:lnTo>
                  <a:lnTo>
                    <a:pt x="394151" y="152619"/>
                  </a:lnTo>
                  <a:lnTo>
                    <a:pt x="394508" y="152926"/>
                  </a:lnTo>
                  <a:lnTo>
                    <a:pt x="394886" y="153522"/>
                  </a:lnTo>
                  <a:lnTo>
                    <a:pt x="395385" y="154678"/>
                  </a:lnTo>
                  <a:lnTo>
                    <a:pt x="395862" y="155544"/>
                  </a:lnTo>
                  <a:lnTo>
                    <a:pt x="397921" y="156491"/>
                  </a:lnTo>
                  <a:lnTo>
                    <a:pt x="400655" y="156856"/>
                  </a:lnTo>
                  <a:lnTo>
                    <a:pt x="403318" y="158016"/>
                  </a:lnTo>
                  <a:lnTo>
                    <a:pt x="406696" y="158839"/>
                  </a:lnTo>
                  <a:lnTo>
                    <a:pt x="414322" y="158501"/>
                  </a:lnTo>
                  <a:lnTo>
                    <a:pt x="416332" y="158601"/>
                  </a:lnTo>
                  <a:lnTo>
                    <a:pt x="418296" y="158960"/>
                  </a:lnTo>
                  <a:lnTo>
                    <a:pt x="421621" y="160173"/>
                  </a:lnTo>
                  <a:lnTo>
                    <a:pt x="423045" y="160081"/>
                  </a:lnTo>
                  <a:lnTo>
                    <a:pt x="425448" y="158982"/>
                  </a:lnTo>
                  <a:lnTo>
                    <a:pt x="426039" y="156549"/>
                  </a:lnTo>
                  <a:lnTo>
                    <a:pt x="426355" y="155793"/>
                  </a:lnTo>
                  <a:lnTo>
                    <a:pt x="435099" y="152361"/>
                  </a:lnTo>
                  <a:lnTo>
                    <a:pt x="436726" y="151604"/>
                  </a:lnTo>
                  <a:lnTo>
                    <a:pt x="439361" y="149732"/>
                  </a:lnTo>
                  <a:lnTo>
                    <a:pt x="440223" y="148482"/>
                  </a:lnTo>
                  <a:lnTo>
                    <a:pt x="441197" y="145096"/>
                  </a:lnTo>
                  <a:lnTo>
                    <a:pt x="442033" y="143891"/>
                  </a:lnTo>
                  <a:lnTo>
                    <a:pt x="447724" y="139978"/>
                  </a:lnTo>
                  <a:lnTo>
                    <a:pt x="448608" y="138978"/>
                  </a:lnTo>
                  <a:lnTo>
                    <a:pt x="448776" y="137148"/>
                  </a:lnTo>
                  <a:lnTo>
                    <a:pt x="448690" y="135915"/>
                  </a:lnTo>
                  <a:lnTo>
                    <a:pt x="448354" y="134693"/>
                  </a:lnTo>
                  <a:lnTo>
                    <a:pt x="447311" y="132674"/>
                  </a:lnTo>
                  <a:lnTo>
                    <a:pt x="446164" y="131492"/>
                  </a:lnTo>
                  <a:lnTo>
                    <a:pt x="445031" y="129852"/>
                  </a:lnTo>
                  <a:lnTo>
                    <a:pt x="445878" y="126529"/>
                  </a:lnTo>
                  <a:lnTo>
                    <a:pt x="446811" y="125241"/>
                  </a:lnTo>
                  <a:lnTo>
                    <a:pt x="451967" y="123700"/>
                  </a:lnTo>
                  <a:lnTo>
                    <a:pt x="456366" y="123150"/>
                  </a:lnTo>
                  <a:lnTo>
                    <a:pt x="461266" y="122110"/>
                  </a:lnTo>
                  <a:lnTo>
                    <a:pt x="463239" y="121890"/>
                  </a:lnTo>
                  <a:lnTo>
                    <a:pt x="464593" y="122074"/>
                  </a:lnTo>
                  <a:lnTo>
                    <a:pt x="465980" y="123199"/>
                  </a:lnTo>
                  <a:lnTo>
                    <a:pt x="467203" y="124883"/>
                  </a:lnTo>
                  <a:lnTo>
                    <a:pt x="470767" y="127403"/>
                  </a:lnTo>
                  <a:lnTo>
                    <a:pt x="471966" y="129169"/>
                  </a:lnTo>
                  <a:lnTo>
                    <a:pt x="472180" y="131317"/>
                  </a:lnTo>
                  <a:lnTo>
                    <a:pt x="472060" y="136542"/>
                  </a:lnTo>
                  <a:lnTo>
                    <a:pt x="471360" y="138808"/>
                  </a:lnTo>
                  <a:lnTo>
                    <a:pt x="472786" y="139406"/>
                  </a:lnTo>
                  <a:lnTo>
                    <a:pt x="473453" y="139922"/>
                  </a:lnTo>
                  <a:lnTo>
                    <a:pt x="475190" y="140685"/>
                  </a:lnTo>
                  <a:lnTo>
                    <a:pt x="476097" y="141443"/>
                  </a:lnTo>
                  <a:lnTo>
                    <a:pt x="477010" y="141713"/>
                  </a:lnTo>
                  <a:lnTo>
                    <a:pt x="479034" y="141867"/>
                  </a:lnTo>
                  <a:lnTo>
                    <a:pt x="484748" y="141598"/>
                  </a:lnTo>
                  <a:lnTo>
                    <a:pt x="487898" y="141450"/>
                  </a:lnTo>
                  <a:lnTo>
                    <a:pt x="487568" y="141115"/>
                  </a:lnTo>
                  <a:lnTo>
                    <a:pt x="487109" y="140863"/>
                  </a:lnTo>
                  <a:lnTo>
                    <a:pt x="484460" y="140752"/>
                  </a:lnTo>
                  <a:lnTo>
                    <a:pt x="480696" y="140205"/>
                  </a:lnTo>
                  <a:lnTo>
                    <a:pt x="475276" y="139179"/>
                  </a:lnTo>
                  <a:lnTo>
                    <a:pt x="474631" y="136979"/>
                  </a:lnTo>
                  <a:lnTo>
                    <a:pt x="474780" y="135612"/>
                  </a:lnTo>
                  <a:lnTo>
                    <a:pt x="476000" y="133063"/>
                  </a:lnTo>
                  <a:lnTo>
                    <a:pt x="476870" y="132617"/>
                  </a:lnTo>
                  <a:lnTo>
                    <a:pt x="477924" y="132445"/>
                  </a:lnTo>
                  <a:lnTo>
                    <a:pt x="479125" y="132100"/>
                  </a:lnTo>
                  <a:lnTo>
                    <a:pt x="478780" y="130460"/>
                  </a:lnTo>
                  <a:lnTo>
                    <a:pt x="478289" y="128992"/>
                  </a:lnTo>
                  <a:lnTo>
                    <a:pt x="477139" y="126925"/>
                  </a:lnTo>
                  <a:lnTo>
                    <a:pt x="475866" y="123124"/>
                  </a:lnTo>
                  <a:lnTo>
                    <a:pt x="474122" y="123094"/>
                  </a:lnTo>
                  <a:lnTo>
                    <a:pt x="472816" y="122348"/>
                  </a:lnTo>
                  <a:lnTo>
                    <a:pt x="466351" y="120134"/>
                  </a:lnTo>
                  <a:lnTo>
                    <a:pt x="460258" y="118492"/>
                  </a:lnTo>
                  <a:lnTo>
                    <a:pt x="456097" y="118259"/>
                  </a:lnTo>
                  <a:lnTo>
                    <a:pt x="454762" y="118443"/>
                  </a:lnTo>
                  <a:lnTo>
                    <a:pt x="451295" y="120149"/>
                  </a:lnTo>
                  <a:lnTo>
                    <a:pt x="449037" y="120508"/>
                  </a:lnTo>
                  <a:lnTo>
                    <a:pt x="444758" y="119754"/>
                  </a:lnTo>
                  <a:lnTo>
                    <a:pt x="441114" y="120172"/>
                  </a:lnTo>
                  <a:lnTo>
                    <a:pt x="439776" y="119774"/>
                  </a:lnTo>
                  <a:lnTo>
                    <a:pt x="439205" y="119006"/>
                  </a:lnTo>
                  <a:lnTo>
                    <a:pt x="440296" y="115941"/>
                  </a:lnTo>
                  <a:lnTo>
                    <a:pt x="439745" y="114743"/>
                  </a:lnTo>
                  <a:lnTo>
                    <a:pt x="438142" y="113164"/>
                  </a:lnTo>
                  <a:lnTo>
                    <a:pt x="437166" y="111907"/>
                  </a:lnTo>
                  <a:lnTo>
                    <a:pt x="437336" y="110571"/>
                  </a:lnTo>
                  <a:lnTo>
                    <a:pt x="439721" y="105373"/>
                  </a:lnTo>
                  <a:lnTo>
                    <a:pt x="440735" y="104017"/>
                  </a:lnTo>
                  <a:lnTo>
                    <a:pt x="443284" y="101610"/>
                  </a:lnTo>
                  <a:lnTo>
                    <a:pt x="444576" y="99751"/>
                  </a:lnTo>
                  <a:lnTo>
                    <a:pt x="444269" y="98707"/>
                  </a:lnTo>
                  <a:lnTo>
                    <a:pt x="438788" y="92917"/>
                  </a:lnTo>
                  <a:lnTo>
                    <a:pt x="437321" y="90855"/>
                  </a:lnTo>
                  <a:lnTo>
                    <a:pt x="436666" y="90200"/>
                  </a:lnTo>
                  <a:lnTo>
                    <a:pt x="435322" y="89415"/>
                  </a:lnTo>
                  <a:lnTo>
                    <a:pt x="433290" y="88503"/>
                  </a:lnTo>
                  <a:lnTo>
                    <a:pt x="432683" y="87670"/>
                  </a:lnTo>
                  <a:lnTo>
                    <a:pt x="438222" y="82088"/>
                  </a:lnTo>
                  <a:lnTo>
                    <a:pt x="440755" y="81116"/>
                  </a:lnTo>
                  <a:lnTo>
                    <a:pt x="444272" y="80516"/>
                  </a:lnTo>
                  <a:lnTo>
                    <a:pt x="445954" y="79969"/>
                  </a:lnTo>
                  <a:lnTo>
                    <a:pt x="448935" y="78848"/>
                  </a:lnTo>
                  <a:lnTo>
                    <a:pt x="450714" y="77907"/>
                  </a:lnTo>
                  <a:lnTo>
                    <a:pt x="451292" y="77149"/>
                  </a:lnTo>
                  <a:lnTo>
                    <a:pt x="451639" y="76257"/>
                  </a:lnTo>
                  <a:lnTo>
                    <a:pt x="451707" y="74060"/>
                  </a:lnTo>
                  <a:lnTo>
                    <a:pt x="451359" y="72273"/>
                  </a:lnTo>
                  <a:lnTo>
                    <a:pt x="450864" y="71288"/>
                  </a:lnTo>
                  <a:lnTo>
                    <a:pt x="449813" y="70023"/>
                  </a:lnTo>
                  <a:lnTo>
                    <a:pt x="448771" y="68604"/>
                  </a:lnTo>
                  <a:lnTo>
                    <a:pt x="449511" y="68233"/>
                  </a:lnTo>
                  <a:lnTo>
                    <a:pt x="450241" y="68019"/>
                  </a:lnTo>
                  <a:lnTo>
                    <a:pt x="452231" y="68034"/>
                  </a:lnTo>
                  <a:lnTo>
                    <a:pt x="454283" y="68816"/>
                  </a:lnTo>
                  <a:lnTo>
                    <a:pt x="455281" y="70373"/>
                  </a:lnTo>
                  <a:lnTo>
                    <a:pt x="456498" y="71823"/>
                  </a:lnTo>
                  <a:lnTo>
                    <a:pt x="456494" y="72784"/>
                  </a:lnTo>
                  <a:lnTo>
                    <a:pt x="456384" y="73550"/>
                  </a:lnTo>
                  <a:lnTo>
                    <a:pt x="456884" y="74596"/>
                  </a:lnTo>
                  <a:lnTo>
                    <a:pt x="457327" y="75046"/>
                  </a:lnTo>
                  <a:lnTo>
                    <a:pt x="457803" y="75795"/>
                  </a:lnTo>
                  <a:lnTo>
                    <a:pt x="457358" y="76391"/>
                  </a:lnTo>
                  <a:lnTo>
                    <a:pt x="456884" y="76687"/>
                  </a:lnTo>
                  <a:lnTo>
                    <a:pt x="455994" y="77545"/>
                  </a:lnTo>
                  <a:lnTo>
                    <a:pt x="454521" y="80162"/>
                  </a:lnTo>
                  <a:lnTo>
                    <a:pt x="453379" y="80500"/>
                  </a:lnTo>
                  <a:lnTo>
                    <a:pt x="453130" y="82530"/>
                  </a:lnTo>
                  <a:lnTo>
                    <a:pt x="455549" y="84744"/>
                  </a:lnTo>
                  <a:lnTo>
                    <a:pt x="455221" y="86422"/>
                  </a:lnTo>
                  <a:lnTo>
                    <a:pt x="454735" y="86976"/>
                  </a:lnTo>
                  <a:lnTo>
                    <a:pt x="453440" y="87877"/>
                  </a:lnTo>
                  <a:lnTo>
                    <a:pt x="453608" y="88596"/>
                  </a:lnTo>
                  <a:lnTo>
                    <a:pt x="453930" y="89109"/>
                  </a:lnTo>
                  <a:lnTo>
                    <a:pt x="457729" y="90166"/>
                  </a:lnTo>
                  <a:lnTo>
                    <a:pt x="461294" y="90827"/>
                  </a:lnTo>
                  <a:lnTo>
                    <a:pt x="467269" y="91057"/>
                  </a:lnTo>
                  <a:lnTo>
                    <a:pt x="469038" y="92092"/>
                  </a:lnTo>
                  <a:lnTo>
                    <a:pt x="469665" y="91350"/>
                  </a:lnTo>
                  <a:lnTo>
                    <a:pt x="475289" y="91533"/>
                  </a:lnTo>
                  <a:lnTo>
                    <a:pt x="479817" y="94066"/>
                  </a:lnTo>
                  <a:lnTo>
                    <a:pt x="482204" y="94846"/>
                  </a:lnTo>
                  <a:lnTo>
                    <a:pt x="484145" y="95105"/>
                  </a:lnTo>
                  <a:lnTo>
                    <a:pt x="488085" y="94799"/>
                  </a:lnTo>
                  <a:lnTo>
                    <a:pt x="488778" y="94570"/>
                  </a:lnTo>
                  <a:lnTo>
                    <a:pt x="489425" y="93847"/>
                  </a:lnTo>
                  <a:lnTo>
                    <a:pt x="487578" y="93915"/>
                  </a:lnTo>
                  <a:lnTo>
                    <a:pt x="486773" y="94244"/>
                  </a:lnTo>
                  <a:lnTo>
                    <a:pt x="486020" y="94210"/>
                  </a:lnTo>
                  <a:lnTo>
                    <a:pt x="484731" y="93960"/>
                  </a:lnTo>
                  <a:lnTo>
                    <a:pt x="483820" y="93521"/>
                  </a:lnTo>
                  <a:lnTo>
                    <a:pt x="482828" y="92660"/>
                  </a:lnTo>
                  <a:lnTo>
                    <a:pt x="481182" y="90161"/>
                  </a:lnTo>
                  <a:lnTo>
                    <a:pt x="478304" y="89355"/>
                  </a:lnTo>
                  <a:lnTo>
                    <a:pt x="476395" y="89683"/>
                  </a:lnTo>
                  <a:lnTo>
                    <a:pt x="474261" y="89529"/>
                  </a:lnTo>
                  <a:lnTo>
                    <a:pt x="470785" y="88165"/>
                  </a:lnTo>
                  <a:lnTo>
                    <a:pt x="468491" y="87646"/>
                  </a:lnTo>
                  <a:lnTo>
                    <a:pt x="464349" y="86169"/>
                  </a:lnTo>
                  <a:lnTo>
                    <a:pt x="463202" y="85570"/>
                  </a:lnTo>
                  <a:lnTo>
                    <a:pt x="462290" y="84351"/>
                  </a:lnTo>
                  <a:lnTo>
                    <a:pt x="461229" y="82312"/>
                  </a:lnTo>
                  <a:lnTo>
                    <a:pt x="460556" y="81177"/>
                  </a:lnTo>
                  <a:lnTo>
                    <a:pt x="461423" y="80951"/>
                  </a:lnTo>
                  <a:lnTo>
                    <a:pt x="464239" y="79844"/>
                  </a:lnTo>
                  <a:lnTo>
                    <a:pt x="468493" y="79467"/>
                  </a:lnTo>
                  <a:lnTo>
                    <a:pt x="470290" y="79869"/>
                  </a:lnTo>
                  <a:lnTo>
                    <a:pt x="474921" y="82130"/>
                  </a:lnTo>
                  <a:lnTo>
                    <a:pt x="477066" y="82209"/>
                  </a:lnTo>
                  <a:lnTo>
                    <a:pt x="480939" y="81224"/>
                  </a:lnTo>
                  <a:lnTo>
                    <a:pt x="481370" y="80593"/>
                  </a:lnTo>
                  <a:lnTo>
                    <a:pt x="480503" y="79304"/>
                  </a:lnTo>
                  <a:lnTo>
                    <a:pt x="479326" y="78644"/>
                  </a:lnTo>
                  <a:lnTo>
                    <a:pt x="477096" y="78333"/>
                  </a:lnTo>
                  <a:lnTo>
                    <a:pt x="474373" y="78927"/>
                  </a:lnTo>
                  <a:lnTo>
                    <a:pt x="473597" y="78424"/>
                  </a:lnTo>
                  <a:lnTo>
                    <a:pt x="473870" y="77744"/>
                  </a:lnTo>
                  <a:lnTo>
                    <a:pt x="474172" y="77247"/>
                  </a:lnTo>
                  <a:lnTo>
                    <a:pt x="475626" y="77118"/>
                  </a:lnTo>
                  <a:lnTo>
                    <a:pt x="476647" y="76731"/>
                  </a:lnTo>
                  <a:lnTo>
                    <a:pt x="478870" y="75343"/>
                  </a:lnTo>
                  <a:lnTo>
                    <a:pt x="481303" y="74663"/>
                  </a:lnTo>
                  <a:lnTo>
                    <a:pt x="483737" y="74418"/>
                  </a:lnTo>
                  <a:lnTo>
                    <a:pt x="492625" y="74616"/>
                  </a:lnTo>
                  <a:lnTo>
                    <a:pt x="497656" y="76816"/>
                  </a:lnTo>
                  <a:lnTo>
                    <a:pt x="502577" y="77792"/>
                  </a:lnTo>
                  <a:lnTo>
                    <a:pt x="504708" y="78556"/>
                  </a:lnTo>
                  <a:lnTo>
                    <a:pt x="505306" y="78684"/>
                  </a:lnTo>
                  <a:lnTo>
                    <a:pt x="505801" y="79170"/>
                  </a:lnTo>
                  <a:lnTo>
                    <a:pt x="506191" y="80343"/>
                  </a:lnTo>
                  <a:lnTo>
                    <a:pt x="512390" y="83468"/>
                  </a:lnTo>
                  <a:lnTo>
                    <a:pt x="513813" y="83889"/>
                  </a:lnTo>
                  <a:lnTo>
                    <a:pt x="517770" y="84016"/>
                  </a:lnTo>
                  <a:lnTo>
                    <a:pt x="522192" y="83294"/>
                  </a:lnTo>
                  <a:lnTo>
                    <a:pt x="524184" y="83217"/>
                  </a:lnTo>
                  <a:lnTo>
                    <a:pt x="526344" y="83433"/>
                  </a:lnTo>
                  <a:lnTo>
                    <a:pt x="527484" y="83826"/>
                  </a:lnTo>
                  <a:lnTo>
                    <a:pt x="528685" y="84556"/>
                  </a:lnTo>
                  <a:lnTo>
                    <a:pt x="528041" y="85476"/>
                  </a:lnTo>
                  <a:lnTo>
                    <a:pt x="527475" y="86030"/>
                  </a:lnTo>
                  <a:lnTo>
                    <a:pt x="526258" y="87580"/>
                  </a:lnTo>
                  <a:lnTo>
                    <a:pt x="525699" y="88018"/>
                  </a:lnTo>
                  <a:lnTo>
                    <a:pt x="521680" y="89790"/>
                  </a:lnTo>
                  <a:lnTo>
                    <a:pt x="520068" y="90249"/>
                  </a:lnTo>
                  <a:lnTo>
                    <a:pt x="519634" y="92572"/>
                  </a:lnTo>
                  <a:lnTo>
                    <a:pt x="519420" y="93091"/>
                  </a:lnTo>
                  <a:lnTo>
                    <a:pt x="519277" y="93907"/>
                  </a:lnTo>
                  <a:lnTo>
                    <a:pt x="520004" y="95557"/>
                  </a:lnTo>
                  <a:lnTo>
                    <a:pt x="520192" y="96562"/>
                  </a:lnTo>
                  <a:lnTo>
                    <a:pt x="519575" y="97966"/>
                  </a:lnTo>
                  <a:lnTo>
                    <a:pt x="518558" y="99480"/>
                  </a:lnTo>
                  <a:lnTo>
                    <a:pt x="518740" y="100689"/>
                  </a:lnTo>
                  <a:lnTo>
                    <a:pt x="519107" y="102304"/>
                  </a:lnTo>
                  <a:lnTo>
                    <a:pt x="519245" y="101822"/>
                  </a:lnTo>
                  <a:lnTo>
                    <a:pt x="519204" y="101088"/>
                  </a:lnTo>
                  <a:lnTo>
                    <a:pt x="519459" y="100241"/>
                  </a:lnTo>
                  <a:lnTo>
                    <a:pt x="521287" y="98198"/>
                  </a:lnTo>
                  <a:lnTo>
                    <a:pt x="522619" y="95410"/>
                  </a:lnTo>
                  <a:lnTo>
                    <a:pt x="523994" y="94683"/>
                  </a:lnTo>
                  <a:lnTo>
                    <a:pt x="525237" y="94505"/>
                  </a:lnTo>
                  <a:lnTo>
                    <a:pt x="526571" y="95334"/>
                  </a:lnTo>
                  <a:lnTo>
                    <a:pt x="526958" y="96452"/>
                  </a:lnTo>
                  <a:lnTo>
                    <a:pt x="527027" y="98133"/>
                  </a:lnTo>
                  <a:lnTo>
                    <a:pt x="526760" y="99726"/>
                  </a:lnTo>
                  <a:lnTo>
                    <a:pt x="525716" y="102141"/>
                  </a:lnTo>
                  <a:lnTo>
                    <a:pt x="524039" y="103828"/>
                  </a:lnTo>
                  <a:lnTo>
                    <a:pt x="523469" y="104786"/>
                  </a:lnTo>
                  <a:lnTo>
                    <a:pt x="524273" y="105674"/>
                  </a:lnTo>
                  <a:lnTo>
                    <a:pt x="525118" y="106365"/>
                  </a:lnTo>
                  <a:lnTo>
                    <a:pt x="526106" y="106592"/>
                  </a:lnTo>
                  <a:lnTo>
                    <a:pt x="527239" y="106526"/>
                  </a:lnTo>
                  <a:lnTo>
                    <a:pt x="527511" y="106295"/>
                  </a:lnTo>
                  <a:lnTo>
                    <a:pt x="527724" y="105631"/>
                  </a:lnTo>
                  <a:lnTo>
                    <a:pt x="527365" y="104739"/>
                  </a:lnTo>
                  <a:lnTo>
                    <a:pt x="527173" y="103964"/>
                  </a:lnTo>
                  <a:lnTo>
                    <a:pt x="529251" y="103341"/>
                  </a:lnTo>
                  <a:lnTo>
                    <a:pt x="531177" y="103007"/>
                  </a:lnTo>
                  <a:lnTo>
                    <a:pt x="532718" y="101988"/>
                  </a:lnTo>
                  <a:lnTo>
                    <a:pt x="533102" y="101318"/>
                  </a:lnTo>
                  <a:lnTo>
                    <a:pt x="533437" y="100201"/>
                  </a:lnTo>
                  <a:lnTo>
                    <a:pt x="532636" y="98447"/>
                  </a:lnTo>
                  <a:lnTo>
                    <a:pt x="531952" y="97140"/>
                  </a:lnTo>
                  <a:lnTo>
                    <a:pt x="529634" y="94035"/>
                  </a:lnTo>
                  <a:lnTo>
                    <a:pt x="527906" y="92430"/>
                  </a:lnTo>
                  <a:lnTo>
                    <a:pt x="528992" y="90027"/>
                  </a:lnTo>
                  <a:lnTo>
                    <a:pt x="530804" y="87354"/>
                  </a:lnTo>
                  <a:lnTo>
                    <a:pt x="531499" y="86702"/>
                  </a:lnTo>
                  <a:lnTo>
                    <a:pt x="531683" y="86293"/>
                  </a:lnTo>
                  <a:lnTo>
                    <a:pt x="531880" y="85585"/>
                  </a:lnTo>
                  <a:lnTo>
                    <a:pt x="531711" y="84812"/>
                  </a:lnTo>
                  <a:lnTo>
                    <a:pt x="531530" y="84336"/>
                  </a:lnTo>
                  <a:lnTo>
                    <a:pt x="529696" y="82333"/>
                  </a:lnTo>
                  <a:lnTo>
                    <a:pt x="528370" y="81675"/>
                  </a:lnTo>
                  <a:lnTo>
                    <a:pt x="524158" y="81283"/>
                  </a:lnTo>
                  <a:lnTo>
                    <a:pt x="523120" y="80970"/>
                  </a:lnTo>
                  <a:lnTo>
                    <a:pt x="520033" y="78925"/>
                  </a:lnTo>
                  <a:lnTo>
                    <a:pt x="519669" y="78461"/>
                  </a:lnTo>
                  <a:lnTo>
                    <a:pt x="518994" y="76982"/>
                  </a:lnTo>
                  <a:lnTo>
                    <a:pt x="518751" y="76614"/>
                  </a:lnTo>
                  <a:lnTo>
                    <a:pt x="517900" y="76225"/>
                  </a:lnTo>
                  <a:lnTo>
                    <a:pt x="515054" y="75372"/>
                  </a:lnTo>
                  <a:lnTo>
                    <a:pt x="513099" y="75022"/>
                  </a:lnTo>
                  <a:lnTo>
                    <a:pt x="510228" y="74922"/>
                  </a:lnTo>
                  <a:lnTo>
                    <a:pt x="508482" y="74491"/>
                  </a:lnTo>
                  <a:lnTo>
                    <a:pt x="505917" y="73117"/>
                  </a:lnTo>
                  <a:lnTo>
                    <a:pt x="505640" y="72675"/>
                  </a:lnTo>
                  <a:lnTo>
                    <a:pt x="504901" y="70891"/>
                  </a:lnTo>
                  <a:lnTo>
                    <a:pt x="504301" y="69996"/>
                  </a:lnTo>
                  <a:lnTo>
                    <a:pt x="504482" y="69338"/>
                  </a:lnTo>
                  <a:lnTo>
                    <a:pt x="505412" y="67921"/>
                  </a:lnTo>
                  <a:lnTo>
                    <a:pt x="506055" y="66688"/>
                  </a:lnTo>
                  <a:lnTo>
                    <a:pt x="505258" y="65627"/>
                  </a:lnTo>
                  <a:lnTo>
                    <a:pt x="504135" y="65294"/>
                  </a:lnTo>
                  <a:lnTo>
                    <a:pt x="502914" y="64779"/>
                  </a:lnTo>
                  <a:lnTo>
                    <a:pt x="502401" y="63814"/>
                  </a:lnTo>
                  <a:lnTo>
                    <a:pt x="502109" y="62755"/>
                  </a:lnTo>
                  <a:lnTo>
                    <a:pt x="502056" y="61940"/>
                  </a:lnTo>
                  <a:lnTo>
                    <a:pt x="501858" y="61002"/>
                  </a:lnTo>
                  <a:lnTo>
                    <a:pt x="502428" y="60209"/>
                  </a:lnTo>
                  <a:lnTo>
                    <a:pt x="503730" y="59368"/>
                  </a:lnTo>
                  <a:lnTo>
                    <a:pt x="503409" y="58796"/>
                  </a:lnTo>
                  <a:lnTo>
                    <a:pt x="503610" y="58051"/>
                  </a:lnTo>
                  <a:lnTo>
                    <a:pt x="511989" y="57047"/>
                  </a:lnTo>
                  <a:lnTo>
                    <a:pt x="515283" y="56790"/>
                  </a:lnTo>
                  <a:lnTo>
                    <a:pt x="531628" y="56683"/>
                  </a:lnTo>
                  <a:lnTo>
                    <a:pt x="532785" y="56405"/>
                  </a:lnTo>
                  <a:lnTo>
                    <a:pt x="539884" y="55909"/>
                  </a:lnTo>
                  <a:lnTo>
                    <a:pt x="542917" y="55340"/>
                  </a:lnTo>
                  <a:lnTo>
                    <a:pt x="546129" y="55944"/>
                  </a:lnTo>
                  <a:lnTo>
                    <a:pt x="547294" y="55916"/>
                  </a:lnTo>
                  <a:lnTo>
                    <a:pt x="549638" y="55733"/>
                  </a:lnTo>
                  <a:lnTo>
                    <a:pt x="551181" y="54520"/>
                  </a:lnTo>
                  <a:lnTo>
                    <a:pt x="554661" y="54027"/>
                  </a:lnTo>
                  <a:lnTo>
                    <a:pt x="560452" y="53506"/>
                  </a:lnTo>
                  <a:lnTo>
                    <a:pt x="563305" y="53606"/>
                  </a:lnTo>
                  <a:lnTo>
                    <a:pt x="563952" y="53974"/>
                  </a:lnTo>
                  <a:lnTo>
                    <a:pt x="564597" y="54484"/>
                  </a:lnTo>
                  <a:lnTo>
                    <a:pt x="561458" y="55981"/>
                  </a:lnTo>
                  <a:lnTo>
                    <a:pt x="558319" y="57335"/>
                  </a:lnTo>
                  <a:lnTo>
                    <a:pt x="555748" y="57913"/>
                  </a:lnTo>
                  <a:lnTo>
                    <a:pt x="553221" y="59106"/>
                  </a:lnTo>
                  <a:lnTo>
                    <a:pt x="552970" y="59578"/>
                  </a:lnTo>
                  <a:lnTo>
                    <a:pt x="552895" y="59866"/>
                  </a:lnTo>
                  <a:lnTo>
                    <a:pt x="552988" y="60795"/>
                  </a:lnTo>
                  <a:lnTo>
                    <a:pt x="553137" y="61419"/>
                  </a:lnTo>
                  <a:lnTo>
                    <a:pt x="555786" y="62177"/>
                  </a:lnTo>
                  <a:lnTo>
                    <a:pt x="557770" y="63249"/>
                  </a:lnTo>
                  <a:lnTo>
                    <a:pt x="559723" y="64020"/>
                  </a:lnTo>
                  <a:lnTo>
                    <a:pt x="561263" y="64490"/>
                  </a:lnTo>
                  <a:lnTo>
                    <a:pt x="561622" y="64224"/>
                  </a:lnTo>
                  <a:lnTo>
                    <a:pt x="556008" y="61701"/>
                  </a:lnTo>
                  <a:lnTo>
                    <a:pt x="554581" y="61139"/>
                  </a:lnTo>
                  <a:lnTo>
                    <a:pt x="554006" y="60534"/>
                  </a:lnTo>
                  <a:lnTo>
                    <a:pt x="554280" y="59612"/>
                  </a:lnTo>
                  <a:lnTo>
                    <a:pt x="554847" y="59203"/>
                  </a:lnTo>
                  <a:lnTo>
                    <a:pt x="555731" y="58739"/>
                  </a:lnTo>
                  <a:lnTo>
                    <a:pt x="556324" y="58522"/>
                  </a:lnTo>
                  <a:lnTo>
                    <a:pt x="558417" y="58045"/>
                  </a:lnTo>
                  <a:lnTo>
                    <a:pt x="565454" y="57401"/>
                  </a:lnTo>
                  <a:lnTo>
                    <a:pt x="567104" y="56151"/>
                  </a:lnTo>
                  <a:lnTo>
                    <a:pt x="567814" y="55436"/>
                  </a:lnTo>
                  <a:lnTo>
                    <a:pt x="569722" y="54671"/>
                  </a:lnTo>
                  <a:lnTo>
                    <a:pt x="569079" y="54368"/>
                  </a:lnTo>
                  <a:lnTo>
                    <a:pt x="567511" y="54179"/>
                  </a:lnTo>
                  <a:lnTo>
                    <a:pt x="566302" y="53724"/>
                  </a:lnTo>
                  <a:lnTo>
                    <a:pt x="561452" y="49307"/>
                  </a:lnTo>
                  <a:lnTo>
                    <a:pt x="560260" y="48632"/>
                  </a:lnTo>
                  <a:lnTo>
                    <a:pt x="556540" y="48135"/>
                  </a:lnTo>
                  <a:lnTo>
                    <a:pt x="554870" y="47624"/>
                  </a:lnTo>
                  <a:lnTo>
                    <a:pt x="556588" y="46131"/>
                  </a:lnTo>
                  <a:lnTo>
                    <a:pt x="558602" y="45754"/>
                  </a:lnTo>
                  <a:lnTo>
                    <a:pt x="559952" y="45835"/>
                  </a:lnTo>
                  <a:lnTo>
                    <a:pt x="561146" y="46254"/>
                  </a:lnTo>
                  <a:lnTo>
                    <a:pt x="563353" y="47494"/>
                  </a:lnTo>
                  <a:lnTo>
                    <a:pt x="566491" y="46956"/>
                  </a:lnTo>
                  <a:lnTo>
                    <a:pt x="565322" y="46403"/>
                  </a:lnTo>
                  <a:lnTo>
                    <a:pt x="563317" y="45759"/>
                  </a:lnTo>
                  <a:lnTo>
                    <a:pt x="561481" y="44744"/>
                  </a:lnTo>
                  <a:lnTo>
                    <a:pt x="558885" y="43865"/>
                  </a:lnTo>
                  <a:lnTo>
                    <a:pt x="555956" y="43265"/>
                  </a:lnTo>
                  <a:lnTo>
                    <a:pt x="552880" y="43034"/>
                  </a:lnTo>
                  <a:lnTo>
                    <a:pt x="553729" y="41707"/>
                  </a:lnTo>
                  <a:lnTo>
                    <a:pt x="555414" y="41874"/>
                  </a:lnTo>
                  <a:lnTo>
                    <a:pt x="555988" y="41467"/>
                  </a:lnTo>
                  <a:lnTo>
                    <a:pt x="556761" y="40647"/>
                  </a:lnTo>
                  <a:lnTo>
                    <a:pt x="561021" y="42513"/>
                  </a:lnTo>
                  <a:lnTo>
                    <a:pt x="563021" y="42019"/>
                  </a:lnTo>
                  <a:lnTo>
                    <a:pt x="564714" y="41168"/>
                  </a:lnTo>
                  <a:lnTo>
                    <a:pt x="568285" y="38908"/>
                  </a:lnTo>
                  <a:lnTo>
                    <a:pt x="568742" y="37899"/>
                  </a:lnTo>
                  <a:lnTo>
                    <a:pt x="567037" y="37351"/>
                  </a:lnTo>
                  <a:lnTo>
                    <a:pt x="565649" y="37076"/>
                  </a:lnTo>
                  <a:lnTo>
                    <a:pt x="563741" y="37134"/>
                  </a:lnTo>
                  <a:lnTo>
                    <a:pt x="563577" y="36511"/>
                  </a:lnTo>
                  <a:lnTo>
                    <a:pt x="564374" y="35715"/>
                  </a:lnTo>
                  <a:lnTo>
                    <a:pt x="565934" y="35409"/>
                  </a:lnTo>
                  <a:lnTo>
                    <a:pt x="570670" y="36276"/>
                  </a:lnTo>
                  <a:lnTo>
                    <a:pt x="578544" y="34032"/>
                  </a:lnTo>
                  <a:lnTo>
                    <a:pt x="580715" y="32934"/>
                  </a:lnTo>
                  <a:lnTo>
                    <a:pt x="586175" y="31527"/>
                  </a:lnTo>
                  <a:lnTo>
                    <a:pt x="588870" y="31692"/>
                  </a:lnTo>
                  <a:lnTo>
                    <a:pt x="594450" y="29840"/>
                  </a:lnTo>
                  <a:lnTo>
                    <a:pt x="602206" y="29024"/>
                  </a:lnTo>
                  <a:lnTo>
                    <a:pt x="606698" y="29022"/>
                  </a:lnTo>
                  <a:lnTo>
                    <a:pt x="610160" y="27990"/>
                  </a:lnTo>
                  <a:lnTo>
                    <a:pt x="615478" y="27628"/>
                  </a:lnTo>
                  <a:lnTo>
                    <a:pt x="617323" y="27217"/>
                  </a:lnTo>
                  <a:lnTo>
                    <a:pt x="626284" y="26171"/>
                  </a:lnTo>
                  <a:lnTo>
                    <a:pt x="631255" y="25351"/>
                  </a:lnTo>
                  <a:lnTo>
                    <a:pt x="632023" y="24705"/>
                  </a:lnTo>
                  <a:lnTo>
                    <a:pt x="627583" y="25230"/>
                  </a:lnTo>
                  <a:lnTo>
                    <a:pt x="626514" y="24745"/>
                  </a:lnTo>
                  <a:lnTo>
                    <a:pt x="625581" y="25072"/>
                  </a:lnTo>
                  <a:lnTo>
                    <a:pt x="624924" y="25513"/>
                  </a:lnTo>
                  <a:lnTo>
                    <a:pt x="622768" y="24708"/>
                  </a:lnTo>
                  <a:lnTo>
                    <a:pt x="622183" y="24908"/>
                  </a:lnTo>
                  <a:lnTo>
                    <a:pt x="621732" y="25352"/>
                  </a:lnTo>
                  <a:lnTo>
                    <a:pt x="620956" y="25493"/>
                  </a:lnTo>
                  <a:lnTo>
                    <a:pt x="620046" y="25392"/>
                  </a:lnTo>
                  <a:lnTo>
                    <a:pt x="619745" y="24422"/>
                  </a:lnTo>
                  <a:lnTo>
                    <a:pt x="620814" y="23088"/>
                  </a:lnTo>
                  <a:lnTo>
                    <a:pt x="622075" y="23776"/>
                  </a:lnTo>
                  <a:lnTo>
                    <a:pt x="623536" y="22758"/>
                  </a:lnTo>
                  <a:lnTo>
                    <a:pt x="624485" y="22731"/>
                  </a:lnTo>
                  <a:lnTo>
                    <a:pt x="627218" y="23381"/>
                  </a:lnTo>
                  <a:lnTo>
                    <a:pt x="629057" y="22723"/>
                  </a:lnTo>
                  <a:lnTo>
                    <a:pt x="631512" y="22412"/>
                  </a:lnTo>
                  <a:lnTo>
                    <a:pt x="634217" y="22702"/>
                  </a:lnTo>
                  <a:lnTo>
                    <a:pt x="635338" y="22630"/>
                  </a:lnTo>
                  <a:lnTo>
                    <a:pt x="635989" y="22019"/>
                  </a:lnTo>
                  <a:lnTo>
                    <a:pt x="640368" y="22552"/>
                  </a:lnTo>
                  <a:lnTo>
                    <a:pt x="643404" y="22189"/>
                  </a:lnTo>
                  <a:lnTo>
                    <a:pt x="645480" y="22221"/>
                  </a:lnTo>
                  <a:lnTo>
                    <a:pt x="648708" y="22558"/>
                  </a:lnTo>
                  <a:lnTo>
                    <a:pt x="650179" y="22992"/>
                  </a:lnTo>
                  <a:lnTo>
                    <a:pt x="649333" y="24001"/>
                  </a:lnTo>
                  <a:lnTo>
                    <a:pt x="646185" y="25640"/>
                  </a:lnTo>
                  <a:lnTo>
                    <a:pt x="647042" y="25917"/>
                  </a:lnTo>
                  <a:lnTo>
                    <a:pt x="648848" y="25168"/>
                  </a:lnTo>
                  <a:lnTo>
                    <a:pt x="654277" y="24058"/>
                  </a:lnTo>
                  <a:lnTo>
                    <a:pt x="655147" y="24277"/>
                  </a:lnTo>
                  <a:lnTo>
                    <a:pt x="654552" y="25229"/>
                  </a:lnTo>
                  <a:lnTo>
                    <a:pt x="654168" y="25653"/>
                  </a:lnTo>
                  <a:lnTo>
                    <a:pt x="657783" y="25098"/>
                  </a:lnTo>
                  <a:lnTo>
                    <a:pt x="660870" y="23875"/>
                  </a:lnTo>
                  <a:lnTo>
                    <a:pt x="662244" y="23670"/>
                  </a:lnTo>
                  <a:lnTo>
                    <a:pt x="663649" y="24412"/>
                  </a:lnTo>
                  <a:lnTo>
                    <a:pt x="664959" y="23731"/>
                  </a:lnTo>
                  <a:lnTo>
                    <a:pt x="665263" y="23048"/>
                  </a:lnTo>
                  <a:lnTo>
                    <a:pt x="667614" y="22899"/>
                  </a:lnTo>
                  <a:lnTo>
                    <a:pt x="668576" y="22271"/>
                  </a:lnTo>
                  <a:lnTo>
                    <a:pt x="670228" y="21815"/>
                  </a:lnTo>
                  <a:lnTo>
                    <a:pt x="671622" y="21617"/>
                  </a:lnTo>
                  <a:lnTo>
                    <a:pt x="674650" y="20751"/>
                  </a:lnTo>
                  <a:lnTo>
                    <a:pt x="675684" y="21011"/>
                  </a:lnTo>
                  <a:lnTo>
                    <a:pt x="677703" y="21241"/>
                  </a:lnTo>
                  <a:lnTo>
                    <a:pt x="679620" y="21658"/>
                  </a:lnTo>
                  <a:lnTo>
                    <a:pt x="683171" y="22611"/>
                  </a:lnTo>
                  <a:lnTo>
                    <a:pt x="683672" y="22988"/>
                  </a:lnTo>
                  <a:lnTo>
                    <a:pt x="684122" y="23048"/>
                  </a:lnTo>
                  <a:lnTo>
                    <a:pt x="685136" y="23735"/>
                  </a:lnTo>
                  <a:lnTo>
                    <a:pt x="684369" y="24745"/>
                  </a:lnTo>
                  <a:lnTo>
                    <a:pt x="683546" y="26199"/>
                  </a:lnTo>
                  <a:lnTo>
                    <a:pt x="682031" y="26881"/>
                  </a:lnTo>
                  <a:lnTo>
                    <a:pt x="682963" y="26945"/>
                  </a:lnTo>
                  <a:lnTo>
                    <a:pt x="683613" y="26768"/>
                  </a:lnTo>
                  <a:lnTo>
                    <a:pt x="684825" y="25800"/>
                  </a:lnTo>
                  <a:lnTo>
                    <a:pt x="685902" y="25108"/>
                  </a:lnTo>
                  <a:lnTo>
                    <a:pt x="685657" y="22240"/>
                  </a:lnTo>
                  <a:lnTo>
                    <a:pt x="683683" y="20786"/>
                  </a:lnTo>
                  <a:lnTo>
                    <a:pt x="682206" y="20299"/>
                  </a:lnTo>
                  <a:lnTo>
                    <a:pt x="678736" y="18775"/>
                  </a:lnTo>
                  <a:lnTo>
                    <a:pt x="677559" y="18127"/>
                  </a:lnTo>
                  <a:lnTo>
                    <a:pt x="676009" y="17432"/>
                  </a:lnTo>
                  <a:lnTo>
                    <a:pt x="676612" y="17028"/>
                  </a:lnTo>
                  <a:lnTo>
                    <a:pt x="683300" y="17560"/>
                  </a:lnTo>
                  <a:lnTo>
                    <a:pt x="686701" y="17303"/>
                  </a:lnTo>
                  <a:lnTo>
                    <a:pt x="690358" y="17453"/>
                  </a:lnTo>
                  <a:lnTo>
                    <a:pt x="695291" y="16811"/>
                  </a:lnTo>
                  <a:lnTo>
                    <a:pt x="697344" y="17479"/>
                  </a:lnTo>
                  <a:lnTo>
                    <a:pt x="699709" y="17456"/>
                  </a:lnTo>
                  <a:lnTo>
                    <a:pt x="702425" y="18010"/>
                  </a:lnTo>
                  <a:lnTo>
                    <a:pt x="703239" y="17364"/>
                  </a:lnTo>
                  <a:lnTo>
                    <a:pt x="698784" y="16664"/>
                  </a:lnTo>
                  <a:lnTo>
                    <a:pt x="696794" y="16736"/>
                  </a:lnTo>
                  <a:lnTo>
                    <a:pt x="696088" y="16371"/>
                  </a:lnTo>
                  <a:lnTo>
                    <a:pt x="696828" y="15557"/>
                  </a:lnTo>
                  <a:lnTo>
                    <a:pt x="697709" y="14317"/>
                  </a:lnTo>
                  <a:lnTo>
                    <a:pt x="696847" y="13238"/>
                  </a:lnTo>
                  <a:lnTo>
                    <a:pt x="696016" y="12664"/>
                  </a:lnTo>
                  <a:lnTo>
                    <a:pt x="695879" y="11573"/>
                  </a:lnTo>
                  <a:lnTo>
                    <a:pt x="696674" y="10321"/>
                  </a:lnTo>
                  <a:lnTo>
                    <a:pt x="698527" y="9790"/>
                  </a:lnTo>
                  <a:lnTo>
                    <a:pt x="699540" y="8771"/>
                  </a:lnTo>
                  <a:lnTo>
                    <a:pt x="701667" y="7425"/>
                  </a:lnTo>
                  <a:lnTo>
                    <a:pt x="712003" y="3095"/>
                  </a:lnTo>
                  <a:lnTo>
                    <a:pt x="716934" y="1450"/>
                  </a:lnTo>
                  <a:lnTo>
                    <a:pt x="718825" y="1247"/>
                  </a:lnTo>
                  <a:lnTo>
                    <a:pt x="720996" y="1374"/>
                  </a:lnTo>
                  <a:lnTo>
                    <a:pt x="725289" y="0"/>
                  </a:lnTo>
                  <a:lnTo>
                    <a:pt x="726901" y="0"/>
                  </a:lnTo>
                  <a:lnTo>
                    <a:pt x="732855" y="1093"/>
                  </a:lnTo>
                  <a:lnTo>
                    <a:pt x="734284" y="1893"/>
                  </a:lnTo>
                  <a:lnTo>
                    <a:pt x="737536" y="2528"/>
                  </a:lnTo>
                  <a:lnTo>
                    <a:pt x="741332" y="2862"/>
                  </a:lnTo>
                  <a:lnTo>
                    <a:pt x="743076" y="3369"/>
                  </a:lnTo>
                  <a:lnTo>
                    <a:pt x="743916" y="3945"/>
                  </a:lnTo>
                  <a:lnTo>
                    <a:pt x="744637" y="4741"/>
                  </a:lnTo>
                  <a:lnTo>
                    <a:pt x="741558" y="5278"/>
                  </a:lnTo>
                  <a:lnTo>
                    <a:pt x="738251" y="6871"/>
                  </a:lnTo>
                  <a:lnTo>
                    <a:pt x="733779" y="7751"/>
                  </a:lnTo>
                  <a:lnTo>
                    <a:pt x="728214" y="8338"/>
                  </a:lnTo>
                  <a:lnTo>
                    <a:pt x="727067" y="8768"/>
                  </a:lnTo>
                  <a:lnTo>
                    <a:pt x="737642" y="8900"/>
                  </a:lnTo>
                  <a:lnTo>
                    <a:pt x="740723" y="8784"/>
                  </a:lnTo>
                  <a:lnTo>
                    <a:pt x="741349" y="10168"/>
                  </a:lnTo>
                  <a:lnTo>
                    <a:pt x="742391" y="10223"/>
                  </a:lnTo>
                  <a:lnTo>
                    <a:pt x="745449" y="9556"/>
                  </a:lnTo>
                  <a:lnTo>
                    <a:pt x="747277" y="9521"/>
                  </a:lnTo>
                  <a:lnTo>
                    <a:pt x="750744" y="9996"/>
                  </a:lnTo>
                  <a:lnTo>
                    <a:pt x="751488" y="9745"/>
                  </a:lnTo>
                  <a:lnTo>
                    <a:pt x="752982" y="9708"/>
                  </a:lnTo>
                  <a:lnTo>
                    <a:pt x="756173" y="10314"/>
                  </a:lnTo>
                  <a:lnTo>
                    <a:pt x="757600" y="11212"/>
                  </a:lnTo>
                  <a:lnTo>
                    <a:pt x="755334" y="12670"/>
                  </a:lnTo>
                  <a:lnTo>
                    <a:pt x="752975" y="13947"/>
                  </a:lnTo>
                  <a:lnTo>
                    <a:pt x="750117" y="16138"/>
                  </a:lnTo>
                  <a:lnTo>
                    <a:pt x="749234" y="15958"/>
                  </a:lnTo>
                  <a:lnTo>
                    <a:pt x="747713" y="15914"/>
                  </a:lnTo>
                  <a:lnTo>
                    <a:pt x="747986" y="16991"/>
                  </a:lnTo>
                  <a:lnTo>
                    <a:pt x="750537" y="16957"/>
                  </a:lnTo>
                  <a:lnTo>
                    <a:pt x="751882" y="17440"/>
                  </a:lnTo>
                  <a:lnTo>
                    <a:pt x="755026" y="16826"/>
                  </a:lnTo>
                  <a:lnTo>
                    <a:pt x="759440" y="17021"/>
                  </a:lnTo>
                  <a:lnTo>
                    <a:pt x="760366" y="16851"/>
                  </a:lnTo>
                  <a:lnTo>
                    <a:pt x="762070" y="16190"/>
                  </a:lnTo>
                  <a:lnTo>
                    <a:pt x="762521" y="14921"/>
                  </a:lnTo>
                  <a:lnTo>
                    <a:pt x="763259" y="14115"/>
                  </a:lnTo>
                  <a:lnTo>
                    <a:pt x="764713" y="13844"/>
                  </a:lnTo>
                  <a:lnTo>
                    <a:pt x="766326" y="14100"/>
                  </a:lnTo>
                  <a:lnTo>
                    <a:pt x="769035" y="14092"/>
                  </a:lnTo>
                  <a:lnTo>
                    <a:pt x="775950" y="13686"/>
                  </a:lnTo>
                  <a:lnTo>
                    <a:pt x="781738" y="14207"/>
                  </a:lnTo>
                  <a:lnTo>
                    <a:pt x="786377" y="13558"/>
                  </a:lnTo>
                  <a:lnTo>
                    <a:pt x="792464" y="14051"/>
                  </a:lnTo>
                  <a:lnTo>
                    <a:pt x="795091" y="14558"/>
                  </a:lnTo>
                  <a:lnTo>
                    <a:pt x="797059" y="15456"/>
                  </a:lnTo>
                  <a:lnTo>
                    <a:pt x="798815" y="15717"/>
                  </a:lnTo>
                  <a:lnTo>
                    <a:pt x="800258" y="16417"/>
                  </a:lnTo>
                  <a:lnTo>
                    <a:pt x="801727" y="17436"/>
                  </a:lnTo>
                  <a:lnTo>
                    <a:pt x="800997" y="18270"/>
                  </a:lnTo>
                  <a:lnTo>
                    <a:pt x="800296" y="18829"/>
                  </a:lnTo>
                  <a:lnTo>
                    <a:pt x="802189" y="18222"/>
                  </a:lnTo>
                  <a:lnTo>
                    <a:pt x="803649" y="18073"/>
                  </a:lnTo>
                  <a:lnTo>
                    <a:pt x="804748" y="18441"/>
                  </a:lnTo>
                  <a:lnTo>
                    <a:pt x="806699" y="18786"/>
                  </a:lnTo>
                  <a:lnTo>
                    <a:pt x="807311" y="21083"/>
                  </a:lnTo>
                  <a:lnTo>
                    <a:pt x="807864" y="21529"/>
                  </a:lnTo>
                  <a:lnTo>
                    <a:pt x="808392" y="22328"/>
                  </a:lnTo>
                  <a:lnTo>
                    <a:pt x="807668" y="23059"/>
                  </a:lnTo>
                  <a:lnTo>
                    <a:pt x="807047" y="23389"/>
                  </a:lnTo>
                  <a:lnTo>
                    <a:pt x="808586" y="23319"/>
                  </a:lnTo>
                  <a:lnTo>
                    <a:pt x="810741" y="22544"/>
                  </a:lnTo>
                  <a:lnTo>
                    <a:pt x="811189" y="22282"/>
                  </a:lnTo>
                  <a:lnTo>
                    <a:pt x="811722" y="21702"/>
                  </a:lnTo>
                  <a:lnTo>
                    <a:pt x="810924" y="21134"/>
                  </a:lnTo>
                  <a:lnTo>
                    <a:pt x="810185" y="20792"/>
                  </a:lnTo>
                  <a:lnTo>
                    <a:pt x="811113" y="20536"/>
                  </a:lnTo>
                  <a:lnTo>
                    <a:pt x="812879" y="20626"/>
                  </a:lnTo>
                  <a:lnTo>
                    <a:pt x="813757" y="21641"/>
                  </a:lnTo>
                  <a:lnTo>
                    <a:pt x="814346" y="22572"/>
                  </a:lnTo>
                  <a:lnTo>
                    <a:pt x="815634" y="25647"/>
                  </a:lnTo>
                  <a:lnTo>
                    <a:pt x="818409" y="25234"/>
                  </a:lnTo>
                  <a:lnTo>
                    <a:pt x="818539" y="26144"/>
                  </a:lnTo>
                  <a:lnTo>
                    <a:pt x="817383" y="28253"/>
                  </a:lnTo>
                  <a:lnTo>
                    <a:pt x="816164" y="29817"/>
                  </a:lnTo>
                  <a:lnTo>
                    <a:pt x="815669" y="30156"/>
                  </a:lnTo>
                  <a:lnTo>
                    <a:pt x="814896" y="30218"/>
                  </a:lnTo>
                  <a:lnTo>
                    <a:pt x="815192" y="29410"/>
                  </a:lnTo>
                  <a:lnTo>
                    <a:pt x="814737" y="28924"/>
                  </a:lnTo>
                  <a:lnTo>
                    <a:pt x="814004" y="28629"/>
                  </a:lnTo>
                  <a:lnTo>
                    <a:pt x="811494" y="28339"/>
                  </a:lnTo>
                  <a:lnTo>
                    <a:pt x="806791" y="26432"/>
                  </a:lnTo>
                  <a:lnTo>
                    <a:pt x="805537" y="26229"/>
                  </a:lnTo>
                  <a:lnTo>
                    <a:pt x="805248" y="26317"/>
                  </a:lnTo>
                  <a:lnTo>
                    <a:pt x="805124" y="26505"/>
                  </a:lnTo>
                  <a:lnTo>
                    <a:pt x="807741" y="27795"/>
                  </a:lnTo>
                  <a:lnTo>
                    <a:pt x="809880" y="30107"/>
                  </a:lnTo>
                  <a:lnTo>
                    <a:pt x="811827" y="29429"/>
                  </a:lnTo>
                  <a:lnTo>
                    <a:pt x="812598" y="29556"/>
                  </a:lnTo>
                  <a:lnTo>
                    <a:pt x="813669" y="30632"/>
                  </a:lnTo>
                  <a:lnTo>
                    <a:pt x="815587" y="31081"/>
                  </a:lnTo>
                  <a:lnTo>
                    <a:pt x="817169" y="31798"/>
                  </a:lnTo>
                  <a:lnTo>
                    <a:pt x="816104" y="33997"/>
                  </a:lnTo>
                  <a:lnTo>
                    <a:pt x="809588" y="37874"/>
                  </a:lnTo>
                  <a:lnTo>
                    <a:pt x="802655" y="40132"/>
                  </a:lnTo>
                  <a:lnTo>
                    <a:pt x="799592" y="41710"/>
                  </a:lnTo>
                  <a:lnTo>
                    <a:pt x="794206" y="42848"/>
                  </a:lnTo>
                  <a:lnTo>
                    <a:pt x="790363" y="44387"/>
                  </a:lnTo>
                  <a:lnTo>
                    <a:pt x="785450" y="45531"/>
                  </a:lnTo>
                  <a:lnTo>
                    <a:pt x="784054" y="46750"/>
                  </a:lnTo>
                  <a:lnTo>
                    <a:pt x="780406" y="47541"/>
                  </a:lnTo>
                  <a:lnTo>
                    <a:pt x="780653" y="47944"/>
                  </a:lnTo>
                  <a:lnTo>
                    <a:pt x="781078" y="48387"/>
                  </a:lnTo>
                  <a:lnTo>
                    <a:pt x="780629" y="49118"/>
                  </a:lnTo>
                  <a:lnTo>
                    <a:pt x="780121" y="49672"/>
                  </a:lnTo>
                  <a:lnTo>
                    <a:pt x="777289" y="50793"/>
                  </a:lnTo>
                  <a:lnTo>
                    <a:pt x="773165" y="51581"/>
                  </a:lnTo>
                  <a:lnTo>
                    <a:pt x="764883" y="56298"/>
                  </a:lnTo>
                  <a:lnTo>
                    <a:pt x="760776" y="57262"/>
                  </a:lnTo>
                  <a:lnTo>
                    <a:pt x="756099" y="57317"/>
                  </a:lnTo>
                  <a:lnTo>
                    <a:pt x="755114" y="57759"/>
                  </a:lnTo>
                  <a:lnTo>
                    <a:pt x="751587" y="60726"/>
                  </a:lnTo>
                  <a:lnTo>
                    <a:pt x="750501" y="61367"/>
                  </a:lnTo>
                  <a:lnTo>
                    <a:pt x="745858" y="61683"/>
                  </a:lnTo>
                  <a:lnTo>
                    <a:pt x="741019" y="66548"/>
                  </a:lnTo>
                  <a:lnTo>
                    <a:pt x="738328" y="68197"/>
                  </a:lnTo>
                  <a:lnTo>
                    <a:pt x="735974" y="69089"/>
                  </a:lnTo>
                  <a:lnTo>
                    <a:pt x="738423" y="68909"/>
                  </a:lnTo>
                  <a:lnTo>
                    <a:pt x="741313" y="68258"/>
                  </a:lnTo>
                  <a:lnTo>
                    <a:pt x="744704" y="66679"/>
                  </a:lnTo>
                  <a:lnTo>
                    <a:pt x="745583" y="65952"/>
                  </a:lnTo>
                  <a:lnTo>
                    <a:pt x="746049" y="65135"/>
                  </a:lnTo>
                  <a:lnTo>
                    <a:pt x="747054" y="64495"/>
                  </a:lnTo>
                  <a:lnTo>
                    <a:pt x="748595" y="64035"/>
                  </a:lnTo>
                  <a:lnTo>
                    <a:pt x="754563" y="63507"/>
                  </a:lnTo>
                  <a:lnTo>
                    <a:pt x="757023" y="63704"/>
                  </a:lnTo>
                  <a:lnTo>
                    <a:pt x="760633" y="63565"/>
                  </a:lnTo>
                  <a:lnTo>
                    <a:pt x="763007" y="62693"/>
                  </a:lnTo>
                  <a:lnTo>
                    <a:pt x="764423" y="62382"/>
                  </a:lnTo>
                  <a:lnTo>
                    <a:pt x="765695" y="62271"/>
                  </a:lnTo>
                  <a:lnTo>
                    <a:pt x="766320" y="61653"/>
                  </a:lnTo>
                  <a:lnTo>
                    <a:pt x="768439" y="61530"/>
                  </a:lnTo>
                  <a:lnTo>
                    <a:pt x="773307" y="60701"/>
                  </a:lnTo>
                  <a:lnTo>
                    <a:pt x="774023" y="60406"/>
                  </a:lnTo>
                  <a:lnTo>
                    <a:pt x="775588" y="59181"/>
                  </a:lnTo>
                  <a:lnTo>
                    <a:pt x="778483" y="59647"/>
                  </a:lnTo>
                  <a:lnTo>
                    <a:pt x="780547" y="59390"/>
                  </a:lnTo>
                  <a:lnTo>
                    <a:pt x="785972" y="57208"/>
                  </a:lnTo>
                  <a:lnTo>
                    <a:pt x="789233" y="56367"/>
                  </a:lnTo>
                  <a:lnTo>
                    <a:pt x="790130" y="55788"/>
                  </a:lnTo>
                  <a:lnTo>
                    <a:pt x="789478" y="55382"/>
                  </a:lnTo>
                  <a:lnTo>
                    <a:pt x="788751" y="55101"/>
                  </a:lnTo>
                  <a:lnTo>
                    <a:pt x="785590" y="55853"/>
                  </a:lnTo>
                  <a:lnTo>
                    <a:pt x="782779" y="56097"/>
                  </a:lnTo>
                  <a:lnTo>
                    <a:pt x="779577" y="55901"/>
                  </a:lnTo>
                  <a:lnTo>
                    <a:pt x="779142" y="55606"/>
                  </a:lnTo>
                  <a:lnTo>
                    <a:pt x="778753" y="54818"/>
                  </a:lnTo>
                  <a:lnTo>
                    <a:pt x="779780" y="53688"/>
                  </a:lnTo>
                  <a:lnTo>
                    <a:pt x="780679" y="52999"/>
                  </a:lnTo>
                  <a:lnTo>
                    <a:pt x="782710" y="52110"/>
                  </a:lnTo>
                  <a:lnTo>
                    <a:pt x="784390" y="51788"/>
                  </a:lnTo>
                  <a:lnTo>
                    <a:pt x="790622" y="52758"/>
                  </a:lnTo>
                  <a:lnTo>
                    <a:pt x="791910" y="52878"/>
                  </a:lnTo>
                  <a:lnTo>
                    <a:pt x="792615" y="51295"/>
                  </a:lnTo>
                  <a:lnTo>
                    <a:pt x="794607" y="51371"/>
                  </a:lnTo>
                  <a:lnTo>
                    <a:pt x="796586" y="51634"/>
                  </a:lnTo>
                  <a:lnTo>
                    <a:pt x="795729" y="51964"/>
                  </a:lnTo>
                  <a:lnTo>
                    <a:pt x="793536" y="52470"/>
                  </a:lnTo>
                  <a:lnTo>
                    <a:pt x="794211" y="53638"/>
                  </a:lnTo>
                  <a:lnTo>
                    <a:pt x="795165" y="54434"/>
                  </a:lnTo>
                  <a:lnTo>
                    <a:pt x="798981" y="55585"/>
                  </a:lnTo>
                  <a:lnTo>
                    <a:pt x="802231" y="56091"/>
                  </a:lnTo>
                  <a:lnTo>
                    <a:pt x="804622" y="56061"/>
                  </a:lnTo>
                  <a:lnTo>
                    <a:pt x="808363" y="55573"/>
                  </a:lnTo>
                  <a:lnTo>
                    <a:pt x="808936" y="55224"/>
                  </a:lnTo>
                  <a:lnTo>
                    <a:pt x="809728" y="54324"/>
                  </a:lnTo>
                  <a:lnTo>
                    <a:pt x="808747" y="52561"/>
                  </a:lnTo>
                  <a:lnTo>
                    <a:pt x="809684" y="52789"/>
                  </a:lnTo>
                  <a:lnTo>
                    <a:pt x="810609" y="53233"/>
                  </a:lnTo>
                  <a:lnTo>
                    <a:pt x="812016" y="54300"/>
                  </a:lnTo>
                  <a:lnTo>
                    <a:pt x="813391" y="56112"/>
                  </a:lnTo>
                  <a:lnTo>
                    <a:pt x="814237" y="56947"/>
                  </a:lnTo>
                  <a:lnTo>
                    <a:pt x="813747" y="57851"/>
                  </a:lnTo>
                  <a:lnTo>
                    <a:pt x="811784" y="59569"/>
                  </a:lnTo>
                  <a:lnTo>
                    <a:pt x="812919" y="60519"/>
                  </a:lnTo>
                  <a:lnTo>
                    <a:pt x="814943" y="61152"/>
                  </a:lnTo>
                  <a:lnTo>
                    <a:pt x="814912" y="63955"/>
                  </a:lnTo>
                  <a:lnTo>
                    <a:pt x="814789" y="65312"/>
                  </a:lnTo>
                  <a:lnTo>
                    <a:pt x="813793" y="66790"/>
                  </a:lnTo>
                  <a:lnTo>
                    <a:pt x="812639" y="67413"/>
                  </a:lnTo>
                  <a:lnTo>
                    <a:pt x="811508" y="68341"/>
                  </a:lnTo>
                  <a:lnTo>
                    <a:pt x="811796" y="69195"/>
                  </a:lnTo>
                  <a:lnTo>
                    <a:pt x="812060" y="69743"/>
                  </a:lnTo>
                  <a:lnTo>
                    <a:pt x="813253" y="70758"/>
                  </a:lnTo>
                  <a:lnTo>
                    <a:pt x="816586" y="71077"/>
                  </a:lnTo>
                  <a:lnTo>
                    <a:pt x="817034" y="70803"/>
                  </a:lnTo>
                  <a:lnTo>
                    <a:pt x="816260" y="70483"/>
                  </a:lnTo>
                  <a:lnTo>
                    <a:pt x="814002" y="70010"/>
                  </a:lnTo>
                  <a:lnTo>
                    <a:pt x="813120" y="69622"/>
                  </a:lnTo>
                  <a:lnTo>
                    <a:pt x="812338" y="68687"/>
                  </a:lnTo>
                  <a:lnTo>
                    <a:pt x="813246" y="67677"/>
                  </a:lnTo>
                  <a:lnTo>
                    <a:pt x="814249" y="66925"/>
                  </a:lnTo>
                  <a:lnTo>
                    <a:pt x="815434" y="65222"/>
                  </a:lnTo>
                  <a:lnTo>
                    <a:pt x="815800" y="63996"/>
                  </a:lnTo>
                  <a:lnTo>
                    <a:pt x="815587" y="62735"/>
                  </a:lnTo>
                  <a:lnTo>
                    <a:pt x="816346" y="62164"/>
                  </a:lnTo>
                  <a:lnTo>
                    <a:pt x="817539" y="61544"/>
                  </a:lnTo>
                  <a:lnTo>
                    <a:pt x="818145" y="61425"/>
                  </a:lnTo>
                  <a:lnTo>
                    <a:pt x="818683" y="61156"/>
                  </a:lnTo>
                  <a:lnTo>
                    <a:pt x="817821" y="60855"/>
                  </a:lnTo>
                  <a:lnTo>
                    <a:pt x="817029" y="60699"/>
                  </a:lnTo>
                  <a:lnTo>
                    <a:pt x="815403" y="59931"/>
                  </a:lnTo>
                  <a:lnTo>
                    <a:pt x="815127" y="58936"/>
                  </a:lnTo>
                  <a:lnTo>
                    <a:pt x="818406" y="58540"/>
                  </a:lnTo>
                  <a:lnTo>
                    <a:pt x="820333" y="57825"/>
                  </a:lnTo>
                  <a:lnTo>
                    <a:pt x="827480" y="57511"/>
                  </a:lnTo>
                  <a:lnTo>
                    <a:pt x="832415" y="56180"/>
                  </a:lnTo>
                  <a:lnTo>
                    <a:pt x="843369" y="56550"/>
                  </a:lnTo>
                  <a:lnTo>
                    <a:pt x="851062" y="57622"/>
                  </a:lnTo>
                  <a:lnTo>
                    <a:pt x="861862" y="57753"/>
                  </a:lnTo>
                  <a:lnTo>
                    <a:pt x="865842" y="58477"/>
                  </a:lnTo>
                  <a:lnTo>
                    <a:pt x="866224" y="58750"/>
                  </a:lnTo>
                  <a:lnTo>
                    <a:pt x="866462" y="59268"/>
                  </a:lnTo>
                  <a:lnTo>
                    <a:pt x="864741" y="59501"/>
                  </a:lnTo>
                  <a:lnTo>
                    <a:pt x="861927" y="59502"/>
                  </a:lnTo>
                  <a:lnTo>
                    <a:pt x="861166" y="60857"/>
                  </a:lnTo>
                  <a:lnTo>
                    <a:pt x="861674" y="62541"/>
                  </a:lnTo>
                  <a:lnTo>
                    <a:pt x="866689" y="64344"/>
                  </a:lnTo>
                  <a:lnTo>
                    <a:pt x="871087" y="65087"/>
                  </a:lnTo>
                  <a:lnTo>
                    <a:pt x="874163" y="66271"/>
                  </a:lnTo>
                  <a:lnTo>
                    <a:pt x="875784" y="66379"/>
                  </a:lnTo>
                  <a:lnTo>
                    <a:pt x="882182" y="66243"/>
                  </a:lnTo>
                  <a:lnTo>
                    <a:pt x="885959" y="66862"/>
                  </a:lnTo>
                  <a:lnTo>
                    <a:pt x="889337" y="66386"/>
                  </a:lnTo>
                  <a:lnTo>
                    <a:pt x="893061" y="66402"/>
                  </a:lnTo>
                  <a:lnTo>
                    <a:pt x="894368" y="66525"/>
                  </a:lnTo>
                  <a:lnTo>
                    <a:pt x="895728" y="67413"/>
                  </a:lnTo>
                  <a:lnTo>
                    <a:pt x="897907" y="67645"/>
                  </a:lnTo>
                  <a:lnTo>
                    <a:pt x="900531" y="67684"/>
                  </a:lnTo>
                  <a:lnTo>
                    <a:pt x="901994" y="67502"/>
                  </a:lnTo>
                  <a:lnTo>
                    <a:pt x="902560" y="67284"/>
                  </a:lnTo>
                  <a:lnTo>
                    <a:pt x="902361" y="66938"/>
                  </a:lnTo>
                  <a:lnTo>
                    <a:pt x="900195" y="66389"/>
                  </a:lnTo>
                  <a:lnTo>
                    <a:pt x="900430" y="65747"/>
                  </a:lnTo>
                  <a:lnTo>
                    <a:pt x="901267" y="65590"/>
                  </a:lnTo>
                  <a:lnTo>
                    <a:pt x="904901" y="66473"/>
                  </a:lnTo>
                  <a:lnTo>
                    <a:pt x="906424" y="66609"/>
                  </a:lnTo>
                  <a:lnTo>
                    <a:pt x="907756" y="65954"/>
                  </a:lnTo>
                  <a:lnTo>
                    <a:pt x="908735" y="64785"/>
                  </a:lnTo>
                  <a:lnTo>
                    <a:pt x="909274" y="63968"/>
                  </a:lnTo>
                  <a:lnTo>
                    <a:pt x="909844" y="63568"/>
                  </a:lnTo>
                  <a:lnTo>
                    <a:pt x="910323" y="63506"/>
                  </a:lnTo>
                  <a:lnTo>
                    <a:pt x="910794" y="63284"/>
                  </a:lnTo>
                  <a:lnTo>
                    <a:pt x="909647" y="62330"/>
                  </a:lnTo>
                  <a:lnTo>
                    <a:pt x="908539" y="61135"/>
                  </a:lnTo>
                  <a:lnTo>
                    <a:pt x="908268" y="60366"/>
                  </a:lnTo>
                  <a:lnTo>
                    <a:pt x="907960" y="59971"/>
                  </a:lnTo>
                  <a:lnTo>
                    <a:pt x="907793" y="58547"/>
                  </a:lnTo>
                  <a:lnTo>
                    <a:pt x="908845" y="57097"/>
                  </a:lnTo>
                  <a:lnTo>
                    <a:pt x="909553" y="56685"/>
                  </a:lnTo>
                  <a:lnTo>
                    <a:pt x="912446" y="57238"/>
                  </a:lnTo>
                  <a:lnTo>
                    <a:pt x="913742" y="56365"/>
                  </a:lnTo>
                  <a:lnTo>
                    <a:pt x="914548" y="56044"/>
                  </a:lnTo>
                  <a:lnTo>
                    <a:pt x="918039" y="55451"/>
                  </a:lnTo>
                  <a:lnTo>
                    <a:pt x="919488" y="55501"/>
                  </a:lnTo>
                  <a:lnTo>
                    <a:pt x="921901" y="56052"/>
                  </a:lnTo>
                  <a:lnTo>
                    <a:pt x="929667" y="58718"/>
                  </a:lnTo>
                  <a:lnTo>
                    <a:pt x="929491" y="59739"/>
                  </a:lnTo>
                  <a:lnTo>
                    <a:pt x="931345" y="59445"/>
                  </a:lnTo>
                  <a:lnTo>
                    <a:pt x="932229" y="59032"/>
                  </a:lnTo>
                  <a:lnTo>
                    <a:pt x="934306" y="58762"/>
                  </a:lnTo>
                  <a:lnTo>
                    <a:pt x="935697" y="58333"/>
                  </a:lnTo>
                  <a:lnTo>
                    <a:pt x="936090" y="58494"/>
                  </a:lnTo>
                  <a:lnTo>
                    <a:pt x="936553" y="58918"/>
                  </a:lnTo>
                  <a:lnTo>
                    <a:pt x="936212" y="59512"/>
                  </a:lnTo>
                  <a:lnTo>
                    <a:pt x="935725" y="60125"/>
                  </a:lnTo>
                  <a:lnTo>
                    <a:pt x="936057" y="60481"/>
                  </a:lnTo>
                  <a:lnTo>
                    <a:pt x="936463" y="60557"/>
                  </a:lnTo>
                  <a:lnTo>
                    <a:pt x="938517" y="61308"/>
                  </a:lnTo>
                  <a:lnTo>
                    <a:pt x="941222" y="59924"/>
                  </a:lnTo>
                  <a:lnTo>
                    <a:pt x="942326" y="58612"/>
                  </a:lnTo>
                  <a:lnTo>
                    <a:pt x="943047" y="58344"/>
                  </a:lnTo>
                  <a:lnTo>
                    <a:pt x="949754" y="59263"/>
                  </a:lnTo>
                  <a:lnTo>
                    <a:pt x="951786" y="59765"/>
                  </a:lnTo>
                  <a:lnTo>
                    <a:pt x="952181" y="60043"/>
                  </a:lnTo>
                  <a:lnTo>
                    <a:pt x="952454" y="60529"/>
                  </a:lnTo>
                  <a:lnTo>
                    <a:pt x="953552" y="61064"/>
                  </a:lnTo>
                  <a:lnTo>
                    <a:pt x="954874" y="61369"/>
                  </a:lnTo>
                  <a:lnTo>
                    <a:pt x="954710" y="61785"/>
                  </a:lnTo>
                  <a:lnTo>
                    <a:pt x="954650" y="62249"/>
                  </a:lnTo>
                  <a:lnTo>
                    <a:pt x="957765" y="62320"/>
                  </a:lnTo>
                  <a:lnTo>
                    <a:pt x="959122" y="62724"/>
                  </a:lnTo>
                  <a:lnTo>
                    <a:pt x="960619" y="63326"/>
                  </a:lnTo>
                  <a:lnTo>
                    <a:pt x="960458" y="64036"/>
                  </a:lnTo>
                  <a:lnTo>
                    <a:pt x="960852" y="64437"/>
                  </a:lnTo>
                  <a:lnTo>
                    <a:pt x="962232" y="64480"/>
                  </a:lnTo>
                  <a:lnTo>
                    <a:pt x="962623" y="64412"/>
                  </a:lnTo>
                  <a:lnTo>
                    <a:pt x="962180" y="65346"/>
                  </a:lnTo>
                  <a:lnTo>
                    <a:pt x="960286" y="66362"/>
                  </a:lnTo>
                  <a:lnTo>
                    <a:pt x="959167" y="66771"/>
                  </a:lnTo>
                  <a:lnTo>
                    <a:pt x="957878" y="67442"/>
                  </a:lnTo>
                  <a:lnTo>
                    <a:pt x="958588" y="67571"/>
                  </a:lnTo>
                  <a:lnTo>
                    <a:pt x="961835" y="67758"/>
                  </a:lnTo>
                  <a:lnTo>
                    <a:pt x="963839" y="69108"/>
                  </a:lnTo>
                  <a:lnTo>
                    <a:pt x="964041" y="70092"/>
                  </a:lnTo>
                  <a:lnTo>
                    <a:pt x="962784" y="70485"/>
                  </a:lnTo>
                  <a:lnTo>
                    <a:pt x="959925" y="71755"/>
                  </a:lnTo>
                  <a:lnTo>
                    <a:pt x="958204" y="72254"/>
                  </a:lnTo>
                  <a:lnTo>
                    <a:pt x="957022" y="72294"/>
                  </a:lnTo>
                  <a:lnTo>
                    <a:pt x="956168" y="72463"/>
                  </a:lnTo>
                  <a:lnTo>
                    <a:pt x="957409" y="73011"/>
                  </a:lnTo>
                  <a:lnTo>
                    <a:pt x="962775" y="73152"/>
                  </a:lnTo>
                  <a:lnTo>
                    <a:pt x="964334" y="73823"/>
                  </a:lnTo>
                  <a:lnTo>
                    <a:pt x="965567" y="75527"/>
                  </a:lnTo>
                  <a:lnTo>
                    <a:pt x="965557" y="77608"/>
                  </a:lnTo>
                  <a:lnTo>
                    <a:pt x="964354" y="78644"/>
                  </a:lnTo>
                  <a:lnTo>
                    <a:pt x="961056" y="78819"/>
                  </a:lnTo>
                  <a:lnTo>
                    <a:pt x="956707" y="76502"/>
                  </a:lnTo>
                  <a:lnTo>
                    <a:pt x="954074" y="75609"/>
                  </a:lnTo>
                  <a:lnTo>
                    <a:pt x="950351" y="73873"/>
                  </a:lnTo>
                  <a:lnTo>
                    <a:pt x="949620" y="74164"/>
                  </a:lnTo>
                  <a:lnTo>
                    <a:pt x="950711" y="75628"/>
                  </a:lnTo>
                  <a:lnTo>
                    <a:pt x="952462" y="76440"/>
                  </a:lnTo>
                  <a:lnTo>
                    <a:pt x="955606" y="78695"/>
                  </a:lnTo>
                  <a:lnTo>
                    <a:pt x="960834" y="83340"/>
                  </a:lnTo>
                  <a:lnTo>
                    <a:pt x="962052" y="82962"/>
                  </a:lnTo>
                  <a:lnTo>
                    <a:pt x="962775" y="82374"/>
                  </a:lnTo>
                  <a:lnTo>
                    <a:pt x="963131" y="81620"/>
                  </a:lnTo>
                  <a:lnTo>
                    <a:pt x="962822" y="80580"/>
                  </a:lnTo>
                  <a:lnTo>
                    <a:pt x="963661" y="81086"/>
                  </a:lnTo>
                  <a:lnTo>
                    <a:pt x="964432" y="82017"/>
                  </a:lnTo>
                  <a:lnTo>
                    <a:pt x="966032" y="83564"/>
                  </a:lnTo>
                  <a:lnTo>
                    <a:pt x="963887" y="83487"/>
                  </a:lnTo>
                  <a:lnTo>
                    <a:pt x="961190" y="84006"/>
                  </a:lnTo>
                  <a:lnTo>
                    <a:pt x="960189" y="84621"/>
                  </a:lnTo>
                  <a:lnTo>
                    <a:pt x="960940" y="85482"/>
                  </a:lnTo>
                  <a:lnTo>
                    <a:pt x="962942" y="85606"/>
                  </a:lnTo>
                  <a:lnTo>
                    <a:pt x="963796" y="86778"/>
                  </a:lnTo>
                  <a:lnTo>
                    <a:pt x="965360" y="88228"/>
                  </a:lnTo>
                  <a:lnTo>
                    <a:pt x="968880" y="92208"/>
                  </a:lnTo>
                  <a:lnTo>
                    <a:pt x="971378" y="92963"/>
                  </a:lnTo>
                  <a:lnTo>
                    <a:pt x="973793" y="94610"/>
                  </a:lnTo>
                  <a:lnTo>
                    <a:pt x="976214" y="95374"/>
                  </a:lnTo>
                  <a:lnTo>
                    <a:pt x="977457" y="95433"/>
                  </a:lnTo>
                  <a:lnTo>
                    <a:pt x="978296" y="94400"/>
                  </a:lnTo>
                  <a:lnTo>
                    <a:pt x="979003" y="94770"/>
                  </a:lnTo>
                  <a:lnTo>
                    <a:pt x="979629" y="96615"/>
                  </a:lnTo>
                  <a:lnTo>
                    <a:pt x="980798" y="97417"/>
                  </a:lnTo>
                  <a:lnTo>
                    <a:pt x="982083" y="97471"/>
                  </a:lnTo>
                  <a:lnTo>
                    <a:pt x="983131" y="97146"/>
                  </a:lnTo>
                  <a:lnTo>
                    <a:pt x="984683" y="96271"/>
                  </a:lnTo>
                  <a:lnTo>
                    <a:pt x="985911" y="95256"/>
                  </a:lnTo>
                  <a:lnTo>
                    <a:pt x="987869" y="92461"/>
                  </a:lnTo>
                  <a:lnTo>
                    <a:pt x="989169" y="91049"/>
                  </a:lnTo>
                  <a:lnTo>
                    <a:pt x="990389" y="90471"/>
                  </a:lnTo>
                  <a:lnTo>
                    <a:pt x="989967" y="89786"/>
                  </a:lnTo>
                  <a:lnTo>
                    <a:pt x="990089" y="88991"/>
                  </a:lnTo>
                  <a:lnTo>
                    <a:pt x="990989" y="87125"/>
                  </a:lnTo>
                  <a:lnTo>
                    <a:pt x="992208" y="84910"/>
                  </a:lnTo>
                  <a:lnTo>
                    <a:pt x="993136" y="83746"/>
                  </a:lnTo>
                  <a:lnTo>
                    <a:pt x="995374" y="81387"/>
                  </a:lnTo>
                  <a:lnTo>
                    <a:pt x="996241" y="80960"/>
                  </a:lnTo>
                  <a:lnTo>
                    <a:pt x="996826" y="81720"/>
                  </a:lnTo>
                  <a:lnTo>
                    <a:pt x="997325" y="82735"/>
                  </a:lnTo>
                  <a:lnTo>
                    <a:pt x="997657" y="83169"/>
                  </a:lnTo>
                  <a:lnTo>
                    <a:pt x="997994" y="83342"/>
                  </a:lnTo>
                  <a:lnTo>
                    <a:pt x="1000753" y="85413"/>
                  </a:lnTo>
                  <a:lnTo>
                    <a:pt x="1003547" y="87027"/>
                  </a:lnTo>
                  <a:lnTo>
                    <a:pt x="1006032" y="87819"/>
                  </a:lnTo>
                  <a:lnTo>
                    <a:pt x="1009949" y="88590"/>
                  </a:lnTo>
                  <a:lnTo>
                    <a:pt x="1015624" y="88480"/>
                  </a:lnTo>
                  <a:lnTo>
                    <a:pt x="1016676" y="87451"/>
                  </a:lnTo>
                  <a:lnTo>
                    <a:pt x="1018648" y="86692"/>
                  </a:lnTo>
                  <a:lnTo>
                    <a:pt x="1021837" y="86295"/>
                  </a:lnTo>
                  <a:lnTo>
                    <a:pt x="1023727" y="85362"/>
                  </a:lnTo>
                  <a:lnTo>
                    <a:pt x="1026807" y="85080"/>
                  </a:lnTo>
                  <a:lnTo>
                    <a:pt x="1028752" y="85233"/>
                  </a:lnTo>
                  <a:lnTo>
                    <a:pt x="1031740" y="85914"/>
                  </a:lnTo>
                  <a:lnTo>
                    <a:pt x="1038454" y="88078"/>
                  </a:lnTo>
                  <a:lnTo>
                    <a:pt x="1040342" y="88862"/>
                  </a:lnTo>
                  <a:lnTo>
                    <a:pt x="1041308" y="89704"/>
                  </a:lnTo>
                  <a:lnTo>
                    <a:pt x="1043513" y="90972"/>
                  </a:lnTo>
                  <a:lnTo>
                    <a:pt x="1044907" y="91589"/>
                  </a:lnTo>
                  <a:lnTo>
                    <a:pt x="1046248" y="92015"/>
                  </a:lnTo>
                  <a:lnTo>
                    <a:pt x="1046741" y="91885"/>
                  </a:lnTo>
                  <a:lnTo>
                    <a:pt x="1046570" y="91523"/>
                  </a:lnTo>
                  <a:lnTo>
                    <a:pt x="1045892" y="91169"/>
                  </a:lnTo>
                  <a:lnTo>
                    <a:pt x="1045344" y="90712"/>
                  </a:lnTo>
                  <a:lnTo>
                    <a:pt x="1046939" y="90237"/>
                  </a:lnTo>
                  <a:lnTo>
                    <a:pt x="1047127" y="89888"/>
                  </a:lnTo>
                  <a:lnTo>
                    <a:pt x="1047676" y="89587"/>
                  </a:lnTo>
                  <a:lnTo>
                    <a:pt x="1049790" y="89335"/>
                  </a:lnTo>
                  <a:lnTo>
                    <a:pt x="1047738" y="88874"/>
                  </a:lnTo>
                  <a:lnTo>
                    <a:pt x="1047029" y="88806"/>
                  </a:lnTo>
                  <a:lnTo>
                    <a:pt x="1046047" y="88518"/>
                  </a:lnTo>
                  <a:lnTo>
                    <a:pt x="1046132" y="87881"/>
                  </a:lnTo>
                  <a:lnTo>
                    <a:pt x="1046779" y="87410"/>
                  </a:lnTo>
                  <a:lnTo>
                    <a:pt x="1047276" y="86539"/>
                  </a:lnTo>
                  <a:lnTo>
                    <a:pt x="1047940" y="85979"/>
                  </a:lnTo>
                  <a:lnTo>
                    <a:pt x="1049035" y="85558"/>
                  </a:lnTo>
                  <a:lnTo>
                    <a:pt x="1049828" y="85467"/>
                  </a:lnTo>
                  <a:lnTo>
                    <a:pt x="1051788" y="86026"/>
                  </a:lnTo>
                  <a:lnTo>
                    <a:pt x="1053158" y="85021"/>
                  </a:lnTo>
                  <a:lnTo>
                    <a:pt x="1054200" y="85102"/>
                  </a:lnTo>
                  <a:lnTo>
                    <a:pt x="1056326" y="86119"/>
                  </a:lnTo>
                  <a:lnTo>
                    <a:pt x="1058261" y="87672"/>
                  </a:lnTo>
                  <a:lnTo>
                    <a:pt x="1059309" y="87672"/>
                  </a:lnTo>
                  <a:lnTo>
                    <a:pt x="1062260" y="87051"/>
                  </a:lnTo>
                  <a:lnTo>
                    <a:pt x="1065591" y="87020"/>
                  </a:lnTo>
                  <a:lnTo>
                    <a:pt x="1065161" y="86097"/>
                  </a:lnTo>
                  <a:lnTo>
                    <a:pt x="1062856" y="84106"/>
                  </a:lnTo>
                  <a:lnTo>
                    <a:pt x="1063120" y="81532"/>
                  </a:lnTo>
                  <a:lnTo>
                    <a:pt x="1061506" y="80950"/>
                  </a:lnTo>
                  <a:lnTo>
                    <a:pt x="1059679" y="80606"/>
                  </a:lnTo>
                  <a:lnTo>
                    <a:pt x="1062337" y="79950"/>
                  </a:lnTo>
                  <a:lnTo>
                    <a:pt x="1064294" y="77855"/>
                  </a:lnTo>
                  <a:lnTo>
                    <a:pt x="1065874" y="77666"/>
                  </a:lnTo>
                  <a:lnTo>
                    <a:pt x="1067516" y="77259"/>
                  </a:lnTo>
                  <a:lnTo>
                    <a:pt x="1067012" y="77004"/>
                  </a:lnTo>
                  <a:lnTo>
                    <a:pt x="1062117" y="76780"/>
                  </a:lnTo>
                  <a:lnTo>
                    <a:pt x="1061060" y="77031"/>
                  </a:lnTo>
                  <a:lnTo>
                    <a:pt x="1060352" y="77647"/>
                  </a:lnTo>
                  <a:lnTo>
                    <a:pt x="1057948" y="77647"/>
                  </a:lnTo>
                  <a:lnTo>
                    <a:pt x="1057652" y="76240"/>
                  </a:lnTo>
                  <a:lnTo>
                    <a:pt x="1057612" y="75328"/>
                  </a:lnTo>
                  <a:lnTo>
                    <a:pt x="1060761" y="73421"/>
                  </a:lnTo>
                  <a:lnTo>
                    <a:pt x="1061967" y="73008"/>
                  </a:lnTo>
                  <a:lnTo>
                    <a:pt x="1070004" y="73050"/>
                  </a:lnTo>
                  <a:lnTo>
                    <a:pt x="1072411" y="72689"/>
                  </a:lnTo>
                  <a:lnTo>
                    <a:pt x="1075952" y="71741"/>
                  </a:lnTo>
                  <a:lnTo>
                    <a:pt x="1075043" y="71140"/>
                  </a:lnTo>
                  <a:lnTo>
                    <a:pt x="1074945" y="69927"/>
                  </a:lnTo>
                  <a:lnTo>
                    <a:pt x="1071912" y="68172"/>
                  </a:lnTo>
                  <a:lnTo>
                    <a:pt x="1072136" y="67770"/>
                  </a:lnTo>
                  <a:lnTo>
                    <a:pt x="1072440" y="67513"/>
                  </a:lnTo>
                  <a:lnTo>
                    <a:pt x="1073387" y="67500"/>
                  </a:lnTo>
                  <a:lnTo>
                    <a:pt x="1078132" y="67964"/>
                  </a:lnTo>
                  <a:lnTo>
                    <a:pt x="1080106" y="68927"/>
                  </a:lnTo>
                  <a:lnTo>
                    <a:pt x="1085243" y="69874"/>
                  </a:lnTo>
                  <a:lnTo>
                    <a:pt x="1099003" y="70188"/>
                  </a:lnTo>
                  <a:lnTo>
                    <a:pt x="1100565" y="70538"/>
                  </a:lnTo>
                  <a:lnTo>
                    <a:pt x="1106459" y="70959"/>
                  </a:lnTo>
                  <a:lnTo>
                    <a:pt x="1108964" y="71420"/>
                  </a:lnTo>
                  <a:lnTo>
                    <a:pt x="1114930" y="71974"/>
                  </a:lnTo>
                  <a:lnTo>
                    <a:pt x="1117640" y="72366"/>
                  </a:lnTo>
                  <a:lnTo>
                    <a:pt x="1119801" y="72990"/>
                  </a:lnTo>
                  <a:lnTo>
                    <a:pt x="1123294" y="73352"/>
                  </a:lnTo>
                  <a:lnTo>
                    <a:pt x="1124898" y="73759"/>
                  </a:lnTo>
                  <a:lnTo>
                    <a:pt x="1124727" y="75050"/>
                  </a:lnTo>
                  <a:lnTo>
                    <a:pt x="1117464" y="74877"/>
                  </a:lnTo>
                  <a:lnTo>
                    <a:pt x="1115059" y="74450"/>
                  </a:lnTo>
                  <a:lnTo>
                    <a:pt x="1112075" y="74401"/>
                  </a:lnTo>
                  <a:lnTo>
                    <a:pt x="1110929" y="74596"/>
                  </a:lnTo>
                  <a:lnTo>
                    <a:pt x="1109143" y="75666"/>
                  </a:lnTo>
                  <a:lnTo>
                    <a:pt x="1106999" y="76227"/>
                  </a:lnTo>
                  <a:lnTo>
                    <a:pt x="1105185" y="76318"/>
                  </a:lnTo>
                  <a:lnTo>
                    <a:pt x="1106374" y="77241"/>
                  </a:lnTo>
                  <a:lnTo>
                    <a:pt x="1108037" y="77490"/>
                  </a:lnTo>
                  <a:lnTo>
                    <a:pt x="1113415" y="76303"/>
                  </a:lnTo>
                  <a:lnTo>
                    <a:pt x="1128126" y="75709"/>
                  </a:lnTo>
                  <a:lnTo>
                    <a:pt x="1130375" y="75807"/>
                  </a:lnTo>
                  <a:lnTo>
                    <a:pt x="1130141" y="76628"/>
                  </a:lnTo>
                  <a:lnTo>
                    <a:pt x="1128175" y="78204"/>
                  </a:lnTo>
                  <a:lnTo>
                    <a:pt x="1126306" y="79432"/>
                  </a:lnTo>
                  <a:lnTo>
                    <a:pt x="1123577" y="80695"/>
                  </a:lnTo>
                  <a:lnTo>
                    <a:pt x="1122561" y="80688"/>
                  </a:lnTo>
                  <a:lnTo>
                    <a:pt x="1124684" y="78010"/>
                  </a:lnTo>
                  <a:lnTo>
                    <a:pt x="1123805" y="77884"/>
                  </a:lnTo>
                  <a:lnTo>
                    <a:pt x="1122992" y="77943"/>
                  </a:lnTo>
                  <a:lnTo>
                    <a:pt x="1120608" y="76833"/>
                  </a:lnTo>
                  <a:lnTo>
                    <a:pt x="1120222" y="76777"/>
                  </a:lnTo>
                  <a:lnTo>
                    <a:pt x="1119759" y="77049"/>
                  </a:lnTo>
                  <a:lnTo>
                    <a:pt x="1119763" y="77450"/>
                  </a:lnTo>
                  <a:lnTo>
                    <a:pt x="1119327" y="78993"/>
                  </a:lnTo>
                  <a:lnTo>
                    <a:pt x="1120204" y="79639"/>
                  </a:lnTo>
                  <a:lnTo>
                    <a:pt x="1120204" y="80746"/>
                  </a:lnTo>
                  <a:lnTo>
                    <a:pt x="1116897" y="81460"/>
                  </a:lnTo>
                  <a:lnTo>
                    <a:pt x="1115610" y="81397"/>
                  </a:lnTo>
                  <a:lnTo>
                    <a:pt x="1114235" y="80943"/>
                  </a:lnTo>
                  <a:lnTo>
                    <a:pt x="1113650" y="80959"/>
                  </a:lnTo>
                  <a:lnTo>
                    <a:pt x="1113488" y="81308"/>
                  </a:lnTo>
                  <a:lnTo>
                    <a:pt x="1113780" y="81955"/>
                  </a:lnTo>
                  <a:lnTo>
                    <a:pt x="1113742" y="82287"/>
                  </a:lnTo>
                  <a:lnTo>
                    <a:pt x="1113214" y="82805"/>
                  </a:lnTo>
                  <a:lnTo>
                    <a:pt x="1112947" y="83367"/>
                  </a:lnTo>
                  <a:lnTo>
                    <a:pt x="1113760" y="84009"/>
                  </a:lnTo>
                  <a:lnTo>
                    <a:pt x="1114829" y="84170"/>
                  </a:lnTo>
                  <a:lnTo>
                    <a:pt x="1120659" y="83463"/>
                  </a:lnTo>
                  <a:lnTo>
                    <a:pt x="1123198" y="82600"/>
                  </a:lnTo>
                  <a:lnTo>
                    <a:pt x="1125987" y="81014"/>
                  </a:lnTo>
                  <a:lnTo>
                    <a:pt x="1130970" y="77173"/>
                  </a:lnTo>
                  <a:lnTo>
                    <a:pt x="1133168" y="75854"/>
                  </a:lnTo>
                  <a:lnTo>
                    <a:pt x="1134443" y="75354"/>
                  </a:lnTo>
                  <a:lnTo>
                    <a:pt x="1136072" y="75172"/>
                  </a:lnTo>
                  <a:lnTo>
                    <a:pt x="1145231" y="75576"/>
                  </a:lnTo>
                  <a:lnTo>
                    <a:pt x="1150555" y="76408"/>
                  </a:lnTo>
                  <a:lnTo>
                    <a:pt x="1155633" y="77636"/>
                  </a:lnTo>
                  <a:lnTo>
                    <a:pt x="1158137" y="78654"/>
                  </a:lnTo>
                  <a:lnTo>
                    <a:pt x="1160000" y="80036"/>
                  </a:lnTo>
                  <a:lnTo>
                    <a:pt x="1160331" y="80618"/>
                  </a:lnTo>
                  <a:lnTo>
                    <a:pt x="1160509" y="81383"/>
                  </a:lnTo>
                  <a:lnTo>
                    <a:pt x="1159223" y="82117"/>
                  </a:lnTo>
                  <a:lnTo>
                    <a:pt x="1153534" y="82361"/>
                  </a:lnTo>
                  <a:lnTo>
                    <a:pt x="1151349" y="82776"/>
                  </a:lnTo>
                  <a:lnTo>
                    <a:pt x="1150560" y="83236"/>
                  </a:lnTo>
                  <a:lnTo>
                    <a:pt x="1150461" y="83496"/>
                  </a:lnTo>
                  <a:lnTo>
                    <a:pt x="1150163" y="83907"/>
                  </a:lnTo>
                  <a:lnTo>
                    <a:pt x="1150587" y="84245"/>
                  </a:lnTo>
                  <a:lnTo>
                    <a:pt x="1153139" y="84280"/>
                  </a:lnTo>
                  <a:lnTo>
                    <a:pt x="1155600" y="84614"/>
                  </a:lnTo>
                  <a:lnTo>
                    <a:pt x="1158997" y="85486"/>
                  </a:lnTo>
                  <a:lnTo>
                    <a:pt x="1159523" y="85776"/>
                  </a:lnTo>
                  <a:lnTo>
                    <a:pt x="1160599" y="86604"/>
                  </a:lnTo>
                  <a:lnTo>
                    <a:pt x="1160924" y="86750"/>
                  </a:lnTo>
                  <a:lnTo>
                    <a:pt x="1166023" y="86621"/>
                  </a:lnTo>
                  <a:lnTo>
                    <a:pt x="1166355" y="86917"/>
                  </a:lnTo>
                  <a:lnTo>
                    <a:pt x="1166666" y="87526"/>
                  </a:lnTo>
                  <a:lnTo>
                    <a:pt x="1165317" y="88494"/>
                  </a:lnTo>
                  <a:lnTo>
                    <a:pt x="1163989" y="89149"/>
                  </a:lnTo>
                  <a:lnTo>
                    <a:pt x="1161273" y="90715"/>
                  </a:lnTo>
                  <a:lnTo>
                    <a:pt x="1162648" y="90149"/>
                  </a:lnTo>
                  <a:lnTo>
                    <a:pt x="1168123" y="88814"/>
                  </a:lnTo>
                  <a:lnTo>
                    <a:pt x="1169505" y="88569"/>
                  </a:lnTo>
                  <a:lnTo>
                    <a:pt x="1171184" y="88663"/>
                  </a:lnTo>
                  <a:lnTo>
                    <a:pt x="1175320" y="89873"/>
                  </a:lnTo>
                  <a:lnTo>
                    <a:pt x="1176998" y="90837"/>
                  </a:lnTo>
                  <a:lnTo>
                    <a:pt x="1180148" y="93550"/>
                  </a:lnTo>
                  <a:lnTo>
                    <a:pt x="1179268" y="93841"/>
                  </a:lnTo>
                  <a:lnTo>
                    <a:pt x="1177019" y="94120"/>
                  </a:lnTo>
                  <a:lnTo>
                    <a:pt x="1184084" y="96184"/>
                  </a:lnTo>
                  <a:lnTo>
                    <a:pt x="1186823" y="96168"/>
                  </a:lnTo>
                  <a:lnTo>
                    <a:pt x="1193089" y="95568"/>
                  </a:lnTo>
                  <a:lnTo>
                    <a:pt x="1196244" y="95549"/>
                  </a:lnTo>
                  <a:lnTo>
                    <a:pt x="1202108" y="94231"/>
                  </a:lnTo>
                  <a:lnTo>
                    <a:pt x="1207932" y="93398"/>
                  </a:lnTo>
                  <a:lnTo>
                    <a:pt x="1213290" y="93336"/>
                  </a:lnTo>
                  <a:lnTo>
                    <a:pt x="1216122" y="92543"/>
                  </a:lnTo>
                  <a:lnTo>
                    <a:pt x="1223590" y="92568"/>
                  </a:lnTo>
                  <a:lnTo>
                    <a:pt x="1230807" y="92836"/>
                  </a:lnTo>
                  <a:lnTo>
                    <a:pt x="1236385" y="93328"/>
                  </a:lnTo>
                  <a:lnTo>
                    <a:pt x="1242678" y="94782"/>
                  </a:lnTo>
                  <a:lnTo>
                    <a:pt x="1248814" y="96794"/>
                  </a:lnTo>
                  <a:lnTo>
                    <a:pt x="1252383" y="98762"/>
                  </a:lnTo>
                  <a:lnTo>
                    <a:pt x="1253109" y="99386"/>
                  </a:lnTo>
                  <a:lnTo>
                    <a:pt x="1254123" y="100764"/>
                  </a:lnTo>
                  <a:lnTo>
                    <a:pt x="1254565" y="101914"/>
                  </a:lnTo>
                  <a:lnTo>
                    <a:pt x="1255018" y="103504"/>
                  </a:lnTo>
                  <a:lnTo>
                    <a:pt x="1254800" y="104735"/>
                  </a:lnTo>
                  <a:lnTo>
                    <a:pt x="1253913" y="105608"/>
                  </a:lnTo>
                  <a:lnTo>
                    <a:pt x="1253362" y="106687"/>
                  </a:lnTo>
                  <a:lnTo>
                    <a:pt x="1253435" y="107963"/>
                  </a:lnTo>
                  <a:lnTo>
                    <a:pt x="1252397" y="109633"/>
                  </a:lnTo>
                  <a:lnTo>
                    <a:pt x="1253372" y="110823"/>
                  </a:lnTo>
                  <a:lnTo>
                    <a:pt x="1256084" y="111592"/>
                  </a:lnTo>
                  <a:lnTo>
                    <a:pt x="1261953" y="112633"/>
                  </a:lnTo>
                  <a:lnTo>
                    <a:pt x="1263573" y="113314"/>
                  </a:lnTo>
                  <a:lnTo>
                    <a:pt x="1263745" y="115375"/>
                  </a:lnTo>
                  <a:lnTo>
                    <a:pt x="1264248" y="117106"/>
                  </a:lnTo>
                  <a:lnTo>
                    <a:pt x="1264754" y="120401"/>
                  </a:lnTo>
                  <a:lnTo>
                    <a:pt x="1265750" y="121229"/>
                  </a:lnTo>
                  <a:lnTo>
                    <a:pt x="1267349" y="122018"/>
                  </a:lnTo>
                  <a:lnTo>
                    <a:pt x="1267640" y="123094"/>
                  </a:lnTo>
                  <a:lnTo>
                    <a:pt x="1265638" y="126599"/>
                  </a:lnTo>
                  <a:lnTo>
                    <a:pt x="1264386" y="127245"/>
                  </a:lnTo>
                  <a:lnTo>
                    <a:pt x="1263056" y="128210"/>
                  </a:lnTo>
                  <a:lnTo>
                    <a:pt x="1265406" y="127873"/>
                  </a:lnTo>
                  <a:lnTo>
                    <a:pt x="1266595" y="126598"/>
                  </a:lnTo>
                  <a:lnTo>
                    <a:pt x="1267872" y="124240"/>
                  </a:lnTo>
                  <a:lnTo>
                    <a:pt x="1269104" y="123865"/>
                  </a:lnTo>
                  <a:lnTo>
                    <a:pt x="1269769" y="123094"/>
                  </a:lnTo>
                  <a:lnTo>
                    <a:pt x="1269769" y="120879"/>
                  </a:lnTo>
                  <a:lnTo>
                    <a:pt x="1268960" y="118958"/>
                  </a:lnTo>
                  <a:lnTo>
                    <a:pt x="1268960" y="117585"/>
                  </a:lnTo>
                  <a:lnTo>
                    <a:pt x="1269497" y="116477"/>
                  </a:lnTo>
                  <a:lnTo>
                    <a:pt x="1273359" y="114168"/>
                  </a:lnTo>
                  <a:lnTo>
                    <a:pt x="1275449" y="113241"/>
                  </a:lnTo>
                  <a:lnTo>
                    <a:pt x="1277433" y="112718"/>
                  </a:lnTo>
                  <a:lnTo>
                    <a:pt x="1282815" y="112248"/>
                  </a:lnTo>
                  <a:lnTo>
                    <a:pt x="1285244" y="111802"/>
                  </a:lnTo>
                  <a:lnTo>
                    <a:pt x="1288051" y="112102"/>
                  </a:lnTo>
                  <a:lnTo>
                    <a:pt x="1290012" y="111982"/>
                  </a:lnTo>
                  <a:lnTo>
                    <a:pt x="1292289" y="111517"/>
                  </a:lnTo>
                  <a:lnTo>
                    <a:pt x="1294310" y="111739"/>
                  </a:lnTo>
                  <a:lnTo>
                    <a:pt x="1297656" y="113275"/>
                  </a:lnTo>
                  <a:lnTo>
                    <a:pt x="1309458" y="113620"/>
                  </a:lnTo>
                  <a:lnTo>
                    <a:pt x="1311537" y="114156"/>
                  </a:lnTo>
                  <a:lnTo>
                    <a:pt x="1319482" y="114803"/>
                  </a:lnTo>
                  <a:lnTo>
                    <a:pt x="1320088" y="114798"/>
                  </a:lnTo>
                  <a:lnTo>
                    <a:pt x="1321874" y="114038"/>
                  </a:lnTo>
                  <a:lnTo>
                    <a:pt x="1327125" y="111445"/>
                  </a:lnTo>
                  <a:lnTo>
                    <a:pt x="1329289" y="111614"/>
                  </a:lnTo>
                  <a:lnTo>
                    <a:pt x="1330171" y="112019"/>
                  </a:lnTo>
                  <a:lnTo>
                    <a:pt x="1331094" y="113045"/>
                  </a:lnTo>
                  <a:lnTo>
                    <a:pt x="1332062" y="113718"/>
                  </a:lnTo>
                  <a:lnTo>
                    <a:pt x="1332819" y="115536"/>
                  </a:lnTo>
                  <a:lnTo>
                    <a:pt x="1333510" y="117984"/>
                  </a:lnTo>
                  <a:lnTo>
                    <a:pt x="1334646" y="118430"/>
                  </a:lnTo>
                  <a:lnTo>
                    <a:pt x="1336202" y="118586"/>
                  </a:lnTo>
                  <a:lnTo>
                    <a:pt x="1339595" y="119493"/>
                  </a:lnTo>
                  <a:lnTo>
                    <a:pt x="1343043" y="120662"/>
                  </a:lnTo>
                  <a:lnTo>
                    <a:pt x="1344027" y="122892"/>
                  </a:lnTo>
                  <a:lnTo>
                    <a:pt x="1345874" y="124755"/>
                  </a:lnTo>
                  <a:lnTo>
                    <a:pt x="1350186" y="124579"/>
                  </a:lnTo>
                  <a:lnTo>
                    <a:pt x="1354651" y="124206"/>
                  </a:lnTo>
                  <a:lnTo>
                    <a:pt x="1358982" y="121139"/>
                  </a:lnTo>
                  <a:lnTo>
                    <a:pt x="1358994" y="119892"/>
                  </a:lnTo>
                  <a:lnTo>
                    <a:pt x="1357926" y="118094"/>
                  </a:lnTo>
                  <a:lnTo>
                    <a:pt x="1356321" y="116356"/>
                  </a:lnTo>
                  <a:lnTo>
                    <a:pt x="1355073" y="113635"/>
                  </a:lnTo>
                  <a:lnTo>
                    <a:pt x="1351087" y="113032"/>
                  </a:lnTo>
                  <a:lnTo>
                    <a:pt x="1351468" y="112242"/>
                  </a:lnTo>
                  <a:lnTo>
                    <a:pt x="1352967" y="111296"/>
                  </a:lnTo>
                  <a:lnTo>
                    <a:pt x="1354325" y="109824"/>
                  </a:lnTo>
                  <a:lnTo>
                    <a:pt x="1354535" y="108689"/>
                  </a:lnTo>
                  <a:lnTo>
                    <a:pt x="1354171" y="106323"/>
                  </a:lnTo>
                  <a:lnTo>
                    <a:pt x="1357777" y="106483"/>
                  </a:lnTo>
                  <a:lnTo>
                    <a:pt x="1361359" y="106761"/>
                  </a:lnTo>
                  <a:lnTo>
                    <a:pt x="1368207" y="107818"/>
                  </a:lnTo>
                  <a:lnTo>
                    <a:pt x="1373780" y="108264"/>
                  </a:lnTo>
                  <a:lnTo>
                    <a:pt x="1376710" y="108942"/>
                  </a:lnTo>
                  <a:lnTo>
                    <a:pt x="1378480" y="109707"/>
                  </a:lnTo>
                  <a:lnTo>
                    <a:pt x="1380572" y="110280"/>
                  </a:lnTo>
                  <a:lnTo>
                    <a:pt x="1381290" y="108883"/>
                  </a:lnTo>
                  <a:lnTo>
                    <a:pt x="1382097" y="108565"/>
                  </a:lnTo>
                  <a:lnTo>
                    <a:pt x="1384886" y="109342"/>
                  </a:lnTo>
                  <a:lnTo>
                    <a:pt x="1386917" y="109579"/>
                  </a:lnTo>
                  <a:lnTo>
                    <a:pt x="1390430" y="109474"/>
                  </a:lnTo>
                  <a:lnTo>
                    <a:pt x="1394840" y="109836"/>
                  </a:lnTo>
                  <a:lnTo>
                    <a:pt x="1399666" y="109775"/>
                  </a:lnTo>
                  <a:lnTo>
                    <a:pt x="1403976" y="109160"/>
                  </a:lnTo>
                  <a:lnTo>
                    <a:pt x="1405587" y="109283"/>
                  </a:lnTo>
                  <a:lnTo>
                    <a:pt x="1407347" y="109772"/>
                  </a:lnTo>
                  <a:lnTo>
                    <a:pt x="1410213" y="111052"/>
                  </a:lnTo>
                  <a:lnTo>
                    <a:pt x="1415075" y="112761"/>
                  </a:lnTo>
                  <a:lnTo>
                    <a:pt x="1419523" y="113240"/>
                  </a:lnTo>
                  <a:lnTo>
                    <a:pt x="1424624" y="114858"/>
                  </a:lnTo>
                  <a:lnTo>
                    <a:pt x="1429440" y="115453"/>
                  </a:lnTo>
                  <a:lnTo>
                    <a:pt x="1433277" y="116370"/>
                  </a:lnTo>
                  <a:lnTo>
                    <a:pt x="1433831" y="116720"/>
                  </a:lnTo>
                  <a:lnTo>
                    <a:pt x="1434003" y="117224"/>
                  </a:lnTo>
                  <a:lnTo>
                    <a:pt x="1434246" y="117645"/>
                  </a:lnTo>
                  <a:lnTo>
                    <a:pt x="1437292" y="118149"/>
                  </a:lnTo>
                  <a:lnTo>
                    <a:pt x="1442927" y="121594"/>
                  </a:lnTo>
                  <a:lnTo>
                    <a:pt x="1444173" y="122002"/>
                  </a:lnTo>
                  <a:lnTo>
                    <a:pt x="1446079" y="122602"/>
                  </a:lnTo>
                  <a:lnTo>
                    <a:pt x="1448001" y="123075"/>
                  </a:lnTo>
                  <a:lnTo>
                    <a:pt x="1448766" y="122927"/>
                  </a:lnTo>
                  <a:lnTo>
                    <a:pt x="1449179" y="122993"/>
                  </a:lnTo>
                  <a:lnTo>
                    <a:pt x="1450266" y="123822"/>
                  </a:lnTo>
                  <a:lnTo>
                    <a:pt x="1450991" y="124209"/>
                  </a:lnTo>
                  <a:lnTo>
                    <a:pt x="1454827" y="125201"/>
                  </a:lnTo>
                  <a:lnTo>
                    <a:pt x="1456573" y="126302"/>
                  </a:lnTo>
                  <a:lnTo>
                    <a:pt x="1458000" y="127550"/>
                  </a:lnTo>
                  <a:lnTo>
                    <a:pt x="1457289" y="127307"/>
                  </a:lnTo>
                  <a:lnTo>
                    <a:pt x="1455985" y="126507"/>
                  </a:lnTo>
                  <a:lnTo>
                    <a:pt x="1456126" y="127448"/>
                  </a:lnTo>
                  <a:lnTo>
                    <a:pt x="1456542" y="128103"/>
                  </a:lnTo>
                  <a:lnTo>
                    <a:pt x="1458611" y="128720"/>
                  </a:lnTo>
                  <a:lnTo>
                    <a:pt x="1460781" y="129210"/>
                  </a:lnTo>
                  <a:lnTo>
                    <a:pt x="1462172" y="129794"/>
                  </a:lnTo>
                  <a:lnTo>
                    <a:pt x="1462634" y="130301"/>
                  </a:lnTo>
                  <a:lnTo>
                    <a:pt x="1462918" y="131217"/>
                  </a:lnTo>
                  <a:lnTo>
                    <a:pt x="1462567" y="132024"/>
                  </a:lnTo>
                  <a:lnTo>
                    <a:pt x="1463829" y="131723"/>
                  </a:lnTo>
                  <a:lnTo>
                    <a:pt x="1465017" y="131005"/>
                  </a:lnTo>
                  <a:lnTo>
                    <a:pt x="1464402" y="130443"/>
                  </a:lnTo>
                  <a:lnTo>
                    <a:pt x="1460403" y="128486"/>
                  </a:lnTo>
                  <a:lnTo>
                    <a:pt x="1459565" y="127829"/>
                  </a:lnTo>
                  <a:lnTo>
                    <a:pt x="1460731" y="128167"/>
                  </a:lnTo>
                  <a:lnTo>
                    <a:pt x="1466092" y="130659"/>
                  </a:lnTo>
                  <a:lnTo>
                    <a:pt x="1467567" y="131613"/>
                  </a:lnTo>
                  <a:lnTo>
                    <a:pt x="1466943" y="131797"/>
                  </a:lnTo>
                  <a:lnTo>
                    <a:pt x="1466506" y="132355"/>
                  </a:lnTo>
                  <a:lnTo>
                    <a:pt x="1466981" y="132592"/>
                  </a:lnTo>
                  <a:lnTo>
                    <a:pt x="1467627" y="132415"/>
                  </a:lnTo>
                  <a:lnTo>
                    <a:pt x="1468700" y="132299"/>
                  </a:lnTo>
                  <a:lnTo>
                    <a:pt x="1469742" y="132615"/>
                  </a:lnTo>
                  <a:lnTo>
                    <a:pt x="1470930" y="133283"/>
                  </a:lnTo>
                  <a:lnTo>
                    <a:pt x="1473433" y="134057"/>
                  </a:lnTo>
                  <a:lnTo>
                    <a:pt x="1488211" y="140209"/>
                  </a:lnTo>
                  <a:lnTo>
                    <a:pt x="1488545" y="141269"/>
                  </a:lnTo>
                  <a:lnTo>
                    <a:pt x="1488961" y="141765"/>
                  </a:lnTo>
                  <a:lnTo>
                    <a:pt x="1489211" y="142399"/>
                  </a:lnTo>
                  <a:lnTo>
                    <a:pt x="1489277" y="143437"/>
                  </a:lnTo>
                  <a:lnTo>
                    <a:pt x="1487932" y="144682"/>
                  </a:lnTo>
                  <a:lnTo>
                    <a:pt x="1490010" y="144570"/>
                  </a:lnTo>
                  <a:lnTo>
                    <a:pt x="1490315" y="144409"/>
                  </a:lnTo>
                  <a:lnTo>
                    <a:pt x="1490856" y="143900"/>
                  </a:lnTo>
                  <a:lnTo>
                    <a:pt x="1491451" y="143565"/>
                  </a:lnTo>
                  <a:lnTo>
                    <a:pt x="1492252" y="143982"/>
                  </a:lnTo>
                  <a:lnTo>
                    <a:pt x="1492897" y="144801"/>
                  </a:lnTo>
                  <a:lnTo>
                    <a:pt x="1492708" y="145922"/>
                  </a:lnTo>
                  <a:lnTo>
                    <a:pt x="1492135" y="146829"/>
                  </a:lnTo>
                  <a:lnTo>
                    <a:pt x="1492062" y="148369"/>
                  </a:lnTo>
                  <a:lnTo>
                    <a:pt x="1492564" y="149663"/>
                  </a:lnTo>
                  <a:lnTo>
                    <a:pt x="1493097" y="150205"/>
                  </a:lnTo>
                  <a:lnTo>
                    <a:pt x="1493524" y="150827"/>
                  </a:lnTo>
                  <a:lnTo>
                    <a:pt x="1493642" y="152675"/>
                  </a:lnTo>
                  <a:lnTo>
                    <a:pt x="1492706" y="153504"/>
                  </a:lnTo>
                  <a:lnTo>
                    <a:pt x="1492187" y="154923"/>
                  </a:lnTo>
                  <a:lnTo>
                    <a:pt x="1492761" y="155063"/>
                  </a:lnTo>
                  <a:lnTo>
                    <a:pt x="1494555" y="155198"/>
                  </a:lnTo>
                  <a:lnTo>
                    <a:pt x="1495143" y="155450"/>
                  </a:lnTo>
                  <a:lnTo>
                    <a:pt x="1496172" y="156112"/>
                  </a:lnTo>
                  <a:lnTo>
                    <a:pt x="1496418" y="156750"/>
                  </a:lnTo>
                  <a:lnTo>
                    <a:pt x="1496645" y="157619"/>
                  </a:lnTo>
                  <a:lnTo>
                    <a:pt x="1496976" y="158426"/>
                  </a:lnTo>
                  <a:lnTo>
                    <a:pt x="1497209" y="158813"/>
                  </a:lnTo>
                  <a:lnTo>
                    <a:pt x="1497475" y="158756"/>
                  </a:lnTo>
                  <a:lnTo>
                    <a:pt x="1498507" y="157638"/>
                  </a:lnTo>
                  <a:lnTo>
                    <a:pt x="1498989" y="157305"/>
                  </a:lnTo>
                  <a:lnTo>
                    <a:pt x="1500136" y="157016"/>
                  </a:lnTo>
                  <a:lnTo>
                    <a:pt x="1500770" y="158279"/>
                  </a:lnTo>
                  <a:lnTo>
                    <a:pt x="1500322" y="160412"/>
                  </a:lnTo>
                  <a:lnTo>
                    <a:pt x="1500697" y="160411"/>
                  </a:lnTo>
                  <a:lnTo>
                    <a:pt x="1500990" y="160186"/>
                  </a:lnTo>
                  <a:lnTo>
                    <a:pt x="1501359" y="159615"/>
                  </a:lnTo>
                  <a:lnTo>
                    <a:pt x="1501884" y="159284"/>
                  </a:lnTo>
                  <a:lnTo>
                    <a:pt x="1502527" y="158509"/>
                  </a:lnTo>
                  <a:lnTo>
                    <a:pt x="1503076" y="157552"/>
                  </a:lnTo>
                  <a:lnTo>
                    <a:pt x="1502428" y="156804"/>
                  </a:lnTo>
                  <a:lnTo>
                    <a:pt x="1501686" y="156337"/>
                  </a:lnTo>
                  <a:lnTo>
                    <a:pt x="1499974" y="156074"/>
                  </a:lnTo>
                  <a:lnTo>
                    <a:pt x="1499080" y="155515"/>
                  </a:lnTo>
                  <a:lnTo>
                    <a:pt x="1498747" y="154801"/>
                  </a:lnTo>
                  <a:lnTo>
                    <a:pt x="1499617" y="154512"/>
                  </a:lnTo>
                  <a:lnTo>
                    <a:pt x="1500364" y="153993"/>
                  </a:lnTo>
                  <a:lnTo>
                    <a:pt x="1500885" y="152755"/>
                  </a:lnTo>
                  <a:lnTo>
                    <a:pt x="1500759" y="152074"/>
                  </a:lnTo>
                  <a:lnTo>
                    <a:pt x="1500550" y="151403"/>
                  </a:lnTo>
                  <a:lnTo>
                    <a:pt x="1500120" y="150464"/>
                  </a:lnTo>
                  <a:lnTo>
                    <a:pt x="1499478" y="149917"/>
                  </a:lnTo>
                  <a:lnTo>
                    <a:pt x="1498255" y="149645"/>
                  </a:lnTo>
                  <a:lnTo>
                    <a:pt x="1497704" y="149112"/>
                  </a:lnTo>
                  <a:lnTo>
                    <a:pt x="1496861" y="149142"/>
                  </a:lnTo>
                  <a:lnTo>
                    <a:pt x="1496028" y="148982"/>
                  </a:lnTo>
                  <a:lnTo>
                    <a:pt x="1495692" y="148787"/>
                  </a:lnTo>
                  <a:lnTo>
                    <a:pt x="1495733" y="148403"/>
                  </a:lnTo>
                  <a:lnTo>
                    <a:pt x="1496703" y="148228"/>
                  </a:lnTo>
                  <a:lnTo>
                    <a:pt x="1502035" y="148182"/>
                  </a:lnTo>
                  <a:lnTo>
                    <a:pt x="1503968" y="147647"/>
                  </a:lnTo>
                  <a:lnTo>
                    <a:pt x="1504849" y="147815"/>
                  </a:lnTo>
                  <a:lnTo>
                    <a:pt x="1505725" y="148200"/>
                  </a:lnTo>
                  <a:lnTo>
                    <a:pt x="1508906" y="148703"/>
                  </a:lnTo>
                  <a:lnTo>
                    <a:pt x="1508813" y="148938"/>
                  </a:lnTo>
                  <a:lnTo>
                    <a:pt x="1508278" y="149177"/>
                  </a:lnTo>
                  <a:lnTo>
                    <a:pt x="1507338" y="150297"/>
                  </a:lnTo>
                  <a:lnTo>
                    <a:pt x="1507153" y="150933"/>
                  </a:lnTo>
                  <a:lnTo>
                    <a:pt x="1507112" y="151740"/>
                  </a:lnTo>
                  <a:lnTo>
                    <a:pt x="1507949" y="151897"/>
                  </a:lnTo>
                  <a:lnTo>
                    <a:pt x="1508739" y="151555"/>
                  </a:lnTo>
                  <a:lnTo>
                    <a:pt x="1508354" y="150905"/>
                  </a:lnTo>
                  <a:lnTo>
                    <a:pt x="1508239" y="150105"/>
                  </a:lnTo>
                  <a:lnTo>
                    <a:pt x="1508573" y="149756"/>
                  </a:lnTo>
                  <a:lnTo>
                    <a:pt x="1509009" y="149681"/>
                  </a:lnTo>
                  <a:lnTo>
                    <a:pt x="1509845" y="150282"/>
                  </a:lnTo>
                  <a:lnTo>
                    <a:pt x="1510752" y="150474"/>
                  </a:lnTo>
                  <a:lnTo>
                    <a:pt x="1513799" y="150713"/>
                  </a:lnTo>
                  <a:lnTo>
                    <a:pt x="1514662" y="150636"/>
                  </a:lnTo>
                  <a:lnTo>
                    <a:pt x="1514939" y="150329"/>
                  </a:lnTo>
                  <a:lnTo>
                    <a:pt x="1514344" y="149976"/>
                  </a:lnTo>
                  <a:lnTo>
                    <a:pt x="1510380" y="149193"/>
                  </a:lnTo>
                  <a:lnTo>
                    <a:pt x="1510327" y="148762"/>
                  </a:lnTo>
                  <a:lnTo>
                    <a:pt x="1513984" y="149293"/>
                  </a:lnTo>
                  <a:lnTo>
                    <a:pt x="1515627" y="149782"/>
                  </a:lnTo>
                  <a:lnTo>
                    <a:pt x="1517268" y="150147"/>
                  </a:lnTo>
                  <a:lnTo>
                    <a:pt x="1519561" y="150039"/>
                  </a:lnTo>
                  <a:lnTo>
                    <a:pt x="1521793" y="150619"/>
                  </a:lnTo>
                  <a:lnTo>
                    <a:pt x="1523931" y="152195"/>
                  </a:lnTo>
                  <a:lnTo>
                    <a:pt x="1525909" y="154175"/>
                  </a:lnTo>
                  <a:lnTo>
                    <a:pt x="1527908" y="155347"/>
                  </a:lnTo>
                  <a:lnTo>
                    <a:pt x="1530014" y="156226"/>
                  </a:lnTo>
                  <a:lnTo>
                    <a:pt x="1533524" y="158632"/>
                  </a:lnTo>
                  <a:lnTo>
                    <a:pt x="1533960" y="158821"/>
                  </a:lnTo>
                  <a:lnTo>
                    <a:pt x="1534305" y="159148"/>
                  </a:lnTo>
                  <a:lnTo>
                    <a:pt x="1533645" y="159555"/>
                  </a:lnTo>
                  <a:lnTo>
                    <a:pt x="1533062" y="160143"/>
                  </a:lnTo>
                  <a:lnTo>
                    <a:pt x="1534208" y="159736"/>
                  </a:lnTo>
                  <a:lnTo>
                    <a:pt x="1535364" y="159460"/>
                  </a:lnTo>
                  <a:lnTo>
                    <a:pt x="1535931" y="159513"/>
                  </a:lnTo>
                  <a:lnTo>
                    <a:pt x="1536444" y="159822"/>
                  </a:lnTo>
                  <a:lnTo>
                    <a:pt x="1536779" y="160317"/>
                  </a:lnTo>
                  <a:lnTo>
                    <a:pt x="1536965" y="160807"/>
                  </a:lnTo>
                  <a:lnTo>
                    <a:pt x="1536473" y="161253"/>
                  </a:lnTo>
                  <a:lnTo>
                    <a:pt x="1539833" y="161335"/>
                  </a:lnTo>
                  <a:lnTo>
                    <a:pt x="1540882" y="161619"/>
                  </a:lnTo>
                  <a:lnTo>
                    <a:pt x="1541343" y="162804"/>
                  </a:lnTo>
                  <a:lnTo>
                    <a:pt x="1540373" y="163630"/>
                  </a:lnTo>
                  <a:lnTo>
                    <a:pt x="1539806" y="163530"/>
                  </a:lnTo>
                  <a:lnTo>
                    <a:pt x="1539260" y="163182"/>
                  </a:lnTo>
                  <a:lnTo>
                    <a:pt x="1538745" y="163147"/>
                  </a:lnTo>
                  <a:lnTo>
                    <a:pt x="1537273" y="163502"/>
                  </a:lnTo>
                  <a:lnTo>
                    <a:pt x="1534987" y="164612"/>
                  </a:lnTo>
                  <a:lnTo>
                    <a:pt x="1533666" y="165492"/>
                  </a:lnTo>
                  <a:lnTo>
                    <a:pt x="1533454" y="166075"/>
                  </a:lnTo>
                  <a:lnTo>
                    <a:pt x="1533659" y="167656"/>
                  </a:lnTo>
                  <a:lnTo>
                    <a:pt x="1533474" y="168409"/>
                  </a:lnTo>
                  <a:lnTo>
                    <a:pt x="1532477" y="168893"/>
                  </a:lnTo>
                  <a:lnTo>
                    <a:pt x="1530296" y="168599"/>
                  </a:lnTo>
                  <a:lnTo>
                    <a:pt x="1529306" y="168289"/>
                  </a:lnTo>
                  <a:lnTo>
                    <a:pt x="1528194" y="167868"/>
                  </a:lnTo>
                  <a:lnTo>
                    <a:pt x="1527125" y="167285"/>
                  </a:lnTo>
                  <a:lnTo>
                    <a:pt x="1525755" y="166349"/>
                  </a:lnTo>
                  <a:lnTo>
                    <a:pt x="1525332" y="166260"/>
                  </a:lnTo>
                  <a:lnTo>
                    <a:pt x="1525052" y="166485"/>
                  </a:lnTo>
                  <a:lnTo>
                    <a:pt x="1525520" y="167077"/>
                  </a:lnTo>
                  <a:lnTo>
                    <a:pt x="1526451" y="167820"/>
                  </a:lnTo>
                  <a:lnTo>
                    <a:pt x="1528048" y="168802"/>
                  </a:lnTo>
                  <a:lnTo>
                    <a:pt x="1528807" y="169892"/>
                  </a:lnTo>
                  <a:lnTo>
                    <a:pt x="1528319" y="170435"/>
                  </a:lnTo>
                  <a:lnTo>
                    <a:pt x="1527712" y="170559"/>
                  </a:lnTo>
                  <a:lnTo>
                    <a:pt x="1527276" y="170550"/>
                  </a:lnTo>
                  <a:lnTo>
                    <a:pt x="1525879" y="170209"/>
                  </a:lnTo>
                  <a:lnTo>
                    <a:pt x="1524909" y="170127"/>
                  </a:lnTo>
                  <a:lnTo>
                    <a:pt x="1521843" y="170443"/>
                  </a:lnTo>
                  <a:lnTo>
                    <a:pt x="1520738" y="170645"/>
                  </a:lnTo>
                  <a:lnTo>
                    <a:pt x="1520359" y="170477"/>
                  </a:lnTo>
                  <a:lnTo>
                    <a:pt x="1520265" y="170002"/>
                  </a:lnTo>
                  <a:lnTo>
                    <a:pt x="1518615" y="169655"/>
                  </a:lnTo>
                  <a:lnTo>
                    <a:pt x="1517647" y="169606"/>
                  </a:lnTo>
                  <a:lnTo>
                    <a:pt x="1517189" y="169440"/>
                  </a:lnTo>
                  <a:lnTo>
                    <a:pt x="1516810" y="168949"/>
                  </a:lnTo>
                  <a:lnTo>
                    <a:pt x="1515737" y="168223"/>
                  </a:lnTo>
                  <a:lnTo>
                    <a:pt x="1514110" y="167938"/>
                  </a:lnTo>
                  <a:lnTo>
                    <a:pt x="1513055" y="167905"/>
                  </a:lnTo>
                  <a:lnTo>
                    <a:pt x="1512449" y="168063"/>
                  </a:lnTo>
                  <a:lnTo>
                    <a:pt x="1514594" y="169026"/>
                  </a:lnTo>
                  <a:lnTo>
                    <a:pt x="1516511" y="170644"/>
                  </a:lnTo>
                  <a:lnTo>
                    <a:pt x="1516151" y="170943"/>
                  </a:lnTo>
                  <a:lnTo>
                    <a:pt x="1515907" y="171292"/>
                  </a:lnTo>
                  <a:lnTo>
                    <a:pt x="1516967" y="171317"/>
                  </a:lnTo>
                  <a:lnTo>
                    <a:pt x="1517657" y="171206"/>
                  </a:lnTo>
                  <a:lnTo>
                    <a:pt x="1517858" y="171632"/>
                  </a:lnTo>
                  <a:lnTo>
                    <a:pt x="1517306" y="173340"/>
                  </a:lnTo>
                  <a:lnTo>
                    <a:pt x="1516933" y="173718"/>
                  </a:lnTo>
                  <a:lnTo>
                    <a:pt x="1513597" y="174096"/>
                  </a:lnTo>
                  <a:lnTo>
                    <a:pt x="1514437" y="174379"/>
                  </a:lnTo>
                  <a:lnTo>
                    <a:pt x="1515299" y="174468"/>
                  </a:lnTo>
                  <a:lnTo>
                    <a:pt x="1516276" y="174400"/>
                  </a:lnTo>
                  <a:lnTo>
                    <a:pt x="1517153" y="174693"/>
                  </a:lnTo>
                  <a:lnTo>
                    <a:pt x="1517743" y="175767"/>
                  </a:lnTo>
                  <a:lnTo>
                    <a:pt x="1517842" y="176891"/>
                  </a:lnTo>
                  <a:lnTo>
                    <a:pt x="1516980" y="177533"/>
                  </a:lnTo>
                  <a:lnTo>
                    <a:pt x="1516087" y="178054"/>
                  </a:lnTo>
                  <a:lnTo>
                    <a:pt x="1514251" y="178846"/>
                  </a:lnTo>
                  <a:lnTo>
                    <a:pt x="1512362" y="179196"/>
                  </a:lnTo>
                  <a:lnTo>
                    <a:pt x="1511369" y="179108"/>
                  </a:lnTo>
                  <a:lnTo>
                    <a:pt x="1510407" y="179284"/>
                  </a:lnTo>
                  <a:lnTo>
                    <a:pt x="1509772" y="179694"/>
                  </a:lnTo>
                  <a:lnTo>
                    <a:pt x="1509587" y="180110"/>
                  </a:lnTo>
                  <a:lnTo>
                    <a:pt x="1510417" y="179835"/>
                  </a:lnTo>
                  <a:lnTo>
                    <a:pt x="1511374" y="179988"/>
                  </a:lnTo>
                  <a:lnTo>
                    <a:pt x="1512281" y="180484"/>
                  </a:lnTo>
                  <a:lnTo>
                    <a:pt x="1512181" y="180894"/>
                  </a:lnTo>
                  <a:lnTo>
                    <a:pt x="1511320" y="181340"/>
                  </a:lnTo>
                  <a:lnTo>
                    <a:pt x="1511117" y="181678"/>
                  </a:lnTo>
                  <a:lnTo>
                    <a:pt x="1511448" y="182249"/>
                  </a:lnTo>
                  <a:lnTo>
                    <a:pt x="1511336" y="182739"/>
                  </a:lnTo>
                  <a:lnTo>
                    <a:pt x="1511778" y="183003"/>
                  </a:lnTo>
                  <a:lnTo>
                    <a:pt x="1512793" y="183096"/>
                  </a:lnTo>
                  <a:lnTo>
                    <a:pt x="1514030" y="183450"/>
                  </a:lnTo>
                  <a:lnTo>
                    <a:pt x="1515248" y="183920"/>
                  </a:lnTo>
                  <a:lnTo>
                    <a:pt x="1515728" y="184323"/>
                  </a:lnTo>
                  <a:lnTo>
                    <a:pt x="1516133" y="184890"/>
                  </a:lnTo>
                  <a:lnTo>
                    <a:pt x="1516276" y="185491"/>
                  </a:lnTo>
                  <a:lnTo>
                    <a:pt x="1516061" y="185737"/>
                  </a:lnTo>
                  <a:lnTo>
                    <a:pt x="1513287" y="185832"/>
                  </a:lnTo>
                  <a:lnTo>
                    <a:pt x="1512866" y="185760"/>
                  </a:lnTo>
                  <a:lnTo>
                    <a:pt x="1512707" y="185095"/>
                  </a:lnTo>
                  <a:lnTo>
                    <a:pt x="1512371" y="184551"/>
                  </a:lnTo>
                  <a:lnTo>
                    <a:pt x="1511315" y="184173"/>
                  </a:lnTo>
                  <a:lnTo>
                    <a:pt x="1510881" y="184434"/>
                  </a:lnTo>
                  <a:lnTo>
                    <a:pt x="1511194" y="186358"/>
                  </a:lnTo>
                  <a:lnTo>
                    <a:pt x="1510776" y="186940"/>
                  </a:lnTo>
                  <a:lnTo>
                    <a:pt x="1510312" y="187361"/>
                  </a:lnTo>
                  <a:lnTo>
                    <a:pt x="1508909" y="187609"/>
                  </a:lnTo>
                  <a:lnTo>
                    <a:pt x="1507792" y="187470"/>
                  </a:lnTo>
                  <a:lnTo>
                    <a:pt x="1506844" y="186561"/>
                  </a:lnTo>
                  <a:lnTo>
                    <a:pt x="1506846" y="185786"/>
                  </a:lnTo>
                  <a:lnTo>
                    <a:pt x="1507473" y="185336"/>
                  </a:lnTo>
                  <a:lnTo>
                    <a:pt x="1507472" y="184712"/>
                  </a:lnTo>
                  <a:lnTo>
                    <a:pt x="1507300" y="183985"/>
                  </a:lnTo>
                  <a:lnTo>
                    <a:pt x="1506655" y="184829"/>
                  </a:lnTo>
                  <a:lnTo>
                    <a:pt x="1505905" y="185532"/>
                  </a:lnTo>
                  <a:lnTo>
                    <a:pt x="1504688" y="186413"/>
                  </a:lnTo>
                  <a:lnTo>
                    <a:pt x="1504098" y="186526"/>
                  </a:lnTo>
                  <a:lnTo>
                    <a:pt x="1503495" y="186426"/>
                  </a:lnTo>
                  <a:lnTo>
                    <a:pt x="1501904" y="185796"/>
                  </a:lnTo>
                  <a:lnTo>
                    <a:pt x="1500925" y="185248"/>
                  </a:lnTo>
                  <a:lnTo>
                    <a:pt x="1499000" y="183451"/>
                  </a:lnTo>
                  <a:lnTo>
                    <a:pt x="1497929" y="182617"/>
                  </a:lnTo>
                  <a:lnTo>
                    <a:pt x="1495540" y="181499"/>
                  </a:lnTo>
                  <a:lnTo>
                    <a:pt x="1493081" y="180687"/>
                  </a:lnTo>
                  <a:lnTo>
                    <a:pt x="1491136" y="180161"/>
                  </a:lnTo>
                  <a:lnTo>
                    <a:pt x="1490097" y="180223"/>
                  </a:lnTo>
                  <a:lnTo>
                    <a:pt x="1489056" y="180436"/>
                  </a:lnTo>
                  <a:lnTo>
                    <a:pt x="1487739" y="180319"/>
                  </a:lnTo>
                  <a:lnTo>
                    <a:pt x="1487294" y="180119"/>
                  </a:lnTo>
                  <a:lnTo>
                    <a:pt x="1486905" y="179675"/>
                  </a:lnTo>
                  <a:lnTo>
                    <a:pt x="1486551" y="179416"/>
                  </a:lnTo>
                  <a:lnTo>
                    <a:pt x="1484704" y="178314"/>
                  </a:lnTo>
                  <a:lnTo>
                    <a:pt x="1483399" y="177411"/>
                  </a:lnTo>
                  <a:lnTo>
                    <a:pt x="1483346" y="176807"/>
                  </a:lnTo>
                  <a:lnTo>
                    <a:pt x="1483622" y="176091"/>
                  </a:lnTo>
                  <a:lnTo>
                    <a:pt x="1483377" y="174315"/>
                  </a:lnTo>
                  <a:lnTo>
                    <a:pt x="1482745" y="172646"/>
                  </a:lnTo>
                  <a:lnTo>
                    <a:pt x="1481134" y="170992"/>
                  </a:lnTo>
                  <a:lnTo>
                    <a:pt x="1476837" y="169925"/>
                  </a:lnTo>
                  <a:lnTo>
                    <a:pt x="1473292" y="169175"/>
                  </a:lnTo>
                  <a:lnTo>
                    <a:pt x="1472023" y="169004"/>
                  </a:lnTo>
                  <a:lnTo>
                    <a:pt x="1470897" y="169171"/>
                  </a:lnTo>
                  <a:lnTo>
                    <a:pt x="1467931" y="170537"/>
                  </a:lnTo>
                  <a:lnTo>
                    <a:pt x="1465946" y="170732"/>
                  </a:lnTo>
                  <a:lnTo>
                    <a:pt x="1460160" y="170800"/>
                  </a:lnTo>
                  <a:lnTo>
                    <a:pt x="1459192" y="170651"/>
                  </a:lnTo>
                  <a:lnTo>
                    <a:pt x="1458320" y="170070"/>
                  </a:lnTo>
                  <a:lnTo>
                    <a:pt x="1458119" y="169291"/>
                  </a:lnTo>
                  <a:lnTo>
                    <a:pt x="1458371" y="167846"/>
                  </a:lnTo>
                  <a:lnTo>
                    <a:pt x="1458342" y="167235"/>
                  </a:lnTo>
                  <a:lnTo>
                    <a:pt x="1458116" y="167029"/>
                  </a:lnTo>
                  <a:lnTo>
                    <a:pt x="1457810" y="167046"/>
                  </a:lnTo>
                  <a:lnTo>
                    <a:pt x="1456669" y="166469"/>
                  </a:lnTo>
                  <a:lnTo>
                    <a:pt x="1455610" y="165501"/>
                  </a:lnTo>
                  <a:lnTo>
                    <a:pt x="1454775" y="164501"/>
                  </a:lnTo>
                  <a:lnTo>
                    <a:pt x="1454210" y="163158"/>
                  </a:lnTo>
                  <a:lnTo>
                    <a:pt x="1454975" y="163091"/>
                  </a:lnTo>
                  <a:lnTo>
                    <a:pt x="1456030" y="163424"/>
                  </a:lnTo>
                  <a:lnTo>
                    <a:pt x="1456183" y="163095"/>
                  </a:lnTo>
                  <a:lnTo>
                    <a:pt x="1456531" y="161882"/>
                  </a:lnTo>
                  <a:lnTo>
                    <a:pt x="1457264" y="161299"/>
                  </a:lnTo>
                  <a:lnTo>
                    <a:pt x="1457545" y="160847"/>
                  </a:lnTo>
                  <a:lnTo>
                    <a:pt x="1458041" y="159199"/>
                  </a:lnTo>
                  <a:lnTo>
                    <a:pt x="1458113" y="158014"/>
                  </a:lnTo>
                  <a:lnTo>
                    <a:pt x="1457269" y="158661"/>
                  </a:lnTo>
                  <a:lnTo>
                    <a:pt x="1455972" y="160305"/>
                  </a:lnTo>
                  <a:lnTo>
                    <a:pt x="1455329" y="160788"/>
                  </a:lnTo>
                  <a:lnTo>
                    <a:pt x="1454882" y="161006"/>
                  </a:lnTo>
                  <a:lnTo>
                    <a:pt x="1454433" y="161105"/>
                  </a:lnTo>
                  <a:lnTo>
                    <a:pt x="1453387" y="160776"/>
                  </a:lnTo>
                  <a:lnTo>
                    <a:pt x="1452640" y="160380"/>
                  </a:lnTo>
                  <a:lnTo>
                    <a:pt x="1452623" y="158787"/>
                  </a:lnTo>
                  <a:lnTo>
                    <a:pt x="1452277" y="158384"/>
                  </a:lnTo>
                  <a:lnTo>
                    <a:pt x="1451946" y="158687"/>
                  </a:lnTo>
                  <a:lnTo>
                    <a:pt x="1451811" y="159255"/>
                  </a:lnTo>
                  <a:lnTo>
                    <a:pt x="1450860" y="159359"/>
                  </a:lnTo>
                  <a:lnTo>
                    <a:pt x="1450416" y="159605"/>
                  </a:lnTo>
                  <a:lnTo>
                    <a:pt x="1450642" y="160549"/>
                  </a:lnTo>
                  <a:lnTo>
                    <a:pt x="1450538" y="161347"/>
                  </a:lnTo>
                  <a:lnTo>
                    <a:pt x="1449635" y="161647"/>
                  </a:lnTo>
                  <a:lnTo>
                    <a:pt x="1447804" y="161831"/>
                  </a:lnTo>
                  <a:lnTo>
                    <a:pt x="1447169" y="161046"/>
                  </a:lnTo>
                  <a:lnTo>
                    <a:pt x="1446624" y="162140"/>
                  </a:lnTo>
                  <a:lnTo>
                    <a:pt x="1446220" y="163364"/>
                  </a:lnTo>
                  <a:lnTo>
                    <a:pt x="1446163" y="164997"/>
                  </a:lnTo>
                  <a:lnTo>
                    <a:pt x="1446743" y="166351"/>
                  </a:lnTo>
                  <a:lnTo>
                    <a:pt x="1447573" y="166996"/>
                  </a:lnTo>
                  <a:lnTo>
                    <a:pt x="1449385" y="167969"/>
                  </a:lnTo>
                  <a:lnTo>
                    <a:pt x="1450171" y="168655"/>
                  </a:lnTo>
                  <a:lnTo>
                    <a:pt x="1450376" y="169539"/>
                  </a:lnTo>
                  <a:lnTo>
                    <a:pt x="1450303" y="170355"/>
                  </a:lnTo>
                  <a:lnTo>
                    <a:pt x="1449361" y="171351"/>
                  </a:lnTo>
                  <a:lnTo>
                    <a:pt x="1448720" y="172175"/>
                  </a:lnTo>
                  <a:lnTo>
                    <a:pt x="1447625" y="174157"/>
                  </a:lnTo>
                  <a:lnTo>
                    <a:pt x="1446968" y="174951"/>
                  </a:lnTo>
                  <a:lnTo>
                    <a:pt x="1444173" y="176625"/>
                  </a:lnTo>
                  <a:lnTo>
                    <a:pt x="1442539" y="177086"/>
                  </a:lnTo>
                  <a:lnTo>
                    <a:pt x="1440875" y="178665"/>
                  </a:lnTo>
                  <a:lnTo>
                    <a:pt x="1438953" y="180045"/>
                  </a:lnTo>
                  <a:lnTo>
                    <a:pt x="1436131" y="180609"/>
                  </a:lnTo>
                  <a:lnTo>
                    <a:pt x="1431859" y="182708"/>
                  </a:lnTo>
                  <a:lnTo>
                    <a:pt x="1430166" y="183100"/>
                  </a:lnTo>
                  <a:lnTo>
                    <a:pt x="1427951" y="182134"/>
                  </a:lnTo>
                  <a:lnTo>
                    <a:pt x="1422873" y="181509"/>
                  </a:lnTo>
                  <a:lnTo>
                    <a:pt x="1421293" y="180661"/>
                  </a:lnTo>
                  <a:lnTo>
                    <a:pt x="1418979" y="178520"/>
                  </a:lnTo>
                  <a:lnTo>
                    <a:pt x="1418173" y="178210"/>
                  </a:lnTo>
                  <a:lnTo>
                    <a:pt x="1417486" y="177366"/>
                  </a:lnTo>
                  <a:lnTo>
                    <a:pt x="1414663" y="176420"/>
                  </a:lnTo>
                  <a:lnTo>
                    <a:pt x="1412241" y="177038"/>
                  </a:lnTo>
                  <a:lnTo>
                    <a:pt x="1410238" y="176569"/>
                  </a:lnTo>
                  <a:lnTo>
                    <a:pt x="1409556" y="176903"/>
                  </a:lnTo>
                  <a:lnTo>
                    <a:pt x="1410607" y="177210"/>
                  </a:lnTo>
                  <a:lnTo>
                    <a:pt x="1412437" y="177462"/>
                  </a:lnTo>
                  <a:lnTo>
                    <a:pt x="1415223" y="177339"/>
                  </a:lnTo>
                  <a:lnTo>
                    <a:pt x="1416143" y="177567"/>
                  </a:lnTo>
                  <a:lnTo>
                    <a:pt x="1416958" y="178301"/>
                  </a:lnTo>
                  <a:lnTo>
                    <a:pt x="1417899" y="179492"/>
                  </a:lnTo>
                  <a:lnTo>
                    <a:pt x="1417193" y="180285"/>
                  </a:lnTo>
                  <a:lnTo>
                    <a:pt x="1416441" y="180538"/>
                  </a:lnTo>
                  <a:lnTo>
                    <a:pt x="1414192" y="179666"/>
                  </a:lnTo>
                  <a:lnTo>
                    <a:pt x="1411596" y="179794"/>
                  </a:lnTo>
                  <a:lnTo>
                    <a:pt x="1410393" y="179583"/>
                  </a:lnTo>
                  <a:lnTo>
                    <a:pt x="1406908" y="178108"/>
                  </a:lnTo>
                  <a:lnTo>
                    <a:pt x="1404259" y="179738"/>
                  </a:lnTo>
                  <a:lnTo>
                    <a:pt x="1400620" y="180580"/>
                  </a:lnTo>
                  <a:lnTo>
                    <a:pt x="1397794" y="180675"/>
                  </a:lnTo>
                  <a:lnTo>
                    <a:pt x="1392600" y="181972"/>
                  </a:lnTo>
                  <a:lnTo>
                    <a:pt x="1394018" y="182006"/>
                  </a:lnTo>
                  <a:lnTo>
                    <a:pt x="1397787" y="181097"/>
                  </a:lnTo>
                  <a:lnTo>
                    <a:pt x="1399997" y="181097"/>
                  </a:lnTo>
                  <a:lnTo>
                    <a:pt x="1403283" y="180597"/>
                  </a:lnTo>
                  <a:lnTo>
                    <a:pt x="1404992" y="179999"/>
                  </a:lnTo>
                  <a:lnTo>
                    <a:pt x="1405818" y="179443"/>
                  </a:lnTo>
                  <a:lnTo>
                    <a:pt x="1406865" y="178891"/>
                  </a:lnTo>
                  <a:lnTo>
                    <a:pt x="1407931" y="179170"/>
                  </a:lnTo>
                  <a:lnTo>
                    <a:pt x="1408666" y="179752"/>
                  </a:lnTo>
                  <a:lnTo>
                    <a:pt x="1409176" y="180578"/>
                  </a:lnTo>
                  <a:lnTo>
                    <a:pt x="1409650" y="181675"/>
                  </a:lnTo>
                  <a:lnTo>
                    <a:pt x="1409009" y="182252"/>
                  </a:lnTo>
                  <a:lnTo>
                    <a:pt x="1408406" y="182557"/>
                  </a:lnTo>
                  <a:lnTo>
                    <a:pt x="1407663" y="183339"/>
                  </a:lnTo>
                  <a:lnTo>
                    <a:pt x="1411132" y="181992"/>
                  </a:lnTo>
                  <a:lnTo>
                    <a:pt x="1413245" y="182795"/>
                  </a:lnTo>
                  <a:lnTo>
                    <a:pt x="1414304" y="182670"/>
                  </a:lnTo>
                  <a:lnTo>
                    <a:pt x="1416262" y="181479"/>
                  </a:lnTo>
                  <a:lnTo>
                    <a:pt x="1419457" y="180714"/>
                  </a:lnTo>
                  <a:lnTo>
                    <a:pt x="1419834" y="180863"/>
                  </a:lnTo>
                  <a:lnTo>
                    <a:pt x="1420210" y="181233"/>
                  </a:lnTo>
                  <a:lnTo>
                    <a:pt x="1419668" y="183521"/>
                  </a:lnTo>
                  <a:lnTo>
                    <a:pt x="1419886" y="185311"/>
                  </a:lnTo>
                  <a:lnTo>
                    <a:pt x="1422295" y="187260"/>
                  </a:lnTo>
                  <a:lnTo>
                    <a:pt x="1424810" y="188410"/>
                  </a:lnTo>
                  <a:lnTo>
                    <a:pt x="1425674" y="188448"/>
                  </a:lnTo>
                  <a:lnTo>
                    <a:pt x="1426487" y="188229"/>
                  </a:lnTo>
                  <a:lnTo>
                    <a:pt x="1426803" y="187199"/>
                  </a:lnTo>
                  <a:lnTo>
                    <a:pt x="1427422" y="186428"/>
                  </a:lnTo>
                  <a:lnTo>
                    <a:pt x="1428212" y="187125"/>
                  </a:lnTo>
                  <a:lnTo>
                    <a:pt x="1428860" y="187872"/>
                  </a:lnTo>
                  <a:lnTo>
                    <a:pt x="1429765" y="189727"/>
                  </a:lnTo>
                  <a:lnTo>
                    <a:pt x="1429743" y="190269"/>
                  </a:lnTo>
                  <a:lnTo>
                    <a:pt x="1429522" y="191352"/>
                  </a:lnTo>
                  <a:lnTo>
                    <a:pt x="1430323" y="191850"/>
                  </a:lnTo>
                  <a:lnTo>
                    <a:pt x="1431403" y="191995"/>
                  </a:lnTo>
                  <a:lnTo>
                    <a:pt x="1431803" y="193710"/>
                  </a:lnTo>
                  <a:lnTo>
                    <a:pt x="1432171" y="196154"/>
                  </a:lnTo>
                  <a:lnTo>
                    <a:pt x="1431697" y="196382"/>
                  </a:lnTo>
                  <a:lnTo>
                    <a:pt x="1431174" y="196382"/>
                  </a:lnTo>
                  <a:lnTo>
                    <a:pt x="1429418" y="197012"/>
                  </a:lnTo>
                  <a:lnTo>
                    <a:pt x="1429661" y="197451"/>
                  </a:lnTo>
                  <a:lnTo>
                    <a:pt x="1431436" y="197694"/>
                  </a:lnTo>
                  <a:lnTo>
                    <a:pt x="1431935" y="198184"/>
                  </a:lnTo>
                  <a:lnTo>
                    <a:pt x="1431579" y="199322"/>
                  </a:lnTo>
                  <a:lnTo>
                    <a:pt x="1431672" y="199847"/>
                  </a:lnTo>
                  <a:lnTo>
                    <a:pt x="1432291" y="199952"/>
                  </a:lnTo>
                  <a:lnTo>
                    <a:pt x="1432694" y="199287"/>
                  </a:lnTo>
                  <a:lnTo>
                    <a:pt x="1432587" y="198341"/>
                  </a:lnTo>
                  <a:lnTo>
                    <a:pt x="1432753" y="197922"/>
                  </a:lnTo>
                  <a:lnTo>
                    <a:pt x="1433941" y="199876"/>
                  </a:lnTo>
                  <a:lnTo>
                    <a:pt x="1433969" y="200646"/>
                  </a:lnTo>
                  <a:lnTo>
                    <a:pt x="1434978" y="201519"/>
                  </a:lnTo>
                  <a:lnTo>
                    <a:pt x="1437856" y="202806"/>
                  </a:lnTo>
                  <a:lnTo>
                    <a:pt x="1438388" y="203405"/>
                  </a:lnTo>
                  <a:lnTo>
                    <a:pt x="1438544" y="204374"/>
                  </a:lnTo>
                  <a:lnTo>
                    <a:pt x="1437825" y="204651"/>
                  </a:lnTo>
                  <a:lnTo>
                    <a:pt x="1437168" y="205342"/>
                  </a:lnTo>
                  <a:lnTo>
                    <a:pt x="1437571" y="206297"/>
                  </a:lnTo>
                  <a:lnTo>
                    <a:pt x="1438317" y="207081"/>
                  </a:lnTo>
                  <a:lnTo>
                    <a:pt x="1439546" y="207372"/>
                  </a:lnTo>
                  <a:lnTo>
                    <a:pt x="1440110" y="208618"/>
                  </a:lnTo>
                  <a:lnTo>
                    <a:pt x="1440110" y="209817"/>
                  </a:lnTo>
                  <a:lnTo>
                    <a:pt x="1439227" y="210855"/>
                  </a:lnTo>
                  <a:lnTo>
                    <a:pt x="1437443" y="212288"/>
                  </a:lnTo>
                  <a:lnTo>
                    <a:pt x="1436386" y="212862"/>
                  </a:lnTo>
                  <a:lnTo>
                    <a:pt x="1435979" y="213877"/>
                  </a:lnTo>
                  <a:lnTo>
                    <a:pt x="1435854" y="214938"/>
                  </a:lnTo>
                  <a:lnTo>
                    <a:pt x="1435134" y="214892"/>
                  </a:lnTo>
                  <a:lnTo>
                    <a:pt x="1434370" y="214451"/>
                  </a:lnTo>
                  <a:lnTo>
                    <a:pt x="1425433" y="211777"/>
                  </a:lnTo>
                  <a:lnTo>
                    <a:pt x="1422064" y="211277"/>
                  </a:lnTo>
                  <a:lnTo>
                    <a:pt x="1419114" y="211213"/>
                  </a:lnTo>
                  <a:lnTo>
                    <a:pt x="1418558" y="211051"/>
                  </a:lnTo>
                  <a:lnTo>
                    <a:pt x="1418590" y="210417"/>
                  </a:lnTo>
                  <a:lnTo>
                    <a:pt x="1418778" y="209848"/>
                  </a:lnTo>
                  <a:lnTo>
                    <a:pt x="1419193" y="209127"/>
                  </a:lnTo>
                  <a:lnTo>
                    <a:pt x="1418997" y="208508"/>
                  </a:lnTo>
                  <a:lnTo>
                    <a:pt x="1418613" y="208468"/>
                  </a:lnTo>
                  <a:lnTo>
                    <a:pt x="1418238" y="208939"/>
                  </a:lnTo>
                  <a:lnTo>
                    <a:pt x="1417424" y="208941"/>
                  </a:lnTo>
                  <a:lnTo>
                    <a:pt x="1416653" y="208394"/>
                  </a:lnTo>
                  <a:lnTo>
                    <a:pt x="1416013" y="208565"/>
                  </a:lnTo>
                  <a:lnTo>
                    <a:pt x="1415696" y="209333"/>
                  </a:lnTo>
                  <a:lnTo>
                    <a:pt x="1415445" y="209737"/>
                  </a:lnTo>
                  <a:lnTo>
                    <a:pt x="1415457" y="210219"/>
                  </a:lnTo>
                  <a:lnTo>
                    <a:pt x="1415866" y="210667"/>
                  </a:lnTo>
                  <a:lnTo>
                    <a:pt x="1417585" y="211155"/>
                  </a:lnTo>
                  <a:lnTo>
                    <a:pt x="1417299" y="211582"/>
                  </a:lnTo>
                  <a:lnTo>
                    <a:pt x="1414915" y="211929"/>
                  </a:lnTo>
                  <a:lnTo>
                    <a:pt x="1412976" y="212352"/>
                  </a:lnTo>
                  <a:lnTo>
                    <a:pt x="1410460" y="213676"/>
                  </a:lnTo>
                  <a:lnTo>
                    <a:pt x="1409437" y="214580"/>
                  </a:lnTo>
                  <a:lnTo>
                    <a:pt x="1402676" y="216834"/>
                  </a:lnTo>
                  <a:lnTo>
                    <a:pt x="1401050" y="217622"/>
                  </a:lnTo>
                  <a:lnTo>
                    <a:pt x="1400330" y="217714"/>
                  </a:lnTo>
                  <a:lnTo>
                    <a:pt x="1399403" y="217978"/>
                  </a:lnTo>
                  <a:lnTo>
                    <a:pt x="1398689" y="218926"/>
                  </a:lnTo>
                  <a:lnTo>
                    <a:pt x="1394954" y="220259"/>
                  </a:lnTo>
                  <a:lnTo>
                    <a:pt x="1394173" y="220133"/>
                  </a:lnTo>
                  <a:lnTo>
                    <a:pt x="1393184" y="221252"/>
                  </a:lnTo>
                  <a:lnTo>
                    <a:pt x="1392274" y="221866"/>
                  </a:lnTo>
                  <a:lnTo>
                    <a:pt x="1390104" y="221951"/>
                  </a:lnTo>
                  <a:lnTo>
                    <a:pt x="1388722" y="222263"/>
                  </a:lnTo>
                  <a:lnTo>
                    <a:pt x="1385727" y="223878"/>
                  </a:lnTo>
                  <a:lnTo>
                    <a:pt x="1383846" y="223366"/>
                  </a:lnTo>
                  <a:lnTo>
                    <a:pt x="1381644" y="225589"/>
                  </a:lnTo>
                  <a:lnTo>
                    <a:pt x="1379195" y="227682"/>
                  </a:lnTo>
                  <a:lnTo>
                    <a:pt x="1378464" y="227688"/>
                  </a:lnTo>
                  <a:lnTo>
                    <a:pt x="1376590" y="226810"/>
                  </a:lnTo>
                  <a:lnTo>
                    <a:pt x="1376120" y="227271"/>
                  </a:lnTo>
                  <a:lnTo>
                    <a:pt x="1376414" y="228115"/>
                  </a:lnTo>
                  <a:lnTo>
                    <a:pt x="1377077" y="229008"/>
                  </a:lnTo>
                  <a:lnTo>
                    <a:pt x="1376696" y="229266"/>
                  </a:lnTo>
                  <a:lnTo>
                    <a:pt x="1375952" y="229021"/>
                  </a:lnTo>
                  <a:lnTo>
                    <a:pt x="1375399" y="228969"/>
                  </a:lnTo>
                  <a:lnTo>
                    <a:pt x="1375015" y="229237"/>
                  </a:lnTo>
                  <a:lnTo>
                    <a:pt x="1375080" y="229877"/>
                  </a:lnTo>
                  <a:lnTo>
                    <a:pt x="1374019" y="230698"/>
                  </a:lnTo>
                  <a:lnTo>
                    <a:pt x="1373189" y="230761"/>
                  </a:lnTo>
                  <a:lnTo>
                    <a:pt x="1372234" y="231019"/>
                  </a:lnTo>
                  <a:lnTo>
                    <a:pt x="1371915" y="231728"/>
                  </a:lnTo>
                  <a:lnTo>
                    <a:pt x="1372202" y="232493"/>
                  </a:lnTo>
                  <a:lnTo>
                    <a:pt x="1370504" y="233384"/>
                  </a:lnTo>
                  <a:lnTo>
                    <a:pt x="1369123" y="234530"/>
                  </a:lnTo>
                  <a:lnTo>
                    <a:pt x="1368464" y="234739"/>
                  </a:lnTo>
                  <a:lnTo>
                    <a:pt x="1367710" y="235249"/>
                  </a:lnTo>
                  <a:lnTo>
                    <a:pt x="1366883" y="235623"/>
                  </a:lnTo>
                  <a:lnTo>
                    <a:pt x="1365927" y="235542"/>
                  </a:lnTo>
                  <a:lnTo>
                    <a:pt x="1363659" y="237180"/>
                  </a:lnTo>
                  <a:lnTo>
                    <a:pt x="1358546" y="240008"/>
                  </a:lnTo>
                  <a:lnTo>
                    <a:pt x="1357127" y="240377"/>
                  </a:lnTo>
                  <a:lnTo>
                    <a:pt x="1355319" y="241236"/>
                  </a:lnTo>
                  <a:lnTo>
                    <a:pt x="1355144" y="241811"/>
                  </a:lnTo>
                  <a:lnTo>
                    <a:pt x="1355133" y="242520"/>
                  </a:lnTo>
                  <a:lnTo>
                    <a:pt x="1354412" y="243682"/>
                  </a:lnTo>
                  <a:lnTo>
                    <a:pt x="1353571" y="246635"/>
                  </a:lnTo>
                  <a:lnTo>
                    <a:pt x="1353316" y="247166"/>
                  </a:lnTo>
                  <a:lnTo>
                    <a:pt x="1352885" y="247783"/>
                  </a:lnTo>
                  <a:lnTo>
                    <a:pt x="1351023" y="247496"/>
                  </a:lnTo>
                  <a:lnTo>
                    <a:pt x="1349400" y="246366"/>
                  </a:lnTo>
                  <a:lnTo>
                    <a:pt x="1348877" y="245848"/>
                  </a:lnTo>
                  <a:lnTo>
                    <a:pt x="1348596" y="245240"/>
                  </a:lnTo>
                  <a:lnTo>
                    <a:pt x="1348496" y="244262"/>
                  </a:lnTo>
                  <a:lnTo>
                    <a:pt x="1348186" y="243812"/>
                  </a:lnTo>
                  <a:lnTo>
                    <a:pt x="1347812" y="243600"/>
                  </a:lnTo>
                  <a:lnTo>
                    <a:pt x="1345954" y="241192"/>
                  </a:lnTo>
                  <a:lnTo>
                    <a:pt x="1342712" y="239538"/>
                  </a:lnTo>
                  <a:lnTo>
                    <a:pt x="1342249" y="238990"/>
                  </a:lnTo>
                  <a:lnTo>
                    <a:pt x="1338101" y="239438"/>
                  </a:lnTo>
                  <a:lnTo>
                    <a:pt x="1336985" y="239451"/>
                  </a:lnTo>
                  <a:lnTo>
                    <a:pt x="1335022" y="239041"/>
                  </a:lnTo>
                  <a:lnTo>
                    <a:pt x="1331944" y="239297"/>
                  </a:lnTo>
                  <a:lnTo>
                    <a:pt x="1328240" y="240198"/>
                  </a:lnTo>
                  <a:lnTo>
                    <a:pt x="1327106" y="240761"/>
                  </a:lnTo>
                  <a:lnTo>
                    <a:pt x="1323328" y="241635"/>
                  </a:lnTo>
                  <a:lnTo>
                    <a:pt x="1320842" y="243019"/>
                  </a:lnTo>
                  <a:lnTo>
                    <a:pt x="1316003" y="248041"/>
                  </a:lnTo>
                  <a:lnTo>
                    <a:pt x="1314861" y="249081"/>
                  </a:lnTo>
                  <a:lnTo>
                    <a:pt x="1314305" y="249307"/>
                  </a:lnTo>
                  <a:lnTo>
                    <a:pt x="1313486" y="249402"/>
                  </a:lnTo>
                  <a:lnTo>
                    <a:pt x="1313131" y="248389"/>
                  </a:lnTo>
                  <a:lnTo>
                    <a:pt x="1313009" y="247590"/>
                  </a:lnTo>
                  <a:lnTo>
                    <a:pt x="1313314" y="246063"/>
                  </a:lnTo>
                  <a:lnTo>
                    <a:pt x="1313896" y="244815"/>
                  </a:lnTo>
                  <a:lnTo>
                    <a:pt x="1314489" y="242475"/>
                  </a:lnTo>
                  <a:lnTo>
                    <a:pt x="1314637" y="241524"/>
                  </a:lnTo>
                  <a:lnTo>
                    <a:pt x="1315053" y="240540"/>
                  </a:lnTo>
                  <a:lnTo>
                    <a:pt x="1313426" y="240602"/>
                  </a:lnTo>
                  <a:lnTo>
                    <a:pt x="1311173" y="242324"/>
                  </a:lnTo>
                  <a:lnTo>
                    <a:pt x="1307777" y="244004"/>
                  </a:lnTo>
                  <a:lnTo>
                    <a:pt x="1306195" y="244440"/>
                  </a:lnTo>
                  <a:lnTo>
                    <a:pt x="1304959" y="245420"/>
                  </a:lnTo>
                  <a:lnTo>
                    <a:pt x="1304083" y="245562"/>
                  </a:lnTo>
                  <a:lnTo>
                    <a:pt x="1303061" y="245927"/>
                  </a:lnTo>
                  <a:lnTo>
                    <a:pt x="1302957" y="248061"/>
                  </a:lnTo>
                  <a:lnTo>
                    <a:pt x="1302440" y="249244"/>
                  </a:lnTo>
                  <a:lnTo>
                    <a:pt x="1301823" y="249483"/>
                  </a:lnTo>
                  <a:lnTo>
                    <a:pt x="1300882" y="249520"/>
                  </a:lnTo>
                  <a:lnTo>
                    <a:pt x="1300174" y="249056"/>
                  </a:lnTo>
                  <a:lnTo>
                    <a:pt x="1299136" y="247337"/>
                  </a:lnTo>
                  <a:lnTo>
                    <a:pt x="1297770" y="246447"/>
                  </a:lnTo>
                  <a:lnTo>
                    <a:pt x="1296963" y="246288"/>
                  </a:lnTo>
                  <a:lnTo>
                    <a:pt x="1296365" y="246492"/>
                  </a:lnTo>
                  <a:lnTo>
                    <a:pt x="1295180" y="247668"/>
                  </a:lnTo>
                  <a:lnTo>
                    <a:pt x="1293872" y="248731"/>
                  </a:lnTo>
                  <a:lnTo>
                    <a:pt x="1294078" y="247520"/>
                  </a:lnTo>
                  <a:lnTo>
                    <a:pt x="1292966" y="247060"/>
                  </a:lnTo>
                  <a:lnTo>
                    <a:pt x="1291976" y="246785"/>
                  </a:lnTo>
                  <a:lnTo>
                    <a:pt x="1290719" y="246729"/>
                  </a:lnTo>
                  <a:lnTo>
                    <a:pt x="1290377" y="246911"/>
                  </a:lnTo>
                  <a:lnTo>
                    <a:pt x="1289867" y="247603"/>
                  </a:lnTo>
                  <a:lnTo>
                    <a:pt x="1288773" y="248501"/>
                  </a:lnTo>
                  <a:lnTo>
                    <a:pt x="1288010" y="248881"/>
                  </a:lnTo>
                  <a:lnTo>
                    <a:pt x="1287218" y="249604"/>
                  </a:lnTo>
                  <a:lnTo>
                    <a:pt x="1286791" y="250350"/>
                  </a:lnTo>
                  <a:lnTo>
                    <a:pt x="1286378" y="251411"/>
                  </a:lnTo>
                  <a:lnTo>
                    <a:pt x="1285885" y="253997"/>
                  </a:lnTo>
                  <a:lnTo>
                    <a:pt x="1285921" y="257029"/>
                  </a:lnTo>
                  <a:lnTo>
                    <a:pt x="1284142" y="259417"/>
                  </a:lnTo>
                  <a:lnTo>
                    <a:pt x="1283435" y="259181"/>
                  </a:lnTo>
                  <a:lnTo>
                    <a:pt x="1283102" y="259338"/>
                  </a:lnTo>
                  <a:lnTo>
                    <a:pt x="1282772" y="259656"/>
                  </a:lnTo>
                  <a:lnTo>
                    <a:pt x="1283380" y="260969"/>
                  </a:lnTo>
                  <a:lnTo>
                    <a:pt x="1283054" y="261438"/>
                  </a:lnTo>
                  <a:lnTo>
                    <a:pt x="1282720" y="261752"/>
                  </a:lnTo>
                  <a:lnTo>
                    <a:pt x="1281894" y="262097"/>
                  </a:lnTo>
                  <a:lnTo>
                    <a:pt x="1279965" y="264041"/>
                  </a:lnTo>
                  <a:lnTo>
                    <a:pt x="1278164" y="265314"/>
                  </a:lnTo>
                  <a:lnTo>
                    <a:pt x="1275218" y="268957"/>
                  </a:lnTo>
                  <a:lnTo>
                    <a:pt x="1274344" y="271392"/>
                  </a:lnTo>
                  <a:lnTo>
                    <a:pt x="1273500" y="274125"/>
                  </a:lnTo>
                  <a:lnTo>
                    <a:pt x="1273897" y="275463"/>
                  </a:lnTo>
                  <a:lnTo>
                    <a:pt x="1274254" y="276338"/>
                  </a:lnTo>
                  <a:lnTo>
                    <a:pt x="1274805" y="276946"/>
                  </a:lnTo>
                  <a:lnTo>
                    <a:pt x="1275747" y="277581"/>
                  </a:lnTo>
                  <a:lnTo>
                    <a:pt x="1277771" y="278289"/>
                  </a:lnTo>
                  <a:lnTo>
                    <a:pt x="1277589" y="278754"/>
                  </a:lnTo>
                  <a:lnTo>
                    <a:pt x="1277581" y="279142"/>
                  </a:lnTo>
                  <a:lnTo>
                    <a:pt x="1278297" y="278459"/>
                  </a:lnTo>
                  <a:lnTo>
                    <a:pt x="1278817" y="276535"/>
                  </a:lnTo>
                  <a:lnTo>
                    <a:pt x="1280069" y="275920"/>
                  </a:lnTo>
                  <a:lnTo>
                    <a:pt x="1280675" y="275950"/>
                  </a:lnTo>
                  <a:lnTo>
                    <a:pt x="1284711" y="277467"/>
                  </a:lnTo>
                  <a:lnTo>
                    <a:pt x="1285475" y="278121"/>
                  </a:lnTo>
                  <a:lnTo>
                    <a:pt x="1285363" y="279566"/>
                  </a:lnTo>
                  <a:lnTo>
                    <a:pt x="1285117" y="280255"/>
                  </a:lnTo>
                  <a:lnTo>
                    <a:pt x="1284368" y="281267"/>
                  </a:lnTo>
                  <a:lnTo>
                    <a:pt x="1282933" y="282486"/>
                  </a:lnTo>
                  <a:lnTo>
                    <a:pt x="1281251" y="284158"/>
                  </a:lnTo>
                  <a:lnTo>
                    <a:pt x="1281090" y="285183"/>
                  </a:lnTo>
                  <a:lnTo>
                    <a:pt x="1281083" y="285743"/>
                  </a:lnTo>
                  <a:lnTo>
                    <a:pt x="1281524" y="287712"/>
                  </a:lnTo>
                  <a:lnTo>
                    <a:pt x="1281587" y="288819"/>
                  </a:lnTo>
                  <a:lnTo>
                    <a:pt x="1281363" y="290884"/>
                  </a:lnTo>
                  <a:lnTo>
                    <a:pt x="1281472" y="291775"/>
                  </a:lnTo>
                  <a:lnTo>
                    <a:pt x="1281919" y="292537"/>
                  </a:lnTo>
                  <a:lnTo>
                    <a:pt x="1282602" y="293014"/>
                  </a:lnTo>
                  <a:lnTo>
                    <a:pt x="1283778" y="292754"/>
                  </a:lnTo>
                  <a:lnTo>
                    <a:pt x="1284904" y="292974"/>
                  </a:lnTo>
                  <a:lnTo>
                    <a:pt x="1285766" y="293497"/>
                  </a:lnTo>
                  <a:lnTo>
                    <a:pt x="1285641" y="295219"/>
                  </a:lnTo>
                  <a:lnTo>
                    <a:pt x="1286121" y="296849"/>
                  </a:lnTo>
                  <a:lnTo>
                    <a:pt x="1286514" y="299850"/>
                  </a:lnTo>
                  <a:lnTo>
                    <a:pt x="1285812" y="300670"/>
                  </a:lnTo>
                  <a:lnTo>
                    <a:pt x="1285130" y="301182"/>
                  </a:lnTo>
                  <a:lnTo>
                    <a:pt x="1283787" y="302470"/>
                  </a:lnTo>
                  <a:lnTo>
                    <a:pt x="1283071" y="302622"/>
                  </a:lnTo>
                  <a:lnTo>
                    <a:pt x="1281829" y="302178"/>
                  </a:lnTo>
                  <a:lnTo>
                    <a:pt x="1279821" y="299854"/>
                  </a:lnTo>
                  <a:lnTo>
                    <a:pt x="1280626" y="298479"/>
                  </a:lnTo>
                  <a:lnTo>
                    <a:pt x="1282329" y="297522"/>
                  </a:lnTo>
                  <a:lnTo>
                    <a:pt x="1283105" y="296831"/>
                  </a:lnTo>
                  <a:lnTo>
                    <a:pt x="1283702" y="295814"/>
                  </a:lnTo>
                  <a:lnTo>
                    <a:pt x="1282811" y="296007"/>
                  </a:lnTo>
                  <a:lnTo>
                    <a:pt x="1282182" y="296449"/>
                  </a:lnTo>
                  <a:lnTo>
                    <a:pt x="1280231" y="296258"/>
                  </a:lnTo>
                  <a:lnTo>
                    <a:pt x="1279451" y="296748"/>
                  </a:lnTo>
                  <a:lnTo>
                    <a:pt x="1278502" y="297527"/>
                  </a:lnTo>
                  <a:lnTo>
                    <a:pt x="1278876" y="299457"/>
                  </a:lnTo>
                  <a:lnTo>
                    <a:pt x="1278241" y="299809"/>
                  </a:lnTo>
                  <a:lnTo>
                    <a:pt x="1277039" y="300475"/>
                  </a:lnTo>
                  <a:lnTo>
                    <a:pt x="1275261" y="301304"/>
                  </a:lnTo>
                  <a:lnTo>
                    <a:pt x="1274682" y="301843"/>
                  </a:lnTo>
                  <a:lnTo>
                    <a:pt x="1273159" y="305320"/>
                  </a:lnTo>
                  <a:lnTo>
                    <a:pt x="1271755" y="307908"/>
                  </a:lnTo>
                  <a:lnTo>
                    <a:pt x="1271266" y="310121"/>
                  </a:lnTo>
                  <a:lnTo>
                    <a:pt x="1271318" y="312048"/>
                  </a:lnTo>
                  <a:lnTo>
                    <a:pt x="1271844" y="314178"/>
                  </a:lnTo>
                  <a:lnTo>
                    <a:pt x="1272215" y="315104"/>
                  </a:lnTo>
                  <a:lnTo>
                    <a:pt x="1273841" y="317069"/>
                  </a:lnTo>
                  <a:lnTo>
                    <a:pt x="1274638" y="318630"/>
                  </a:lnTo>
                  <a:lnTo>
                    <a:pt x="1274877" y="320498"/>
                  </a:lnTo>
                  <a:lnTo>
                    <a:pt x="1273565" y="321384"/>
                  </a:lnTo>
                  <a:lnTo>
                    <a:pt x="1271283" y="323556"/>
                  </a:lnTo>
                  <a:lnTo>
                    <a:pt x="1270329" y="323788"/>
                  </a:lnTo>
                  <a:lnTo>
                    <a:pt x="1267199" y="323729"/>
                  </a:lnTo>
                  <a:lnTo>
                    <a:pt x="1265646" y="322645"/>
                  </a:lnTo>
                  <a:lnTo>
                    <a:pt x="1263808" y="322922"/>
                  </a:lnTo>
                  <a:lnTo>
                    <a:pt x="1262267" y="323438"/>
                  </a:lnTo>
                  <a:lnTo>
                    <a:pt x="1259850" y="324980"/>
                  </a:lnTo>
                  <a:lnTo>
                    <a:pt x="1257690" y="326969"/>
                  </a:lnTo>
                  <a:lnTo>
                    <a:pt x="1255661" y="328351"/>
                  </a:lnTo>
                  <a:lnTo>
                    <a:pt x="1255053" y="329164"/>
                  </a:lnTo>
                  <a:lnTo>
                    <a:pt x="1254217" y="330872"/>
                  </a:lnTo>
                  <a:lnTo>
                    <a:pt x="1253479" y="334007"/>
                  </a:lnTo>
                  <a:lnTo>
                    <a:pt x="1253735" y="335555"/>
                  </a:lnTo>
                  <a:lnTo>
                    <a:pt x="1254146" y="336278"/>
                  </a:lnTo>
                  <a:lnTo>
                    <a:pt x="1254539" y="337235"/>
                  </a:lnTo>
                  <a:lnTo>
                    <a:pt x="1254002" y="338693"/>
                  </a:lnTo>
                  <a:lnTo>
                    <a:pt x="1253989" y="339626"/>
                  </a:lnTo>
                  <a:lnTo>
                    <a:pt x="1254977" y="341103"/>
                  </a:lnTo>
                  <a:lnTo>
                    <a:pt x="1255194" y="343130"/>
                  </a:lnTo>
                  <a:lnTo>
                    <a:pt x="1254460" y="343192"/>
                  </a:lnTo>
                  <a:lnTo>
                    <a:pt x="1252796" y="341733"/>
                  </a:lnTo>
                  <a:lnTo>
                    <a:pt x="1251039" y="341622"/>
                  </a:lnTo>
                  <a:lnTo>
                    <a:pt x="1246784" y="343303"/>
                  </a:lnTo>
                  <a:lnTo>
                    <a:pt x="1245042" y="344274"/>
                  </a:lnTo>
                  <a:lnTo>
                    <a:pt x="1243087" y="346207"/>
                  </a:lnTo>
                  <a:lnTo>
                    <a:pt x="1242504" y="345838"/>
                  </a:lnTo>
                  <a:lnTo>
                    <a:pt x="1242086" y="344731"/>
                  </a:lnTo>
                  <a:lnTo>
                    <a:pt x="1241377" y="344240"/>
                  </a:lnTo>
                  <a:lnTo>
                    <a:pt x="1240501" y="344486"/>
                  </a:lnTo>
                  <a:lnTo>
                    <a:pt x="1240125" y="345531"/>
                  </a:lnTo>
                  <a:lnTo>
                    <a:pt x="1241335" y="346023"/>
                  </a:lnTo>
                  <a:lnTo>
                    <a:pt x="1241795" y="346700"/>
                  </a:lnTo>
                  <a:lnTo>
                    <a:pt x="1241084" y="349283"/>
                  </a:lnTo>
                  <a:lnTo>
                    <a:pt x="1240584" y="350144"/>
                  </a:lnTo>
                  <a:lnTo>
                    <a:pt x="1240769" y="352465"/>
                  </a:lnTo>
                  <a:lnTo>
                    <a:pt x="1240701" y="353541"/>
                  </a:lnTo>
                  <a:lnTo>
                    <a:pt x="1240420" y="354631"/>
                  </a:lnTo>
                  <a:lnTo>
                    <a:pt x="1239173" y="357618"/>
                  </a:lnTo>
                  <a:lnTo>
                    <a:pt x="1237015" y="361540"/>
                  </a:lnTo>
                  <a:lnTo>
                    <a:pt x="1234363" y="364390"/>
                  </a:lnTo>
                  <a:lnTo>
                    <a:pt x="1232524" y="365377"/>
                  </a:lnTo>
                  <a:lnTo>
                    <a:pt x="1231598" y="366139"/>
                  </a:lnTo>
                  <a:lnTo>
                    <a:pt x="1231209" y="367129"/>
                  </a:lnTo>
                  <a:lnTo>
                    <a:pt x="1228488" y="369865"/>
                  </a:lnTo>
                  <a:lnTo>
                    <a:pt x="1225131" y="372741"/>
                  </a:lnTo>
                  <a:lnTo>
                    <a:pt x="1224188" y="373261"/>
                  </a:lnTo>
                  <a:lnTo>
                    <a:pt x="1223966" y="372176"/>
                  </a:lnTo>
                  <a:lnTo>
                    <a:pt x="1223864" y="371102"/>
                  </a:lnTo>
                  <a:lnTo>
                    <a:pt x="1223460" y="369669"/>
                  </a:lnTo>
                  <a:lnTo>
                    <a:pt x="1222255" y="368486"/>
                  </a:lnTo>
                  <a:lnTo>
                    <a:pt x="1222044" y="367529"/>
                  </a:lnTo>
                  <a:lnTo>
                    <a:pt x="1221848" y="366206"/>
                  </a:lnTo>
                  <a:lnTo>
                    <a:pt x="1221748" y="360098"/>
                  </a:lnTo>
                  <a:lnTo>
                    <a:pt x="1220684" y="353772"/>
                  </a:lnTo>
                  <a:lnTo>
                    <a:pt x="1220564" y="351780"/>
                  </a:lnTo>
                  <a:lnTo>
                    <a:pt x="1219276" y="350150"/>
                  </a:lnTo>
                  <a:lnTo>
                    <a:pt x="1218574" y="348462"/>
                  </a:lnTo>
                  <a:lnTo>
                    <a:pt x="1218158" y="346804"/>
                  </a:lnTo>
                  <a:lnTo>
                    <a:pt x="1218048" y="344846"/>
                  </a:lnTo>
                  <a:lnTo>
                    <a:pt x="1216642" y="334556"/>
                  </a:lnTo>
                  <a:lnTo>
                    <a:pt x="1216214" y="331992"/>
                  </a:lnTo>
                  <a:lnTo>
                    <a:pt x="1214336" y="323716"/>
                  </a:lnTo>
                  <a:lnTo>
                    <a:pt x="1213521" y="318931"/>
                  </a:lnTo>
                  <a:lnTo>
                    <a:pt x="1212987" y="314264"/>
                  </a:lnTo>
                  <a:lnTo>
                    <a:pt x="1212902" y="312181"/>
                  </a:lnTo>
                  <a:lnTo>
                    <a:pt x="1213740" y="305973"/>
                  </a:lnTo>
                  <a:lnTo>
                    <a:pt x="1214432" y="302086"/>
                  </a:lnTo>
                  <a:lnTo>
                    <a:pt x="1216948" y="293397"/>
                  </a:lnTo>
                  <a:lnTo>
                    <a:pt x="1217354" y="292605"/>
                  </a:lnTo>
                  <a:lnTo>
                    <a:pt x="1217752" y="292192"/>
                  </a:lnTo>
                  <a:lnTo>
                    <a:pt x="1222121" y="288850"/>
                  </a:lnTo>
                  <a:lnTo>
                    <a:pt x="1224005" y="287022"/>
                  </a:lnTo>
                  <a:lnTo>
                    <a:pt x="1225144" y="285098"/>
                  </a:lnTo>
                  <a:lnTo>
                    <a:pt x="1226355" y="282642"/>
                  </a:lnTo>
                  <a:lnTo>
                    <a:pt x="1226230" y="281322"/>
                  </a:lnTo>
                  <a:lnTo>
                    <a:pt x="1226085" y="280557"/>
                  </a:lnTo>
                  <a:lnTo>
                    <a:pt x="1225627" y="279704"/>
                  </a:lnTo>
                  <a:lnTo>
                    <a:pt x="1224603" y="278713"/>
                  </a:lnTo>
                  <a:lnTo>
                    <a:pt x="1224965" y="278271"/>
                  </a:lnTo>
                  <a:lnTo>
                    <a:pt x="1225363" y="277936"/>
                  </a:lnTo>
                  <a:lnTo>
                    <a:pt x="1226439" y="277566"/>
                  </a:lnTo>
                  <a:lnTo>
                    <a:pt x="1228625" y="278311"/>
                  </a:lnTo>
                  <a:lnTo>
                    <a:pt x="1230835" y="277997"/>
                  </a:lnTo>
                  <a:lnTo>
                    <a:pt x="1232879" y="274922"/>
                  </a:lnTo>
                  <a:lnTo>
                    <a:pt x="1235795" y="275394"/>
                  </a:lnTo>
                  <a:lnTo>
                    <a:pt x="1238026" y="274845"/>
                  </a:lnTo>
                  <a:lnTo>
                    <a:pt x="1238639" y="275072"/>
                  </a:lnTo>
                  <a:lnTo>
                    <a:pt x="1239073" y="274034"/>
                  </a:lnTo>
                  <a:lnTo>
                    <a:pt x="1240287" y="272926"/>
                  </a:lnTo>
                  <a:lnTo>
                    <a:pt x="1242535" y="271273"/>
                  </a:lnTo>
                  <a:lnTo>
                    <a:pt x="1245845" y="269285"/>
                  </a:lnTo>
                  <a:lnTo>
                    <a:pt x="1247489" y="267953"/>
                  </a:lnTo>
                  <a:lnTo>
                    <a:pt x="1248414" y="266682"/>
                  </a:lnTo>
                  <a:lnTo>
                    <a:pt x="1249778" y="265491"/>
                  </a:lnTo>
                  <a:lnTo>
                    <a:pt x="1251092" y="263988"/>
                  </a:lnTo>
                  <a:lnTo>
                    <a:pt x="1253513" y="259476"/>
                  </a:lnTo>
                  <a:lnTo>
                    <a:pt x="1258272" y="255754"/>
                  </a:lnTo>
                  <a:lnTo>
                    <a:pt x="1260136" y="253615"/>
                  </a:lnTo>
                  <a:lnTo>
                    <a:pt x="1261687" y="252858"/>
                  </a:lnTo>
                  <a:lnTo>
                    <a:pt x="1263048" y="252507"/>
                  </a:lnTo>
                  <a:lnTo>
                    <a:pt x="1266489" y="249455"/>
                  </a:lnTo>
                  <a:lnTo>
                    <a:pt x="1268669" y="246921"/>
                  </a:lnTo>
                  <a:lnTo>
                    <a:pt x="1271546" y="245178"/>
                  </a:lnTo>
                  <a:lnTo>
                    <a:pt x="1272421" y="244063"/>
                  </a:lnTo>
                  <a:lnTo>
                    <a:pt x="1273913" y="241442"/>
                  </a:lnTo>
                  <a:lnTo>
                    <a:pt x="1274523" y="240797"/>
                  </a:lnTo>
                  <a:lnTo>
                    <a:pt x="1276398" y="239816"/>
                  </a:lnTo>
                  <a:lnTo>
                    <a:pt x="1280626" y="238104"/>
                  </a:lnTo>
                  <a:lnTo>
                    <a:pt x="1283085" y="236382"/>
                  </a:lnTo>
                  <a:lnTo>
                    <a:pt x="1286673" y="236138"/>
                  </a:lnTo>
                  <a:lnTo>
                    <a:pt x="1287752" y="235450"/>
                  </a:lnTo>
                  <a:lnTo>
                    <a:pt x="1288875" y="235068"/>
                  </a:lnTo>
                  <a:lnTo>
                    <a:pt x="1290056" y="234515"/>
                  </a:lnTo>
                  <a:lnTo>
                    <a:pt x="1288576" y="232996"/>
                  </a:lnTo>
                  <a:lnTo>
                    <a:pt x="1288914" y="232177"/>
                  </a:lnTo>
                  <a:lnTo>
                    <a:pt x="1289201" y="231801"/>
                  </a:lnTo>
                  <a:lnTo>
                    <a:pt x="1291791" y="230000"/>
                  </a:lnTo>
                  <a:lnTo>
                    <a:pt x="1292852" y="228559"/>
                  </a:lnTo>
                  <a:lnTo>
                    <a:pt x="1292725" y="227939"/>
                  </a:lnTo>
                  <a:lnTo>
                    <a:pt x="1292542" y="227498"/>
                  </a:lnTo>
                  <a:lnTo>
                    <a:pt x="1290949" y="226919"/>
                  </a:lnTo>
                  <a:lnTo>
                    <a:pt x="1291259" y="225568"/>
                  </a:lnTo>
                  <a:lnTo>
                    <a:pt x="1291690" y="224426"/>
                  </a:lnTo>
                  <a:lnTo>
                    <a:pt x="1292985" y="223441"/>
                  </a:lnTo>
                  <a:lnTo>
                    <a:pt x="1293443" y="221165"/>
                  </a:lnTo>
                  <a:lnTo>
                    <a:pt x="1293502" y="218778"/>
                  </a:lnTo>
                  <a:lnTo>
                    <a:pt x="1294761" y="215330"/>
                  </a:lnTo>
                  <a:lnTo>
                    <a:pt x="1295520" y="214571"/>
                  </a:lnTo>
                  <a:lnTo>
                    <a:pt x="1298461" y="212843"/>
                  </a:lnTo>
                  <a:lnTo>
                    <a:pt x="1299145" y="212798"/>
                  </a:lnTo>
                  <a:lnTo>
                    <a:pt x="1301198" y="213382"/>
                  </a:lnTo>
                  <a:lnTo>
                    <a:pt x="1303435" y="213666"/>
                  </a:lnTo>
                  <a:lnTo>
                    <a:pt x="1304230" y="214190"/>
                  </a:lnTo>
                  <a:lnTo>
                    <a:pt x="1304396" y="213747"/>
                  </a:lnTo>
                  <a:lnTo>
                    <a:pt x="1304284" y="213155"/>
                  </a:lnTo>
                  <a:lnTo>
                    <a:pt x="1304913" y="212948"/>
                  </a:lnTo>
                  <a:lnTo>
                    <a:pt x="1306210" y="213171"/>
                  </a:lnTo>
                  <a:lnTo>
                    <a:pt x="1306013" y="212517"/>
                  </a:lnTo>
                  <a:lnTo>
                    <a:pt x="1302678" y="212195"/>
                  </a:lnTo>
                  <a:lnTo>
                    <a:pt x="1300297" y="211441"/>
                  </a:lnTo>
                  <a:lnTo>
                    <a:pt x="1298164" y="209985"/>
                  </a:lnTo>
                  <a:lnTo>
                    <a:pt x="1296758" y="209578"/>
                  </a:lnTo>
                  <a:lnTo>
                    <a:pt x="1295219" y="209690"/>
                  </a:lnTo>
                  <a:lnTo>
                    <a:pt x="1286478" y="211722"/>
                  </a:lnTo>
                  <a:lnTo>
                    <a:pt x="1286055" y="212273"/>
                  </a:lnTo>
                  <a:lnTo>
                    <a:pt x="1285650" y="213055"/>
                  </a:lnTo>
                  <a:lnTo>
                    <a:pt x="1286198" y="214204"/>
                  </a:lnTo>
                  <a:lnTo>
                    <a:pt x="1285780" y="214707"/>
                  </a:lnTo>
                  <a:lnTo>
                    <a:pt x="1285357" y="215035"/>
                  </a:lnTo>
                  <a:lnTo>
                    <a:pt x="1284886" y="215786"/>
                  </a:lnTo>
                  <a:lnTo>
                    <a:pt x="1284460" y="217273"/>
                  </a:lnTo>
                  <a:lnTo>
                    <a:pt x="1284579" y="218710"/>
                  </a:lnTo>
                  <a:lnTo>
                    <a:pt x="1283507" y="220926"/>
                  </a:lnTo>
                  <a:lnTo>
                    <a:pt x="1283427" y="222314"/>
                  </a:lnTo>
                  <a:lnTo>
                    <a:pt x="1285303" y="223080"/>
                  </a:lnTo>
                  <a:lnTo>
                    <a:pt x="1285778" y="223598"/>
                  </a:lnTo>
                  <a:lnTo>
                    <a:pt x="1285211" y="224361"/>
                  </a:lnTo>
                  <a:lnTo>
                    <a:pt x="1284653" y="224826"/>
                  </a:lnTo>
                  <a:lnTo>
                    <a:pt x="1284146" y="225396"/>
                  </a:lnTo>
                  <a:lnTo>
                    <a:pt x="1283786" y="225626"/>
                  </a:lnTo>
                  <a:lnTo>
                    <a:pt x="1283282" y="225764"/>
                  </a:lnTo>
                  <a:lnTo>
                    <a:pt x="1282598" y="225017"/>
                  </a:lnTo>
                  <a:lnTo>
                    <a:pt x="1281976" y="223520"/>
                  </a:lnTo>
                  <a:lnTo>
                    <a:pt x="1280996" y="223433"/>
                  </a:lnTo>
                  <a:lnTo>
                    <a:pt x="1280670" y="223659"/>
                  </a:lnTo>
                  <a:lnTo>
                    <a:pt x="1280492" y="224252"/>
                  </a:lnTo>
                  <a:lnTo>
                    <a:pt x="1279627" y="224287"/>
                  </a:lnTo>
                  <a:lnTo>
                    <a:pt x="1278670" y="224007"/>
                  </a:lnTo>
                  <a:lnTo>
                    <a:pt x="1277592" y="224119"/>
                  </a:lnTo>
                  <a:lnTo>
                    <a:pt x="1275661" y="225813"/>
                  </a:lnTo>
                  <a:lnTo>
                    <a:pt x="1264769" y="233872"/>
                  </a:lnTo>
                  <a:lnTo>
                    <a:pt x="1263614" y="234851"/>
                  </a:lnTo>
                  <a:lnTo>
                    <a:pt x="1262209" y="236795"/>
                  </a:lnTo>
                  <a:lnTo>
                    <a:pt x="1259517" y="236983"/>
                  </a:lnTo>
                  <a:lnTo>
                    <a:pt x="1258440" y="237419"/>
                  </a:lnTo>
                  <a:lnTo>
                    <a:pt x="1257675" y="237998"/>
                  </a:lnTo>
                  <a:lnTo>
                    <a:pt x="1256599" y="238397"/>
                  </a:lnTo>
                  <a:lnTo>
                    <a:pt x="1256635" y="237668"/>
                  </a:lnTo>
                  <a:lnTo>
                    <a:pt x="1256859" y="237125"/>
                  </a:lnTo>
                  <a:lnTo>
                    <a:pt x="1257093" y="235704"/>
                  </a:lnTo>
                  <a:lnTo>
                    <a:pt x="1258542" y="232999"/>
                  </a:lnTo>
                  <a:lnTo>
                    <a:pt x="1257618" y="232730"/>
                  </a:lnTo>
                  <a:lnTo>
                    <a:pt x="1256700" y="232689"/>
                  </a:lnTo>
                  <a:lnTo>
                    <a:pt x="1254995" y="233251"/>
                  </a:lnTo>
                  <a:lnTo>
                    <a:pt x="1253851" y="234143"/>
                  </a:lnTo>
                  <a:lnTo>
                    <a:pt x="1252974" y="233959"/>
                  </a:lnTo>
                  <a:lnTo>
                    <a:pt x="1253392" y="233159"/>
                  </a:lnTo>
                  <a:lnTo>
                    <a:pt x="1254476" y="231560"/>
                  </a:lnTo>
                  <a:lnTo>
                    <a:pt x="1254143" y="230084"/>
                  </a:lnTo>
                  <a:lnTo>
                    <a:pt x="1253851" y="229284"/>
                  </a:lnTo>
                  <a:lnTo>
                    <a:pt x="1254303" y="228836"/>
                  </a:lnTo>
                  <a:lnTo>
                    <a:pt x="1256496" y="225857"/>
                  </a:lnTo>
                  <a:lnTo>
                    <a:pt x="1257292" y="224321"/>
                  </a:lnTo>
                  <a:lnTo>
                    <a:pt x="1257959" y="222288"/>
                  </a:lnTo>
                  <a:lnTo>
                    <a:pt x="1257998" y="221658"/>
                  </a:lnTo>
                  <a:lnTo>
                    <a:pt x="1257884" y="220879"/>
                  </a:lnTo>
                  <a:lnTo>
                    <a:pt x="1257206" y="220747"/>
                  </a:lnTo>
                  <a:lnTo>
                    <a:pt x="1256684" y="220761"/>
                  </a:lnTo>
                  <a:lnTo>
                    <a:pt x="1252328" y="222776"/>
                  </a:lnTo>
                  <a:lnTo>
                    <a:pt x="1250722" y="223319"/>
                  </a:lnTo>
                  <a:lnTo>
                    <a:pt x="1250191" y="222455"/>
                  </a:lnTo>
                  <a:lnTo>
                    <a:pt x="1249498" y="222083"/>
                  </a:lnTo>
                  <a:lnTo>
                    <a:pt x="1248287" y="220603"/>
                  </a:lnTo>
                  <a:lnTo>
                    <a:pt x="1247286" y="220391"/>
                  </a:lnTo>
                  <a:lnTo>
                    <a:pt x="1246221" y="220490"/>
                  </a:lnTo>
                  <a:lnTo>
                    <a:pt x="1243834" y="221495"/>
                  </a:lnTo>
                  <a:lnTo>
                    <a:pt x="1241212" y="222044"/>
                  </a:lnTo>
                  <a:lnTo>
                    <a:pt x="1239192" y="221838"/>
                  </a:lnTo>
                  <a:lnTo>
                    <a:pt x="1237469" y="222686"/>
                  </a:lnTo>
                  <a:lnTo>
                    <a:pt x="1236699" y="222843"/>
                  </a:lnTo>
                  <a:lnTo>
                    <a:pt x="1234137" y="222262"/>
                  </a:lnTo>
                  <a:lnTo>
                    <a:pt x="1231015" y="222211"/>
                  </a:lnTo>
                  <a:lnTo>
                    <a:pt x="1230081" y="222934"/>
                  </a:lnTo>
                  <a:lnTo>
                    <a:pt x="1227371" y="223930"/>
                  </a:lnTo>
                  <a:lnTo>
                    <a:pt x="1225551" y="225471"/>
                  </a:lnTo>
                  <a:lnTo>
                    <a:pt x="1224593" y="225967"/>
                  </a:lnTo>
                  <a:lnTo>
                    <a:pt x="1223550" y="226650"/>
                  </a:lnTo>
                  <a:lnTo>
                    <a:pt x="1223071" y="229554"/>
                  </a:lnTo>
                  <a:lnTo>
                    <a:pt x="1221679" y="230481"/>
                  </a:lnTo>
                  <a:lnTo>
                    <a:pt x="1220369" y="231191"/>
                  </a:lnTo>
                  <a:lnTo>
                    <a:pt x="1217643" y="233415"/>
                  </a:lnTo>
                  <a:lnTo>
                    <a:pt x="1215726" y="236462"/>
                  </a:lnTo>
                  <a:lnTo>
                    <a:pt x="1214428" y="237784"/>
                  </a:lnTo>
                  <a:lnTo>
                    <a:pt x="1211700" y="239633"/>
                  </a:lnTo>
                  <a:lnTo>
                    <a:pt x="1207377" y="242048"/>
                  </a:lnTo>
                  <a:lnTo>
                    <a:pt x="1203662" y="245977"/>
                  </a:lnTo>
                  <a:lnTo>
                    <a:pt x="1202362" y="248923"/>
                  </a:lnTo>
                  <a:lnTo>
                    <a:pt x="1201880" y="249021"/>
                  </a:lnTo>
                  <a:lnTo>
                    <a:pt x="1200965" y="249626"/>
                  </a:lnTo>
                  <a:lnTo>
                    <a:pt x="1200714" y="251063"/>
                  </a:lnTo>
                  <a:lnTo>
                    <a:pt x="1200735" y="252067"/>
                  </a:lnTo>
                  <a:lnTo>
                    <a:pt x="1200171" y="252876"/>
                  </a:lnTo>
                  <a:lnTo>
                    <a:pt x="1199609" y="253878"/>
                  </a:lnTo>
                  <a:lnTo>
                    <a:pt x="1200206" y="254507"/>
                  </a:lnTo>
                  <a:lnTo>
                    <a:pt x="1200767" y="254622"/>
                  </a:lnTo>
                  <a:lnTo>
                    <a:pt x="1201575" y="254535"/>
                  </a:lnTo>
                  <a:lnTo>
                    <a:pt x="1203703" y="253717"/>
                  </a:lnTo>
                  <a:lnTo>
                    <a:pt x="1207381" y="254979"/>
                  </a:lnTo>
                  <a:lnTo>
                    <a:pt x="1209230" y="256226"/>
                  </a:lnTo>
                  <a:lnTo>
                    <a:pt x="1209101" y="257481"/>
                  </a:lnTo>
                  <a:lnTo>
                    <a:pt x="1209171" y="258598"/>
                  </a:lnTo>
                  <a:lnTo>
                    <a:pt x="1207811" y="258522"/>
                  </a:lnTo>
                  <a:lnTo>
                    <a:pt x="1205985" y="258634"/>
                  </a:lnTo>
                  <a:lnTo>
                    <a:pt x="1204848" y="259279"/>
                  </a:lnTo>
                  <a:lnTo>
                    <a:pt x="1202525" y="258229"/>
                  </a:lnTo>
                  <a:lnTo>
                    <a:pt x="1201749" y="258630"/>
                  </a:lnTo>
                  <a:lnTo>
                    <a:pt x="1200526" y="259735"/>
                  </a:lnTo>
                  <a:lnTo>
                    <a:pt x="1198295" y="260196"/>
                  </a:lnTo>
                  <a:lnTo>
                    <a:pt x="1197167" y="259658"/>
                  </a:lnTo>
                  <a:lnTo>
                    <a:pt x="1195308" y="258115"/>
                  </a:lnTo>
                  <a:lnTo>
                    <a:pt x="1192148" y="258254"/>
                  </a:lnTo>
                  <a:lnTo>
                    <a:pt x="1191313" y="259976"/>
                  </a:lnTo>
                  <a:lnTo>
                    <a:pt x="1190586" y="259933"/>
                  </a:lnTo>
                  <a:lnTo>
                    <a:pt x="1189467" y="260108"/>
                  </a:lnTo>
                  <a:lnTo>
                    <a:pt x="1187617" y="262100"/>
                  </a:lnTo>
                  <a:lnTo>
                    <a:pt x="1187008" y="262278"/>
                  </a:lnTo>
                  <a:lnTo>
                    <a:pt x="1184716" y="261890"/>
                  </a:lnTo>
                  <a:lnTo>
                    <a:pt x="1183061" y="260881"/>
                  </a:lnTo>
                  <a:lnTo>
                    <a:pt x="1182294" y="260821"/>
                  </a:lnTo>
                  <a:lnTo>
                    <a:pt x="1180834" y="261291"/>
                  </a:lnTo>
                  <a:lnTo>
                    <a:pt x="1180102" y="262499"/>
                  </a:lnTo>
                  <a:lnTo>
                    <a:pt x="1176476" y="263109"/>
                  </a:lnTo>
                  <a:lnTo>
                    <a:pt x="1172901" y="262992"/>
                  </a:lnTo>
                  <a:lnTo>
                    <a:pt x="1170955" y="260099"/>
                  </a:lnTo>
                  <a:lnTo>
                    <a:pt x="1174587" y="258962"/>
                  </a:lnTo>
                  <a:lnTo>
                    <a:pt x="1176749" y="259204"/>
                  </a:lnTo>
                  <a:lnTo>
                    <a:pt x="1179176" y="259017"/>
                  </a:lnTo>
                  <a:lnTo>
                    <a:pt x="1181736" y="258131"/>
                  </a:lnTo>
                  <a:lnTo>
                    <a:pt x="1180874" y="257373"/>
                  </a:lnTo>
                  <a:lnTo>
                    <a:pt x="1180259" y="257197"/>
                  </a:lnTo>
                  <a:lnTo>
                    <a:pt x="1178725" y="257287"/>
                  </a:lnTo>
                  <a:lnTo>
                    <a:pt x="1177360" y="256741"/>
                  </a:lnTo>
                  <a:lnTo>
                    <a:pt x="1174405" y="253939"/>
                  </a:lnTo>
                  <a:lnTo>
                    <a:pt x="1173104" y="253423"/>
                  </a:lnTo>
                  <a:lnTo>
                    <a:pt x="1171421" y="253115"/>
                  </a:lnTo>
                  <a:lnTo>
                    <a:pt x="1170127" y="253081"/>
                  </a:lnTo>
                  <a:lnTo>
                    <a:pt x="1169644" y="253281"/>
                  </a:lnTo>
                  <a:lnTo>
                    <a:pt x="1168976" y="253954"/>
                  </a:lnTo>
                  <a:lnTo>
                    <a:pt x="1168516" y="254618"/>
                  </a:lnTo>
                  <a:lnTo>
                    <a:pt x="1168139" y="254823"/>
                  </a:lnTo>
                  <a:lnTo>
                    <a:pt x="1167250" y="254706"/>
                  </a:lnTo>
                  <a:lnTo>
                    <a:pt x="1166169" y="254185"/>
                  </a:lnTo>
                  <a:lnTo>
                    <a:pt x="1164924" y="254354"/>
                  </a:lnTo>
                  <a:lnTo>
                    <a:pt x="1165456" y="253928"/>
                  </a:lnTo>
                  <a:lnTo>
                    <a:pt x="1166662" y="253490"/>
                  </a:lnTo>
                  <a:lnTo>
                    <a:pt x="1164674" y="253010"/>
                  </a:lnTo>
                  <a:lnTo>
                    <a:pt x="1163429" y="252339"/>
                  </a:lnTo>
                  <a:lnTo>
                    <a:pt x="1162265" y="252166"/>
                  </a:lnTo>
                  <a:lnTo>
                    <a:pt x="1156967" y="250504"/>
                  </a:lnTo>
                  <a:lnTo>
                    <a:pt x="1154904" y="250636"/>
                  </a:lnTo>
                  <a:lnTo>
                    <a:pt x="1153636" y="251089"/>
                  </a:lnTo>
                  <a:lnTo>
                    <a:pt x="1151505" y="252455"/>
                  </a:lnTo>
                  <a:lnTo>
                    <a:pt x="1152096" y="253456"/>
                  </a:lnTo>
                  <a:lnTo>
                    <a:pt x="1152547" y="253903"/>
                  </a:lnTo>
                  <a:lnTo>
                    <a:pt x="1152827" y="254441"/>
                  </a:lnTo>
                  <a:lnTo>
                    <a:pt x="1152146" y="254548"/>
                  </a:lnTo>
                  <a:lnTo>
                    <a:pt x="1150178" y="254625"/>
                  </a:lnTo>
                  <a:lnTo>
                    <a:pt x="1148968" y="253825"/>
                  </a:lnTo>
                  <a:lnTo>
                    <a:pt x="1148134" y="254994"/>
                  </a:lnTo>
                  <a:lnTo>
                    <a:pt x="1148467" y="256040"/>
                  </a:lnTo>
                  <a:lnTo>
                    <a:pt x="1149844" y="255671"/>
                  </a:lnTo>
                  <a:lnTo>
                    <a:pt x="1150553" y="256101"/>
                  </a:lnTo>
                  <a:lnTo>
                    <a:pt x="1150075" y="257307"/>
                  </a:lnTo>
                  <a:lnTo>
                    <a:pt x="1148302" y="257653"/>
                  </a:lnTo>
                  <a:lnTo>
                    <a:pt x="1146074" y="257591"/>
                  </a:lnTo>
                  <a:lnTo>
                    <a:pt x="1143863" y="255472"/>
                  </a:lnTo>
                  <a:lnTo>
                    <a:pt x="1140241" y="255837"/>
                  </a:lnTo>
                  <a:lnTo>
                    <a:pt x="1138474" y="257196"/>
                  </a:lnTo>
                  <a:lnTo>
                    <a:pt x="1136833" y="257504"/>
                  </a:lnTo>
                  <a:lnTo>
                    <a:pt x="1132345" y="256149"/>
                  </a:lnTo>
                  <a:lnTo>
                    <a:pt x="1130109" y="256048"/>
                  </a:lnTo>
                  <a:lnTo>
                    <a:pt x="1127588" y="254876"/>
                  </a:lnTo>
                  <a:lnTo>
                    <a:pt x="1126709" y="255246"/>
                  </a:lnTo>
                  <a:lnTo>
                    <a:pt x="1125092" y="258161"/>
                  </a:lnTo>
                  <a:lnTo>
                    <a:pt x="1122974" y="258871"/>
                  </a:lnTo>
                  <a:lnTo>
                    <a:pt x="1121859" y="258483"/>
                  </a:lnTo>
                  <a:lnTo>
                    <a:pt x="1120889" y="256643"/>
                  </a:lnTo>
                  <a:lnTo>
                    <a:pt x="1120201" y="256037"/>
                  </a:lnTo>
                  <a:lnTo>
                    <a:pt x="1118292" y="255482"/>
                  </a:lnTo>
                  <a:lnTo>
                    <a:pt x="1108157" y="256002"/>
                  </a:lnTo>
                  <a:lnTo>
                    <a:pt x="1104752" y="255555"/>
                  </a:lnTo>
                  <a:lnTo>
                    <a:pt x="1102342" y="255512"/>
                  </a:lnTo>
                  <a:lnTo>
                    <a:pt x="1099079" y="256457"/>
                  </a:lnTo>
                  <a:lnTo>
                    <a:pt x="1095941" y="256088"/>
                  </a:lnTo>
                  <a:lnTo>
                    <a:pt x="1090152" y="257900"/>
                  </a:lnTo>
                  <a:lnTo>
                    <a:pt x="1087788" y="259121"/>
                  </a:lnTo>
                  <a:lnTo>
                    <a:pt x="1084903" y="261255"/>
                  </a:lnTo>
                  <a:lnTo>
                    <a:pt x="1082341" y="264803"/>
                  </a:lnTo>
                  <a:lnTo>
                    <a:pt x="1080906" y="266145"/>
                  </a:lnTo>
                  <a:lnTo>
                    <a:pt x="1078485" y="267832"/>
                  </a:lnTo>
                  <a:lnTo>
                    <a:pt x="1075085" y="269384"/>
                  </a:lnTo>
                  <a:lnTo>
                    <a:pt x="1073217" y="270965"/>
                  </a:lnTo>
                  <a:lnTo>
                    <a:pt x="1072221" y="272239"/>
                  </a:lnTo>
                  <a:lnTo>
                    <a:pt x="1070425" y="277075"/>
                  </a:lnTo>
                  <a:lnTo>
                    <a:pt x="1069968" y="277797"/>
                  </a:lnTo>
                  <a:lnTo>
                    <a:pt x="1065763" y="279556"/>
                  </a:lnTo>
                  <a:lnTo>
                    <a:pt x="1064431" y="281484"/>
                  </a:lnTo>
                  <a:lnTo>
                    <a:pt x="1063880" y="281974"/>
                  </a:lnTo>
                  <a:lnTo>
                    <a:pt x="1062138" y="282789"/>
                  </a:lnTo>
                  <a:lnTo>
                    <a:pt x="1061073" y="284148"/>
                  </a:lnTo>
                  <a:lnTo>
                    <a:pt x="1060479" y="284547"/>
                  </a:lnTo>
                  <a:lnTo>
                    <a:pt x="1057998" y="285498"/>
                  </a:lnTo>
                  <a:lnTo>
                    <a:pt x="1055956" y="287916"/>
                  </a:lnTo>
                  <a:lnTo>
                    <a:pt x="1053083" y="289626"/>
                  </a:lnTo>
                  <a:lnTo>
                    <a:pt x="1048879" y="294320"/>
                  </a:lnTo>
                  <a:lnTo>
                    <a:pt x="1048523" y="294885"/>
                  </a:lnTo>
                  <a:lnTo>
                    <a:pt x="1048150" y="296138"/>
                  </a:lnTo>
                  <a:lnTo>
                    <a:pt x="1047518" y="297053"/>
                  </a:lnTo>
                  <a:lnTo>
                    <a:pt x="1043900" y="301150"/>
                  </a:lnTo>
                  <a:lnTo>
                    <a:pt x="1042779" y="301530"/>
                  </a:lnTo>
                  <a:lnTo>
                    <a:pt x="1040992" y="303446"/>
                  </a:lnTo>
                  <a:lnTo>
                    <a:pt x="1039154" y="304596"/>
                  </a:lnTo>
                  <a:lnTo>
                    <a:pt x="1037473" y="305949"/>
                  </a:lnTo>
                  <a:lnTo>
                    <a:pt x="1035405" y="307359"/>
                  </a:lnTo>
                  <a:lnTo>
                    <a:pt x="1032252" y="308997"/>
                  </a:lnTo>
                  <a:lnTo>
                    <a:pt x="1031220" y="309928"/>
                  </a:lnTo>
                  <a:lnTo>
                    <a:pt x="1029555" y="312128"/>
                  </a:lnTo>
                  <a:lnTo>
                    <a:pt x="1025540" y="314801"/>
                  </a:lnTo>
                  <a:lnTo>
                    <a:pt x="1023551" y="315454"/>
                  </a:lnTo>
                  <a:lnTo>
                    <a:pt x="1020920" y="317832"/>
                  </a:lnTo>
                  <a:lnTo>
                    <a:pt x="1020658" y="318391"/>
                  </a:lnTo>
                  <a:lnTo>
                    <a:pt x="1020438" y="319262"/>
                  </a:lnTo>
                  <a:lnTo>
                    <a:pt x="1020875" y="320786"/>
                  </a:lnTo>
                  <a:lnTo>
                    <a:pt x="1021515" y="321122"/>
                  </a:lnTo>
                  <a:lnTo>
                    <a:pt x="1022579" y="321331"/>
                  </a:lnTo>
                  <a:lnTo>
                    <a:pt x="1026493" y="322845"/>
                  </a:lnTo>
                  <a:lnTo>
                    <a:pt x="1030149" y="322424"/>
                  </a:lnTo>
                  <a:lnTo>
                    <a:pt x="1033387" y="322430"/>
                  </a:lnTo>
                  <a:lnTo>
                    <a:pt x="1034658" y="322281"/>
                  </a:lnTo>
                  <a:lnTo>
                    <a:pt x="1035440" y="322328"/>
                  </a:lnTo>
                  <a:lnTo>
                    <a:pt x="1035691" y="323158"/>
                  </a:lnTo>
                  <a:lnTo>
                    <a:pt x="1035659" y="324680"/>
                  </a:lnTo>
                  <a:lnTo>
                    <a:pt x="1035186" y="326061"/>
                  </a:lnTo>
                  <a:lnTo>
                    <a:pt x="1034798" y="330143"/>
                  </a:lnTo>
                  <a:lnTo>
                    <a:pt x="1034359" y="331947"/>
                  </a:lnTo>
                  <a:lnTo>
                    <a:pt x="1034698" y="333722"/>
                  </a:lnTo>
                  <a:lnTo>
                    <a:pt x="1035491" y="334030"/>
                  </a:lnTo>
                  <a:lnTo>
                    <a:pt x="1036284" y="333230"/>
                  </a:lnTo>
                  <a:lnTo>
                    <a:pt x="1037536" y="333107"/>
                  </a:lnTo>
                  <a:lnTo>
                    <a:pt x="1038828" y="333476"/>
                  </a:lnTo>
                  <a:lnTo>
                    <a:pt x="1039799" y="330637"/>
                  </a:lnTo>
                  <a:lnTo>
                    <a:pt x="1038990" y="330196"/>
                  </a:lnTo>
                  <a:lnTo>
                    <a:pt x="1038268" y="329196"/>
                  </a:lnTo>
                  <a:lnTo>
                    <a:pt x="1038698" y="328448"/>
                  </a:lnTo>
                  <a:lnTo>
                    <a:pt x="1040932" y="327051"/>
                  </a:lnTo>
                  <a:lnTo>
                    <a:pt x="1042326" y="326927"/>
                  </a:lnTo>
                  <a:lnTo>
                    <a:pt x="1043659" y="327038"/>
                  </a:lnTo>
                  <a:lnTo>
                    <a:pt x="1042213" y="328808"/>
                  </a:lnTo>
                  <a:lnTo>
                    <a:pt x="1041628" y="329169"/>
                  </a:lnTo>
                  <a:lnTo>
                    <a:pt x="1041175" y="329266"/>
                  </a:lnTo>
                  <a:lnTo>
                    <a:pt x="1040568" y="329587"/>
                  </a:lnTo>
                  <a:lnTo>
                    <a:pt x="1041866" y="330604"/>
                  </a:lnTo>
                  <a:lnTo>
                    <a:pt x="1043250" y="331401"/>
                  </a:lnTo>
                  <a:lnTo>
                    <a:pt x="1045256" y="331732"/>
                  </a:lnTo>
                  <a:lnTo>
                    <a:pt x="1044796" y="332338"/>
                  </a:lnTo>
                  <a:lnTo>
                    <a:pt x="1043459" y="332861"/>
                  </a:lnTo>
                  <a:lnTo>
                    <a:pt x="1042249" y="335075"/>
                  </a:lnTo>
                  <a:lnTo>
                    <a:pt x="1040326" y="336128"/>
                  </a:lnTo>
                  <a:lnTo>
                    <a:pt x="1039454" y="336858"/>
                  </a:lnTo>
                  <a:lnTo>
                    <a:pt x="1039759" y="337320"/>
                  </a:lnTo>
                  <a:lnTo>
                    <a:pt x="1040464" y="337420"/>
                  </a:lnTo>
                  <a:lnTo>
                    <a:pt x="1044342" y="337122"/>
                  </a:lnTo>
                  <a:lnTo>
                    <a:pt x="1046351" y="336519"/>
                  </a:lnTo>
                  <a:lnTo>
                    <a:pt x="1049212" y="334805"/>
                  </a:lnTo>
                  <a:lnTo>
                    <a:pt x="1050404" y="332255"/>
                  </a:lnTo>
                  <a:lnTo>
                    <a:pt x="1051489" y="331552"/>
                  </a:lnTo>
                  <a:lnTo>
                    <a:pt x="1051814" y="331549"/>
                  </a:lnTo>
                  <a:lnTo>
                    <a:pt x="1052194" y="331726"/>
                  </a:lnTo>
                  <a:lnTo>
                    <a:pt x="1052204" y="333517"/>
                  </a:lnTo>
                  <a:lnTo>
                    <a:pt x="1050670" y="335534"/>
                  </a:lnTo>
                  <a:lnTo>
                    <a:pt x="1049583" y="336674"/>
                  </a:lnTo>
                  <a:lnTo>
                    <a:pt x="1049182" y="337628"/>
                  </a:lnTo>
                  <a:lnTo>
                    <a:pt x="1049849" y="337644"/>
                  </a:lnTo>
                  <a:lnTo>
                    <a:pt x="1051083" y="337447"/>
                  </a:lnTo>
                  <a:lnTo>
                    <a:pt x="1051653" y="336987"/>
                  </a:lnTo>
                  <a:lnTo>
                    <a:pt x="1053070" y="334549"/>
                  </a:lnTo>
                  <a:lnTo>
                    <a:pt x="1053436" y="332806"/>
                  </a:lnTo>
                  <a:lnTo>
                    <a:pt x="1053647" y="330379"/>
                  </a:lnTo>
                  <a:lnTo>
                    <a:pt x="1053486" y="328930"/>
                  </a:lnTo>
                  <a:lnTo>
                    <a:pt x="1053592" y="327884"/>
                  </a:lnTo>
                  <a:lnTo>
                    <a:pt x="1053037" y="326828"/>
                  </a:lnTo>
                  <a:lnTo>
                    <a:pt x="1053401" y="326526"/>
                  </a:lnTo>
                  <a:lnTo>
                    <a:pt x="1057274" y="327951"/>
                  </a:lnTo>
                  <a:lnTo>
                    <a:pt x="1059305" y="328298"/>
                  </a:lnTo>
                  <a:lnTo>
                    <a:pt x="1062973" y="327124"/>
                  </a:lnTo>
                  <a:lnTo>
                    <a:pt x="1063806" y="327412"/>
                  </a:lnTo>
                  <a:lnTo>
                    <a:pt x="1064401" y="328125"/>
                  </a:lnTo>
                  <a:lnTo>
                    <a:pt x="1067431" y="330270"/>
                  </a:lnTo>
                  <a:lnTo>
                    <a:pt x="1068027" y="330975"/>
                  </a:lnTo>
                  <a:lnTo>
                    <a:pt x="1069024" y="333603"/>
                  </a:lnTo>
                  <a:lnTo>
                    <a:pt x="1072246" y="336618"/>
                  </a:lnTo>
                  <a:lnTo>
                    <a:pt x="1075255" y="338039"/>
                  </a:lnTo>
                  <a:lnTo>
                    <a:pt x="1075344" y="338601"/>
                  </a:lnTo>
                  <a:lnTo>
                    <a:pt x="1077261" y="340272"/>
                  </a:lnTo>
                  <a:lnTo>
                    <a:pt x="1078737" y="340854"/>
                  </a:lnTo>
                  <a:lnTo>
                    <a:pt x="1079005" y="342371"/>
                  </a:lnTo>
                  <a:lnTo>
                    <a:pt x="1078304" y="343580"/>
                  </a:lnTo>
                  <a:lnTo>
                    <a:pt x="1076916" y="344724"/>
                  </a:lnTo>
                  <a:lnTo>
                    <a:pt x="1074135" y="343661"/>
                  </a:lnTo>
                  <a:lnTo>
                    <a:pt x="1073684" y="343711"/>
                  </a:lnTo>
                  <a:lnTo>
                    <a:pt x="1074014" y="344381"/>
                  </a:lnTo>
                  <a:lnTo>
                    <a:pt x="1076023" y="346366"/>
                  </a:lnTo>
                  <a:lnTo>
                    <a:pt x="1077622" y="347167"/>
                  </a:lnTo>
                  <a:lnTo>
                    <a:pt x="1077717" y="349783"/>
                  </a:lnTo>
                  <a:lnTo>
                    <a:pt x="1077520" y="351212"/>
                  </a:lnTo>
                  <a:lnTo>
                    <a:pt x="1076454" y="352808"/>
                  </a:lnTo>
                  <a:lnTo>
                    <a:pt x="1076808" y="353746"/>
                  </a:lnTo>
                  <a:lnTo>
                    <a:pt x="1078321" y="355103"/>
                  </a:lnTo>
                  <a:lnTo>
                    <a:pt x="1079072" y="355617"/>
                  </a:lnTo>
                  <a:lnTo>
                    <a:pt x="1079792" y="356395"/>
                  </a:lnTo>
                  <a:lnTo>
                    <a:pt x="1078849" y="358087"/>
                  </a:lnTo>
                  <a:lnTo>
                    <a:pt x="1078673" y="359992"/>
                  </a:lnTo>
                  <a:lnTo>
                    <a:pt x="1077646" y="360828"/>
                  </a:lnTo>
                  <a:lnTo>
                    <a:pt x="1076426" y="362682"/>
                  </a:lnTo>
                  <a:lnTo>
                    <a:pt x="1074564" y="364186"/>
                  </a:lnTo>
                  <a:lnTo>
                    <a:pt x="1073674" y="367056"/>
                  </a:lnTo>
                  <a:lnTo>
                    <a:pt x="1072247" y="369593"/>
                  </a:lnTo>
                  <a:lnTo>
                    <a:pt x="1072086" y="372117"/>
                  </a:lnTo>
                  <a:lnTo>
                    <a:pt x="1071849" y="373017"/>
                  </a:lnTo>
                  <a:lnTo>
                    <a:pt x="1070669" y="375620"/>
                  </a:lnTo>
                  <a:lnTo>
                    <a:pt x="1070247" y="379165"/>
                  </a:lnTo>
                  <a:lnTo>
                    <a:pt x="1070806" y="384957"/>
                  </a:lnTo>
                  <a:lnTo>
                    <a:pt x="1071077" y="385293"/>
                  </a:lnTo>
                  <a:lnTo>
                    <a:pt x="1071649" y="385631"/>
                  </a:lnTo>
                  <a:lnTo>
                    <a:pt x="1071543" y="386032"/>
                  </a:lnTo>
                  <a:lnTo>
                    <a:pt x="1071271" y="386316"/>
                  </a:lnTo>
                  <a:lnTo>
                    <a:pt x="1070118" y="388015"/>
                  </a:lnTo>
                  <a:lnTo>
                    <a:pt x="1070136" y="389213"/>
                  </a:lnTo>
                  <a:lnTo>
                    <a:pt x="1070578" y="390105"/>
                  </a:lnTo>
                  <a:lnTo>
                    <a:pt x="1070634" y="392414"/>
                  </a:lnTo>
                  <a:lnTo>
                    <a:pt x="1069819" y="396105"/>
                  </a:lnTo>
                  <a:lnTo>
                    <a:pt x="1069517" y="396687"/>
                  </a:lnTo>
                  <a:lnTo>
                    <a:pt x="1069188" y="397648"/>
                  </a:lnTo>
                  <a:lnTo>
                    <a:pt x="1069039" y="398508"/>
                  </a:lnTo>
                  <a:lnTo>
                    <a:pt x="1068821" y="399055"/>
                  </a:lnTo>
                  <a:lnTo>
                    <a:pt x="1068664" y="399977"/>
                  </a:lnTo>
                  <a:lnTo>
                    <a:pt x="1068898" y="400801"/>
                  </a:lnTo>
                  <a:lnTo>
                    <a:pt x="1069320" y="401229"/>
                  </a:lnTo>
                  <a:lnTo>
                    <a:pt x="1067862" y="403897"/>
                  </a:lnTo>
                  <a:lnTo>
                    <a:pt x="1067355" y="407372"/>
                  </a:lnTo>
                  <a:lnTo>
                    <a:pt x="1066812" y="408781"/>
                  </a:lnTo>
                  <a:lnTo>
                    <a:pt x="1065726" y="410160"/>
                  </a:lnTo>
                  <a:lnTo>
                    <a:pt x="1063477" y="412158"/>
                  </a:lnTo>
                  <a:lnTo>
                    <a:pt x="1062678" y="413423"/>
                  </a:lnTo>
                  <a:lnTo>
                    <a:pt x="1061204" y="415021"/>
                  </a:lnTo>
                  <a:lnTo>
                    <a:pt x="1059806" y="416248"/>
                  </a:lnTo>
                  <a:lnTo>
                    <a:pt x="1057860" y="419769"/>
                  </a:lnTo>
                  <a:lnTo>
                    <a:pt x="1056293" y="423278"/>
                  </a:lnTo>
                  <a:lnTo>
                    <a:pt x="1052371" y="427826"/>
                  </a:lnTo>
                  <a:lnTo>
                    <a:pt x="1051830" y="428956"/>
                  </a:lnTo>
                  <a:lnTo>
                    <a:pt x="1051554" y="430161"/>
                  </a:lnTo>
                  <a:lnTo>
                    <a:pt x="1050526" y="432180"/>
                  </a:lnTo>
                  <a:lnTo>
                    <a:pt x="1050007" y="434993"/>
                  </a:lnTo>
                  <a:lnTo>
                    <a:pt x="1048807" y="436115"/>
                  </a:lnTo>
                  <a:lnTo>
                    <a:pt x="1047825" y="439075"/>
                  </a:lnTo>
                  <a:lnTo>
                    <a:pt x="1044635" y="443569"/>
                  </a:lnTo>
                  <a:lnTo>
                    <a:pt x="1043843" y="445106"/>
                  </a:lnTo>
                  <a:lnTo>
                    <a:pt x="1041381" y="447594"/>
                  </a:lnTo>
                  <a:lnTo>
                    <a:pt x="1038749" y="451032"/>
                  </a:lnTo>
                  <a:lnTo>
                    <a:pt x="1035499" y="454133"/>
                  </a:lnTo>
                  <a:lnTo>
                    <a:pt x="1034872" y="455404"/>
                  </a:lnTo>
                  <a:lnTo>
                    <a:pt x="1033613" y="456825"/>
                  </a:lnTo>
                  <a:lnTo>
                    <a:pt x="1032254" y="459001"/>
                  </a:lnTo>
                  <a:lnTo>
                    <a:pt x="1030274" y="461168"/>
                  </a:lnTo>
                  <a:lnTo>
                    <a:pt x="1029872" y="462629"/>
                  </a:lnTo>
                  <a:lnTo>
                    <a:pt x="1029244" y="463646"/>
                  </a:lnTo>
                  <a:lnTo>
                    <a:pt x="1027775" y="464333"/>
                  </a:lnTo>
                  <a:lnTo>
                    <a:pt x="1026711" y="465258"/>
                  </a:lnTo>
                  <a:lnTo>
                    <a:pt x="1023481" y="470866"/>
                  </a:lnTo>
                  <a:lnTo>
                    <a:pt x="1023064" y="471879"/>
                  </a:lnTo>
                  <a:lnTo>
                    <a:pt x="1023010" y="472769"/>
                  </a:lnTo>
                  <a:lnTo>
                    <a:pt x="1020898" y="474867"/>
                  </a:lnTo>
                  <a:lnTo>
                    <a:pt x="1019677" y="477083"/>
                  </a:lnTo>
                  <a:lnTo>
                    <a:pt x="1017651" y="478466"/>
                  </a:lnTo>
                  <a:lnTo>
                    <a:pt x="1015521" y="480363"/>
                  </a:lnTo>
                  <a:lnTo>
                    <a:pt x="1010456" y="483828"/>
                  </a:lnTo>
                  <a:lnTo>
                    <a:pt x="1009075" y="485149"/>
                  </a:lnTo>
                  <a:lnTo>
                    <a:pt x="1006226" y="486788"/>
                  </a:lnTo>
                  <a:lnTo>
                    <a:pt x="1005066" y="486812"/>
                  </a:lnTo>
                  <a:lnTo>
                    <a:pt x="1002632" y="487709"/>
                  </a:lnTo>
                  <a:lnTo>
                    <a:pt x="1001028" y="488642"/>
                  </a:lnTo>
                  <a:lnTo>
                    <a:pt x="1000077" y="488282"/>
                  </a:lnTo>
                  <a:lnTo>
                    <a:pt x="999483" y="487094"/>
                  </a:lnTo>
                  <a:lnTo>
                    <a:pt x="998795" y="487132"/>
                  </a:lnTo>
                  <a:lnTo>
                    <a:pt x="998224" y="487293"/>
                  </a:lnTo>
                  <a:lnTo>
                    <a:pt x="996762" y="486148"/>
                  </a:lnTo>
                  <a:lnTo>
                    <a:pt x="995508" y="486207"/>
                  </a:lnTo>
                  <a:lnTo>
                    <a:pt x="994608" y="485674"/>
                  </a:lnTo>
                  <a:lnTo>
                    <a:pt x="992929" y="486044"/>
                  </a:lnTo>
                  <a:lnTo>
                    <a:pt x="993218" y="481087"/>
                  </a:lnTo>
                  <a:lnTo>
                    <a:pt x="992983" y="480043"/>
                  </a:lnTo>
                  <a:lnTo>
                    <a:pt x="992261" y="480998"/>
                  </a:lnTo>
                  <a:lnTo>
                    <a:pt x="990326" y="482757"/>
                  </a:lnTo>
                  <a:lnTo>
                    <a:pt x="989555" y="483085"/>
                  </a:lnTo>
                  <a:lnTo>
                    <a:pt x="988792" y="483088"/>
                  </a:lnTo>
                  <a:lnTo>
                    <a:pt x="989093" y="482034"/>
                  </a:lnTo>
                  <a:lnTo>
                    <a:pt x="990178" y="480510"/>
                  </a:lnTo>
                  <a:lnTo>
                    <a:pt x="989830" y="480287"/>
                  </a:lnTo>
                  <a:lnTo>
                    <a:pt x="989477" y="480204"/>
                  </a:lnTo>
                  <a:lnTo>
                    <a:pt x="988112" y="480855"/>
                  </a:lnTo>
                  <a:lnTo>
                    <a:pt x="987425" y="481590"/>
                  </a:lnTo>
                  <a:lnTo>
                    <a:pt x="985479" y="484466"/>
                  </a:lnTo>
                  <a:lnTo>
                    <a:pt x="984314" y="486894"/>
                  </a:lnTo>
                  <a:lnTo>
                    <a:pt x="983361" y="487594"/>
                  </a:lnTo>
                  <a:lnTo>
                    <a:pt x="982914" y="488636"/>
                  </a:lnTo>
                  <a:lnTo>
                    <a:pt x="982091" y="489632"/>
                  </a:lnTo>
                  <a:lnTo>
                    <a:pt x="980828" y="489365"/>
                  </a:lnTo>
                  <a:lnTo>
                    <a:pt x="980080" y="489522"/>
                  </a:lnTo>
                  <a:lnTo>
                    <a:pt x="978287" y="488973"/>
                  </a:lnTo>
                  <a:lnTo>
                    <a:pt x="977844" y="489208"/>
                  </a:lnTo>
                  <a:lnTo>
                    <a:pt x="979025" y="491070"/>
                  </a:lnTo>
                  <a:lnTo>
                    <a:pt x="978038" y="49382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g1330"/>
            <p:cNvSpPr/>
            <p:nvPr/>
          </p:nvSpPr>
          <p:spPr>
            <a:xfrm>
              <a:off x="5029344" y="1327976"/>
              <a:ext cx="12109" cy="1836"/>
            </a:xfrm>
            <a:custGeom>
              <a:avLst/>
              <a:pathLst>
                <a:path w="12109" h="1836">
                  <a:moveTo>
                    <a:pt x="12109" y="815"/>
                  </a:moveTo>
                  <a:lnTo>
                    <a:pt x="11265" y="1490"/>
                  </a:lnTo>
                  <a:lnTo>
                    <a:pt x="10086" y="1836"/>
                  </a:lnTo>
                  <a:lnTo>
                    <a:pt x="8782" y="1266"/>
                  </a:lnTo>
                  <a:lnTo>
                    <a:pt x="5545" y="1307"/>
                  </a:lnTo>
                  <a:lnTo>
                    <a:pt x="0" y="691"/>
                  </a:lnTo>
                  <a:lnTo>
                    <a:pt x="1587" y="304"/>
                  </a:lnTo>
                  <a:lnTo>
                    <a:pt x="10338" y="0"/>
                  </a:lnTo>
                  <a:lnTo>
                    <a:pt x="10952" y="5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g1331"/>
            <p:cNvSpPr/>
            <p:nvPr/>
          </p:nvSpPr>
          <p:spPr>
            <a:xfrm>
              <a:off x="5025636" y="1325875"/>
              <a:ext cx="6584" cy="1972"/>
            </a:xfrm>
            <a:custGeom>
              <a:avLst/>
              <a:pathLst>
                <a:path w="6584" h="1972">
                  <a:moveTo>
                    <a:pt x="2334" y="1866"/>
                  </a:moveTo>
                  <a:lnTo>
                    <a:pt x="1205" y="1972"/>
                  </a:lnTo>
                  <a:lnTo>
                    <a:pt x="0" y="1672"/>
                  </a:lnTo>
                  <a:lnTo>
                    <a:pt x="328" y="1051"/>
                  </a:lnTo>
                  <a:lnTo>
                    <a:pt x="3093" y="940"/>
                  </a:lnTo>
                  <a:lnTo>
                    <a:pt x="4098" y="0"/>
                  </a:lnTo>
                  <a:lnTo>
                    <a:pt x="5835" y="52"/>
                  </a:lnTo>
                  <a:lnTo>
                    <a:pt x="6315" y="326"/>
                  </a:lnTo>
                  <a:lnTo>
                    <a:pt x="6584" y="639"/>
                  </a:lnTo>
                  <a:lnTo>
                    <a:pt x="6578" y="1046"/>
                  </a:lnTo>
                  <a:lnTo>
                    <a:pt x="6201" y="1046"/>
                  </a:lnTo>
                  <a:lnTo>
                    <a:pt x="4551" y="1093"/>
                  </a:lnTo>
                  <a:lnTo>
                    <a:pt x="4246" y="132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g1332"/>
            <p:cNvSpPr/>
            <p:nvPr/>
          </p:nvSpPr>
          <p:spPr>
            <a:xfrm>
              <a:off x="4961903" y="1310628"/>
              <a:ext cx="57290" cy="20592"/>
            </a:xfrm>
            <a:custGeom>
              <a:avLst/>
              <a:pathLst>
                <a:path w="57290" h="20592">
                  <a:moveTo>
                    <a:pt x="34036" y="2500"/>
                  </a:moveTo>
                  <a:lnTo>
                    <a:pt x="33114" y="3581"/>
                  </a:lnTo>
                  <a:lnTo>
                    <a:pt x="32721" y="4563"/>
                  </a:lnTo>
                  <a:lnTo>
                    <a:pt x="29903" y="7762"/>
                  </a:lnTo>
                  <a:lnTo>
                    <a:pt x="29566" y="8337"/>
                  </a:lnTo>
                  <a:lnTo>
                    <a:pt x="31222" y="7837"/>
                  </a:lnTo>
                  <a:lnTo>
                    <a:pt x="32739" y="6745"/>
                  </a:lnTo>
                  <a:lnTo>
                    <a:pt x="33658" y="5842"/>
                  </a:lnTo>
                  <a:lnTo>
                    <a:pt x="34657" y="5264"/>
                  </a:lnTo>
                  <a:lnTo>
                    <a:pt x="35842" y="5254"/>
                  </a:lnTo>
                  <a:lnTo>
                    <a:pt x="37010" y="5047"/>
                  </a:lnTo>
                  <a:lnTo>
                    <a:pt x="39227" y="4283"/>
                  </a:lnTo>
                  <a:lnTo>
                    <a:pt x="41492" y="3950"/>
                  </a:lnTo>
                  <a:lnTo>
                    <a:pt x="42702" y="3960"/>
                  </a:lnTo>
                  <a:lnTo>
                    <a:pt x="43884" y="4323"/>
                  </a:lnTo>
                  <a:lnTo>
                    <a:pt x="44625" y="5169"/>
                  </a:lnTo>
                  <a:lnTo>
                    <a:pt x="45449" y="5858"/>
                  </a:lnTo>
                  <a:lnTo>
                    <a:pt x="48411" y="6361"/>
                  </a:lnTo>
                  <a:lnTo>
                    <a:pt x="48837" y="6545"/>
                  </a:lnTo>
                  <a:lnTo>
                    <a:pt x="49100" y="7111"/>
                  </a:lnTo>
                  <a:lnTo>
                    <a:pt x="48864" y="7715"/>
                  </a:lnTo>
                  <a:lnTo>
                    <a:pt x="50578" y="8341"/>
                  </a:lnTo>
                  <a:lnTo>
                    <a:pt x="52923" y="8066"/>
                  </a:lnTo>
                  <a:lnTo>
                    <a:pt x="54187" y="8227"/>
                  </a:lnTo>
                  <a:lnTo>
                    <a:pt x="55429" y="8568"/>
                  </a:lnTo>
                  <a:lnTo>
                    <a:pt x="55984" y="9111"/>
                  </a:lnTo>
                  <a:lnTo>
                    <a:pt x="56471" y="9766"/>
                  </a:lnTo>
                  <a:lnTo>
                    <a:pt x="56982" y="10698"/>
                  </a:lnTo>
                  <a:lnTo>
                    <a:pt x="57290" y="11705"/>
                  </a:lnTo>
                  <a:lnTo>
                    <a:pt x="57005" y="13017"/>
                  </a:lnTo>
                  <a:lnTo>
                    <a:pt x="52464" y="15070"/>
                  </a:lnTo>
                  <a:lnTo>
                    <a:pt x="51605" y="15251"/>
                  </a:lnTo>
                  <a:lnTo>
                    <a:pt x="49501" y="15119"/>
                  </a:lnTo>
                  <a:lnTo>
                    <a:pt x="47401" y="15316"/>
                  </a:lnTo>
                  <a:lnTo>
                    <a:pt x="41932" y="16388"/>
                  </a:lnTo>
                  <a:lnTo>
                    <a:pt x="35156" y="16421"/>
                  </a:lnTo>
                  <a:lnTo>
                    <a:pt x="33203" y="17369"/>
                  </a:lnTo>
                  <a:lnTo>
                    <a:pt x="32613" y="17341"/>
                  </a:lnTo>
                  <a:lnTo>
                    <a:pt x="32034" y="17176"/>
                  </a:lnTo>
                  <a:lnTo>
                    <a:pt x="31505" y="16857"/>
                  </a:lnTo>
                  <a:lnTo>
                    <a:pt x="27373" y="17126"/>
                  </a:lnTo>
                  <a:lnTo>
                    <a:pt x="22755" y="17279"/>
                  </a:lnTo>
                  <a:lnTo>
                    <a:pt x="18136" y="17312"/>
                  </a:lnTo>
                  <a:lnTo>
                    <a:pt x="16583" y="17995"/>
                  </a:lnTo>
                  <a:lnTo>
                    <a:pt x="11864" y="19327"/>
                  </a:lnTo>
                  <a:lnTo>
                    <a:pt x="7522" y="20338"/>
                  </a:lnTo>
                  <a:lnTo>
                    <a:pt x="5278" y="20592"/>
                  </a:lnTo>
                  <a:lnTo>
                    <a:pt x="2016" y="20323"/>
                  </a:lnTo>
                  <a:lnTo>
                    <a:pt x="989" y="19980"/>
                  </a:lnTo>
                  <a:lnTo>
                    <a:pt x="0" y="19458"/>
                  </a:lnTo>
                  <a:lnTo>
                    <a:pt x="1433" y="18819"/>
                  </a:lnTo>
                  <a:lnTo>
                    <a:pt x="2445" y="17499"/>
                  </a:lnTo>
                  <a:lnTo>
                    <a:pt x="3697" y="16733"/>
                  </a:lnTo>
                  <a:lnTo>
                    <a:pt x="6923" y="15263"/>
                  </a:lnTo>
                  <a:lnTo>
                    <a:pt x="7288" y="14684"/>
                  </a:lnTo>
                  <a:lnTo>
                    <a:pt x="7913" y="13428"/>
                  </a:lnTo>
                  <a:lnTo>
                    <a:pt x="8286" y="12961"/>
                  </a:lnTo>
                  <a:lnTo>
                    <a:pt x="8778" y="12517"/>
                  </a:lnTo>
                  <a:lnTo>
                    <a:pt x="9178" y="11986"/>
                  </a:lnTo>
                  <a:lnTo>
                    <a:pt x="9229" y="11182"/>
                  </a:lnTo>
                  <a:lnTo>
                    <a:pt x="9431" y="10516"/>
                  </a:lnTo>
                  <a:lnTo>
                    <a:pt x="10684" y="9484"/>
                  </a:lnTo>
                  <a:lnTo>
                    <a:pt x="11622" y="9002"/>
                  </a:lnTo>
                  <a:lnTo>
                    <a:pt x="12606" y="8867"/>
                  </a:lnTo>
                  <a:lnTo>
                    <a:pt x="15028" y="9060"/>
                  </a:lnTo>
                  <a:lnTo>
                    <a:pt x="15786" y="8992"/>
                  </a:lnTo>
                  <a:lnTo>
                    <a:pt x="15239" y="8658"/>
                  </a:lnTo>
                  <a:lnTo>
                    <a:pt x="14845" y="7468"/>
                  </a:lnTo>
                  <a:lnTo>
                    <a:pt x="14923" y="7076"/>
                  </a:lnTo>
                  <a:lnTo>
                    <a:pt x="15272" y="6320"/>
                  </a:lnTo>
                  <a:lnTo>
                    <a:pt x="15878" y="5951"/>
                  </a:lnTo>
                  <a:lnTo>
                    <a:pt x="16497" y="5717"/>
                  </a:lnTo>
                  <a:lnTo>
                    <a:pt x="16850" y="4699"/>
                  </a:lnTo>
                  <a:lnTo>
                    <a:pt x="16699" y="4323"/>
                  </a:lnTo>
                  <a:lnTo>
                    <a:pt x="17613" y="3854"/>
                  </a:lnTo>
                  <a:lnTo>
                    <a:pt x="18060" y="3190"/>
                  </a:lnTo>
                  <a:lnTo>
                    <a:pt x="19142" y="2797"/>
                  </a:lnTo>
                  <a:lnTo>
                    <a:pt x="21343" y="2493"/>
                  </a:lnTo>
                  <a:lnTo>
                    <a:pt x="21458" y="1681"/>
                  </a:lnTo>
                  <a:lnTo>
                    <a:pt x="21793" y="1154"/>
                  </a:lnTo>
                  <a:lnTo>
                    <a:pt x="22291" y="1001"/>
                  </a:lnTo>
                  <a:lnTo>
                    <a:pt x="23408" y="853"/>
                  </a:lnTo>
                  <a:lnTo>
                    <a:pt x="24003" y="878"/>
                  </a:lnTo>
                  <a:lnTo>
                    <a:pt x="24834" y="1695"/>
                  </a:lnTo>
                  <a:lnTo>
                    <a:pt x="25716" y="2364"/>
                  </a:lnTo>
                  <a:lnTo>
                    <a:pt x="26881" y="2520"/>
                  </a:lnTo>
                  <a:lnTo>
                    <a:pt x="28043" y="2470"/>
                  </a:lnTo>
                  <a:lnTo>
                    <a:pt x="27343" y="1682"/>
                  </a:lnTo>
                  <a:lnTo>
                    <a:pt x="27375" y="834"/>
                  </a:lnTo>
                  <a:lnTo>
                    <a:pt x="27795" y="282"/>
                  </a:lnTo>
                  <a:lnTo>
                    <a:pt x="28338" y="43"/>
                  </a:lnTo>
                  <a:lnTo>
                    <a:pt x="29496" y="0"/>
                  </a:lnTo>
                  <a:lnTo>
                    <a:pt x="33138" y="572"/>
                  </a:lnTo>
                  <a:lnTo>
                    <a:pt x="35520" y="1417"/>
                  </a:lnTo>
                  <a:lnTo>
                    <a:pt x="36053" y="1870"/>
                  </a:lnTo>
                  <a:lnTo>
                    <a:pt x="35623" y="2101"/>
                  </a:lnTo>
                  <a:lnTo>
                    <a:pt x="34555" y="225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g1333"/>
            <p:cNvSpPr/>
            <p:nvPr/>
          </p:nvSpPr>
          <p:spPr>
            <a:xfrm>
              <a:off x="4742076" y="1307403"/>
              <a:ext cx="14545" cy="2440"/>
            </a:xfrm>
            <a:custGeom>
              <a:avLst/>
              <a:pathLst>
                <a:path w="14545" h="2440">
                  <a:moveTo>
                    <a:pt x="1867" y="186"/>
                  </a:moveTo>
                  <a:lnTo>
                    <a:pt x="3036" y="686"/>
                  </a:lnTo>
                  <a:lnTo>
                    <a:pt x="3934" y="297"/>
                  </a:lnTo>
                  <a:lnTo>
                    <a:pt x="12380" y="1501"/>
                  </a:lnTo>
                  <a:lnTo>
                    <a:pt x="14169" y="1953"/>
                  </a:lnTo>
                  <a:lnTo>
                    <a:pt x="14545" y="2267"/>
                  </a:lnTo>
                  <a:lnTo>
                    <a:pt x="7176" y="2440"/>
                  </a:lnTo>
                  <a:lnTo>
                    <a:pt x="5657" y="2385"/>
                  </a:lnTo>
                  <a:lnTo>
                    <a:pt x="5534" y="1673"/>
                  </a:lnTo>
                  <a:lnTo>
                    <a:pt x="3841" y="1659"/>
                  </a:lnTo>
                  <a:lnTo>
                    <a:pt x="966" y="1195"/>
                  </a:lnTo>
                  <a:lnTo>
                    <a:pt x="192" y="541"/>
                  </a:lnTo>
                  <a:lnTo>
                    <a:pt x="0" y="275"/>
                  </a:lnTo>
                  <a:lnTo>
                    <a:pt x="916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g1334"/>
            <p:cNvSpPr/>
            <p:nvPr/>
          </p:nvSpPr>
          <p:spPr>
            <a:xfrm>
              <a:off x="4967847" y="1306892"/>
              <a:ext cx="3641" cy="1386"/>
            </a:xfrm>
            <a:custGeom>
              <a:avLst/>
              <a:pathLst>
                <a:path w="3641" h="1386">
                  <a:moveTo>
                    <a:pt x="2086" y="1210"/>
                  </a:moveTo>
                  <a:lnTo>
                    <a:pt x="0" y="1386"/>
                  </a:lnTo>
                  <a:lnTo>
                    <a:pt x="254" y="412"/>
                  </a:lnTo>
                  <a:lnTo>
                    <a:pt x="381" y="149"/>
                  </a:lnTo>
                  <a:lnTo>
                    <a:pt x="1446" y="0"/>
                  </a:lnTo>
                  <a:lnTo>
                    <a:pt x="2138" y="241"/>
                  </a:lnTo>
                  <a:lnTo>
                    <a:pt x="3641" y="42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g1335"/>
            <p:cNvSpPr/>
            <p:nvPr/>
          </p:nvSpPr>
          <p:spPr>
            <a:xfrm>
              <a:off x="4884166" y="1301993"/>
              <a:ext cx="25854" cy="5255"/>
            </a:xfrm>
            <a:custGeom>
              <a:avLst/>
              <a:pathLst>
                <a:path w="25854" h="5255">
                  <a:moveTo>
                    <a:pt x="15262" y="5120"/>
                  </a:moveTo>
                  <a:lnTo>
                    <a:pt x="12964" y="5255"/>
                  </a:lnTo>
                  <a:lnTo>
                    <a:pt x="10249" y="5127"/>
                  </a:lnTo>
                  <a:lnTo>
                    <a:pt x="5802" y="3650"/>
                  </a:lnTo>
                  <a:lnTo>
                    <a:pt x="2894" y="3023"/>
                  </a:lnTo>
                  <a:lnTo>
                    <a:pt x="527" y="2055"/>
                  </a:lnTo>
                  <a:lnTo>
                    <a:pt x="0" y="987"/>
                  </a:lnTo>
                  <a:lnTo>
                    <a:pt x="1504" y="301"/>
                  </a:lnTo>
                  <a:lnTo>
                    <a:pt x="3364" y="42"/>
                  </a:lnTo>
                  <a:lnTo>
                    <a:pt x="6448" y="0"/>
                  </a:lnTo>
                  <a:lnTo>
                    <a:pt x="10436" y="95"/>
                  </a:lnTo>
                  <a:lnTo>
                    <a:pt x="14403" y="777"/>
                  </a:lnTo>
                  <a:lnTo>
                    <a:pt x="22812" y="1550"/>
                  </a:lnTo>
                  <a:lnTo>
                    <a:pt x="25854" y="2060"/>
                  </a:lnTo>
                  <a:lnTo>
                    <a:pt x="23966" y="3285"/>
                  </a:lnTo>
                  <a:lnTo>
                    <a:pt x="21870" y="3743"/>
                  </a:lnTo>
                  <a:lnTo>
                    <a:pt x="19723" y="4389"/>
                  </a:lnTo>
                  <a:lnTo>
                    <a:pt x="17558" y="485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g1336"/>
            <p:cNvSpPr/>
            <p:nvPr/>
          </p:nvSpPr>
          <p:spPr>
            <a:xfrm>
              <a:off x="4496472" y="1301408"/>
              <a:ext cx="12712" cy="2423"/>
            </a:xfrm>
            <a:custGeom>
              <a:avLst/>
              <a:pathLst>
                <a:path w="12712" h="2423">
                  <a:moveTo>
                    <a:pt x="12468" y="2092"/>
                  </a:moveTo>
                  <a:lnTo>
                    <a:pt x="12712" y="2263"/>
                  </a:lnTo>
                  <a:lnTo>
                    <a:pt x="12676" y="2423"/>
                  </a:lnTo>
                  <a:lnTo>
                    <a:pt x="9317" y="2263"/>
                  </a:lnTo>
                  <a:lnTo>
                    <a:pt x="3431" y="2368"/>
                  </a:lnTo>
                  <a:lnTo>
                    <a:pt x="0" y="1585"/>
                  </a:lnTo>
                  <a:lnTo>
                    <a:pt x="3606" y="820"/>
                  </a:lnTo>
                  <a:lnTo>
                    <a:pt x="5528" y="637"/>
                  </a:lnTo>
                  <a:lnTo>
                    <a:pt x="7993" y="0"/>
                  </a:lnTo>
                  <a:lnTo>
                    <a:pt x="11002" y="636"/>
                  </a:lnTo>
                  <a:lnTo>
                    <a:pt x="10846" y="1170"/>
                  </a:lnTo>
                  <a:lnTo>
                    <a:pt x="10892" y="1436"/>
                  </a:lnTo>
                  <a:lnTo>
                    <a:pt x="11689" y="170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g1337"/>
            <p:cNvSpPr/>
            <p:nvPr/>
          </p:nvSpPr>
          <p:spPr>
            <a:xfrm>
              <a:off x="4579991" y="1301065"/>
              <a:ext cx="9383" cy="2731"/>
            </a:xfrm>
            <a:custGeom>
              <a:avLst/>
              <a:pathLst>
                <a:path w="9383" h="2731">
                  <a:moveTo>
                    <a:pt x="7281" y="2274"/>
                  </a:moveTo>
                  <a:lnTo>
                    <a:pt x="3892" y="2731"/>
                  </a:lnTo>
                  <a:lnTo>
                    <a:pt x="2681" y="2592"/>
                  </a:lnTo>
                  <a:lnTo>
                    <a:pt x="2365" y="2378"/>
                  </a:lnTo>
                  <a:lnTo>
                    <a:pt x="1713" y="2157"/>
                  </a:lnTo>
                  <a:lnTo>
                    <a:pt x="0" y="1872"/>
                  </a:lnTo>
                  <a:lnTo>
                    <a:pt x="254" y="1067"/>
                  </a:lnTo>
                  <a:lnTo>
                    <a:pt x="777" y="905"/>
                  </a:lnTo>
                  <a:lnTo>
                    <a:pt x="5915" y="0"/>
                  </a:lnTo>
                  <a:lnTo>
                    <a:pt x="8348" y="504"/>
                  </a:lnTo>
                  <a:lnTo>
                    <a:pt x="9383" y="173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g1338"/>
            <p:cNvSpPr/>
            <p:nvPr/>
          </p:nvSpPr>
          <p:spPr>
            <a:xfrm>
              <a:off x="4903092" y="1300375"/>
              <a:ext cx="66135" cy="19254"/>
            </a:xfrm>
            <a:custGeom>
              <a:avLst/>
              <a:pathLst>
                <a:path w="66135" h="19254">
                  <a:moveTo>
                    <a:pt x="43554" y="139"/>
                  </a:moveTo>
                  <a:lnTo>
                    <a:pt x="45722" y="1021"/>
                  </a:lnTo>
                  <a:lnTo>
                    <a:pt x="46802" y="2028"/>
                  </a:lnTo>
                  <a:lnTo>
                    <a:pt x="45751" y="2294"/>
                  </a:lnTo>
                  <a:lnTo>
                    <a:pt x="44816" y="2956"/>
                  </a:lnTo>
                  <a:lnTo>
                    <a:pt x="44363" y="3799"/>
                  </a:lnTo>
                  <a:lnTo>
                    <a:pt x="43104" y="4432"/>
                  </a:lnTo>
                  <a:lnTo>
                    <a:pt x="42767" y="5485"/>
                  </a:lnTo>
                  <a:lnTo>
                    <a:pt x="43338" y="5685"/>
                  </a:lnTo>
                  <a:lnTo>
                    <a:pt x="44027" y="5395"/>
                  </a:lnTo>
                  <a:lnTo>
                    <a:pt x="45410" y="4402"/>
                  </a:lnTo>
                  <a:lnTo>
                    <a:pt x="47244" y="3726"/>
                  </a:lnTo>
                  <a:lnTo>
                    <a:pt x="49219" y="4102"/>
                  </a:lnTo>
                  <a:lnTo>
                    <a:pt x="49975" y="3960"/>
                  </a:lnTo>
                  <a:lnTo>
                    <a:pt x="51355" y="3000"/>
                  </a:lnTo>
                  <a:lnTo>
                    <a:pt x="51098" y="2219"/>
                  </a:lnTo>
                  <a:lnTo>
                    <a:pt x="51665" y="1738"/>
                  </a:lnTo>
                  <a:lnTo>
                    <a:pt x="52277" y="1618"/>
                  </a:lnTo>
                  <a:lnTo>
                    <a:pt x="54826" y="1713"/>
                  </a:lnTo>
                  <a:lnTo>
                    <a:pt x="58885" y="2118"/>
                  </a:lnTo>
                  <a:lnTo>
                    <a:pt x="59602" y="2536"/>
                  </a:lnTo>
                  <a:lnTo>
                    <a:pt x="60570" y="2763"/>
                  </a:lnTo>
                  <a:lnTo>
                    <a:pt x="61167" y="3165"/>
                  </a:lnTo>
                  <a:lnTo>
                    <a:pt x="62968" y="3463"/>
                  </a:lnTo>
                  <a:lnTo>
                    <a:pt x="63837" y="3766"/>
                  </a:lnTo>
                  <a:lnTo>
                    <a:pt x="65050" y="4453"/>
                  </a:lnTo>
                  <a:lnTo>
                    <a:pt x="66135" y="5455"/>
                  </a:lnTo>
                  <a:lnTo>
                    <a:pt x="64759" y="5996"/>
                  </a:lnTo>
                  <a:lnTo>
                    <a:pt x="64035" y="6964"/>
                  </a:lnTo>
                  <a:lnTo>
                    <a:pt x="63715" y="7185"/>
                  </a:lnTo>
                  <a:lnTo>
                    <a:pt x="63489" y="7531"/>
                  </a:lnTo>
                  <a:lnTo>
                    <a:pt x="63390" y="8376"/>
                  </a:lnTo>
                  <a:lnTo>
                    <a:pt x="63179" y="9109"/>
                  </a:lnTo>
                  <a:lnTo>
                    <a:pt x="62918" y="9434"/>
                  </a:lnTo>
                  <a:lnTo>
                    <a:pt x="62776" y="9830"/>
                  </a:lnTo>
                  <a:lnTo>
                    <a:pt x="62921" y="10923"/>
                  </a:lnTo>
                  <a:lnTo>
                    <a:pt x="62534" y="11784"/>
                  </a:lnTo>
                  <a:lnTo>
                    <a:pt x="61178" y="12437"/>
                  </a:lnTo>
                  <a:lnTo>
                    <a:pt x="59763" y="12462"/>
                  </a:lnTo>
                  <a:lnTo>
                    <a:pt x="57675" y="12022"/>
                  </a:lnTo>
                  <a:lnTo>
                    <a:pt x="57082" y="12035"/>
                  </a:lnTo>
                  <a:lnTo>
                    <a:pt x="56490" y="12207"/>
                  </a:lnTo>
                  <a:lnTo>
                    <a:pt x="59097" y="13125"/>
                  </a:lnTo>
                  <a:lnTo>
                    <a:pt x="60988" y="14479"/>
                  </a:lnTo>
                  <a:lnTo>
                    <a:pt x="63197" y="14793"/>
                  </a:lnTo>
                  <a:lnTo>
                    <a:pt x="63802" y="14957"/>
                  </a:lnTo>
                  <a:lnTo>
                    <a:pt x="64606" y="16205"/>
                  </a:lnTo>
                  <a:lnTo>
                    <a:pt x="64886" y="16832"/>
                  </a:lnTo>
                  <a:lnTo>
                    <a:pt x="61211" y="18348"/>
                  </a:lnTo>
                  <a:lnTo>
                    <a:pt x="60253" y="18606"/>
                  </a:lnTo>
                  <a:lnTo>
                    <a:pt x="54387" y="18829"/>
                  </a:lnTo>
                  <a:lnTo>
                    <a:pt x="50523" y="19254"/>
                  </a:lnTo>
                  <a:lnTo>
                    <a:pt x="49307" y="19153"/>
                  </a:lnTo>
                  <a:lnTo>
                    <a:pt x="47146" y="18791"/>
                  </a:lnTo>
                  <a:lnTo>
                    <a:pt x="45737" y="18941"/>
                  </a:lnTo>
                  <a:lnTo>
                    <a:pt x="43687" y="18702"/>
                  </a:lnTo>
                  <a:lnTo>
                    <a:pt x="42428" y="18713"/>
                  </a:lnTo>
                  <a:lnTo>
                    <a:pt x="39521" y="18135"/>
                  </a:lnTo>
                  <a:lnTo>
                    <a:pt x="36538" y="17216"/>
                  </a:lnTo>
                  <a:lnTo>
                    <a:pt x="35954" y="16799"/>
                  </a:lnTo>
                  <a:lnTo>
                    <a:pt x="35355" y="16504"/>
                  </a:lnTo>
                  <a:lnTo>
                    <a:pt x="31780" y="16252"/>
                  </a:lnTo>
                  <a:lnTo>
                    <a:pt x="30998" y="16073"/>
                  </a:lnTo>
                  <a:lnTo>
                    <a:pt x="25787" y="16274"/>
                  </a:lnTo>
                  <a:lnTo>
                    <a:pt x="24901" y="16127"/>
                  </a:lnTo>
                  <a:lnTo>
                    <a:pt x="23276" y="14926"/>
                  </a:lnTo>
                  <a:lnTo>
                    <a:pt x="22385" y="14909"/>
                  </a:lnTo>
                  <a:lnTo>
                    <a:pt x="19511" y="15602"/>
                  </a:lnTo>
                  <a:lnTo>
                    <a:pt x="18444" y="15559"/>
                  </a:lnTo>
                  <a:lnTo>
                    <a:pt x="16274" y="15086"/>
                  </a:lnTo>
                  <a:lnTo>
                    <a:pt x="14962" y="14516"/>
                  </a:lnTo>
                  <a:lnTo>
                    <a:pt x="14766" y="14329"/>
                  </a:lnTo>
                  <a:lnTo>
                    <a:pt x="14654" y="13611"/>
                  </a:lnTo>
                  <a:lnTo>
                    <a:pt x="13352" y="13245"/>
                  </a:lnTo>
                  <a:lnTo>
                    <a:pt x="11759" y="12005"/>
                  </a:lnTo>
                  <a:lnTo>
                    <a:pt x="10860" y="10682"/>
                  </a:lnTo>
                  <a:lnTo>
                    <a:pt x="6507" y="9998"/>
                  </a:lnTo>
                  <a:lnTo>
                    <a:pt x="3859" y="9840"/>
                  </a:lnTo>
                  <a:lnTo>
                    <a:pt x="1905" y="9901"/>
                  </a:lnTo>
                  <a:lnTo>
                    <a:pt x="0" y="9386"/>
                  </a:lnTo>
                  <a:lnTo>
                    <a:pt x="3158" y="7485"/>
                  </a:lnTo>
                  <a:lnTo>
                    <a:pt x="7345" y="6508"/>
                  </a:lnTo>
                  <a:lnTo>
                    <a:pt x="9152" y="5750"/>
                  </a:lnTo>
                  <a:lnTo>
                    <a:pt x="11223" y="4721"/>
                  </a:lnTo>
                  <a:lnTo>
                    <a:pt x="12076" y="3156"/>
                  </a:lnTo>
                  <a:lnTo>
                    <a:pt x="15597" y="2190"/>
                  </a:lnTo>
                  <a:lnTo>
                    <a:pt x="16501" y="1861"/>
                  </a:lnTo>
                  <a:lnTo>
                    <a:pt x="17748" y="1101"/>
                  </a:lnTo>
                  <a:lnTo>
                    <a:pt x="18131" y="996"/>
                  </a:lnTo>
                  <a:lnTo>
                    <a:pt x="20913" y="1921"/>
                  </a:lnTo>
                  <a:lnTo>
                    <a:pt x="21449" y="1759"/>
                  </a:lnTo>
                  <a:lnTo>
                    <a:pt x="21948" y="1331"/>
                  </a:lnTo>
                  <a:lnTo>
                    <a:pt x="22959" y="873"/>
                  </a:lnTo>
                  <a:lnTo>
                    <a:pt x="26367" y="812"/>
                  </a:lnTo>
                  <a:lnTo>
                    <a:pt x="29249" y="996"/>
                  </a:lnTo>
                  <a:lnTo>
                    <a:pt x="30336" y="811"/>
                  </a:lnTo>
                  <a:lnTo>
                    <a:pt x="31653" y="891"/>
                  </a:lnTo>
                  <a:lnTo>
                    <a:pt x="38313" y="212"/>
                  </a:lnTo>
                  <a:lnTo>
                    <a:pt x="42725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g1339"/>
            <p:cNvSpPr/>
            <p:nvPr/>
          </p:nvSpPr>
          <p:spPr>
            <a:xfrm>
              <a:off x="4491407" y="1299511"/>
              <a:ext cx="7219" cy="2363"/>
            </a:xfrm>
            <a:custGeom>
              <a:avLst/>
              <a:pathLst>
                <a:path w="7219" h="2363">
                  <a:moveTo>
                    <a:pt x="4689" y="2174"/>
                  </a:moveTo>
                  <a:lnTo>
                    <a:pt x="3924" y="2363"/>
                  </a:lnTo>
                  <a:lnTo>
                    <a:pt x="304" y="1312"/>
                  </a:lnTo>
                  <a:lnTo>
                    <a:pt x="0" y="994"/>
                  </a:lnTo>
                  <a:lnTo>
                    <a:pt x="3099" y="0"/>
                  </a:lnTo>
                  <a:lnTo>
                    <a:pt x="6574" y="149"/>
                  </a:lnTo>
                  <a:lnTo>
                    <a:pt x="7132" y="621"/>
                  </a:lnTo>
                  <a:lnTo>
                    <a:pt x="7219" y="807"/>
                  </a:lnTo>
                  <a:lnTo>
                    <a:pt x="4883" y="168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g1340"/>
            <p:cNvSpPr/>
            <p:nvPr/>
          </p:nvSpPr>
          <p:spPr>
            <a:xfrm>
              <a:off x="4542719" y="1298184"/>
              <a:ext cx="4730" cy="1374"/>
            </a:xfrm>
            <a:custGeom>
              <a:avLst/>
              <a:pathLst>
                <a:path w="4730" h="1374">
                  <a:moveTo>
                    <a:pt x="4730" y="719"/>
                  </a:moveTo>
                  <a:lnTo>
                    <a:pt x="2038" y="1374"/>
                  </a:lnTo>
                  <a:lnTo>
                    <a:pt x="650" y="1353"/>
                  </a:lnTo>
                  <a:lnTo>
                    <a:pt x="0" y="961"/>
                  </a:lnTo>
                  <a:lnTo>
                    <a:pt x="1058" y="416"/>
                  </a:lnTo>
                  <a:lnTo>
                    <a:pt x="2463" y="0"/>
                  </a:lnTo>
                  <a:lnTo>
                    <a:pt x="3533" y="107"/>
                  </a:lnTo>
                  <a:lnTo>
                    <a:pt x="4305" y="32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g1341"/>
            <p:cNvSpPr/>
            <p:nvPr/>
          </p:nvSpPr>
          <p:spPr>
            <a:xfrm>
              <a:off x="4549761" y="1297615"/>
              <a:ext cx="13232" cy="4110"/>
            </a:xfrm>
            <a:custGeom>
              <a:avLst/>
              <a:pathLst>
                <a:path w="13232" h="4110">
                  <a:moveTo>
                    <a:pt x="12816" y="212"/>
                  </a:moveTo>
                  <a:lnTo>
                    <a:pt x="13232" y="685"/>
                  </a:lnTo>
                  <a:lnTo>
                    <a:pt x="13197" y="2402"/>
                  </a:lnTo>
                  <a:lnTo>
                    <a:pt x="12760" y="3162"/>
                  </a:lnTo>
                  <a:lnTo>
                    <a:pt x="12830" y="3786"/>
                  </a:lnTo>
                  <a:lnTo>
                    <a:pt x="11947" y="4110"/>
                  </a:lnTo>
                  <a:lnTo>
                    <a:pt x="4508" y="4040"/>
                  </a:lnTo>
                  <a:lnTo>
                    <a:pt x="828" y="3891"/>
                  </a:lnTo>
                  <a:lnTo>
                    <a:pt x="0" y="3646"/>
                  </a:lnTo>
                  <a:lnTo>
                    <a:pt x="2064" y="2829"/>
                  </a:lnTo>
                  <a:lnTo>
                    <a:pt x="2726" y="2263"/>
                  </a:lnTo>
                  <a:lnTo>
                    <a:pt x="2514" y="642"/>
                  </a:lnTo>
                  <a:lnTo>
                    <a:pt x="2841" y="346"/>
                  </a:lnTo>
                  <a:lnTo>
                    <a:pt x="8808" y="499"/>
                  </a:lnTo>
                  <a:lnTo>
                    <a:pt x="9301" y="40"/>
                  </a:lnTo>
                  <a:lnTo>
                    <a:pt x="11546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g1342"/>
            <p:cNvSpPr/>
            <p:nvPr/>
          </p:nvSpPr>
          <p:spPr>
            <a:xfrm>
              <a:off x="4516548" y="1296967"/>
              <a:ext cx="15499" cy="3339"/>
            </a:xfrm>
            <a:custGeom>
              <a:avLst/>
              <a:pathLst>
                <a:path w="15499" h="3339">
                  <a:moveTo>
                    <a:pt x="12374" y="3172"/>
                  </a:moveTo>
                  <a:lnTo>
                    <a:pt x="6082" y="3339"/>
                  </a:lnTo>
                  <a:lnTo>
                    <a:pt x="3997" y="3260"/>
                  </a:lnTo>
                  <a:lnTo>
                    <a:pt x="3724" y="3089"/>
                  </a:lnTo>
                  <a:lnTo>
                    <a:pt x="3189" y="2940"/>
                  </a:lnTo>
                  <a:lnTo>
                    <a:pt x="1231" y="2781"/>
                  </a:lnTo>
                  <a:lnTo>
                    <a:pt x="0" y="2077"/>
                  </a:lnTo>
                  <a:lnTo>
                    <a:pt x="537" y="1901"/>
                  </a:lnTo>
                  <a:lnTo>
                    <a:pt x="3436" y="1613"/>
                  </a:lnTo>
                  <a:lnTo>
                    <a:pt x="4419" y="1313"/>
                  </a:lnTo>
                  <a:lnTo>
                    <a:pt x="4755" y="907"/>
                  </a:lnTo>
                  <a:lnTo>
                    <a:pt x="6059" y="143"/>
                  </a:lnTo>
                  <a:lnTo>
                    <a:pt x="9198" y="0"/>
                  </a:lnTo>
                  <a:lnTo>
                    <a:pt x="10556" y="143"/>
                  </a:lnTo>
                  <a:lnTo>
                    <a:pt x="10714" y="646"/>
                  </a:lnTo>
                  <a:lnTo>
                    <a:pt x="12041" y="1244"/>
                  </a:lnTo>
                  <a:lnTo>
                    <a:pt x="15499" y="2012"/>
                  </a:lnTo>
                  <a:lnTo>
                    <a:pt x="14801" y="2570"/>
                  </a:lnTo>
                  <a:lnTo>
                    <a:pt x="13619" y="265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g1343"/>
            <p:cNvSpPr/>
            <p:nvPr/>
          </p:nvSpPr>
          <p:spPr>
            <a:xfrm>
              <a:off x="4561938" y="1295833"/>
              <a:ext cx="21233" cy="5438"/>
            </a:xfrm>
            <a:custGeom>
              <a:avLst/>
              <a:pathLst>
                <a:path w="21233" h="5438">
                  <a:moveTo>
                    <a:pt x="8941" y="5170"/>
                  </a:moveTo>
                  <a:lnTo>
                    <a:pt x="7464" y="5438"/>
                  </a:lnTo>
                  <a:lnTo>
                    <a:pt x="3606" y="4948"/>
                  </a:lnTo>
                  <a:lnTo>
                    <a:pt x="3038" y="4684"/>
                  </a:lnTo>
                  <a:lnTo>
                    <a:pt x="2557" y="4185"/>
                  </a:lnTo>
                  <a:lnTo>
                    <a:pt x="1919" y="2310"/>
                  </a:lnTo>
                  <a:lnTo>
                    <a:pt x="1897" y="1750"/>
                  </a:lnTo>
                  <a:lnTo>
                    <a:pt x="1656" y="1362"/>
                  </a:lnTo>
                  <a:lnTo>
                    <a:pt x="683" y="679"/>
                  </a:lnTo>
                  <a:lnTo>
                    <a:pt x="0" y="357"/>
                  </a:lnTo>
                  <a:lnTo>
                    <a:pt x="604" y="0"/>
                  </a:lnTo>
                  <a:lnTo>
                    <a:pt x="4833" y="258"/>
                  </a:lnTo>
                  <a:lnTo>
                    <a:pt x="13901" y="407"/>
                  </a:lnTo>
                  <a:lnTo>
                    <a:pt x="18548" y="1088"/>
                  </a:lnTo>
                  <a:lnTo>
                    <a:pt x="19912" y="1471"/>
                  </a:lnTo>
                  <a:lnTo>
                    <a:pt x="21233" y="2102"/>
                  </a:lnTo>
                  <a:lnTo>
                    <a:pt x="13120" y="2443"/>
                  </a:lnTo>
                  <a:lnTo>
                    <a:pt x="12041" y="2735"/>
                  </a:lnTo>
                  <a:lnTo>
                    <a:pt x="12058" y="3428"/>
                  </a:lnTo>
                  <a:lnTo>
                    <a:pt x="11772" y="4074"/>
                  </a:lnTo>
                  <a:lnTo>
                    <a:pt x="10899" y="414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g1344"/>
            <p:cNvSpPr/>
            <p:nvPr/>
          </p:nvSpPr>
          <p:spPr>
            <a:xfrm>
              <a:off x="4531671" y="1294280"/>
              <a:ext cx="5916" cy="2565"/>
            </a:xfrm>
            <a:custGeom>
              <a:avLst/>
              <a:pathLst>
                <a:path w="5916" h="2565">
                  <a:moveTo>
                    <a:pt x="5708" y="1847"/>
                  </a:moveTo>
                  <a:lnTo>
                    <a:pt x="4389" y="2565"/>
                  </a:lnTo>
                  <a:lnTo>
                    <a:pt x="0" y="1800"/>
                  </a:lnTo>
                  <a:lnTo>
                    <a:pt x="360" y="1414"/>
                  </a:lnTo>
                  <a:lnTo>
                    <a:pt x="835" y="1253"/>
                  </a:lnTo>
                  <a:lnTo>
                    <a:pt x="848" y="875"/>
                  </a:lnTo>
                  <a:lnTo>
                    <a:pt x="444" y="589"/>
                  </a:lnTo>
                  <a:lnTo>
                    <a:pt x="618" y="0"/>
                  </a:lnTo>
                  <a:lnTo>
                    <a:pt x="3451" y="431"/>
                  </a:lnTo>
                  <a:lnTo>
                    <a:pt x="3722" y="606"/>
                  </a:lnTo>
                  <a:lnTo>
                    <a:pt x="5631" y="908"/>
                  </a:lnTo>
                  <a:lnTo>
                    <a:pt x="5916" y="148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g1345"/>
            <p:cNvSpPr/>
            <p:nvPr/>
          </p:nvSpPr>
          <p:spPr>
            <a:xfrm>
              <a:off x="4447404" y="1290816"/>
              <a:ext cx="35776" cy="5675"/>
            </a:xfrm>
            <a:custGeom>
              <a:avLst/>
              <a:pathLst>
                <a:path w="35776" h="5675">
                  <a:moveTo>
                    <a:pt x="24002" y="0"/>
                  </a:moveTo>
                  <a:lnTo>
                    <a:pt x="28330" y="571"/>
                  </a:lnTo>
                  <a:lnTo>
                    <a:pt x="31582" y="420"/>
                  </a:lnTo>
                  <a:lnTo>
                    <a:pt x="32547" y="483"/>
                  </a:lnTo>
                  <a:lnTo>
                    <a:pt x="33498" y="664"/>
                  </a:lnTo>
                  <a:lnTo>
                    <a:pt x="34459" y="1040"/>
                  </a:lnTo>
                  <a:lnTo>
                    <a:pt x="35776" y="1895"/>
                  </a:lnTo>
                  <a:lnTo>
                    <a:pt x="35748" y="3074"/>
                  </a:lnTo>
                  <a:lnTo>
                    <a:pt x="35199" y="3129"/>
                  </a:lnTo>
                  <a:lnTo>
                    <a:pt x="29700" y="2587"/>
                  </a:lnTo>
                  <a:lnTo>
                    <a:pt x="27174" y="1358"/>
                  </a:lnTo>
                  <a:lnTo>
                    <a:pt x="26493" y="1234"/>
                  </a:lnTo>
                  <a:lnTo>
                    <a:pt x="25497" y="1558"/>
                  </a:lnTo>
                  <a:lnTo>
                    <a:pt x="24667" y="2311"/>
                  </a:lnTo>
                  <a:lnTo>
                    <a:pt x="23738" y="2498"/>
                  </a:lnTo>
                  <a:lnTo>
                    <a:pt x="22695" y="3451"/>
                  </a:lnTo>
                  <a:lnTo>
                    <a:pt x="21696" y="3329"/>
                  </a:lnTo>
                  <a:lnTo>
                    <a:pt x="21191" y="3412"/>
                  </a:lnTo>
                  <a:lnTo>
                    <a:pt x="19924" y="4066"/>
                  </a:lnTo>
                  <a:lnTo>
                    <a:pt x="16769" y="4077"/>
                  </a:lnTo>
                  <a:lnTo>
                    <a:pt x="16262" y="4365"/>
                  </a:lnTo>
                  <a:lnTo>
                    <a:pt x="15219" y="5274"/>
                  </a:lnTo>
                  <a:lnTo>
                    <a:pt x="13937" y="5535"/>
                  </a:lnTo>
                  <a:lnTo>
                    <a:pt x="11697" y="5675"/>
                  </a:lnTo>
                  <a:lnTo>
                    <a:pt x="10926" y="5158"/>
                  </a:lnTo>
                  <a:lnTo>
                    <a:pt x="10583" y="4362"/>
                  </a:lnTo>
                  <a:lnTo>
                    <a:pt x="10066" y="3963"/>
                  </a:lnTo>
                  <a:lnTo>
                    <a:pt x="6961" y="4417"/>
                  </a:lnTo>
                  <a:lnTo>
                    <a:pt x="4581" y="4091"/>
                  </a:lnTo>
                  <a:lnTo>
                    <a:pt x="2310" y="3555"/>
                  </a:lnTo>
                  <a:lnTo>
                    <a:pt x="0" y="3380"/>
                  </a:lnTo>
                  <a:lnTo>
                    <a:pt x="2076" y="2809"/>
                  </a:lnTo>
                  <a:lnTo>
                    <a:pt x="13457" y="1652"/>
                  </a:lnTo>
                  <a:lnTo>
                    <a:pt x="17920" y="1372"/>
                  </a:lnTo>
                  <a:lnTo>
                    <a:pt x="20015" y="547"/>
                  </a:lnTo>
                  <a:lnTo>
                    <a:pt x="23154" y="1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g1346"/>
            <p:cNvSpPr/>
            <p:nvPr/>
          </p:nvSpPr>
          <p:spPr>
            <a:xfrm>
              <a:off x="4583481" y="1290268"/>
              <a:ext cx="27810" cy="6615"/>
            </a:xfrm>
            <a:custGeom>
              <a:avLst/>
              <a:pathLst>
                <a:path w="27810" h="6615">
                  <a:moveTo>
                    <a:pt x="27243" y="811"/>
                  </a:moveTo>
                  <a:lnTo>
                    <a:pt x="27810" y="1374"/>
                  </a:lnTo>
                  <a:lnTo>
                    <a:pt x="27470" y="2269"/>
                  </a:lnTo>
                  <a:lnTo>
                    <a:pt x="26739" y="2918"/>
                  </a:lnTo>
                  <a:lnTo>
                    <a:pt x="26372" y="3849"/>
                  </a:lnTo>
                  <a:lnTo>
                    <a:pt x="23471" y="4071"/>
                  </a:lnTo>
                  <a:lnTo>
                    <a:pt x="22640" y="4276"/>
                  </a:lnTo>
                  <a:lnTo>
                    <a:pt x="21847" y="4992"/>
                  </a:lnTo>
                  <a:lnTo>
                    <a:pt x="18892" y="5414"/>
                  </a:lnTo>
                  <a:lnTo>
                    <a:pt x="16680" y="6615"/>
                  </a:lnTo>
                  <a:lnTo>
                    <a:pt x="13567" y="6391"/>
                  </a:lnTo>
                  <a:lnTo>
                    <a:pt x="9367" y="5557"/>
                  </a:lnTo>
                  <a:lnTo>
                    <a:pt x="5790" y="6232"/>
                  </a:lnTo>
                  <a:lnTo>
                    <a:pt x="3421" y="6439"/>
                  </a:lnTo>
                  <a:lnTo>
                    <a:pt x="550" y="5410"/>
                  </a:lnTo>
                  <a:lnTo>
                    <a:pt x="153" y="5180"/>
                  </a:lnTo>
                  <a:lnTo>
                    <a:pt x="0" y="4467"/>
                  </a:lnTo>
                  <a:lnTo>
                    <a:pt x="170" y="3837"/>
                  </a:lnTo>
                  <a:lnTo>
                    <a:pt x="930" y="2515"/>
                  </a:lnTo>
                  <a:lnTo>
                    <a:pt x="1957" y="1763"/>
                  </a:lnTo>
                  <a:lnTo>
                    <a:pt x="2471" y="1524"/>
                  </a:lnTo>
                  <a:lnTo>
                    <a:pt x="2877" y="1065"/>
                  </a:lnTo>
                  <a:lnTo>
                    <a:pt x="4045" y="788"/>
                  </a:lnTo>
                  <a:lnTo>
                    <a:pt x="7628" y="618"/>
                  </a:lnTo>
                  <a:lnTo>
                    <a:pt x="8957" y="769"/>
                  </a:lnTo>
                  <a:lnTo>
                    <a:pt x="9364" y="1275"/>
                  </a:lnTo>
                  <a:lnTo>
                    <a:pt x="11290" y="1236"/>
                  </a:lnTo>
                  <a:lnTo>
                    <a:pt x="14494" y="925"/>
                  </a:lnTo>
                  <a:lnTo>
                    <a:pt x="19158" y="422"/>
                  </a:lnTo>
                  <a:lnTo>
                    <a:pt x="21847" y="0"/>
                  </a:lnTo>
                  <a:lnTo>
                    <a:pt x="24242" y="97"/>
                  </a:lnTo>
                  <a:lnTo>
                    <a:pt x="26629" y="36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g1347"/>
            <p:cNvSpPr/>
            <p:nvPr/>
          </p:nvSpPr>
          <p:spPr>
            <a:xfrm>
              <a:off x="4463861" y="1289789"/>
              <a:ext cx="47863" cy="11793"/>
            </a:xfrm>
            <a:custGeom>
              <a:avLst/>
              <a:pathLst>
                <a:path w="47863" h="11793">
                  <a:moveTo>
                    <a:pt x="34377" y="0"/>
                  </a:moveTo>
                  <a:lnTo>
                    <a:pt x="35828" y="228"/>
                  </a:lnTo>
                  <a:lnTo>
                    <a:pt x="39325" y="182"/>
                  </a:lnTo>
                  <a:lnTo>
                    <a:pt x="40428" y="513"/>
                  </a:lnTo>
                  <a:lnTo>
                    <a:pt x="45509" y="2546"/>
                  </a:lnTo>
                  <a:lnTo>
                    <a:pt x="46798" y="2600"/>
                  </a:lnTo>
                  <a:lnTo>
                    <a:pt x="47863" y="3341"/>
                  </a:lnTo>
                  <a:lnTo>
                    <a:pt x="42590" y="4509"/>
                  </a:lnTo>
                  <a:lnTo>
                    <a:pt x="40836" y="5394"/>
                  </a:lnTo>
                  <a:lnTo>
                    <a:pt x="34392" y="5577"/>
                  </a:lnTo>
                  <a:lnTo>
                    <a:pt x="30289" y="5991"/>
                  </a:lnTo>
                  <a:lnTo>
                    <a:pt x="29379" y="6348"/>
                  </a:lnTo>
                  <a:lnTo>
                    <a:pt x="29798" y="7000"/>
                  </a:lnTo>
                  <a:lnTo>
                    <a:pt x="27828" y="7680"/>
                  </a:lnTo>
                  <a:lnTo>
                    <a:pt x="21302" y="7783"/>
                  </a:lnTo>
                  <a:lnTo>
                    <a:pt x="20497" y="7999"/>
                  </a:lnTo>
                  <a:lnTo>
                    <a:pt x="19230" y="8748"/>
                  </a:lnTo>
                  <a:lnTo>
                    <a:pt x="19342" y="8884"/>
                  </a:lnTo>
                  <a:lnTo>
                    <a:pt x="21547" y="9072"/>
                  </a:lnTo>
                  <a:lnTo>
                    <a:pt x="21903" y="9227"/>
                  </a:lnTo>
                  <a:lnTo>
                    <a:pt x="22198" y="9552"/>
                  </a:lnTo>
                  <a:lnTo>
                    <a:pt x="22387" y="10040"/>
                  </a:lnTo>
                  <a:lnTo>
                    <a:pt x="22073" y="10665"/>
                  </a:lnTo>
                  <a:lnTo>
                    <a:pt x="21262" y="10766"/>
                  </a:lnTo>
                  <a:lnTo>
                    <a:pt x="20368" y="10685"/>
                  </a:lnTo>
                  <a:lnTo>
                    <a:pt x="18328" y="10208"/>
                  </a:lnTo>
                  <a:lnTo>
                    <a:pt x="18071" y="10376"/>
                  </a:lnTo>
                  <a:lnTo>
                    <a:pt x="17863" y="10725"/>
                  </a:lnTo>
                  <a:lnTo>
                    <a:pt x="17241" y="11397"/>
                  </a:lnTo>
                  <a:lnTo>
                    <a:pt x="16478" y="11596"/>
                  </a:lnTo>
                  <a:lnTo>
                    <a:pt x="14406" y="11081"/>
                  </a:lnTo>
                  <a:lnTo>
                    <a:pt x="13731" y="11227"/>
                  </a:lnTo>
                  <a:lnTo>
                    <a:pt x="13068" y="11545"/>
                  </a:lnTo>
                  <a:lnTo>
                    <a:pt x="12256" y="11697"/>
                  </a:lnTo>
                  <a:lnTo>
                    <a:pt x="10339" y="11793"/>
                  </a:lnTo>
                  <a:lnTo>
                    <a:pt x="9347" y="11371"/>
                  </a:lnTo>
                  <a:lnTo>
                    <a:pt x="10205" y="10821"/>
                  </a:lnTo>
                  <a:lnTo>
                    <a:pt x="12612" y="9968"/>
                  </a:lnTo>
                  <a:lnTo>
                    <a:pt x="11812" y="9595"/>
                  </a:lnTo>
                  <a:lnTo>
                    <a:pt x="9441" y="9511"/>
                  </a:lnTo>
                  <a:lnTo>
                    <a:pt x="7567" y="9723"/>
                  </a:lnTo>
                  <a:lnTo>
                    <a:pt x="6609" y="10303"/>
                  </a:lnTo>
                  <a:lnTo>
                    <a:pt x="5716" y="10419"/>
                  </a:lnTo>
                  <a:lnTo>
                    <a:pt x="3278" y="10383"/>
                  </a:lnTo>
                  <a:lnTo>
                    <a:pt x="1905" y="9624"/>
                  </a:lnTo>
                  <a:lnTo>
                    <a:pt x="886" y="9339"/>
                  </a:lnTo>
                  <a:lnTo>
                    <a:pt x="0" y="8744"/>
                  </a:lnTo>
                  <a:lnTo>
                    <a:pt x="7175" y="6729"/>
                  </a:lnTo>
                  <a:lnTo>
                    <a:pt x="9570" y="5951"/>
                  </a:lnTo>
                  <a:lnTo>
                    <a:pt x="11838" y="5553"/>
                  </a:lnTo>
                  <a:lnTo>
                    <a:pt x="14794" y="5346"/>
                  </a:lnTo>
                  <a:lnTo>
                    <a:pt x="15721" y="5100"/>
                  </a:lnTo>
                  <a:lnTo>
                    <a:pt x="16634" y="4999"/>
                  </a:lnTo>
                  <a:lnTo>
                    <a:pt x="17221" y="5149"/>
                  </a:lnTo>
                  <a:lnTo>
                    <a:pt x="18738" y="5843"/>
                  </a:lnTo>
                  <a:lnTo>
                    <a:pt x="23116" y="5739"/>
                  </a:lnTo>
                  <a:lnTo>
                    <a:pt x="24038" y="5141"/>
                  </a:lnTo>
                  <a:lnTo>
                    <a:pt x="24108" y="3783"/>
                  </a:lnTo>
                  <a:lnTo>
                    <a:pt x="23680" y="3000"/>
                  </a:lnTo>
                  <a:lnTo>
                    <a:pt x="24597" y="1476"/>
                  </a:lnTo>
                  <a:lnTo>
                    <a:pt x="27089" y="863"/>
                  </a:lnTo>
                  <a:lnTo>
                    <a:pt x="32922" y="4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g1348"/>
            <p:cNvSpPr/>
            <p:nvPr/>
          </p:nvSpPr>
          <p:spPr>
            <a:xfrm>
              <a:off x="4769759" y="1289118"/>
              <a:ext cx="13720" cy="2278"/>
            </a:xfrm>
            <a:custGeom>
              <a:avLst/>
              <a:pathLst>
                <a:path w="13720" h="2278">
                  <a:moveTo>
                    <a:pt x="9924" y="1774"/>
                  </a:moveTo>
                  <a:lnTo>
                    <a:pt x="1143" y="2278"/>
                  </a:lnTo>
                  <a:lnTo>
                    <a:pt x="276" y="1960"/>
                  </a:lnTo>
                  <a:lnTo>
                    <a:pt x="0" y="1773"/>
                  </a:lnTo>
                  <a:lnTo>
                    <a:pt x="1250" y="722"/>
                  </a:lnTo>
                  <a:lnTo>
                    <a:pt x="2268" y="209"/>
                  </a:lnTo>
                  <a:lnTo>
                    <a:pt x="7843" y="0"/>
                  </a:lnTo>
                  <a:lnTo>
                    <a:pt x="12317" y="356"/>
                  </a:lnTo>
                  <a:lnTo>
                    <a:pt x="13720" y="665"/>
                  </a:lnTo>
                  <a:lnTo>
                    <a:pt x="13204" y="1293"/>
                  </a:lnTo>
                  <a:lnTo>
                    <a:pt x="12934" y="149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g1349"/>
            <p:cNvSpPr/>
            <p:nvPr/>
          </p:nvSpPr>
          <p:spPr>
            <a:xfrm>
              <a:off x="4590766" y="1287324"/>
              <a:ext cx="14278" cy="2430"/>
            </a:xfrm>
            <a:custGeom>
              <a:avLst/>
              <a:pathLst>
                <a:path w="14278" h="2430">
                  <a:moveTo>
                    <a:pt x="10242" y="2142"/>
                  </a:moveTo>
                  <a:lnTo>
                    <a:pt x="7271" y="2430"/>
                  </a:lnTo>
                  <a:lnTo>
                    <a:pt x="2487" y="2070"/>
                  </a:lnTo>
                  <a:lnTo>
                    <a:pt x="0" y="1664"/>
                  </a:lnTo>
                  <a:lnTo>
                    <a:pt x="190" y="1461"/>
                  </a:lnTo>
                  <a:lnTo>
                    <a:pt x="845" y="1217"/>
                  </a:lnTo>
                  <a:lnTo>
                    <a:pt x="4999" y="226"/>
                  </a:lnTo>
                  <a:lnTo>
                    <a:pt x="13237" y="0"/>
                  </a:lnTo>
                  <a:lnTo>
                    <a:pt x="14278" y="748"/>
                  </a:lnTo>
                  <a:lnTo>
                    <a:pt x="13375" y="129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g1350"/>
            <p:cNvSpPr/>
            <p:nvPr/>
          </p:nvSpPr>
          <p:spPr>
            <a:xfrm>
              <a:off x="4533880" y="1287157"/>
              <a:ext cx="34519" cy="6800"/>
            </a:xfrm>
            <a:custGeom>
              <a:avLst/>
              <a:pathLst>
                <a:path w="34519" h="6800">
                  <a:moveTo>
                    <a:pt x="6372" y="0"/>
                  </a:moveTo>
                  <a:lnTo>
                    <a:pt x="13484" y="1340"/>
                  </a:lnTo>
                  <a:lnTo>
                    <a:pt x="20101" y="1210"/>
                  </a:lnTo>
                  <a:lnTo>
                    <a:pt x="22960" y="1641"/>
                  </a:lnTo>
                  <a:lnTo>
                    <a:pt x="27098" y="2832"/>
                  </a:lnTo>
                  <a:lnTo>
                    <a:pt x="33324" y="4131"/>
                  </a:lnTo>
                  <a:lnTo>
                    <a:pt x="34519" y="4514"/>
                  </a:lnTo>
                  <a:lnTo>
                    <a:pt x="33443" y="5028"/>
                  </a:lnTo>
                  <a:lnTo>
                    <a:pt x="26200" y="6309"/>
                  </a:lnTo>
                  <a:lnTo>
                    <a:pt x="21477" y="6738"/>
                  </a:lnTo>
                  <a:lnTo>
                    <a:pt x="17388" y="6800"/>
                  </a:lnTo>
                  <a:lnTo>
                    <a:pt x="15772" y="6676"/>
                  </a:lnTo>
                  <a:lnTo>
                    <a:pt x="14145" y="5755"/>
                  </a:lnTo>
                  <a:lnTo>
                    <a:pt x="10139" y="5077"/>
                  </a:lnTo>
                  <a:lnTo>
                    <a:pt x="5891" y="5262"/>
                  </a:lnTo>
                  <a:lnTo>
                    <a:pt x="5467" y="4892"/>
                  </a:lnTo>
                  <a:lnTo>
                    <a:pt x="4611" y="4644"/>
                  </a:lnTo>
                  <a:lnTo>
                    <a:pt x="3128" y="4588"/>
                  </a:lnTo>
                  <a:lnTo>
                    <a:pt x="200" y="4217"/>
                  </a:lnTo>
                  <a:lnTo>
                    <a:pt x="0" y="3403"/>
                  </a:lnTo>
                  <a:lnTo>
                    <a:pt x="1845" y="2986"/>
                  </a:lnTo>
                  <a:lnTo>
                    <a:pt x="3045" y="2959"/>
                  </a:lnTo>
                  <a:lnTo>
                    <a:pt x="3513" y="1805"/>
                  </a:lnTo>
                  <a:lnTo>
                    <a:pt x="5568" y="3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g1351"/>
            <p:cNvSpPr/>
            <p:nvPr/>
          </p:nvSpPr>
          <p:spPr>
            <a:xfrm>
              <a:off x="4563829" y="1287122"/>
              <a:ext cx="16269" cy="4931"/>
            </a:xfrm>
            <a:custGeom>
              <a:avLst/>
              <a:pathLst>
                <a:path w="16269" h="4931">
                  <a:moveTo>
                    <a:pt x="13353" y="1071"/>
                  </a:moveTo>
                  <a:lnTo>
                    <a:pt x="14669" y="1778"/>
                  </a:lnTo>
                  <a:lnTo>
                    <a:pt x="15178" y="2578"/>
                  </a:lnTo>
                  <a:lnTo>
                    <a:pt x="16003" y="3079"/>
                  </a:lnTo>
                  <a:lnTo>
                    <a:pt x="16269" y="3999"/>
                  </a:lnTo>
                  <a:lnTo>
                    <a:pt x="15601" y="4729"/>
                  </a:lnTo>
                  <a:lnTo>
                    <a:pt x="13538" y="4888"/>
                  </a:lnTo>
                  <a:lnTo>
                    <a:pt x="10167" y="4931"/>
                  </a:lnTo>
                  <a:lnTo>
                    <a:pt x="6877" y="4534"/>
                  </a:lnTo>
                  <a:lnTo>
                    <a:pt x="5098" y="3199"/>
                  </a:lnTo>
                  <a:lnTo>
                    <a:pt x="1837" y="2835"/>
                  </a:lnTo>
                  <a:lnTo>
                    <a:pt x="0" y="1413"/>
                  </a:lnTo>
                  <a:lnTo>
                    <a:pt x="1885" y="999"/>
                  </a:lnTo>
                  <a:lnTo>
                    <a:pt x="4213" y="1212"/>
                  </a:lnTo>
                  <a:lnTo>
                    <a:pt x="7933" y="0"/>
                  </a:lnTo>
                  <a:lnTo>
                    <a:pt x="8433" y="58"/>
                  </a:lnTo>
                  <a:lnTo>
                    <a:pt x="9262" y="332"/>
                  </a:lnTo>
                  <a:lnTo>
                    <a:pt x="12267" y="79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g1352"/>
            <p:cNvSpPr/>
            <p:nvPr/>
          </p:nvSpPr>
          <p:spPr>
            <a:xfrm>
              <a:off x="4499093" y="1286394"/>
              <a:ext cx="5465" cy="1804"/>
            </a:xfrm>
            <a:custGeom>
              <a:avLst/>
              <a:pathLst>
                <a:path w="5465" h="1804">
                  <a:moveTo>
                    <a:pt x="3644" y="1718"/>
                  </a:moveTo>
                  <a:lnTo>
                    <a:pt x="2342" y="1804"/>
                  </a:lnTo>
                  <a:lnTo>
                    <a:pt x="1416" y="1744"/>
                  </a:lnTo>
                  <a:lnTo>
                    <a:pt x="411" y="1203"/>
                  </a:lnTo>
                  <a:lnTo>
                    <a:pt x="84" y="947"/>
                  </a:lnTo>
                  <a:lnTo>
                    <a:pt x="0" y="671"/>
                  </a:lnTo>
                  <a:lnTo>
                    <a:pt x="912" y="619"/>
                  </a:lnTo>
                  <a:lnTo>
                    <a:pt x="1300" y="368"/>
                  </a:lnTo>
                  <a:lnTo>
                    <a:pt x="1448" y="173"/>
                  </a:lnTo>
                  <a:lnTo>
                    <a:pt x="2112" y="17"/>
                  </a:lnTo>
                  <a:lnTo>
                    <a:pt x="3287" y="0"/>
                  </a:lnTo>
                  <a:lnTo>
                    <a:pt x="4826" y="275"/>
                  </a:lnTo>
                  <a:lnTo>
                    <a:pt x="5465" y="871"/>
                  </a:lnTo>
                  <a:lnTo>
                    <a:pt x="3976" y="137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g1353"/>
            <p:cNvSpPr/>
            <p:nvPr/>
          </p:nvSpPr>
          <p:spPr>
            <a:xfrm>
              <a:off x="4614060" y="1286006"/>
              <a:ext cx="27597" cy="6986"/>
            </a:xfrm>
            <a:custGeom>
              <a:avLst/>
              <a:pathLst>
                <a:path w="27597" h="6986">
                  <a:moveTo>
                    <a:pt x="8074" y="6951"/>
                  </a:moveTo>
                  <a:lnTo>
                    <a:pt x="6313" y="6986"/>
                  </a:lnTo>
                  <a:lnTo>
                    <a:pt x="4558" y="6773"/>
                  </a:lnTo>
                  <a:lnTo>
                    <a:pt x="2271" y="6078"/>
                  </a:lnTo>
                  <a:lnTo>
                    <a:pt x="0" y="5252"/>
                  </a:lnTo>
                  <a:lnTo>
                    <a:pt x="683" y="4818"/>
                  </a:lnTo>
                  <a:lnTo>
                    <a:pt x="2828" y="4249"/>
                  </a:lnTo>
                  <a:lnTo>
                    <a:pt x="5633" y="3231"/>
                  </a:lnTo>
                  <a:lnTo>
                    <a:pt x="10354" y="3034"/>
                  </a:lnTo>
                  <a:lnTo>
                    <a:pt x="12636" y="3031"/>
                  </a:lnTo>
                  <a:lnTo>
                    <a:pt x="14904" y="2791"/>
                  </a:lnTo>
                  <a:lnTo>
                    <a:pt x="15568" y="2269"/>
                  </a:lnTo>
                  <a:lnTo>
                    <a:pt x="15990" y="1285"/>
                  </a:lnTo>
                  <a:lnTo>
                    <a:pt x="16419" y="753"/>
                  </a:lnTo>
                  <a:lnTo>
                    <a:pt x="16933" y="324"/>
                  </a:lnTo>
                  <a:lnTo>
                    <a:pt x="19442" y="0"/>
                  </a:lnTo>
                  <a:lnTo>
                    <a:pt x="21587" y="17"/>
                  </a:lnTo>
                  <a:lnTo>
                    <a:pt x="23722" y="404"/>
                  </a:lnTo>
                  <a:lnTo>
                    <a:pt x="25086" y="759"/>
                  </a:lnTo>
                  <a:lnTo>
                    <a:pt x="26390" y="1423"/>
                  </a:lnTo>
                  <a:lnTo>
                    <a:pt x="27074" y="1977"/>
                  </a:lnTo>
                  <a:lnTo>
                    <a:pt x="26866" y="2654"/>
                  </a:lnTo>
                  <a:lnTo>
                    <a:pt x="26979" y="3214"/>
                  </a:lnTo>
                  <a:lnTo>
                    <a:pt x="27597" y="3734"/>
                  </a:lnTo>
                  <a:lnTo>
                    <a:pt x="23435" y="5294"/>
                  </a:lnTo>
                  <a:lnTo>
                    <a:pt x="19186" y="617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g1354"/>
            <p:cNvSpPr/>
            <p:nvPr/>
          </p:nvSpPr>
          <p:spPr>
            <a:xfrm>
              <a:off x="4873105" y="1285793"/>
              <a:ext cx="15761" cy="2090"/>
            </a:xfrm>
            <a:custGeom>
              <a:avLst/>
              <a:pathLst>
                <a:path w="15761" h="2090">
                  <a:moveTo>
                    <a:pt x="15761" y="1011"/>
                  </a:moveTo>
                  <a:lnTo>
                    <a:pt x="12504" y="2090"/>
                  </a:lnTo>
                  <a:lnTo>
                    <a:pt x="705" y="1402"/>
                  </a:lnTo>
                  <a:lnTo>
                    <a:pt x="172" y="906"/>
                  </a:lnTo>
                  <a:lnTo>
                    <a:pt x="0" y="599"/>
                  </a:lnTo>
                  <a:lnTo>
                    <a:pt x="1596" y="0"/>
                  </a:lnTo>
                  <a:lnTo>
                    <a:pt x="11426" y="203"/>
                  </a:lnTo>
                  <a:lnTo>
                    <a:pt x="14916" y="41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g1355"/>
            <p:cNvSpPr/>
            <p:nvPr/>
          </p:nvSpPr>
          <p:spPr>
            <a:xfrm>
              <a:off x="4888456" y="1284863"/>
              <a:ext cx="60039" cy="17725"/>
            </a:xfrm>
            <a:custGeom>
              <a:avLst/>
              <a:pathLst>
                <a:path w="60039" h="17725">
                  <a:moveTo>
                    <a:pt x="47329" y="2857"/>
                  </a:moveTo>
                  <a:lnTo>
                    <a:pt x="47675" y="3492"/>
                  </a:lnTo>
                  <a:lnTo>
                    <a:pt x="48907" y="3992"/>
                  </a:lnTo>
                  <a:lnTo>
                    <a:pt x="49490" y="4499"/>
                  </a:lnTo>
                  <a:lnTo>
                    <a:pt x="55722" y="6117"/>
                  </a:lnTo>
                  <a:lnTo>
                    <a:pt x="58460" y="6328"/>
                  </a:lnTo>
                  <a:lnTo>
                    <a:pt x="59678" y="6725"/>
                  </a:lnTo>
                  <a:lnTo>
                    <a:pt x="60039" y="7213"/>
                  </a:lnTo>
                  <a:lnTo>
                    <a:pt x="59911" y="8122"/>
                  </a:lnTo>
                  <a:lnTo>
                    <a:pt x="58877" y="8114"/>
                  </a:lnTo>
                  <a:lnTo>
                    <a:pt x="58104" y="8402"/>
                  </a:lnTo>
                  <a:lnTo>
                    <a:pt x="53903" y="8759"/>
                  </a:lnTo>
                  <a:lnTo>
                    <a:pt x="52878" y="9294"/>
                  </a:lnTo>
                  <a:lnTo>
                    <a:pt x="52049" y="10390"/>
                  </a:lnTo>
                  <a:lnTo>
                    <a:pt x="52495" y="10608"/>
                  </a:lnTo>
                  <a:lnTo>
                    <a:pt x="52897" y="10933"/>
                  </a:lnTo>
                  <a:lnTo>
                    <a:pt x="54176" y="12796"/>
                  </a:lnTo>
                  <a:lnTo>
                    <a:pt x="54522" y="13082"/>
                  </a:lnTo>
                  <a:lnTo>
                    <a:pt x="55754" y="13352"/>
                  </a:lnTo>
                  <a:lnTo>
                    <a:pt x="54632" y="14055"/>
                  </a:lnTo>
                  <a:lnTo>
                    <a:pt x="53466" y="14498"/>
                  </a:lnTo>
                  <a:lnTo>
                    <a:pt x="40983" y="15391"/>
                  </a:lnTo>
                  <a:lnTo>
                    <a:pt x="32521" y="15762"/>
                  </a:lnTo>
                  <a:lnTo>
                    <a:pt x="29682" y="16146"/>
                  </a:lnTo>
                  <a:lnTo>
                    <a:pt x="28772" y="16101"/>
                  </a:lnTo>
                  <a:lnTo>
                    <a:pt x="26533" y="16799"/>
                  </a:lnTo>
                  <a:lnTo>
                    <a:pt x="22219" y="17718"/>
                  </a:lnTo>
                  <a:lnTo>
                    <a:pt x="20159" y="17725"/>
                  </a:lnTo>
                  <a:lnTo>
                    <a:pt x="13987" y="16435"/>
                  </a:lnTo>
                  <a:lnTo>
                    <a:pt x="6411" y="15358"/>
                  </a:lnTo>
                  <a:lnTo>
                    <a:pt x="5377" y="14744"/>
                  </a:lnTo>
                  <a:lnTo>
                    <a:pt x="3479" y="14383"/>
                  </a:lnTo>
                  <a:lnTo>
                    <a:pt x="1074" y="14094"/>
                  </a:lnTo>
                  <a:lnTo>
                    <a:pt x="0" y="12858"/>
                  </a:lnTo>
                  <a:lnTo>
                    <a:pt x="1551" y="12022"/>
                  </a:lnTo>
                  <a:lnTo>
                    <a:pt x="3527" y="11199"/>
                  </a:lnTo>
                  <a:lnTo>
                    <a:pt x="6838" y="10898"/>
                  </a:lnTo>
                  <a:lnTo>
                    <a:pt x="9972" y="10422"/>
                  </a:lnTo>
                  <a:lnTo>
                    <a:pt x="12326" y="9232"/>
                  </a:lnTo>
                  <a:lnTo>
                    <a:pt x="13786" y="8054"/>
                  </a:lnTo>
                  <a:lnTo>
                    <a:pt x="16449" y="6823"/>
                  </a:lnTo>
                  <a:lnTo>
                    <a:pt x="11817" y="7138"/>
                  </a:lnTo>
                  <a:lnTo>
                    <a:pt x="10111" y="6968"/>
                  </a:lnTo>
                  <a:lnTo>
                    <a:pt x="10277" y="6561"/>
                  </a:lnTo>
                  <a:lnTo>
                    <a:pt x="11225" y="5694"/>
                  </a:lnTo>
                  <a:lnTo>
                    <a:pt x="11739" y="5403"/>
                  </a:lnTo>
                  <a:lnTo>
                    <a:pt x="13385" y="4946"/>
                  </a:lnTo>
                  <a:lnTo>
                    <a:pt x="14582" y="4072"/>
                  </a:lnTo>
                  <a:lnTo>
                    <a:pt x="17359" y="3469"/>
                  </a:lnTo>
                  <a:lnTo>
                    <a:pt x="18671" y="3365"/>
                  </a:lnTo>
                  <a:lnTo>
                    <a:pt x="19989" y="3380"/>
                  </a:lnTo>
                  <a:lnTo>
                    <a:pt x="22375" y="3097"/>
                  </a:lnTo>
                  <a:lnTo>
                    <a:pt x="24752" y="2664"/>
                  </a:lnTo>
                  <a:lnTo>
                    <a:pt x="26979" y="2414"/>
                  </a:lnTo>
                  <a:lnTo>
                    <a:pt x="29213" y="2312"/>
                  </a:lnTo>
                  <a:lnTo>
                    <a:pt x="31353" y="1967"/>
                  </a:lnTo>
                  <a:lnTo>
                    <a:pt x="33463" y="1288"/>
                  </a:lnTo>
                  <a:lnTo>
                    <a:pt x="34397" y="132"/>
                  </a:lnTo>
                  <a:lnTo>
                    <a:pt x="40462" y="0"/>
                  </a:lnTo>
                  <a:lnTo>
                    <a:pt x="41420" y="277"/>
                  </a:lnTo>
                  <a:lnTo>
                    <a:pt x="42196" y="962"/>
                  </a:lnTo>
                  <a:lnTo>
                    <a:pt x="43059" y="1223"/>
                  </a:lnTo>
                  <a:lnTo>
                    <a:pt x="44116" y="1346"/>
                  </a:lnTo>
                  <a:lnTo>
                    <a:pt x="46805" y="252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g1356"/>
            <p:cNvSpPr/>
            <p:nvPr/>
          </p:nvSpPr>
          <p:spPr>
            <a:xfrm>
              <a:off x="4577066" y="1283227"/>
              <a:ext cx="7232" cy="1470"/>
            </a:xfrm>
            <a:custGeom>
              <a:avLst/>
              <a:pathLst>
                <a:path w="7232" h="1470">
                  <a:moveTo>
                    <a:pt x="6650" y="1289"/>
                  </a:moveTo>
                  <a:lnTo>
                    <a:pt x="4605" y="1470"/>
                  </a:lnTo>
                  <a:lnTo>
                    <a:pt x="1030" y="1174"/>
                  </a:lnTo>
                  <a:lnTo>
                    <a:pt x="0" y="843"/>
                  </a:lnTo>
                  <a:lnTo>
                    <a:pt x="230" y="521"/>
                  </a:lnTo>
                  <a:lnTo>
                    <a:pt x="2558" y="81"/>
                  </a:lnTo>
                  <a:lnTo>
                    <a:pt x="4397" y="0"/>
                  </a:lnTo>
                  <a:lnTo>
                    <a:pt x="6345" y="440"/>
                  </a:lnTo>
                  <a:lnTo>
                    <a:pt x="7232" y="101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g1357"/>
            <p:cNvSpPr/>
            <p:nvPr/>
          </p:nvSpPr>
          <p:spPr>
            <a:xfrm>
              <a:off x="4547320" y="1280899"/>
              <a:ext cx="29308" cy="5985"/>
            </a:xfrm>
            <a:custGeom>
              <a:avLst/>
              <a:pathLst>
                <a:path w="29308" h="5985">
                  <a:moveTo>
                    <a:pt x="22178" y="259"/>
                  </a:moveTo>
                  <a:lnTo>
                    <a:pt x="22674" y="811"/>
                  </a:lnTo>
                  <a:lnTo>
                    <a:pt x="24130" y="1127"/>
                  </a:lnTo>
                  <a:lnTo>
                    <a:pt x="28098" y="1401"/>
                  </a:lnTo>
                  <a:lnTo>
                    <a:pt x="29308" y="2039"/>
                  </a:lnTo>
                  <a:lnTo>
                    <a:pt x="27491" y="2478"/>
                  </a:lnTo>
                  <a:lnTo>
                    <a:pt x="22636" y="2741"/>
                  </a:lnTo>
                  <a:lnTo>
                    <a:pt x="23140" y="3645"/>
                  </a:lnTo>
                  <a:lnTo>
                    <a:pt x="24118" y="4321"/>
                  </a:lnTo>
                  <a:lnTo>
                    <a:pt x="23149" y="5120"/>
                  </a:lnTo>
                  <a:lnTo>
                    <a:pt x="21794" y="5508"/>
                  </a:lnTo>
                  <a:lnTo>
                    <a:pt x="18779" y="5985"/>
                  </a:lnTo>
                  <a:lnTo>
                    <a:pt x="16021" y="5386"/>
                  </a:lnTo>
                  <a:lnTo>
                    <a:pt x="12827" y="4556"/>
                  </a:lnTo>
                  <a:lnTo>
                    <a:pt x="11383" y="5109"/>
                  </a:lnTo>
                  <a:lnTo>
                    <a:pt x="9900" y="5431"/>
                  </a:lnTo>
                  <a:lnTo>
                    <a:pt x="8495" y="5384"/>
                  </a:lnTo>
                  <a:lnTo>
                    <a:pt x="6868" y="4751"/>
                  </a:lnTo>
                  <a:lnTo>
                    <a:pt x="2371" y="5246"/>
                  </a:lnTo>
                  <a:lnTo>
                    <a:pt x="1008" y="4694"/>
                  </a:lnTo>
                  <a:lnTo>
                    <a:pt x="0" y="3535"/>
                  </a:lnTo>
                  <a:lnTo>
                    <a:pt x="2988" y="3280"/>
                  </a:lnTo>
                  <a:lnTo>
                    <a:pt x="6535" y="3648"/>
                  </a:lnTo>
                  <a:lnTo>
                    <a:pt x="8880" y="2477"/>
                  </a:lnTo>
                  <a:lnTo>
                    <a:pt x="11851" y="1970"/>
                  </a:lnTo>
                  <a:lnTo>
                    <a:pt x="14257" y="754"/>
                  </a:lnTo>
                  <a:lnTo>
                    <a:pt x="15378" y="327"/>
                  </a:lnTo>
                  <a:lnTo>
                    <a:pt x="17966" y="410"/>
                  </a:lnTo>
                  <a:lnTo>
                    <a:pt x="18831" y="303"/>
                  </a:lnTo>
                  <a:lnTo>
                    <a:pt x="21292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g1358"/>
            <p:cNvSpPr/>
            <p:nvPr/>
          </p:nvSpPr>
          <p:spPr>
            <a:xfrm>
              <a:off x="4610144" y="1278747"/>
              <a:ext cx="15856" cy="1706"/>
            </a:xfrm>
            <a:custGeom>
              <a:avLst/>
              <a:pathLst>
                <a:path w="15856" h="1706">
                  <a:moveTo>
                    <a:pt x="14612" y="1528"/>
                  </a:moveTo>
                  <a:lnTo>
                    <a:pt x="13453" y="1706"/>
                  </a:lnTo>
                  <a:lnTo>
                    <a:pt x="7365" y="1535"/>
                  </a:lnTo>
                  <a:lnTo>
                    <a:pt x="4414" y="1198"/>
                  </a:lnTo>
                  <a:lnTo>
                    <a:pt x="4018" y="1003"/>
                  </a:lnTo>
                  <a:lnTo>
                    <a:pt x="3867" y="834"/>
                  </a:lnTo>
                  <a:lnTo>
                    <a:pt x="0" y="552"/>
                  </a:lnTo>
                  <a:lnTo>
                    <a:pt x="1679" y="173"/>
                  </a:lnTo>
                  <a:lnTo>
                    <a:pt x="6513" y="0"/>
                  </a:lnTo>
                  <a:lnTo>
                    <a:pt x="15166" y="441"/>
                  </a:lnTo>
                  <a:lnTo>
                    <a:pt x="15713" y="764"/>
                  </a:lnTo>
                  <a:lnTo>
                    <a:pt x="15856" y="96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g1359"/>
            <p:cNvSpPr/>
            <p:nvPr/>
          </p:nvSpPr>
          <p:spPr>
            <a:xfrm>
              <a:off x="4570436" y="1276860"/>
              <a:ext cx="14183" cy="2211"/>
            </a:xfrm>
            <a:custGeom>
              <a:avLst/>
              <a:pathLst>
                <a:path w="14183" h="2211">
                  <a:moveTo>
                    <a:pt x="3653" y="1938"/>
                  </a:moveTo>
                  <a:lnTo>
                    <a:pt x="525" y="2211"/>
                  </a:lnTo>
                  <a:lnTo>
                    <a:pt x="107" y="2004"/>
                  </a:lnTo>
                  <a:lnTo>
                    <a:pt x="0" y="1844"/>
                  </a:lnTo>
                  <a:lnTo>
                    <a:pt x="339" y="1483"/>
                  </a:lnTo>
                  <a:lnTo>
                    <a:pt x="715" y="797"/>
                  </a:lnTo>
                  <a:lnTo>
                    <a:pt x="2131" y="365"/>
                  </a:lnTo>
                  <a:lnTo>
                    <a:pt x="12796" y="0"/>
                  </a:lnTo>
                  <a:lnTo>
                    <a:pt x="14183" y="401"/>
                  </a:lnTo>
                  <a:lnTo>
                    <a:pt x="13695" y="1021"/>
                  </a:lnTo>
                  <a:lnTo>
                    <a:pt x="13691" y="132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g1360"/>
            <p:cNvSpPr/>
            <p:nvPr/>
          </p:nvSpPr>
          <p:spPr>
            <a:xfrm>
              <a:off x="4295583" y="2433380"/>
              <a:ext cx="19100" cy="24346"/>
            </a:xfrm>
            <a:custGeom>
              <a:avLst/>
              <a:pathLst>
                <a:path w="19100" h="24346">
                  <a:moveTo>
                    <a:pt x="15632" y="58"/>
                  </a:moveTo>
                  <a:lnTo>
                    <a:pt x="15321" y="277"/>
                  </a:lnTo>
                  <a:lnTo>
                    <a:pt x="15256" y="949"/>
                  </a:lnTo>
                  <a:lnTo>
                    <a:pt x="15614" y="2024"/>
                  </a:lnTo>
                  <a:lnTo>
                    <a:pt x="16786" y="4245"/>
                  </a:lnTo>
                  <a:lnTo>
                    <a:pt x="17532" y="4654"/>
                  </a:lnTo>
                  <a:lnTo>
                    <a:pt x="18018" y="5517"/>
                  </a:lnTo>
                  <a:lnTo>
                    <a:pt x="18495" y="6973"/>
                  </a:lnTo>
                  <a:lnTo>
                    <a:pt x="18637" y="8795"/>
                  </a:lnTo>
                  <a:lnTo>
                    <a:pt x="18440" y="10985"/>
                  </a:lnTo>
                  <a:lnTo>
                    <a:pt x="18557" y="12614"/>
                  </a:lnTo>
                  <a:lnTo>
                    <a:pt x="18988" y="13682"/>
                  </a:lnTo>
                  <a:lnTo>
                    <a:pt x="19100" y="15067"/>
                  </a:lnTo>
                  <a:lnTo>
                    <a:pt x="18896" y="16770"/>
                  </a:lnTo>
                  <a:lnTo>
                    <a:pt x="18648" y="17788"/>
                  </a:lnTo>
                  <a:lnTo>
                    <a:pt x="18354" y="18126"/>
                  </a:lnTo>
                  <a:lnTo>
                    <a:pt x="18021" y="18252"/>
                  </a:lnTo>
                  <a:lnTo>
                    <a:pt x="17570" y="18137"/>
                  </a:lnTo>
                  <a:lnTo>
                    <a:pt x="17020" y="18282"/>
                  </a:lnTo>
                  <a:lnTo>
                    <a:pt x="16421" y="18602"/>
                  </a:lnTo>
                  <a:lnTo>
                    <a:pt x="16045" y="18648"/>
                  </a:lnTo>
                  <a:lnTo>
                    <a:pt x="15811" y="18585"/>
                  </a:lnTo>
                  <a:lnTo>
                    <a:pt x="15370" y="18313"/>
                  </a:lnTo>
                  <a:lnTo>
                    <a:pt x="14672" y="17433"/>
                  </a:lnTo>
                  <a:lnTo>
                    <a:pt x="13371" y="17919"/>
                  </a:lnTo>
                  <a:lnTo>
                    <a:pt x="13019" y="17908"/>
                  </a:lnTo>
                  <a:lnTo>
                    <a:pt x="12542" y="18327"/>
                  </a:lnTo>
                  <a:lnTo>
                    <a:pt x="12153" y="18841"/>
                  </a:lnTo>
                  <a:lnTo>
                    <a:pt x="11917" y="18878"/>
                  </a:lnTo>
                  <a:lnTo>
                    <a:pt x="11677" y="18807"/>
                  </a:lnTo>
                  <a:lnTo>
                    <a:pt x="10556" y="17769"/>
                  </a:lnTo>
                  <a:lnTo>
                    <a:pt x="10147" y="17803"/>
                  </a:lnTo>
                  <a:lnTo>
                    <a:pt x="9979" y="20720"/>
                  </a:lnTo>
                  <a:lnTo>
                    <a:pt x="9791" y="22338"/>
                  </a:lnTo>
                  <a:lnTo>
                    <a:pt x="9560" y="23060"/>
                  </a:lnTo>
                  <a:lnTo>
                    <a:pt x="8758" y="23757"/>
                  </a:lnTo>
                  <a:lnTo>
                    <a:pt x="7951" y="24152"/>
                  </a:lnTo>
                  <a:lnTo>
                    <a:pt x="7509" y="24125"/>
                  </a:lnTo>
                  <a:lnTo>
                    <a:pt x="5733" y="24343"/>
                  </a:lnTo>
                  <a:lnTo>
                    <a:pt x="5038" y="24346"/>
                  </a:lnTo>
                  <a:lnTo>
                    <a:pt x="4656" y="24107"/>
                  </a:lnTo>
                  <a:lnTo>
                    <a:pt x="4157" y="22455"/>
                  </a:lnTo>
                  <a:lnTo>
                    <a:pt x="3216" y="21720"/>
                  </a:lnTo>
                  <a:lnTo>
                    <a:pt x="2312" y="21376"/>
                  </a:lnTo>
                  <a:lnTo>
                    <a:pt x="1944" y="21472"/>
                  </a:lnTo>
                  <a:lnTo>
                    <a:pt x="1617" y="22337"/>
                  </a:lnTo>
                  <a:lnTo>
                    <a:pt x="1482" y="23113"/>
                  </a:lnTo>
                  <a:lnTo>
                    <a:pt x="606" y="22580"/>
                  </a:lnTo>
                  <a:lnTo>
                    <a:pt x="343" y="21925"/>
                  </a:lnTo>
                  <a:lnTo>
                    <a:pt x="319" y="20816"/>
                  </a:lnTo>
                  <a:lnTo>
                    <a:pt x="0" y="19298"/>
                  </a:lnTo>
                  <a:lnTo>
                    <a:pt x="177" y="18651"/>
                  </a:lnTo>
                  <a:lnTo>
                    <a:pt x="521" y="18233"/>
                  </a:lnTo>
                  <a:lnTo>
                    <a:pt x="1248" y="17430"/>
                  </a:lnTo>
                  <a:lnTo>
                    <a:pt x="2354" y="16320"/>
                  </a:lnTo>
                  <a:lnTo>
                    <a:pt x="2591" y="15789"/>
                  </a:lnTo>
                  <a:lnTo>
                    <a:pt x="2747" y="14906"/>
                  </a:lnTo>
                  <a:lnTo>
                    <a:pt x="2677" y="12852"/>
                  </a:lnTo>
                  <a:lnTo>
                    <a:pt x="2571" y="11118"/>
                  </a:lnTo>
                  <a:lnTo>
                    <a:pt x="2702" y="10501"/>
                  </a:lnTo>
                  <a:lnTo>
                    <a:pt x="3206" y="9161"/>
                  </a:lnTo>
                  <a:lnTo>
                    <a:pt x="3884" y="7789"/>
                  </a:lnTo>
                  <a:lnTo>
                    <a:pt x="4674" y="6339"/>
                  </a:lnTo>
                  <a:lnTo>
                    <a:pt x="5149" y="6197"/>
                  </a:lnTo>
                  <a:lnTo>
                    <a:pt x="5774" y="5648"/>
                  </a:lnTo>
                  <a:lnTo>
                    <a:pt x="6434" y="4835"/>
                  </a:lnTo>
                  <a:lnTo>
                    <a:pt x="6805" y="4530"/>
                  </a:lnTo>
                  <a:lnTo>
                    <a:pt x="7115" y="4519"/>
                  </a:lnTo>
                  <a:lnTo>
                    <a:pt x="9155" y="3800"/>
                  </a:lnTo>
                  <a:lnTo>
                    <a:pt x="9359" y="4024"/>
                  </a:lnTo>
                  <a:lnTo>
                    <a:pt x="9688" y="5421"/>
                  </a:lnTo>
                  <a:lnTo>
                    <a:pt x="9861" y="5624"/>
                  </a:lnTo>
                  <a:lnTo>
                    <a:pt x="10146" y="5674"/>
                  </a:lnTo>
                  <a:lnTo>
                    <a:pt x="10718" y="5354"/>
                  </a:lnTo>
                  <a:lnTo>
                    <a:pt x="11768" y="4262"/>
                  </a:lnTo>
                  <a:lnTo>
                    <a:pt x="12226" y="3598"/>
                  </a:lnTo>
                  <a:lnTo>
                    <a:pt x="12766" y="2665"/>
                  </a:lnTo>
                  <a:lnTo>
                    <a:pt x="13455" y="1614"/>
                  </a:lnTo>
                  <a:lnTo>
                    <a:pt x="13840" y="697"/>
                  </a:lnTo>
                  <a:lnTo>
                    <a:pt x="14216" y="160"/>
                  </a:lnTo>
                  <a:lnTo>
                    <a:pt x="14708" y="0"/>
                  </a:lnTo>
                  <a:lnTo>
                    <a:pt x="15253" y="4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g1361"/>
            <p:cNvSpPr/>
            <p:nvPr/>
          </p:nvSpPr>
          <p:spPr>
            <a:xfrm>
              <a:off x="3860799" y="2032804"/>
              <a:ext cx="79628" cy="95547"/>
            </a:xfrm>
            <a:custGeom>
              <a:avLst/>
              <a:pathLst>
                <a:path w="79628" h="95547">
                  <a:moveTo>
                    <a:pt x="79616" y="5167"/>
                  </a:moveTo>
                  <a:lnTo>
                    <a:pt x="79619" y="7492"/>
                  </a:lnTo>
                  <a:lnTo>
                    <a:pt x="79621" y="10253"/>
                  </a:lnTo>
                  <a:lnTo>
                    <a:pt x="79623" y="13017"/>
                  </a:lnTo>
                  <a:lnTo>
                    <a:pt x="79626" y="16161"/>
                  </a:lnTo>
                  <a:lnTo>
                    <a:pt x="79628" y="19293"/>
                  </a:lnTo>
                  <a:lnTo>
                    <a:pt x="79628" y="21576"/>
                  </a:lnTo>
                  <a:lnTo>
                    <a:pt x="79627" y="23166"/>
                  </a:lnTo>
                  <a:lnTo>
                    <a:pt x="77702" y="23166"/>
                  </a:lnTo>
                  <a:lnTo>
                    <a:pt x="75940" y="23166"/>
                  </a:lnTo>
                  <a:lnTo>
                    <a:pt x="74178" y="23166"/>
                  </a:lnTo>
                  <a:lnTo>
                    <a:pt x="72415" y="23166"/>
                  </a:lnTo>
                  <a:lnTo>
                    <a:pt x="70652" y="23166"/>
                  </a:lnTo>
                  <a:lnTo>
                    <a:pt x="68889" y="23167"/>
                  </a:lnTo>
                  <a:lnTo>
                    <a:pt x="67126" y="23167"/>
                  </a:lnTo>
                  <a:lnTo>
                    <a:pt x="65364" y="23167"/>
                  </a:lnTo>
                  <a:lnTo>
                    <a:pt x="63601" y="23167"/>
                  </a:lnTo>
                  <a:lnTo>
                    <a:pt x="61838" y="23167"/>
                  </a:lnTo>
                  <a:lnTo>
                    <a:pt x="60076" y="23167"/>
                  </a:lnTo>
                  <a:lnTo>
                    <a:pt x="58313" y="23167"/>
                  </a:lnTo>
                  <a:lnTo>
                    <a:pt x="56550" y="23167"/>
                  </a:lnTo>
                  <a:lnTo>
                    <a:pt x="54788" y="23167"/>
                  </a:lnTo>
                  <a:lnTo>
                    <a:pt x="53025" y="23167"/>
                  </a:lnTo>
                  <a:lnTo>
                    <a:pt x="51262" y="23167"/>
                  </a:lnTo>
                  <a:lnTo>
                    <a:pt x="49500" y="23167"/>
                  </a:lnTo>
                  <a:lnTo>
                    <a:pt x="48084" y="23167"/>
                  </a:lnTo>
                  <a:lnTo>
                    <a:pt x="48084" y="24828"/>
                  </a:lnTo>
                  <a:lnTo>
                    <a:pt x="48084" y="26728"/>
                  </a:lnTo>
                  <a:lnTo>
                    <a:pt x="48084" y="28627"/>
                  </a:lnTo>
                  <a:lnTo>
                    <a:pt x="48084" y="30525"/>
                  </a:lnTo>
                  <a:lnTo>
                    <a:pt x="48084" y="32425"/>
                  </a:lnTo>
                  <a:lnTo>
                    <a:pt x="48084" y="34324"/>
                  </a:lnTo>
                  <a:lnTo>
                    <a:pt x="48084" y="36223"/>
                  </a:lnTo>
                  <a:lnTo>
                    <a:pt x="48084" y="38122"/>
                  </a:lnTo>
                  <a:lnTo>
                    <a:pt x="48084" y="40021"/>
                  </a:lnTo>
                  <a:lnTo>
                    <a:pt x="48084" y="41919"/>
                  </a:lnTo>
                  <a:lnTo>
                    <a:pt x="48084" y="43819"/>
                  </a:lnTo>
                  <a:lnTo>
                    <a:pt x="48084" y="45718"/>
                  </a:lnTo>
                  <a:lnTo>
                    <a:pt x="48084" y="47617"/>
                  </a:lnTo>
                  <a:lnTo>
                    <a:pt x="48084" y="49516"/>
                  </a:lnTo>
                  <a:lnTo>
                    <a:pt x="48084" y="51415"/>
                  </a:lnTo>
                  <a:lnTo>
                    <a:pt x="48084" y="53314"/>
                  </a:lnTo>
                  <a:lnTo>
                    <a:pt x="48084" y="55213"/>
                  </a:lnTo>
                  <a:lnTo>
                    <a:pt x="48084" y="56907"/>
                  </a:lnTo>
                  <a:lnTo>
                    <a:pt x="48016" y="58425"/>
                  </a:lnTo>
                  <a:lnTo>
                    <a:pt x="47449" y="58873"/>
                  </a:lnTo>
                  <a:lnTo>
                    <a:pt x="46098" y="59682"/>
                  </a:lnTo>
                  <a:lnTo>
                    <a:pt x="44710" y="60511"/>
                  </a:lnTo>
                  <a:lnTo>
                    <a:pt x="42946" y="60891"/>
                  </a:lnTo>
                  <a:lnTo>
                    <a:pt x="42368" y="61162"/>
                  </a:lnTo>
                  <a:lnTo>
                    <a:pt x="41241" y="62259"/>
                  </a:lnTo>
                  <a:lnTo>
                    <a:pt x="39761" y="63698"/>
                  </a:lnTo>
                  <a:lnTo>
                    <a:pt x="38479" y="64944"/>
                  </a:lnTo>
                  <a:lnTo>
                    <a:pt x="37633" y="66564"/>
                  </a:lnTo>
                  <a:lnTo>
                    <a:pt x="37327" y="67451"/>
                  </a:lnTo>
                  <a:lnTo>
                    <a:pt x="37202" y="68389"/>
                  </a:lnTo>
                  <a:lnTo>
                    <a:pt x="37302" y="69281"/>
                  </a:lnTo>
                  <a:lnTo>
                    <a:pt x="37762" y="71074"/>
                  </a:lnTo>
                  <a:lnTo>
                    <a:pt x="37885" y="71977"/>
                  </a:lnTo>
                  <a:lnTo>
                    <a:pt x="37956" y="73549"/>
                  </a:lnTo>
                  <a:lnTo>
                    <a:pt x="38035" y="75262"/>
                  </a:lnTo>
                  <a:lnTo>
                    <a:pt x="38119" y="77107"/>
                  </a:lnTo>
                  <a:lnTo>
                    <a:pt x="38204" y="78954"/>
                  </a:lnTo>
                  <a:lnTo>
                    <a:pt x="38293" y="80920"/>
                  </a:lnTo>
                  <a:lnTo>
                    <a:pt x="38382" y="82887"/>
                  </a:lnTo>
                  <a:lnTo>
                    <a:pt x="38472" y="84864"/>
                  </a:lnTo>
                  <a:lnTo>
                    <a:pt x="38540" y="86332"/>
                  </a:lnTo>
                  <a:lnTo>
                    <a:pt x="38624" y="88185"/>
                  </a:lnTo>
                  <a:lnTo>
                    <a:pt x="37193" y="88187"/>
                  </a:lnTo>
                  <a:lnTo>
                    <a:pt x="35024" y="88191"/>
                  </a:lnTo>
                  <a:lnTo>
                    <a:pt x="32855" y="88195"/>
                  </a:lnTo>
                  <a:lnTo>
                    <a:pt x="30685" y="88199"/>
                  </a:lnTo>
                  <a:lnTo>
                    <a:pt x="28515" y="88202"/>
                  </a:lnTo>
                  <a:lnTo>
                    <a:pt x="26346" y="88206"/>
                  </a:lnTo>
                  <a:lnTo>
                    <a:pt x="24177" y="88210"/>
                  </a:lnTo>
                  <a:lnTo>
                    <a:pt x="22007" y="88214"/>
                  </a:lnTo>
                  <a:lnTo>
                    <a:pt x="19838" y="88218"/>
                  </a:lnTo>
                  <a:lnTo>
                    <a:pt x="17668" y="88222"/>
                  </a:lnTo>
                  <a:lnTo>
                    <a:pt x="15499" y="88225"/>
                  </a:lnTo>
                  <a:lnTo>
                    <a:pt x="13330" y="88229"/>
                  </a:lnTo>
                  <a:lnTo>
                    <a:pt x="11160" y="88233"/>
                  </a:lnTo>
                  <a:lnTo>
                    <a:pt x="8991" y="88237"/>
                  </a:lnTo>
                  <a:lnTo>
                    <a:pt x="6821" y="88241"/>
                  </a:lnTo>
                  <a:lnTo>
                    <a:pt x="4652" y="88245"/>
                  </a:lnTo>
                  <a:lnTo>
                    <a:pt x="2483" y="88248"/>
                  </a:lnTo>
                  <a:lnTo>
                    <a:pt x="1269" y="88250"/>
                  </a:lnTo>
                  <a:lnTo>
                    <a:pt x="878" y="90856"/>
                  </a:lnTo>
                  <a:lnTo>
                    <a:pt x="533" y="92731"/>
                  </a:lnTo>
                  <a:lnTo>
                    <a:pt x="329" y="94254"/>
                  </a:lnTo>
                  <a:lnTo>
                    <a:pt x="479" y="95547"/>
                  </a:lnTo>
                  <a:lnTo>
                    <a:pt x="0" y="94839"/>
                  </a:lnTo>
                  <a:lnTo>
                    <a:pt x="843" y="87583"/>
                  </a:lnTo>
                  <a:lnTo>
                    <a:pt x="906" y="86974"/>
                  </a:lnTo>
                  <a:lnTo>
                    <a:pt x="1396" y="86841"/>
                  </a:lnTo>
                  <a:lnTo>
                    <a:pt x="3479" y="86283"/>
                  </a:lnTo>
                  <a:lnTo>
                    <a:pt x="4898" y="86133"/>
                  </a:lnTo>
                  <a:lnTo>
                    <a:pt x="8589" y="86133"/>
                  </a:lnTo>
                  <a:lnTo>
                    <a:pt x="10007" y="85861"/>
                  </a:lnTo>
                  <a:lnTo>
                    <a:pt x="11144" y="85861"/>
                  </a:lnTo>
                  <a:lnTo>
                    <a:pt x="12751" y="85997"/>
                  </a:lnTo>
                  <a:lnTo>
                    <a:pt x="14077" y="86283"/>
                  </a:lnTo>
                  <a:lnTo>
                    <a:pt x="15495" y="86555"/>
                  </a:lnTo>
                  <a:lnTo>
                    <a:pt x="17103" y="86555"/>
                  </a:lnTo>
                  <a:lnTo>
                    <a:pt x="18428" y="86692"/>
                  </a:lnTo>
                  <a:lnTo>
                    <a:pt x="20129" y="86692"/>
                  </a:lnTo>
                  <a:lnTo>
                    <a:pt x="21362" y="86555"/>
                  </a:lnTo>
                  <a:lnTo>
                    <a:pt x="22212" y="85861"/>
                  </a:lnTo>
                  <a:lnTo>
                    <a:pt x="22970" y="84471"/>
                  </a:lnTo>
                  <a:lnTo>
                    <a:pt x="23251" y="83354"/>
                  </a:lnTo>
                  <a:lnTo>
                    <a:pt x="23538" y="82374"/>
                  </a:lnTo>
                  <a:lnTo>
                    <a:pt x="23440" y="81393"/>
                  </a:lnTo>
                  <a:lnTo>
                    <a:pt x="23348" y="80835"/>
                  </a:lnTo>
                  <a:lnTo>
                    <a:pt x="23820" y="80140"/>
                  </a:lnTo>
                  <a:lnTo>
                    <a:pt x="24387" y="79022"/>
                  </a:lnTo>
                  <a:lnTo>
                    <a:pt x="24956" y="78328"/>
                  </a:lnTo>
                  <a:lnTo>
                    <a:pt x="25145" y="77770"/>
                  </a:lnTo>
                  <a:lnTo>
                    <a:pt x="25714" y="77211"/>
                  </a:lnTo>
                  <a:lnTo>
                    <a:pt x="26374" y="76231"/>
                  </a:lnTo>
                  <a:lnTo>
                    <a:pt x="26753" y="75536"/>
                  </a:lnTo>
                  <a:lnTo>
                    <a:pt x="27224" y="74569"/>
                  </a:lnTo>
                  <a:lnTo>
                    <a:pt x="27321" y="73724"/>
                  </a:lnTo>
                  <a:lnTo>
                    <a:pt x="27511" y="72607"/>
                  </a:lnTo>
                  <a:lnTo>
                    <a:pt x="27511" y="70660"/>
                  </a:lnTo>
                  <a:lnTo>
                    <a:pt x="27700" y="68290"/>
                  </a:lnTo>
                  <a:lnTo>
                    <a:pt x="27982" y="66750"/>
                  </a:lnTo>
                  <a:lnTo>
                    <a:pt x="28171" y="65497"/>
                  </a:lnTo>
                  <a:lnTo>
                    <a:pt x="28360" y="63550"/>
                  </a:lnTo>
                  <a:lnTo>
                    <a:pt x="28929" y="60199"/>
                  </a:lnTo>
                  <a:lnTo>
                    <a:pt x="29118" y="59218"/>
                  </a:lnTo>
                  <a:lnTo>
                    <a:pt x="29497" y="57692"/>
                  </a:lnTo>
                  <a:lnTo>
                    <a:pt x="29968" y="56290"/>
                  </a:lnTo>
                  <a:lnTo>
                    <a:pt x="30347" y="55309"/>
                  </a:lnTo>
                  <a:lnTo>
                    <a:pt x="30823" y="54478"/>
                  </a:lnTo>
                  <a:lnTo>
                    <a:pt x="31483" y="53919"/>
                  </a:lnTo>
                  <a:lnTo>
                    <a:pt x="32523" y="53361"/>
                  </a:lnTo>
                  <a:lnTo>
                    <a:pt x="33280" y="52803"/>
                  </a:lnTo>
                  <a:lnTo>
                    <a:pt x="34227" y="52244"/>
                  </a:lnTo>
                  <a:lnTo>
                    <a:pt x="35077" y="51822"/>
                  </a:lnTo>
                  <a:lnTo>
                    <a:pt x="35835" y="51263"/>
                  </a:lnTo>
                  <a:lnTo>
                    <a:pt x="36121" y="50719"/>
                  </a:lnTo>
                  <a:lnTo>
                    <a:pt x="36592" y="49738"/>
                  </a:lnTo>
                  <a:lnTo>
                    <a:pt x="37253" y="47926"/>
                  </a:lnTo>
                  <a:lnTo>
                    <a:pt x="37632" y="46809"/>
                  </a:lnTo>
                  <a:lnTo>
                    <a:pt x="38200" y="45406"/>
                  </a:lnTo>
                  <a:lnTo>
                    <a:pt x="38861" y="44439"/>
                  </a:lnTo>
                  <a:lnTo>
                    <a:pt x="39271" y="44063"/>
                  </a:lnTo>
                  <a:lnTo>
                    <a:pt x="39618" y="43745"/>
                  </a:lnTo>
                  <a:lnTo>
                    <a:pt x="40473" y="43036"/>
                  </a:lnTo>
                  <a:lnTo>
                    <a:pt x="41512" y="42205"/>
                  </a:lnTo>
                  <a:lnTo>
                    <a:pt x="42270" y="41511"/>
                  </a:lnTo>
                  <a:lnTo>
                    <a:pt x="42930" y="40802"/>
                  </a:lnTo>
                  <a:lnTo>
                    <a:pt x="43498" y="40258"/>
                  </a:lnTo>
                  <a:lnTo>
                    <a:pt x="44159" y="39413"/>
                  </a:lnTo>
                  <a:lnTo>
                    <a:pt x="44445" y="38718"/>
                  </a:lnTo>
                  <a:lnTo>
                    <a:pt x="44824" y="37465"/>
                  </a:lnTo>
                  <a:lnTo>
                    <a:pt x="45296" y="35504"/>
                  </a:lnTo>
                  <a:lnTo>
                    <a:pt x="45675" y="33421"/>
                  </a:lnTo>
                  <a:lnTo>
                    <a:pt x="46053" y="31186"/>
                  </a:lnTo>
                  <a:lnTo>
                    <a:pt x="46335" y="29797"/>
                  </a:lnTo>
                  <a:lnTo>
                    <a:pt x="46622" y="28121"/>
                  </a:lnTo>
                  <a:lnTo>
                    <a:pt x="47000" y="26855"/>
                  </a:lnTo>
                  <a:lnTo>
                    <a:pt x="47282" y="25465"/>
                  </a:lnTo>
                  <a:lnTo>
                    <a:pt x="47471" y="24907"/>
                  </a:lnTo>
                  <a:lnTo>
                    <a:pt x="47471" y="24212"/>
                  </a:lnTo>
                  <a:lnTo>
                    <a:pt x="47701" y="23154"/>
                  </a:lnTo>
                  <a:lnTo>
                    <a:pt x="47947" y="22673"/>
                  </a:lnTo>
                  <a:lnTo>
                    <a:pt x="48608" y="22401"/>
                  </a:lnTo>
                  <a:lnTo>
                    <a:pt x="49365" y="22115"/>
                  </a:lnTo>
                  <a:lnTo>
                    <a:pt x="50557" y="21897"/>
                  </a:lnTo>
                  <a:lnTo>
                    <a:pt x="50904" y="21651"/>
                  </a:lnTo>
                  <a:lnTo>
                    <a:pt x="51084" y="20834"/>
                  </a:lnTo>
                  <a:lnTo>
                    <a:pt x="51223" y="20126"/>
                  </a:lnTo>
                  <a:lnTo>
                    <a:pt x="51670" y="18982"/>
                  </a:lnTo>
                  <a:lnTo>
                    <a:pt x="52174" y="18069"/>
                  </a:lnTo>
                  <a:lnTo>
                    <a:pt x="52465" y="17511"/>
                  </a:lnTo>
                  <a:lnTo>
                    <a:pt x="52858" y="16544"/>
                  </a:lnTo>
                  <a:lnTo>
                    <a:pt x="53246" y="15849"/>
                  </a:lnTo>
                  <a:lnTo>
                    <a:pt x="53915" y="14963"/>
                  </a:lnTo>
                  <a:lnTo>
                    <a:pt x="54502" y="14269"/>
                  </a:lnTo>
                  <a:lnTo>
                    <a:pt x="54701" y="13561"/>
                  </a:lnTo>
                  <a:lnTo>
                    <a:pt x="54701" y="12716"/>
                  </a:lnTo>
                  <a:lnTo>
                    <a:pt x="54281" y="12035"/>
                  </a:lnTo>
                  <a:lnTo>
                    <a:pt x="53985" y="10782"/>
                  </a:lnTo>
                  <a:lnTo>
                    <a:pt x="55205" y="10400"/>
                  </a:lnTo>
                  <a:lnTo>
                    <a:pt x="56277" y="9978"/>
                  </a:lnTo>
                  <a:lnTo>
                    <a:pt x="57256" y="9570"/>
                  </a:lnTo>
                  <a:lnTo>
                    <a:pt x="58429" y="9011"/>
                  </a:lnTo>
                  <a:lnTo>
                    <a:pt x="59306" y="9011"/>
                  </a:lnTo>
                  <a:lnTo>
                    <a:pt x="59991" y="8875"/>
                  </a:lnTo>
                  <a:lnTo>
                    <a:pt x="60970" y="9147"/>
                  </a:lnTo>
                  <a:lnTo>
                    <a:pt x="61944" y="9284"/>
                  </a:lnTo>
                  <a:lnTo>
                    <a:pt x="62628" y="9706"/>
                  </a:lnTo>
                  <a:lnTo>
                    <a:pt x="63802" y="10537"/>
                  </a:lnTo>
                  <a:lnTo>
                    <a:pt x="64781" y="11095"/>
                  </a:lnTo>
                  <a:lnTo>
                    <a:pt x="65367" y="11095"/>
                  </a:lnTo>
                  <a:lnTo>
                    <a:pt x="65996" y="10823"/>
                  </a:lnTo>
                  <a:lnTo>
                    <a:pt x="66527" y="10428"/>
                  </a:lnTo>
                  <a:lnTo>
                    <a:pt x="66850" y="10400"/>
                  </a:lnTo>
                  <a:lnTo>
                    <a:pt x="67340" y="10687"/>
                  </a:lnTo>
                  <a:lnTo>
                    <a:pt x="68103" y="11245"/>
                  </a:lnTo>
                  <a:lnTo>
                    <a:pt x="68883" y="11245"/>
                  </a:lnTo>
                  <a:lnTo>
                    <a:pt x="69663" y="11095"/>
                  </a:lnTo>
                  <a:lnTo>
                    <a:pt x="70250" y="10400"/>
                  </a:lnTo>
                  <a:lnTo>
                    <a:pt x="71229" y="9284"/>
                  </a:lnTo>
                  <a:lnTo>
                    <a:pt x="72010" y="8453"/>
                  </a:lnTo>
                  <a:lnTo>
                    <a:pt x="72713" y="7921"/>
                  </a:lnTo>
                  <a:lnTo>
                    <a:pt x="73281" y="7785"/>
                  </a:lnTo>
                  <a:lnTo>
                    <a:pt x="73919" y="7785"/>
                  </a:lnTo>
                  <a:lnTo>
                    <a:pt x="74648" y="7758"/>
                  </a:lnTo>
                  <a:lnTo>
                    <a:pt x="75822" y="7894"/>
                  </a:lnTo>
                  <a:lnTo>
                    <a:pt x="76602" y="7894"/>
                  </a:lnTo>
                  <a:lnTo>
                    <a:pt x="77670" y="7704"/>
                  </a:lnTo>
                  <a:lnTo>
                    <a:pt x="78561" y="7472"/>
                  </a:lnTo>
                  <a:lnTo>
                    <a:pt x="78949" y="7050"/>
                  </a:lnTo>
                  <a:lnTo>
                    <a:pt x="78949" y="6491"/>
                  </a:lnTo>
                  <a:lnTo>
                    <a:pt x="78755" y="5660"/>
                  </a:lnTo>
                  <a:lnTo>
                    <a:pt x="78543" y="4857"/>
                  </a:lnTo>
                  <a:lnTo>
                    <a:pt x="78487" y="4121"/>
                  </a:lnTo>
                  <a:lnTo>
                    <a:pt x="78617" y="3345"/>
                  </a:lnTo>
                  <a:lnTo>
                    <a:pt x="78755" y="2732"/>
                  </a:lnTo>
                  <a:lnTo>
                    <a:pt x="78659" y="1751"/>
                  </a:lnTo>
                  <a:lnTo>
                    <a:pt x="78381" y="593"/>
                  </a:lnTo>
                  <a:lnTo>
                    <a:pt x="78344" y="0"/>
                  </a:lnTo>
                  <a:lnTo>
                    <a:pt x="79616" y="0"/>
                  </a:lnTo>
                  <a:lnTo>
                    <a:pt x="79616" y="231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g1362"/>
            <p:cNvSpPr/>
            <p:nvPr/>
          </p:nvSpPr>
          <p:spPr>
            <a:xfrm>
              <a:off x="4417802" y="2181403"/>
              <a:ext cx="3730" cy="6023"/>
            </a:xfrm>
            <a:custGeom>
              <a:avLst/>
              <a:pathLst>
                <a:path w="3730" h="6023">
                  <a:moveTo>
                    <a:pt x="2002" y="4001"/>
                  </a:moveTo>
                  <a:lnTo>
                    <a:pt x="2733" y="4079"/>
                  </a:lnTo>
                  <a:lnTo>
                    <a:pt x="2432" y="3634"/>
                  </a:lnTo>
                  <a:lnTo>
                    <a:pt x="2367" y="3415"/>
                  </a:lnTo>
                  <a:lnTo>
                    <a:pt x="2685" y="2775"/>
                  </a:lnTo>
                  <a:lnTo>
                    <a:pt x="3730" y="4099"/>
                  </a:lnTo>
                  <a:lnTo>
                    <a:pt x="3700" y="5664"/>
                  </a:lnTo>
                  <a:lnTo>
                    <a:pt x="3611" y="6023"/>
                  </a:lnTo>
                  <a:lnTo>
                    <a:pt x="3327" y="5686"/>
                  </a:lnTo>
                  <a:lnTo>
                    <a:pt x="3144" y="5357"/>
                  </a:lnTo>
                  <a:lnTo>
                    <a:pt x="3086" y="5001"/>
                  </a:lnTo>
                  <a:lnTo>
                    <a:pt x="2797" y="4617"/>
                  </a:lnTo>
                  <a:lnTo>
                    <a:pt x="1779" y="4868"/>
                  </a:lnTo>
                  <a:lnTo>
                    <a:pt x="1146" y="4439"/>
                  </a:lnTo>
                  <a:lnTo>
                    <a:pt x="241" y="3121"/>
                  </a:lnTo>
                  <a:lnTo>
                    <a:pt x="0" y="2171"/>
                  </a:lnTo>
                  <a:lnTo>
                    <a:pt x="378" y="1985"/>
                  </a:lnTo>
                  <a:lnTo>
                    <a:pt x="777" y="1528"/>
                  </a:lnTo>
                  <a:lnTo>
                    <a:pt x="1030" y="777"/>
                  </a:lnTo>
                  <a:lnTo>
                    <a:pt x="798" y="0"/>
                  </a:lnTo>
                  <a:lnTo>
                    <a:pt x="1335" y="123"/>
                  </a:lnTo>
                  <a:lnTo>
                    <a:pt x="1626" y="922"/>
                  </a:lnTo>
                  <a:lnTo>
                    <a:pt x="1682" y="2737"/>
                  </a:lnTo>
                  <a:lnTo>
                    <a:pt x="1763" y="3122"/>
                  </a:lnTo>
                  <a:lnTo>
                    <a:pt x="1614" y="353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g1363"/>
            <p:cNvSpPr/>
            <p:nvPr/>
          </p:nvSpPr>
          <p:spPr>
            <a:xfrm>
              <a:off x="4367927" y="2060249"/>
              <a:ext cx="4261" cy="4263"/>
            </a:xfrm>
            <a:custGeom>
              <a:avLst/>
              <a:pathLst>
                <a:path w="4261" h="4263">
                  <a:moveTo>
                    <a:pt x="3759" y="4263"/>
                  </a:moveTo>
                  <a:lnTo>
                    <a:pt x="3508" y="4263"/>
                  </a:lnTo>
                  <a:lnTo>
                    <a:pt x="2845" y="3319"/>
                  </a:lnTo>
                  <a:lnTo>
                    <a:pt x="2455" y="2624"/>
                  </a:lnTo>
                  <a:lnTo>
                    <a:pt x="2060" y="2157"/>
                  </a:lnTo>
                  <a:lnTo>
                    <a:pt x="245" y="1215"/>
                  </a:lnTo>
                  <a:lnTo>
                    <a:pt x="0" y="608"/>
                  </a:lnTo>
                  <a:lnTo>
                    <a:pt x="277" y="0"/>
                  </a:lnTo>
                  <a:lnTo>
                    <a:pt x="471" y="604"/>
                  </a:lnTo>
                  <a:lnTo>
                    <a:pt x="799" y="960"/>
                  </a:lnTo>
                  <a:lnTo>
                    <a:pt x="2301" y="1812"/>
                  </a:lnTo>
                  <a:lnTo>
                    <a:pt x="3974" y="3670"/>
                  </a:lnTo>
                  <a:lnTo>
                    <a:pt x="4261" y="382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g1364"/>
            <p:cNvSpPr/>
            <p:nvPr/>
          </p:nvSpPr>
          <p:spPr>
            <a:xfrm>
              <a:off x="4368302" y="2057923"/>
              <a:ext cx="488" cy="2180"/>
            </a:xfrm>
            <a:custGeom>
              <a:avLst/>
              <a:pathLst>
                <a:path w="488" h="2180">
                  <a:moveTo>
                    <a:pt x="487" y="1990"/>
                  </a:moveTo>
                  <a:lnTo>
                    <a:pt x="399" y="2180"/>
                  </a:lnTo>
                  <a:lnTo>
                    <a:pt x="0" y="1691"/>
                  </a:lnTo>
                  <a:lnTo>
                    <a:pt x="24" y="612"/>
                  </a:lnTo>
                  <a:lnTo>
                    <a:pt x="366" y="0"/>
                  </a:lnTo>
                  <a:lnTo>
                    <a:pt x="340" y="838"/>
                  </a:lnTo>
                  <a:lnTo>
                    <a:pt x="488" y="168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g1365"/>
            <p:cNvSpPr/>
            <p:nvPr/>
          </p:nvSpPr>
          <p:spPr>
            <a:xfrm>
              <a:off x="4350064" y="1970484"/>
              <a:ext cx="198911" cy="219717"/>
            </a:xfrm>
            <a:custGeom>
              <a:avLst/>
              <a:pathLst>
                <a:path w="198911" h="219717">
                  <a:moveTo>
                    <a:pt x="112727" y="42237"/>
                  </a:moveTo>
                  <a:lnTo>
                    <a:pt x="114557" y="42539"/>
                  </a:lnTo>
                  <a:lnTo>
                    <a:pt x="116992" y="42943"/>
                  </a:lnTo>
                  <a:lnTo>
                    <a:pt x="118473" y="43215"/>
                  </a:lnTo>
                  <a:lnTo>
                    <a:pt x="121259" y="43726"/>
                  </a:lnTo>
                  <a:lnTo>
                    <a:pt x="122092" y="45842"/>
                  </a:lnTo>
                  <a:lnTo>
                    <a:pt x="122394" y="47324"/>
                  </a:lnTo>
                  <a:lnTo>
                    <a:pt x="122677" y="48769"/>
                  </a:lnTo>
                  <a:lnTo>
                    <a:pt x="123511" y="50091"/>
                  </a:lnTo>
                  <a:lnTo>
                    <a:pt x="125410" y="50059"/>
                  </a:lnTo>
                  <a:lnTo>
                    <a:pt x="127090" y="50031"/>
                  </a:lnTo>
                  <a:lnTo>
                    <a:pt x="129164" y="49988"/>
                  </a:lnTo>
                  <a:lnTo>
                    <a:pt x="130807" y="49955"/>
                  </a:lnTo>
                  <a:lnTo>
                    <a:pt x="131337" y="51267"/>
                  </a:lnTo>
                  <a:lnTo>
                    <a:pt x="131569" y="52576"/>
                  </a:lnTo>
                  <a:lnTo>
                    <a:pt x="132547" y="55679"/>
                  </a:lnTo>
                  <a:lnTo>
                    <a:pt x="133941" y="58098"/>
                  </a:lnTo>
                  <a:lnTo>
                    <a:pt x="134275" y="58980"/>
                  </a:lnTo>
                  <a:lnTo>
                    <a:pt x="134500" y="60308"/>
                  </a:lnTo>
                  <a:lnTo>
                    <a:pt x="134258" y="60802"/>
                  </a:lnTo>
                  <a:lnTo>
                    <a:pt x="134163" y="61373"/>
                  </a:lnTo>
                  <a:lnTo>
                    <a:pt x="135197" y="62702"/>
                  </a:lnTo>
                  <a:lnTo>
                    <a:pt x="136904" y="63824"/>
                  </a:lnTo>
                  <a:lnTo>
                    <a:pt x="137572" y="64108"/>
                  </a:lnTo>
                  <a:lnTo>
                    <a:pt x="138329" y="64603"/>
                  </a:lnTo>
                  <a:lnTo>
                    <a:pt x="137738" y="65371"/>
                  </a:lnTo>
                  <a:lnTo>
                    <a:pt x="138745" y="67145"/>
                  </a:lnTo>
                  <a:lnTo>
                    <a:pt x="139916" y="68952"/>
                  </a:lnTo>
                  <a:lnTo>
                    <a:pt x="141169" y="69359"/>
                  </a:lnTo>
                  <a:lnTo>
                    <a:pt x="142860" y="72091"/>
                  </a:lnTo>
                  <a:lnTo>
                    <a:pt x="145411" y="73862"/>
                  </a:lnTo>
                  <a:lnTo>
                    <a:pt x="146960" y="76181"/>
                  </a:lnTo>
                  <a:lnTo>
                    <a:pt x="146817" y="76225"/>
                  </a:lnTo>
                  <a:lnTo>
                    <a:pt x="146362" y="75989"/>
                  </a:lnTo>
                  <a:lnTo>
                    <a:pt x="145792" y="75671"/>
                  </a:lnTo>
                  <a:lnTo>
                    <a:pt x="145619" y="75960"/>
                  </a:lnTo>
                  <a:lnTo>
                    <a:pt x="145650" y="76932"/>
                  </a:lnTo>
                  <a:lnTo>
                    <a:pt x="145801" y="78075"/>
                  </a:lnTo>
                  <a:lnTo>
                    <a:pt x="146590" y="79064"/>
                  </a:lnTo>
                  <a:lnTo>
                    <a:pt x="147292" y="79776"/>
                  </a:lnTo>
                  <a:lnTo>
                    <a:pt x="147566" y="81121"/>
                  </a:lnTo>
                  <a:lnTo>
                    <a:pt x="147013" y="84021"/>
                  </a:lnTo>
                  <a:lnTo>
                    <a:pt x="146822" y="84019"/>
                  </a:lnTo>
                  <a:lnTo>
                    <a:pt x="146451" y="83768"/>
                  </a:lnTo>
                  <a:lnTo>
                    <a:pt x="146053" y="83710"/>
                  </a:lnTo>
                  <a:lnTo>
                    <a:pt x="145842" y="83875"/>
                  </a:lnTo>
                  <a:lnTo>
                    <a:pt x="146309" y="85962"/>
                  </a:lnTo>
                  <a:lnTo>
                    <a:pt x="146775" y="87563"/>
                  </a:lnTo>
                  <a:lnTo>
                    <a:pt x="147337" y="88829"/>
                  </a:lnTo>
                  <a:lnTo>
                    <a:pt x="147803" y="90684"/>
                  </a:lnTo>
                  <a:lnTo>
                    <a:pt x="148203" y="91475"/>
                  </a:lnTo>
                  <a:lnTo>
                    <a:pt x="149849" y="93446"/>
                  </a:lnTo>
                  <a:lnTo>
                    <a:pt x="150353" y="95094"/>
                  </a:lnTo>
                  <a:lnTo>
                    <a:pt x="150821" y="98162"/>
                  </a:lnTo>
                  <a:lnTo>
                    <a:pt x="151852" y="99876"/>
                  </a:lnTo>
                  <a:lnTo>
                    <a:pt x="152407" y="101193"/>
                  </a:lnTo>
                  <a:lnTo>
                    <a:pt x="153153" y="102311"/>
                  </a:lnTo>
                  <a:lnTo>
                    <a:pt x="153638" y="103840"/>
                  </a:lnTo>
                  <a:lnTo>
                    <a:pt x="154325" y="105019"/>
                  </a:lnTo>
                  <a:lnTo>
                    <a:pt x="154682" y="105314"/>
                  </a:lnTo>
                  <a:lnTo>
                    <a:pt x="155219" y="105435"/>
                  </a:lnTo>
                  <a:lnTo>
                    <a:pt x="155887" y="105444"/>
                  </a:lnTo>
                  <a:lnTo>
                    <a:pt x="156688" y="105136"/>
                  </a:lnTo>
                  <a:lnTo>
                    <a:pt x="157539" y="104850"/>
                  </a:lnTo>
                  <a:lnTo>
                    <a:pt x="158206" y="105448"/>
                  </a:lnTo>
                  <a:lnTo>
                    <a:pt x="158894" y="105358"/>
                  </a:lnTo>
                  <a:lnTo>
                    <a:pt x="158961" y="105913"/>
                  </a:lnTo>
                  <a:lnTo>
                    <a:pt x="158503" y="106667"/>
                  </a:lnTo>
                  <a:lnTo>
                    <a:pt x="157935" y="108572"/>
                  </a:lnTo>
                  <a:lnTo>
                    <a:pt x="158742" y="108872"/>
                  </a:lnTo>
                  <a:lnTo>
                    <a:pt x="159514" y="109020"/>
                  </a:lnTo>
                  <a:lnTo>
                    <a:pt x="160063" y="109326"/>
                  </a:lnTo>
                  <a:lnTo>
                    <a:pt x="160380" y="109328"/>
                  </a:lnTo>
                  <a:lnTo>
                    <a:pt x="160380" y="109722"/>
                  </a:lnTo>
                  <a:lnTo>
                    <a:pt x="160416" y="111529"/>
                  </a:lnTo>
                  <a:lnTo>
                    <a:pt x="160610" y="112219"/>
                  </a:lnTo>
                  <a:lnTo>
                    <a:pt x="160957" y="112831"/>
                  </a:lnTo>
                  <a:lnTo>
                    <a:pt x="161478" y="113744"/>
                  </a:lnTo>
                  <a:lnTo>
                    <a:pt x="161998" y="114658"/>
                  </a:lnTo>
                  <a:lnTo>
                    <a:pt x="162518" y="115572"/>
                  </a:lnTo>
                  <a:lnTo>
                    <a:pt x="163039" y="116485"/>
                  </a:lnTo>
                  <a:lnTo>
                    <a:pt x="163560" y="117399"/>
                  </a:lnTo>
                  <a:lnTo>
                    <a:pt x="164081" y="118313"/>
                  </a:lnTo>
                  <a:lnTo>
                    <a:pt x="164601" y="119227"/>
                  </a:lnTo>
                  <a:lnTo>
                    <a:pt x="165121" y="120140"/>
                  </a:lnTo>
                  <a:lnTo>
                    <a:pt x="165642" y="121054"/>
                  </a:lnTo>
                  <a:lnTo>
                    <a:pt x="166162" y="121967"/>
                  </a:lnTo>
                  <a:lnTo>
                    <a:pt x="166683" y="122881"/>
                  </a:lnTo>
                  <a:lnTo>
                    <a:pt x="167204" y="123794"/>
                  </a:lnTo>
                  <a:lnTo>
                    <a:pt x="167724" y="124708"/>
                  </a:lnTo>
                  <a:lnTo>
                    <a:pt x="168245" y="125622"/>
                  </a:lnTo>
                  <a:lnTo>
                    <a:pt x="168765" y="126536"/>
                  </a:lnTo>
                  <a:lnTo>
                    <a:pt x="169285" y="127449"/>
                  </a:lnTo>
                  <a:lnTo>
                    <a:pt x="169716" y="128204"/>
                  </a:lnTo>
                  <a:lnTo>
                    <a:pt x="170511" y="128348"/>
                  </a:lnTo>
                  <a:lnTo>
                    <a:pt x="170764" y="128393"/>
                  </a:lnTo>
                  <a:lnTo>
                    <a:pt x="171480" y="128522"/>
                  </a:lnTo>
                  <a:lnTo>
                    <a:pt x="172594" y="128723"/>
                  </a:lnTo>
                  <a:lnTo>
                    <a:pt x="174038" y="128983"/>
                  </a:lnTo>
                  <a:lnTo>
                    <a:pt x="175745" y="129290"/>
                  </a:lnTo>
                  <a:lnTo>
                    <a:pt x="177653" y="129634"/>
                  </a:lnTo>
                  <a:lnTo>
                    <a:pt x="179692" y="130001"/>
                  </a:lnTo>
                  <a:lnTo>
                    <a:pt x="181798" y="130380"/>
                  </a:lnTo>
                  <a:lnTo>
                    <a:pt x="183902" y="130759"/>
                  </a:lnTo>
                  <a:lnTo>
                    <a:pt x="185941" y="131126"/>
                  </a:lnTo>
                  <a:lnTo>
                    <a:pt x="187848" y="131469"/>
                  </a:lnTo>
                  <a:lnTo>
                    <a:pt x="189557" y="131777"/>
                  </a:lnTo>
                  <a:lnTo>
                    <a:pt x="191001" y="132037"/>
                  </a:lnTo>
                  <a:lnTo>
                    <a:pt x="192113" y="132237"/>
                  </a:lnTo>
                  <a:lnTo>
                    <a:pt x="192830" y="132367"/>
                  </a:lnTo>
                  <a:lnTo>
                    <a:pt x="193083" y="132412"/>
                  </a:lnTo>
                  <a:lnTo>
                    <a:pt x="193833" y="132547"/>
                  </a:lnTo>
                  <a:lnTo>
                    <a:pt x="193976" y="132513"/>
                  </a:lnTo>
                  <a:lnTo>
                    <a:pt x="194605" y="131394"/>
                  </a:lnTo>
                  <a:lnTo>
                    <a:pt x="195300" y="132973"/>
                  </a:lnTo>
                  <a:lnTo>
                    <a:pt x="195875" y="134284"/>
                  </a:lnTo>
                  <a:lnTo>
                    <a:pt x="196667" y="136085"/>
                  </a:lnTo>
                  <a:lnTo>
                    <a:pt x="197509" y="137998"/>
                  </a:lnTo>
                  <a:lnTo>
                    <a:pt x="198312" y="139827"/>
                  </a:lnTo>
                  <a:lnTo>
                    <a:pt x="198911" y="141189"/>
                  </a:lnTo>
                  <a:lnTo>
                    <a:pt x="198593" y="142604"/>
                  </a:lnTo>
                  <a:lnTo>
                    <a:pt x="198247" y="144148"/>
                  </a:lnTo>
                  <a:lnTo>
                    <a:pt x="197900" y="145692"/>
                  </a:lnTo>
                  <a:lnTo>
                    <a:pt x="197554" y="147236"/>
                  </a:lnTo>
                  <a:lnTo>
                    <a:pt x="197207" y="148780"/>
                  </a:lnTo>
                  <a:lnTo>
                    <a:pt x="196861" y="150324"/>
                  </a:lnTo>
                  <a:lnTo>
                    <a:pt x="196514" y="151868"/>
                  </a:lnTo>
                  <a:lnTo>
                    <a:pt x="196168" y="153412"/>
                  </a:lnTo>
                  <a:lnTo>
                    <a:pt x="195822" y="154956"/>
                  </a:lnTo>
                  <a:lnTo>
                    <a:pt x="195476" y="156500"/>
                  </a:lnTo>
                  <a:lnTo>
                    <a:pt x="195129" y="158044"/>
                  </a:lnTo>
                  <a:lnTo>
                    <a:pt x="194782" y="159588"/>
                  </a:lnTo>
                  <a:lnTo>
                    <a:pt x="194437" y="161132"/>
                  </a:lnTo>
                  <a:lnTo>
                    <a:pt x="194090" y="162676"/>
                  </a:lnTo>
                  <a:lnTo>
                    <a:pt x="193743" y="164220"/>
                  </a:lnTo>
                  <a:lnTo>
                    <a:pt x="193397" y="165764"/>
                  </a:lnTo>
                  <a:lnTo>
                    <a:pt x="193050" y="167308"/>
                  </a:lnTo>
                  <a:lnTo>
                    <a:pt x="192632" y="169167"/>
                  </a:lnTo>
                  <a:lnTo>
                    <a:pt x="191627" y="169662"/>
                  </a:lnTo>
                  <a:lnTo>
                    <a:pt x="189999" y="170462"/>
                  </a:lnTo>
                  <a:lnTo>
                    <a:pt x="188372" y="171261"/>
                  </a:lnTo>
                  <a:lnTo>
                    <a:pt x="186744" y="172061"/>
                  </a:lnTo>
                  <a:lnTo>
                    <a:pt x="185117" y="172861"/>
                  </a:lnTo>
                  <a:lnTo>
                    <a:pt x="183489" y="173660"/>
                  </a:lnTo>
                  <a:lnTo>
                    <a:pt x="181861" y="174460"/>
                  </a:lnTo>
                  <a:lnTo>
                    <a:pt x="180234" y="175260"/>
                  </a:lnTo>
                  <a:lnTo>
                    <a:pt x="178606" y="176059"/>
                  </a:lnTo>
                  <a:lnTo>
                    <a:pt x="176979" y="176859"/>
                  </a:lnTo>
                  <a:lnTo>
                    <a:pt x="175351" y="177659"/>
                  </a:lnTo>
                  <a:lnTo>
                    <a:pt x="173724" y="178459"/>
                  </a:lnTo>
                  <a:lnTo>
                    <a:pt x="172097" y="179258"/>
                  </a:lnTo>
                  <a:lnTo>
                    <a:pt x="170469" y="180058"/>
                  </a:lnTo>
                  <a:lnTo>
                    <a:pt x="168842" y="180857"/>
                  </a:lnTo>
                  <a:lnTo>
                    <a:pt x="167214" y="181657"/>
                  </a:lnTo>
                  <a:lnTo>
                    <a:pt x="165586" y="182457"/>
                  </a:lnTo>
                  <a:lnTo>
                    <a:pt x="164253" y="183112"/>
                  </a:lnTo>
                  <a:lnTo>
                    <a:pt x="162032" y="183553"/>
                  </a:lnTo>
                  <a:lnTo>
                    <a:pt x="159875" y="183981"/>
                  </a:lnTo>
                  <a:lnTo>
                    <a:pt x="157448" y="184462"/>
                  </a:lnTo>
                  <a:lnTo>
                    <a:pt x="154530" y="185041"/>
                  </a:lnTo>
                  <a:lnTo>
                    <a:pt x="152243" y="185495"/>
                  </a:lnTo>
                  <a:lnTo>
                    <a:pt x="148904" y="186158"/>
                  </a:lnTo>
                  <a:lnTo>
                    <a:pt x="145911" y="186751"/>
                  </a:lnTo>
                  <a:lnTo>
                    <a:pt x="143102" y="187308"/>
                  </a:lnTo>
                  <a:lnTo>
                    <a:pt x="140293" y="187866"/>
                  </a:lnTo>
                  <a:lnTo>
                    <a:pt x="137902" y="188340"/>
                  </a:lnTo>
                  <a:lnTo>
                    <a:pt x="136479" y="188892"/>
                  </a:lnTo>
                  <a:lnTo>
                    <a:pt x="134803" y="190099"/>
                  </a:lnTo>
                  <a:lnTo>
                    <a:pt x="132231" y="191952"/>
                  </a:lnTo>
                  <a:lnTo>
                    <a:pt x="129609" y="193840"/>
                  </a:lnTo>
                  <a:lnTo>
                    <a:pt x="128250" y="194818"/>
                  </a:lnTo>
                  <a:lnTo>
                    <a:pt x="126826" y="197328"/>
                  </a:lnTo>
                  <a:lnTo>
                    <a:pt x="126105" y="198599"/>
                  </a:lnTo>
                  <a:lnTo>
                    <a:pt x="124803" y="200897"/>
                  </a:lnTo>
                  <a:lnTo>
                    <a:pt x="123818" y="202630"/>
                  </a:lnTo>
                  <a:lnTo>
                    <a:pt x="122643" y="204701"/>
                  </a:lnTo>
                  <a:lnTo>
                    <a:pt x="122131" y="206545"/>
                  </a:lnTo>
                  <a:lnTo>
                    <a:pt x="121340" y="209394"/>
                  </a:lnTo>
                  <a:lnTo>
                    <a:pt x="120657" y="210112"/>
                  </a:lnTo>
                  <a:lnTo>
                    <a:pt x="119537" y="211039"/>
                  </a:lnTo>
                  <a:lnTo>
                    <a:pt x="118518" y="211698"/>
                  </a:lnTo>
                  <a:lnTo>
                    <a:pt x="116930" y="211603"/>
                  </a:lnTo>
                  <a:lnTo>
                    <a:pt x="116025" y="209852"/>
                  </a:lnTo>
                  <a:lnTo>
                    <a:pt x="115065" y="207996"/>
                  </a:lnTo>
                  <a:lnTo>
                    <a:pt x="114583" y="207250"/>
                  </a:lnTo>
                  <a:lnTo>
                    <a:pt x="114152" y="207209"/>
                  </a:lnTo>
                  <a:lnTo>
                    <a:pt x="112557" y="207444"/>
                  </a:lnTo>
                  <a:lnTo>
                    <a:pt x="110635" y="207728"/>
                  </a:lnTo>
                  <a:lnTo>
                    <a:pt x="108369" y="207423"/>
                  </a:lnTo>
                  <a:lnTo>
                    <a:pt x="105754" y="207071"/>
                  </a:lnTo>
                  <a:lnTo>
                    <a:pt x="103303" y="206741"/>
                  </a:lnTo>
                  <a:lnTo>
                    <a:pt x="102085" y="206494"/>
                  </a:lnTo>
                  <a:lnTo>
                    <a:pt x="100477" y="205289"/>
                  </a:lnTo>
                  <a:lnTo>
                    <a:pt x="100062" y="205049"/>
                  </a:lnTo>
                  <a:lnTo>
                    <a:pt x="99639" y="204992"/>
                  </a:lnTo>
                  <a:lnTo>
                    <a:pt x="97732" y="204963"/>
                  </a:lnTo>
                  <a:lnTo>
                    <a:pt x="95843" y="204933"/>
                  </a:lnTo>
                  <a:lnTo>
                    <a:pt x="93948" y="205315"/>
                  </a:lnTo>
                  <a:lnTo>
                    <a:pt x="92133" y="205175"/>
                  </a:lnTo>
                  <a:lnTo>
                    <a:pt x="90253" y="205396"/>
                  </a:lnTo>
                  <a:lnTo>
                    <a:pt x="89591" y="205856"/>
                  </a:lnTo>
                  <a:lnTo>
                    <a:pt x="88855" y="205829"/>
                  </a:lnTo>
                  <a:lnTo>
                    <a:pt x="88396" y="206235"/>
                  </a:lnTo>
                  <a:lnTo>
                    <a:pt x="87992" y="206425"/>
                  </a:lnTo>
                  <a:lnTo>
                    <a:pt x="87514" y="206078"/>
                  </a:lnTo>
                  <a:lnTo>
                    <a:pt x="86926" y="206154"/>
                  </a:lnTo>
                  <a:lnTo>
                    <a:pt x="86062" y="205856"/>
                  </a:lnTo>
                  <a:lnTo>
                    <a:pt x="85499" y="205070"/>
                  </a:lnTo>
                  <a:lnTo>
                    <a:pt x="84967" y="204379"/>
                  </a:lnTo>
                  <a:lnTo>
                    <a:pt x="84419" y="203998"/>
                  </a:lnTo>
                  <a:lnTo>
                    <a:pt x="83803" y="203758"/>
                  </a:lnTo>
                  <a:lnTo>
                    <a:pt x="83271" y="203754"/>
                  </a:lnTo>
                  <a:lnTo>
                    <a:pt x="82591" y="204175"/>
                  </a:lnTo>
                  <a:lnTo>
                    <a:pt x="82175" y="204583"/>
                  </a:lnTo>
                  <a:lnTo>
                    <a:pt x="81123" y="205942"/>
                  </a:lnTo>
                  <a:lnTo>
                    <a:pt x="81080" y="206425"/>
                  </a:lnTo>
                  <a:lnTo>
                    <a:pt x="81558" y="207238"/>
                  </a:lnTo>
                  <a:lnTo>
                    <a:pt x="81411" y="207617"/>
                  </a:lnTo>
                  <a:lnTo>
                    <a:pt x="80792" y="208095"/>
                  </a:lnTo>
                  <a:lnTo>
                    <a:pt x="80603" y="209378"/>
                  </a:lnTo>
                  <a:lnTo>
                    <a:pt x="80511" y="210083"/>
                  </a:lnTo>
                  <a:lnTo>
                    <a:pt x="80419" y="211763"/>
                  </a:lnTo>
                  <a:lnTo>
                    <a:pt x="80694" y="213091"/>
                  </a:lnTo>
                  <a:lnTo>
                    <a:pt x="81062" y="213579"/>
                  </a:lnTo>
                  <a:lnTo>
                    <a:pt x="81080" y="214148"/>
                  </a:lnTo>
                  <a:lnTo>
                    <a:pt x="80878" y="215286"/>
                  </a:lnTo>
                  <a:lnTo>
                    <a:pt x="80308" y="215639"/>
                  </a:lnTo>
                  <a:lnTo>
                    <a:pt x="79892" y="216720"/>
                  </a:lnTo>
                  <a:lnTo>
                    <a:pt x="79635" y="217225"/>
                  </a:lnTo>
                  <a:lnTo>
                    <a:pt x="79188" y="217802"/>
                  </a:lnTo>
                  <a:lnTo>
                    <a:pt x="77418" y="219717"/>
                  </a:lnTo>
                  <a:lnTo>
                    <a:pt x="77329" y="218604"/>
                  </a:lnTo>
                  <a:lnTo>
                    <a:pt x="76769" y="216954"/>
                  </a:lnTo>
                  <a:lnTo>
                    <a:pt x="76728" y="215790"/>
                  </a:lnTo>
                  <a:lnTo>
                    <a:pt x="76468" y="214623"/>
                  </a:lnTo>
                  <a:lnTo>
                    <a:pt x="75982" y="213725"/>
                  </a:lnTo>
                  <a:lnTo>
                    <a:pt x="75087" y="212789"/>
                  </a:lnTo>
                  <a:lnTo>
                    <a:pt x="75004" y="211517"/>
                  </a:lnTo>
                  <a:lnTo>
                    <a:pt x="74350" y="210259"/>
                  </a:lnTo>
                  <a:lnTo>
                    <a:pt x="73482" y="209246"/>
                  </a:lnTo>
                  <a:lnTo>
                    <a:pt x="73001" y="207375"/>
                  </a:lnTo>
                  <a:lnTo>
                    <a:pt x="72637" y="204888"/>
                  </a:lnTo>
                  <a:lnTo>
                    <a:pt x="70350" y="201619"/>
                  </a:lnTo>
                  <a:lnTo>
                    <a:pt x="67491" y="198600"/>
                  </a:lnTo>
                  <a:lnTo>
                    <a:pt x="66621" y="196900"/>
                  </a:lnTo>
                  <a:lnTo>
                    <a:pt x="65198" y="193434"/>
                  </a:lnTo>
                  <a:lnTo>
                    <a:pt x="64480" y="190696"/>
                  </a:lnTo>
                  <a:lnTo>
                    <a:pt x="62566" y="187544"/>
                  </a:lnTo>
                  <a:lnTo>
                    <a:pt x="62484" y="186333"/>
                  </a:lnTo>
                  <a:lnTo>
                    <a:pt x="62201" y="184855"/>
                  </a:lnTo>
                  <a:lnTo>
                    <a:pt x="61759" y="183211"/>
                  </a:lnTo>
                  <a:lnTo>
                    <a:pt x="61493" y="181912"/>
                  </a:lnTo>
                  <a:lnTo>
                    <a:pt x="59575" y="176222"/>
                  </a:lnTo>
                  <a:lnTo>
                    <a:pt x="58956" y="175314"/>
                  </a:lnTo>
                  <a:lnTo>
                    <a:pt x="58424" y="174043"/>
                  </a:lnTo>
                  <a:lnTo>
                    <a:pt x="58286" y="173059"/>
                  </a:lnTo>
                  <a:lnTo>
                    <a:pt x="58117" y="172521"/>
                  </a:lnTo>
                  <a:lnTo>
                    <a:pt x="56762" y="171588"/>
                  </a:lnTo>
                  <a:lnTo>
                    <a:pt x="55497" y="169202"/>
                  </a:lnTo>
                  <a:lnTo>
                    <a:pt x="51698" y="165402"/>
                  </a:lnTo>
                  <a:lnTo>
                    <a:pt x="49838" y="165024"/>
                  </a:lnTo>
                  <a:lnTo>
                    <a:pt x="48364" y="163666"/>
                  </a:lnTo>
                  <a:lnTo>
                    <a:pt x="47280" y="161890"/>
                  </a:lnTo>
                  <a:lnTo>
                    <a:pt x="46121" y="158831"/>
                  </a:lnTo>
                  <a:lnTo>
                    <a:pt x="44086" y="155526"/>
                  </a:lnTo>
                  <a:lnTo>
                    <a:pt x="42359" y="150834"/>
                  </a:lnTo>
                  <a:lnTo>
                    <a:pt x="42899" y="149127"/>
                  </a:lnTo>
                  <a:lnTo>
                    <a:pt x="42865" y="147924"/>
                  </a:lnTo>
                  <a:lnTo>
                    <a:pt x="42335" y="145902"/>
                  </a:lnTo>
                  <a:lnTo>
                    <a:pt x="41755" y="144340"/>
                  </a:lnTo>
                  <a:lnTo>
                    <a:pt x="41359" y="142864"/>
                  </a:lnTo>
                  <a:lnTo>
                    <a:pt x="41674" y="140748"/>
                  </a:lnTo>
                  <a:lnTo>
                    <a:pt x="41795" y="138378"/>
                  </a:lnTo>
                  <a:lnTo>
                    <a:pt x="42135" y="137119"/>
                  </a:lnTo>
                  <a:lnTo>
                    <a:pt x="42381" y="135737"/>
                  </a:lnTo>
                  <a:lnTo>
                    <a:pt x="42060" y="132955"/>
                  </a:lnTo>
                  <a:lnTo>
                    <a:pt x="41487" y="131466"/>
                  </a:lnTo>
                  <a:lnTo>
                    <a:pt x="41544" y="130474"/>
                  </a:lnTo>
                  <a:lnTo>
                    <a:pt x="40894" y="129990"/>
                  </a:lnTo>
                  <a:lnTo>
                    <a:pt x="40366" y="128913"/>
                  </a:lnTo>
                  <a:lnTo>
                    <a:pt x="40917" y="128915"/>
                  </a:lnTo>
                  <a:lnTo>
                    <a:pt x="39918" y="127420"/>
                  </a:lnTo>
                  <a:lnTo>
                    <a:pt x="39552" y="126589"/>
                  </a:lnTo>
                  <a:lnTo>
                    <a:pt x="39175" y="124557"/>
                  </a:lnTo>
                  <a:lnTo>
                    <a:pt x="38693" y="123006"/>
                  </a:lnTo>
                  <a:lnTo>
                    <a:pt x="37143" y="119485"/>
                  </a:lnTo>
                  <a:lnTo>
                    <a:pt x="36404" y="117338"/>
                  </a:lnTo>
                  <a:lnTo>
                    <a:pt x="34746" y="114561"/>
                  </a:lnTo>
                  <a:lnTo>
                    <a:pt x="32946" y="112510"/>
                  </a:lnTo>
                  <a:lnTo>
                    <a:pt x="31803" y="111582"/>
                  </a:lnTo>
                  <a:lnTo>
                    <a:pt x="31253" y="110733"/>
                  </a:lnTo>
                  <a:lnTo>
                    <a:pt x="30319" y="110704"/>
                  </a:lnTo>
                  <a:lnTo>
                    <a:pt x="29301" y="109492"/>
                  </a:lnTo>
                  <a:lnTo>
                    <a:pt x="28590" y="109445"/>
                  </a:lnTo>
                  <a:lnTo>
                    <a:pt x="27690" y="109251"/>
                  </a:lnTo>
                  <a:lnTo>
                    <a:pt x="26629" y="106917"/>
                  </a:lnTo>
                  <a:lnTo>
                    <a:pt x="25754" y="104730"/>
                  </a:lnTo>
                  <a:lnTo>
                    <a:pt x="24263" y="101882"/>
                  </a:lnTo>
                  <a:lnTo>
                    <a:pt x="24637" y="101138"/>
                  </a:lnTo>
                  <a:lnTo>
                    <a:pt x="25072" y="99928"/>
                  </a:lnTo>
                  <a:lnTo>
                    <a:pt x="24855" y="98347"/>
                  </a:lnTo>
                  <a:lnTo>
                    <a:pt x="24618" y="97270"/>
                  </a:lnTo>
                  <a:lnTo>
                    <a:pt x="23960" y="95311"/>
                  </a:lnTo>
                  <a:lnTo>
                    <a:pt x="21802" y="90428"/>
                  </a:lnTo>
                  <a:lnTo>
                    <a:pt x="21229" y="89713"/>
                  </a:lnTo>
                  <a:lnTo>
                    <a:pt x="20307" y="88892"/>
                  </a:lnTo>
                  <a:lnTo>
                    <a:pt x="19738" y="86778"/>
                  </a:lnTo>
                  <a:lnTo>
                    <a:pt x="19479" y="84881"/>
                  </a:lnTo>
                  <a:lnTo>
                    <a:pt x="17999" y="83961"/>
                  </a:lnTo>
                  <a:lnTo>
                    <a:pt x="15453" y="77128"/>
                  </a:lnTo>
                  <a:lnTo>
                    <a:pt x="13978" y="74742"/>
                  </a:lnTo>
                  <a:lnTo>
                    <a:pt x="13394" y="73135"/>
                  </a:lnTo>
                  <a:lnTo>
                    <a:pt x="11688" y="70493"/>
                  </a:lnTo>
                  <a:lnTo>
                    <a:pt x="10849" y="67866"/>
                  </a:lnTo>
                  <a:lnTo>
                    <a:pt x="9130" y="65444"/>
                  </a:lnTo>
                  <a:lnTo>
                    <a:pt x="7640" y="61241"/>
                  </a:lnTo>
                  <a:lnTo>
                    <a:pt x="5338" y="57041"/>
                  </a:lnTo>
                  <a:lnTo>
                    <a:pt x="4371" y="56314"/>
                  </a:lnTo>
                  <a:lnTo>
                    <a:pt x="1999" y="56013"/>
                  </a:lnTo>
                  <a:lnTo>
                    <a:pt x="1001" y="55705"/>
                  </a:lnTo>
                  <a:lnTo>
                    <a:pt x="83" y="56628"/>
                  </a:lnTo>
                  <a:lnTo>
                    <a:pt x="0" y="55459"/>
                  </a:lnTo>
                  <a:lnTo>
                    <a:pt x="634" y="53844"/>
                  </a:lnTo>
                  <a:lnTo>
                    <a:pt x="1548" y="50452"/>
                  </a:lnTo>
                  <a:lnTo>
                    <a:pt x="1730" y="47478"/>
                  </a:lnTo>
                  <a:lnTo>
                    <a:pt x="3165" y="38649"/>
                  </a:lnTo>
                  <a:lnTo>
                    <a:pt x="5180" y="39103"/>
                  </a:lnTo>
                  <a:lnTo>
                    <a:pt x="6839" y="39478"/>
                  </a:lnTo>
                  <a:lnTo>
                    <a:pt x="9263" y="40025"/>
                  </a:lnTo>
                  <a:lnTo>
                    <a:pt x="11770" y="40591"/>
                  </a:lnTo>
                  <a:lnTo>
                    <a:pt x="13237" y="40923"/>
                  </a:lnTo>
                  <a:lnTo>
                    <a:pt x="13739" y="40783"/>
                  </a:lnTo>
                  <a:lnTo>
                    <a:pt x="15767" y="38623"/>
                  </a:lnTo>
                  <a:lnTo>
                    <a:pt x="17595" y="36674"/>
                  </a:lnTo>
                  <a:lnTo>
                    <a:pt x="18690" y="34289"/>
                  </a:lnTo>
                  <a:lnTo>
                    <a:pt x="19751" y="31980"/>
                  </a:lnTo>
                  <a:lnTo>
                    <a:pt x="20237" y="31501"/>
                  </a:lnTo>
                  <a:lnTo>
                    <a:pt x="21862" y="31068"/>
                  </a:lnTo>
                  <a:lnTo>
                    <a:pt x="24439" y="30381"/>
                  </a:lnTo>
                  <a:lnTo>
                    <a:pt x="26991" y="29701"/>
                  </a:lnTo>
                  <a:lnTo>
                    <a:pt x="27195" y="29468"/>
                  </a:lnTo>
                  <a:lnTo>
                    <a:pt x="27790" y="27615"/>
                  </a:lnTo>
                  <a:lnTo>
                    <a:pt x="28546" y="25262"/>
                  </a:lnTo>
                  <a:lnTo>
                    <a:pt x="28701" y="25016"/>
                  </a:lnTo>
                  <a:lnTo>
                    <a:pt x="28888" y="24776"/>
                  </a:lnTo>
                  <a:lnTo>
                    <a:pt x="30716" y="23458"/>
                  </a:lnTo>
                  <a:lnTo>
                    <a:pt x="31824" y="22658"/>
                  </a:lnTo>
                  <a:lnTo>
                    <a:pt x="30244" y="20297"/>
                  </a:lnTo>
                  <a:lnTo>
                    <a:pt x="28753" y="18070"/>
                  </a:lnTo>
                  <a:lnTo>
                    <a:pt x="27084" y="15576"/>
                  </a:lnTo>
                  <a:lnTo>
                    <a:pt x="25669" y="13636"/>
                  </a:lnTo>
                  <a:lnTo>
                    <a:pt x="23548" y="10730"/>
                  </a:lnTo>
                  <a:lnTo>
                    <a:pt x="22160" y="8829"/>
                  </a:lnTo>
                  <a:lnTo>
                    <a:pt x="24592" y="7928"/>
                  </a:lnTo>
                  <a:lnTo>
                    <a:pt x="27220" y="6954"/>
                  </a:lnTo>
                  <a:lnTo>
                    <a:pt x="29873" y="5972"/>
                  </a:lnTo>
                  <a:lnTo>
                    <a:pt x="33067" y="4789"/>
                  </a:lnTo>
                  <a:lnTo>
                    <a:pt x="35565" y="3864"/>
                  </a:lnTo>
                  <a:lnTo>
                    <a:pt x="39294" y="2483"/>
                  </a:lnTo>
                  <a:lnTo>
                    <a:pt x="41117" y="1807"/>
                  </a:lnTo>
                  <a:lnTo>
                    <a:pt x="41446" y="1632"/>
                  </a:lnTo>
                  <a:lnTo>
                    <a:pt x="42849" y="0"/>
                  </a:lnTo>
                  <a:lnTo>
                    <a:pt x="44961" y="456"/>
                  </a:lnTo>
                  <a:lnTo>
                    <a:pt x="48135" y="1143"/>
                  </a:lnTo>
                  <a:lnTo>
                    <a:pt x="51198" y="1806"/>
                  </a:lnTo>
                  <a:lnTo>
                    <a:pt x="54429" y="2587"/>
                  </a:lnTo>
                  <a:lnTo>
                    <a:pt x="55465" y="3224"/>
                  </a:lnTo>
                  <a:lnTo>
                    <a:pt x="58583" y="5566"/>
                  </a:lnTo>
                  <a:lnTo>
                    <a:pt x="60608" y="7087"/>
                  </a:lnTo>
                  <a:lnTo>
                    <a:pt x="62973" y="8863"/>
                  </a:lnTo>
                  <a:lnTo>
                    <a:pt x="65930" y="11085"/>
                  </a:lnTo>
                  <a:lnTo>
                    <a:pt x="67961" y="12610"/>
                  </a:lnTo>
                  <a:lnTo>
                    <a:pt x="70560" y="14563"/>
                  </a:lnTo>
                  <a:lnTo>
                    <a:pt x="72586" y="16794"/>
                  </a:lnTo>
                  <a:lnTo>
                    <a:pt x="75152" y="19620"/>
                  </a:lnTo>
                  <a:lnTo>
                    <a:pt x="77971" y="22725"/>
                  </a:lnTo>
                  <a:lnTo>
                    <a:pt x="80293" y="25138"/>
                  </a:lnTo>
                  <a:lnTo>
                    <a:pt x="83487" y="28461"/>
                  </a:lnTo>
                  <a:lnTo>
                    <a:pt x="86637" y="31735"/>
                  </a:lnTo>
                  <a:lnTo>
                    <a:pt x="89720" y="34941"/>
                  </a:lnTo>
                  <a:lnTo>
                    <a:pt x="92191" y="37509"/>
                  </a:lnTo>
                  <a:lnTo>
                    <a:pt x="95313" y="40758"/>
                  </a:lnTo>
                  <a:lnTo>
                    <a:pt x="95556" y="40879"/>
                  </a:lnTo>
                  <a:lnTo>
                    <a:pt x="98714" y="41249"/>
                  </a:lnTo>
                  <a:lnTo>
                    <a:pt x="102959" y="41745"/>
                  </a:lnTo>
                  <a:lnTo>
                    <a:pt x="107223" y="42243"/>
                  </a:lnTo>
                  <a:lnTo>
                    <a:pt x="111072" y="4269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g1366"/>
            <p:cNvSpPr/>
            <p:nvPr/>
          </p:nvSpPr>
          <p:spPr>
            <a:xfrm>
              <a:off x="4229052" y="2108876"/>
              <a:ext cx="158791" cy="188809"/>
            </a:xfrm>
            <a:custGeom>
              <a:avLst/>
              <a:pathLst>
                <a:path w="158791" h="188809">
                  <a:moveTo>
                    <a:pt x="142348" y="2869"/>
                  </a:moveTo>
                  <a:lnTo>
                    <a:pt x="142454" y="6048"/>
                  </a:lnTo>
                  <a:lnTo>
                    <a:pt x="142873" y="8590"/>
                  </a:lnTo>
                  <a:lnTo>
                    <a:pt x="144332" y="12224"/>
                  </a:lnTo>
                  <a:lnTo>
                    <a:pt x="145567" y="14179"/>
                  </a:lnTo>
                  <a:lnTo>
                    <a:pt x="146011" y="15257"/>
                  </a:lnTo>
                  <a:lnTo>
                    <a:pt x="146054" y="15758"/>
                  </a:lnTo>
                  <a:lnTo>
                    <a:pt x="145998" y="16221"/>
                  </a:lnTo>
                  <a:lnTo>
                    <a:pt x="145622" y="15688"/>
                  </a:lnTo>
                  <a:lnTo>
                    <a:pt x="144989" y="15324"/>
                  </a:lnTo>
                  <a:lnTo>
                    <a:pt x="144899" y="17025"/>
                  </a:lnTo>
                  <a:lnTo>
                    <a:pt x="145048" y="18237"/>
                  </a:lnTo>
                  <a:lnTo>
                    <a:pt x="145198" y="20509"/>
                  </a:lnTo>
                  <a:lnTo>
                    <a:pt x="145717" y="22954"/>
                  </a:lnTo>
                  <a:lnTo>
                    <a:pt x="145342" y="25211"/>
                  </a:lnTo>
                  <a:lnTo>
                    <a:pt x="145392" y="29035"/>
                  </a:lnTo>
                  <a:lnTo>
                    <a:pt x="146049" y="33622"/>
                  </a:lnTo>
                  <a:lnTo>
                    <a:pt x="145915" y="36551"/>
                  </a:lnTo>
                  <a:lnTo>
                    <a:pt x="146985" y="43384"/>
                  </a:lnTo>
                  <a:lnTo>
                    <a:pt x="148023" y="47176"/>
                  </a:lnTo>
                  <a:lnTo>
                    <a:pt x="148594" y="48110"/>
                  </a:lnTo>
                  <a:lnTo>
                    <a:pt x="149235" y="48608"/>
                  </a:lnTo>
                  <a:lnTo>
                    <a:pt x="150469" y="48930"/>
                  </a:lnTo>
                  <a:lnTo>
                    <a:pt x="152286" y="50861"/>
                  </a:lnTo>
                  <a:lnTo>
                    <a:pt x="153726" y="52899"/>
                  </a:lnTo>
                  <a:lnTo>
                    <a:pt x="154237" y="53966"/>
                  </a:lnTo>
                  <a:lnTo>
                    <a:pt x="154934" y="55136"/>
                  </a:lnTo>
                  <a:lnTo>
                    <a:pt x="155411" y="54927"/>
                  </a:lnTo>
                  <a:lnTo>
                    <a:pt x="155704" y="54616"/>
                  </a:lnTo>
                  <a:lnTo>
                    <a:pt x="156175" y="55559"/>
                  </a:lnTo>
                  <a:lnTo>
                    <a:pt x="158456" y="57597"/>
                  </a:lnTo>
                  <a:lnTo>
                    <a:pt x="158791" y="58544"/>
                  </a:lnTo>
                  <a:lnTo>
                    <a:pt x="157972" y="59472"/>
                  </a:lnTo>
                  <a:lnTo>
                    <a:pt x="157022" y="61071"/>
                  </a:lnTo>
                  <a:lnTo>
                    <a:pt x="156783" y="61706"/>
                  </a:lnTo>
                  <a:lnTo>
                    <a:pt x="156673" y="62084"/>
                  </a:lnTo>
                  <a:lnTo>
                    <a:pt x="156561" y="62557"/>
                  </a:lnTo>
                  <a:lnTo>
                    <a:pt x="156312" y="63028"/>
                  </a:lnTo>
                  <a:lnTo>
                    <a:pt x="155767" y="63678"/>
                  </a:lnTo>
                  <a:lnTo>
                    <a:pt x="155554" y="63961"/>
                  </a:lnTo>
                  <a:lnTo>
                    <a:pt x="155424" y="64406"/>
                  </a:lnTo>
                  <a:lnTo>
                    <a:pt x="155098" y="64696"/>
                  </a:lnTo>
                  <a:lnTo>
                    <a:pt x="154743" y="64712"/>
                  </a:lnTo>
                  <a:lnTo>
                    <a:pt x="154431" y="64912"/>
                  </a:lnTo>
                  <a:lnTo>
                    <a:pt x="153961" y="65219"/>
                  </a:lnTo>
                  <a:lnTo>
                    <a:pt x="153265" y="65061"/>
                  </a:lnTo>
                  <a:lnTo>
                    <a:pt x="152553" y="65342"/>
                  </a:lnTo>
                  <a:lnTo>
                    <a:pt x="152293" y="65696"/>
                  </a:lnTo>
                  <a:lnTo>
                    <a:pt x="151729" y="66003"/>
                  </a:lnTo>
                  <a:lnTo>
                    <a:pt x="151165" y="66069"/>
                  </a:lnTo>
                  <a:lnTo>
                    <a:pt x="150967" y="66174"/>
                  </a:lnTo>
                  <a:lnTo>
                    <a:pt x="150433" y="66697"/>
                  </a:lnTo>
                  <a:lnTo>
                    <a:pt x="149778" y="67426"/>
                  </a:lnTo>
                  <a:lnTo>
                    <a:pt x="149014" y="67890"/>
                  </a:lnTo>
                  <a:lnTo>
                    <a:pt x="148744" y="68042"/>
                  </a:lnTo>
                  <a:lnTo>
                    <a:pt x="148391" y="68544"/>
                  </a:lnTo>
                  <a:lnTo>
                    <a:pt x="147850" y="71047"/>
                  </a:lnTo>
                  <a:lnTo>
                    <a:pt x="147453" y="71702"/>
                  </a:lnTo>
                  <a:lnTo>
                    <a:pt x="146785" y="71766"/>
                  </a:lnTo>
                  <a:lnTo>
                    <a:pt x="145919" y="71769"/>
                  </a:lnTo>
                  <a:lnTo>
                    <a:pt x="145168" y="71985"/>
                  </a:lnTo>
                  <a:lnTo>
                    <a:pt x="144147" y="71708"/>
                  </a:lnTo>
                  <a:lnTo>
                    <a:pt x="143649" y="71741"/>
                  </a:lnTo>
                  <a:lnTo>
                    <a:pt x="143519" y="72276"/>
                  </a:lnTo>
                  <a:lnTo>
                    <a:pt x="143335" y="74424"/>
                  </a:lnTo>
                  <a:lnTo>
                    <a:pt x="143363" y="75344"/>
                  </a:lnTo>
                  <a:lnTo>
                    <a:pt x="142957" y="76435"/>
                  </a:lnTo>
                  <a:lnTo>
                    <a:pt x="142503" y="77798"/>
                  </a:lnTo>
                  <a:lnTo>
                    <a:pt x="142670" y="80101"/>
                  </a:lnTo>
                  <a:lnTo>
                    <a:pt x="142749" y="82379"/>
                  </a:lnTo>
                  <a:lnTo>
                    <a:pt x="141917" y="85809"/>
                  </a:lnTo>
                  <a:lnTo>
                    <a:pt x="141800" y="86595"/>
                  </a:lnTo>
                  <a:lnTo>
                    <a:pt x="140958" y="89316"/>
                  </a:lnTo>
                  <a:lnTo>
                    <a:pt x="140529" y="90327"/>
                  </a:lnTo>
                  <a:lnTo>
                    <a:pt x="139459" y="95408"/>
                  </a:lnTo>
                  <a:lnTo>
                    <a:pt x="139040" y="96969"/>
                  </a:lnTo>
                  <a:lnTo>
                    <a:pt x="138141" y="98616"/>
                  </a:lnTo>
                  <a:lnTo>
                    <a:pt x="138343" y="101294"/>
                  </a:lnTo>
                  <a:lnTo>
                    <a:pt x="138558" y="104134"/>
                  </a:lnTo>
                  <a:lnTo>
                    <a:pt x="138761" y="106814"/>
                  </a:lnTo>
                  <a:lnTo>
                    <a:pt x="139064" y="110824"/>
                  </a:lnTo>
                  <a:lnTo>
                    <a:pt x="138304" y="114568"/>
                  </a:lnTo>
                  <a:lnTo>
                    <a:pt x="138333" y="116609"/>
                  </a:lnTo>
                  <a:lnTo>
                    <a:pt x="137799" y="119622"/>
                  </a:lnTo>
                  <a:lnTo>
                    <a:pt x="137380" y="121014"/>
                  </a:lnTo>
                  <a:lnTo>
                    <a:pt x="137007" y="121843"/>
                  </a:lnTo>
                  <a:lnTo>
                    <a:pt x="136692" y="122695"/>
                  </a:lnTo>
                  <a:lnTo>
                    <a:pt x="136111" y="124573"/>
                  </a:lnTo>
                  <a:lnTo>
                    <a:pt x="135619" y="127053"/>
                  </a:lnTo>
                  <a:lnTo>
                    <a:pt x="135401" y="129594"/>
                  </a:lnTo>
                  <a:lnTo>
                    <a:pt x="135384" y="131069"/>
                  </a:lnTo>
                  <a:lnTo>
                    <a:pt x="135288" y="131743"/>
                  </a:lnTo>
                  <a:lnTo>
                    <a:pt x="135121" y="132169"/>
                  </a:lnTo>
                  <a:lnTo>
                    <a:pt x="133986" y="132451"/>
                  </a:lnTo>
                  <a:lnTo>
                    <a:pt x="132406" y="132750"/>
                  </a:lnTo>
                  <a:lnTo>
                    <a:pt x="131555" y="133082"/>
                  </a:lnTo>
                  <a:lnTo>
                    <a:pt x="130984" y="133602"/>
                  </a:lnTo>
                  <a:lnTo>
                    <a:pt x="130282" y="134808"/>
                  </a:lnTo>
                  <a:lnTo>
                    <a:pt x="128897" y="138109"/>
                  </a:lnTo>
                  <a:lnTo>
                    <a:pt x="128169" y="140132"/>
                  </a:lnTo>
                  <a:lnTo>
                    <a:pt x="127031" y="142901"/>
                  </a:lnTo>
                  <a:lnTo>
                    <a:pt x="125705" y="144861"/>
                  </a:lnTo>
                  <a:lnTo>
                    <a:pt x="125425" y="145813"/>
                  </a:lnTo>
                  <a:lnTo>
                    <a:pt x="125207" y="147588"/>
                  </a:lnTo>
                  <a:lnTo>
                    <a:pt x="124718" y="150393"/>
                  </a:lnTo>
                  <a:lnTo>
                    <a:pt x="124271" y="152390"/>
                  </a:lnTo>
                  <a:lnTo>
                    <a:pt x="124351" y="153993"/>
                  </a:lnTo>
                  <a:lnTo>
                    <a:pt x="123932" y="156778"/>
                  </a:lnTo>
                  <a:lnTo>
                    <a:pt x="123994" y="158136"/>
                  </a:lnTo>
                  <a:lnTo>
                    <a:pt x="123530" y="158892"/>
                  </a:lnTo>
                  <a:lnTo>
                    <a:pt x="122904" y="159609"/>
                  </a:lnTo>
                  <a:lnTo>
                    <a:pt x="122479" y="159790"/>
                  </a:lnTo>
                  <a:lnTo>
                    <a:pt x="121568" y="158971"/>
                  </a:lnTo>
                  <a:lnTo>
                    <a:pt x="120875" y="158139"/>
                  </a:lnTo>
                  <a:lnTo>
                    <a:pt x="120592" y="157921"/>
                  </a:lnTo>
                  <a:lnTo>
                    <a:pt x="119988" y="158441"/>
                  </a:lnTo>
                  <a:lnTo>
                    <a:pt x="119264" y="159209"/>
                  </a:lnTo>
                  <a:lnTo>
                    <a:pt x="118436" y="161011"/>
                  </a:lnTo>
                  <a:lnTo>
                    <a:pt x="117790" y="162831"/>
                  </a:lnTo>
                  <a:lnTo>
                    <a:pt x="118161" y="166689"/>
                  </a:lnTo>
                  <a:lnTo>
                    <a:pt x="118127" y="167535"/>
                  </a:lnTo>
                  <a:lnTo>
                    <a:pt x="117940" y="168458"/>
                  </a:lnTo>
                  <a:lnTo>
                    <a:pt x="116935" y="171334"/>
                  </a:lnTo>
                  <a:lnTo>
                    <a:pt x="116687" y="172242"/>
                  </a:lnTo>
                  <a:lnTo>
                    <a:pt x="116320" y="173968"/>
                  </a:lnTo>
                  <a:lnTo>
                    <a:pt x="115932" y="176984"/>
                  </a:lnTo>
                  <a:lnTo>
                    <a:pt x="115908" y="177708"/>
                  </a:lnTo>
                  <a:lnTo>
                    <a:pt x="114035" y="177482"/>
                  </a:lnTo>
                  <a:lnTo>
                    <a:pt x="113966" y="177086"/>
                  </a:lnTo>
                  <a:lnTo>
                    <a:pt x="113931" y="176469"/>
                  </a:lnTo>
                  <a:lnTo>
                    <a:pt x="113990" y="175404"/>
                  </a:lnTo>
                  <a:lnTo>
                    <a:pt x="114188" y="174136"/>
                  </a:lnTo>
                  <a:lnTo>
                    <a:pt x="114796" y="172356"/>
                  </a:lnTo>
                  <a:lnTo>
                    <a:pt x="114835" y="172029"/>
                  </a:lnTo>
                  <a:lnTo>
                    <a:pt x="114778" y="171712"/>
                  </a:lnTo>
                  <a:lnTo>
                    <a:pt x="114708" y="171437"/>
                  </a:lnTo>
                  <a:lnTo>
                    <a:pt x="114673" y="171022"/>
                  </a:lnTo>
                  <a:lnTo>
                    <a:pt x="114778" y="170098"/>
                  </a:lnTo>
                  <a:lnTo>
                    <a:pt x="114788" y="169811"/>
                  </a:lnTo>
                  <a:lnTo>
                    <a:pt x="114774" y="169442"/>
                  </a:lnTo>
                  <a:lnTo>
                    <a:pt x="114727" y="169208"/>
                  </a:lnTo>
                  <a:lnTo>
                    <a:pt x="114302" y="167667"/>
                  </a:lnTo>
                  <a:lnTo>
                    <a:pt x="114162" y="167422"/>
                  </a:lnTo>
                  <a:lnTo>
                    <a:pt x="110065" y="162515"/>
                  </a:lnTo>
                  <a:lnTo>
                    <a:pt x="109134" y="161023"/>
                  </a:lnTo>
                  <a:lnTo>
                    <a:pt x="106952" y="159793"/>
                  </a:lnTo>
                  <a:lnTo>
                    <a:pt x="106965" y="159629"/>
                  </a:lnTo>
                  <a:lnTo>
                    <a:pt x="107029" y="159417"/>
                  </a:lnTo>
                  <a:lnTo>
                    <a:pt x="107280" y="158772"/>
                  </a:lnTo>
                  <a:lnTo>
                    <a:pt x="107315" y="158601"/>
                  </a:lnTo>
                  <a:lnTo>
                    <a:pt x="107350" y="158340"/>
                  </a:lnTo>
                  <a:lnTo>
                    <a:pt x="106412" y="148000"/>
                  </a:lnTo>
                  <a:lnTo>
                    <a:pt x="106415" y="147796"/>
                  </a:lnTo>
                  <a:lnTo>
                    <a:pt x="106493" y="147578"/>
                  </a:lnTo>
                  <a:lnTo>
                    <a:pt x="106617" y="147358"/>
                  </a:lnTo>
                  <a:lnTo>
                    <a:pt x="106725" y="147130"/>
                  </a:lnTo>
                  <a:lnTo>
                    <a:pt x="106848" y="146731"/>
                  </a:lnTo>
                  <a:lnTo>
                    <a:pt x="106880" y="146582"/>
                  </a:lnTo>
                  <a:lnTo>
                    <a:pt x="107009" y="144735"/>
                  </a:lnTo>
                  <a:lnTo>
                    <a:pt x="106999" y="143116"/>
                  </a:lnTo>
                  <a:lnTo>
                    <a:pt x="107548" y="140419"/>
                  </a:lnTo>
                  <a:lnTo>
                    <a:pt x="107607" y="139271"/>
                  </a:lnTo>
                  <a:lnTo>
                    <a:pt x="103077" y="139487"/>
                  </a:lnTo>
                  <a:lnTo>
                    <a:pt x="103073" y="139668"/>
                  </a:lnTo>
                  <a:lnTo>
                    <a:pt x="103037" y="140003"/>
                  </a:lnTo>
                  <a:lnTo>
                    <a:pt x="103028" y="140179"/>
                  </a:lnTo>
                  <a:lnTo>
                    <a:pt x="103033" y="140360"/>
                  </a:lnTo>
                  <a:lnTo>
                    <a:pt x="103101" y="141006"/>
                  </a:lnTo>
                  <a:lnTo>
                    <a:pt x="103220" y="141492"/>
                  </a:lnTo>
                  <a:lnTo>
                    <a:pt x="103240" y="141654"/>
                  </a:lnTo>
                  <a:lnTo>
                    <a:pt x="103245" y="141831"/>
                  </a:lnTo>
                  <a:lnTo>
                    <a:pt x="103230" y="142167"/>
                  </a:lnTo>
                  <a:lnTo>
                    <a:pt x="96944" y="142208"/>
                  </a:lnTo>
                  <a:lnTo>
                    <a:pt x="99463" y="146345"/>
                  </a:lnTo>
                  <a:lnTo>
                    <a:pt x="99506" y="146566"/>
                  </a:lnTo>
                  <a:lnTo>
                    <a:pt x="99524" y="146727"/>
                  </a:lnTo>
                  <a:lnTo>
                    <a:pt x="99571" y="148154"/>
                  </a:lnTo>
                  <a:lnTo>
                    <a:pt x="99437" y="150412"/>
                  </a:lnTo>
                  <a:lnTo>
                    <a:pt x="99466" y="151863"/>
                  </a:lnTo>
                  <a:lnTo>
                    <a:pt x="99611" y="152806"/>
                  </a:lnTo>
                  <a:lnTo>
                    <a:pt x="100285" y="154660"/>
                  </a:lnTo>
                  <a:lnTo>
                    <a:pt x="100242" y="155007"/>
                  </a:lnTo>
                  <a:lnTo>
                    <a:pt x="100084" y="155444"/>
                  </a:lnTo>
                  <a:lnTo>
                    <a:pt x="95627" y="160957"/>
                  </a:lnTo>
                  <a:lnTo>
                    <a:pt x="95503" y="161217"/>
                  </a:lnTo>
                  <a:lnTo>
                    <a:pt x="94882" y="163516"/>
                  </a:lnTo>
                  <a:lnTo>
                    <a:pt x="94293" y="164853"/>
                  </a:lnTo>
                  <a:lnTo>
                    <a:pt x="94030" y="165236"/>
                  </a:lnTo>
                  <a:lnTo>
                    <a:pt x="92995" y="167113"/>
                  </a:lnTo>
                  <a:lnTo>
                    <a:pt x="88927" y="172997"/>
                  </a:lnTo>
                  <a:lnTo>
                    <a:pt x="88261" y="173392"/>
                  </a:lnTo>
                  <a:lnTo>
                    <a:pt x="86235" y="173554"/>
                  </a:lnTo>
                  <a:lnTo>
                    <a:pt x="85041" y="173641"/>
                  </a:lnTo>
                  <a:lnTo>
                    <a:pt x="84859" y="173743"/>
                  </a:lnTo>
                  <a:lnTo>
                    <a:pt x="84748" y="173894"/>
                  </a:lnTo>
                  <a:lnTo>
                    <a:pt x="84616" y="174008"/>
                  </a:lnTo>
                  <a:lnTo>
                    <a:pt x="84485" y="173947"/>
                  </a:lnTo>
                  <a:lnTo>
                    <a:pt x="84334" y="173787"/>
                  </a:lnTo>
                  <a:lnTo>
                    <a:pt x="81829" y="170491"/>
                  </a:lnTo>
                  <a:lnTo>
                    <a:pt x="77367" y="166329"/>
                  </a:lnTo>
                  <a:lnTo>
                    <a:pt x="76941" y="166707"/>
                  </a:lnTo>
                  <a:lnTo>
                    <a:pt x="74416" y="168497"/>
                  </a:lnTo>
                  <a:lnTo>
                    <a:pt x="73894" y="168962"/>
                  </a:lnTo>
                  <a:lnTo>
                    <a:pt x="73606" y="169290"/>
                  </a:lnTo>
                  <a:lnTo>
                    <a:pt x="73591" y="171294"/>
                  </a:lnTo>
                  <a:lnTo>
                    <a:pt x="73152" y="172314"/>
                  </a:lnTo>
                  <a:lnTo>
                    <a:pt x="72354" y="173425"/>
                  </a:lnTo>
                  <a:lnTo>
                    <a:pt x="70171" y="174130"/>
                  </a:lnTo>
                  <a:lnTo>
                    <a:pt x="69036" y="174736"/>
                  </a:lnTo>
                  <a:lnTo>
                    <a:pt x="67874" y="175635"/>
                  </a:lnTo>
                  <a:lnTo>
                    <a:pt x="67685" y="175858"/>
                  </a:lnTo>
                  <a:lnTo>
                    <a:pt x="67238" y="176482"/>
                  </a:lnTo>
                  <a:lnTo>
                    <a:pt x="66359" y="177742"/>
                  </a:lnTo>
                  <a:lnTo>
                    <a:pt x="66264" y="178722"/>
                  </a:lnTo>
                  <a:lnTo>
                    <a:pt x="66407" y="179598"/>
                  </a:lnTo>
                  <a:lnTo>
                    <a:pt x="58880" y="179562"/>
                  </a:lnTo>
                  <a:lnTo>
                    <a:pt x="58382" y="178862"/>
                  </a:lnTo>
                  <a:lnTo>
                    <a:pt x="57290" y="175754"/>
                  </a:lnTo>
                  <a:lnTo>
                    <a:pt x="56523" y="175946"/>
                  </a:lnTo>
                  <a:lnTo>
                    <a:pt x="49659" y="175584"/>
                  </a:lnTo>
                  <a:lnTo>
                    <a:pt x="48677" y="175908"/>
                  </a:lnTo>
                  <a:lnTo>
                    <a:pt x="46716" y="177183"/>
                  </a:lnTo>
                  <a:lnTo>
                    <a:pt x="45727" y="177393"/>
                  </a:lnTo>
                  <a:lnTo>
                    <a:pt x="44712" y="176811"/>
                  </a:lnTo>
                  <a:lnTo>
                    <a:pt x="41099" y="170673"/>
                  </a:lnTo>
                  <a:lnTo>
                    <a:pt x="40319" y="169940"/>
                  </a:lnTo>
                  <a:lnTo>
                    <a:pt x="40035" y="169545"/>
                  </a:lnTo>
                  <a:lnTo>
                    <a:pt x="39501" y="168476"/>
                  </a:lnTo>
                  <a:lnTo>
                    <a:pt x="38731" y="167836"/>
                  </a:lnTo>
                  <a:lnTo>
                    <a:pt x="38469" y="167370"/>
                  </a:lnTo>
                  <a:lnTo>
                    <a:pt x="38387" y="166716"/>
                  </a:lnTo>
                  <a:lnTo>
                    <a:pt x="38410" y="165370"/>
                  </a:lnTo>
                  <a:lnTo>
                    <a:pt x="38154" y="164528"/>
                  </a:lnTo>
                  <a:lnTo>
                    <a:pt x="37585" y="164332"/>
                  </a:lnTo>
                  <a:lnTo>
                    <a:pt x="32733" y="165755"/>
                  </a:lnTo>
                  <a:lnTo>
                    <a:pt x="32038" y="165596"/>
                  </a:lnTo>
                  <a:lnTo>
                    <a:pt x="31019" y="165849"/>
                  </a:lnTo>
                  <a:lnTo>
                    <a:pt x="30669" y="166100"/>
                  </a:lnTo>
                  <a:lnTo>
                    <a:pt x="30258" y="166909"/>
                  </a:lnTo>
                  <a:lnTo>
                    <a:pt x="30175" y="167745"/>
                  </a:lnTo>
                  <a:lnTo>
                    <a:pt x="30188" y="168590"/>
                  </a:lnTo>
                  <a:lnTo>
                    <a:pt x="30063" y="169427"/>
                  </a:lnTo>
                  <a:lnTo>
                    <a:pt x="29693" y="170353"/>
                  </a:lnTo>
                  <a:lnTo>
                    <a:pt x="28310" y="172435"/>
                  </a:lnTo>
                  <a:lnTo>
                    <a:pt x="28003" y="173341"/>
                  </a:lnTo>
                  <a:lnTo>
                    <a:pt x="28069" y="175633"/>
                  </a:lnTo>
                  <a:lnTo>
                    <a:pt x="27978" y="176790"/>
                  </a:lnTo>
                  <a:lnTo>
                    <a:pt x="27768" y="177326"/>
                  </a:lnTo>
                  <a:lnTo>
                    <a:pt x="27165" y="178208"/>
                  </a:lnTo>
                  <a:lnTo>
                    <a:pt x="26947" y="178716"/>
                  </a:lnTo>
                  <a:lnTo>
                    <a:pt x="26845" y="179429"/>
                  </a:lnTo>
                  <a:lnTo>
                    <a:pt x="26812" y="180939"/>
                  </a:lnTo>
                  <a:lnTo>
                    <a:pt x="26705" y="181647"/>
                  </a:lnTo>
                  <a:lnTo>
                    <a:pt x="25950" y="183424"/>
                  </a:lnTo>
                  <a:lnTo>
                    <a:pt x="25772" y="184051"/>
                  </a:lnTo>
                  <a:lnTo>
                    <a:pt x="25728" y="185333"/>
                  </a:lnTo>
                  <a:lnTo>
                    <a:pt x="25607" y="185723"/>
                  </a:lnTo>
                  <a:lnTo>
                    <a:pt x="23414" y="186736"/>
                  </a:lnTo>
                  <a:lnTo>
                    <a:pt x="22595" y="187384"/>
                  </a:lnTo>
                  <a:lnTo>
                    <a:pt x="22092" y="188382"/>
                  </a:lnTo>
                  <a:lnTo>
                    <a:pt x="21968" y="188809"/>
                  </a:lnTo>
                  <a:lnTo>
                    <a:pt x="21029" y="188451"/>
                  </a:lnTo>
                  <a:lnTo>
                    <a:pt x="19836" y="188194"/>
                  </a:lnTo>
                  <a:lnTo>
                    <a:pt x="17540" y="187877"/>
                  </a:lnTo>
                  <a:lnTo>
                    <a:pt x="16631" y="187412"/>
                  </a:lnTo>
                  <a:lnTo>
                    <a:pt x="16197" y="186714"/>
                  </a:lnTo>
                  <a:lnTo>
                    <a:pt x="16334" y="184938"/>
                  </a:lnTo>
                  <a:lnTo>
                    <a:pt x="16109" y="184556"/>
                  </a:lnTo>
                  <a:lnTo>
                    <a:pt x="15740" y="184239"/>
                  </a:lnTo>
                  <a:lnTo>
                    <a:pt x="15492" y="183469"/>
                  </a:lnTo>
                  <a:lnTo>
                    <a:pt x="15543" y="182545"/>
                  </a:lnTo>
                  <a:lnTo>
                    <a:pt x="16753" y="180492"/>
                  </a:lnTo>
                  <a:lnTo>
                    <a:pt x="17004" y="179395"/>
                  </a:lnTo>
                  <a:lnTo>
                    <a:pt x="17194" y="175583"/>
                  </a:lnTo>
                  <a:lnTo>
                    <a:pt x="17322" y="174238"/>
                  </a:lnTo>
                  <a:lnTo>
                    <a:pt x="17228" y="172668"/>
                  </a:lnTo>
                  <a:lnTo>
                    <a:pt x="16269" y="169778"/>
                  </a:lnTo>
                  <a:lnTo>
                    <a:pt x="15433" y="167767"/>
                  </a:lnTo>
                  <a:lnTo>
                    <a:pt x="14068" y="164787"/>
                  </a:lnTo>
                  <a:lnTo>
                    <a:pt x="13534" y="163812"/>
                  </a:lnTo>
                  <a:lnTo>
                    <a:pt x="10776" y="159712"/>
                  </a:lnTo>
                  <a:lnTo>
                    <a:pt x="10458" y="159105"/>
                  </a:lnTo>
                  <a:lnTo>
                    <a:pt x="9789" y="157370"/>
                  </a:lnTo>
                  <a:lnTo>
                    <a:pt x="10118" y="155845"/>
                  </a:lnTo>
                  <a:lnTo>
                    <a:pt x="10524" y="153571"/>
                  </a:lnTo>
                  <a:lnTo>
                    <a:pt x="10572" y="152523"/>
                  </a:lnTo>
                  <a:lnTo>
                    <a:pt x="10381" y="151440"/>
                  </a:lnTo>
                  <a:lnTo>
                    <a:pt x="9685" y="150625"/>
                  </a:lnTo>
                  <a:lnTo>
                    <a:pt x="9064" y="150532"/>
                  </a:lnTo>
                  <a:lnTo>
                    <a:pt x="8786" y="150115"/>
                  </a:lnTo>
                  <a:lnTo>
                    <a:pt x="8250" y="149518"/>
                  </a:lnTo>
                  <a:lnTo>
                    <a:pt x="7717" y="149054"/>
                  </a:lnTo>
                  <a:lnTo>
                    <a:pt x="7245" y="148162"/>
                  </a:lnTo>
                  <a:lnTo>
                    <a:pt x="6916" y="146911"/>
                  </a:lnTo>
                  <a:lnTo>
                    <a:pt x="7149" y="142439"/>
                  </a:lnTo>
                  <a:lnTo>
                    <a:pt x="6992" y="141842"/>
                  </a:lnTo>
                  <a:lnTo>
                    <a:pt x="6287" y="141678"/>
                  </a:lnTo>
                  <a:lnTo>
                    <a:pt x="6122" y="141357"/>
                  </a:lnTo>
                  <a:lnTo>
                    <a:pt x="6151" y="140499"/>
                  </a:lnTo>
                  <a:lnTo>
                    <a:pt x="5770" y="137951"/>
                  </a:lnTo>
                  <a:lnTo>
                    <a:pt x="5344" y="135844"/>
                  </a:lnTo>
                  <a:lnTo>
                    <a:pt x="5573" y="134681"/>
                  </a:lnTo>
                  <a:lnTo>
                    <a:pt x="4986" y="133090"/>
                  </a:lnTo>
                  <a:lnTo>
                    <a:pt x="3861" y="132406"/>
                  </a:lnTo>
                  <a:lnTo>
                    <a:pt x="2799" y="132614"/>
                  </a:lnTo>
                  <a:lnTo>
                    <a:pt x="1659" y="132931"/>
                  </a:lnTo>
                  <a:lnTo>
                    <a:pt x="972" y="132844"/>
                  </a:lnTo>
                  <a:lnTo>
                    <a:pt x="499" y="132547"/>
                  </a:lnTo>
                  <a:lnTo>
                    <a:pt x="170" y="131964"/>
                  </a:lnTo>
                  <a:lnTo>
                    <a:pt x="0" y="131276"/>
                  </a:lnTo>
                  <a:lnTo>
                    <a:pt x="156" y="130241"/>
                  </a:lnTo>
                  <a:lnTo>
                    <a:pt x="779" y="128340"/>
                  </a:lnTo>
                  <a:lnTo>
                    <a:pt x="1560" y="126777"/>
                  </a:lnTo>
                  <a:lnTo>
                    <a:pt x="3147" y="125355"/>
                  </a:lnTo>
                  <a:lnTo>
                    <a:pt x="3569" y="124597"/>
                  </a:lnTo>
                  <a:lnTo>
                    <a:pt x="3811" y="123757"/>
                  </a:lnTo>
                  <a:lnTo>
                    <a:pt x="3853" y="122792"/>
                  </a:lnTo>
                  <a:lnTo>
                    <a:pt x="3747" y="121776"/>
                  </a:lnTo>
                  <a:lnTo>
                    <a:pt x="3567" y="120849"/>
                  </a:lnTo>
                  <a:lnTo>
                    <a:pt x="3099" y="119617"/>
                  </a:lnTo>
                  <a:lnTo>
                    <a:pt x="2671" y="118168"/>
                  </a:lnTo>
                  <a:lnTo>
                    <a:pt x="2659" y="117198"/>
                  </a:lnTo>
                  <a:lnTo>
                    <a:pt x="2865" y="116496"/>
                  </a:lnTo>
                  <a:lnTo>
                    <a:pt x="3290" y="115653"/>
                  </a:lnTo>
                  <a:lnTo>
                    <a:pt x="4132" y="114703"/>
                  </a:lnTo>
                  <a:lnTo>
                    <a:pt x="4334" y="114513"/>
                  </a:lnTo>
                  <a:lnTo>
                    <a:pt x="4863" y="114004"/>
                  </a:lnTo>
                  <a:lnTo>
                    <a:pt x="5325" y="113632"/>
                  </a:lnTo>
                  <a:lnTo>
                    <a:pt x="6477" y="112629"/>
                  </a:lnTo>
                  <a:lnTo>
                    <a:pt x="6748" y="112148"/>
                  </a:lnTo>
                  <a:lnTo>
                    <a:pt x="6650" y="111572"/>
                  </a:lnTo>
                  <a:lnTo>
                    <a:pt x="6367" y="111100"/>
                  </a:lnTo>
                  <a:lnTo>
                    <a:pt x="5903" y="110442"/>
                  </a:lnTo>
                  <a:lnTo>
                    <a:pt x="5809" y="109634"/>
                  </a:lnTo>
                  <a:lnTo>
                    <a:pt x="5673" y="108252"/>
                  </a:lnTo>
                  <a:lnTo>
                    <a:pt x="5434" y="107374"/>
                  </a:lnTo>
                  <a:lnTo>
                    <a:pt x="5262" y="106728"/>
                  </a:lnTo>
                  <a:lnTo>
                    <a:pt x="5590" y="106244"/>
                  </a:lnTo>
                  <a:lnTo>
                    <a:pt x="6078" y="105572"/>
                  </a:lnTo>
                  <a:lnTo>
                    <a:pt x="6686" y="105162"/>
                  </a:lnTo>
                  <a:lnTo>
                    <a:pt x="7630" y="104809"/>
                  </a:lnTo>
                  <a:lnTo>
                    <a:pt x="8000" y="104329"/>
                  </a:lnTo>
                  <a:lnTo>
                    <a:pt x="8109" y="103407"/>
                  </a:lnTo>
                  <a:lnTo>
                    <a:pt x="8078" y="102530"/>
                  </a:lnTo>
                  <a:lnTo>
                    <a:pt x="8416" y="101876"/>
                  </a:lnTo>
                  <a:lnTo>
                    <a:pt x="8874" y="100477"/>
                  </a:lnTo>
                  <a:lnTo>
                    <a:pt x="9241" y="99839"/>
                  </a:lnTo>
                  <a:lnTo>
                    <a:pt x="9857" y="99111"/>
                  </a:lnTo>
                  <a:lnTo>
                    <a:pt x="10473" y="98197"/>
                  </a:lnTo>
                  <a:lnTo>
                    <a:pt x="10747" y="97137"/>
                  </a:lnTo>
                  <a:lnTo>
                    <a:pt x="10825" y="96116"/>
                  </a:lnTo>
                  <a:lnTo>
                    <a:pt x="10488" y="93023"/>
                  </a:lnTo>
                  <a:lnTo>
                    <a:pt x="11200" y="91729"/>
                  </a:lnTo>
                  <a:lnTo>
                    <a:pt x="12108" y="90659"/>
                  </a:lnTo>
                  <a:lnTo>
                    <a:pt x="13416" y="90734"/>
                  </a:lnTo>
                  <a:lnTo>
                    <a:pt x="15446" y="90500"/>
                  </a:lnTo>
                  <a:lnTo>
                    <a:pt x="16828" y="90053"/>
                  </a:lnTo>
                  <a:lnTo>
                    <a:pt x="17813" y="90068"/>
                  </a:lnTo>
                  <a:lnTo>
                    <a:pt x="20063" y="90646"/>
                  </a:lnTo>
                  <a:lnTo>
                    <a:pt x="20298" y="90394"/>
                  </a:lnTo>
                  <a:lnTo>
                    <a:pt x="20417" y="89577"/>
                  </a:lnTo>
                  <a:lnTo>
                    <a:pt x="20416" y="87513"/>
                  </a:lnTo>
                  <a:lnTo>
                    <a:pt x="20412" y="81291"/>
                  </a:lnTo>
                  <a:lnTo>
                    <a:pt x="20409" y="75069"/>
                  </a:lnTo>
                  <a:lnTo>
                    <a:pt x="20406" y="68847"/>
                  </a:lnTo>
                  <a:lnTo>
                    <a:pt x="20402" y="62626"/>
                  </a:lnTo>
                  <a:lnTo>
                    <a:pt x="20398" y="56404"/>
                  </a:lnTo>
                  <a:lnTo>
                    <a:pt x="20395" y="50183"/>
                  </a:lnTo>
                  <a:lnTo>
                    <a:pt x="20391" y="43961"/>
                  </a:lnTo>
                  <a:lnTo>
                    <a:pt x="20387" y="37740"/>
                  </a:lnTo>
                  <a:lnTo>
                    <a:pt x="20387" y="35998"/>
                  </a:lnTo>
                  <a:lnTo>
                    <a:pt x="20387" y="34258"/>
                  </a:lnTo>
                  <a:lnTo>
                    <a:pt x="20387" y="32517"/>
                  </a:lnTo>
                  <a:lnTo>
                    <a:pt x="20387" y="30775"/>
                  </a:lnTo>
                  <a:lnTo>
                    <a:pt x="22721" y="30777"/>
                  </a:lnTo>
                  <a:lnTo>
                    <a:pt x="25055" y="30779"/>
                  </a:lnTo>
                  <a:lnTo>
                    <a:pt x="27390" y="30781"/>
                  </a:lnTo>
                  <a:lnTo>
                    <a:pt x="29841" y="30683"/>
                  </a:lnTo>
                  <a:lnTo>
                    <a:pt x="29843" y="23732"/>
                  </a:lnTo>
                  <a:lnTo>
                    <a:pt x="29844" y="16782"/>
                  </a:lnTo>
                  <a:lnTo>
                    <a:pt x="29846" y="9831"/>
                  </a:lnTo>
                  <a:lnTo>
                    <a:pt x="29848" y="2881"/>
                  </a:lnTo>
                  <a:lnTo>
                    <a:pt x="33462" y="2882"/>
                  </a:lnTo>
                  <a:lnTo>
                    <a:pt x="37077" y="2882"/>
                  </a:lnTo>
                  <a:lnTo>
                    <a:pt x="40691" y="2884"/>
                  </a:lnTo>
                  <a:lnTo>
                    <a:pt x="44305" y="2884"/>
                  </a:lnTo>
                  <a:lnTo>
                    <a:pt x="47920" y="2885"/>
                  </a:lnTo>
                  <a:lnTo>
                    <a:pt x="51534" y="2886"/>
                  </a:lnTo>
                  <a:lnTo>
                    <a:pt x="55148" y="2886"/>
                  </a:lnTo>
                  <a:lnTo>
                    <a:pt x="58762" y="2888"/>
                  </a:lnTo>
                  <a:lnTo>
                    <a:pt x="62377" y="2889"/>
                  </a:lnTo>
                  <a:lnTo>
                    <a:pt x="65991" y="2889"/>
                  </a:lnTo>
                  <a:lnTo>
                    <a:pt x="69605" y="2890"/>
                  </a:lnTo>
                  <a:lnTo>
                    <a:pt x="73219" y="2891"/>
                  </a:lnTo>
                  <a:lnTo>
                    <a:pt x="76834" y="2891"/>
                  </a:lnTo>
                  <a:lnTo>
                    <a:pt x="80448" y="2893"/>
                  </a:lnTo>
                  <a:lnTo>
                    <a:pt x="84062" y="2894"/>
                  </a:lnTo>
                  <a:lnTo>
                    <a:pt x="87676" y="2895"/>
                  </a:lnTo>
                  <a:lnTo>
                    <a:pt x="88779" y="2895"/>
                  </a:lnTo>
                  <a:lnTo>
                    <a:pt x="89266" y="2791"/>
                  </a:lnTo>
                  <a:lnTo>
                    <a:pt x="90191" y="192"/>
                  </a:lnTo>
                  <a:lnTo>
                    <a:pt x="90587" y="0"/>
                  </a:lnTo>
                  <a:lnTo>
                    <a:pt x="91192" y="152"/>
                  </a:lnTo>
                  <a:lnTo>
                    <a:pt x="91399" y="762"/>
                  </a:lnTo>
                  <a:lnTo>
                    <a:pt x="91212" y="1642"/>
                  </a:lnTo>
                  <a:lnTo>
                    <a:pt x="90910" y="2881"/>
                  </a:lnTo>
                  <a:lnTo>
                    <a:pt x="92681" y="2881"/>
                  </a:lnTo>
                  <a:lnTo>
                    <a:pt x="95786" y="2880"/>
                  </a:lnTo>
                  <a:lnTo>
                    <a:pt x="98889" y="2879"/>
                  </a:lnTo>
                  <a:lnTo>
                    <a:pt x="101994" y="2879"/>
                  </a:lnTo>
                  <a:lnTo>
                    <a:pt x="105098" y="2878"/>
                  </a:lnTo>
                  <a:lnTo>
                    <a:pt x="108202" y="2877"/>
                  </a:lnTo>
                  <a:lnTo>
                    <a:pt x="111306" y="2876"/>
                  </a:lnTo>
                  <a:lnTo>
                    <a:pt x="114411" y="2876"/>
                  </a:lnTo>
                  <a:lnTo>
                    <a:pt x="117514" y="2875"/>
                  </a:lnTo>
                  <a:lnTo>
                    <a:pt x="120618" y="2874"/>
                  </a:lnTo>
                  <a:lnTo>
                    <a:pt x="123723" y="2874"/>
                  </a:lnTo>
                  <a:lnTo>
                    <a:pt x="126827" y="2873"/>
                  </a:lnTo>
                  <a:lnTo>
                    <a:pt x="129931" y="2872"/>
                  </a:lnTo>
                  <a:lnTo>
                    <a:pt x="133035" y="2871"/>
                  </a:lnTo>
                  <a:lnTo>
                    <a:pt x="136140" y="2871"/>
                  </a:lnTo>
                  <a:lnTo>
                    <a:pt x="139243" y="287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g1367"/>
            <p:cNvSpPr/>
            <p:nvPr/>
          </p:nvSpPr>
          <p:spPr>
            <a:xfrm>
              <a:off x="4251021" y="2248066"/>
              <a:ext cx="105213" cy="121798"/>
            </a:xfrm>
            <a:custGeom>
              <a:avLst/>
              <a:pathLst>
                <a:path w="105213" h="121798">
                  <a:moveTo>
                    <a:pt x="93952" y="38518"/>
                  </a:moveTo>
                  <a:lnTo>
                    <a:pt x="93943" y="39083"/>
                  </a:lnTo>
                  <a:lnTo>
                    <a:pt x="94013" y="41907"/>
                  </a:lnTo>
                  <a:lnTo>
                    <a:pt x="94074" y="44379"/>
                  </a:lnTo>
                  <a:lnTo>
                    <a:pt x="94174" y="48416"/>
                  </a:lnTo>
                  <a:lnTo>
                    <a:pt x="94176" y="49469"/>
                  </a:lnTo>
                  <a:lnTo>
                    <a:pt x="94108" y="50782"/>
                  </a:lnTo>
                  <a:lnTo>
                    <a:pt x="93902" y="51297"/>
                  </a:lnTo>
                  <a:lnTo>
                    <a:pt x="93400" y="52039"/>
                  </a:lnTo>
                  <a:lnTo>
                    <a:pt x="92772" y="52717"/>
                  </a:lnTo>
                  <a:lnTo>
                    <a:pt x="91180" y="52890"/>
                  </a:lnTo>
                  <a:lnTo>
                    <a:pt x="89853" y="52869"/>
                  </a:lnTo>
                  <a:lnTo>
                    <a:pt x="88912" y="52718"/>
                  </a:lnTo>
                  <a:lnTo>
                    <a:pt x="87626" y="52658"/>
                  </a:lnTo>
                  <a:lnTo>
                    <a:pt x="86412" y="52804"/>
                  </a:lnTo>
                  <a:lnTo>
                    <a:pt x="85969" y="53374"/>
                  </a:lnTo>
                  <a:lnTo>
                    <a:pt x="85316" y="55401"/>
                  </a:lnTo>
                  <a:lnTo>
                    <a:pt x="84370" y="58338"/>
                  </a:lnTo>
                  <a:lnTo>
                    <a:pt x="83872" y="59579"/>
                  </a:lnTo>
                  <a:lnTo>
                    <a:pt x="83742" y="60304"/>
                  </a:lnTo>
                  <a:lnTo>
                    <a:pt x="83891" y="60736"/>
                  </a:lnTo>
                  <a:lnTo>
                    <a:pt x="84517" y="61361"/>
                  </a:lnTo>
                  <a:lnTo>
                    <a:pt x="85891" y="62241"/>
                  </a:lnTo>
                  <a:lnTo>
                    <a:pt x="87464" y="62756"/>
                  </a:lnTo>
                  <a:lnTo>
                    <a:pt x="88637" y="62979"/>
                  </a:lnTo>
                  <a:lnTo>
                    <a:pt x="89438" y="63221"/>
                  </a:lnTo>
                  <a:lnTo>
                    <a:pt x="90055" y="63492"/>
                  </a:lnTo>
                  <a:lnTo>
                    <a:pt x="92290" y="65744"/>
                  </a:lnTo>
                  <a:lnTo>
                    <a:pt x="93005" y="66789"/>
                  </a:lnTo>
                  <a:lnTo>
                    <a:pt x="93406" y="67718"/>
                  </a:lnTo>
                  <a:lnTo>
                    <a:pt x="93499" y="68708"/>
                  </a:lnTo>
                  <a:lnTo>
                    <a:pt x="93821" y="69702"/>
                  </a:lnTo>
                  <a:lnTo>
                    <a:pt x="95109" y="71671"/>
                  </a:lnTo>
                  <a:lnTo>
                    <a:pt x="95856" y="72811"/>
                  </a:lnTo>
                  <a:lnTo>
                    <a:pt x="97796" y="74268"/>
                  </a:lnTo>
                  <a:lnTo>
                    <a:pt x="98538" y="75921"/>
                  </a:lnTo>
                  <a:lnTo>
                    <a:pt x="99257" y="76726"/>
                  </a:lnTo>
                  <a:lnTo>
                    <a:pt x="99937" y="77589"/>
                  </a:lnTo>
                  <a:lnTo>
                    <a:pt x="100302" y="78878"/>
                  </a:lnTo>
                  <a:lnTo>
                    <a:pt x="101142" y="82612"/>
                  </a:lnTo>
                  <a:lnTo>
                    <a:pt x="101708" y="84569"/>
                  </a:lnTo>
                  <a:lnTo>
                    <a:pt x="102286" y="86170"/>
                  </a:lnTo>
                  <a:lnTo>
                    <a:pt x="102519" y="88775"/>
                  </a:lnTo>
                  <a:lnTo>
                    <a:pt x="102976" y="89938"/>
                  </a:lnTo>
                  <a:lnTo>
                    <a:pt x="103449" y="91357"/>
                  </a:lnTo>
                  <a:lnTo>
                    <a:pt x="104230" y="92640"/>
                  </a:lnTo>
                  <a:lnTo>
                    <a:pt x="105062" y="93619"/>
                  </a:lnTo>
                  <a:lnTo>
                    <a:pt x="105213" y="93880"/>
                  </a:lnTo>
                  <a:lnTo>
                    <a:pt x="103473" y="96397"/>
                  </a:lnTo>
                  <a:lnTo>
                    <a:pt x="101523" y="99218"/>
                  </a:lnTo>
                  <a:lnTo>
                    <a:pt x="99267" y="102483"/>
                  </a:lnTo>
                  <a:lnTo>
                    <a:pt x="96810" y="106037"/>
                  </a:lnTo>
                  <a:lnTo>
                    <a:pt x="94887" y="108849"/>
                  </a:lnTo>
                  <a:lnTo>
                    <a:pt x="92987" y="111623"/>
                  </a:lnTo>
                  <a:lnTo>
                    <a:pt x="90769" y="114900"/>
                  </a:lnTo>
                  <a:lnTo>
                    <a:pt x="89131" y="117320"/>
                  </a:lnTo>
                  <a:lnTo>
                    <a:pt x="88857" y="117664"/>
                  </a:lnTo>
                  <a:lnTo>
                    <a:pt x="88382" y="118110"/>
                  </a:lnTo>
                  <a:lnTo>
                    <a:pt x="86821" y="118121"/>
                  </a:lnTo>
                  <a:lnTo>
                    <a:pt x="85210" y="117837"/>
                  </a:lnTo>
                  <a:lnTo>
                    <a:pt x="83727" y="116366"/>
                  </a:lnTo>
                  <a:lnTo>
                    <a:pt x="82221" y="117505"/>
                  </a:lnTo>
                  <a:lnTo>
                    <a:pt x="81265" y="117865"/>
                  </a:lnTo>
                  <a:lnTo>
                    <a:pt x="80696" y="117997"/>
                  </a:lnTo>
                  <a:lnTo>
                    <a:pt x="79351" y="118182"/>
                  </a:lnTo>
                  <a:lnTo>
                    <a:pt x="77468" y="118792"/>
                  </a:lnTo>
                  <a:lnTo>
                    <a:pt x="76614" y="119558"/>
                  </a:lnTo>
                  <a:lnTo>
                    <a:pt x="76152" y="120164"/>
                  </a:lnTo>
                  <a:lnTo>
                    <a:pt x="75770" y="121277"/>
                  </a:lnTo>
                  <a:lnTo>
                    <a:pt x="75578" y="121393"/>
                  </a:lnTo>
                  <a:lnTo>
                    <a:pt x="75232" y="121261"/>
                  </a:lnTo>
                  <a:lnTo>
                    <a:pt x="74748" y="120815"/>
                  </a:lnTo>
                  <a:lnTo>
                    <a:pt x="73741" y="120168"/>
                  </a:lnTo>
                  <a:lnTo>
                    <a:pt x="73235" y="118752"/>
                  </a:lnTo>
                  <a:lnTo>
                    <a:pt x="72765" y="117896"/>
                  </a:lnTo>
                  <a:lnTo>
                    <a:pt x="72381" y="117447"/>
                  </a:lnTo>
                  <a:lnTo>
                    <a:pt x="70781" y="118858"/>
                  </a:lnTo>
                  <a:lnTo>
                    <a:pt x="70008" y="119191"/>
                  </a:lnTo>
                  <a:lnTo>
                    <a:pt x="69372" y="119151"/>
                  </a:lnTo>
                  <a:lnTo>
                    <a:pt x="68212" y="118354"/>
                  </a:lnTo>
                  <a:lnTo>
                    <a:pt x="66931" y="117680"/>
                  </a:lnTo>
                  <a:lnTo>
                    <a:pt x="66272" y="117685"/>
                  </a:lnTo>
                  <a:lnTo>
                    <a:pt x="65286" y="118530"/>
                  </a:lnTo>
                  <a:lnTo>
                    <a:pt x="64163" y="119798"/>
                  </a:lnTo>
                  <a:lnTo>
                    <a:pt x="63584" y="121053"/>
                  </a:lnTo>
                  <a:lnTo>
                    <a:pt x="63304" y="121798"/>
                  </a:lnTo>
                  <a:lnTo>
                    <a:pt x="63099" y="121203"/>
                  </a:lnTo>
                  <a:lnTo>
                    <a:pt x="62910" y="120648"/>
                  </a:lnTo>
                  <a:lnTo>
                    <a:pt x="62534" y="119936"/>
                  </a:lnTo>
                  <a:lnTo>
                    <a:pt x="61992" y="119658"/>
                  </a:lnTo>
                  <a:lnTo>
                    <a:pt x="61498" y="119797"/>
                  </a:lnTo>
                  <a:lnTo>
                    <a:pt x="60921" y="119936"/>
                  </a:lnTo>
                  <a:lnTo>
                    <a:pt x="60662" y="119537"/>
                  </a:lnTo>
                  <a:lnTo>
                    <a:pt x="60607" y="118559"/>
                  </a:lnTo>
                  <a:lnTo>
                    <a:pt x="60450" y="117662"/>
                  </a:lnTo>
                  <a:lnTo>
                    <a:pt x="60179" y="116986"/>
                  </a:lnTo>
                  <a:lnTo>
                    <a:pt x="59350" y="116314"/>
                  </a:lnTo>
                  <a:lnTo>
                    <a:pt x="57214" y="114946"/>
                  </a:lnTo>
                  <a:lnTo>
                    <a:pt x="55572" y="112217"/>
                  </a:lnTo>
                  <a:lnTo>
                    <a:pt x="54746" y="110949"/>
                  </a:lnTo>
                  <a:lnTo>
                    <a:pt x="54142" y="110131"/>
                  </a:lnTo>
                  <a:lnTo>
                    <a:pt x="53288" y="107986"/>
                  </a:lnTo>
                  <a:lnTo>
                    <a:pt x="52313" y="106508"/>
                  </a:lnTo>
                  <a:lnTo>
                    <a:pt x="51132" y="105823"/>
                  </a:lnTo>
                  <a:lnTo>
                    <a:pt x="50352" y="106161"/>
                  </a:lnTo>
                  <a:lnTo>
                    <a:pt x="49550" y="107743"/>
                  </a:lnTo>
                  <a:lnTo>
                    <a:pt x="48037" y="109228"/>
                  </a:lnTo>
                  <a:lnTo>
                    <a:pt x="47342" y="109280"/>
                  </a:lnTo>
                  <a:lnTo>
                    <a:pt x="46453" y="108474"/>
                  </a:lnTo>
                  <a:lnTo>
                    <a:pt x="45336" y="107901"/>
                  </a:lnTo>
                  <a:lnTo>
                    <a:pt x="43327" y="107651"/>
                  </a:lnTo>
                  <a:lnTo>
                    <a:pt x="42499" y="108355"/>
                  </a:lnTo>
                  <a:lnTo>
                    <a:pt x="41414" y="109494"/>
                  </a:lnTo>
                  <a:lnTo>
                    <a:pt x="40493" y="110173"/>
                  </a:lnTo>
                  <a:lnTo>
                    <a:pt x="39922" y="110250"/>
                  </a:lnTo>
                  <a:lnTo>
                    <a:pt x="39391" y="109979"/>
                  </a:lnTo>
                  <a:lnTo>
                    <a:pt x="38788" y="109833"/>
                  </a:lnTo>
                  <a:lnTo>
                    <a:pt x="38266" y="109809"/>
                  </a:lnTo>
                  <a:lnTo>
                    <a:pt x="37192" y="108769"/>
                  </a:lnTo>
                  <a:lnTo>
                    <a:pt x="36636" y="108008"/>
                  </a:lnTo>
                  <a:lnTo>
                    <a:pt x="36266" y="107273"/>
                  </a:lnTo>
                  <a:lnTo>
                    <a:pt x="35660" y="106773"/>
                  </a:lnTo>
                  <a:lnTo>
                    <a:pt x="34950" y="106357"/>
                  </a:lnTo>
                  <a:lnTo>
                    <a:pt x="34444" y="105702"/>
                  </a:lnTo>
                  <a:lnTo>
                    <a:pt x="34191" y="104886"/>
                  </a:lnTo>
                  <a:lnTo>
                    <a:pt x="33792" y="103838"/>
                  </a:lnTo>
                  <a:lnTo>
                    <a:pt x="33271" y="102894"/>
                  </a:lnTo>
                  <a:lnTo>
                    <a:pt x="31633" y="101199"/>
                  </a:lnTo>
                  <a:lnTo>
                    <a:pt x="31143" y="100199"/>
                  </a:lnTo>
                  <a:lnTo>
                    <a:pt x="30803" y="99224"/>
                  </a:lnTo>
                  <a:lnTo>
                    <a:pt x="30133" y="98147"/>
                  </a:lnTo>
                  <a:lnTo>
                    <a:pt x="29417" y="96706"/>
                  </a:lnTo>
                  <a:lnTo>
                    <a:pt x="29188" y="94599"/>
                  </a:lnTo>
                  <a:lnTo>
                    <a:pt x="29155" y="92901"/>
                  </a:lnTo>
                  <a:lnTo>
                    <a:pt x="29006" y="92115"/>
                  </a:lnTo>
                  <a:lnTo>
                    <a:pt x="28703" y="91330"/>
                  </a:lnTo>
                  <a:lnTo>
                    <a:pt x="28350" y="90663"/>
                  </a:lnTo>
                  <a:lnTo>
                    <a:pt x="27777" y="89911"/>
                  </a:lnTo>
                  <a:lnTo>
                    <a:pt x="26442" y="88822"/>
                  </a:lnTo>
                  <a:lnTo>
                    <a:pt x="25062" y="87559"/>
                  </a:lnTo>
                  <a:lnTo>
                    <a:pt x="24399" y="86823"/>
                  </a:lnTo>
                  <a:lnTo>
                    <a:pt x="23143" y="86554"/>
                  </a:lnTo>
                  <a:lnTo>
                    <a:pt x="22392" y="85833"/>
                  </a:lnTo>
                  <a:lnTo>
                    <a:pt x="21760" y="84246"/>
                  </a:lnTo>
                  <a:lnTo>
                    <a:pt x="21505" y="82974"/>
                  </a:lnTo>
                  <a:lnTo>
                    <a:pt x="20870" y="81988"/>
                  </a:lnTo>
                  <a:lnTo>
                    <a:pt x="20598" y="81272"/>
                  </a:lnTo>
                  <a:lnTo>
                    <a:pt x="20446" y="80448"/>
                  </a:lnTo>
                  <a:lnTo>
                    <a:pt x="20950" y="77937"/>
                  </a:lnTo>
                  <a:lnTo>
                    <a:pt x="20219" y="77049"/>
                  </a:lnTo>
                  <a:lnTo>
                    <a:pt x="19129" y="75895"/>
                  </a:lnTo>
                  <a:lnTo>
                    <a:pt x="18349" y="74634"/>
                  </a:lnTo>
                  <a:lnTo>
                    <a:pt x="17872" y="73475"/>
                  </a:lnTo>
                  <a:lnTo>
                    <a:pt x="16476" y="71945"/>
                  </a:lnTo>
                  <a:lnTo>
                    <a:pt x="13427" y="69661"/>
                  </a:lnTo>
                  <a:lnTo>
                    <a:pt x="11668" y="68200"/>
                  </a:lnTo>
                  <a:lnTo>
                    <a:pt x="10705" y="66888"/>
                  </a:lnTo>
                  <a:lnTo>
                    <a:pt x="9865" y="65607"/>
                  </a:lnTo>
                  <a:lnTo>
                    <a:pt x="9782" y="65078"/>
                  </a:lnTo>
                  <a:lnTo>
                    <a:pt x="10324" y="63799"/>
                  </a:lnTo>
                  <a:lnTo>
                    <a:pt x="10406" y="62745"/>
                  </a:lnTo>
                  <a:lnTo>
                    <a:pt x="9962" y="61582"/>
                  </a:lnTo>
                  <a:lnTo>
                    <a:pt x="8134" y="59393"/>
                  </a:lnTo>
                  <a:lnTo>
                    <a:pt x="6678" y="56984"/>
                  </a:lnTo>
                  <a:lnTo>
                    <a:pt x="5575" y="56231"/>
                  </a:lnTo>
                  <a:lnTo>
                    <a:pt x="2920" y="55563"/>
                  </a:lnTo>
                  <a:lnTo>
                    <a:pt x="2158" y="55298"/>
                  </a:lnTo>
                  <a:lnTo>
                    <a:pt x="1362" y="54838"/>
                  </a:lnTo>
                  <a:lnTo>
                    <a:pt x="577" y="53754"/>
                  </a:lnTo>
                  <a:lnTo>
                    <a:pt x="308" y="52471"/>
                  </a:lnTo>
                  <a:lnTo>
                    <a:pt x="695" y="50419"/>
                  </a:lnTo>
                  <a:lnTo>
                    <a:pt x="449" y="49790"/>
                  </a:lnTo>
                  <a:lnTo>
                    <a:pt x="0" y="49619"/>
                  </a:lnTo>
                  <a:lnTo>
                    <a:pt x="123" y="49191"/>
                  </a:lnTo>
                  <a:lnTo>
                    <a:pt x="626" y="48193"/>
                  </a:lnTo>
                  <a:lnTo>
                    <a:pt x="1445" y="47546"/>
                  </a:lnTo>
                  <a:lnTo>
                    <a:pt x="3638" y="46532"/>
                  </a:lnTo>
                  <a:lnTo>
                    <a:pt x="3760" y="46143"/>
                  </a:lnTo>
                  <a:lnTo>
                    <a:pt x="3803" y="44860"/>
                  </a:lnTo>
                  <a:lnTo>
                    <a:pt x="3982" y="44234"/>
                  </a:lnTo>
                  <a:lnTo>
                    <a:pt x="4736" y="42457"/>
                  </a:lnTo>
                  <a:lnTo>
                    <a:pt x="4844" y="41748"/>
                  </a:lnTo>
                  <a:lnTo>
                    <a:pt x="4877" y="40239"/>
                  </a:lnTo>
                  <a:lnTo>
                    <a:pt x="4978" y="39525"/>
                  </a:lnTo>
                  <a:lnTo>
                    <a:pt x="5196" y="39017"/>
                  </a:lnTo>
                  <a:lnTo>
                    <a:pt x="5799" y="38136"/>
                  </a:lnTo>
                  <a:lnTo>
                    <a:pt x="6010" y="37600"/>
                  </a:lnTo>
                  <a:lnTo>
                    <a:pt x="6100" y="36442"/>
                  </a:lnTo>
                  <a:lnTo>
                    <a:pt x="6034" y="34150"/>
                  </a:lnTo>
                  <a:lnTo>
                    <a:pt x="6341" y="33244"/>
                  </a:lnTo>
                  <a:lnTo>
                    <a:pt x="7724" y="31162"/>
                  </a:lnTo>
                  <a:lnTo>
                    <a:pt x="8094" y="30236"/>
                  </a:lnTo>
                  <a:lnTo>
                    <a:pt x="8220" y="29400"/>
                  </a:lnTo>
                  <a:lnTo>
                    <a:pt x="8207" y="28554"/>
                  </a:lnTo>
                  <a:lnTo>
                    <a:pt x="8290" y="27718"/>
                  </a:lnTo>
                  <a:lnTo>
                    <a:pt x="8700" y="26909"/>
                  </a:lnTo>
                  <a:lnTo>
                    <a:pt x="9050" y="26658"/>
                  </a:lnTo>
                  <a:lnTo>
                    <a:pt x="10069" y="26405"/>
                  </a:lnTo>
                  <a:lnTo>
                    <a:pt x="10764" y="26564"/>
                  </a:lnTo>
                  <a:lnTo>
                    <a:pt x="15616" y="25142"/>
                  </a:lnTo>
                  <a:lnTo>
                    <a:pt x="16185" y="25337"/>
                  </a:lnTo>
                  <a:lnTo>
                    <a:pt x="16441" y="26180"/>
                  </a:lnTo>
                  <a:lnTo>
                    <a:pt x="16418" y="27525"/>
                  </a:lnTo>
                  <a:lnTo>
                    <a:pt x="16500" y="28179"/>
                  </a:lnTo>
                  <a:lnTo>
                    <a:pt x="16762" y="28645"/>
                  </a:lnTo>
                  <a:lnTo>
                    <a:pt x="17532" y="29285"/>
                  </a:lnTo>
                  <a:lnTo>
                    <a:pt x="18066" y="30355"/>
                  </a:lnTo>
                  <a:lnTo>
                    <a:pt x="18350" y="30750"/>
                  </a:lnTo>
                  <a:lnTo>
                    <a:pt x="19131" y="31482"/>
                  </a:lnTo>
                  <a:lnTo>
                    <a:pt x="22743" y="37621"/>
                  </a:lnTo>
                  <a:lnTo>
                    <a:pt x="23759" y="38202"/>
                  </a:lnTo>
                  <a:lnTo>
                    <a:pt x="24747" y="37992"/>
                  </a:lnTo>
                  <a:lnTo>
                    <a:pt x="26709" y="36717"/>
                  </a:lnTo>
                  <a:lnTo>
                    <a:pt x="27690" y="36393"/>
                  </a:lnTo>
                  <a:lnTo>
                    <a:pt x="34555" y="36755"/>
                  </a:lnTo>
                  <a:lnTo>
                    <a:pt x="35369" y="36591"/>
                  </a:lnTo>
                  <a:lnTo>
                    <a:pt x="36413" y="39671"/>
                  </a:lnTo>
                  <a:lnTo>
                    <a:pt x="36911" y="40371"/>
                  </a:lnTo>
                  <a:lnTo>
                    <a:pt x="44438" y="40407"/>
                  </a:lnTo>
                  <a:lnTo>
                    <a:pt x="44295" y="39532"/>
                  </a:lnTo>
                  <a:lnTo>
                    <a:pt x="44390" y="38552"/>
                  </a:lnTo>
                  <a:lnTo>
                    <a:pt x="45269" y="37291"/>
                  </a:lnTo>
                  <a:lnTo>
                    <a:pt x="45716" y="36670"/>
                  </a:lnTo>
                  <a:lnTo>
                    <a:pt x="45906" y="36444"/>
                  </a:lnTo>
                  <a:lnTo>
                    <a:pt x="47067" y="35545"/>
                  </a:lnTo>
                  <a:lnTo>
                    <a:pt x="48202" y="34939"/>
                  </a:lnTo>
                  <a:lnTo>
                    <a:pt x="50386" y="34234"/>
                  </a:lnTo>
                  <a:lnTo>
                    <a:pt x="51183" y="33123"/>
                  </a:lnTo>
                  <a:lnTo>
                    <a:pt x="51623" y="32103"/>
                  </a:lnTo>
                  <a:lnTo>
                    <a:pt x="51638" y="30099"/>
                  </a:lnTo>
                  <a:lnTo>
                    <a:pt x="51926" y="29771"/>
                  </a:lnTo>
                  <a:lnTo>
                    <a:pt x="52447" y="29306"/>
                  </a:lnTo>
                  <a:lnTo>
                    <a:pt x="54972" y="27517"/>
                  </a:lnTo>
                  <a:lnTo>
                    <a:pt x="55399" y="27138"/>
                  </a:lnTo>
                  <a:lnTo>
                    <a:pt x="59860" y="31301"/>
                  </a:lnTo>
                  <a:lnTo>
                    <a:pt x="62365" y="34596"/>
                  </a:lnTo>
                  <a:lnTo>
                    <a:pt x="62517" y="34756"/>
                  </a:lnTo>
                  <a:lnTo>
                    <a:pt x="62647" y="34817"/>
                  </a:lnTo>
                  <a:lnTo>
                    <a:pt x="62779" y="34704"/>
                  </a:lnTo>
                  <a:lnTo>
                    <a:pt x="62891" y="34552"/>
                  </a:lnTo>
                  <a:lnTo>
                    <a:pt x="63195" y="34406"/>
                  </a:lnTo>
                  <a:lnTo>
                    <a:pt x="64266" y="34363"/>
                  </a:lnTo>
                  <a:lnTo>
                    <a:pt x="66293" y="34202"/>
                  </a:lnTo>
                  <a:lnTo>
                    <a:pt x="66959" y="33807"/>
                  </a:lnTo>
                  <a:lnTo>
                    <a:pt x="71027" y="27922"/>
                  </a:lnTo>
                  <a:lnTo>
                    <a:pt x="72061" y="26046"/>
                  </a:lnTo>
                  <a:lnTo>
                    <a:pt x="72324" y="25663"/>
                  </a:lnTo>
                  <a:lnTo>
                    <a:pt x="72913" y="24325"/>
                  </a:lnTo>
                  <a:lnTo>
                    <a:pt x="73534" y="22027"/>
                  </a:lnTo>
                  <a:lnTo>
                    <a:pt x="73658" y="21767"/>
                  </a:lnTo>
                  <a:lnTo>
                    <a:pt x="78115" y="16253"/>
                  </a:lnTo>
                  <a:lnTo>
                    <a:pt x="78273" y="15816"/>
                  </a:lnTo>
                  <a:lnTo>
                    <a:pt x="78316" y="15470"/>
                  </a:lnTo>
                  <a:lnTo>
                    <a:pt x="77643" y="13615"/>
                  </a:lnTo>
                  <a:lnTo>
                    <a:pt x="77498" y="12672"/>
                  </a:lnTo>
                  <a:lnTo>
                    <a:pt x="77468" y="11221"/>
                  </a:lnTo>
                  <a:lnTo>
                    <a:pt x="77602" y="8963"/>
                  </a:lnTo>
                  <a:lnTo>
                    <a:pt x="77555" y="7537"/>
                  </a:lnTo>
                  <a:lnTo>
                    <a:pt x="77537" y="7375"/>
                  </a:lnTo>
                  <a:lnTo>
                    <a:pt x="77464" y="7072"/>
                  </a:lnTo>
                  <a:lnTo>
                    <a:pt x="74975" y="3017"/>
                  </a:lnTo>
                  <a:lnTo>
                    <a:pt x="81262" y="2976"/>
                  </a:lnTo>
                  <a:lnTo>
                    <a:pt x="81276" y="2641"/>
                  </a:lnTo>
                  <a:lnTo>
                    <a:pt x="81271" y="2464"/>
                  </a:lnTo>
                  <a:lnTo>
                    <a:pt x="81252" y="2301"/>
                  </a:lnTo>
                  <a:lnTo>
                    <a:pt x="81132" y="1815"/>
                  </a:lnTo>
                  <a:lnTo>
                    <a:pt x="81064" y="1169"/>
                  </a:lnTo>
                  <a:lnTo>
                    <a:pt x="81059" y="988"/>
                  </a:lnTo>
                  <a:lnTo>
                    <a:pt x="81069" y="812"/>
                  </a:lnTo>
                  <a:lnTo>
                    <a:pt x="81105" y="478"/>
                  </a:lnTo>
                  <a:lnTo>
                    <a:pt x="81121" y="0"/>
                  </a:lnTo>
                  <a:lnTo>
                    <a:pt x="85638" y="81"/>
                  </a:lnTo>
                  <a:lnTo>
                    <a:pt x="85579" y="1228"/>
                  </a:lnTo>
                  <a:lnTo>
                    <a:pt x="85030" y="3926"/>
                  </a:lnTo>
                  <a:lnTo>
                    <a:pt x="85041" y="5544"/>
                  </a:lnTo>
                  <a:lnTo>
                    <a:pt x="84911" y="7391"/>
                  </a:lnTo>
                  <a:lnTo>
                    <a:pt x="84880" y="7541"/>
                  </a:lnTo>
                  <a:lnTo>
                    <a:pt x="84756" y="7939"/>
                  </a:lnTo>
                  <a:lnTo>
                    <a:pt x="84648" y="8167"/>
                  </a:lnTo>
                  <a:lnTo>
                    <a:pt x="84489" y="8470"/>
                  </a:lnTo>
                  <a:lnTo>
                    <a:pt x="84446" y="8605"/>
                  </a:lnTo>
                  <a:lnTo>
                    <a:pt x="84444" y="8809"/>
                  </a:lnTo>
                  <a:lnTo>
                    <a:pt x="85381" y="19149"/>
                  </a:lnTo>
                  <a:lnTo>
                    <a:pt x="85346" y="19410"/>
                  </a:lnTo>
                  <a:lnTo>
                    <a:pt x="85311" y="19581"/>
                  </a:lnTo>
                  <a:lnTo>
                    <a:pt x="85061" y="20226"/>
                  </a:lnTo>
                  <a:lnTo>
                    <a:pt x="84996" y="20438"/>
                  </a:lnTo>
                  <a:lnTo>
                    <a:pt x="85085" y="20715"/>
                  </a:lnTo>
                  <a:lnTo>
                    <a:pt x="87347" y="21994"/>
                  </a:lnTo>
                  <a:lnTo>
                    <a:pt x="88096" y="23324"/>
                  </a:lnTo>
                  <a:lnTo>
                    <a:pt x="92193" y="28232"/>
                  </a:lnTo>
                  <a:lnTo>
                    <a:pt x="92334" y="28476"/>
                  </a:lnTo>
                  <a:lnTo>
                    <a:pt x="92758" y="30017"/>
                  </a:lnTo>
                  <a:lnTo>
                    <a:pt x="92805" y="30251"/>
                  </a:lnTo>
                  <a:lnTo>
                    <a:pt x="92820" y="30620"/>
                  </a:lnTo>
                  <a:lnTo>
                    <a:pt x="92810" y="30907"/>
                  </a:lnTo>
                  <a:lnTo>
                    <a:pt x="92704" y="31831"/>
                  </a:lnTo>
                  <a:lnTo>
                    <a:pt x="92739" y="32246"/>
                  </a:lnTo>
                  <a:lnTo>
                    <a:pt x="92810" y="32521"/>
                  </a:lnTo>
                  <a:lnTo>
                    <a:pt x="92859" y="33018"/>
                  </a:lnTo>
                  <a:lnTo>
                    <a:pt x="92827" y="33165"/>
                  </a:lnTo>
                  <a:lnTo>
                    <a:pt x="92219" y="34945"/>
                  </a:lnTo>
                  <a:lnTo>
                    <a:pt x="92022" y="36213"/>
                  </a:lnTo>
                  <a:lnTo>
                    <a:pt x="91962" y="37279"/>
                  </a:lnTo>
                  <a:lnTo>
                    <a:pt x="91998" y="37895"/>
                  </a:lnTo>
                  <a:lnTo>
                    <a:pt x="92181" y="3850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g1368"/>
            <p:cNvSpPr/>
            <p:nvPr/>
          </p:nvSpPr>
          <p:spPr>
            <a:xfrm>
              <a:off x="3856666" y="2185917"/>
              <a:ext cx="58214" cy="60685"/>
            </a:xfrm>
            <a:custGeom>
              <a:avLst/>
              <a:pathLst>
                <a:path w="58214" h="60685">
                  <a:moveTo>
                    <a:pt x="49716" y="26080"/>
                  </a:moveTo>
                  <a:lnTo>
                    <a:pt x="50606" y="28324"/>
                  </a:lnTo>
                  <a:lnTo>
                    <a:pt x="50414" y="29398"/>
                  </a:lnTo>
                  <a:lnTo>
                    <a:pt x="50210" y="30968"/>
                  </a:lnTo>
                  <a:lnTo>
                    <a:pt x="50713" y="32111"/>
                  </a:lnTo>
                  <a:lnTo>
                    <a:pt x="51303" y="32855"/>
                  </a:lnTo>
                  <a:lnTo>
                    <a:pt x="51724" y="33540"/>
                  </a:lnTo>
                  <a:lnTo>
                    <a:pt x="52190" y="34484"/>
                  </a:lnTo>
                  <a:lnTo>
                    <a:pt x="52265" y="36363"/>
                  </a:lnTo>
                  <a:lnTo>
                    <a:pt x="52181" y="37718"/>
                  </a:lnTo>
                  <a:lnTo>
                    <a:pt x="52484" y="38330"/>
                  </a:lnTo>
                  <a:lnTo>
                    <a:pt x="52741" y="39104"/>
                  </a:lnTo>
                  <a:lnTo>
                    <a:pt x="52689" y="39750"/>
                  </a:lnTo>
                  <a:lnTo>
                    <a:pt x="52521" y="40320"/>
                  </a:lnTo>
                  <a:lnTo>
                    <a:pt x="51954" y="41076"/>
                  </a:lnTo>
                  <a:lnTo>
                    <a:pt x="51858" y="42483"/>
                  </a:lnTo>
                  <a:lnTo>
                    <a:pt x="52777" y="44187"/>
                  </a:lnTo>
                  <a:lnTo>
                    <a:pt x="53369" y="45114"/>
                  </a:lnTo>
                  <a:lnTo>
                    <a:pt x="53363" y="45645"/>
                  </a:lnTo>
                  <a:lnTo>
                    <a:pt x="53527" y="46228"/>
                  </a:lnTo>
                  <a:lnTo>
                    <a:pt x="53964" y="46907"/>
                  </a:lnTo>
                  <a:lnTo>
                    <a:pt x="54231" y="46747"/>
                  </a:lnTo>
                  <a:lnTo>
                    <a:pt x="54526" y="46192"/>
                  </a:lnTo>
                  <a:lnTo>
                    <a:pt x="54658" y="45810"/>
                  </a:lnTo>
                  <a:lnTo>
                    <a:pt x="55451" y="45979"/>
                  </a:lnTo>
                  <a:lnTo>
                    <a:pt x="55825" y="46154"/>
                  </a:lnTo>
                  <a:lnTo>
                    <a:pt x="56332" y="47267"/>
                  </a:lnTo>
                  <a:lnTo>
                    <a:pt x="56518" y="48007"/>
                  </a:lnTo>
                  <a:lnTo>
                    <a:pt x="56640" y="48938"/>
                  </a:lnTo>
                  <a:lnTo>
                    <a:pt x="57169" y="50100"/>
                  </a:lnTo>
                  <a:lnTo>
                    <a:pt x="57630" y="50919"/>
                  </a:lnTo>
                  <a:lnTo>
                    <a:pt x="57727" y="51430"/>
                  </a:lnTo>
                  <a:lnTo>
                    <a:pt x="58139" y="52122"/>
                  </a:lnTo>
                  <a:lnTo>
                    <a:pt x="57883" y="53657"/>
                  </a:lnTo>
                  <a:lnTo>
                    <a:pt x="57912" y="54444"/>
                  </a:lnTo>
                  <a:lnTo>
                    <a:pt x="57630" y="56507"/>
                  </a:lnTo>
                  <a:lnTo>
                    <a:pt x="57569" y="57481"/>
                  </a:lnTo>
                  <a:lnTo>
                    <a:pt x="57586" y="57841"/>
                  </a:lnTo>
                  <a:lnTo>
                    <a:pt x="58214" y="58576"/>
                  </a:lnTo>
                  <a:lnTo>
                    <a:pt x="58148" y="59620"/>
                  </a:lnTo>
                  <a:lnTo>
                    <a:pt x="57511" y="59436"/>
                  </a:lnTo>
                  <a:lnTo>
                    <a:pt x="56404" y="59314"/>
                  </a:lnTo>
                  <a:lnTo>
                    <a:pt x="54187" y="59858"/>
                  </a:lnTo>
                  <a:lnTo>
                    <a:pt x="53425" y="59635"/>
                  </a:lnTo>
                  <a:lnTo>
                    <a:pt x="51970" y="59708"/>
                  </a:lnTo>
                  <a:lnTo>
                    <a:pt x="50934" y="60007"/>
                  </a:lnTo>
                  <a:lnTo>
                    <a:pt x="49616" y="60685"/>
                  </a:lnTo>
                  <a:lnTo>
                    <a:pt x="48596" y="60517"/>
                  </a:lnTo>
                  <a:lnTo>
                    <a:pt x="48044" y="59983"/>
                  </a:lnTo>
                  <a:lnTo>
                    <a:pt x="47317" y="60019"/>
                  </a:lnTo>
                  <a:lnTo>
                    <a:pt x="46498" y="59734"/>
                  </a:lnTo>
                  <a:lnTo>
                    <a:pt x="45625" y="59219"/>
                  </a:lnTo>
                  <a:lnTo>
                    <a:pt x="44828" y="58957"/>
                  </a:lnTo>
                  <a:lnTo>
                    <a:pt x="43968" y="58007"/>
                  </a:lnTo>
                  <a:lnTo>
                    <a:pt x="43566" y="57836"/>
                  </a:lnTo>
                  <a:lnTo>
                    <a:pt x="43284" y="58086"/>
                  </a:lnTo>
                  <a:lnTo>
                    <a:pt x="43046" y="58403"/>
                  </a:lnTo>
                  <a:lnTo>
                    <a:pt x="42798" y="58598"/>
                  </a:lnTo>
                  <a:lnTo>
                    <a:pt x="42331" y="58426"/>
                  </a:lnTo>
                  <a:lnTo>
                    <a:pt x="42155" y="57780"/>
                  </a:lnTo>
                  <a:lnTo>
                    <a:pt x="42301" y="57156"/>
                  </a:lnTo>
                  <a:lnTo>
                    <a:pt x="42345" y="56682"/>
                  </a:lnTo>
                  <a:lnTo>
                    <a:pt x="42126" y="56424"/>
                  </a:lnTo>
                  <a:lnTo>
                    <a:pt x="41600" y="56337"/>
                  </a:lnTo>
                  <a:lnTo>
                    <a:pt x="40753" y="56339"/>
                  </a:lnTo>
                  <a:lnTo>
                    <a:pt x="39386" y="56144"/>
                  </a:lnTo>
                  <a:lnTo>
                    <a:pt x="39072" y="56023"/>
                  </a:lnTo>
                  <a:lnTo>
                    <a:pt x="36011" y="55861"/>
                  </a:lnTo>
                  <a:lnTo>
                    <a:pt x="32836" y="55841"/>
                  </a:lnTo>
                  <a:lnTo>
                    <a:pt x="30146" y="55826"/>
                  </a:lnTo>
                  <a:lnTo>
                    <a:pt x="26750" y="55804"/>
                  </a:lnTo>
                  <a:lnTo>
                    <a:pt x="24362" y="55790"/>
                  </a:lnTo>
                  <a:lnTo>
                    <a:pt x="22134" y="55777"/>
                  </a:lnTo>
                  <a:lnTo>
                    <a:pt x="20413" y="57046"/>
                  </a:lnTo>
                  <a:lnTo>
                    <a:pt x="18551" y="58421"/>
                  </a:lnTo>
                  <a:lnTo>
                    <a:pt x="16046" y="59153"/>
                  </a:lnTo>
                  <a:lnTo>
                    <a:pt x="13164" y="58880"/>
                  </a:lnTo>
                  <a:lnTo>
                    <a:pt x="12243" y="59077"/>
                  </a:lnTo>
                  <a:lnTo>
                    <a:pt x="11290" y="59688"/>
                  </a:lnTo>
                  <a:lnTo>
                    <a:pt x="10589" y="60132"/>
                  </a:lnTo>
                  <a:lnTo>
                    <a:pt x="9596" y="60398"/>
                  </a:lnTo>
                  <a:lnTo>
                    <a:pt x="8313" y="60178"/>
                  </a:lnTo>
                  <a:lnTo>
                    <a:pt x="7794" y="60311"/>
                  </a:lnTo>
                  <a:lnTo>
                    <a:pt x="7472" y="59685"/>
                  </a:lnTo>
                  <a:lnTo>
                    <a:pt x="7102" y="58670"/>
                  </a:lnTo>
                  <a:lnTo>
                    <a:pt x="7335" y="57927"/>
                  </a:lnTo>
                  <a:lnTo>
                    <a:pt x="8117" y="57449"/>
                  </a:lnTo>
                  <a:lnTo>
                    <a:pt x="9294" y="56823"/>
                  </a:lnTo>
                  <a:lnTo>
                    <a:pt x="9910" y="57145"/>
                  </a:lnTo>
                  <a:lnTo>
                    <a:pt x="10271" y="57161"/>
                  </a:lnTo>
                  <a:lnTo>
                    <a:pt x="10338" y="56759"/>
                  </a:lnTo>
                  <a:lnTo>
                    <a:pt x="10223" y="56546"/>
                  </a:lnTo>
                  <a:lnTo>
                    <a:pt x="9336" y="56001"/>
                  </a:lnTo>
                  <a:lnTo>
                    <a:pt x="8874" y="55284"/>
                  </a:lnTo>
                  <a:lnTo>
                    <a:pt x="8493" y="55704"/>
                  </a:lnTo>
                  <a:lnTo>
                    <a:pt x="8165" y="56584"/>
                  </a:lnTo>
                  <a:lnTo>
                    <a:pt x="7892" y="56847"/>
                  </a:lnTo>
                  <a:lnTo>
                    <a:pt x="7490" y="57095"/>
                  </a:lnTo>
                  <a:lnTo>
                    <a:pt x="7262" y="56495"/>
                  </a:lnTo>
                  <a:lnTo>
                    <a:pt x="7163" y="55913"/>
                  </a:lnTo>
                  <a:lnTo>
                    <a:pt x="7347" y="55464"/>
                  </a:lnTo>
                  <a:lnTo>
                    <a:pt x="7253" y="52940"/>
                  </a:lnTo>
                  <a:lnTo>
                    <a:pt x="7363" y="51594"/>
                  </a:lnTo>
                  <a:lnTo>
                    <a:pt x="7306" y="50418"/>
                  </a:lnTo>
                  <a:lnTo>
                    <a:pt x="7862" y="49643"/>
                  </a:lnTo>
                  <a:lnTo>
                    <a:pt x="8390" y="49162"/>
                  </a:lnTo>
                  <a:lnTo>
                    <a:pt x="10452" y="49118"/>
                  </a:lnTo>
                  <a:lnTo>
                    <a:pt x="12368" y="49077"/>
                  </a:lnTo>
                  <a:lnTo>
                    <a:pt x="14215" y="49104"/>
                  </a:lnTo>
                  <a:lnTo>
                    <a:pt x="16096" y="49130"/>
                  </a:lnTo>
                  <a:lnTo>
                    <a:pt x="16284" y="46777"/>
                  </a:lnTo>
                  <a:lnTo>
                    <a:pt x="16878" y="46593"/>
                  </a:lnTo>
                  <a:lnTo>
                    <a:pt x="17770" y="46350"/>
                  </a:lnTo>
                  <a:lnTo>
                    <a:pt x="19430" y="46063"/>
                  </a:lnTo>
                  <a:lnTo>
                    <a:pt x="21281" y="45789"/>
                  </a:lnTo>
                  <a:lnTo>
                    <a:pt x="21675" y="45327"/>
                  </a:lnTo>
                  <a:lnTo>
                    <a:pt x="21982" y="44547"/>
                  </a:lnTo>
                  <a:lnTo>
                    <a:pt x="22176" y="43847"/>
                  </a:lnTo>
                  <a:lnTo>
                    <a:pt x="22559" y="43551"/>
                  </a:lnTo>
                  <a:lnTo>
                    <a:pt x="23077" y="43786"/>
                  </a:lnTo>
                  <a:lnTo>
                    <a:pt x="23756" y="44153"/>
                  </a:lnTo>
                  <a:lnTo>
                    <a:pt x="24459" y="44721"/>
                  </a:lnTo>
                  <a:lnTo>
                    <a:pt x="25266" y="45247"/>
                  </a:lnTo>
                  <a:lnTo>
                    <a:pt x="25803" y="45578"/>
                  </a:lnTo>
                  <a:lnTo>
                    <a:pt x="27093" y="46407"/>
                  </a:lnTo>
                  <a:lnTo>
                    <a:pt x="29300" y="47562"/>
                  </a:lnTo>
                  <a:lnTo>
                    <a:pt x="31115" y="48023"/>
                  </a:lnTo>
                  <a:lnTo>
                    <a:pt x="33309" y="47178"/>
                  </a:lnTo>
                  <a:lnTo>
                    <a:pt x="34892" y="46636"/>
                  </a:lnTo>
                  <a:lnTo>
                    <a:pt x="35089" y="45624"/>
                  </a:lnTo>
                  <a:lnTo>
                    <a:pt x="34842" y="44637"/>
                  </a:lnTo>
                  <a:lnTo>
                    <a:pt x="33663" y="43732"/>
                  </a:lnTo>
                  <a:lnTo>
                    <a:pt x="32059" y="43835"/>
                  </a:lnTo>
                  <a:lnTo>
                    <a:pt x="31567" y="44077"/>
                  </a:lnTo>
                  <a:lnTo>
                    <a:pt x="30819" y="44378"/>
                  </a:lnTo>
                  <a:lnTo>
                    <a:pt x="30370" y="44498"/>
                  </a:lnTo>
                  <a:lnTo>
                    <a:pt x="29613" y="44287"/>
                  </a:lnTo>
                  <a:lnTo>
                    <a:pt x="28653" y="43506"/>
                  </a:lnTo>
                  <a:lnTo>
                    <a:pt x="28049" y="42718"/>
                  </a:lnTo>
                  <a:lnTo>
                    <a:pt x="27204" y="42349"/>
                  </a:lnTo>
                  <a:lnTo>
                    <a:pt x="26202" y="41980"/>
                  </a:lnTo>
                  <a:lnTo>
                    <a:pt x="24596" y="40361"/>
                  </a:lnTo>
                  <a:lnTo>
                    <a:pt x="23757" y="40070"/>
                  </a:lnTo>
                  <a:lnTo>
                    <a:pt x="22964" y="39985"/>
                  </a:lnTo>
                  <a:lnTo>
                    <a:pt x="21439" y="40306"/>
                  </a:lnTo>
                  <a:lnTo>
                    <a:pt x="19950" y="41172"/>
                  </a:lnTo>
                  <a:lnTo>
                    <a:pt x="19167" y="43136"/>
                  </a:lnTo>
                  <a:lnTo>
                    <a:pt x="17677" y="43107"/>
                  </a:lnTo>
                  <a:lnTo>
                    <a:pt x="14513" y="43045"/>
                  </a:lnTo>
                  <a:lnTo>
                    <a:pt x="11607" y="42987"/>
                  </a:lnTo>
                  <a:lnTo>
                    <a:pt x="9208" y="43121"/>
                  </a:lnTo>
                  <a:lnTo>
                    <a:pt x="8967" y="41695"/>
                  </a:lnTo>
                  <a:lnTo>
                    <a:pt x="8399" y="40559"/>
                  </a:lnTo>
                  <a:lnTo>
                    <a:pt x="7476" y="39590"/>
                  </a:lnTo>
                  <a:lnTo>
                    <a:pt x="7272" y="38691"/>
                  </a:lnTo>
                  <a:lnTo>
                    <a:pt x="7585" y="37906"/>
                  </a:lnTo>
                  <a:lnTo>
                    <a:pt x="8477" y="37260"/>
                  </a:lnTo>
                  <a:lnTo>
                    <a:pt x="8680" y="36799"/>
                  </a:lnTo>
                  <a:lnTo>
                    <a:pt x="8213" y="36868"/>
                  </a:lnTo>
                  <a:lnTo>
                    <a:pt x="7507" y="37284"/>
                  </a:lnTo>
                  <a:lnTo>
                    <a:pt x="7037" y="37307"/>
                  </a:lnTo>
                  <a:lnTo>
                    <a:pt x="6981" y="36064"/>
                  </a:lnTo>
                  <a:lnTo>
                    <a:pt x="6198" y="34459"/>
                  </a:lnTo>
                  <a:lnTo>
                    <a:pt x="5315" y="31740"/>
                  </a:lnTo>
                  <a:lnTo>
                    <a:pt x="4316" y="30627"/>
                  </a:lnTo>
                  <a:lnTo>
                    <a:pt x="3477" y="28429"/>
                  </a:lnTo>
                  <a:lnTo>
                    <a:pt x="2601" y="27586"/>
                  </a:lnTo>
                  <a:lnTo>
                    <a:pt x="1796" y="27192"/>
                  </a:lnTo>
                  <a:lnTo>
                    <a:pt x="1108" y="27273"/>
                  </a:lnTo>
                  <a:lnTo>
                    <a:pt x="857" y="28276"/>
                  </a:lnTo>
                  <a:lnTo>
                    <a:pt x="0" y="26832"/>
                  </a:lnTo>
                  <a:lnTo>
                    <a:pt x="1171" y="26315"/>
                  </a:lnTo>
                  <a:lnTo>
                    <a:pt x="3675" y="24504"/>
                  </a:lnTo>
                  <a:lnTo>
                    <a:pt x="6549" y="19316"/>
                  </a:lnTo>
                  <a:lnTo>
                    <a:pt x="9128" y="13173"/>
                  </a:lnTo>
                  <a:lnTo>
                    <a:pt x="9464" y="11723"/>
                  </a:lnTo>
                  <a:lnTo>
                    <a:pt x="9778" y="10622"/>
                  </a:lnTo>
                  <a:lnTo>
                    <a:pt x="9986" y="8113"/>
                  </a:lnTo>
                  <a:lnTo>
                    <a:pt x="10356" y="6616"/>
                  </a:lnTo>
                  <a:lnTo>
                    <a:pt x="10703" y="6332"/>
                  </a:lnTo>
                  <a:lnTo>
                    <a:pt x="11140" y="5184"/>
                  </a:lnTo>
                  <a:lnTo>
                    <a:pt x="11668" y="3174"/>
                  </a:lnTo>
                  <a:lnTo>
                    <a:pt x="12267" y="2058"/>
                  </a:lnTo>
                  <a:lnTo>
                    <a:pt x="12935" y="1838"/>
                  </a:lnTo>
                  <a:lnTo>
                    <a:pt x="13456" y="1935"/>
                  </a:lnTo>
                  <a:lnTo>
                    <a:pt x="13828" y="2349"/>
                  </a:lnTo>
                  <a:lnTo>
                    <a:pt x="14916" y="2605"/>
                  </a:lnTo>
                  <a:lnTo>
                    <a:pt x="16721" y="2703"/>
                  </a:lnTo>
                  <a:lnTo>
                    <a:pt x="18115" y="2403"/>
                  </a:lnTo>
                  <a:lnTo>
                    <a:pt x="19100" y="1706"/>
                  </a:lnTo>
                  <a:lnTo>
                    <a:pt x="20394" y="1351"/>
                  </a:lnTo>
                  <a:lnTo>
                    <a:pt x="21997" y="1343"/>
                  </a:lnTo>
                  <a:lnTo>
                    <a:pt x="22840" y="1050"/>
                  </a:lnTo>
                  <a:lnTo>
                    <a:pt x="22923" y="474"/>
                  </a:lnTo>
                  <a:lnTo>
                    <a:pt x="23132" y="300"/>
                  </a:lnTo>
                  <a:lnTo>
                    <a:pt x="23466" y="529"/>
                  </a:lnTo>
                  <a:lnTo>
                    <a:pt x="23781" y="438"/>
                  </a:lnTo>
                  <a:lnTo>
                    <a:pt x="24077" y="27"/>
                  </a:lnTo>
                  <a:lnTo>
                    <a:pt x="24372" y="0"/>
                  </a:lnTo>
                  <a:lnTo>
                    <a:pt x="24664" y="354"/>
                  </a:lnTo>
                  <a:lnTo>
                    <a:pt x="26007" y="460"/>
                  </a:lnTo>
                  <a:lnTo>
                    <a:pt x="28400" y="320"/>
                  </a:lnTo>
                  <a:lnTo>
                    <a:pt x="30610" y="1375"/>
                  </a:lnTo>
                  <a:lnTo>
                    <a:pt x="32639" y="3627"/>
                  </a:lnTo>
                  <a:lnTo>
                    <a:pt x="33686" y="5129"/>
                  </a:lnTo>
                  <a:lnTo>
                    <a:pt x="33751" y="5881"/>
                  </a:lnTo>
                  <a:lnTo>
                    <a:pt x="34087" y="6639"/>
                  </a:lnTo>
                  <a:lnTo>
                    <a:pt x="34694" y="7403"/>
                  </a:lnTo>
                  <a:lnTo>
                    <a:pt x="35249" y="7543"/>
                  </a:lnTo>
                  <a:lnTo>
                    <a:pt x="35752" y="7063"/>
                  </a:lnTo>
                  <a:lnTo>
                    <a:pt x="36146" y="7114"/>
                  </a:lnTo>
                  <a:lnTo>
                    <a:pt x="36433" y="7699"/>
                  </a:lnTo>
                  <a:lnTo>
                    <a:pt x="37011" y="7819"/>
                  </a:lnTo>
                  <a:lnTo>
                    <a:pt x="37655" y="7460"/>
                  </a:lnTo>
                  <a:lnTo>
                    <a:pt x="38114" y="7583"/>
                  </a:lnTo>
                  <a:lnTo>
                    <a:pt x="38198" y="7930"/>
                  </a:lnTo>
                  <a:lnTo>
                    <a:pt x="38303" y="8116"/>
                  </a:lnTo>
                  <a:lnTo>
                    <a:pt x="38614" y="8198"/>
                  </a:lnTo>
                  <a:lnTo>
                    <a:pt x="39035" y="8643"/>
                  </a:lnTo>
                  <a:lnTo>
                    <a:pt x="39622" y="9839"/>
                  </a:lnTo>
                  <a:lnTo>
                    <a:pt x="40100" y="11507"/>
                  </a:lnTo>
                  <a:lnTo>
                    <a:pt x="40469" y="13648"/>
                  </a:lnTo>
                  <a:lnTo>
                    <a:pt x="40957" y="14812"/>
                  </a:lnTo>
                  <a:lnTo>
                    <a:pt x="41563" y="15002"/>
                  </a:lnTo>
                  <a:lnTo>
                    <a:pt x="41914" y="15442"/>
                  </a:lnTo>
                  <a:lnTo>
                    <a:pt x="41984" y="15951"/>
                  </a:lnTo>
                  <a:lnTo>
                    <a:pt x="42160" y="16297"/>
                  </a:lnTo>
                  <a:lnTo>
                    <a:pt x="42451" y="16490"/>
                  </a:lnTo>
                  <a:lnTo>
                    <a:pt x="42964" y="16375"/>
                  </a:lnTo>
                  <a:lnTo>
                    <a:pt x="43564" y="17098"/>
                  </a:lnTo>
                  <a:lnTo>
                    <a:pt x="44209" y="18668"/>
                  </a:lnTo>
                  <a:lnTo>
                    <a:pt x="44311" y="19377"/>
                  </a:lnTo>
                  <a:lnTo>
                    <a:pt x="44210" y="19757"/>
                  </a:lnTo>
                  <a:lnTo>
                    <a:pt x="44249" y="20034"/>
                  </a:lnTo>
                  <a:lnTo>
                    <a:pt x="44678" y="20299"/>
                  </a:lnTo>
                  <a:lnTo>
                    <a:pt x="45083" y="20813"/>
                  </a:lnTo>
                  <a:lnTo>
                    <a:pt x="45415" y="21586"/>
                  </a:lnTo>
                  <a:lnTo>
                    <a:pt x="46131" y="22272"/>
                  </a:lnTo>
                  <a:lnTo>
                    <a:pt x="47229" y="22873"/>
                  </a:lnTo>
                  <a:lnTo>
                    <a:pt x="48020" y="23770"/>
                  </a:lnTo>
                  <a:lnTo>
                    <a:pt x="48505" y="24965"/>
                  </a:lnTo>
                  <a:lnTo>
                    <a:pt x="49509" y="2596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g1369"/>
            <p:cNvSpPr/>
            <p:nvPr/>
          </p:nvSpPr>
          <p:spPr>
            <a:xfrm>
              <a:off x="5003181" y="2398369"/>
              <a:ext cx="3275" cy="2534"/>
            </a:xfrm>
            <a:custGeom>
              <a:avLst/>
              <a:pathLst>
                <a:path w="3275" h="2534">
                  <a:moveTo>
                    <a:pt x="3022" y="1612"/>
                  </a:moveTo>
                  <a:lnTo>
                    <a:pt x="1605" y="2534"/>
                  </a:lnTo>
                  <a:lnTo>
                    <a:pt x="0" y="1695"/>
                  </a:lnTo>
                  <a:lnTo>
                    <a:pt x="521" y="329"/>
                  </a:lnTo>
                  <a:lnTo>
                    <a:pt x="1587" y="0"/>
                  </a:lnTo>
                  <a:lnTo>
                    <a:pt x="2448" y="433"/>
                  </a:lnTo>
                  <a:lnTo>
                    <a:pt x="2938" y="764"/>
                  </a:lnTo>
                  <a:lnTo>
                    <a:pt x="3275" y="114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g1370"/>
            <p:cNvSpPr/>
            <p:nvPr/>
          </p:nvSpPr>
          <p:spPr>
            <a:xfrm>
              <a:off x="3772319" y="3232861"/>
              <a:ext cx="1808" cy="1535"/>
            </a:xfrm>
            <a:custGeom>
              <a:avLst/>
              <a:pathLst>
                <a:path w="1808" h="1535">
                  <a:moveTo>
                    <a:pt x="1768" y="738"/>
                  </a:moveTo>
                  <a:lnTo>
                    <a:pt x="1808" y="1535"/>
                  </a:lnTo>
                  <a:lnTo>
                    <a:pt x="337" y="803"/>
                  </a:lnTo>
                  <a:lnTo>
                    <a:pt x="0" y="461"/>
                  </a:lnTo>
                  <a:lnTo>
                    <a:pt x="471" y="13"/>
                  </a:lnTo>
                  <a:lnTo>
                    <a:pt x="1396" y="0"/>
                  </a:lnTo>
                  <a:lnTo>
                    <a:pt x="1623" y="27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g1371"/>
            <p:cNvSpPr/>
            <p:nvPr/>
          </p:nvSpPr>
          <p:spPr>
            <a:xfrm>
              <a:off x="3662892" y="3171516"/>
              <a:ext cx="20992" cy="12311"/>
            </a:xfrm>
            <a:custGeom>
              <a:avLst/>
              <a:pathLst>
                <a:path w="20992" h="12311">
                  <a:moveTo>
                    <a:pt x="8648" y="1137"/>
                  </a:moveTo>
                  <a:lnTo>
                    <a:pt x="9568" y="1815"/>
                  </a:lnTo>
                  <a:lnTo>
                    <a:pt x="10298" y="1353"/>
                  </a:lnTo>
                  <a:lnTo>
                    <a:pt x="11054" y="1408"/>
                  </a:lnTo>
                  <a:lnTo>
                    <a:pt x="11468" y="1637"/>
                  </a:lnTo>
                  <a:lnTo>
                    <a:pt x="11895" y="1724"/>
                  </a:lnTo>
                  <a:lnTo>
                    <a:pt x="12427" y="1729"/>
                  </a:lnTo>
                  <a:lnTo>
                    <a:pt x="13344" y="2869"/>
                  </a:lnTo>
                  <a:lnTo>
                    <a:pt x="12961" y="3880"/>
                  </a:lnTo>
                  <a:lnTo>
                    <a:pt x="13968" y="3681"/>
                  </a:lnTo>
                  <a:lnTo>
                    <a:pt x="14842" y="4523"/>
                  </a:lnTo>
                  <a:lnTo>
                    <a:pt x="15238" y="4452"/>
                  </a:lnTo>
                  <a:lnTo>
                    <a:pt x="15436" y="4112"/>
                  </a:lnTo>
                  <a:lnTo>
                    <a:pt x="15997" y="3725"/>
                  </a:lnTo>
                  <a:lnTo>
                    <a:pt x="16387" y="4248"/>
                  </a:lnTo>
                  <a:lnTo>
                    <a:pt x="16857" y="5249"/>
                  </a:lnTo>
                  <a:lnTo>
                    <a:pt x="17453" y="5553"/>
                  </a:lnTo>
                  <a:lnTo>
                    <a:pt x="17980" y="6614"/>
                  </a:lnTo>
                  <a:lnTo>
                    <a:pt x="18394" y="7950"/>
                  </a:lnTo>
                  <a:lnTo>
                    <a:pt x="18773" y="8139"/>
                  </a:lnTo>
                  <a:lnTo>
                    <a:pt x="19420" y="8145"/>
                  </a:lnTo>
                  <a:lnTo>
                    <a:pt x="20076" y="7960"/>
                  </a:lnTo>
                  <a:lnTo>
                    <a:pt x="19828" y="9113"/>
                  </a:lnTo>
                  <a:lnTo>
                    <a:pt x="19906" y="10136"/>
                  </a:lnTo>
                  <a:lnTo>
                    <a:pt x="20992" y="10870"/>
                  </a:lnTo>
                  <a:lnTo>
                    <a:pt x="20345" y="11274"/>
                  </a:lnTo>
                  <a:lnTo>
                    <a:pt x="19664" y="11858"/>
                  </a:lnTo>
                  <a:lnTo>
                    <a:pt x="18277" y="12311"/>
                  </a:lnTo>
                  <a:lnTo>
                    <a:pt x="17916" y="12118"/>
                  </a:lnTo>
                  <a:lnTo>
                    <a:pt x="16705" y="11099"/>
                  </a:lnTo>
                  <a:lnTo>
                    <a:pt x="16139" y="9898"/>
                  </a:lnTo>
                  <a:lnTo>
                    <a:pt x="14869" y="8182"/>
                  </a:lnTo>
                  <a:lnTo>
                    <a:pt x="14620" y="7676"/>
                  </a:lnTo>
                  <a:lnTo>
                    <a:pt x="14294" y="7352"/>
                  </a:lnTo>
                  <a:lnTo>
                    <a:pt x="13143" y="7141"/>
                  </a:lnTo>
                  <a:lnTo>
                    <a:pt x="12133" y="6730"/>
                  </a:lnTo>
                  <a:lnTo>
                    <a:pt x="11291" y="5861"/>
                  </a:lnTo>
                  <a:lnTo>
                    <a:pt x="11028" y="5327"/>
                  </a:lnTo>
                  <a:lnTo>
                    <a:pt x="10704" y="4956"/>
                  </a:lnTo>
                  <a:lnTo>
                    <a:pt x="9561" y="4977"/>
                  </a:lnTo>
                  <a:lnTo>
                    <a:pt x="8842" y="4567"/>
                  </a:lnTo>
                  <a:lnTo>
                    <a:pt x="8129" y="4008"/>
                  </a:lnTo>
                  <a:lnTo>
                    <a:pt x="4917" y="2395"/>
                  </a:lnTo>
                  <a:lnTo>
                    <a:pt x="3656" y="2557"/>
                  </a:lnTo>
                  <a:lnTo>
                    <a:pt x="3076" y="2101"/>
                  </a:lnTo>
                  <a:lnTo>
                    <a:pt x="3107" y="1292"/>
                  </a:lnTo>
                  <a:lnTo>
                    <a:pt x="3770" y="809"/>
                  </a:lnTo>
                  <a:lnTo>
                    <a:pt x="989" y="625"/>
                  </a:lnTo>
                  <a:lnTo>
                    <a:pt x="0" y="333"/>
                  </a:lnTo>
                  <a:lnTo>
                    <a:pt x="680" y="160"/>
                  </a:lnTo>
                  <a:lnTo>
                    <a:pt x="4556" y="134"/>
                  </a:lnTo>
                  <a:lnTo>
                    <a:pt x="6009" y="0"/>
                  </a:lnTo>
                  <a:lnTo>
                    <a:pt x="6137" y="350"/>
                  </a:lnTo>
                  <a:lnTo>
                    <a:pt x="7423" y="106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g1372"/>
            <p:cNvSpPr/>
            <p:nvPr/>
          </p:nvSpPr>
          <p:spPr>
            <a:xfrm>
              <a:off x="3967860" y="2640410"/>
              <a:ext cx="1161" cy="1364"/>
            </a:xfrm>
            <a:custGeom>
              <a:avLst/>
              <a:pathLst>
                <a:path w="1161" h="1364">
                  <a:moveTo>
                    <a:pt x="855" y="1277"/>
                  </a:moveTo>
                  <a:lnTo>
                    <a:pt x="0" y="1364"/>
                  </a:lnTo>
                  <a:lnTo>
                    <a:pt x="70" y="705"/>
                  </a:lnTo>
                  <a:lnTo>
                    <a:pt x="706" y="0"/>
                  </a:lnTo>
                  <a:lnTo>
                    <a:pt x="1135" y="92"/>
                  </a:lnTo>
                  <a:lnTo>
                    <a:pt x="1161" y="90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g1373"/>
            <p:cNvSpPr/>
            <p:nvPr/>
          </p:nvSpPr>
          <p:spPr>
            <a:xfrm>
              <a:off x="3886190" y="2528498"/>
              <a:ext cx="1063" cy="1279"/>
            </a:xfrm>
            <a:custGeom>
              <a:avLst/>
              <a:pathLst>
                <a:path w="1063" h="1279">
                  <a:moveTo>
                    <a:pt x="478" y="1279"/>
                  </a:moveTo>
                  <a:lnTo>
                    <a:pt x="59" y="1183"/>
                  </a:lnTo>
                  <a:lnTo>
                    <a:pt x="0" y="852"/>
                  </a:lnTo>
                  <a:lnTo>
                    <a:pt x="154" y="322"/>
                  </a:lnTo>
                  <a:lnTo>
                    <a:pt x="296" y="0"/>
                  </a:lnTo>
                  <a:lnTo>
                    <a:pt x="515" y="46"/>
                  </a:lnTo>
                  <a:lnTo>
                    <a:pt x="814" y="418"/>
                  </a:lnTo>
                  <a:lnTo>
                    <a:pt x="1063" y="736"/>
                  </a:lnTo>
                  <a:lnTo>
                    <a:pt x="928" y="102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g1374"/>
            <p:cNvSpPr/>
            <p:nvPr/>
          </p:nvSpPr>
          <p:spPr>
            <a:xfrm>
              <a:off x="5600132" y="2579948"/>
              <a:ext cx="1719" cy="1535"/>
            </a:xfrm>
            <a:custGeom>
              <a:avLst/>
              <a:pathLst>
                <a:path w="1719" h="1535">
                  <a:moveTo>
                    <a:pt x="1719" y="1308"/>
                  </a:moveTo>
                  <a:lnTo>
                    <a:pt x="883" y="1535"/>
                  </a:lnTo>
                  <a:lnTo>
                    <a:pt x="553" y="1479"/>
                  </a:lnTo>
                  <a:lnTo>
                    <a:pt x="0" y="272"/>
                  </a:lnTo>
                  <a:lnTo>
                    <a:pt x="411" y="0"/>
                  </a:lnTo>
                  <a:lnTo>
                    <a:pt x="1021" y="104"/>
                  </a:lnTo>
                  <a:lnTo>
                    <a:pt x="1207" y="81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g1375"/>
            <p:cNvSpPr/>
            <p:nvPr/>
          </p:nvSpPr>
          <p:spPr>
            <a:xfrm>
              <a:off x="5536100" y="2578562"/>
              <a:ext cx="5647" cy="5024"/>
            </a:xfrm>
            <a:custGeom>
              <a:avLst/>
              <a:pathLst>
                <a:path w="5647" h="5024">
                  <a:moveTo>
                    <a:pt x="5647" y="4545"/>
                  </a:moveTo>
                  <a:lnTo>
                    <a:pt x="4988" y="5024"/>
                  </a:lnTo>
                  <a:lnTo>
                    <a:pt x="4387" y="4783"/>
                  </a:lnTo>
                  <a:lnTo>
                    <a:pt x="3928" y="4420"/>
                  </a:lnTo>
                  <a:lnTo>
                    <a:pt x="3555" y="3346"/>
                  </a:lnTo>
                  <a:lnTo>
                    <a:pt x="2752" y="2677"/>
                  </a:lnTo>
                  <a:lnTo>
                    <a:pt x="1610" y="2398"/>
                  </a:lnTo>
                  <a:lnTo>
                    <a:pt x="1142" y="1935"/>
                  </a:lnTo>
                  <a:lnTo>
                    <a:pt x="1020" y="1706"/>
                  </a:lnTo>
                  <a:lnTo>
                    <a:pt x="229" y="1501"/>
                  </a:lnTo>
                  <a:lnTo>
                    <a:pt x="0" y="920"/>
                  </a:lnTo>
                  <a:lnTo>
                    <a:pt x="66" y="317"/>
                  </a:lnTo>
                  <a:lnTo>
                    <a:pt x="195" y="0"/>
                  </a:lnTo>
                  <a:lnTo>
                    <a:pt x="927" y="291"/>
                  </a:lnTo>
                  <a:lnTo>
                    <a:pt x="4441" y="3123"/>
                  </a:lnTo>
                  <a:lnTo>
                    <a:pt x="5277" y="400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g1376"/>
            <p:cNvSpPr/>
            <p:nvPr/>
          </p:nvSpPr>
          <p:spPr>
            <a:xfrm>
              <a:off x="5591078" y="2567253"/>
              <a:ext cx="3516" cy="2654"/>
            </a:xfrm>
            <a:custGeom>
              <a:avLst/>
              <a:pathLst>
                <a:path w="3516" h="2654">
                  <a:moveTo>
                    <a:pt x="3243" y="1348"/>
                  </a:moveTo>
                  <a:lnTo>
                    <a:pt x="2487" y="1589"/>
                  </a:lnTo>
                  <a:lnTo>
                    <a:pt x="2246" y="1521"/>
                  </a:lnTo>
                  <a:lnTo>
                    <a:pt x="1681" y="1650"/>
                  </a:lnTo>
                  <a:lnTo>
                    <a:pt x="1074" y="2654"/>
                  </a:lnTo>
                  <a:lnTo>
                    <a:pt x="625" y="2514"/>
                  </a:lnTo>
                  <a:lnTo>
                    <a:pt x="273" y="2551"/>
                  </a:lnTo>
                  <a:lnTo>
                    <a:pt x="5" y="1724"/>
                  </a:lnTo>
                  <a:lnTo>
                    <a:pt x="0" y="1323"/>
                  </a:lnTo>
                  <a:lnTo>
                    <a:pt x="430" y="1387"/>
                  </a:lnTo>
                  <a:lnTo>
                    <a:pt x="656" y="584"/>
                  </a:lnTo>
                  <a:lnTo>
                    <a:pt x="1123" y="183"/>
                  </a:lnTo>
                  <a:lnTo>
                    <a:pt x="2208" y="0"/>
                  </a:lnTo>
                  <a:lnTo>
                    <a:pt x="3171" y="261"/>
                  </a:lnTo>
                  <a:lnTo>
                    <a:pt x="3516" y="445"/>
                  </a:lnTo>
                  <a:lnTo>
                    <a:pt x="3211" y="117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g1377"/>
            <p:cNvSpPr/>
            <p:nvPr/>
          </p:nvSpPr>
          <p:spPr>
            <a:xfrm>
              <a:off x="5548458" y="2560882"/>
              <a:ext cx="10291" cy="8755"/>
            </a:xfrm>
            <a:custGeom>
              <a:avLst/>
              <a:pathLst>
                <a:path w="10291" h="8755">
                  <a:moveTo>
                    <a:pt x="4066" y="2551"/>
                  </a:moveTo>
                  <a:lnTo>
                    <a:pt x="5256" y="3371"/>
                  </a:lnTo>
                  <a:lnTo>
                    <a:pt x="5949" y="3236"/>
                  </a:lnTo>
                  <a:lnTo>
                    <a:pt x="6975" y="3800"/>
                  </a:lnTo>
                  <a:lnTo>
                    <a:pt x="7756" y="3478"/>
                  </a:lnTo>
                  <a:lnTo>
                    <a:pt x="8242" y="4207"/>
                  </a:lnTo>
                  <a:lnTo>
                    <a:pt x="9476" y="7051"/>
                  </a:lnTo>
                  <a:lnTo>
                    <a:pt x="9483" y="7975"/>
                  </a:lnTo>
                  <a:lnTo>
                    <a:pt x="10291" y="8631"/>
                  </a:lnTo>
                  <a:lnTo>
                    <a:pt x="9609" y="8755"/>
                  </a:lnTo>
                  <a:lnTo>
                    <a:pt x="8663" y="8416"/>
                  </a:lnTo>
                  <a:lnTo>
                    <a:pt x="7928" y="8647"/>
                  </a:lnTo>
                  <a:lnTo>
                    <a:pt x="7163" y="8096"/>
                  </a:lnTo>
                  <a:lnTo>
                    <a:pt x="5868" y="7810"/>
                  </a:lnTo>
                  <a:lnTo>
                    <a:pt x="4742" y="7148"/>
                  </a:lnTo>
                  <a:lnTo>
                    <a:pt x="2387" y="5049"/>
                  </a:lnTo>
                  <a:lnTo>
                    <a:pt x="2400" y="4001"/>
                  </a:lnTo>
                  <a:lnTo>
                    <a:pt x="2020" y="3489"/>
                  </a:lnTo>
                  <a:lnTo>
                    <a:pt x="1905" y="2190"/>
                  </a:lnTo>
                  <a:lnTo>
                    <a:pt x="1063" y="1778"/>
                  </a:lnTo>
                  <a:lnTo>
                    <a:pt x="79" y="1702"/>
                  </a:lnTo>
                  <a:lnTo>
                    <a:pt x="0" y="1088"/>
                  </a:lnTo>
                  <a:lnTo>
                    <a:pt x="181" y="0"/>
                  </a:lnTo>
                  <a:lnTo>
                    <a:pt x="915" y="16"/>
                  </a:lnTo>
                  <a:lnTo>
                    <a:pt x="1798" y="468"/>
                  </a:lnTo>
                  <a:lnTo>
                    <a:pt x="3483" y="2056"/>
                  </a:lnTo>
                  <a:lnTo>
                    <a:pt x="3901" y="232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g1378"/>
            <p:cNvSpPr/>
            <p:nvPr/>
          </p:nvSpPr>
          <p:spPr>
            <a:xfrm>
              <a:off x="5549202" y="2549013"/>
              <a:ext cx="1842" cy="5806"/>
            </a:xfrm>
            <a:custGeom>
              <a:avLst/>
              <a:pathLst>
                <a:path w="1842" h="5806">
                  <a:moveTo>
                    <a:pt x="1737" y="3797"/>
                  </a:moveTo>
                  <a:lnTo>
                    <a:pt x="1842" y="5290"/>
                  </a:lnTo>
                  <a:lnTo>
                    <a:pt x="1794" y="5806"/>
                  </a:lnTo>
                  <a:lnTo>
                    <a:pt x="1076" y="4710"/>
                  </a:lnTo>
                  <a:lnTo>
                    <a:pt x="740" y="5098"/>
                  </a:lnTo>
                  <a:lnTo>
                    <a:pt x="431" y="4578"/>
                  </a:lnTo>
                  <a:lnTo>
                    <a:pt x="452" y="3444"/>
                  </a:lnTo>
                  <a:lnTo>
                    <a:pt x="499" y="2236"/>
                  </a:lnTo>
                  <a:lnTo>
                    <a:pt x="360" y="1321"/>
                  </a:lnTo>
                  <a:lnTo>
                    <a:pt x="0" y="0"/>
                  </a:lnTo>
                  <a:lnTo>
                    <a:pt x="403" y="20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g1379"/>
            <p:cNvSpPr/>
            <p:nvPr/>
          </p:nvSpPr>
          <p:spPr>
            <a:xfrm>
              <a:off x="5532582" y="2547831"/>
              <a:ext cx="11462" cy="9205"/>
            </a:xfrm>
            <a:custGeom>
              <a:avLst/>
              <a:pathLst>
                <a:path w="11462" h="9205">
                  <a:moveTo>
                    <a:pt x="1352" y="55"/>
                  </a:moveTo>
                  <a:lnTo>
                    <a:pt x="3436" y="2296"/>
                  </a:lnTo>
                  <a:lnTo>
                    <a:pt x="4332" y="2092"/>
                  </a:lnTo>
                  <a:lnTo>
                    <a:pt x="7068" y="2133"/>
                  </a:lnTo>
                  <a:lnTo>
                    <a:pt x="8682" y="3732"/>
                  </a:lnTo>
                  <a:lnTo>
                    <a:pt x="9631" y="4466"/>
                  </a:lnTo>
                  <a:lnTo>
                    <a:pt x="10164" y="5899"/>
                  </a:lnTo>
                  <a:lnTo>
                    <a:pt x="10823" y="6226"/>
                  </a:lnTo>
                  <a:lnTo>
                    <a:pt x="11229" y="6956"/>
                  </a:lnTo>
                  <a:lnTo>
                    <a:pt x="11462" y="8287"/>
                  </a:lnTo>
                  <a:lnTo>
                    <a:pt x="11298" y="8503"/>
                  </a:lnTo>
                  <a:lnTo>
                    <a:pt x="10460" y="8999"/>
                  </a:lnTo>
                  <a:lnTo>
                    <a:pt x="9856" y="9205"/>
                  </a:lnTo>
                  <a:lnTo>
                    <a:pt x="8270" y="8732"/>
                  </a:lnTo>
                  <a:lnTo>
                    <a:pt x="6751" y="7708"/>
                  </a:lnTo>
                  <a:lnTo>
                    <a:pt x="3736" y="7584"/>
                  </a:lnTo>
                  <a:lnTo>
                    <a:pt x="2329" y="7292"/>
                  </a:lnTo>
                  <a:lnTo>
                    <a:pt x="1847" y="6901"/>
                  </a:lnTo>
                  <a:lnTo>
                    <a:pt x="1400" y="6380"/>
                  </a:lnTo>
                  <a:lnTo>
                    <a:pt x="691" y="5135"/>
                  </a:lnTo>
                  <a:lnTo>
                    <a:pt x="136" y="3674"/>
                  </a:lnTo>
                  <a:lnTo>
                    <a:pt x="46" y="2818"/>
                  </a:lnTo>
                  <a:lnTo>
                    <a:pt x="0" y="1187"/>
                  </a:lnTo>
                  <a:lnTo>
                    <a:pt x="171" y="593"/>
                  </a:lnTo>
                  <a:lnTo>
                    <a:pt x="746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g1380"/>
            <p:cNvSpPr/>
            <p:nvPr/>
          </p:nvSpPr>
          <p:spPr>
            <a:xfrm>
              <a:off x="5537207" y="2544021"/>
              <a:ext cx="2944" cy="2590"/>
            </a:xfrm>
            <a:custGeom>
              <a:avLst/>
              <a:pathLst>
                <a:path w="2944" h="2590">
                  <a:moveTo>
                    <a:pt x="680" y="0"/>
                  </a:moveTo>
                  <a:lnTo>
                    <a:pt x="1224" y="196"/>
                  </a:lnTo>
                  <a:lnTo>
                    <a:pt x="1487" y="164"/>
                  </a:lnTo>
                  <a:lnTo>
                    <a:pt x="2110" y="915"/>
                  </a:lnTo>
                  <a:lnTo>
                    <a:pt x="2944" y="2020"/>
                  </a:lnTo>
                  <a:lnTo>
                    <a:pt x="2603" y="2590"/>
                  </a:lnTo>
                  <a:lnTo>
                    <a:pt x="1927" y="2299"/>
                  </a:lnTo>
                  <a:lnTo>
                    <a:pt x="1626" y="2338"/>
                  </a:lnTo>
                  <a:lnTo>
                    <a:pt x="1483" y="1784"/>
                  </a:lnTo>
                  <a:lnTo>
                    <a:pt x="746" y="1235"/>
                  </a:lnTo>
                  <a:lnTo>
                    <a:pt x="86" y="1189"/>
                  </a:lnTo>
                  <a:lnTo>
                    <a:pt x="0" y="53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g1381"/>
            <p:cNvSpPr/>
            <p:nvPr/>
          </p:nvSpPr>
          <p:spPr>
            <a:xfrm>
              <a:off x="5527179" y="2543987"/>
              <a:ext cx="1870" cy="1853"/>
            </a:xfrm>
            <a:custGeom>
              <a:avLst/>
              <a:pathLst>
                <a:path w="1870" h="1853">
                  <a:moveTo>
                    <a:pt x="1440" y="1819"/>
                  </a:moveTo>
                  <a:lnTo>
                    <a:pt x="1312" y="1853"/>
                  </a:lnTo>
                  <a:lnTo>
                    <a:pt x="868" y="1683"/>
                  </a:lnTo>
                  <a:lnTo>
                    <a:pt x="328" y="1626"/>
                  </a:lnTo>
                  <a:lnTo>
                    <a:pt x="0" y="1142"/>
                  </a:lnTo>
                  <a:lnTo>
                    <a:pt x="390" y="450"/>
                  </a:lnTo>
                  <a:lnTo>
                    <a:pt x="884" y="0"/>
                  </a:lnTo>
                  <a:lnTo>
                    <a:pt x="1110" y="115"/>
                  </a:lnTo>
                  <a:lnTo>
                    <a:pt x="1322" y="404"/>
                  </a:lnTo>
                  <a:lnTo>
                    <a:pt x="1817" y="514"/>
                  </a:lnTo>
                  <a:lnTo>
                    <a:pt x="1870" y="140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g1382"/>
            <p:cNvSpPr/>
            <p:nvPr/>
          </p:nvSpPr>
          <p:spPr>
            <a:xfrm>
              <a:off x="5512204" y="2539858"/>
              <a:ext cx="1815" cy="1352"/>
            </a:xfrm>
            <a:custGeom>
              <a:avLst/>
              <a:pathLst>
                <a:path w="1815" h="1352">
                  <a:moveTo>
                    <a:pt x="1815" y="862"/>
                  </a:moveTo>
                  <a:lnTo>
                    <a:pt x="1794" y="1352"/>
                  </a:lnTo>
                  <a:lnTo>
                    <a:pt x="1251" y="1200"/>
                  </a:lnTo>
                  <a:lnTo>
                    <a:pt x="41" y="461"/>
                  </a:lnTo>
                  <a:lnTo>
                    <a:pt x="0" y="123"/>
                  </a:lnTo>
                  <a:lnTo>
                    <a:pt x="689" y="0"/>
                  </a:lnTo>
                  <a:lnTo>
                    <a:pt x="1190" y="92"/>
                  </a:lnTo>
                  <a:lnTo>
                    <a:pt x="1605" y="52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g1383"/>
            <p:cNvSpPr/>
            <p:nvPr/>
          </p:nvSpPr>
          <p:spPr>
            <a:xfrm>
              <a:off x="5518844" y="2539594"/>
              <a:ext cx="927" cy="2059"/>
            </a:xfrm>
            <a:custGeom>
              <a:avLst/>
              <a:pathLst>
                <a:path w="927" h="2059">
                  <a:moveTo>
                    <a:pt x="429" y="2006"/>
                  </a:moveTo>
                  <a:lnTo>
                    <a:pt x="221" y="2059"/>
                  </a:lnTo>
                  <a:lnTo>
                    <a:pt x="0" y="1503"/>
                  </a:lnTo>
                  <a:lnTo>
                    <a:pt x="516" y="0"/>
                  </a:lnTo>
                  <a:lnTo>
                    <a:pt x="765" y="1209"/>
                  </a:lnTo>
                  <a:lnTo>
                    <a:pt x="927" y="166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g1384"/>
            <p:cNvSpPr/>
            <p:nvPr/>
          </p:nvSpPr>
          <p:spPr>
            <a:xfrm>
              <a:off x="5516232" y="2537224"/>
              <a:ext cx="2392" cy="3555"/>
            </a:xfrm>
            <a:custGeom>
              <a:avLst/>
              <a:pathLst>
                <a:path w="2392" h="3555">
                  <a:moveTo>
                    <a:pt x="2162" y="2454"/>
                  </a:moveTo>
                  <a:lnTo>
                    <a:pt x="1231" y="3555"/>
                  </a:lnTo>
                  <a:lnTo>
                    <a:pt x="551" y="3183"/>
                  </a:lnTo>
                  <a:lnTo>
                    <a:pt x="0" y="2239"/>
                  </a:lnTo>
                  <a:lnTo>
                    <a:pt x="181" y="1101"/>
                  </a:lnTo>
                  <a:lnTo>
                    <a:pt x="283" y="800"/>
                  </a:lnTo>
                  <a:lnTo>
                    <a:pt x="557" y="735"/>
                  </a:lnTo>
                  <a:lnTo>
                    <a:pt x="829" y="502"/>
                  </a:lnTo>
                  <a:lnTo>
                    <a:pt x="1127" y="0"/>
                  </a:lnTo>
                  <a:lnTo>
                    <a:pt x="2139" y="399"/>
                  </a:lnTo>
                  <a:lnTo>
                    <a:pt x="2392" y="675"/>
                  </a:lnTo>
                  <a:lnTo>
                    <a:pt x="1788" y="1372"/>
                  </a:lnTo>
                  <a:lnTo>
                    <a:pt x="1990" y="1596"/>
                  </a:lnTo>
                  <a:lnTo>
                    <a:pt x="2121" y="192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g1385"/>
            <p:cNvSpPr/>
            <p:nvPr/>
          </p:nvSpPr>
          <p:spPr>
            <a:xfrm>
              <a:off x="5509922" y="2536006"/>
              <a:ext cx="1879" cy="4285"/>
            </a:xfrm>
            <a:custGeom>
              <a:avLst/>
              <a:pathLst>
                <a:path w="1879" h="4285">
                  <a:moveTo>
                    <a:pt x="1671" y="4080"/>
                  </a:moveTo>
                  <a:lnTo>
                    <a:pt x="1672" y="4285"/>
                  </a:lnTo>
                  <a:lnTo>
                    <a:pt x="1150" y="3892"/>
                  </a:lnTo>
                  <a:lnTo>
                    <a:pt x="0" y="2010"/>
                  </a:lnTo>
                  <a:lnTo>
                    <a:pt x="203" y="1381"/>
                  </a:lnTo>
                  <a:lnTo>
                    <a:pt x="1256" y="160"/>
                  </a:lnTo>
                  <a:lnTo>
                    <a:pt x="1581" y="0"/>
                  </a:lnTo>
                  <a:lnTo>
                    <a:pt x="1879" y="755"/>
                  </a:lnTo>
                  <a:lnTo>
                    <a:pt x="1619" y="1871"/>
                  </a:lnTo>
                  <a:lnTo>
                    <a:pt x="1274" y="2156"/>
                  </a:lnTo>
                  <a:lnTo>
                    <a:pt x="1134" y="320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g1386"/>
            <p:cNvSpPr/>
            <p:nvPr/>
          </p:nvSpPr>
          <p:spPr>
            <a:xfrm>
              <a:off x="5531930" y="2535429"/>
              <a:ext cx="1411" cy="1980"/>
            </a:xfrm>
            <a:custGeom>
              <a:avLst/>
              <a:pathLst>
                <a:path w="1411" h="1980">
                  <a:moveTo>
                    <a:pt x="1411" y="1791"/>
                  </a:moveTo>
                  <a:lnTo>
                    <a:pt x="960" y="1980"/>
                  </a:lnTo>
                  <a:lnTo>
                    <a:pt x="291" y="1468"/>
                  </a:lnTo>
                  <a:lnTo>
                    <a:pt x="0" y="1002"/>
                  </a:lnTo>
                  <a:lnTo>
                    <a:pt x="139" y="275"/>
                  </a:lnTo>
                  <a:lnTo>
                    <a:pt x="531" y="0"/>
                  </a:lnTo>
                  <a:lnTo>
                    <a:pt x="975" y="487"/>
                  </a:lnTo>
                  <a:lnTo>
                    <a:pt x="1019" y="98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pg1387"/>
            <p:cNvSpPr/>
            <p:nvPr/>
          </p:nvSpPr>
          <p:spPr>
            <a:xfrm>
              <a:off x="5541882" y="2534515"/>
              <a:ext cx="7446" cy="18094"/>
            </a:xfrm>
            <a:custGeom>
              <a:avLst/>
              <a:pathLst>
                <a:path w="7446" h="18094">
                  <a:moveTo>
                    <a:pt x="1504" y="0"/>
                  </a:moveTo>
                  <a:lnTo>
                    <a:pt x="3852" y="4157"/>
                  </a:lnTo>
                  <a:lnTo>
                    <a:pt x="3759" y="4894"/>
                  </a:lnTo>
                  <a:lnTo>
                    <a:pt x="3440" y="5369"/>
                  </a:lnTo>
                  <a:lnTo>
                    <a:pt x="3348" y="6765"/>
                  </a:lnTo>
                  <a:lnTo>
                    <a:pt x="3643" y="7302"/>
                  </a:lnTo>
                  <a:lnTo>
                    <a:pt x="4286" y="7547"/>
                  </a:lnTo>
                  <a:lnTo>
                    <a:pt x="5376" y="9036"/>
                  </a:lnTo>
                  <a:lnTo>
                    <a:pt x="5811" y="10858"/>
                  </a:lnTo>
                  <a:lnTo>
                    <a:pt x="5850" y="11418"/>
                  </a:lnTo>
                  <a:lnTo>
                    <a:pt x="6302" y="12246"/>
                  </a:lnTo>
                  <a:lnTo>
                    <a:pt x="6320" y="13988"/>
                  </a:lnTo>
                  <a:lnTo>
                    <a:pt x="7356" y="16407"/>
                  </a:lnTo>
                  <a:lnTo>
                    <a:pt x="7446" y="17571"/>
                  </a:lnTo>
                  <a:lnTo>
                    <a:pt x="7350" y="18094"/>
                  </a:lnTo>
                  <a:lnTo>
                    <a:pt x="6920" y="17791"/>
                  </a:lnTo>
                  <a:lnTo>
                    <a:pt x="5682" y="15048"/>
                  </a:lnTo>
                  <a:lnTo>
                    <a:pt x="4267" y="13864"/>
                  </a:lnTo>
                  <a:lnTo>
                    <a:pt x="4105" y="13355"/>
                  </a:lnTo>
                  <a:lnTo>
                    <a:pt x="2677" y="11756"/>
                  </a:lnTo>
                  <a:lnTo>
                    <a:pt x="1718" y="9064"/>
                  </a:lnTo>
                  <a:lnTo>
                    <a:pt x="682" y="4276"/>
                  </a:lnTo>
                  <a:lnTo>
                    <a:pt x="1169" y="3142"/>
                  </a:lnTo>
                  <a:lnTo>
                    <a:pt x="0" y="819"/>
                  </a:lnTo>
                  <a:lnTo>
                    <a:pt x="55" y="198"/>
                  </a:lnTo>
                  <a:lnTo>
                    <a:pt x="549" y="340"/>
                  </a:lnTo>
                  <a:lnTo>
                    <a:pt x="892" y="311"/>
                  </a:lnTo>
                  <a:lnTo>
                    <a:pt x="1057" y="3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g1388"/>
            <p:cNvSpPr/>
            <p:nvPr/>
          </p:nvSpPr>
          <p:spPr>
            <a:xfrm>
              <a:off x="5509972" y="2529658"/>
              <a:ext cx="6441" cy="9014"/>
            </a:xfrm>
            <a:custGeom>
              <a:avLst/>
              <a:pathLst>
                <a:path w="6441" h="9014">
                  <a:moveTo>
                    <a:pt x="5164" y="3856"/>
                  </a:moveTo>
                  <a:lnTo>
                    <a:pt x="5758" y="4997"/>
                  </a:lnTo>
                  <a:lnTo>
                    <a:pt x="6441" y="7540"/>
                  </a:lnTo>
                  <a:lnTo>
                    <a:pt x="6318" y="8416"/>
                  </a:lnTo>
                  <a:lnTo>
                    <a:pt x="5828" y="8465"/>
                  </a:lnTo>
                  <a:lnTo>
                    <a:pt x="5693" y="9014"/>
                  </a:lnTo>
                  <a:lnTo>
                    <a:pt x="5029" y="7781"/>
                  </a:lnTo>
                  <a:lnTo>
                    <a:pt x="4147" y="7447"/>
                  </a:lnTo>
                  <a:lnTo>
                    <a:pt x="3503" y="6690"/>
                  </a:lnTo>
                  <a:lnTo>
                    <a:pt x="3282" y="5189"/>
                  </a:lnTo>
                  <a:lnTo>
                    <a:pt x="3220" y="4242"/>
                  </a:lnTo>
                  <a:lnTo>
                    <a:pt x="2711" y="4080"/>
                  </a:lnTo>
                  <a:lnTo>
                    <a:pt x="1265" y="4317"/>
                  </a:lnTo>
                  <a:lnTo>
                    <a:pt x="802" y="5126"/>
                  </a:lnTo>
                  <a:lnTo>
                    <a:pt x="140" y="4869"/>
                  </a:lnTo>
                  <a:lnTo>
                    <a:pt x="0" y="4143"/>
                  </a:lnTo>
                  <a:lnTo>
                    <a:pt x="103" y="3429"/>
                  </a:lnTo>
                  <a:lnTo>
                    <a:pt x="983" y="2726"/>
                  </a:lnTo>
                  <a:lnTo>
                    <a:pt x="1164" y="1822"/>
                  </a:lnTo>
                  <a:lnTo>
                    <a:pt x="2041" y="264"/>
                  </a:lnTo>
                  <a:lnTo>
                    <a:pt x="2583" y="0"/>
                  </a:lnTo>
                  <a:lnTo>
                    <a:pt x="3606" y="561"/>
                  </a:lnTo>
                  <a:lnTo>
                    <a:pt x="3734" y="2777"/>
                  </a:lnTo>
                  <a:lnTo>
                    <a:pt x="4103" y="350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g1389"/>
            <p:cNvSpPr/>
            <p:nvPr/>
          </p:nvSpPr>
          <p:spPr>
            <a:xfrm>
              <a:off x="5503558" y="2529561"/>
              <a:ext cx="688" cy="3312"/>
            </a:xfrm>
            <a:custGeom>
              <a:avLst/>
              <a:pathLst>
                <a:path w="688" h="3312">
                  <a:moveTo>
                    <a:pt x="607" y="2968"/>
                  </a:moveTo>
                  <a:lnTo>
                    <a:pt x="492" y="3312"/>
                  </a:lnTo>
                  <a:lnTo>
                    <a:pt x="0" y="1592"/>
                  </a:lnTo>
                  <a:lnTo>
                    <a:pt x="24" y="725"/>
                  </a:lnTo>
                  <a:lnTo>
                    <a:pt x="110" y="170"/>
                  </a:lnTo>
                  <a:lnTo>
                    <a:pt x="290" y="0"/>
                  </a:lnTo>
                  <a:lnTo>
                    <a:pt x="688" y="191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g1390"/>
            <p:cNvSpPr/>
            <p:nvPr/>
          </p:nvSpPr>
          <p:spPr>
            <a:xfrm>
              <a:off x="5507519" y="2528120"/>
              <a:ext cx="2292" cy="3734"/>
            </a:xfrm>
            <a:custGeom>
              <a:avLst/>
              <a:pathLst>
                <a:path w="2292" h="3734">
                  <a:moveTo>
                    <a:pt x="2020" y="3523"/>
                  </a:moveTo>
                  <a:lnTo>
                    <a:pt x="1813" y="3734"/>
                  </a:lnTo>
                  <a:lnTo>
                    <a:pt x="784" y="3654"/>
                  </a:lnTo>
                  <a:lnTo>
                    <a:pt x="0" y="2216"/>
                  </a:lnTo>
                  <a:lnTo>
                    <a:pt x="6" y="1150"/>
                  </a:lnTo>
                  <a:lnTo>
                    <a:pt x="622" y="172"/>
                  </a:lnTo>
                  <a:lnTo>
                    <a:pt x="1366" y="0"/>
                  </a:lnTo>
                  <a:lnTo>
                    <a:pt x="1773" y="378"/>
                  </a:lnTo>
                  <a:lnTo>
                    <a:pt x="2155" y="1195"/>
                  </a:lnTo>
                  <a:lnTo>
                    <a:pt x="2292" y="2237"/>
                  </a:lnTo>
                  <a:lnTo>
                    <a:pt x="2206" y="315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g1391"/>
            <p:cNvSpPr/>
            <p:nvPr/>
          </p:nvSpPr>
          <p:spPr>
            <a:xfrm>
              <a:off x="5503206" y="2524194"/>
              <a:ext cx="2901" cy="5060"/>
            </a:xfrm>
            <a:custGeom>
              <a:avLst/>
              <a:pathLst>
                <a:path w="2901" h="5060">
                  <a:moveTo>
                    <a:pt x="1754" y="4868"/>
                  </a:moveTo>
                  <a:lnTo>
                    <a:pt x="1573" y="5060"/>
                  </a:lnTo>
                  <a:lnTo>
                    <a:pt x="1257" y="4306"/>
                  </a:lnTo>
                  <a:lnTo>
                    <a:pt x="1027" y="4071"/>
                  </a:lnTo>
                  <a:lnTo>
                    <a:pt x="1033" y="3232"/>
                  </a:lnTo>
                  <a:lnTo>
                    <a:pt x="80" y="1866"/>
                  </a:lnTo>
                  <a:lnTo>
                    <a:pt x="0" y="923"/>
                  </a:lnTo>
                  <a:lnTo>
                    <a:pt x="553" y="0"/>
                  </a:lnTo>
                  <a:lnTo>
                    <a:pt x="1298" y="538"/>
                  </a:lnTo>
                  <a:lnTo>
                    <a:pt x="2036" y="1697"/>
                  </a:lnTo>
                  <a:lnTo>
                    <a:pt x="2901" y="2075"/>
                  </a:lnTo>
                  <a:lnTo>
                    <a:pt x="2722" y="2844"/>
                  </a:lnTo>
                  <a:lnTo>
                    <a:pt x="1944" y="422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g1392"/>
            <p:cNvSpPr/>
            <p:nvPr/>
          </p:nvSpPr>
          <p:spPr>
            <a:xfrm>
              <a:off x="5521702" y="2523786"/>
              <a:ext cx="13466" cy="14124"/>
            </a:xfrm>
            <a:custGeom>
              <a:avLst/>
              <a:pathLst>
                <a:path w="13466" h="14124">
                  <a:moveTo>
                    <a:pt x="13450" y="13802"/>
                  </a:moveTo>
                  <a:lnTo>
                    <a:pt x="13466" y="14124"/>
                  </a:lnTo>
                  <a:lnTo>
                    <a:pt x="12195" y="12958"/>
                  </a:lnTo>
                  <a:lnTo>
                    <a:pt x="11230" y="11534"/>
                  </a:lnTo>
                  <a:lnTo>
                    <a:pt x="8483" y="9982"/>
                  </a:lnTo>
                  <a:lnTo>
                    <a:pt x="7892" y="9187"/>
                  </a:lnTo>
                  <a:lnTo>
                    <a:pt x="7396" y="9087"/>
                  </a:lnTo>
                  <a:lnTo>
                    <a:pt x="5986" y="7791"/>
                  </a:lnTo>
                  <a:lnTo>
                    <a:pt x="4603" y="6918"/>
                  </a:lnTo>
                  <a:lnTo>
                    <a:pt x="3757" y="5788"/>
                  </a:lnTo>
                  <a:lnTo>
                    <a:pt x="3542" y="5327"/>
                  </a:lnTo>
                  <a:lnTo>
                    <a:pt x="3033" y="5052"/>
                  </a:lnTo>
                  <a:lnTo>
                    <a:pt x="2164" y="3812"/>
                  </a:lnTo>
                  <a:lnTo>
                    <a:pt x="1320" y="2989"/>
                  </a:lnTo>
                  <a:lnTo>
                    <a:pt x="1021" y="1487"/>
                  </a:lnTo>
                  <a:lnTo>
                    <a:pt x="202" y="452"/>
                  </a:lnTo>
                  <a:lnTo>
                    <a:pt x="0" y="0"/>
                  </a:lnTo>
                  <a:lnTo>
                    <a:pt x="2620" y="830"/>
                  </a:lnTo>
                  <a:lnTo>
                    <a:pt x="3835" y="2477"/>
                  </a:lnTo>
                  <a:lnTo>
                    <a:pt x="4872" y="3409"/>
                  </a:lnTo>
                  <a:lnTo>
                    <a:pt x="5232" y="4082"/>
                  </a:lnTo>
                  <a:lnTo>
                    <a:pt x="6167" y="5004"/>
                  </a:lnTo>
                  <a:lnTo>
                    <a:pt x="7006" y="5088"/>
                  </a:lnTo>
                  <a:lnTo>
                    <a:pt x="7846" y="6017"/>
                  </a:lnTo>
                  <a:lnTo>
                    <a:pt x="8611" y="6268"/>
                  </a:lnTo>
                  <a:lnTo>
                    <a:pt x="9215" y="6754"/>
                  </a:lnTo>
                  <a:lnTo>
                    <a:pt x="13109" y="10910"/>
                  </a:lnTo>
                  <a:lnTo>
                    <a:pt x="12644" y="12013"/>
                  </a:lnTo>
                  <a:lnTo>
                    <a:pt x="13161" y="1281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g1393"/>
            <p:cNvSpPr/>
            <p:nvPr/>
          </p:nvSpPr>
          <p:spPr>
            <a:xfrm>
              <a:off x="5495402" y="2515810"/>
              <a:ext cx="1770" cy="2066"/>
            </a:xfrm>
            <a:custGeom>
              <a:avLst/>
              <a:pathLst>
                <a:path w="1770" h="2066">
                  <a:moveTo>
                    <a:pt x="1535" y="1732"/>
                  </a:moveTo>
                  <a:lnTo>
                    <a:pt x="584" y="2066"/>
                  </a:lnTo>
                  <a:lnTo>
                    <a:pt x="0" y="1618"/>
                  </a:lnTo>
                  <a:lnTo>
                    <a:pt x="259" y="554"/>
                  </a:lnTo>
                  <a:lnTo>
                    <a:pt x="581" y="0"/>
                  </a:lnTo>
                  <a:lnTo>
                    <a:pt x="1770" y="98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g1394"/>
            <p:cNvSpPr/>
            <p:nvPr/>
          </p:nvSpPr>
          <p:spPr>
            <a:xfrm>
              <a:off x="5502734" y="2510733"/>
              <a:ext cx="10086" cy="11392"/>
            </a:xfrm>
            <a:custGeom>
              <a:avLst/>
              <a:pathLst>
                <a:path w="10086" h="11392">
                  <a:moveTo>
                    <a:pt x="9784" y="10063"/>
                  </a:moveTo>
                  <a:lnTo>
                    <a:pt x="10086" y="10554"/>
                  </a:lnTo>
                  <a:lnTo>
                    <a:pt x="9354" y="11392"/>
                  </a:lnTo>
                  <a:lnTo>
                    <a:pt x="8388" y="10937"/>
                  </a:lnTo>
                  <a:lnTo>
                    <a:pt x="8181" y="10467"/>
                  </a:lnTo>
                  <a:lnTo>
                    <a:pt x="8156" y="10218"/>
                  </a:lnTo>
                  <a:lnTo>
                    <a:pt x="7482" y="10379"/>
                  </a:lnTo>
                  <a:lnTo>
                    <a:pt x="6140" y="9969"/>
                  </a:lnTo>
                  <a:lnTo>
                    <a:pt x="4273" y="7972"/>
                  </a:lnTo>
                  <a:lnTo>
                    <a:pt x="2301" y="4212"/>
                  </a:lnTo>
                  <a:lnTo>
                    <a:pt x="400" y="2130"/>
                  </a:lnTo>
                  <a:lnTo>
                    <a:pt x="46" y="1483"/>
                  </a:lnTo>
                  <a:lnTo>
                    <a:pt x="0" y="409"/>
                  </a:lnTo>
                  <a:lnTo>
                    <a:pt x="253" y="0"/>
                  </a:lnTo>
                  <a:lnTo>
                    <a:pt x="1434" y="448"/>
                  </a:lnTo>
                  <a:lnTo>
                    <a:pt x="2960" y="2164"/>
                  </a:lnTo>
                  <a:lnTo>
                    <a:pt x="5465" y="3948"/>
                  </a:lnTo>
                  <a:lnTo>
                    <a:pt x="6149" y="4858"/>
                  </a:lnTo>
                  <a:lnTo>
                    <a:pt x="6583" y="7042"/>
                  </a:lnTo>
                  <a:lnTo>
                    <a:pt x="7008" y="7691"/>
                  </a:lnTo>
                  <a:lnTo>
                    <a:pt x="8359" y="9367"/>
                  </a:lnTo>
                  <a:lnTo>
                    <a:pt x="9073" y="9759"/>
                  </a:lnTo>
                  <a:lnTo>
                    <a:pt x="9451" y="983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g1395"/>
            <p:cNvSpPr/>
            <p:nvPr/>
          </p:nvSpPr>
          <p:spPr>
            <a:xfrm>
              <a:off x="3900034" y="2312030"/>
              <a:ext cx="4266" cy="3165"/>
            </a:xfrm>
            <a:custGeom>
              <a:avLst/>
              <a:pathLst>
                <a:path w="4266" h="3165">
                  <a:moveTo>
                    <a:pt x="4025" y="2801"/>
                  </a:moveTo>
                  <a:lnTo>
                    <a:pt x="3888" y="3165"/>
                  </a:lnTo>
                  <a:lnTo>
                    <a:pt x="3258" y="2269"/>
                  </a:lnTo>
                  <a:lnTo>
                    <a:pt x="0" y="925"/>
                  </a:lnTo>
                  <a:lnTo>
                    <a:pt x="919" y="211"/>
                  </a:lnTo>
                  <a:lnTo>
                    <a:pt x="3182" y="0"/>
                  </a:lnTo>
                  <a:lnTo>
                    <a:pt x="3854" y="416"/>
                  </a:lnTo>
                  <a:lnTo>
                    <a:pt x="4154" y="764"/>
                  </a:lnTo>
                  <a:lnTo>
                    <a:pt x="4266" y="142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g1396"/>
            <p:cNvSpPr/>
            <p:nvPr/>
          </p:nvSpPr>
          <p:spPr>
            <a:xfrm>
              <a:off x="3896808" y="2279122"/>
              <a:ext cx="28472" cy="43098"/>
            </a:xfrm>
            <a:custGeom>
              <a:avLst/>
              <a:pathLst>
                <a:path w="28472" h="43098">
                  <a:moveTo>
                    <a:pt x="28472" y="21080"/>
                  </a:moveTo>
                  <a:lnTo>
                    <a:pt x="28448" y="21513"/>
                  </a:lnTo>
                  <a:lnTo>
                    <a:pt x="28174" y="23511"/>
                  </a:lnTo>
                  <a:lnTo>
                    <a:pt x="27747" y="25226"/>
                  </a:lnTo>
                  <a:lnTo>
                    <a:pt x="27465" y="25648"/>
                  </a:lnTo>
                  <a:lnTo>
                    <a:pt x="26262" y="26099"/>
                  </a:lnTo>
                  <a:lnTo>
                    <a:pt x="25750" y="26855"/>
                  </a:lnTo>
                  <a:lnTo>
                    <a:pt x="25308" y="29291"/>
                  </a:lnTo>
                  <a:lnTo>
                    <a:pt x="25025" y="31203"/>
                  </a:lnTo>
                  <a:lnTo>
                    <a:pt x="24611" y="31523"/>
                  </a:lnTo>
                  <a:lnTo>
                    <a:pt x="22844" y="34288"/>
                  </a:lnTo>
                  <a:lnTo>
                    <a:pt x="21688" y="35336"/>
                  </a:lnTo>
                  <a:lnTo>
                    <a:pt x="20882" y="36235"/>
                  </a:lnTo>
                  <a:lnTo>
                    <a:pt x="20118" y="37410"/>
                  </a:lnTo>
                  <a:lnTo>
                    <a:pt x="19158" y="38550"/>
                  </a:lnTo>
                  <a:lnTo>
                    <a:pt x="18127" y="40474"/>
                  </a:lnTo>
                  <a:lnTo>
                    <a:pt x="17390" y="42475"/>
                  </a:lnTo>
                  <a:lnTo>
                    <a:pt x="16889" y="43098"/>
                  </a:lnTo>
                  <a:lnTo>
                    <a:pt x="16510" y="42534"/>
                  </a:lnTo>
                  <a:lnTo>
                    <a:pt x="14751" y="40559"/>
                  </a:lnTo>
                  <a:lnTo>
                    <a:pt x="12899" y="39235"/>
                  </a:lnTo>
                  <a:lnTo>
                    <a:pt x="8950" y="37027"/>
                  </a:lnTo>
                  <a:lnTo>
                    <a:pt x="7635" y="36407"/>
                  </a:lnTo>
                  <a:lnTo>
                    <a:pt x="7682" y="35623"/>
                  </a:lnTo>
                  <a:lnTo>
                    <a:pt x="8135" y="34193"/>
                  </a:lnTo>
                  <a:lnTo>
                    <a:pt x="7400" y="32509"/>
                  </a:lnTo>
                  <a:lnTo>
                    <a:pt x="7685" y="31288"/>
                  </a:lnTo>
                  <a:lnTo>
                    <a:pt x="7400" y="31287"/>
                  </a:lnTo>
                  <a:lnTo>
                    <a:pt x="6835" y="32023"/>
                  </a:lnTo>
                  <a:lnTo>
                    <a:pt x="5629" y="31810"/>
                  </a:lnTo>
                  <a:lnTo>
                    <a:pt x="4832" y="30760"/>
                  </a:lnTo>
                  <a:lnTo>
                    <a:pt x="4179" y="30376"/>
                  </a:lnTo>
                  <a:lnTo>
                    <a:pt x="3895" y="29846"/>
                  </a:lnTo>
                  <a:lnTo>
                    <a:pt x="3477" y="27077"/>
                  </a:lnTo>
                  <a:lnTo>
                    <a:pt x="3176" y="25820"/>
                  </a:lnTo>
                  <a:lnTo>
                    <a:pt x="2572" y="25044"/>
                  </a:lnTo>
                  <a:lnTo>
                    <a:pt x="1359" y="24854"/>
                  </a:lnTo>
                  <a:lnTo>
                    <a:pt x="860" y="23163"/>
                  </a:lnTo>
                  <a:lnTo>
                    <a:pt x="188" y="21853"/>
                  </a:lnTo>
                  <a:lnTo>
                    <a:pt x="297" y="21046"/>
                  </a:lnTo>
                  <a:lnTo>
                    <a:pt x="845" y="21092"/>
                  </a:lnTo>
                  <a:lnTo>
                    <a:pt x="1274" y="21678"/>
                  </a:lnTo>
                  <a:lnTo>
                    <a:pt x="1964" y="21922"/>
                  </a:lnTo>
                  <a:lnTo>
                    <a:pt x="2823" y="20504"/>
                  </a:lnTo>
                  <a:lnTo>
                    <a:pt x="3592" y="19736"/>
                  </a:lnTo>
                  <a:lnTo>
                    <a:pt x="3770" y="19063"/>
                  </a:lnTo>
                  <a:lnTo>
                    <a:pt x="3677" y="18694"/>
                  </a:lnTo>
                  <a:lnTo>
                    <a:pt x="3210" y="19267"/>
                  </a:lnTo>
                  <a:lnTo>
                    <a:pt x="1934" y="19119"/>
                  </a:lnTo>
                  <a:lnTo>
                    <a:pt x="1618" y="19635"/>
                  </a:lnTo>
                  <a:lnTo>
                    <a:pt x="1048" y="19800"/>
                  </a:lnTo>
                  <a:lnTo>
                    <a:pt x="607" y="18141"/>
                  </a:lnTo>
                  <a:lnTo>
                    <a:pt x="629" y="17163"/>
                  </a:lnTo>
                  <a:lnTo>
                    <a:pt x="811" y="16087"/>
                  </a:lnTo>
                  <a:lnTo>
                    <a:pt x="2096" y="15903"/>
                  </a:lnTo>
                  <a:lnTo>
                    <a:pt x="2206" y="15557"/>
                  </a:lnTo>
                  <a:lnTo>
                    <a:pt x="1314" y="15326"/>
                  </a:lnTo>
                  <a:lnTo>
                    <a:pt x="199" y="14075"/>
                  </a:lnTo>
                  <a:lnTo>
                    <a:pt x="0" y="13213"/>
                  </a:lnTo>
                  <a:lnTo>
                    <a:pt x="552" y="12921"/>
                  </a:lnTo>
                  <a:lnTo>
                    <a:pt x="1081" y="13050"/>
                  </a:lnTo>
                  <a:lnTo>
                    <a:pt x="1540" y="13236"/>
                  </a:lnTo>
                  <a:lnTo>
                    <a:pt x="2037" y="12928"/>
                  </a:lnTo>
                  <a:lnTo>
                    <a:pt x="2503" y="12455"/>
                  </a:lnTo>
                  <a:lnTo>
                    <a:pt x="2781" y="11850"/>
                  </a:lnTo>
                  <a:lnTo>
                    <a:pt x="3158" y="10226"/>
                  </a:lnTo>
                  <a:lnTo>
                    <a:pt x="4366" y="9683"/>
                  </a:lnTo>
                  <a:lnTo>
                    <a:pt x="5078" y="8688"/>
                  </a:lnTo>
                  <a:lnTo>
                    <a:pt x="5754" y="7146"/>
                  </a:lnTo>
                  <a:lnTo>
                    <a:pt x="6064" y="6062"/>
                  </a:lnTo>
                  <a:lnTo>
                    <a:pt x="6343" y="5521"/>
                  </a:lnTo>
                  <a:lnTo>
                    <a:pt x="6519" y="5053"/>
                  </a:lnTo>
                  <a:lnTo>
                    <a:pt x="6649" y="4538"/>
                  </a:lnTo>
                  <a:lnTo>
                    <a:pt x="6951" y="4066"/>
                  </a:lnTo>
                  <a:lnTo>
                    <a:pt x="7268" y="2919"/>
                  </a:lnTo>
                  <a:lnTo>
                    <a:pt x="7485" y="1874"/>
                  </a:lnTo>
                  <a:lnTo>
                    <a:pt x="8180" y="1372"/>
                  </a:lnTo>
                  <a:lnTo>
                    <a:pt x="9602" y="931"/>
                  </a:lnTo>
                  <a:lnTo>
                    <a:pt x="10883" y="1689"/>
                  </a:lnTo>
                  <a:lnTo>
                    <a:pt x="12960" y="1029"/>
                  </a:lnTo>
                  <a:lnTo>
                    <a:pt x="13070" y="49"/>
                  </a:lnTo>
                  <a:lnTo>
                    <a:pt x="14972" y="32"/>
                  </a:lnTo>
                  <a:lnTo>
                    <a:pt x="17225" y="14"/>
                  </a:lnTo>
                  <a:lnTo>
                    <a:pt x="19101" y="0"/>
                  </a:lnTo>
                  <a:lnTo>
                    <a:pt x="19744" y="262"/>
                  </a:lnTo>
                  <a:lnTo>
                    <a:pt x="19979" y="992"/>
                  </a:lnTo>
                  <a:lnTo>
                    <a:pt x="20596" y="2139"/>
                  </a:lnTo>
                  <a:lnTo>
                    <a:pt x="21241" y="2931"/>
                  </a:lnTo>
                  <a:lnTo>
                    <a:pt x="22039" y="4671"/>
                  </a:lnTo>
                  <a:lnTo>
                    <a:pt x="22969" y="6696"/>
                  </a:lnTo>
                  <a:lnTo>
                    <a:pt x="23974" y="8524"/>
                  </a:lnTo>
                  <a:lnTo>
                    <a:pt x="24618" y="9516"/>
                  </a:lnTo>
                  <a:lnTo>
                    <a:pt x="24692" y="9863"/>
                  </a:lnTo>
                  <a:lnTo>
                    <a:pt x="24645" y="10257"/>
                  </a:lnTo>
                  <a:lnTo>
                    <a:pt x="24327" y="11186"/>
                  </a:lnTo>
                  <a:lnTo>
                    <a:pt x="24056" y="12192"/>
                  </a:lnTo>
                  <a:lnTo>
                    <a:pt x="24083" y="12570"/>
                  </a:lnTo>
                  <a:lnTo>
                    <a:pt x="24274" y="12760"/>
                  </a:lnTo>
                  <a:lnTo>
                    <a:pt x="25323" y="13074"/>
                  </a:lnTo>
                  <a:lnTo>
                    <a:pt x="25420" y="14195"/>
                  </a:lnTo>
                  <a:lnTo>
                    <a:pt x="25421" y="15746"/>
                  </a:lnTo>
                  <a:lnTo>
                    <a:pt x="25931" y="17194"/>
                  </a:lnTo>
                  <a:lnTo>
                    <a:pt x="26415" y="18257"/>
                  </a:lnTo>
                  <a:lnTo>
                    <a:pt x="26391" y="18637"/>
                  </a:lnTo>
                  <a:lnTo>
                    <a:pt x="25205" y="20455"/>
                  </a:lnTo>
                  <a:lnTo>
                    <a:pt x="24743" y="22260"/>
                  </a:lnTo>
                  <a:lnTo>
                    <a:pt x="24508" y="22767"/>
                  </a:lnTo>
                  <a:lnTo>
                    <a:pt x="24414" y="23171"/>
                  </a:lnTo>
                  <a:lnTo>
                    <a:pt x="24652" y="23360"/>
                  </a:lnTo>
                  <a:lnTo>
                    <a:pt x="24976" y="23240"/>
                  </a:lnTo>
                  <a:lnTo>
                    <a:pt x="25437" y="23391"/>
                  </a:lnTo>
                  <a:lnTo>
                    <a:pt x="25874" y="23444"/>
                  </a:lnTo>
                  <a:lnTo>
                    <a:pt x="26454" y="22796"/>
                  </a:lnTo>
                  <a:lnTo>
                    <a:pt x="27419" y="21139"/>
                  </a:lnTo>
                  <a:lnTo>
                    <a:pt x="27744" y="2093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g1397"/>
            <p:cNvSpPr/>
            <p:nvPr/>
          </p:nvSpPr>
          <p:spPr>
            <a:xfrm>
              <a:off x="3170093" y="2217269"/>
              <a:ext cx="22616" cy="17673"/>
            </a:xfrm>
            <a:custGeom>
              <a:avLst/>
              <a:pathLst>
                <a:path w="22616" h="17673">
                  <a:moveTo>
                    <a:pt x="7032" y="210"/>
                  </a:moveTo>
                  <a:lnTo>
                    <a:pt x="7272" y="275"/>
                  </a:lnTo>
                  <a:lnTo>
                    <a:pt x="8853" y="987"/>
                  </a:lnTo>
                  <a:lnTo>
                    <a:pt x="9322" y="849"/>
                  </a:lnTo>
                  <a:lnTo>
                    <a:pt x="9922" y="1422"/>
                  </a:lnTo>
                  <a:lnTo>
                    <a:pt x="10208" y="1870"/>
                  </a:lnTo>
                  <a:lnTo>
                    <a:pt x="10460" y="2487"/>
                  </a:lnTo>
                  <a:lnTo>
                    <a:pt x="11708" y="3730"/>
                  </a:lnTo>
                  <a:lnTo>
                    <a:pt x="11920" y="4272"/>
                  </a:lnTo>
                  <a:lnTo>
                    <a:pt x="12852" y="5005"/>
                  </a:lnTo>
                  <a:lnTo>
                    <a:pt x="13228" y="5565"/>
                  </a:lnTo>
                  <a:lnTo>
                    <a:pt x="13626" y="5796"/>
                  </a:lnTo>
                  <a:lnTo>
                    <a:pt x="14406" y="6010"/>
                  </a:lnTo>
                  <a:lnTo>
                    <a:pt x="15074" y="6306"/>
                  </a:lnTo>
                  <a:lnTo>
                    <a:pt x="15151" y="6512"/>
                  </a:lnTo>
                  <a:lnTo>
                    <a:pt x="15215" y="7344"/>
                  </a:lnTo>
                  <a:lnTo>
                    <a:pt x="15357" y="8045"/>
                  </a:lnTo>
                  <a:lnTo>
                    <a:pt x="15674" y="8091"/>
                  </a:lnTo>
                  <a:lnTo>
                    <a:pt x="16058" y="7751"/>
                  </a:lnTo>
                  <a:lnTo>
                    <a:pt x="17310" y="6812"/>
                  </a:lnTo>
                  <a:lnTo>
                    <a:pt x="18494" y="6189"/>
                  </a:lnTo>
                  <a:lnTo>
                    <a:pt x="19162" y="6562"/>
                  </a:lnTo>
                  <a:lnTo>
                    <a:pt x="19557" y="7343"/>
                  </a:lnTo>
                  <a:lnTo>
                    <a:pt x="20008" y="7691"/>
                  </a:lnTo>
                  <a:lnTo>
                    <a:pt x="20945" y="7477"/>
                  </a:lnTo>
                  <a:lnTo>
                    <a:pt x="21794" y="7547"/>
                  </a:lnTo>
                  <a:lnTo>
                    <a:pt x="22464" y="8229"/>
                  </a:lnTo>
                  <a:lnTo>
                    <a:pt x="22616" y="8625"/>
                  </a:lnTo>
                  <a:lnTo>
                    <a:pt x="22207" y="10895"/>
                  </a:lnTo>
                  <a:lnTo>
                    <a:pt x="22059" y="11866"/>
                  </a:lnTo>
                  <a:lnTo>
                    <a:pt x="21987" y="12688"/>
                  </a:lnTo>
                  <a:lnTo>
                    <a:pt x="22227" y="12903"/>
                  </a:lnTo>
                  <a:lnTo>
                    <a:pt x="22462" y="13222"/>
                  </a:lnTo>
                  <a:lnTo>
                    <a:pt x="22411" y="13665"/>
                  </a:lnTo>
                  <a:lnTo>
                    <a:pt x="21681" y="14393"/>
                  </a:lnTo>
                  <a:lnTo>
                    <a:pt x="21452" y="14579"/>
                  </a:lnTo>
                  <a:lnTo>
                    <a:pt x="21619" y="15983"/>
                  </a:lnTo>
                  <a:lnTo>
                    <a:pt x="21077" y="16830"/>
                  </a:lnTo>
                  <a:lnTo>
                    <a:pt x="20577" y="17440"/>
                  </a:lnTo>
                  <a:lnTo>
                    <a:pt x="19701" y="17607"/>
                  </a:lnTo>
                  <a:lnTo>
                    <a:pt x="18214" y="17673"/>
                  </a:lnTo>
                  <a:lnTo>
                    <a:pt x="15977" y="16982"/>
                  </a:lnTo>
                  <a:lnTo>
                    <a:pt x="14326" y="16040"/>
                  </a:lnTo>
                  <a:lnTo>
                    <a:pt x="13436" y="16034"/>
                  </a:lnTo>
                  <a:lnTo>
                    <a:pt x="13718" y="16345"/>
                  </a:lnTo>
                  <a:lnTo>
                    <a:pt x="14421" y="16544"/>
                  </a:lnTo>
                  <a:lnTo>
                    <a:pt x="15345" y="17210"/>
                  </a:lnTo>
                  <a:lnTo>
                    <a:pt x="15079" y="17395"/>
                  </a:lnTo>
                  <a:lnTo>
                    <a:pt x="11720" y="16010"/>
                  </a:lnTo>
                  <a:lnTo>
                    <a:pt x="7836" y="13292"/>
                  </a:lnTo>
                  <a:lnTo>
                    <a:pt x="5512" y="12859"/>
                  </a:lnTo>
                  <a:lnTo>
                    <a:pt x="2854" y="12148"/>
                  </a:lnTo>
                  <a:lnTo>
                    <a:pt x="1281" y="10432"/>
                  </a:lnTo>
                  <a:lnTo>
                    <a:pt x="101" y="9687"/>
                  </a:lnTo>
                  <a:lnTo>
                    <a:pt x="0" y="9039"/>
                  </a:lnTo>
                  <a:lnTo>
                    <a:pt x="11" y="8317"/>
                  </a:lnTo>
                  <a:lnTo>
                    <a:pt x="546" y="7351"/>
                  </a:lnTo>
                  <a:lnTo>
                    <a:pt x="1544" y="6049"/>
                  </a:lnTo>
                  <a:lnTo>
                    <a:pt x="2206" y="5376"/>
                  </a:lnTo>
                  <a:lnTo>
                    <a:pt x="2516" y="5244"/>
                  </a:lnTo>
                  <a:lnTo>
                    <a:pt x="2953" y="5314"/>
                  </a:lnTo>
                  <a:lnTo>
                    <a:pt x="3373" y="4938"/>
                  </a:lnTo>
                  <a:lnTo>
                    <a:pt x="3734" y="4042"/>
                  </a:lnTo>
                  <a:lnTo>
                    <a:pt x="4111" y="3464"/>
                  </a:lnTo>
                  <a:lnTo>
                    <a:pt x="5067" y="2879"/>
                  </a:lnTo>
                  <a:lnTo>
                    <a:pt x="5286" y="2647"/>
                  </a:lnTo>
                  <a:lnTo>
                    <a:pt x="5211" y="2145"/>
                  </a:lnTo>
                  <a:lnTo>
                    <a:pt x="5004" y="1172"/>
                  </a:lnTo>
                  <a:lnTo>
                    <a:pt x="5035" y="572"/>
                  </a:lnTo>
                  <a:lnTo>
                    <a:pt x="5348" y="295"/>
                  </a:lnTo>
                  <a:lnTo>
                    <a:pt x="5724" y="241"/>
                  </a:lnTo>
                  <a:lnTo>
                    <a:pt x="6500" y="0"/>
                  </a:lnTo>
                  <a:lnTo>
                    <a:pt x="6836" y="4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g1398"/>
            <p:cNvSpPr/>
            <p:nvPr/>
          </p:nvSpPr>
          <p:spPr>
            <a:xfrm>
              <a:off x="4139852" y="1804989"/>
              <a:ext cx="1114" cy="1334"/>
            </a:xfrm>
            <a:custGeom>
              <a:avLst/>
              <a:pathLst>
                <a:path w="1114" h="1334">
                  <a:moveTo>
                    <a:pt x="0" y="769"/>
                  </a:moveTo>
                  <a:lnTo>
                    <a:pt x="418" y="102"/>
                  </a:lnTo>
                  <a:lnTo>
                    <a:pt x="1010" y="0"/>
                  </a:lnTo>
                  <a:lnTo>
                    <a:pt x="1114" y="512"/>
                  </a:lnTo>
                  <a:lnTo>
                    <a:pt x="836" y="1232"/>
                  </a:lnTo>
                  <a:lnTo>
                    <a:pt x="279" y="133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g1399"/>
            <p:cNvSpPr/>
            <p:nvPr/>
          </p:nvSpPr>
          <p:spPr>
            <a:xfrm>
              <a:off x="4426131" y="2258155"/>
              <a:ext cx="59434" cy="48855"/>
            </a:xfrm>
            <a:custGeom>
              <a:avLst/>
              <a:pathLst>
                <a:path w="59434" h="48855">
                  <a:moveTo>
                    <a:pt x="59434" y="3366"/>
                  </a:moveTo>
                  <a:lnTo>
                    <a:pt x="59433" y="7217"/>
                  </a:lnTo>
                  <a:lnTo>
                    <a:pt x="59433" y="10957"/>
                  </a:lnTo>
                  <a:lnTo>
                    <a:pt x="59432" y="14876"/>
                  </a:lnTo>
                  <a:lnTo>
                    <a:pt x="59431" y="21288"/>
                  </a:lnTo>
                  <a:lnTo>
                    <a:pt x="59431" y="23602"/>
                  </a:lnTo>
                  <a:lnTo>
                    <a:pt x="59429" y="26998"/>
                  </a:lnTo>
                  <a:lnTo>
                    <a:pt x="59429" y="28565"/>
                  </a:lnTo>
                  <a:lnTo>
                    <a:pt x="58061" y="31621"/>
                  </a:lnTo>
                  <a:lnTo>
                    <a:pt x="56387" y="35360"/>
                  </a:lnTo>
                  <a:lnTo>
                    <a:pt x="54609" y="39336"/>
                  </a:lnTo>
                  <a:lnTo>
                    <a:pt x="53134" y="42630"/>
                  </a:lnTo>
                  <a:lnTo>
                    <a:pt x="51753" y="45716"/>
                  </a:lnTo>
                  <a:lnTo>
                    <a:pt x="50348" y="48855"/>
                  </a:lnTo>
                  <a:lnTo>
                    <a:pt x="47126" y="48855"/>
                  </a:lnTo>
                  <a:lnTo>
                    <a:pt x="43985" y="48855"/>
                  </a:lnTo>
                  <a:lnTo>
                    <a:pt x="40887" y="48855"/>
                  </a:lnTo>
                  <a:lnTo>
                    <a:pt x="40332" y="48450"/>
                  </a:lnTo>
                  <a:lnTo>
                    <a:pt x="37732" y="47166"/>
                  </a:lnTo>
                  <a:lnTo>
                    <a:pt x="34433" y="45537"/>
                  </a:lnTo>
                  <a:lnTo>
                    <a:pt x="30339" y="43516"/>
                  </a:lnTo>
                  <a:lnTo>
                    <a:pt x="27427" y="42077"/>
                  </a:lnTo>
                  <a:lnTo>
                    <a:pt x="24319" y="40574"/>
                  </a:lnTo>
                  <a:lnTo>
                    <a:pt x="21164" y="39048"/>
                  </a:lnTo>
                  <a:lnTo>
                    <a:pt x="18690" y="37850"/>
                  </a:lnTo>
                  <a:lnTo>
                    <a:pt x="15608" y="36358"/>
                  </a:lnTo>
                  <a:lnTo>
                    <a:pt x="12927" y="35061"/>
                  </a:lnTo>
                  <a:lnTo>
                    <a:pt x="12557" y="34743"/>
                  </a:lnTo>
                  <a:lnTo>
                    <a:pt x="11072" y="32763"/>
                  </a:lnTo>
                  <a:lnTo>
                    <a:pt x="9120" y="30160"/>
                  </a:lnTo>
                  <a:lnTo>
                    <a:pt x="8747" y="30114"/>
                  </a:lnTo>
                  <a:lnTo>
                    <a:pt x="7815" y="29573"/>
                  </a:lnTo>
                  <a:lnTo>
                    <a:pt x="6981" y="28168"/>
                  </a:lnTo>
                  <a:lnTo>
                    <a:pt x="6118" y="26371"/>
                  </a:lnTo>
                  <a:lnTo>
                    <a:pt x="5317" y="24124"/>
                  </a:lnTo>
                  <a:lnTo>
                    <a:pt x="4968" y="22593"/>
                  </a:lnTo>
                  <a:lnTo>
                    <a:pt x="3902" y="21948"/>
                  </a:lnTo>
                  <a:lnTo>
                    <a:pt x="3389" y="20743"/>
                  </a:lnTo>
                  <a:lnTo>
                    <a:pt x="2422" y="18954"/>
                  </a:lnTo>
                  <a:lnTo>
                    <a:pt x="1751" y="18086"/>
                  </a:lnTo>
                  <a:lnTo>
                    <a:pt x="1513" y="17329"/>
                  </a:lnTo>
                  <a:lnTo>
                    <a:pt x="1203" y="15763"/>
                  </a:lnTo>
                  <a:lnTo>
                    <a:pt x="650" y="14060"/>
                  </a:lnTo>
                  <a:lnTo>
                    <a:pt x="121" y="13002"/>
                  </a:lnTo>
                  <a:lnTo>
                    <a:pt x="0" y="12550"/>
                  </a:lnTo>
                  <a:lnTo>
                    <a:pt x="29" y="12252"/>
                  </a:lnTo>
                  <a:lnTo>
                    <a:pt x="1008" y="9943"/>
                  </a:lnTo>
                  <a:lnTo>
                    <a:pt x="1450" y="9119"/>
                  </a:lnTo>
                  <a:lnTo>
                    <a:pt x="1953" y="8321"/>
                  </a:lnTo>
                  <a:lnTo>
                    <a:pt x="2362" y="7525"/>
                  </a:lnTo>
                  <a:lnTo>
                    <a:pt x="2519" y="6980"/>
                  </a:lnTo>
                  <a:lnTo>
                    <a:pt x="3710" y="4260"/>
                  </a:lnTo>
                  <a:lnTo>
                    <a:pt x="4758" y="1870"/>
                  </a:lnTo>
                  <a:lnTo>
                    <a:pt x="5577" y="0"/>
                  </a:lnTo>
                  <a:lnTo>
                    <a:pt x="7424" y="2139"/>
                  </a:lnTo>
                  <a:lnTo>
                    <a:pt x="9221" y="6476"/>
                  </a:lnTo>
                  <a:lnTo>
                    <a:pt x="11317" y="9980"/>
                  </a:lnTo>
                  <a:lnTo>
                    <a:pt x="14207" y="13236"/>
                  </a:lnTo>
                  <a:lnTo>
                    <a:pt x="15353" y="14337"/>
                  </a:lnTo>
                  <a:lnTo>
                    <a:pt x="16367" y="14918"/>
                  </a:lnTo>
                  <a:lnTo>
                    <a:pt x="21632" y="14827"/>
                  </a:lnTo>
                  <a:lnTo>
                    <a:pt x="25366" y="11856"/>
                  </a:lnTo>
                  <a:lnTo>
                    <a:pt x="28755" y="9706"/>
                  </a:lnTo>
                  <a:lnTo>
                    <a:pt x="29898" y="9260"/>
                  </a:lnTo>
                  <a:lnTo>
                    <a:pt x="31864" y="9848"/>
                  </a:lnTo>
                  <a:lnTo>
                    <a:pt x="34034" y="10024"/>
                  </a:lnTo>
                  <a:lnTo>
                    <a:pt x="35987" y="10678"/>
                  </a:lnTo>
                  <a:lnTo>
                    <a:pt x="36978" y="10514"/>
                  </a:lnTo>
                  <a:lnTo>
                    <a:pt x="40842" y="8011"/>
                  </a:lnTo>
                  <a:lnTo>
                    <a:pt x="43270" y="5577"/>
                  </a:lnTo>
                  <a:lnTo>
                    <a:pt x="44924" y="4543"/>
                  </a:lnTo>
                  <a:lnTo>
                    <a:pt x="45576" y="4533"/>
                  </a:lnTo>
                  <a:lnTo>
                    <a:pt x="47834" y="5408"/>
                  </a:lnTo>
                  <a:lnTo>
                    <a:pt x="50736" y="5027"/>
                  </a:lnTo>
                  <a:lnTo>
                    <a:pt x="54706" y="2924"/>
                  </a:lnTo>
                  <a:lnTo>
                    <a:pt x="55971" y="2500"/>
                  </a:lnTo>
                  <a:lnTo>
                    <a:pt x="56934" y="2470"/>
                  </a:lnTo>
                  <a:lnTo>
                    <a:pt x="59098" y="341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g1400"/>
            <p:cNvSpPr/>
            <p:nvPr/>
          </p:nvSpPr>
          <p:spPr>
            <a:xfrm>
              <a:off x="4410124" y="2251406"/>
              <a:ext cx="98636" cy="190793"/>
            </a:xfrm>
            <a:custGeom>
              <a:avLst/>
              <a:pathLst>
                <a:path w="98636" h="190793">
                  <a:moveTo>
                    <a:pt x="5376" y="190793"/>
                  </a:moveTo>
                  <a:lnTo>
                    <a:pt x="5422" y="189647"/>
                  </a:lnTo>
                  <a:lnTo>
                    <a:pt x="5273" y="189076"/>
                  </a:lnTo>
                  <a:lnTo>
                    <a:pt x="4375" y="187364"/>
                  </a:lnTo>
                  <a:lnTo>
                    <a:pt x="2699" y="184170"/>
                  </a:lnTo>
                  <a:lnTo>
                    <a:pt x="1432" y="181756"/>
                  </a:lnTo>
                  <a:lnTo>
                    <a:pt x="134" y="179286"/>
                  </a:lnTo>
                  <a:lnTo>
                    <a:pt x="130" y="177311"/>
                  </a:lnTo>
                  <a:lnTo>
                    <a:pt x="114" y="171433"/>
                  </a:lnTo>
                  <a:lnTo>
                    <a:pt x="83" y="159679"/>
                  </a:lnTo>
                  <a:lnTo>
                    <a:pt x="52" y="147924"/>
                  </a:lnTo>
                  <a:lnTo>
                    <a:pt x="21" y="136169"/>
                  </a:lnTo>
                  <a:lnTo>
                    <a:pt x="5" y="130292"/>
                  </a:lnTo>
                  <a:lnTo>
                    <a:pt x="0" y="127888"/>
                  </a:lnTo>
                  <a:lnTo>
                    <a:pt x="134" y="127501"/>
                  </a:lnTo>
                  <a:lnTo>
                    <a:pt x="1613" y="125344"/>
                  </a:lnTo>
                  <a:lnTo>
                    <a:pt x="3569" y="122490"/>
                  </a:lnTo>
                  <a:lnTo>
                    <a:pt x="6140" y="117067"/>
                  </a:lnTo>
                  <a:lnTo>
                    <a:pt x="7535" y="114122"/>
                  </a:lnTo>
                  <a:lnTo>
                    <a:pt x="8699" y="111666"/>
                  </a:lnTo>
                  <a:lnTo>
                    <a:pt x="8996" y="110919"/>
                  </a:lnTo>
                  <a:lnTo>
                    <a:pt x="10025" y="109431"/>
                  </a:lnTo>
                  <a:lnTo>
                    <a:pt x="11958" y="108542"/>
                  </a:lnTo>
                  <a:lnTo>
                    <a:pt x="13157" y="108395"/>
                  </a:lnTo>
                  <a:lnTo>
                    <a:pt x="17286" y="107282"/>
                  </a:lnTo>
                  <a:lnTo>
                    <a:pt x="17901" y="106833"/>
                  </a:lnTo>
                  <a:lnTo>
                    <a:pt x="18261" y="106319"/>
                  </a:lnTo>
                  <a:lnTo>
                    <a:pt x="18604" y="105144"/>
                  </a:lnTo>
                  <a:lnTo>
                    <a:pt x="19409" y="103498"/>
                  </a:lnTo>
                  <a:lnTo>
                    <a:pt x="20446" y="102366"/>
                  </a:lnTo>
                  <a:lnTo>
                    <a:pt x="22417" y="100889"/>
                  </a:lnTo>
                  <a:lnTo>
                    <a:pt x="24350" y="99634"/>
                  </a:lnTo>
                  <a:lnTo>
                    <a:pt x="24778" y="99430"/>
                  </a:lnTo>
                  <a:lnTo>
                    <a:pt x="27102" y="98643"/>
                  </a:lnTo>
                  <a:lnTo>
                    <a:pt x="27672" y="98373"/>
                  </a:lnTo>
                  <a:lnTo>
                    <a:pt x="28613" y="98097"/>
                  </a:lnTo>
                  <a:lnTo>
                    <a:pt x="28984" y="98091"/>
                  </a:lnTo>
                  <a:lnTo>
                    <a:pt x="32214" y="98367"/>
                  </a:lnTo>
                  <a:lnTo>
                    <a:pt x="34741" y="98582"/>
                  </a:lnTo>
                  <a:lnTo>
                    <a:pt x="37343" y="98803"/>
                  </a:lnTo>
                  <a:lnTo>
                    <a:pt x="37616" y="98634"/>
                  </a:lnTo>
                  <a:lnTo>
                    <a:pt x="39436" y="95710"/>
                  </a:lnTo>
                  <a:lnTo>
                    <a:pt x="42327" y="91055"/>
                  </a:lnTo>
                  <a:lnTo>
                    <a:pt x="44173" y="88086"/>
                  </a:lnTo>
                  <a:lnTo>
                    <a:pt x="47025" y="83498"/>
                  </a:lnTo>
                  <a:lnTo>
                    <a:pt x="49218" y="80186"/>
                  </a:lnTo>
                  <a:lnTo>
                    <a:pt x="51641" y="76523"/>
                  </a:lnTo>
                  <a:lnTo>
                    <a:pt x="53995" y="73176"/>
                  </a:lnTo>
                  <a:lnTo>
                    <a:pt x="56828" y="69148"/>
                  </a:lnTo>
                  <a:lnTo>
                    <a:pt x="58612" y="66612"/>
                  </a:lnTo>
                  <a:lnTo>
                    <a:pt x="61385" y="62670"/>
                  </a:lnTo>
                  <a:lnTo>
                    <a:pt x="64023" y="58920"/>
                  </a:lnTo>
                  <a:lnTo>
                    <a:pt x="66355" y="55604"/>
                  </a:lnTo>
                  <a:lnTo>
                    <a:pt x="67761" y="52465"/>
                  </a:lnTo>
                  <a:lnTo>
                    <a:pt x="69142" y="49380"/>
                  </a:lnTo>
                  <a:lnTo>
                    <a:pt x="70616" y="46085"/>
                  </a:lnTo>
                  <a:lnTo>
                    <a:pt x="72395" y="42109"/>
                  </a:lnTo>
                  <a:lnTo>
                    <a:pt x="74069" y="38370"/>
                  </a:lnTo>
                  <a:lnTo>
                    <a:pt x="75437" y="35315"/>
                  </a:lnTo>
                  <a:lnTo>
                    <a:pt x="75437" y="33748"/>
                  </a:lnTo>
                  <a:lnTo>
                    <a:pt x="75438" y="30351"/>
                  </a:lnTo>
                  <a:lnTo>
                    <a:pt x="75438" y="28038"/>
                  </a:lnTo>
                  <a:lnTo>
                    <a:pt x="75439" y="21625"/>
                  </a:lnTo>
                  <a:lnTo>
                    <a:pt x="75440" y="17706"/>
                  </a:lnTo>
                  <a:lnTo>
                    <a:pt x="75440" y="13966"/>
                  </a:lnTo>
                  <a:lnTo>
                    <a:pt x="75441" y="10115"/>
                  </a:lnTo>
                  <a:lnTo>
                    <a:pt x="76610" y="9942"/>
                  </a:lnTo>
                  <a:lnTo>
                    <a:pt x="79696" y="8940"/>
                  </a:lnTo>
                  <a:lnTo>
                    <a:pt x="82097" y="7430"/>
                  </a:lnTo>
                  <a:lnTo>
                    <a:pt x="86524" y="6337"/>
                  </a:lnTo>
                  <a:lnTo>
                    <a:pt x="89894" y="3572"/>
                  </a:lnTo>
                  <a:lnTo>
                    <a:pt x="90481" y="2238"/>
                  </a:lnTo>
                  <a:lnTo>
                    <a:pt x="91500" y="556"/>
                  </a:lnTo>
                  <a:lnTo>
                    <a:pt x="92979" y="0"/>
                  </a:lnTo>
                  <a:lnTo>
                    <a:pt x="96754" y="1976"/>
                  </a:lnTo>
                  <a:lnTo>
                    <a:pt x="97355" y="2133"/>
                  </a:lnTo>
                  <a:lnTo>
                    <a:pt x="97137" y="3328"/>
                  </a:lnTo>
                  <a:lnTo>
                    <a:pt x="97008" y="4547"/>
                  </a:lnTo>
                  <a:lnTo>
                    <a:pt x="96234" y="6674"/>
                  </a:lnTo>
                  <a:lnTo>
                    <a:pt x="95741" y="9038"/>
                  </a:lnTo>
                  <a:lnTo>
                    <a:pt x="96101" y="12649"/>
                  </a:lnTo>
                  <a:lnTo>
                    <a:pt x="96274" y="18506"/>
                  </a:lnTo>
                  <a:lnTo>
                    <a:pt x="96186" y="19356"/>
                  </a:lnTo>
                  <a:lnTo>
                    <a:pt x="95936" y="20194"/>
                  </a:lnTo>
                  <a:lnTo>
                    <a:pt x="95832" y="20854"/>
                  </a:lnTo>
                  <a:lnTo>
                    <a:pt x="95424" y="21085"/>
                  </a:lnTo>
                  <a:lnTo>
                    <a:pt x="95245" y="21464"/>
                  </a:lnTo>
                  <a:lnTo>
                    <a:pt x="95542" y="21615"/>
                  </a:lnTo>
                  <a:lnTo>
                    <a:pt x="96725" y="20976"/>
                  </a:lnTo>
                  <a:lnTo>
                    <a:pt x="96699" y="20278"/>
                  </a:lnTo>
                  <a:lnTo>
                    <a:pt x="96769" y="19932"/>
                  </a:lnTo>
                  <a:lnTo>
                    <a:pt x="97741" y="20712"/>
                  </a:lnTo>
                  <a:lnTo>
                    <a:pt x="98436" y="21039"/>
                  </a:lnTo>
                  <a:lnTo>
                    <a:pt x="98636" y="21773"/>
                  </a:lnTo>
                  <a:lnTo>
                    <a:pt x="98582" y="22277"/>
                  </a:lnTo>
                  <a:lnTo>
                    <a:pt x="97481" y="22045"/>
                  </a:lnTo>
                  <a:lnTo>
                    <a:pt x="96919" y="21655"/>
                  </a:lnTo>
                  <a:lnTo>
                    <a:pt x="95284" y="22296"/>
                  </a:lnTo>
                  <a:lnTo>
                    <a:pt x="94282" y="22988"/>
                  </a:lnTo>
                  <a:lnTo>
                    <a:pt x="93983" y="24137"/>
                  </a:lnTo>
                  <a:lnTo>
                    <a:pt x="93749" y="28725"/>
                  </a:lnTo>
                  <a:lnTo>
                    <a:pt x="93362" y="31706"/>
                  </a:lnTo>
                  <a:lnTo>
                    <a:pt x="93288" y="35644"/>
                  </a:lnTo>
                  <a:lnTo>
                    <a:pt x="91965" y="38252"/>
                  </a:lnTo>
                  <a:lnTo>
                    <a:pt x="91519" y="40091"/>
                  </a:lnTo>
                  <a:lnTo>
                    <a:pt x="89549" y="43774"/>
                  </a:lnTo>
                  <a:lnTo>
                    <a:pt x="88522" y="46922"/>
                  </a:lnTo>
                  <a:lnTo>
                    <a:pt x="88186" y="48458"/>
                  </a:lnTo>
                  <a:lnTo>
                    <a:pt x="86456" y="52777"/>
                  </a:lnTo>
                  <a:lnTo>
                    <a:pt x="84083" y="56086"/>
                  </a:lnTo>
                  <a:lnTo>
                    <a:pt x="83224" y="60312"/>
                  </a:lnTo>
                  <a:lnTo>
                    <a:pt x="82372" y="62962"/>
                  </a:lnTo>
                  <a:lnTo>
                    <a:pt x="81415" y="65369"/>
                  </a:lnTo>
                  <a:lnTo>
                    <a:pt x="79320" y="69644"/>
                  </a:lnTo>
                  <a:lnTo>
                    <a:pt x="78245" y="72617"/>
                  </a:lnTo>
                  <a:lnTo>
                    <a:pt x="76899" y="77770"/>
                  </a:lnTo>
                  <a:lnTo>
                    <a:pt x="76489" y="81037"/>
                  </a:lnTo>
                  <a:lnTo>
                    <a:pt x="72702" y="90512"/>
                  </a:lnTo>
                  <a:lnTo>
                    <a:pt x="68775" y="98067"/>
                  </a:lnTo>
                  <a:lnTo>
                    <a:pt x="66328" y="104423"/>
                  </a:lnTo>
                  <a:lnTo>
                    <a:pt x="61939" y="111798"/>
                  </a:lnTo>
                  <a:lnTo>
                    <a:pt x="55954" y="121319"/>
                  </a:lnTo>
                  <a:lnTo>
                    <a:pt x="48124" y="132624"/>
                  </a:lnTo>
                  <a:lnTo>
                    <a:pt x="45996" y="134929"/>
                  </a:lnTo>
                  <a:lnTo>
                    <a:pt x="37424" y="141899"/>
                  </a:lnTo>
                  <a:lnTo>
                    <a:pt x="31866" y="147746"/>
                  </a:lnTo>
                  <a:lnTo>
                    <a:pt x="29028" y="151721"/>
                  </a:lnTo>
                  <a:lnTo>
                    <a:pt x="26046" y="155181"/>
                  </a:lnTo>
                  <a:lnTo>
                    <a:pt x="23682" y="158476"/>
                  </a:lnTo>
                  <a:lnTo>
                    <a:pt x="16534" y="169597"/>
                  </a:lnTo>
                  <a:lnTo>
                    <a:pt x="15797" y="170644"/>
                  </a:lnTo>
                  <a:lnTo>
                    <a:pt x="15102" y="171631"/>
                  </a:lnTo>
                  <a:lnTo>
                    <a:pt x="14202" y="173514"/>
                  </a:lnTo>
                  <a:lnTo>
                    <a:pt x="13575" y="174261"/>
                  </a:lnTo>
                  <a:lnTo>
                    <a:pt x="11868" y="177440"/>
                  </a:lnTo>
                  <a:lnTo>
                    <a:pt x="10802" y="179088"/>
                  </a:lnTo>
                  <a:lnTo>
                    <a:pt x="9606" y="180719"/>
                  </a:lnTo>
                  <a:lnTo>
                    <a:pt x="9099" y="181869"/>
                  </a:lnTo>
                  <a:lnTo>
                    <a:pt x="8740" y="183195"/>
                  </a:lnTo>
                  <a:lnTo>
                    <a:pt x="8341" y="183932"/>
                  </a:lnTo>
                  <a:lnTo>
                    <a:pt x="7263" y="187093"/>
                  </a:lnTo>
                  <a:lnTo>
                    <a:pt x="6315" y="18916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g1401"/>
            <p:cNvSpPr/>
            <p:nvPr/>
          </p:nvSpPr>
          <p:spPr>
            <a:xfrm>
              <a:off x="3490461" y="1765637"/>
              <a:ext cx="1001" cy="812"/>
            </a:xfrm>
            <a:custGeom>
              <a:avLst/>
              <a:pathLst>
                <a:path w="1001" h="812">
                  <a:moveTo>
                    <a:pt x="875" y="679"/>
                  </a:moveTo>
                  <a:lnTo>
                    <a:pt x="677" y="812"/>
                  </a:lnTo>
                  <a:lnTo>
                    <a:pt x="0" y="612"/>
                  </a:lnTo>
                  <a:lnTo>
                    <a:pt x="322" y="179"/>
                  </a:lnTo>
                  <a:lnTo>
                    <a:pt x="550" y="53"/>
                  </a:lnTo>
                  <a:lnTo>
                    <a:pt x="857" y="0"/>
                  </a:lnTo>
                  <a:lnTo>
                    <a:pt x="1001" y="132"/>
                  </a:lnTo>
                  <a:lnTo>
                    <a:pt x="983" y="45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g1402"/>
            <p:cNvSpPr/>
            <p:nvPr/>
          </p:nvSpPr>
          <p:spPr>
            <a:xfrm>
              <a:off x="3489102" y="1761622"/>
              <a:ext cx="1243" cy="4235"/>
            </a:xfrm>
            <a:custGeom>
              <a:avLst/>
              <a:pathLst>
                <a:path w="1243" h="4235">
                  <a:moveTo>
                    <a:pt x="1133" y="3633"/>
                  </a:moveTo>
                  <a:lnTo>
                    <a:pt x="309" y="4235"/>
                  </a:lnTo>
                  <a:lnTo>
                    <a:pt x="20" y="3898"/>
                  </a:lnTo>
                  <a:lnTo>
                    <a:pt x="91" y="3505"/>
                  </a:lnTo>
                  <a:lnTo>
                    <a:pt x="514" y="2552"/>
                  </a:lnTo>
                  <a:lnTo>
                    <a:pt x="501" y="2278"/>
                  </a:lnTo>
                  <a:lnTo>
                    <a:pt x="0" y="432"/>
                  </a:lnTo>
                  <a:lnTo>
                    <a:pt x="84" y="131"/>
                  </a:lnTo>
                  <a:lnTo>
                    <a:pt x="210" y="0"/>
                  </a:lnTo>
                  <a:lnTo>
                    <a:pt x="941" y="390"/>
                  </a:lnTo>
                  <a:lnTo>
                    <a:pt x="1026" y="892"/>
                  </a:lnTo>
                  <a:lnTo>
                    <a:pt x="681" y="2024"/>
                  </a:lnTo>
                  <a:lnTo>
                    <a:pt x="918" y="2776"/>
                  </a:lnTo>
                  <a:lnTo>
                    <a:pt x="1243" y="331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g1403"/>
            <p:cNvSpPr/>
            <p:nvPr/>
          </p:nvSpPr>
          <p:spPr>
            <a:xfrm>
              <a:off x="4200800" y="1774590"/>
              <a:ext cx="39146" cy="54774"/>
            </a:xfrm>
            <a:custGeom>
              <a:avLst/>
              <a:pathLst>
                <a:path w="39146" h="54774">
                  <a:moveTo>
                    <a:pt x="13270" y="845"/>
                  </a:moveTo>
                  <a:lnTo>
                    <a:pt x="13834" y="1652"/>
                  </a:lnTo>
                  <a:lnTo>
                    <a:pt x="14375" y="2701"/>
                  </a:lnTo>
                  <a:lnTo>
                    <a:pt x="15127" y="3185"/>
                  </a:lnTo>
                  <a:lnTo>
                    <a:pt x="16022" y="3761"/>
                  </a:lnTo>
                  <a:lnTo>
                    <a:pt x="16481" y="4180"/>
                  </a:lnTo>
                  <a:lnTo>
                    <a:pt x="17158" y="5436"/>
                  </a:lnTo>
                  <a:lnTo>
                    <a:pt x="17693" y="6052"/>
                  </a:lnTo>
                  <a:lnTo>
                    <a:pt x="17869" y="6022"/>
                  </a:lnTo>
                  <a:lnTo>
                    <a:pt x="18049" y="5861"/>
                  </a:lnTo>
                  <a:lnTo>
                    <a:pt x="18175" y="5733"/>
                  </a:lnTo>
                  <a:lnTo>
                    <a:pt x="18315" y="5849"/>
                  </a:lnTo>
                  <a:lnTo>
                    <a:pt x="18322" y="6230"/>
                  </a:lnTo>
                  <a:lnTo>
                    <a:pt x="18356" y="7074"/>
                  </a:lnTo>
                  <a:lnTo>
                    <a:pt x="18228" y="7974"/>
                  </a:lnTo>
                  <a:lnTo>
                    <a:pt x="18419" y="8825"/>
                  </a:lnTo>
                  <a:lnTo>
                    <a:pt x="18424" y="9089"/>
                  </a:lnTo>
                  <a:lnTo>
                    <a:pt x="18291" y="9332"/>
                  </a:lnTo>
                  <a:lnTo>
                    <a:pt x="18308" y="9551"/>
                  </a:lnTo>
                  <a:lnTo>
                    <a:pt x="18495" y="9781"/>
                  </a:lnTo>
                  <a:lnTo>
                    <a:pt x="19221" y="10344"/>
                  </a:lnTo>
                  <a:lnTo>
                    <a:pt x="19893" y="11212"/>
                  </a:lnTo>
                  <a:lnTo>
                    <a:pt x="20669" y="11823"/>
                  </a:lnTo>
                  <a:lnTo>
                    <a:pt x="21389" y="12213"/>
                  </a:lnTo>
                  <a:lnTo>
                    <a:pt x="21843" y="12238"/>
                  </a:lnTo>
                  <a:lnTo>
                    <a:pt x="22586" y="12941"/>
                  </a:lnTo>
                  <a:lnTo>
                    <a:pt x="24055" y="13447"/>
                  </a:lnTo>
                  <a:lnTo>
                    <a:pt x="24526" y="13622"/>
                  </a:lnTo>
                  <a:lnTo>
                    <a:pt x="24847" y="13910"/>
                  </a:lnTo>
                  <a:lnTo>
                    <a:pt x="25082" y="14244"/>
                  </a:lnTo>
                  <a:lnTo>
                    <a:pt x="25097" y="14602"/>
                  </a:lnTo>
                  <a:lnTo>
                    <a:pt x="24870" y="14775"/>
                  </a:lnTo>
                  <a:lnTo>
                    <a:pt x="24554" y="15259"/>
                  </a:lnTo>
                  <a:lnTo>
                    <a:pt x="24424" y="15848"/>
                  </a:lnTo>
                  <a:lnTo>
                    <a:pt x="24189" y="15997"/>
                  </a:lnTo>
                  <a:lnTo>
                    <a:pt x="23955" y="16009"/>
                  </a:lnTo>
                  <a:lnTo>
                    <a:pt x="23783" y="16182"/>
                  </a:lnTo>
                  <a:lnTo>
                    <a:pt x="23822" y="16436"/>
                  </a:lnTo>
                  <a:lnTo>
                    <a:pt x="24017" y="16678"/>
                  </a:lnTo>
                  <a:lnTo>
                    <a:pt x="24322" y="16897"/>
                  </a:lnTo>
                  <a:lnTo>
                    <a:pt x="24909" y="17116"/>
                  </a:lnTo>
                  <a:lnTo>
                    <a:pt x="25488" y="17439"/>
                  </a:lnTo>
                  <a:lnTo>
                    <a:pt x="25480" y="17692"/>
                  </a:lnTo>
                  <a:lnTo>
                    <a:pt x="25363" y="17970"/>
                  </a:lnTo>
                  <a:lnTo>
                    <a:pt x="24627" y="18073"/>
                  </a:lnTo>
                  <a:lnTo>
                    <a:pt x="24080" y="18119"/>
                  </a:lnTo>
                  <a:lnTo>
                    <a:pt x="23830" y="18235"/>
                  </a:lnTo>
                  <a:lnTo>
                    <a:pt x="23850" y="18725"/>
                  </a:lnTo>
                  <a:lnTo>
                    <a:pt x="25393" y="19235"/>
                  </a:lnTo>
                  <a:lnTo>
                    <a:pt x="26092" y="19719"/>
                  </a:lnTo>
                  <a:lnTo>
                    <a:pt x="26462" y="20346"/>
                  </a:lnTo>
                  <a:lnTo>
                    <a:pt x="27447" y="20761"/>
                  </a:lnTo>
                  <a:lnTo>
                    <a:pt x="29046" y="20964"/>
                  </a:lnTo>
                  <a:lnTo>
                    <a:pt x="30160" y="21609"/>
                  </a:lnTo>
                  <a:lnTo>
                    <a:pt x="30785" y="22696"/>
                  </a:lnTo>
                  <a:lnTo>
                    <a:pt x="31806" y="22435"/>
                  </a:lnTo>
                  <a:lnTo>
                    <a:pt x="33222" y="20825"/>
                  </a:lnTo>
                  <a:lnTo>
                    <a:pt x="34613" y="20404"/>
                  </a:lnTo>
                  <a:lnTo>
                    <a:pt x="35979" y="21175"/>
                  </a:lnTo>
                  <a:lnTo>
                    <a:pt x="36725" y="21809"/>
                  </a:lnTo>
                  <a:lnTo>
                    <a:pt x="36852" y="22306"/>
                  </a:lnTo>
                  <a:lnTo>
                    <a:pt x="36534" y="22507"/>
                  </a:lnTo>
                  <a:lnTo>
                    <a:pt x="35771" y="22411"/>
                  </a:lnTo>
                  <a:lnTo>
                    <a:pt x="35146" y="22719"/>
                  </a:lnTo>
                  <a:lnTo>
                    <a:pt x="34657" y="23426"/>
                  </a:lnTo>
                  <a:lnTo>
                    <a:pt x="34583" y="24182"/>
                  </a:lnTo>
                  <a:lnTo>
                    <a:pt x="34925" y="24983"/>
                  </a:lnTo>
                  <a:lnTo>
                    <a:pt x="35409" y="25536"/>
                  </a:lnTo>
                  <a:lnTo>
                    <a:pt x="36035" y="25841"/>
                  </a:lnTo>
                  <a:lnTo>
                    <a:pt x="36369" y="26259"/>
                  </a:lnTo>
                  <a:lnTo>
                    <a:pt x="36413" y="26792"/>
                  </a:lnTo>
                  <a:lnTo>
                    <a:pt x="36575" y="26938"/>
                  </a:lnTo>
                  <a:lnTo>
                    <a:pt x="36219" y="27184"/>
                  </a:lnTo>
                  <a:lnTo>
                    <a:pt x="35832" y="27548"/>
                  </a:lnTo>
                  <a:lnTo>
                    <a:pt x="35613" y="28183"/>
                  </a:lnTo>
                  <a:lnTo>
                    <a:pt x="35557" y="29205"/>
                  </a:lnTo>
                  <a:lnTo>
                    <a:pt x="34342" y="30004"/>
                  </a:lnTo>
                  <a:lnTo>
                    <a:pt x="33886" y="30152"/>
                  </a:lnTo>
                  <a:lnTo>
                    <a:pt x="33680" y="30680"/>
                  </a:lnTo>
                  <a:lnTo>
                    <a:pt x="33362" y="32178"/>
                  </a:lnTo>
                  <a:lnTo>
                    <a:pt x="33402" y="33306"/>
                  </a:lnTo>
                  <a:lnTo>
                    <a:pt x="33565" y="33880"/>
                  </a:lnTo>
                  <a:lnTo>
                    <a:pt x="33640" y="34347"/>
                  </a:lnTo>
                  <a:lnTo>
                    <a:pt x="34033" y="34921"/>
                  </a:lnTo>
                  <a:lnTo>
                    <a:pt x="34390" y="35803"/>
                  </a:lnTo>
                  <a:lnTo>
                    <a:pt x="34627" y="36966"/>
                  </a:lnTo>
                  <a:lnTo>
                    <a:pt x="35151" y="37864"/>
                  </a:lnTo>
                  <a:lnTo>
                    <a:pt x="36498" y="38748"/>
                  </a:lnTo>
                  <a:lnTo>
                    <a:pt x="37166" y="39263"/>
                  </a:lnTo>
                  <a:lnTo>
                    <a:pt x="37660" y="40008"/>
                  </a:lnTo>
                  <a:lnTo>
                    <a:pt x="38037" y="40683"/>
                  </a:lnTo>
                  <a:lnTo>
                    <a:pt x="39146" y="41581"/>
                  </a:lnTo>
                  <a:lnTo>
                    <a:pt x="39062" y="42222"/>
                  </a:lnTo>
                  <a:lnTo>
                    <a:pt x="38819" y="42849"/>
                  </a:lnTo>
                  <a:lnTo>
                    <a:pt x="38563" y="43143"/>
                  </a:lnTo>
                  <a:lnTo>
                    <a:pt x="38011" y="43948"/>
                  </a:lnTo>
                  <a:lnTo>
                    <a:pt x="37472" y="44402"/>
                  </a:lnTo>
                  <a:lnTo>
                    <a:pt x="36585" y="45822"/>
                  </a:lnTo>
                  <a:lnTo>
                    <a:pt x="35185" y="45898"/>
                  </a:lnTo>
                  <a:lnTo>
                    <a:pt x="34850" y="46012"/>
                  </a:lnTo>
                  <a:lnTo>
                    <a:pt x="34321" y="46400"/>
                  </a:lnTo>
                  <a:lnTo>
                    <a:pt x="34060" y="47109"/>
                  </a:lnTo>
                  <a:lnTo>
                    <a:pt x="34310" y="47679"/>
                  </a:lnTo>
                  <a:lnTo>
                    <a:pt x="34288" y="48255"/>
                  </a:lnTo>
                  <a:lnTo>
                    <a:pt x="34032" y="49376"/>
                  </a:lnTo>
                  <a:lnTo>
                    <a:pt x="34371" y="50573"/>
                  </a:lnTo>
                  <a:lnTo>
                    <a:pt x="34864" y="51122"/>
                  </a:lnTo>
                  <a:lnTo>
                    <a:pt x="34942" y="51439"/>
                  </a:lnTo>
                  <a:lnTo>
                    <a:pt x="34858" y="52000"/>
                  </a:lnTo>
                  <a:lnTo>
                    <a:pt x="34121" y="53142"/>
                  </a:lnTo>
                  <a:lnTo>
                    <a:pt x="33898" y="53564"/>
                  </a:lnTo>
                  <a:lnTo>
                    <a:pt x="33159" y="53772"/>
                  </a:lnTo>
                  <a:lnTo>
                    <a:pt x="32907" y="53663"/>
                  </a:lnTo>
                  <a:lnTo>
                    <a:pt x="32526" y="53271"/>
                  </a:lnTo>
                  <a:lnTo>
                    <a:pt x="32173" y="53155"/>
                  </a:lnTo>
                  <a:lnTo>
                    <a:pt x="31292" y="53618"/>
                  </a:lnTo>
                  <a:lnTo>
                    <a:pt x="30397" y="53902"/>
                  </a:lnTo>
                  <a:lnTo>
                    <a:pt x="29692" y="53687"/>
                  </a:lnTo>
                  <a:lnTo>
                    <a:pt x="28997" y="53659"/>
                  </a:lnTo>
                  <a:lnTo>
                    <a:pt x="28514" y="53849"/>
                  </a:lnTo>
                  <a:lnTo>
                    <a:pt x="28151" y="53923"/>
                  </a:lnTo>
                  <a:lnTo>
                    <a:pt x="27438" y="54417"/>
                  </a:lnTo>
                  <a:lnTo>
                    <a:pt x="26293" y="54774"/>
                  </a:lnTo>
                  <a:lnTo>
                    <a:pt x="25765" y="54699"/>
                  </a:lnTo>
                  <a:lnTo>
                    <a:pt x="25568" y="54234"/>
                  </a:lnTo>
                  <a:lnTo>
                    <a:pt x="25353" y="53570"/>
                  </a:lnTo>
                  <a:lnTo>
                    <a:pt x="25458" y="53269"/>
                  </a:lnTo>
                  <a:lnTo>
                    <a:pt x="26214" y="52747"/>
                  </a:lnTo>
                  <a:lnTo>
                    <a:pt x="26300" y="52247"/>
                  </a:lnTo>
                  <a:lnTo>
                    <a:pt x="27356" y="49845"/>
                  </a:lnTo>
                  <a:lnTo>
                    <a:pt x="27560" y="49064"/>
                  </a:lnTo>
                  <a:lnTo>
                    <a:pt x="27567" y="48808"/>
                  </a:lnTo>
                  <a:lnTo>
                    <a:pt x="27292" y="48639"/>
                  </a:lnTo>
                  <a:lnTo>
                    <a:pt x="26712" y="48645"/>
                  </a:lnTo>
                  <a:lnTo>
                    <a:pt x="24139" y="47670"/>
                  </a:lnTo>
                  <a:lnTo>
                    <a:pt x="24257" y="46553"/>
                  </a:lnTo>
                  <a:lnTo>
                    <a:pt x="23501" y="45951"/>
                  </a:lnTo>
                  <a:lnTo>
                    <a:pt x="22687" y="45413"/>
                  </a:lnTo>
                  <a:lnTo>
                    <a:pt x="22550" y="44814"/>
                  </a:lnTo>
                  <a:lnTo>
                    <a:pt x="21646" y="43603"/>
                  </a:lnTo>
                  <a:lnTo>
                    <a:pt x="20983" y="42924"/>
                  </a:lnTo>
                  <a:lnTo>
                    <a:pt x="20138" y="42585"/>
                  </a:lnTo>
                  <a:lnTo>
                    <a:pt x="19410" y="42088"/>
                  </a:lnTo>
                  <a:lnTo>
                    <a:pt x="18972" y="41784"/>
                  </a:lnTo>
                  <a:lnTo>
                    <a:pt x="18777" y="41219"/>
                  </a:lnTo>
                  <a:lnTo>
                    <a:pt x="18777" y="40884"/>
                  </a:lnTo>
                  <a:lnTo>
                    <a:pt x="18557" y="40561"/>
                  </a:lnTo>
                  <a:lnTo>
                    <a:pt x="18205" y="40596"/>
                  </a:lnTo>
                  <a:lnTo>
                    <a:pt x="17611" y="41046"/>
                  </a:lnTo>
                  <a:lnTo>
                    <a:pt x="16878" y="41432"/>
                  </a:lnTo>
                  <a:lnTo>
                    <a:pt x="16751" y="41714"/>
                  </a:lnTo>
                  <a:lnTo>
                    <a:pt x="17015" y="42385"/>
                  </a:lnTo>
                  <a:lnTo>
                    <a:pt x="17205" y="42810"/>
                  </a:lnTo>
                  <a:lnTo>
                    <a:pt x="17119" y="43213"/>
                  </a:lnTo>
                  <a:lnTo>
                    <a:pt x="16887" y="43726"/>
                  </a:lnTo>
                  <a:lnTo>
                    <a:pt x="15478" y="44858"/>
                  </a:lnTo>
                  <a:lnTo>
                    <a:pt x="15320" y="45255"/>
                  </a:lnTo>
                  <a:lnTo>
                    <a:pt x="15589" y="45890"/>
                  </a:lnTo>
                  <a:lnTo>
                    <a:pt x="15419" y="46185"/>
                  </a:lnTo>
                  <a:lnTo>
                    <a:pt x="14241" y="46603"/>
                  </a:lnTo>
                  <a:lnTo>
                    <a:pt x="14272" y="46256"/>
                  </a:lnTo>
                  <a:lnTo>
                    <a:pt x="14199" y="45697"/>
                  </a:lnTo>
                  <a:lnTo>
                    <a:pt x="13523" y="45103"/>
                  </a:lnTo>
                  <a:lnTo>
                    <a:pt x="12571" y="44642"/>
                  </a:lnTo>
                  <a:lnTo>
                    <a:pt x="10454" y="43064"/>
                  </a:lnTo>
                  <a:lnTo>
                    <a:pt x="9640" y="42857"/>
                  </a:lnTo>
                  <a:lnTo>
                    <a:pt x="8912" y="42672"/>
                  </a:lnTo>
                  <a:lnTo>
                    <a:pt x="7870" y="41916"/>
                  </a:lnTo>
                  <a:lnTo>
                    <a:pt x="7335" y="41784"/>
                  </a:lnTo>
                  <a:lnTo>
                    <a:pt x="6740" y="41242"/>
                  </a:lnTo>
                  <a:lnTo>
                    <a:pt x="5445" y="39421"/>
                  </a:lnTo>
                  <a:lnTo>
                    <a:pt x="4344" y="38429"/>
                  </a:lnTo>
                  <a:lnTo>
                    <a:pt x="3592" y="37927"/>
                  </a:lnTo>
                  <a:lnTo>
                    <a:pt x="3381" y="37438"/>
                  </a:lnTo>
                  <a:lnTo>
                    <a:pt x="3335" y="36935"/>
                  </a:lnTo>
                  <a:lnTo>
                    <a:pt x="3361" y="36765"/>
                  </a:lnTo>
                  <a:lnTo>
                    <a:pt x="3930" y="36052"/>
                  </a:lnTo>
                  <a:lnTo>
                    <a:pt x="4368" y="35949"/>
                  </a:lnTo>
                  <a:lnTo>
                    <a:pt x="4931" y="35926"/>
                  </a:lnTo>
                  <a:lnTo>
                    <a:pt x="5303" y="36286"/>
                  </a:lnTo>
                  <a:lnTo>
                    <a:pt x="5791" y="36363"/>
                  </a:lnTo>
                  <a:lnTo>
                    <a:pt x="6063" y="35902"/>
                  </a:lnTo>
                  <a:lnTo>
                    <a:pt x="6206" y="35236"/>
                  </a:lnTo>
                  <a:lnTo>
                    <a:pt x="6141" y="34390"/>
                  </a:lnTo>
                  <a:lnTo>
                    <a:pt x="4966" y="32420"/>
                  </a:lnTo>
                  <a:lnTo>
                    <a:pt x="3956" y="31046"/>
                  </a:lnTo>
                  <a:lnTo>
                    <a:pt x="3840" y="30743"/>
                  </a:lnTo>
                  <a:lnTo>
                    <a:pt x="4058" y="30486"/>
                  </a:lnTo>
                  <a:lnTo>
                    <a:pt x="4410" y="30348"/>
                  </a:lnTo>
                  <a:lnTo>
                    <a:pt x="4788" y="30463"/>
                  </a:lnTo>
                  <a:lnTo>
                    <a:pt x="5774" y="30562"/>
                  </a:lnTo>
                  <a:lnTo>
                    <a:pt x="6721" y="30435"/>
                  </a:lnTo>
                  <a:lnTo>
                    <a:pt x="7044" y="30100"/>
                  </a:lnTo>
                  <a:lnTo>
                    <a:pt x="7045" y="29649"/>
                  </a:lnTo>
                  <a:lnTo>
                    <a:pt x="6699" y="29230"/>
                  </a:lnTo>
                  <a:lnTo>
                    <a:pt x="5592" y="28100"/>
                  </a:lnTo>
                  <a:lnTo>
                    <a:pt x="4728" y="27105"/>
                  </a:lnTo>
                  <a:lnTo>
                    <a:pt x="3713" y="26342"/>
                  </a:lnTo>
                  <a:lnTo>
                    <a:pt x="2959" y="26035"/>
                  </a:lnTo>
                  <a:lnTo>
                    <a:pt x="2736" y="25648"/>
                  </a:lnTo>
                  <a:lnTo>
                    <a:pt x="2643" y="25234"/>
                  </a:lnTo>
                  <a:lnTo>
                    <a:pt x="2727" y="24473"/>
                  </a:lnTo>
                  <a:lnTo>
                    <a:pt x="2775" y="23507"/>
                  </a:lnTo>
                  <a:lnTo>
                    <a:pt x="2954" y="22900"/>
                  </a:lnTo>
                  <a:lnTo>
                    <a:pt x="3633" y="21753"/>
                  </a:lnTo>
                  <a:lnTo>
                    <a:pt x="4284" y="20537"/>
                  </a:lnTo>
                  <a:lnTo>
                    <a:pt x="4686" y="19367"/>
                  </a:lnTo>
                  <a:lnTo>
                    <a:pt x="4898" y="18280"/>
                  </a:lnTo>
                  <a:lnTo>
                    <a:pt x="4820" y="17968"/>
                  </a:lnTo>
                  <a:lnTo>
                    <a:pt x="4480" y="17737"/>
                  </a:lnTo>
                  <a:lnTo>
                    <a:pt x="3763" y="17503"/>
                  </a:lnTo>
                  <a:lnTo>
                    <a:pt x="2767" y="17707"/>
                  </a:lnTo>
                  <a:lnTo>
                    <a:pt x="1920" y="18102"/>
                  </a:lnTo>
                  <a:lnTo>
                    <a:pt x="1590" y="18132"/>
                  </a:lnTo>
                  <a:lnTo>
                    <a:pt x="1480" y="17646"/>
                  </a:lnTo>
                  <a:lnTo>
                    <a:pt x="1613" y="17432"/>
                  </a:lnTo>
                  <a:lnTo>
                    <a:pt x="1878" y="17457"/>
                  </a:lnTo>
                  <a:lnTo>
                    <a:pt x="2095" y="17549"/>
                  </a:lnTo>
                  <a:lnTo>
                    <a:pt x="2329" y="17329"/>
                  </a:lnTo>
                  <a:lnTo>
                    <a:pt x="2468" y="16673"/>
                  </a:lnTo>
                  <a:lnTo>
                    <a:pt x="2117" y="14393"/>
                  </a:lnTo>
                  <a:lnTo>
                    <a:pt x="2749" y="14191"/>
                  </a:lnTo>
                  <a:lnTo>
                    <a:pt x="2759" y="13860"/>
                  </a:lnTo>
                  <a:lnTo>
                    <a:pt x="2817" y="13570"/>
                  </a:lnTo>
                  <a:lnTo>
                    <a:pt x="3471" y="13967"/>
                  </a:lnTo>
                  <a:lnTo>
                    <a:pt x="4389" y="13974"/>
                  </a:lnTo>
                  <a:lnTo>
                    <a:pt x="5194" y="13894"/>
                  </a:lnTo>
                  <a:lnTo>
                    <a:pt x="5316" y="13670"/>
                  </a:lnTo>
                  <a:lnTo>
                    <a:pt x="5306" y="13343"/>
                  </a:lnTo>
                  <a:lnTo>
                    <a:pt x="5139" y="13091"/>
                  </a:lnTo>
                  <a:lnTo>
                    <a:pt x="4855" y="12884"/>
                  </a:lnTo>
                  <a:lnTo>
                    <a:pt x="4647" y="12568"/>
                  </a:lnTo>
                  <a:lnTo>
                    <a:pt x="4104" y="12430"/>
                  </a:lnTo>
                  <a:lnTo>
                    <a:pt x="2403" y="11608"/>
                  </a:lnTo>
                  <a:lnTo>
                    <a:pt x="1566" y="10735"/>
                  </a:lnTo>
                  <a:lnTo>
                    <a:pt x="1594" y="9810"/>
                  </a:lnTo>
                  <a:lnTo>
                    <a:pt x="1837" y="9303"/>
                  </a:lnTo>
                  <a:lnTo>
                    <a:pt x="2130" y="9124"/>
                  </a:lnTo>
                  <a:lnTo>
                    <a:pt x="2043" y="8953"/>
                  </a:lnTo>
                  <a:lnTo>
                    <a:pt x="1084" y="8524"/>
                  </a:lnTo>
                  <a:lnTo>
                    <a:pt x="745" y="7927"/>
                  </a:lnTo>
                  <a:lnTo>
                    <a:pt x="1023" y="7160"/>
                  </a:lnTo>
                  <a:lnTo>
                    <a:pt x="524" y="5608"/>
                  </a:lnTo>
                  <a:lnTo>
                    <a:pt x="0" y="4650"/>
                  </a:lnTo>
                  <a:lnTo>
                    <a:pt x="515" y="4235"/>
                  </a:lnTo>
                  <a:lnTo>
                    <a:pt x="586" y="3648"/>
                  </a:lnTo>
                  <a:lnTo>
                    <a:pt x="627" y="3311"/>
                  </a:lnTo>
                  <a:lnTo>
                    <a:pt x="839" y="3316"/>
                  </a:lnTo>
                  <a:lnTo>
                    <a:pt x="1671" y="2921"/>
                  </a:lnTo>
                  <a:lnTo>
                    <a:pt x="1973" y="2601"/>
                  </a:lnTo>
                  <a:lnTo>
                    <a:pt x="2149" y="2227"/>
                  </a:lnTo>
                  <a:lnTo>
                    <a:pt x="2348" y="2134"/>
                  </a:lnTo>
                  <a:lnTo>
                    <a:pt x="2906" y="2541"/>
                  </a:lnTo>
                  <a:lnTo>
                    <a:pt x="3494" y="2577"/>
                  </a:lnTo>
                  <a:lnTo>
                    <a:pt x="4153" y="2319"/>
                  </a:lnTo>
                  <a:lnTo>
                    <a:pt x="4647" y="1962"/>
                  </a:lnTo>
                  <a:lnTo>
                    <a:pt x="5239" y="1665"/>
                  </a:lnTo>
                  <a:lnTo>
                    <a:pt x="5508" y="1460"/>
                  </a:lnTo>
                  <a:lnTo>
                    <a:pt x="5851" y="1141"/>
                  </a:lnTo>
                  <a:lnTo>
                    <a:pt x="6544" y="195"/>
                  </a:lnTo>
                  <a:lnTo>
                    <a:pt x="7326" y="0"/>
                  </a:lnTo>
                  <a:lnTo>
                    <a:pt x="8377" y="241"/>
                  </a:lnTo>
                  <a:lnTo>
                    <a:pt x="9511" y="324"/>
                  </a:lnTo>
                  <a:lnTo>
                    <a:pt x="10359" y="107"/>
                  </a:lnTo>
                  <a:lnTo>
                    <a:pt x="12510" y="380"/>
                  </a:lnTo>
                  <a:lnTo>
                    <a:pt x="12971" y="60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g1404"/>
            <p:cNvSpPr/>
            <p:nvPr/>
          </p:nvSpPr>
          <p:spPr>
            <a:xfrm>
              <a:off x="4083761" y="2412912"/>
              <a:ext cx="2666" cy="4979"/>
            </a:xfrm>
            <a:custGeom>
              <a:avLst/>
              <a:pathLst>
                <a:path w="2666" h="4979">
                  <a:moveTo>
                    <a:pt x="1814" y="3957"/>
                  </a:moveTo>
                  <a:lnTo>
                    <a:pt x="838" y="4979"/>
                  </a:lnTo>
                  <a:lnTo>
                    <a:pt x="487" y="4715"/>
                  </a:lnTo>
                  <a:lnTo>
                    <a:pt x="272" y="4003"/>
                  </a:lnTo>
                  <a:lnTo>
                    <a:pt x="0" y="2469"/>
                  </a:lnTo>
                  <a:lnTo>
                    <a:pt x="88" y="1733"/>
                  </a:lnTo>
                  <a:lnTo>
                    <a:pt x="531" y="894"/>
                  </a:lnTo>
                  <a:lnTo>
                    <a:pt x="1492" y="57"/>
                  </a:lnTo>
                  <a:lnTo>
                    <a:pt x="2069" y="0"/>
                  </a:lnTo>
                  <a:lnTo>
                    <a:pt x="2664" y="1098"/>
                  </a:lnTo>
                  <a:lnTo>
                    <a:pt x="2666" y="224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g1405"/>
            <p:cNvSpPr/>
            <p:nvPr/>
          </p:nvSpPr>
          <p:spPr>
            <a:xfrm>
              <a:off x="4091921" y="2394853"/>
              <a:ext cx="1151" cy="2197"/>
            </a:xfrm>
            <a:custGeom>
              <a:avLst/>
              <a:pathLst>
                <a:path w="1151" h="2197">
                  <a:moveTo>
                    <a:pt x="881" y="1832"/>
                  </a:moveTo>
                  <a:lnTo>
                    <a:pt x="529" y="2197"/>
                  </a:lnTo>
                  <a:lnTo>
                    <a:pt x="110" y="1890"/>
                  </a:lnTo>
                  <a:lnTo>
                    <a:pt x="0" y="1335"/>
                  </a:lnTo>
                  <a:lnTo>
                    <a:pt x="538" y="264"/>
                  </a:lnTo>
                  <a:lnTo>
                    <a:pt x="792" y="0"/>
                  </a:lnTo>
                  <a:lnTo>
                    <a:pt x="1006" y="224"/>
                  </a:lnTo>
                  <a:lnTo>
                    <a:pt x="1132" y="518"/>
                  </a:lnTo>
                  <a:lnTo>
                    <a:pt x="1151" y="94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g1406"/>
            <p:cNvSpPr/>
            <p:nvPr/>
          </p:nvSpPr>
          <p:spPr>
            <a:xfrm>
              <a:off x="3473325" y="2334957"/>
              <a:ext cx="38448" cy="57900"/>
            </a:xfrm>
            <a:custGeom>
              <a:avLst/>
              <a:pathLst>
                <a:path w="38448" h="57900">
                  <a:moveTo>
                    <a:pt x="36883" y="8849"/>
                  </a:moveTo>
                  <a:lnTo>
                    <a:pt x="36086" y="9836"/>
                  </a:lnTo>
                  <a:lnTo>
                    <a:pt x="35221" y="11242"/>
                  </a:lnTo>
                  <a:lnTo>
                    <a:pt x="34080" y="13668"/>
                  </a:lnTo>
                  <a:lnTo>
                    <a:pt x="34130" y="14431"/>
                  </a:lnTo>
                  <a:lnTo>
                    <a:pt x="33880" y="15046"/>
                  </a:lnTo>
                  <a:lnTo>
                    <a:pt x="33820" y="16136"/>
                  </a:lnTo>
                  <a:lnTo>
                    <a:pt x="33901" y="17353"/>
                  </a:lnTo>
                  <a:lnTo>
                    <a:pt x="34193" y="18152"/>
                  </a:lnTo>
                  <a:lnTo>
                    <a:pt x="34327" y="19672"/>
                  </a:lnTo>
                  <a:lnTo>
                    <a:pt x="34105" y="21039"/>
                  </a:lnTo>
                  <a:lnTo>
                    <a:pt x="34189" y="21834"/>
                  </a:lnTo>
                  <a:lnTo>
                    <a:pt x="34422" y="23095"/>
                  </a:lnTo>
                  <a:lnTo>
                    <a:pt x="34609" y="24437"/>
                  </a:lnTo>
                  <a:lnTo>
                    <a:pt x="34589" y="24980"/>
                  </a:lnTo>
                  <a:lnTo>
                    <a:pt x="34866" y="25420"/>
                  </a:lnTo>
                  <a:lnTo>
                    <a:pt x="35121" y="25851"/>
                  </a:lnTo>
                  <a:lnTo>
                    <a:pt x="35040" y="27049"/>
                  </a:lnTo>
                  <a:lnTo>
                    <a:pt x="35941" y="29184"/>
                  </a:lnTo>
                  <a:lnTo>
                    <a:pt x="36490" y="30113"/>
                  </a:lnTo>
                  <a:lnTo>
                    <a:pt x="37291" y="31020"/>
                  </a:lnTo>
                  <a:lnTo>
                    <a:pt x="37583" y="31905"/>
                  </a:lnTo>
                  <a:lnTo>
                    <a:pt x="38034" y="32973"/>
                  </a:lnTo>
                  <a:lnTo>
                    <a:pt x="38302" y="33098"/>
                  </a:lnTo>
                  <a:lnTo>
                    <a:pt x="38448" y="33529"/>
                  </a:lnTo>
                  <a:lnTo>
                    <a:pt x="38302" y="34352"/>
                  </a:lnTo>
                  <a:lnTo>
                    <a:pt x="38268" y="35496"/>
                  </a:lnTo>
                  <a:lnTo>
                    <a:pt x="37760" y="36824"/>
                  </a:lnTo>
                  <a:lnTo>
                    <a:pt x="36579" y="39259"/>
                  </a:lnTo>
                  <a:lnTo>
                    <a:pt x="36437" y="39825"/>
                  </a:lnTo>
                  <a:lnTo>
                    <a:pt x="36743" y="41841"/>
                  </a:lnTo>
                  <a:lnTo>
                    <a:pt x="36579" y="43497"/>
                  </a:lnTo>
                  <a:lnTo>
                    <a:pt x="36509" y="44292"/>
                  </a:lnTo>
                  <a:lnTo>
                    <a:pt x="35929" y="45745"/>
                  </a:lnTo>
                  <a:lnTo>
                    <a:pt x="34555" y="49262"/>
                  </a:lnTo>
                  <a:lnTo>
                    <a:pt x="33765" y="49896"/>
                  </a:lnTo>
                  <a:lnTo>
                    <a:pt x="33288" y="50911"/>
                  </a:lnTo>
                  <a:lnTo>
                    <a:pt x="32981" y="50922"/>
                  </a:lnTo>
                  <a:lnTo>
                    <a:pt x="32528" y="51142"/>
                  </a:lnTo>
                  <a:lnTo>
                    <a:pt x="32096" y="51131"/>
                  </a:lnTo>
                  <a:lnTo>
                    <a:pt x="31760" y="50681"/>
                  </a:lnTo>
                  <a:lnTo>
                    <a:pt x="31708" y="50149"/>
                  </a:lnTo>
                  <a:lnTo>
                    <a:pt x="31526" y="49540"/>
                  </a:lnTo>
                  <a:lnTo>
                    <a:pt x="31103" y="49357"/>
                  </a:lnTo>
                  <a:lnTo>
                    <a:pt x="30301" y="49569"/>
                  </a:lnTo>
                  <a:lnTo>
                    <a:pt x="30070" y="49418"/>
                  </a:lnTo>
                  <a:lnTo>
                    <a:pt x="29592" y="48763"/>
                  </a:lnTo>
                  <a:lnTo>
                    <a:pt x="29196" y="48052"/>
                  </a:lnTo>
                  <a:lnTo>
                    <a:pt x="29099" y="47364"/>
                  </a:lnTo>
                  <a:lnTo>
                    <a:pt x="28842" y="47429"/>
                  </a:lnTo>
                  <a:lnTo>
                    <a:pt x="28232" y="48052"/>
                  </a:lnTo>
                  <a:lnTo>
                    <a:pt x="27818" y="48179"/>
                  </a:lnTo>
                  <a:lnTo>
                    <a:pt x="27489" y="48018"/>
                  </a:lnTo>
                  <a:lnTo>
                    <a:pt x="27122" y="48063"/>
                  </a:lnTo>
                  <a:lnTo>
                    <a:pt x="26191" y="48731"/>
                  </a:lnTo>
                  <a:lnTo>
                    <a:pt x="25643" y="48882"/>
                  </a:lnTo>
                  <a:lnTo>
                    <a:pt x="25252" y="49554"/>
                  </a:lnTo>
                  <a:lnTo>
                    <a:pt x="22663" y="49859"/>
                  </a:lnTo>
                  <a:lnTo>
                    <a:pt x="21986" y="50035"/>
                  </a:lnTo>
                  <a:lnTo>
                    <a:pt x="20442" y="48872"/>
                  </a:lnTo>
                  <a:lnTo>
                    <a:pt x="20043" y="48494"/>
                  </a:lnTo>
                  <a:lnTo>
                    <a:pt x="19839" y="48440"/>
                  </a:lnTo>
                  <a:lnTo>
                    <a:pt x="19668" y="48503"/>
                  </a:lnTo>
                  <a:lnTo>
                    <a:pt x="19498" y="48761"/>
                  </a:lnTo>
                  <a:lnTo>
                    <a:pt x="19244" y="50221"/>
                  </a:lnTo>
                  <a:lnTo>
                    <a:pt x="19010" y="50617"/>
                  </a:lnTo>
                  <a:lnTo>
                    <a:pt x="18606" y="50939"/>
                  </a:lnTo>
                  <a:lnTo>
                    <a:pt x="18212" y="51522"/>
                  </a:lnTo>
                  <a:lnTo>
                    <a:pt x="18134" y="52087"/>
                  </a:lnTo>
                  <a:lnTo>
                    <a:pt x="18740" y="52397"/>
                  </a:lnTo>
                  <a:lnTo>
                    <a:pt x="19247" y="53494"/>
                  </a:lnTo>
                  <a:lnTo>
                    <a:pt x="19796" y="54373"/>
                  </a:lnTo>
                  <a:lnTo>
                    <a:pt x="20238" y="55148"/>
                  </a:lnTo>
                  <a:lnTo>
                    <a:pt x="20178" y="56025"/>
                  </a:lnTo>
                  <a:lnTo>
                    <a:pt x="20102" y="57269"/>
                  </a:lnTo>
                  <a:lnTo>
                    <a:pt x="19784" y="57693"/>
                  </a:lnTo>
                  <a:lnTo>
                    <a:pt x="19248" y="57900"/>
                  </a:lnTo>
                  <a:lnTo>
                    <a:pt x="17288" y="57299"/>
                  </a:lnTo>
                  <a:lnTo>
                    <a:pt x="15786" y="56762"/>
                  </a:lnTo>
                  <a:lnTo>
                    <a:pt x="15152" y="56644"/>
                  </a:lnTo>
                  <a:lnTo>
                    <a:pt x="14869" y="56507"/>
                  </a:lnTo>
                  <a:lnTo>
                    <a:pt x="14495" y="56051"/>
                  </a:lnTo>
                  <a:lnTo>
                    <a:pt x="14113" y="55629"/>
                  </a:lnTo>
                  <a:lnTo>
                    <a:pt x="13503" y="55476"/>
                  </a:lnTo>
                  <a:lnTo>
                    <a:pt x="12773" y="55191"/>
                  </a:lnTo>
                  <a:lnTo>
                    <a:pt x="12236" y="54097"/>
                  </a:lnTo>
                  <a:lnTo>
                    <a:pt x="11680" y="52538"/>
                  </a:lnTo>
                  <a:lnTo>
                    <a:pt x="11485" y="51834"/>
                  </a:lnTo>
                  <a:lnTo>
                    <a:pt x="11050" y="51153"/>
                  </a:lnTo>
                  <a:lnTo>
                    <a:pt x="10624" y="50185"/>
                  </a:lnTo>
                  <a:lnTo>
                    <a:pt x="10494" y="49328"/>
                  </a:lnTo>
                  <a:lnTo>
                    <a:pt x="10172" y="48541"/>
                  </a:lnTo>
                  <a:lnTo>
                    <a:pt x="10003" y="48277"/>
                  </a:lnTo>
                  <a:lnTo>
                    <a:pt x="9754" y="47206"/>
                  </a:lnTo>
                  <a:lnTo>
                    <a:pt x="9579" y="46758"/>
                  </a:lnTo>
                  <a:lnTo>
                    <a:pt x="9404" y="46415"/>
                  </a:lnTo>
                  <a:lnTo>
                    <a:pt x="9059" y="45269"/>
                  </a:lnTo>
                  <a:lnTo>
                    <a:pt x="8981" y="44984"/>
                  </a:lnTo>
                  <a:lnTo>
                    <a:pt x="8830" y="44883"/>
                  </a:lnTo>
                  <a:lnTo>
                    <a:pt x="8428" y="44078"/>
                  </a:lnTo>
                  <a:lnTo>
                    <a:pt x="8109" y="43798"/>
                  </a:lnTo>
                  <a:lnTo>
                    <a:pt x="7991" y="43386"/>
                  </a:lnTo>
                  <a:lnTo>
                    <a:pt x="8018" y="42263"/>
                  </a:lnTo>
                  <a:lnTo>
                    <a:pt x="7847" y="41709"/>
                  </a:lnTo>
                  <a:lnTo>
                    <a:pt x="7794" y="40656"/>
                  </a:lnTo>
                  <a:lnTo>
                    <a:pt x="7784" y="40233"/>
                  </a:lnTo>
                  <a:lnTo>
                    <a:pt x="7620" y="39767"/>
                  </a:lnTo>
                  <a:lnTo>
                    <a:pt x="7346" y="39460"/>
                  </a:lnTo>
                  <a:lnTo>
                    <a:pt x="7299" y="38699"/>
                  </a:lnTo>
                  <a:lnTo>
                    <a:pt x="7233" y="36820"/>
                  </a:lnTo>
                  <a:lnTo>
                    <a:pt x="7103" y="36492"/>
                  </a:lnTo>
                  <a:lnTo>
                    <a:pt x="5949" y="36515"/>
                  </a:lnTo>
                  <a:lnTo>
                    <a:pt x="5833" y="36699"/>
                  </a:lnTo>
                  <a:lnTo>
                    <a:pt x="5335" y="36810"/>
                  </a:lnTo>
                  <a:lnTo>
                    <a:pt x="4776" y="36831"/>
                  </a:lnTo>
                  <a:lnTo>
                    <a:pt x="4273" y="36578"/>
                  </a:lnTo>
                  <a:lnTo>
                    <a:pt x="3857" y="36249"/>
                  </a:lnTo>
                  <a:lnTo>
                    <a:pt x="3769" y="35842"/>
                  </a:lnTo>
                  <a:lnTo>
                    <a:pt x="3831" y="34535"/>
                  </a:lnTo>
                  <a:lnTo>
                    <a:pt x="3161" y="33547"/>
                  </a:lnTo>
                  <a:lnTo>
                    <a:pt x="2098" y="32323"/>
                  </a:lnTo>
                  <a:lnTo>
                    <a:pt x="1778" y="30771"/>
                  </a:lnTo>
                  <a:lnTo>
                    <a:pt x="1388" y="29803"/>
                  </a:lnTo>
                  <a:lnTo>
                    <a:pt x="210" y="27777"/>
                  </a:lnTo>
                  <a:lnTo>
                    <a:pt x="1" y="26386"/>
                  </a:lnTo>
                  <a:lnTo>
                    <a:pt x="0" y="25406"/>
                  </a:lnTo>
                  <a:lnTo>
                    <a:pt x="413" y="24506"/>
                  </a:lnTo>
                  <a:lnTo>
                    <a:pt x="990" y="22923"/>
                  </a:lnTo>
                  <a:lnTo>
                    <a:pt x="1227" y="21484"/>
                  </a:lnTo>
                  <a:lnTo>
                    <a:pt x="1402" y="20735"/>
                  </a:lnTo>
                  <a:lnTo>
                    <a:pt x="1700" y="19755"/>
                  </a:lnTo>
                  <a:lnTo>
                    <a:pt x="1972" y="18485"/>
                  </a:lnTo>
                  <a:lnTo>
                    <a:pt x="1765" y="17701"/>
                  </a:lnTo>
                  <a:lnTo>
                    <a:pt x="1415" y="16934"/>
                  </a:lnTo>
                  <a:lnTo>
                    <a:pt x="1300" y="16361"/>
                  </a:lnTo>
                  <a:lnTo>
                    <a:pt x="1640" y="15521"/>
                  </a:lnTo>
                  <a:lnTo>
                    <a:pt x="1982" y="14929"/>
                  </a:lnTo>
                  <a:lnTo>
                    <a:pt x="2368" y="14846"/>
                  </a:lnTo>
                  <a:lnTo>
                    <a:pt x="2861" y="14491"/>
                  </a:lnTo>
                  <a:lnTo>
                    <a:pt x="3248" y="13981"/>
                  </a:lnTo>
                  <a:lnTo>
                    <a:pt x="3837" y="13847"/>
                  </a:lnTo>
                  <a:lnTo>
                    <a:pt x="4575" y="13793"/>
                  </a:lnTo>
                  <a:lnTo>
                    <a:pt x="6076" y="13792"/>
                  </a:lnTo>
                  <a:lnTo>
                    <a:pt x="6844" y="13575"/>
                  </a:lnTo>
                  <a:lnTo>
                    <a:pt x="7083" y="13165"/>
                  </a:lnTo>
                  <a:lnTo>
                    <a:pt x="7047" y="12380"/>
                  </a:lnTo>
                  <a:lnTo>
                    <a:pt x="7428" y="11666"/>
                  </a:lnTo>
                  <a:lnTo>
                    <a:pt x="7830" y="11366"/>
                  </a:lnTo>
                  <a:lnTo>
                    <a:pt x="7991" y="11131"/>
                  </a:lnTo>
                  <a:lnTo>
                    <a:pt x="8014" y="10868"/>
                  </a:lnTo>
                  <a:lnTo>
                    <a:pt x="7909" y="10627"/>
                  </a:lnTo>
                  <a:lnTo>
                    <a:pt x="7750" y="10469"/>
                  </a:lnTo>
                  <a:lnTo>
                    <a:pt x="7330" y="10414"/>
                  </a:lnTo>
                  <a:lnTo>
                    <a:pt x="6962" y="9179"/>
                  </a:lnTo>
                  <a:lnTo>
                    <a:pt x="7214" y="8640"/>
                  </a:lnTo>
                  <a:lnTo>
                    <a:pt x="7539" y="7647"/>
                  </a:lnTo>
                  <a:lnTo>
                    <a:pt x="7631" y="7088"/>
                  </a:lnTo>
                  <a:lnTo>
                    <a:pt x="8133" y="6207"/>
                  </a:lnTo>
                  <a:lnTo>
                    <a:pt x="8253" y="6479"/>
                  </a:lnTo>
                  <a:lnTo>
                    <a:pt x="8644" y="4877"/>
                  </a:lnTo>
                  <a:lnTo>
                    <a:pt x="8689" y="3574"/>
                  </a:lnTo>
                  <a:lnTo>
                    <a:pt x="8986" y="2288"/>
                  </a:lnTo>
                  <a:lnTo>
                    <a:pt x="9440" y="764"/>
                  </a:lnTo>
                  <a:lnTo>
                    <a:pt x="10261" y="8"/>
                  </a:lnTo>
                  <a:lnTo>
                    <a:pt x="15028" y="777"/>
                  </a:lnTo>
                  <a:lnTo>
                    <a:pt x="17208" y="1507"/>
                  </a:lnTo>
                  <a:lnTo>
                    <a:pt x="20009" y="2761"/>
                  </a:lnTo>
                  <a:lnTo>
                    <a:pt x="20405" y="4102"/>
                  </a:lnTo>
                  <a:lnTo>
                    <a:pt x="20425" y="2761"/>
                  </a:lnTo>
                  <a:lnTo>
                    <a:pt x="20289" y="1406"/>
                  </a:lnTo>
                  <a:lnTo>
                    <a:pt x="21062" y="443"/>
                  </a:lnTo>
                  <a:lnTo>
                    <a:pt x="22764" y="105"/>
                  </a:lnTo>
                  <a:lnTo>
                    <a:pt x="25309" y="569"/>
                  </a:lnTo>
                  <a:lnTo>
                    <a:pt x="27494" y="0"/>
                  </a:lnTo>
                  <a:lnTo>
                    <a:pt x="30471" y="71"/>
                  </a:lnTo>
                  <a:lnTo>
                    <a:pt x="34989" y="1165"/>
                  </a:lnTo>
                  <a:lnTo>
                    <a:pt x="37012" y="1912"/>
                  </a:lnTo>
                  <a:lnTo>
                    <a:pt x="37845" y="2587"/>
                  </a:lnTo>
                  <a:lnTo>
                    <a:pt x="38004" y="3807"/>
                  </a:lnTo>
                  <a:lnTo>
                    <a:pt x="37924" y="5363"/>
                  </a:lnTo>
                  <a:lnTo>
                    <a:pt x="37597" y="685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g1407"/>
            <p:cNvSpPr/>
            <p:nvPr/>
          </p:nvSpPr>
          <p:spPr>
            <a:xfrm>
              <a:off x="4182102" y="1726770"/>
              <a:ext cx="53699" cy="25584"/>
            </a:xfrm>
            <a:custGeom>
              <a:avLst/>
              <a:pathLst>
                <a:path w="53699" h="25584">
                  <a:moveTo>
                    <a:pt x="53699" y="7322"/>
                  </a:moveTo>
                  <a:lnTo>
                    <a:pt x="53561" y="7898"/>
                  </a:lnTo>
                  <a:lnTo>
                    <a:pt x="53174" y="8570"/>
                  </a:lnTo>
                  <a:lnTo>
                    <a:pt x="52690" y="9263"/>
                  </a:lnTo>
                  <a:lnTo>
                    <a:pt x="52287" y="10101"/>
                  </a:lnTo>
                  <a:lnTo>
                    <a:pt x="51749" y="11892"/>
                  </a:lnTo>
                  <a:lnTo>
                    <a:pt x="51395" y="12718"/>
                  </a:lnTo>
                  <a:lnTo>
                    <a:pt x="49954" y="14355"/>
                  </a:lnTo>
                  <a:lnTo>
                    <a:pt x="49850" y="16631"/>
                  </a:lnTo>
                  <a:lnTo>
                    <a:pt x="49656" y="16798"/>
                  </a:lnTo>
                  <a:lnTo>
                    <a:pt x="46398" y="17569"/>
                  </a:lnTo>
                  <a:lnTo>
                    <a:pt x="45968" y="17450"/>
                  </a:lnTo>
                  <a:lnTo>
                    <a:pt x="45524" y="17007"/>
                  </a:lnTo>
                  <a:lnTo>
                    <a:pt x="45278" y="16685"/>
                  </a:lnTo>
                  <a:lnTo>
                    <a:pt x="45126" y="16447"/>
                  </a:lnTo>
                  <a:lnTo>
                    <a:pt x="44843" y="15817"/>
                  </a:lnTo>
                  <a:lnTo>
                    <a:pt x="44470" y="15370"/>
                  </a:lnTo>
                  <a:lnTo>
                    <a:pt x="43916" y="15005"/>
                  </a:lnTo>
                  <a:lnTo>
                    <a:pt x="43412" y="14581"/>
                  </a:lnTo>
                  <a:lnTo>
                    <a:pt x="42760" y="14564"/>
                  </a:lnTo>
                  <a:lnTo>
                    <a:pt x="41000" y="15162"/>
                  </a:lnTo>
                  <a:lnTo>
                    <a:pt x="39778" y="15228"/>
                  </a:lnTo>
                  <a:lnTo>
                    <a:pt x="38963" y="15036"/>
                  </a:lnTo>
                  <a:lnTo>
                    <a:pt x="37880" y="14673"/>
                  </a:lnTo>
                  <a:lnTo>
                    <a:pt x="35766" y="14617"/>
                  </a:lnTo>
                  <a:lnTo>
                    <a:pt x="34317" y="14935"/>
                  </a:lnTo>
                  <a:lnTo>
                    <a:pt x="34175" y="15378"/>
                  </a:lnTo>
                  <a:lnTo>
                    <a:pt x="32839" y="18162"/>
                  </a:lnTo>
                  <a:lnTo>
                    <a:pt x="30898" y="19187"/>
                  </a:lnTo>
                  <a:lnTo>
                    <a:pt x="29212" y="20239"/>
                  </a:lnTo>
                  <a:lnTo>
                    <a:pt x="28722" y="20452"/>
                  </a:lnTo>
                  <a:lnTo>
                    <a:pt x="27884" y="20122"/>
                  </a:lnTo>
                  <a:lnTo>
                    <a:pt x="26930" y="19497"/>
                  </a:lnTo>
                  <a:lnTo>
                    <a:pt x="26137" y="19172"/>
                  </a:lnTo>
                  <a:lnTo>
                    <a:pt x="25558" y="19315"/>
                  </a:lnTo>
                  <a:lnTo>
                    <a:pt x="24927" y="20023"/>
                  </a:lnTo>
                  <a:lnTo>
                    <a:pt x="24638" y="20740"/>
                  </a:lnTo>
                  <a:lnTo>
                    <a:pt x="22729" y="21265"/>
                  </a:lnTo>
                  <a:lnTo>
                    <a:pt x="19408" y="21575"/>
                  </a:lnTo>
                  <a:lnTo>
                    <a:pt x="18251" y="22280"/>
                  </a:lnTo>
                  <a:lnTo>
                    <a:pt x="17856" y="23129"/>
                  </a:lnTo>
                  <a:lnTo>
                    <a:pt x="17839" y="23781"/>
                  </a:lnTo>
                  <a:lnTo>
                    <a:pt x="18120" y="24336"/>
                  </a:lnTo>
                  <a:lnTo>
                    <a:pt x="17766" y="24983"/>
                  </a:lnTo>
                  <a:lnTo>
                    <a:pt x="17611" y="25253"/>
                  </a:lnTo>
                  <a:lnTo>
                    <a:pt x="15265" y="25394"/>
                  </a:lnTo>
                  <a:lnTo>
                    <a:pt x="12137" y="25584"/>
                  </a:lnTo>
                  <a:lnTo>
                    <a:pt x="10267" y="25535"/>
                  </a:lnTo>
                  <a:lnTo>
                    <a:pt x="8507" y="25490"/>
                  </a:lnTo>
                  <a:lnTo>
                    <a:pt x="7309" y="24935"/>
                  </a:lnTo>
                  <a:lnTo>
                    <a:pt x="5846" y="23852"/>
                  </a:lnTo>
                  <a:lnTo>
                    <a:pt x="4300" y="22411"/>
                  </a:lnTo>
                  <a:lnTo>
                    <a:pt x="4152" y="22377"/>
                  </a:lnTo>
                  <a:lnTo>
                    <a:pt x="3921" y="22224"/>
                  </a:lnTo>
                  <a:lnTo>
                    <a:pt x="2950" y="22116"/>
                  </a:lnTo>
                  <a:lnTo>
                    <a:pt x="2693" y="22201"/>
                  </a:lnTo>
                  <a:lnTo>
                    <a:pt x="2112" y="21732"/>
                  </a:lnTo>
                  <a:lnTo>
                    <a:pt x="1941" y="21123"/>
                  </a:lnTo>
                  <a:lnTo>
                    <a:pt x="1040" y="19521"/>
                  </a:lnTo>
                  <a:lnTo>
                    <a:pt x="25" y="16887"/>
                  </a:lnTo>
                  <a:lnTo>
                    <a:pt x="0" y="16127"/>
                  </a:lnTo>
                  <a:lnTo>
                    <a:pt x="395" y="15261"/>
                  </a:lnTo>
                  <a:lnTo>
                    <a:pt x="763" y="14600"/>
                  </a:lnTo>
                  <a:lnTo>
                    <a:pt x="814" y="14075"/>
                  </a:lnTo>
                  <a:lnTo>
                    <a:pt x="855" y="13932"/>
                  </a:lnTo>
                  <a:lnTo>
                    <a:pt x="1159" y="12843"/>
                  </a:lnTo>
                  <a:lnTo>
                    <a:pt x="1897" y="11394"/>
                  </a:lnTo>
                  <a:lnTo>
                    <a:pt x="2582" y="10553"/>
                  </a:lnTo>
                  <a:lnTo>
                    <a:pt x="3082" y="10276"/>
                  </a:lnTo>
                  <a:lnTo>
                    <a:pt x="4107" y="10529"/>
                  </a:lnTo>
                  <a:lnTo>
                    <a:pt x="5864" y="10738"/>
                  </a:lnTo>
                  <a:lnTo>
                    <a:pt x="7215" y="10542"/>
                  </a:lnTo>
                  <a:lnTo>
                    <a:pt x="8475" y="9897"/>
                  </a:lnTo>
                  <a:lnTo>
                    <a:pt x="9159" y="9332"/>
                  </a:lnTo>
                  <a:lnTo>
                    <a:pt x="9744" y="8739"/>
                  </a:lnTo>
                  <a:lnTo>
                    <a:pt x="9939" y="8354"/>
                  </a:lnTo>
                  <a:lnTo>
                    <a:pt x="10199" y="8169"/>
                  </a:lnTo>
                  <a:lnTo>
                    <a:pt x="11241" y="7827"/>
                  </a:lnTo>
                  <a:lnTo>
                    <a:pt x="11572" y="7428"/>
                  </a:lnTo>
                  <a:lnTo>
                    <a:pt x="11709" y="6672"/>
                  </a:lnTo>
                  <a:lnTo>
                    <a:pt x="11800" y="5829"/>
                  </a:lnTo>
                  <a:lnTo>
                    <a:pt x="12014" y="5204"/>
                  </a:lnTo>
                  <a:lnTo>
                    <a:pt x="12282" y="4746"/>
                  </a:lnTo>
                  <a:lnTo>
                    <a:pt x="14211" y="3647"/>
                  </a:lnTo>
                  <a:lnTo>
                    <a:pt x="14384" y="3260"/>
                  </a:lnTo>
                  <a:lnTo>
                    <a:pt x="14693" y="2884"/>
                  </a:lnTo>
                  <a:lnTo>
                    <a:pt x="15263" y="2463"/>
                  </a:lnTo>
                  <a:lnTo>
                    <a:pt x="15817" y="1855"/>
                  </a:lnTo>
                  <a:lnTo>
                    <a:pt x="16403" y="1481"/>
                  </a:lnTo>
                  <a:lnTo>
                    <a:pt x="17156" y="1523"/>
                  </a:lnTo>
                  <a:lnTo>
                    <a:pt x="17852" y="1446"/>
                  </a:lnTo>
                  <a:lnTo>
                    <a:pt x="18394" y="1234"/>
                  </a:lnTo>
                  <a:lnTo>
                    <a:pt x="18633" y="1212"/>
                  </a:lnTo>
                  <a:lnTo>
                    <a:pt x="19635" y="1386"/>
                  </a:lnTo>
                  <a:lnTo>
                    <a:pt x="19815" y="2084"/>
                  </a:lnTo>
                  <a:lnTo>
                    <a:pt x="19921" y="2810"/>
                  </a:lnTo>
                  <a:lnTo>
                    <a:pt x="21634" y="2757"/>
                  </a:lnTo>
                  <a:lnTo>
                    <a:pt x="22587" y="1203"/>
                  </a:lnTo>
                  <a:lnTo>
                    <a:pt x="23081" y="1016"/>
                  </a:lnTo>
                  <a:lnTo>
                    <a:pt x="23874" y="475"/>
                  </a:lnTo>
                  <a:lnTo>
                    <a:pt x="24398" y="0"/>
                  </a:lnTo>
                  <a:lnTo>
                    <a:pt x="24758" y="297"/>
                  </a:lnTo>
                  <a:lnTo>
                    <a:pt x="25279" y="1296"/>
                  </a:lnTo>
                  <a:lnTo>
                    <a:pt x="25831" y="2100"/>
                  </a:lnTo>
                  <a:lnTo>
                    <a:pt x="26149" y="2417"/>
                  </a:lnTo>
                  <a:lnTo>
                    <a:pt x="26183" y="2664"/>
                  </a:lnTo>
                  <a:lnTo>
                    <a:pt x="26504" y="2812"/>
                  </a:lnTo>
                  <a:lnTo>
                    <a:pt x="27127" y="2902"/>
                  </a:lnTo>
                  <a:lnTo>
                    <a:pt x="27542" y="3145"/>
                  </a:lnTo>
                  <a:lnTo>
                    <a:pt x="27666" y="3893"/>
                  </a:lnTo>
                  <a:lnTo>
                    <a:pt x="27675" y="4571"/>
                  </a:lnTo>
                  <a:lnTo>
                    <a:pt x="27480" y="5056"/>
                  </a:lnTo>
                  <a:lnTo>
                    <a:pt x="27379" y="5485"/>
                  </a:lnTo>
                  <a:lnTo>
                    <a:pt x="27810" y="5654"/>
                  </a:lnTo>
                  <a:lnTo>
                    <a:pt x="28441" y="5491"/>
                  </a:lnTo>
                  <a:lnTo>
                    <a:pt x="28887" y="5248"/>
                  </a:lnTo>
                  <a:lnTo>
                    <a:pt x="30226" y="5807"/>
                  </a:lnTo>
                  <a:lnTo>
                    <a:pt x="30699" y="4560"/>
                  </a:lnTo>
                  <a:lnTo>
                    <a:pt x="31229" y="3923"/>
                  </a:lnTo>
                  <a:lnTo>
                    <a:pt x="31919" y="3627"/>
                  </a:lnTo>
                  <a:lnTo>
                    <a:pt x="32543" y="3238"/>
                  </a:lnTo>
                  <a:lnTo>
                    <a:pt x="33115" y="2963"/>
                  </a:lnTo>
                  <a:lnTo>
                    <a:pt x="33510" y="2979"/>
                  </a:lnTo>
                  <a:lnTo>
                    <a:pt x="33680" y="2864"/>
                  </a:lnTo>
                  <a:lnTo>
                    <a:pt x="34170" y="2894"/>
                  </a:lnTo>
                  <a:lnTo>
                    <a:pt x="34738" y="3019"/>
                  </a:lnTo>
                  <a:lnTo>
                    <a:pt x="35510" y="2873"/>
                  </a:lnTo>
                  <a:lnTo>
                    <a:pt x="36578" y="3177"/>
                  </a:lnTo>
                  <a:lnTo>
                    <a:pt x="37245" y="3752"/>
                  </a:lnTo>
                  <a:lnTo>
                    <a:pt x="37897" y="3947"/>
                  </a:lnTo>
                  <a:lnTo>
                    <a:pt x="38643" y="3914"/>
                  </a:lnTo>
                  <a:lnTo>
                    <a:pt x="39153" y="3596"/>
                  </a:lnTo>
                  <a:lnTo>
                    <a:pt x="39893" y="2502"/>
                  </a:lnTo>
                  <a:lnTo>
                    <a:pt x="40430" y="2519"/>
                  </a:lnTo>
                  <a:lnTo>
                    <a:pt x="41270" y="2346"/>
                  </a:lnTo>
                  <a:lnTo>
                    <a:pt x="42458" y="2356"/>
                  </a:lnTo>
                  <a:lnTo>
                    <a:pt x="45193" y="2590"/>
                  </a:lnTo>
                  <a:lnTo>
                    <a:pt x="45879" y="3009"/>
                  </a:lnTo>
                  <a:lnTo>
                    <a:pt x="47563" y="3546"/>
                  </a:lnTo>
                  <a:lnTo>
                    <a:pt x="48297" y="4165"/>
                  </a:lnTo>
                  <a:lnTo>
                    <a:pt x="48623" y="4904"/>
                  </a:lnTo>
                  <a:lnTo>
                    <a:pt x="48793" y="5414"/>
                  </a:lnTo>
                  <a:lnTo>
                    <a:pt x="50519" y="6199"/>
                  </a:lnTo>
                  <a:lnTo>
                    <a:pt x="53078" y="720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g1408"/>
            <p:cNvSpPr/>
            <p:nvPr/>
          </p:nvSpPr>
          <p:spPr>
            <a:xfrm>
              <a:off x="4149136" y="1764909"/>
              <a:ext cx="29687" cy="20013"/>
            </a:xfrm>
            <a:custGeom>
              <a:avLst/>
              <a:pathLst>
                <a:path w="29687" h="20013">
                  <a:moveTo>
                    <a:pt x="29687" y="5068"/>
                  </a:moveTo>
                  <a:lnTo>
                    <a:pt x="28849" y="4726"/>
                  </a:lnTo>
                  <a:lnTo>
                    <a:pt x="27842" y="4584"/>
                  </a:lnTo>
                  <a:lnTo>
                    <a:pt x="27653" y="4768"/>
                  </a:lnTo>
                  <a:lnTo>
                    <a:pt x="27248" y="4956"/>
                  </a:lnTo>
                  <a:lnTo>
                    <a:pt x="27043" y="5292"/>
                  </a:lnTo>
                  <a:lnTo>
                    <a:pt x="27200" y="6613"/>
                  </a:lnTo>
                  <a:lnTo>
                    <a:pt x="26955" y="6840"/>
                  </a:lnTo>
                  <a:lnTo>
                    <a:pt x="25811" y="6709"/>
                  </a:lnTo>
                  <a:lnTo>
                    <a:pt x="25433" y="6861"/>
                  </a:lnTo>
                  <a:lnTo>
                    <a:pt x="24810" y="7781"/>
                  </a:lnTo>
                  <a:lnTo>
                    <a:pt x="24173" y="8168"/>
                  </a:lnTo>
                  <a:lnTo>
                    <a:pt x="23361" y="8444"/>
                  </a:lnTo>
                  <a:lnTo>
                    <a:pt x="22763" y="8777"/>
                  </a:lnTo>
                  <a:lnTo>
                    <a:pt x="22005" y="9066"/>
                  </a:lnTo>
                  <a:lnTo>
                    <a:pt x="21359" y="9241"/>
                  </a:lnTo>
                  <a:lnTo>
                    <a:pt x="21104" y="9642"/>
                  </a:lnTo>
                  <a:lnTo>
                    <a:pt x="20949" y="10088"/>
                  </a:lnTo>
                  <a:lnTo>
                    <a:pt x="20990" y="10517"/>
                  </a:lnTo>
                  <a:lnTo>
                    <a:pt x="21646" y="11364"/>
                  </a:lnTo>
                  <a:lnTo>
                    <a:pt x="21734" y="12268"/>
                  </a:lnTo>
                  <a:lnTo>
                    <a:pt x="21663" y="13373"/>
                  </a:lnTo>
                  <a:lnTo>
                    <a:pt x="21513" y="13963"/>
                  </a:lnTo>
                  <a:lnTo>
                    <a:pt x="21254" y="14355"/>
                  </a:lnTo>
                  <a:lnTo>
                    <a:pt x="19639" y="14863"/>
                  </a:lnTo>
                  <a:lnTo>
                    <a:pt x="17964" y="15770"/>
                  </a:lnTo>
                  <a:lnTo>
                    <a:pt x="17925" y="15978"/>
                  </a:lnTo>
                  <a:lnTo>
                    <a:pt x="18689" y="16784"/>
                  </a:lnTo>
                  <a:lnTo>
                    <a:pt x="18720" y="16985"/>
                  </a:lnTo>
                  <a:lnTo>
                    <a:pt x="18088" y="17443"/>
                  </a:lnTo>
                  <a:lnTo>
                    <a:pt x="18026" y="17903"/>
                  </a:lnTo>
                  <a:lnTo>
                    <a:pt x="18098" y="18435"/>
                  </a:lnTo>
                  <a:lnTo>
                    <a:pt x="18433" y="18982"/>
                  </a:lnTo>
                  <a:lnTo>
                    <a:pt x="18554" y="19474"/>
                  </a:lnTo>
                  <a:lnTo>
                    <a:pt x="17633" y="19832"/>
                  </a:lnTo>
                  <a:lnTo>
                    <a:pt x="16388" y="19701"/>
                  </a:lnTo>
                  <a:lnTo>
                    <a:pt x="14913" y="19016"/>
                  </a:lnTo>
                  <a:lnTo>
                    <a:pt x="14397" y="19117"/>
                  </a:lnTo>
                  <a:lnTo>
                    <a:pt x="13896" y="19470"/>
                  </a:lnTo>
                  <a:lnTo>
                    <a:pt x="13385" y="19318"/>
                  </a:lnTo>
                  <a:lnTo>
                    <a:pt x="12822" y="18896"/>
                  </a:lnTo>
                  <a:lnTo>
                    <a:pt x="12027" y="18017"/>
                  </a:lnTo>
                  <a:lnTo>
                    <a:pt x="11640" y="17479"/>
                  </a:lnTo>
                  <a:lnTo>
                    <a:pt x="11481" y="16904"/>
                  </a:lnTo>
                  <a:lnTo>
                    <a:pt x="11264" y="16821"/>
                  </a:lnTo>
                  <a:lnTo>
                    <a:pt x="10934" y="16988"/>
                  </a:lnTo>
                  <a:lnTo>
                    <a:pt x="10661" y="17686"/>
                  </a:lnTo>
                  <a:lnTo>
                    <a:pt x="9925" y="18934"/>
                  </a:lnTo>
                  <a:lnTo>
                    <a:pt x="9382" y="19273"/>
                  </a:lnTo>
                  <a:lnTo>
                    <a:pt x="8559" y="19201"/>
                  </a:lnTo>
                  <a:lnTo>
                    <a:pt x="7407" y="19221"/>
                  </a:lnTo>
                  <a:lnTo>
                    <a:pt x="6691" y="19324"/>
                  </a:lnTo>
                  <a:lnTo>
                    <a:pt x="5814" y="18883"/>
                  </a:lnTo>
                  <a:lnTo>
                    <a:pt x="5601" y="18967"/>
                  </a:lnTo>
                  <a:lnTo>
                    <a:pt x="5599" y="19257"/>
                  </a:lnTo>
                  <a:lnTo>
                    <a:pt x="5273" y="19715"/>
                  </a:lnTo>
                  <a:lnTo>
                    <a:pt x="4735" y="20013"/>
                  </a:lnTo>
                  <a:lnTo>
                    <a:pt x="2242" y="19339"/>
                  </a:lnTo>
                  <a:lnTo>
                    <a:pt x="1889" y="18779"/>
                  </a:lnTo>
                  <a:lnTo>
                    <a:pt x="2451" y="18513"/>
                  </a:lnTo>
                  <a:lnTo>
                    <a:pt x="3231" y="17793"/>
                  </a:lnTo>
                  <a:lnTo>
                    <a:pt x="3763" y="17871"/>
                  </a:lnTo>
                  <a:lnTo>
                    <a:pt x="4413" y="17719"/>
                  </a:lnTo>
                  <a:lnTo>
                    <a:pt x="4697" y="17413"/>
                  </a:lnTo>
                  <a:lnTo>
                    <a:pt x="4285" y="16498"/>
                  </a:lnTo>
                  <a:lnTo>
                    <a:pt x="3249" y="15370"/>
                  </a:lnTo>
                  <a:lnTo>
                    <a:pt x="2698" y="14942"/>
                  </a:lnTo>
                  <a:lnTo>
                    <a:pt x="1941" y="14658"/>
                  </a:lnTo>
                  <a:lnTo>
                    <a:pt x="1810" y="14354"/>
                  </a:lnTo>
                  <a:lnTo>
                    <a:pt x="2230" y="12575"/>
                  </a:lnTo>
                  <a:lnTo>
                    <a:pt x="2103" y="12322"/>
                  </a:lnTo>
                  <a:lnTo>
                    <a:pt x="1238" y="12406"/>
                  </a:lnTo>
                  <a:lnTo>
                    <a:pt x="1035" y="12220"/>
                  </a:lnTo>
                  <a:lnTo>
                    <a:pt x="965" y="11912"/>
                  </a:lnTo>
                  <a:lnTo>
                    <a:pt x="1023" y="11489"/>
                  </a:lnTo>
                  <a:lnTo>
                    <a:pt x="1606" y="10798"/>
                  </a:lnTo>
                  <a:lnTo>
                    <a:pt x="2255" y="10184"/>
                  </a:lnTo>
                  <a:lnTo>
                    <a:pt x="2428" y="9840"/>
                  </a:lnTo>
                  <a:lnTo>
                    <a:pt x="2405" y="9571"/>
                  </a:lnTo>
                  <a:lnTo>
                    <a:pt x="1575" y="9299"/>
                  </a:lnTo>
                  <a:lnTo>
                    <a:pt x="1074" y="9019"/>
                  </a:lnTo>
                  <a:lnTo>
                    <a:pt x="677" y="8923"/>
                  </a:lnTo>
                  <a:lnTo>
                    <a:pt x="404" y="9079"/>
                  </a:lnTo>
                  <a:lnTo>
                    <a:pt x="202" y="8903"/>
                  </a:lnTo>
                  <a:lnTo>
                    <a:pt x="0" y="8391"/>
                  </a:lnTo>
                  <a:lnTo>
                    <a:pt x="201" y="7612"/>
                  </a:lnTo>
                  <a:lnTo>
                    <a:pt x="948" y="6891"/>
                  </a:lnTo>
                  <a:lnTo>
                    <a:pt x="1750" y="6251"/>
                  </a:lnTo>
                  <a:lnTo>
                    <a:pt x="2449" y="5784"/>
                  </a:lnTo>
                  <a:lnTo>
                    <a:pt x="2852" y="5584"/>
                  </a:lnTo>
                  <a:lnTo>
                    <a:pt x="3044" y="4784"/>
                  </a:lnTo>
                  <a:lnTo>
                    <a:pt x="3460" y="4867"/>
                  </a:lnTo>
                  <a:lnTo>
                    <a:pt x="4286" y="4910"/>
                  </a:lnTo>
                  <a:lnTo>
                    <a:pt x="5208" y="5092"/>
                  </a:lnTo>
                  <a:lnTo>
                    <a:pt x="6068" y="5315"/>
                  </a:lnTo>
                  <a:lnTo>
                    <a:pt x="6823" y="5598"/>
                  </a:lnTo>
                  <a:lnTo>
                    <a:pt x="8411" y="5893"/>
                  </a:lnTo>
                  <a:lnTo>
                    <a:pt x="9855" y="6072"/>
                  </a:lnTo>
                  <a:lnTo>
                    <a:pt x="10290" y="6237"/>
                  </a:lnTo>
                  <a:lnTo>
                    <a:pt x="10646" y="6224"/>
                  </a:lnTo>
                  <a:lnTo>
                    <a:pt x="11084" y="6465"/>
                  </a:lnTo>
                  <a:lnTo>
                    <a:pt x="11342" y="6281"/>
                  </a:lnTo>
                  <a:lnTo>
                    <a:pt x="11530" y="5958"/>
                  </a:lnTo>
                  <a:lnTo>
                    <a:pt x="12317" y="5577"/>
                  </a:lnTo>
                  <a:lnTo>
                    <a:pt x="13041" y="5079"/>
                  </a:lnTo>
                  <a:lnTo>
                    <a:pt x="13550" y="4445"/>
                  </a:lnTo>
                  <a:lnTo>
                    <a:pt x="13835" y="3944"/>
                  </a:lnTo>
                  <a:lnTo>
                    <a:pt x="14333" y="3589"/>
                  </a:lnTo>
                  <a:lnTo>
                    <a:pt x="14864" y="3487"/>
                  </a:lnTo>
                  <a:lnTo>
                    <a:pt x="15349" y="3309"/>
                  </a:lnTo>
                  <a:lnTo>
                    <a:pt x="17396" y="3072"/>
                  </a:lnTo>
                  <a:lnTo>
                    <a:pt x="19499" y="3258"/>
                  </a:lnTo>
                  <a:lnTo>
                    <a:pt x="20502" y="2910"/>
                  </a:lnTo>
                  <a:lnTo>
                    <a:pt x="21328" y="2299"/>
                  </a:lnTo>
                  <a:lnTo>
                    <a:pt x="22598" y="2120"/>
                  </a:lnTo>
                  <a:lnTo>
                    <a:pt x="24403" y="2589"/>
                  </a:lnTo>
                  <a:lnTo>
                    <a:pt x="24619" y="2195"/>
                  </a:lnTo>
                  <a:lnTo>
                    <a:pt x="24585" y="863"/>
                  </a:lnTo>
                  <a:lnTo>
                    <a:pt x="25156" y="257"/>
                  </a:lnTo>
                  <a:lnTo>
                    <a:pt x="25684" y="0"/>
                  </a:lnTo>
                  <a:lnTo>
                    <a:pt x="27487" y="83"/>
                  </a:lnTo>
                  <a:lnTo>
                    <a:pt x="27722" y="492"/>
                  </a:lnTo>
                  <a:lnTo>
                    <a:pt x="27816" y="1126"/>
                  </a:lnTo>
                  <a:lnTo>
                    <a:pt x="27977" y="1975"/>
                  </a:lnTo>
                  <a:lnTo>
                    <a:pt x="28278" y="2210"/>
                  </a:lnTo>
                  <a:lnTo>
                    <a:pt x="28442" y="2545"/>
                  </a:lnTo>
                  <a:lnTo>
                    <a:pt x="28411" y="3132"/>
                  </a:lnTo>
                  <a:lnTo>
                    <a:pt x="28763" y="3571"/>
                  </a:lnTo>
                  <a:lnTo>
                    <a:pt x="29588" y="475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g1409"/>
            <p:cNvSpPr/>
            <p:nvPr/>
          </p:nvSpPr>
          <p:spPr>
            <a:xfrm>
              <a:off x="4177669" y="1618711"/>
              <a:ext cx="6845" cy="15410"/>
            </a:xfrm>
            <a:custGeom>
              <a:avLst/>
              <a:pathLst>
                <a:path w="6845" h="15410">
                  <a:moveTo>
                    <a:pt x="1271" y="14708"/>
                  </a:moveTo>
                  <a:lnTo>
                    <a:pt x="785" y="15410"/>
                  </a:lnTo>
                  <a:lnTo>
                    <a:pt x="354" y="15361"/>
                  </a:lnTo>
                  <a:lnTo>
                    <a:pt x="67" y="14424"/>
                  </a:lnTo>
                  <a:lnTo>
                    <a:pt x="0" y="12015"/>
                  </a:lnTo>
                  <a:lnTo>
                    <a:pt x="171" y="10824"/>
                  </a:lnTo>
                  <a:lnTo>
                    <a:pt x="2234" y="6530"/>
                  </a:lnTo>
                  <a:lnTo>
                    <a:pt x="3156" y="6179"/>
                  </a:lnTo>
                  <a:lnTo>
                    <a:pt x="4451" y="3548"/>
                  </a:lnTo>
                  <a:lnTo>
                    <a:pt x="4800" y="2377"/>
                  </a:lnTo>
                  <a:lnTo>
                    <a:pt x="5362" y="1323"/>
                  </a:lnTo>
                  <a:lnTo>
                    <a:pt x="5694" y="380"/>
                  </a:lnTo>
                  <a:lnTo>
                    <a:pt x="5972" y="0"/>
                  </a:lnTo>
                  <a:lnTo>
                    <a:pt x="6576" y="178"/>
                  </a:lnTo>
                  <a:lnTo>
                    <a:pt x="6845" y="352"/>
                  </a:lnTo>
                  <a:lnTo>
                    <a:pt x="6208" y="901"/>
                  </a:lnTo>
                  <a:lnTo>
                    <a:pt x="6282" y="1615"/>
                  </a:lnTo>
                  <a:lnTo>
                    <a:pt x="6238" y="1911"/>
                  </a:lnTo>
                  <a:lnTo>
                    <a:pt x="4631" y="5019"/>
                  </a:lnTo>
                  <a:lnTo>
                    <a:pt x="4201" y="7037"/>
                  </a:lnTo>
                  <a:lnTo>
                    <a:pt x="3631" y="752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g1410"/>
            <p:cNvSpPr/>
            <p:nvPr/>
          </p:nvSpPr>
          <p:spPr>
            <a:xfrm>
              <a:off x="4193856" y="1610755"/>
              <a:ext cx="9190" cy="13877"/>
            </a:xfrm>
            <a:custGeom>
              <a:avLst/>
              <a:pathLst>
                <a:path w="9190" h="13877">
                  <a:moveTo>
                    <a:pt x="9190" y="1109"/>
                  </a:moveTo>
                  <a:lnTo>
                    <a:pt x="8407" y="1441"/>
                  </a:lnTo>
                  <a:lnTo>
                    <a:pt x="7947" y="2425"/>
                  </a:lnTo>
                  <a:lnTo>
                    <a:pt x="7313" y="2591"/>
                  </a:lnTo>
                  <a:lnTo>
                    <a:pt x="6705" y="2918"/>
                  </a:lnTo>
                  <a:lnTo>
                    <a:pt x="6488" y="6030"/>
                  </a:lnTo>
                  <a:lnTo>
                    <a:pt x="7595" y="7212"/>
                  </a:lnTo>
                  <a:lnTo>
                    <a:pt x="6987" y="7378"/>
                  </a:lnTo>
                  <a:lnTo>
                    <a:pt x="6431" y="7732"/>
                  </a:lnTo>
                  <a:lnTo>
                    <a:pt x="6034" y="8256"/>
                  </a:lnTo>
                  <a:lnTo>
                    <a:pt x="5627" y="9383"/>
                  </a:lnTo>
                  <a:lnTo>
                    <a:pt x="4100" y="10022"/>
                  </a:lnTo>
                  <a:lnTo>
                    <a:pt x="3521" y="10494"/>
                  </a:lnTo>
                  <a:lnTo>
                    <a:pt x="2669" y="11546"/>
                  </a:lnTo>
                  <a:lnTo>
                    <a:pt x="2224" y="13072"/>
                  </a:lnTo>
                  <a:lnTo>
                    <a:pt x="1360" y="13723"/>
                  </a:lnTo>
                  <a:lnTo>
                    <a:pt x="390" y="13877"/>
                  </a:lnTo>
                  <a:lnTo>
                    <a:pt x="959" y="12627"/>
                  </a:lnTo>
                  <a:lnTo>
                    <a:pt x="1705" y="11608"/>
                  </a:lnTo>
                  <a:lnTo>
                    <a:pt x="988" y="10909"/>
                  </a:lnTo>
                  <a:lnTo>
                    <a:pt x="557" y="9815"/>
                  </a:lnTo>
                  <a:lnTo>
                    <a:pt x="0" y="8976"/>
                  </a:lnTo>
                  <a:lnTo>
                    <a:pt x="443" y="8039"/>
                  </a:lnTo>
                  <a:lnTo>
                    <a:pt x="225" y="6503"/>
                  </a:lnTo>
                  <a:lnTo>
                    <a:pt x="297" y="5005"/>
                  </a:lnTo>
                  <a:lnTo>
                    <a:pt x="944" y="4248"/>
                  </a:lnTo>
                  <a:lnTo>
                    <a:pt x="1685" y="3631"/>
                  </a:lnTo>
                  <a:lnTo>
                    <a:pt x="2839" y="2212"/>
                  </a:lnTo>
                  <a:lnTo>
                    <a:pt x="4090" y="1184"/>
                  </a:lnTo>
                  <a:lnTo>
                    <a:pt x="5835" y="721"/>
                  </a:lnTo>
                  <a:lnTo>
                    <a:pt x="6623" y="1148"/>
                  </a:lnTo>
                  <a:lnTo>
                    <a:pt x="6963" y="213"/>
                  </a:lnTo>
                  <a:lnTo>
                    <a:pt x="7526" y="0"/>
                  </a:lnTo>
                  <a:lnTo>
                    <a:pt x="8054" y="21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g1411"/>
            <p:cNvSpPr/>
            <p:nvPr/>
          </p:nvSpPr>
          <p:spPr>
            <a:xfrm>
              <a:off x="4202694" y="1609836"/>
              <a:ext cx="2764" cy="1689"/>
            </a:xfrm>
            <a:custGeom>
              <a:avLst/>
              <a:pathLst>
                <a:path w="2764" h="1689">
                  <a:moveTo>
                    <a:pt x="1107" y="819"/>
                  </a:moveTo>
                  <a:lnTo>
                    <a:pt x="937" y="1689"/>
                  </a:lnTo>
                  <a:lnTo>
                    <a:pt x="447" y="1622"/>
                  </a:lnTo>
                  <a:lnTo>
                    <a:pt x="0" y="980"/>
                  </a:lnTo>
                  <a:lnTo>
                    <a:pt x="904" y="0"/>
                  </a:lnTo>
                  <a:lnTo>
                    <a:pt x="2288" y="53"/>
                  </a:lnTo>
                  <a:lnTo>
                    <a:pt x="2764" y="25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g1412"/>
            <p:cNvSpPr/>
            <p:nvPr/>
          </p:nvSpPr>
          <p:spPr>
            <a:xfrm>
              <a:off x="4196172" y="1594123"/>
              <a:ext cx="1283" cy="1231"/>
            </a:xfrm>
            <a:custGeom>
              <a:avLst/>
              <a:pathLst>
                <a:path w="1283" h="1231">
                  <a:moveTo>
                    <a:pt x="627" y="1098"/>
                  </a:moveTo>
                  <a:lnTo>
                    <a:pt x="207" y="1231"/>
                  </a:lnTo>
                  <a:lnTo>
                    <a:pt x="0" y="1189"/>
                  </a:lnTo>
                  <a:lnTo>
                    <a:pt x="258" y="541"/>
                  </a:lnTo>
                  <a:lnTo>
                    <a:pt x="450" y="261"/>
                  </a:lnTo>
                  <a:lnTo>
                    <a:pt x="1088" y="0"/>
                  </a:lnTo>
                  <a:lnTo>
                    <a:pt x="1283" y="4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g1413"/>
            <p:cNvSpPr/>
            <p:nvPr/>
          </p:nvSpPr>
          <p:spPr>
            <a:xfrm>
              <a:off x="4198114" y="1587987"/>
              <a:ext cx="1355" cy="1541"/>
            </a:xfrm>
            <a:custGeom>
              <a:avLst/>
              <a:pathLst>
                <a:path w="1355" h="1541">
                  <a:moveTo>
                    <a:pt x="380" y="1080"/>
                  </a:moveTo>
                  <a:lnTo>
                    <a:pt x="143" y="1541"/>
                  </a:lnTo>
                  <a:lnTo>
                    <a:pt x="0" y="864"/>
                  </a:lnTo>
                  <a:lnTo>
                    <a:pt x="162" y="306"/>
                  </a:lnTo>
                  <a:lnTo>
                    <a:pt x="621" y="0"/>
                  </a:lnTo>
                  <a:lnTo>
                    <a:pt x="1355" y="183"/>
                  </a:lnTo>
                  <a:lnTo>
                    <a:pt x="1350" y="323"/>
                  </a:lnTo>
                  <a:lnTo>
                    <a:pt x="649" y="77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g1414"/>
            <p:cNvSpPr/>
            <p:nvPr/>
          </p:nvSpPr>
          <p:spPr>
            <a:xfrm>
              <a:off x="4128028" y="1455635"/>
              <a:ext cx="123069" cy="190953"/>
            </a:xfrm>
            <a:custGeom>
              <a:avLst/>
              <a:pathLst>
                <a:path w="123069" h="190953">
                  <a:moveTo>
                    <a:pt x="123069" y="45073"/>
                  </a:moveTo>
                  <a:lnTo>
                    <a:pt x="120562" y="45395"/>
                  </a:lnTo>
                  <a:lnTo>
                    <a:pt x="118678" y="44749"/>
                  </a:lnTo>
                  <a:lnTo>
                    <a:pt x="117738" y="45073"/>
                  </a:lnTo>
                  <a:lnTo>
                    <a:pt x="116095" y="45086"/>
                  </a:lnTo>
                  <a:lnTo>
                    <a:pt x="114229" y="45340"/>
                  </a:lnTo>
                  <a:lnTo>
                    <a:pt x="113599" y="45846"/>
                  </a:lnTo>
                  <a:lnTo>
                    <a:pt x="113105" y="46049"/>
                  </a:lnTo>
                  <a:lnTo>
                    <a:pt x="111374" y="45336"/>
                  </a:lnTo>
                  <a:lnTo>
                    <a:pt x="109739" y="44157"/>
                  </a:lnTo>
                  <a:lnTo>
                    <a:pt x="108545" y="45056"/>
                  </a:lnTo>
                  <a:lnTo>
                    <a:pt x="107771" y="45226"/>
                  </a:lnTo>
                  <a:lnTo>
                    <a:pt x="107077" y="44413"/>
                  </a:lnTo>
                  <a:lnTo>
                    <a:pt x="106470" y="44281"/>
                  </a:lnTo>
                  <a:lnTo>
                    <a:pt x="106142" y="44552"/>
                  </a:lnTo>
                  <a:lnTo>
                    <a:pt x="105854" y="45270"/>
                  </a:lnTo>
                  <a:lnTo>
                    <a:pt x="105397" y="45835"/>
                  </a:lnTo>
                  <a:lnTo>
                    <a:pt x="105278" y="46193"/>
                  </a:lnTo>
                  <a:lnTo>
                    <a:pt x="105198" y="47636"/>
                  </a:lnTo>
                  <a:lnTo>
                    <a:pt x="105079" y="47971"/>
                  </a:lnTo>
                  <a:lnTo>
                    <a:pt x="103492" y="47784"/>
                  </a:lnTo>
                  <a:lnTo>
                    <a:pt x="103587" y="48163"/>
                  </a:lnTo>
                  <a:lnTo>
                    <a:pt x="103933" y="48353"/>
                  </a:lnTo>
                  <a:lnTo>
                    <a:pt x="104072" y="48594"/>
                  </a:lnTo>
                  <a:lnTo>
                    <a:pt x="103496" y="48910"/>
                  </a:lnTo>
                  <a:lnTo>
                    <a:pt x="101920" y="48880"/>
                  </a:lnTo>
                  <a:lnTo>
                    <a:pt x="101760" y="49215"/>
                  </a:lnTo>
                  <a:lnTo>
                    <a:pt x="102203" y="49745"/>
                  </a:lnTo>
                  <a:lnTo>
                    <a:pt x="101857" y="50208"/>
                  </a:lnTo>
                  <a:lnTo>
                    <a:pt x="101537" y="50391"/>
                  </a:lnTo>
                  <a:lnTo>
                    <a:pt x="99655" y="50679"/>
                  </a:lnTo>
                  <a:lnTo>
                    <a:pt x="98566" y="50613"/>
                  </a:lnTo>
                  <a:lnTo>
                    <a:pt x="98254" y="50913"/>
                  </a:lnTo>
                  <a:lnTo>
                    <a:pt x="98167" y="51304"/>
                  </a:lnTo>
                  <a:lnTo>
                    <a:pt x="98373" y="51686"/>
                  </a:lnTo>
                  <a:lnTo>
                    <a:pt x="98854" y="51890"/>
                  </a:lnTo>
                  <a:lnTo>
                    <a:pt x="99012" y="52133"/>
                  </a:lnTo>
                  <a:lnTo>
                    <a:pt x="98979" y="52660"/>
                  </a:lnTo>
                  <a:lnTo>
                    <a:pt x="98579" y="52755"/>
                  </a:lnTo>
                  <a:lnTo>
                    <a:pt x="97443" y="51830"/>
                  </a:lnTo>
                  <a:lnTo>
                    <a:pt x="97097" y="51878"/>
                  </a:lnTo>
                  <a:lnTo>
                    <a:pt x="97357" y="52359"/>
                  </a:lnTo>
                  <a:lnTo>
                    <a:pt x="98006" y="52883"/>
                  </a:lnTo>
                  <a:lnTo>
                    <a:pt x="98381" y="53418"/>
                  </a:lnTo>
                  <a:lnTo>
                    <a:pt x="98709" y="54063"/>
                  </a:lnTo>
                  <a:lnTo>
                    <a:pt x="98645" y="54551"/>
                  </a:lnTo>
                  <a:lnTo>
                    <a:pt x="97235" y="56128"/>
                  </a:lnTo>
                  <a:lnTo>
                    <a:pt x="95994" y="57124"/>
                  </a:lnTo>
                  <a:lnTo>
                    <a:pt x="95069" y="58022"/>
                  </a:lnTo>
                  <a:lnTo>
                    <a:pt x="94523" y="58974"/>
                  </a:lnTo>
                  <a:lnTo>
                    <a:pt x="95155" y="59453"/>
                  </a:lnTo>
                  <a:lnTo>
                    <a:pt x="95858" y="60145"/>
                  </a:lnTo>
                  <a:lnTo>
                    <a:pt x="96352" y="61475"/>
                  </a:lnTo>
                  <a:lnTo>
                    <a:pt x="96941" y="62661"/>
                  </a:lnTo>
                  <a:lnTo>
                    <a:pt x="98131" y="63794"/>
                  </a:lnTo>
                  <a:lnTo>
                    <a:pt x="97892" y="64449"/>
                  </a:lnTo>
                  <a:lnTo>
                    <a:pt x="97615" y="64959"/>
                  </a:lnTo>
                  <a:lnTo>
                    <a:pt x="95635" y="66080"/>
                  </a:lnTo>
                  <a:lnTo>
                    <a:pt x="93390" y="67771"/>
                  </a:lnTo>
                  <a:lnTo>
                    <a:pt x="90970" y="72097"/>
                  </a:lnTo>
                  <a:lnTo>
                    <a:pt x="90165" y="72676"/>
                  </a:lnTo>
                  <a:lnTo>
                    <a:pt x="88047" y="73409"/>
                  </a:lnTo>
                  <a:lnTo>
                    <a:pt x="87268" y="74118"/>
                  </a:lnTo>
                  <a:lnTo>
                    <a:pt x="85691" y="74961"/>
                  </a:lnTo>
                  <a:lnTo>
                    <a:pt x="82938" y="75685"/>
                  </a:lnTo>
                  <a:lnTo>
                    <a:pt x="81689" y="76694"/>
                  </a:lnTo>
                  <a:lnTo>
                    <a:pt x="81125" y="77739"/>
                  </a:lnTo>
                  <a:lnTo>
                    <a:pt x="80498" y="77813"/>
                  </a:lnTo>
                  <a:lnTo>
                    <a:pt x="79876" y="77405"/>
                  </a:lnTo>
                  <a:lnTo>
                    <a:pt x="79046" y="77101"/>
                  </a:lnTo>
                  <a:lnTo>
                    <a:pt x="78938" y="77782"/>
                  </a:lnTo>
                  <a:lnTo>
                    <a:pt x="78973" y="78282"/>
                  </a:lnTo>
                  <a:lnTo>
                    <a:pt x="77646" y="77541"/>
                  </a:lnTo>
                  <a:lnTo>
                    <a:pt x="77019" y="78221"/>
                  </a:lnTo>
                  <a:lnTo>
                    <a:pt x="76529" y="79356"/>
                  </a:lnTo>
                  <a:lnTo>
                    <a:pt x="74619" y="80885"/>
                  </a:lnTo>
                  <a:lnTo>
                    <a:pt x="72559" y="80610"/>
                  </a:lnTo>
                  <a:lnTo>
                    <a:pt x="72328" y="80880"/>
                  </a:lnTo>
                  <a:lnTo>
                    <a:pt x="72876" y="81075"/>
                  </a:lnTo>
                  <a:lnTo>
                    <a:pt x="72959" y="81319"/>
                  </a:lnTo>
                  <a:lnTo>
                    <a:pt x="72585" y="81449"/>
                  </a:lnTo>
                  <a:lnTo>
                    <a:pt x="72019" y="81436"/>
                  </a:lnTo>
                  <a:lnTo>
                    <a:pt x="71145" y="81738"/>
                  </a:lnTo>
                  <a:lnTo>
                    <a:pt x="70570" y="81714"/>
                  </a:lnTo>
                  <a:lnTo>
                    <a:pt x="70298" y="82438"/>
                  </a:lnTo>
                  <a:lnTo>
                    <a:pt x="69853" y="83315"/>
                  </a:lnTo>
                  <a:lnTo>
                    <a:pt x="68690" y="83678"/>
                  </a:lnTo>
                  <a:lnTo>
                    <a:pt x="68090" y="83753"/>
                  </a:lnTo>
                  <a:lnTo>
                    <a:pt x="67793" y="84251"/>
                  </a:lnTo>
                  <a:lnTo>
                    <a:pt x="69583" y="84356"/>
                  </a:lnTo>
                  <a:lnTo>
                    <a:pt x="69439" y="84778"/>
                  </a:lnTo>
                  <a:lnTo>
                    <a:pt x="69399" y="85201"/>
                  </a:lnTo>
                  <a:lnTo>
                    <a:pt x="69214" y="85654"/>
                  </a:lnTo>
                  <a:lnTo>
                    <a:pt x="67180" y="86306"/>
                  </a:lnTo>
                  <a:lnTo>
                    <a:pt x="66866" y="86820"/>
                  </a:lnTo>
                  <a:lnTo>
                    <a:pt x="66441" y="87139"/>
                  </a:lnTo>
                  <a:lnTo>
                    <a:pt x="65537" y="87121"/>
                  </a:lnTo>
                  <a:lnTo>
                    <a:pt x="65570" y="86824"/>
                  </a:lnTo>
                  <a:lnTo>
                    <a:pt x="65718" y="86488"/>
                  </a:lnTo>
                  <a:lnTo>
                    <a:pt x="64370" y="86518"/>
                  </a:lnTo>
                  <a:lnTo>
                    <a:pt x="63950" y="85780"/>
                  </a:lnTo>
                  <a:lnTo>
                    <a:pt x="63694" y="85970"/>
                  </a:lnTo>
                  <a:lnTo>
                    <a:pt x="63845" y="86565"/>
                  </a:lnTo>
                  <a:lnTo>
                    <a:pt x="64198" y="87184"/>
                  </a:lnTo>
                  <a:lnTo>
                    <a:pt x="64591" y="88092"/>
                  </a:lnTo>
                  <a:lnTo>
                    <a:pt x="64272" y="88666"/>
                  </a:lnTo>
                  <a:lnTo>
                    <a:pt x="63915" y="88951"/>
                  </a:lnTo>
                  <a:lnTo>
                    <a:pt x="64175" y="89213"/>
                  </a:lnTo>
                  <a:lnTo>
                    <a:pt x="64895" y="89414"/>
                  </a:lnTo>
                  <a:lnTo>
                    <a:pt x="65186" y="89773"/>
                  </a:lnTo>
                  <a:lnTo>
                    <a:pt x="64332" y="90080"/>
                  </a:lnTo>
                  <a:lnTo>
                    <a:pt x="63267" y="91137"/>
                  </a:lnTo>
                  <a:lnTo>
                    <a:pt x="62163" y="91163"/>
                  </a:lnTo>
                  <a:lnTo>
                    <a:pt x="61487" y="91860"/>
                  </a:lnTo>
                  <a:lnTo>
                    <a:pt x="60770" y="91858"/>
                  </a:lnTo>
                  <a:lnTo>
                    <a:pt x="60187" y="91419"/>
                  </a:lnTo>
                  <a:lnTo>
                    <a:pt x="59253" y="91058"/>
                  </a:lnTo>
                  <a:lnTo>
                    <a:pt x="58952" y="91694"/>
                  </a:lnTo>
                  <a:lnTo>
                    <a:pt x="58904" y="92200"/>
                  </a:lnTo>
                  <a:lnTo>
                    <a:pt x="59431" y="93480"/>
                  </a:lnTo>
                  <a:lnTo>
                    <a:pt x="60436" y="94471"/>
                  </a:lnTo>
                  <a:lnTo>
                    <a:pt x="61367" y="94899"/>
                  </a:lnTo>
                  <a:lnTo>
                    <a:pt x="60697" y="95188"/>
                  </a:lnTo>
                  <a:lnTo>
                    <a:pt x="60199" y="95829"/>
                  </a:lnTo>
                  <a:lnTo>
                    <a:pt x="59597" y="97833"/>
                  </a:lnTo>
                  <a:lnTo>
                    <a:pt x="59270" y="98621"/>
                  </a:lnTo>
                  <a:lnTo>
                    <a:pt x="58915" y="100014"/>
                  </a:lnTo>
                  <a:lnTo>
                    <a:pt x="59140" y="101188"/>
                  </a:lnTo>
                  <a:lnTo>
                    <a:pt x="59320" y="101766"/>
                  </a:lnTo>
                  <a:lnTo>
                    <a:pt x="59775" y="102550"/>
                  </a:lnTo>
                  <a:lnTo>
                    <a:pt x="58537" y="102449"/>
                  </a:lnTo>
                  <a:lnTo>
                    <a:pt x="57230" y="101991"/>
                  </a:lnTo>
                  <a:lnTo>
                    <a:pt x="57412" y="102942"/>
                  </a:lnTo>
                  <a:lnTo>
                    <a:pt x="56609" y="104066"/>
                  </a:lnTo>
                  <a:lnTo>
                    <a:pt x="56759" y="105058"/>
                  </a:lnTo>
                  <a:lnTo>
                    <a:pt x="56926" y="105704"/>
                  </a:lnTo>
                  <a:lnTo>
                    <a:pt x="56677" y="106773"/>
                  </a:lnTo>
                  <a:lnTo>
                    <a:pt x="57055" y="107109"/>
                  </a:lnTo>
                  <a:lnTo>
                    <a:pt x="57260" y="107745"/>
                  </a:lnTo>
                  <a:lnTo>
                    <a:pt x="56922" y="108215"/>
                  </a:lnTo>
                  <a:lnTo>
                    <a:pt x="57073" y="108620"/>
                  </a:lnTo>
                  <a:lnTo>
                    <a:pt x="57129" y="110053"/>
                  </a:lnTo>
                  <a:lnTo>
                    <a:pt x="57386" y="112294"/>
                  </a:lnTo>
                  <a:lnTo>
                    <a:pt x="57292" y="112768"/>
                  </a:lnTo>
                  <a:lnTo>
                    <a:pt x="58011" y="114717"/>
                  </a:lnTo>
                  <a:lnTo>
                    <a:pt x="57843" y="115400"/>
                  </a:lnTo>
                  <a:lnTo>
                    <a:pt x="57746" y="116270"/>
                  </a:lnTo>
                  <a:lnTo>
                    <a:pt x="58777" y="117106"/>
                  </a:lnTo>
                  <a:lnTo>
                    <a:pt x="59696" y="117093"/>
                  </a:lnTo>
                  <a:lnTo>
                    <a:pt x="60627" y="117080"/>
                  </a:lnTo>
                  <a:lnTo>
                    <a:pt x="60983" y="117290"/>
                  </a:lnTo>
                  <a:lnTo>
                    <a:pt x="61340" y="117882"/>
                  </a:lnTo>
                  <a:lnTo>
                    <a:pt x="61627" y="118580"/>
                  </a:lnTo>
                  <a:lnTo>
                    <a:pt x="62394" y="118522"/>
                  </a:lnTo>
                  <a:lnTo>
                    <a:pt x="63618" y="117954"/>
                  </a:lnTo>
                  <a:lnTo>
                    <a:pt x="64414" y="117818"/>
                  </a:lnTo>
                  <a:lnTo>
                    <a:pt x="64940" y="118911"/>
                  </a:lnTo>
                  <a:lnTo>
                    <a:pt x="66370" y="120355"/>
                  </a:lnTo>
                  <a:lnTo>
                    <a:pt x="67203" y="121002"/>
                  </a:lnTo>
                  <a:lnTo>
                    <a:pt x="68617" y="121343"/>
                  </a:lnTo>
                  <a:lnTo>
                    <a:pt x="70107" y="122508"/>
                  </a:lnTo>
                  <a:lnTo>
                    <a:pt x="69899" y="123912"/>
                  </a:lnTo>
                  <a:lnTo>
                    <a:pt x="70520" y="124382"/>
                  </a:lnTo>
                  <a:lnTo>
                    <a:pt x="72279" y="124936"/>
                  </a:lnTo>
                  <a:lnTo>
                    <a:pt x="72900" y="125684"/>
                  </a:lnTo>
                  <a:lnTo>
                    <a:pt x="73199" y="126321"/>
                  </a:lnTo>
                  <a:lnTo>
                    <a:pt x="73662" y="126850"/>
                  </a:lnTo>
                  <a:lnTo>
                    <a:pt x="74203" y="128447"/>
                  </a:lnTo>
                  <a:lnTo>
                    <a:pt x="74015" y="129431"/>
                  </a:lnTo>
                  <a:lnTo>
                    <a:pt x="73306" y="129769"/>
                  </a:lnTo>
                  <a:lnTo>
                    <a:pt x="71633" y="130824"/>
                  </a:lnTo>
                  <a:lnTo>
                    <a:pt x="70887" y="131611"/>
                  </a:lnTo>
                  <a:lnTo>
                    <a:pt x="70302" y="132101"/>
                  </a:lnTo>
                  <a:lnTo>
                    <a:pt x="68640" y="133153"/>
                  </a:lnTo>
                  <a:lnTo>
                    <a:pt x="68031" y="133341"/>
                  </a:lnTo>
                  <a:lnTo>
                    <a:pt x="67448" y="133888"/>
                  </a:lnTo>
                  <a:lnTo>
                    <a:pt x="66885" y="134127"/>
                  </a:lnTo>
                  <a:lnTo>
                    <a:pt x="66380" y="133990"/>
                  </a:lnTo>
                  <a:lnTo>
                    <a:pt x="64495" y="134980"/>
                  </a:lnTo>
                  <a:lnTo>
                    <a:pt x="64642" y="135403"/>
                  </a:lnTo>
                  <a:lnTo>
                    <a:pt x="66087" y="135582"/>
                  </a:lnTo>
                  <a:lnTo>
                    <a:pt x="66825" y="135370"/>
                  </a:lnTo>
                  <a:lnTo>
                    <a:pt x="67392" y="134872"/>
                  </a:lnTo>
                  <a:lnTo>
                    <a:pt x="68012" y="134757"/>
                  </a:lnTo>
                  <a:lnTo>
                    <a:pt x="68577" y="134851"/>
                  </a:lnTo>
                  <a:lnTo>
                    <a:pt x="69177" y="134459"/>
                  </a:lnTo>
                  <a:lnTo>
                    <a:pt x="69647" y="134302"/>
                  </a:lnTo>
                  <a:lnTo>
                    <a:pt x="70133" y="134490"/>
                  </a:lnTo>
                  <a:lnTo>
                    <a:pt x="70676" y="135431"/>
                  </a:lnTo>
                  <a:lnTo>
                    <a:pt x="69550" y="135920"/>
                  </a:lnTo>
                  <a:lnTo>
                    <a:pt x="68752" y="135943"/>
                  </a:lnTo>
                  <a:lnTo>
                    <a:pt x="68362" y="137486"/>
                  </a:lnTo>
                  <a:lnTo>
                    <a:pt x="67879" y="138148"/>
                  </a:lnTo>
                  <a:lnTo>
                    <a:pt x="67532" y="138467"/>
                  </a:lnTo>
                  <a:lnTo>
                    <a:pt x="65761" y="139123"/>
                  </a:lnTo>
                  <a:lnTo>
                    <a:pt x="64593" y="139956"/>
                  </a:lnTo>
                  <a:lnTo>
                    <a:pt x="63215" y="140626"/>
                  </a:lnTo>
                  <a:lnTo>
                    <a:pt x="62614" y="140480"/>
                  </a:lnTo>
                  <a:lnTo>
                    <a:pt x="61707" y="141161"/>
                  </a:lnTo>
                  <a:lnTo>
                    <a:pt x="59693" y="141968"/>
                  </a:lnTo>
                  <a:lnTo>
                    <a:pt x="58661" y="143054"/>
                  </a:lnTo>
                  <a:lnTo>
                    <a:pt x="56345" y="144026"/>
                  </a:lnTo>
                  <a:lnTo>
                    <a:pt x="55165" y="144816"/>
                  </a:lnTo>
                  <a:lnTo>
                    <a:pt x="51960" y="144858"/>
                  </a:lnTo>
                  <a:lnTo>
                    <a:pt x="48899" y="144684"/>
                  </a:lnTo>
                  <a:lnTo>
                    <a:pt x="47938" y="145060"/>
                  </a:lnTo>
                  <a:lnTo>
                    <a:pt x="48920" y="145177"/>
                  </a:lnTo>
                  <a:lnTo>
                    <a:pt x="49609" y="145546"/>
                  </a:lnTo>
                  <a:lnTo>
                    <a:pt x="50434" y="145392"/>
                  </a:lnTo>
                  <a:lnTo>
                    <a:pt x="52373" y="145576"/>
                  </a:lnTo>
                  <a:lnTo>
                    <a:pt x="53371" y="145777"/>
                  </a:lnTo>
                  <a:lnTo>
                    <a:pt x="54651" y="147070"/>
                  </a:lnTo>
                  <a:lnTo>
                    <a:pt x="53710" y="147530"/>
                  </a:lnTo>
                  <a:lnTo>
                    <a:pt x="52079" y="147882"/>
                  </a:lnTo>
                  <a:lnTo>
                    <a:pt x="52691" y="149716"/>
                  </a:lnTo>
                  <a:lnTo>
                    <a:pt x="53195" y="150952"/>
                  </a:lnTo>
                  <a:lnTo>
                    <a:pt x="52535" y="151698"/>
                  </a:lnTo>
                  <a:lnTo>
                    <a:pt x="52486" y="155091"/>
                  </a:lnTo>
                  <a:lnTo>
                    <a:pt x="51559" y="155155"/>
                  </a:lnTo>
                  <a:lnTo>
                    <a:pt x="51165" y="156559"/>
                  </a:lnTo>
                  <a:lnTo>
                    <a:pt x="51457" y="157275"/>
                  </a:lnTo>
                  <a:lnTo>
                    <a:pt x="51434" y="158937"/>
                  </a:lnTo>
                  <a:lnTo>
                    <a:pt x="51627" y="159962"/>
                  </a:lnTo>
                  <a:lnTo>
                    <a:pt x="52082" y="160905"/>
                  </a:lnTo>
                  <a:lnTo>
                    <a:pt x="51880" y="161888"/>
                  </a:lnTo>
                  <a:lnTo>
                    <a:pt x="50414" y="164190"/>
                  </a:lnTo>
                  <a:lnTo>
                    <a:pt x="50448" y="165270"/>
                  </a:lnTo>
                  <a:lnTo>
                    <a:pt x="50711" y="165912"/>
                  </a:lnTo>
                  <a:lnTo>
                    <a:pt x="50906" y="166937"/>
                  </a:lnTo>
                  <a:lnTo>
                    <a:pt x="50240" y="168909"/>
                  </a:lnTo>
                  <a:lnTo>
                    <a:pt x="49769" y="170557"/>
                  </a:lnTo>
                  <a:lnTo>
                    <a:pt x="49210" y="171943"/>
                  </a:lnTo>
                  <a:lnTo>
                    <a:pt x="47960" y="173607"/>
                  </a:lnTo>
                  <a:lnTo>
                    <a:pt x="47337" y="174851"/>
                  </a:lnTo>
                  <a:lnTo>
                    <a:pt x="45880" y="178731"/>
                  </a:lnTo>
                  <a:lnTo>
                    <a:pt x="45157" y="179502"/>
                  </a:lnTo>
                  <a:lnTo>
                    <a:pt x="44271" y="180093"/>
                  </a:lnTo>
                  <a:lnTo>
                    <a:pt x="43284" y="179546"/>
                  </a:lnTo>
                  <a:lnTo>
                    <a:pt x="42378" y="179247"/>
                  </a:lnTo>
                  <a:lnTo>
                    <a:pt x="41272" y="179284"/>
                  </a:lnTo>
                  <a:lnTo>
                    <a:pt x="39540" y="179732"/>
                  </a:lnTo>
                  <a:lnTo>
                    <a:pt x="36935" y="179434"/>
                  </a:lnTo>
                  <a:lnTo>
                    <a:pt x="34388" y="179578"/>
                  </a:lnTo>
                  <a:lnTo>
                    <a:pt x="33744" y="179965"/>
                  </a:lnTo>
                  <a:lnTo>
                    <a:pt x="34130" y="181374"/>
                  </a:lnTo>
                  <a:lnTo>
                    <a:pt x="33192" y="181558"/>
                  </a:lnTo>
                  <a:lnTo>
                    <a:pt x="32274" y="181158"/>
                  </a:lnTo>
                  <a:lnTo>
                    <a:pt x="31467" y="181636"/>
                  </a:lnTo>
                  <a:lnTo>
                    <a:pt x="30792" y="182160"/>
                  </a:lnTo>
                  <a:lnTo>
                    <a:pt x="29468" y="183405"/>
                  </a:lnTo>
                  <a:lnTo>
                    <a:pt x="29024" y="184171"/>
                  </a:lnTo>
                  <a:lnTo>
                    <a:pt x="28909" y="185614"/>
                  </a:lnTo>
                  <a:lnTo>
                    <a:pt x="29605" y="186908"/>
                  </a:lnTo>
                  <a:lnTo>
                    <a:pt x="30222" y="188423"/>
                  </a:lnTo>
                  <a:lnTo>
                    <a:pt x="28633" y="190252"/>
                  </a:lnTo>
                  <a:lnTo>
                    <a:pt x="27746" y="190314"/>
                  </a:lnTo>
                  <a:lnTo>
                    <a:pt x="25157" y="189806"/>
                  </a:lnTo>
                  <a:lnTo>
                    <a:pt x="20569" y="190953"/>
                  </a:lnTo>
                  <a:lnTo>
                    <a:pt x="16449" y="190046"/>
                  </a:lnTo>
                  <a:lnTo>
                    <a:pt x="16967" y="189067"/>
                  </a:lnTo>
                  <a:lnTo>
                    <a:pt x="16949" y="188347"/>
                  </a:lnTo>
                  <a:lnTo>
                    <a:pt x="17182" y="187240"/>
                  </a:lnTo>
                  <a:lnTo>
                    <a:pt x="17321" y="186107"/>
                  </a:lnTo>
                  <a:lnTo>
                    <a:pt x="17282" y="185349"/>
                  </a:lnTo>
                  <a:lnTo>
                    <a:pt x="16980" y="184541"/>
                  </a:lnTo>
                  <a:lnTo>
                    <a:pt x="15964" y="183484"/>
                  </a:lnTo>
                  <a:lnTo>
                    <a:pt x="13674" y="179917"/>
                  </a:lnTo>
                  <a:lnTo>
                    <a:pt x="12997" y="178411"/>
                  </a:lnTo>
                  <a:lnTo>
                    <a:pt x="12526" y="177784"/>
                  </a:lnTo>
                  <a:lnTo>
                    <a:pt x="12865" y="177750"/>
                  </a:lnTo>
                  <a:lnTo>
                    <a:pt x="14751" y="178558"/>
                  </a:lnTo>
                  <a:lnTo>
                    <a:pt x="15190" y="178459"/>
                  </a:lnTo>
                  <a:lnTo>
                    <a:pt x="15652" y="178155"/>
                  </a:lnTo>
                  <a:lnTo>
                    <a:pt x="15090" y="176998"/>
                  </a:lnTo>
                  <a:lnTo>
                    <a:pt x="14606" y="176474"/>
                  </a:lnTo>
                  <a:lnTo>
                    <a:pt x="14278" y="175691"/>
                  </a:lnTo>
                  <a:lnTo>
                    <a:pt x="15383" y="175479"/>
                  </a:lnTo>
                  <a:lnTo>
                    <a:pt x="16180" y="175526"/>
                  </a:lnTo>
                  <a:lnTo>
                    <a:pt x="16767" y="174645"/>
                  </a:lnTo>
                  <a:lnTo>
                    <a:pt x="16428" y="173220"/>
                  </a:lnTo>
                  <a:lnTo>
                    <a:pt x="15572" y="172782"/>
                  </a:lnTo>
                  <a:lnTo>
                    <a:pt x="14857" y="172591"/>
                  </a:lnTo>
                  <a:lnTo>
                    <a:pt x="13486" y="170353"/>
                  </a:lnTo>
                  <a:lnTo>
                    <a:pt x="12056" y="169194"/>
                  </a:lnTo>
                  <a:lnTo>
                    <a:pt x="9505" y="164723"/>
                  </a:lnTo>
                  <a:lnTo>
                    <a:pt x="8572" y="161654"/>
                  </a:lnTo>
                  <a:lnTo>
                    <a:pt x="7704" y="161945"/>
                  </a:lnTo>
                  <a:lnTo>
                    <a:pt x="7283" y="160608"/>
                  </a:lnTo>
                  <a:lnTo>
                    <a:pt x="6981" y="159342"/>
                  </a:lnTo>
                  <a:lnTo>
                    <a:pt x="6920" y="158411"/>
                  </a:lnTo>
                  <a:lnTo>
                    <a:pt x="5560" y="157878"/>
                  </a:lnTo>
                  <a:lnTo>
                    <a:pt x="5505" y="157226"/>
                  </a:lnTo>
                  <a:lnTo>
                    <a:pt x="5260" y="154314"/>
                  </a:lnTo>
                  <a:lnTo>
                    <a:pt x="3801" y="153923"/>
                  </a:lnTo>
                  <a:lnTo>
                    <a:pt x="2858" y="152290"/>
                  </a:lnTo>
                  <a:lnTo>
                    <a:pt x="2690" y="149198"/>
                  </a:lnTo>
                  <a:lnTo>
                    <a:pt x="1729" y="148636"/>
                  </a:lnTo>
                  <a:lnTo>
                    <a:pt x="956" y="148792"/>
                  </a:lnTo>
                  <a:lnTo>
                    <a:pt x="992" y="148025"/>
                  </a:lnTo>
                  <a:lnTo>
                    <a:pt x="1177" y="147306"/>
                  </a:lnTo>
                  <a:lnTo>
                    <a:pt x="725" y="144457"/>
                  </a:lnTo>
                  <a:lnTo>
                    <a:pt x="574" y="141856"/>
                  </a:lnTo>
                  <a:lnTo>
                    <a:pt x="207" y="141071"/>
                  </a:lnTo>
                  <a:lnTo>
                    <a:pt x="0" y="140151"/>
                  </a:lnTo>
                  <a:lnTo>
                    <a:pt x="186" y="139357"/>
                  </a:lnTo>
                  <a:lnTo>
                    <a:pt x="460" y="138901"/>
                  </a:lnTo>
                  <a:lnTo>
                    <a:pt x="1401" y="138781"/>
                  </a:lnTo>
                  <a:lnTo>
                    <a:pt x="2281" y="139483"/>
                  </a:lnTo>
                  <a:lnTo>
                    <a:pt x="3060" y="141254"/>
                  </a:lnTo>
                  <a:lnTo>
                    <a:pt x="3750" y="141485"/>
                  </a:lnTo>
                  <a:lnTo>
                    <a:pt x="4688" y="141024"/>
                  </a:lnTo>
                  <a:lnTo>
                    <a:pt x="5345" y="139732"/>
                  </a:lnTo>
                  <a:lnTo>
                    <a:pt x="5720" y="137795"/>
                  </a:lnTo>
                  <a:lnTo>
                    <a:pt x="6158" y="135949"/>
                  </a:lnTo>
                  <a:lnTo>
                    <a:pt x="5640" y="133975"/>
                  </a:lnTo>
                  <a:lnTo>
                    <a:pt x="5087" y="132241"/>
                  </a:lnTo>
                  <a:lnTo>
                    <a:pt x="5048" y="131731"/>
                  </a:lnTo>
                  <a:lnTo>
                    <a:pt x="6500" y="130268"/>
                  </a:lnTo>
                  <a:lnTo>
                    <a:pt x="6945" y="129079"/>
                  </a:lnTo>
                  <a:lnTo>
                    <a:pt x="7426" y="127946"/>
                  </a:lnTo>
                  <a:lnTo>
                    <a:pt x="7957" y="127561"/>
                  </a:lnTo>
                  <a:lnTo>
                    <a:pt x="8748" y="127473"/>
                  </a:lnTo>
                  <a:lnTo>
                    <a:pt x="9669" y="127260"/>
                  </a:lnTo>
                  <a:lnTo>
                    <a:pt x="10830" y="126502"/>
                  </a:lnTo>
                  <a:lnTo>
                    <a:pt x="11872" y="125486"/>
                  </a:lnTo>
                  <a:lnTo>
                    <a:pt x="12667" y="124555"/>
                  </a:lnTo>
                  <a:lnTo>
                    <a:pt x="12937" y="122713"/>
                  </a:lnTo>
                  <a:lnTo>
                    <a:pt x="12948" y="121787"/>
                  </a:lnTo>
                  <a:lnTo>
                    <a:pt x="13298" y="121100"/>
                  </a:lnTo>
                  <a:lnTo>
                    <a:pt x="13637" y="119758"/>
                  </a:lnTo>
                  <a:lnTo>
                    <a:pt x="13307" y="118434"/>
                  </a:lnTo>
                  <a:lnTo>
                    <a:pt x="12281" y="116425"/>
                  </a:lnTo>
                  <a:lnTo>
                    <a:pt x="11045" y="113601"/>
                  </a:lnTo>
                  <a:lnTo>
                    <a:pt x="10851" y="112059"/>
                  </a:lnTo>
                  <a:lnTo>
                    <a:pt x="11414" y="111773"/>
                  </a:lnTo>
                  <a:lnTo>
                    <a:pt x="12492" y="111518"/>
                  </a:lnTo>
                  <a:lnTo>
                    <a:pt x="14530" y="111444"/>
                  </a:lnTo>
                  <a:lnTo>
                    <a:pt x="14748" y="111262"/>
                  </a:lnTo>
                  <a:lnTo>
                    <a:pt x="14954" y="110587"/>
                  </a:lnTo>
                  <a:lnTo>
                    <a:pt x="15413" y="109670"/>
                  </a:lnTo>
                  <a:lnTo>
                    <a:pt x="15904" y="109003"/>
                  </a:lnTo>
                  <a:lnTo>
                    <a:pt x="16239" y="108048"/>
                  </a:lnTo>
                  <a:lnTo>
                    <a:pt x="16401" y="107183"/>
                  </a:lnTo>
                  <a:lnTo>
                    <a:pt x="15235" y="105880"/>
                  </a:lnTo>
                  <a:lnTo>
                    <a:pt x="13708" y="104547"/>
                  </a:lnTo>
                  <a:lnTo>
                    <a:pt x="12674" y="104105"/>
                  </a:lnTo>
                  <a:lnTo>
                    <a:pt x="10831" y="102982"/>
                  </a:lnTo>
                  <a:lnTo>
                    <a:pt x="9538" y="102044"/>
                  </a:lnTo>
                  <a:lnTo>
                    <a:pt x="10279" y="98472"/>
                  </a:lnTo>
                  <a:lnTo>
                    <a:pt x="10830" y="95814"/>
                  </a:lnTo>
                  <a:lnTo>
                    <a:pt x="10919" y="95167"/>
                  </a:lnTo>
                  <a:lnTo>
                    <a:pt x="10939" y="94165"/>
                  </a:lnTo>
                  <a:lnTo>
                    <a:pt x="9152" y="89893"/>
                  </a:lnTo>
                  <a:lnTo>
                    <a:pt x="9221" y="88943"/>
                  </a:lnTo>
                  <a:lnTo>
                    <a:pt x="9391" y="88088"/>
                  </a:lnTo>
                  <a:lnTo>
                    <a:pt x="9200" y="86629"/>
                  </a:lnTo>
                  <a:lnTo>
                    <a:pt x="9095" y="85324"/>
                  </a:lnTo>
                  <a:lnTo>
                    <a:pt x="9402" y="84928"/>
                  </a:lnTo>
                  <a:lnTo>
                    <a:pt x="10132" y="84192"/>
                  </a:lnTo>
                  <a:lnTo>
                    <a:pt x="9380" y="82957"/>
                  </a:lnTo>
                  <a:lnTo>
                    <a:pt x="8067" y="80132"/>
                  </a:lnTo>
                  <a:lnTo>
                    <a:pt x="10075" y="77335"/>
                  </a:lnTo>
                  <a:lnTo>
                    <a:pt x="9725" y="75889"/>
                  </a:lnTo>
                  <a:lnTo>
                    <a:pt x="10925" y="74839"/>
                  </a:lnTo>
                  <a:lnTo>
                    <a:pt x="13108" y="72435"/>
                  </a:lnTo>
                  <a:lnTo>
                    <a:pt x="14336" y="71083"/>
                  </a:lnTo>
                  <a:lnTo>
                    <a:pt x="14596" y="70847"/>
                  </a:lnTo>
                  <a:lnTo>
                    <a:pt x="15568" y="70253"/>
                  </a:lnTo>
                  <a:lnTo>
                    <a:pt x="17411" y="69549"/>
                  </a:lnTo>
                  <a:lnTo>
                    <a:pt x="19454" y="69206"/>
                  </a:lnTo>
                  <a:lnTo>
                    <a:pt x="20363" y="69210"/>
                  </a:lnTo>
                  <a:lnTo>
                    <a:pt x="23874" y="69686"/>
                  </a:lnTo>
                  <a:lnTo>
                    <a:pt x="26616" y="70058"/>
                  </a:lnTo>
                  <a:lnTo>
                    <a:pt x="27015" y="69685"/>
                  </a:lnTo>
                  <a:lnTo>
                    <a:pt x="27588" y="68921"/>
                  </a:lnTo>
                  <a:lnTo>
                    <a:pt x="28326" y="67833"/>
                  </a:lnTo>
                  <a:lnTo>
                    <a:pt x="28390" y="66622"/>
                  </a:lnTo>
                  <a:lnTo>
                    <a:pt x="28124" y="64845"/>
                  </a:lnTo>
                  <a:lnTo>
                    <a:pt x="27724" y="63781"/>
                  </a:lnTo>
                  <a:lnTo>
                    <a:pt x="25793" y="63090"/>
                  </a:lnTo>
                  <a:lnTo>
                    <a:pt x="23681" y="62142"/>
                  </a:lnTo>
                  <a:lnTo>
                    <a:pt x="26278" y="59140"/>
                  </a:lnTo>
                  <a:lnTo>
                    <a:pt x="28079" y="57056"/>
                  </a:lnTo>
                  <a:lnTo>
                    <a:pt x="30324" y="53922"/>
                  </a:lnTo>
                  <a:lnTo>
                    <a:pt x="31022" y="52618"/>
                  </a:lnTo>
                  <a:lnTo>
                    <a:pt x="31528" y="52100"/>
                  </a:lnTo>
                  <a:lnTo>
                    <a:pt x="32188" y="47289"/>
                  </a:lnTo>
                  <a:lnTo>
                    <a:pt x="32626" y="45944"/>
                  </a:lnTo>
                  <a:lnTo>
                    <a:pt x="32993" y="45241"/>
                  </a:lnTo>
                  <a:lnTo>
                    <a:pt x="32999" y="44519"/>
                  </a:lnTo>
                  <a:lnTo>
                    <a:pt x="32760" y="43302"/>
                  </a:lnTo>
                  <a:lnTo>
                    <a:pt x="32129" y="40553"/>
                  </a:lnTo>
                  <a:lnTo>
                    <a:pt x="35674" y="40213"/>
                  </a:lnTo>
                  <a:lnTo>
                    <a:pt x="36829" y="40021"/>
                  </a:lnTo>
                  <a:lnTo>
                    <a:pt x="37901" y="39692"/>
                  </a:lnTo>
                  <a:lnTo>
                    <a:pt x="39997" y="38842"/>
                  </a:lnTo>
                  <a:lnTo>
                    <a:pt x="41027" y="38090"/>
                  </a:lnTo>
                  <a:lnTo>
                    <a:pt x="40452" y="35525"/>
                  </a:lnTo>
                  <a:lnTo>
                    <a:pt x="41720" y="34657"/>
                  </a:lnTo>
                  <a:lnTo>
                    <a:pt x="44815" y="31633"/>
                  </a:lnTo>
                  <a:lnTo>
                    <a:pt x="48160" y="28738"/>
                  </a:lnTo>
                  <a:lnTo>
                    <a:pt x="49729" y="27643"/>
                  </a:lnTo>
                  <a:lnTo>
                    <a:pt x="49891" y="27107"/>
                  </a:lnTo>
                  <a:lnTo>
                    <a:pt x="50020" y="26246"/>
                  </a:lnTo>
                  <a:lnTo>
                    <a:pt x="49323" y="24894"/>
                  </a:lnTo>
                  <a:lnTo>
                    <a:pt x="48575" y="24057"/>
                  </a:lnTo>
                  <a:lnTo>
                    <a:pt x="47117" y="22470"/>
                  </a:lnTo>
                  <a:lnTo>
                    <a:pt x="47742" y="21363"/>
                  </a:lnTo>
                  <a:lnTo>
                    <a:pt x="48817" y="21148"/>
                  </a:lnTo>
                  <a:lnTo>
                    <a:pt x="50236" y="20714"/>
                  </a:lnTo>
                  <a:lnTo>
                    <a:pt x="51451" y="19646"/>
                  </a:lnTo>
                  <a:lnTo>
                    <a:pt x="53325" y="15926"/>
                  </a:lnTo>
                  <a:lnTo>
                    <a:pt x="56985" y="14041"/>
                  </a:lnTo>
                  <a:lnTo>
                    <a:pt x="58443" y="13014"/>
                  </a:lnTo>
                  <a:lnTo>
                    <a:pt x="60715" y="13786"/>
                  </a:lnTo>
                  <a:lnTo>
                    <a:pt x="64045" y="14951"/>
                  </a:lnTo>
                  <a:lnTo>
                    <a:pt x="65526" y="13236"/>
                  </a:lnTo>
                  <a:lnTo>
                    <a:pt x="66015" y="12600"/>
                  </a:lnTo>
                  <a:lnTo>
                    <a:pt x="66504" y="11663"/>
                  </a:lnTo>
                  <a:lnTo>
                    <a:pt x="66308" y="10042"/>
                  </a:lnTo>
                  <a:lnTo>
                    <a:pt x="66224" y="7937"/>
                  </a:lnTo>
                  <a:lnTo>
                    <a:pt x="66371" y="7091"/>
                  </a:lnTo>
                  <a:lnTo>
                    <a:pt x="67700" y="6715"/>
                  </a:lnTo>
                  <a:lnTo>
                    <a:pt x="68415" y="6617"/>
                  </a:lnTo>
                  <a:lnTo>
                    <a:pt x="72116" y="7487"/>
                  </a:lnTo>
                  <a:lnTo>
                    <a:pt x="73047" y="7472"/>
                  </a:lnTo>
                  <a:lnTo>
                    <a:pt x="74792" y="7589"/>
                  </a:lnTo>
                  <a:lnTo>
                    <a:pt x="76744" y="7971"/>
                  </a:lnTo>
                  <a:lnTo>
                    <a:pt x="80833" y="8988"/>
                  </a:lnTo>
                  <a:lnTo>
                    <a:pt x="82525" y="9409"/>
                  </a:lnTo>
                  <a:lnTo>
                    <a:pt x="83469" y="9491"/>
                  </a:lnTo>
                  <a:lnTo>
                    <a:pt x="84284" y="9017"/>
                  </a:lnTo>
                  <a:lnTo>
                    <a:pt x="86025" y="7801"/>
                  </a:lnTo>
                  <a:lnTo>
                    <a:pt x="83460" y="6901"/>
                  </a:lnTo>
                  <a:lnTo>
                    <a:pt x="85150" y="5991"/>
                  </a:lnTo>
                  <a:lnTo>
                    <a:pt x="86025" y="5073"/>
                  </a:lnTo>
                  <a:lnTo>
                    <a:pt x="86777" y="3944"/>
                  </a:lnTo>
                  <a:lnTo>
                    <a:pt x="87047" y="2624"/>
                  </a:lnTo>
                  <a:lnTo>
                    <a:pt x="86944" y="1913"/>
                  </a:lnTo>
                  <a:lnTo>
                    <a:pt x="86425" y="1430"/>
                  </a:lnTo>
                  <a:lnTo>
                    <a:pt x="84858" y="222"/>
                  </a:lnTo>
                  <a:lnTo>
                    <a:pt x="88409" y="49"/>
                  </a:lnTo>
                  <a:lnTo>
                    <a:pt x="89641" y="0"/>
                  </a:lnTo>
                  <a:lnTo>
                    <a:pt x="92223" y="795"/>
                  </a:lnTo>
                  <a:lnTo>
                    <a:pt x="92336" y="967"/>
                  </a:lnTo>
                  <a:lnTo>
                    <a:pt x="92354" y="1382"/>
                  </a:lnTo>
                  <a:lnTo>
                    <a:pt x="92445" y="1812"/>
                  </a:lnTo>
                  <a:lnTo>
                    <a:pt x="94950" y="2902"/>
                  </a:lnTo>
                  <a:lnTo>
                    <a:pt x="95673" y="3478"/>
                  </a:lnTo>
                  <a:lnTo>
                    <a:pt x="97211" y="4355"/>
                  </a:lnTo>
                  <a:lnTo>
                    <a:pt x="97619" y="4828"/>
                  </a:lnTo>
                  <a:lnTo>
                    <a:pt x="99043" y="5382"/>
                  </a:lnTo>
                  <a:lnTo>
                    <a:pt x="100065" y="5974"/>
                  </a:lnTo>
                  <a:lnTo>
                    <a:pt x="101259" y="6454"/>
                  </a:lnTo>
                  <a:lnTo>
                    <a:pt x="102652" y="7200"/>
                  </a:lnTo>
                  <a:lnTo>
                    <a:pt x="104522" y="7795"/>
                  </a:lnTo>
                  <a:lnTo>
                    <a:pt x="106102" y="7989"/>
                  </a:lnTo>
                  <a:lnTo>
                    <a:pt x="110078" y="9008"/>
                  </a:lnTo>
                  <a:lnTo>
                    <a:pt x="110757" y="9338"/>
                  </a:lnTo>
                  <a:lnTo>
                    <a:pt x="111904" y="10048"/>
                  </a:lnTo>
                  <a:lnTo>
                    <a:pt x="113063" y="10869"/>
                  </a:lnTo>
                  <a:lnTo>
                    <a:pt x="113864" y="12556"/>
                  </a:lnTo>
                  <a:lnTo>
                    <a:pt x="115151" y="12644"/>
                  </a:lnTo>
                  <a:lnTo>
                    <a:pt x="115500" y="13225"/>
                  </a:lnTo>
                  <a:lnTo>
                    <a:pt x="116623" y="14220"/>
                  </a:lnTo>
                  <a:lnTo>
                    <a:pt x="118181" y="15098"/>
                  </a:lnTo>
                  <a:lnTo>
                    <a:pt x="118125" y="15393"/>
                  </a:lnTo>
                  <a:lnTo>
                    <a:pt x="116885" y="16202"/>
                  </a:lnTo>
                  <a:lnTo>
                    <a:pt x="116752" y="17299"/>
                  </a:lnTo>
                  <a:lnTo>
                    <a:pt x="116869" y="18699"/>
                  </a:lnTo>
                  <a:lnTo>
                    <a:pt x="117258" y="19841"/>
                  </a:lnTo>
                  <a:lnTo>
                    <a:pt x="117217" y="20175"/>
                  </a:lnTo>
                  <a:lnTo>
                    <a:pt x="116910" y="20569"/>
                  </a:lnTo>
                  <a:lnTo>
                    <a:pt x="116540" y="21186"/>
                  </a:lnTo>
                  <a:lnTo>
                    <a:pt x="116408" y="21726"/>
                  </a:lnTo>
                  <a:lnTo>
                    <a:pt x="116440" y="21990"/>
                  </a:lnTo>
                  <a:lnTo>
                    <a:pt x="116565" y="22134"/>
                  </a:lnTo>
                  <a:lnTo>
                    <a:pt x="117218" y="22144"/>
                  </a:lnTo>
                  <a:lnTo>
                    <a:pt x="118389" y="22272"/>
                  </a:lnTo>
                  <a:lnTo>
                    <a:pt x="119077" y="22511"/>
                  </a:lnTo>
                  <a:lnTo>
                    <a:pt x="119468" y="23826"/>
                  </a:lnTo>
                  <a:lnTo>
                    <a:pt x="119336" y="24079"/>
                  </a:lnTo>
                  <a:lnTo>
                    <a:pt x="118349" y="24674"/>
                  </a:lnTo>
                  <a:lnTo>
                    <a:pt x="118060" y="25146"/>
                  </a:lnTo>
                  <a:lnTo>
                    <a:pt x="118031" y="25841"/>
                  </a:lnTo>
                  <a:lnTo>
                    <a:pt x="118206" y="26605"/>
                  </a:lnTo>
                  <a:lnTo>
                    <a:pt x="118545" y="27459"/>
                  </a:lnTo>
                  <a:lnTo>
                    <a:pt x="119317" y="28373"/>
                  </a:lnTo>
                  <a:lnTo>
                    <a:pt x="120361" y="29330"/>
                  </a:lnTo>
                  <a:lnTo>
                    <a:pt x="121047" y="30113"/>
                  </a:lnTo>
                  <a:lnTo>
                    <a:pt x="121371" y="30666"/>
                  </a:lnTo>
                  <a:lnTo>
                    <a:pt x="121490" y="31052"/>
                  </a:lnTo>
                  <a:lnTo>
                    <a:pt x="121019" y="31537"/>
                  </a:lnTo>
                  <a:lnTo>
                    <a:pt x="120596" y="32498"/>
                  </a:lnTo>
                  <a:lnTo>
                    <a:pt x="120518" y="33598"/>
                  </a:lnTo>
                  <a:lnTo>
                    <a:pt x="120325" y="34315"/>
                  </a:lnTo>
                  <a:lnTo>
                    <a:pt x="119406" y="35302"/>
                  </a:lnTo>
                  <a:lnTo>
                    <a:pt x="118770" y="35652"/>
                  </a:lnTo>
                  <a:lnTo>
                    <a:pt x="118589" y="36173"/>
                  </a:lnTo>
                  <a:lnTo>
                    <a:pt x="118512" y="37047"/>
                  </a:lnTo>
                  <a:lnTo>
                    <a:pt x="118698" y="38113"/>
                  </a:lnTo>
                  <a:lnTo>
                    <a:pt x="118762" y="38834"/>
                  </a:lnTo>
                  <a:lnTo>
                    <a:pt x="118958" y="39353"/>
                  </a:lnTo>
                  <a:lnTo>
                    <a:pt x="119246" y="39691"/>
                  </a:lnTo>
                  <a:lnTo>
                    <a:pt x="120721" y="40290"/>
                  </a:lnTo>
                  <a:lnTo>
                    <a:pt x="121547" y="41515"/>
                  </a:lnTo>
                  <a:lnTo>
                    <a:pt x="122061" y="4249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g1415"/>
            <p:cNvSpPr/>
            <p:nvPr/>
          </p:nvSpPr>
          <p:spPr>
            <a:xfrm>
              <a:off x="4313842" y="2777612"/>
              <a:ext cx="12539" cy="21856"/>
            </a:xfrm>
            <a:custGeom>
              <a:avLst/>
              <a:pathLst>
                <a:path w="12539" h="21856">
                  <a:moveTo>
                    <a:pt x="10981" y="2993"/>
                  </a:moveTo>
                  <a:lnTo>
                    <a:pt x="11172" y="3198"/>
                  </a:lnTo>
                  <a:lnTo>
                    <a:pt x="12044" y="3841"/>
                  </a:lnTo>
                  <a:lnTo>
                    <a:pt x="12122" y="5121"/>
                  </a:lnTo>
                  <a:lnTo>
                    <a:pt x="12038" y="6584"/>
                  </a:lnTo>
                  <a:lnTo>
                    <a:pt x="11862" y="7507"/>
                  </a:lnTo>
                  <a:lnTo>
                    <a:pt x="11928" y="8427"/>
                  </a:lnTo>
                  <a:lnTo>
                    <a:pt x="12208" y="9858"/>
                  </a:lnTo>
                  <a:lnTo>
                    <a:pt x="12473" y="10838"/>
                  </a:lnTo>
                  <a:lnTo>
                    <a:pt x="12539" y="15293"/>
                  </a:lnTo>
                  <a:lnTo>
                    <a:pt x="12243" y="15089"/>
                  </a:lnTo>
                  <a:lnTo>
                    <a:pt x="11705" y="14898"/>
                  </a:lnTo>
                  <a:lnTo>
                    <a:pt x="11421" y="14987"/>
                  </a:lnTo>
                  <a:lnTo>
                    <a:pt x="11160" y="16983"/>
                  </a:lnTo>
                  <a:lnTo>
                    <a:pt x="10961" y="19954"/>
                  </a:lnTo>
                  <a:lnTo>
                    <a:pt x="11077" y="21799"/>
                  </a:lnTo>
                  <a:lnTo>
                    <a:pt x="9035" y="21856"/>
                  </a:lnTo>
                  <a:lnTo>
                    <a:pt x="6452" y="21654"/>
                  </a:lnTo>
                  <a:lnTo>
                    <a:pt x="4602" y="20857"/>
                  </a:lnTo>
                  <a:lnTo>
                    <a:pt x="2610" y="19099"/>
                  </a:lnTo>
                  <a:lnTo>
                    <a:pt x="1424" y="16358"/>
                  </a:lnTo>
                  <a:lnTo>
                    <a:pt x="906" y="14637"/>
                  </a:lnTo>
                  <a:lnTo>
                    <a:pt x="182" y="14537"/>
                  </a:lnTo>
                  <a:lnTo>
                    <a:pt x="64" y="14244"/>
                  </a:lnTo>
                  <a:lnTo>
                    <a:pt x="0" y="12144"/>
                  </a:lnTo>
                  <a:lnTo>
                    <a:pt x="14" y="9937"/>
                  </a:lnTo>
                  <a:lnTo>
                    <a:pt x="149" y="9352"/>
                  </a:lnTo>
                  <a:lnTo>
                    <a:pt x="1492" y="6636"/>
                  </a:lnTo>
                  <a:lnTo>
                    <a:pt x="2325" y="4948"/>
                  </a:lnTo>
                  <a:lnTo>
                    <a:pt x="2843" y="3315"/>
                  </a:lnTo>
                  <a:lnTo>
                    <a:pt x="3971" y="1400"/>
                  </a:lnTo>
                  <a:lnTo>
                    <a:pt x="5181" y="175"/>
                  </a:lnTo>
                  <a:lnTo>
                    <a:pt x="5630" y="0"/>
                  </a:lnTo>
                  <a:lnTo>
                    <a:pt x="5937" y="50"/>
                  </a:lnTo>
                  <a:lnTo>
                    <a:pt x="8069" y="1733"/>
                  </a:lnTo>
                  <a:lnTo>
                    <a:pt x="10255" y="3328"/>
                  </a:lnTo>
                  <a:lnTo>
                    <a:pt x="10730" y="314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g1416"/>
            <p:cNvSpPr/>
            <p:nvPr/>
          </p:nvSpPr>
          <p:spPr>
            <a:xfrm>
              <a:off x="3425372" y="2166529"/>
              <a:ext cx="1058" cy="694"/>
            </a:xfrm>
            <a:custGeom>
              <a:avLst/>
              <a:pathLst>
                <a:path w="1058" h="694">
                  <a:moveTo>
                    <a:pt x="0" y="0"/>
                  </a:moveTo>
                  <a:lnTo>
                    <a:pt x="1058" y="0"/>
                  </a:lnTo>
                  <a:lnTo>
                    <a:pt x="1047" y="328"/>
                  </a:lnTo>
                  <a:lnTo>
                    <a:pt x="946" y="694"/>
                  </a:lnTo>
                  <a:lnTo>
                    <a:pt x="308" y="38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g1417"/>
            <p:cNvSpPr/>
            <p:nvPr/>
          </p:nvSpPr>
          <p:spPr>
            <a:xfrm>
              <a:off x="4546539" y="2482138"/>
              <a:ext cx="1509" cy="3162"/>
            </a:xfrm>
            <a:custGeom>
              <a:avLst/>
              <a:pathLst>
                <a:path w="1509" h="3162">
                  <a:moveTo>
                    <a:pt x="1484" y="1872"/>
                  </a:moveTo>
                  <a:lnTo>
                    <a:pt x="1509" y="3162"/>
                  </a:lnTo>
                  <a:lnTo>
                    <a:pt x="1053" y="2731"/>
                  </a:lnTo>
                  <a:lnTo>
                    <a:pt x="925" y="1897"/>
                  </a:lnTo>
                  <a:lnTo>
                    <a:pt x="315" y="1276"/>
                  </a:lnTo>
                  <a:lnTo>
                    <a:pt x="0" y="704"/>
                  </a:lnTo>
                  <a:lnTo>
                    <a:pt x="684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g1418"/>
            <p:cNvSpPr/>
            <p:nvPr/>
          </p:nvSpPr>
          <p:spPr>
            <a:xfrm>
              <a:off x="4360928" y="1898335"/>
              <a:ext cx="62390" cy="69460"/>
            </a:xfrm>
            <a:custGeom>
              <a:avLst/>
              <a:pathLst>
                <a:path w="62390" h="69460">
                  <a:moveTo>
                    <a:pt x="62389" y="2631"/>
                  </a:moveTo>
                  <a:lnTo>
                    <a:pt x="62390" y="2820"/>
                  </a:lnTo>
                  <a:lnTo>
                    <a:pt x="62305" y="3301"/>
                  </a:lnTo>
                  <a:lnTo>
                    <a:pt x="61238" y="4688"/>
                  </a:lnTo>
                  <a:lnTo>
                    <a:pt x="59787" y="6572"/>
                  </a:lnTo>
                  <a:lnTo>
                    <a:pt x="58747" y="7761"/>
                  </a:lnTo>
                  <a:lnTo>
                    <a:pt x="56993" y="9764"/>
                  </a:lnTo>
                  <a:lnTo>
                    <a:pt x="55683" y="10193"/>
                  </a:lnTo>
                  <a:lnTo>
                    <a:pt x="53475" y="10915"/>
                  </a:lnTo>
                  <a:lnTo>
                    <a:pt x="52883" y="11616"/>
                  </a:lnTo>
                  <a:lnTo>
                    <a:pt x="52332" y="12747"/>
                  </a:lnTo>
                  <a:lnTo>
                    <a:pt x="52009" y="14293"/>
                  </a:lnTo>
                  <a:lnTo>
                    <a:pt x="51914" y="15262"/>
                  </a:lnTo>
                  <a:lnTo>
                    <a:pt x="51856" y="17070"/>
                  </a:lnTo>
                  <a:lnTo>
                    <a:pt x="52372" y="18945"/>
                  </a:lnTo>
                  <a:lnTo>
                    <a:pt x="52868" y="20744"/>
                  </a:lnTo>
                  <a:lnTo>
                    <a:pt x="52932" y="21935"/>
                  </a:lnTo>
                  <a:lnTo>
                    <a:pt x="52882" y="23109"/>
                  </a:lnTo>
                  <a:lnTo>
                    <a:pt x="52402" y="24361"/>
                  </a:lnTo>
                  <a:lnTo>
                    <a:pt x="51882" y="26079"/>
                  </a:lnTo>
                  <a:lnTo>
                    <a:pt x="51579" y="28022"/>
                  </a:lnTo>
                  <a:lnTo>
                    <a:pt x="51420" y="31659"/>
                  </a:lnTo>
                  <a:lnTo>
                    <a:pt x="51417" y="34757"/>
                  </a:lnTo>
                  <a:lnTo>
                    <a:pt x="51374" y="35263"/>
                  </a:lnTo>
                  <a:lnTo>
                    <a:pt x="50469" y="37449"/>
                  </a:lnTo>
                  <a:lnTo>
                    <a:pt x="49409" y="40005"/>
                  </a:lnTo>
                  <a:lnTo>
                    <a:pt x="48918" y="40598"/>
                  </a:lnTo>
                  <a:lnTo>
                    <a:pt x="46594" y="41358"/>
                  </a:lnTo>
                  <a:lnTo>
                    <a:pt x="44059" y="43231"/>
                  </a:lnTo>
                  <a:lnTo>
                    <a:pt x="41225" y="45325"/>
                  </a:lnTo>
                  <a:lnTo>
                    <a:pt x="38652" y="47225"/>
                  </a:lnTo>
                  <a:lnTo>
                    <a:pt x="35951" y="49220"/>
                  </a:lnTo>
                  <a:lnTo>
                    <a:pt x="33149" y="51289"/>
                  </a:lnTo>
                  <a:lnTo>
                    <a:pt x="31147" y="52768"/>
                  </a:lnTo>
                  <a:lnTo>
                    <a:pt x="28468" y="54746"/>
                  </a:lnTo>
                  <a:lnTo>
                    <a:pt x="26028" y="56637"/>
                  </a:lnTo>
                  <a:lnTo>
                    <a:pt x="23555" y="58553"/>
                  </a:lnTo>
                  <a:lnTo>
                    <a:pt x="21677" y="60009"/>
                  </a:lnTo>
                  <a:lnTo>
                    <a:pt x="18823" y="62311"/>
                  </a:lnTo>
                  <a:lnTo>
                    <a:pt x="17152" y="63661"/>
                  </a:lnTo>
                  <a:lnTo>
                    <a:pt x="14693" y="65645"/>
                  </a:lnTo>
                  <a:lnTo>
                    <a:pt x="12530" y="67392"/>
                  </a:lnTo>
                  <a:lnTo>
                    <a:pt x="9970" y="69460"/>
                  </a:lnTo>
                  <a:lnTo>
                    <a:pt x="6762" y="68845"/>
                  </a:lnTo>
                  <a:lnTo>
                    <a:pt x="5748" y="68488"/>
                  </a:lnTo>
                  <a:lnTo>
                    <a:pt x="4917" y="67504"/>
                  </a:lnTo>
                  <a:lnTo>
                    <a:pt x="4307" y="66979"/>
                  </a:lnTo>
                  <a:lnTo>
                    <a:pt x="2791" y="66440"/>
                  </a:lnTo>
                  <a:lnTo>
                    <a:pt x="1816" y="64586"/>
                  </a:lnTo>
                  <a:lnTo>
                    <a:pt x="1232" y="63930"/>
                  </a:lnTo>
                  <a:lnTo>
                    <a:pt x="216" y="63635"/>
                  </a:lnTo>
                  <a:lnTo>
                    <a:pt x="350" y="62973"/>
                  </a:lnTo>
                  <a:lnTo>
                    <a:pt x="874" y="61857"/>
                  </a:lnTo>
                  <a:lnTo>
                    <a:pt x="1409" y="60640"/>
                  </a:lnTo>
                  <a:lnTo>
                    <a:pt x="1112" y="59964"/>
                  </a:lnTo>
                  <a:lnTo>
                    <a:pt x="1015" y="59388"/>
                  </a:lnTo>
                  <a:lnTo>
                    <a:pt x="980" y="58702"/>
                  </a:lnTo>
                  <a:lnTo>
                    <a:pt x="1345" y="58045"/>
                  </a:lnTo>
                  <a:lnTo>
                    <a:pt x="1173" y="57253"/>
                  </a:lnTo>
                  <a:lnTo>
                    <a:pt x="892" y="56456"/>
                  </a:lnTo>
                  <a:lnTo>
                    <a:pt x="686" y="56057"/>
                  </a:lnTo>
                  <a:lnTo>
                    <a:pt x="687" y="55327"/>
                  </a:lnTo>
                  <a:lnTo>
                    <a:pt x="824" y="54770"/>
                  </a:lnTo>
                  <a:lnTo>
                    <a:pt x="990" y="53915"/>
                  </a:lnTo>
                  <a:lnTo>
                    <a:pt x="1421" y="53446"/>
                  </a:lnTo>
                  <a:lnTo>
                    <a:pt x="1533" y="52959"/>
                  </a:lnTo>
                  <a:lnTo>
                    <a:pt x="1921" y="52481"/>
                  </a:lnTo>
                  <a:lnTo>
                    <a:pt x="2439" y="52092"/>
                  </a:lnTo>
                  <a:lnTo>
                    <a:pt x="2554" y="51777"/>
                  </a:lnTo>
                  <a:lnTo>
                    <a:pt x="2480" y="51597"/>
                  </a:lnTo>
                  <a:lnTo>
                    <a:pt x="1960" y="51246"/>
                  </a:lnTo>
                  <a:lnTo>
                    <a:pt x="1683" y="50626"/>
                  </a:lnTo>
                  <a:lnTo>
                    <a:pt x="1930" y="49721"/>
                  </a:lnTo>
                  <a:lnTo>
                    <a:pt x="2097" y="49440"/>
                  </a:lnTo>
                  <a:lnTo>
                    <a:pt x="2406" y="49003"/>
                  </a:lnTo>
                  <a:lnTo>
                    <a:pt x="3100" y="48338"/>
                  </a:lnTo>
                  <a:lnTo>
                    <a:pt x="3645" y="48228"/>
                  </a:lnTo>
                  <a:lnTo>
                    <a:pt x="4115" y="48227"/>
                  </a:lnTo>
                  <a:lnTo>
                    <a:pt x="4909" y="48282"/>
                  </a:lnTo>
                  <a:lnTo>
                    <a:pt x="5525" y="48402"/>
                  </a:lnTo>
                  <a:lnTo>
                    <a:pt x="5682" y="48230"/>
                  </a:lnTo>
                  <a:lnTo>
                    <a:pt x="5660" y="48010"/>
                  </a:lnTo>
                  <a:lnTo>
                    <a:pt x="4898" y="47465"/>
                  </a:lnTo>
                  <a:lnTo>
                    <a:pt x="4857" y="47031"/>
                  </a:lnTo>
                  <a:lnTo>
                    <a:pt x="5046" y="46566"/>
                  </a:lnTo>
                  <a:lnTo>
                    <a:pt x="5585" y="45831"/>
                  </a:lnTo>
                  <a:lnTo>
                    <a:pt x="6229" y="45294"/>
                  </a:lnTo>
                  <a:lnTo>
                    <a:pt x="6556" y="45197"/>
                  </a:lnTo>
                  <a:lnTo>
                    <a:pt x="7291" y="44116"/>
                  </a:lnTo>
                  <a:lnTo>
                    <a:pt x="7762" y="42903"/>
                  </a:lnTo>
                  <a:lnTo>
                    <a:pt x="7000" y="39959"/>
                  </a:lnTo>
                  <a:lnTo>
                    <a:pt x="6538" y="39487"/>
                  </a:lnTo>
                  <a:lnTo>
                    <a:pt x="5790" y="39083"/>
                  </a:lnTo>
                  <a:lnTo>
                    <a:pt x="5349" y="39021"/>
                  </a:lnTo>
                  <a:lnTo>
                    <a:pt x="5315" y="38829"/>
                  </a:lnTo>
                  <a:lnTo>
                    <a:pt x="5905" y="38082"/>
                  </a:lnTo>
                  <a:lnTo>
                    <a:pt x="6325" y="37433"/>
                  </a:lnTo>
                  <a:lnTo>
                    <a:pt x="5860" y="36813"/>
                  </a:lnTo>
                  <a:lnTo>
                    <a:pt x="5031" y="36523"/>
                  </a:lnTo>
                  <a:lnTo>
                    <a:pt x="4722" y="37162"/>
                  </a:lnTo>
                  <a:lnTo>
                    <a:pt x="3657" y="37221"/>
                  </a:lnTo>
                  <a:lnTo>
                    <a:pt x="2003" y="37213"/>
                  </a:lnTo>
                  <a:lnTo>
                    <a:pt x="1275" y="34104"/>
                  </a:lnTo>
                  <a:lnTo>
                    <a:pt x="1167" y="32758"/>
                  </a:lnTo>
                  <a:lnTo>
                    <a:pt x="1187" y="31200"/>
                  </a:lnTo>
                  <a:lnTo>
                    <a:pt x="1689" y="28920"/>
                  </a:lnTo>
                  <a:lnTo>
                    <a:pt x="1453" y="27864"/>
                  </a:lnTo>
                  <a:lnTo>
                    <a:pt x="1433" y="27152"/>
                  </a:lnTo>
                  <a:lnTo>
                    <a:pt x="1305" y="26174"/>
                  </a:lnTo>
                  <a:lnTo>
                    <a:pt x="0" y="24069"/>
                  </a:lnTo>
                  <a:lnTo>
                    <a:pt x="711" y="20197"/>
                  </a:lnTo>
                  <a:lnTo>
                    <a:pt x="1213" y="19257"/>
                  </a:lnTo>
                  <a:lnTo>
                    <a:pt x="1921" y="19348"/>
                  </a:lnTo>
                  <a:lnTo>
                    <a:pt x="3433" y="20445"/>
                  </a:lnTo>
                  <a:lnTo>
                    <a:pt x="3681" y="20410"/>
                  </a:lnTo>
                  <a:lnTo>
                    <a:pt x="4139" y="18965"/>
                  </a:lnTo>
                  <a:lnTo>
                    <a:pt x="4582" y="18474"/>
                  </a:lnTo>
                  <a:lnTo>
                    <a:pt x="5516" y="18045"/>
                  </a:lnTo>
                  <a:lnTo>
                    <a:pt x="5780" y="15705"/>
                  </a:lnTo>
                  <a:lnTo>
                    <a:pt x="6216" y="15256"/>
                  </a:lnTo>
                  <a:lnTo>
                    <a:pt x="6741" y="15015"/>
                  </a:lnTo>
                  <a:lnTo>
                    <a:pt x="7549" y="14970"/>
                  </a:lnTo>
                  <a:lnTo>
                    <a:pt x="8252" y="14830"/>
                  </a:lnTo>
                  <a:lnTo>
                    <a:pt x="8296" y="14418"/>
                  </a:lnTo>
                  <a:lnTo>
                    <a:pt x="7313" y="11714"/>
                  </a:lnTo>
                  <a:lnTo>
                    <a:pt x="7400" y="11031"/>
                  </a:lnTo>
                  <a:lnTo>
                    <a:pt x="7875" y="8311"/>
                  </a:lnTo>
                  <a:lnTo>
                    <a:pt x="8173" y="7246"/>
                  </a:lnTo>
                  <a:lnTo>
                    <a:pt x="8459" y="6900"/>
                  </a:lnTo>
                  <a:lnTo>
                    <a:pt x="9575" y="7037"/>
                  </a:lnTo>
                  <a:lnTo>
                    <a:pt x="11138" y="7516"/>
                  </a:lnTo>
                  <a:lnTo>
                    <a:pt x="11550" y="8297"/>
                  </a:lnTo>
                  <a:lnTo>
                    <a:pt x="12315" y="8991"/>
                  </a:lnTo>
                  <a:lnTo>
                    <a:pt x="13462" y="8945"/>
                  </a:lnTo>
                  <a:lnTo>
                    <a:pt x="14783" y="9075"/>
                  </a:lnTo>
                  <a:lnTo>
                    <a:pt x="15817" y="9121"/>
                  </a:lnTo>
                  <a:lnTo>
                    <a:pt x="16642" y="8632"/>
                  </a:lnTo>
                  <a:lnTo>
                    <a:pt x="18504" y="7721"/>
                  </a:lnTo>
                  <a:lnTo>
                    <a:pt x="19427" y="7415"/>
                  </a:lnTo>
                  <a:lnTo>
                    <a:pt x="20266" y="7010"/>
                  </a:lnTo>
                  <a:lnTo>
                    <a:pt x="22963" y="5519"/>
                  </a:lnTo>
                  <a:lnTo>
                    <a:pt x="24043" y="5633"/>
                  </a:lnTo>
                  <a:lnTo>
                    <a:pt x="24782" y="5830"/>
                  </a:lnTo>
                  <a:lnTo>
                    <a:pt x="25348" y="6067"/>
                  </a:lnTo>
                  <a:lnTo>
                    <a:pt x="26618" y="7087"/>
                  </a:lnTo>
                  <a:lnTo>
                    <a:pt x="27667" y="8120"/>
                  </a:lnTo>
                  <a:lnTo>
                    <a:pt x="28402" y="8426"/>
                  </a:lnTo>
                  <a:lnTo>
                    <a:pt x="29725" y="8404"/>
                  </a:lnTo>
                  <a:lnTo>
                    <a:pt x="31636" y="8601"/>
                  </a:lnTo>
                  <a:lnTo>
                    <a:pt x="33985" y="8587"/>
                  </a:lnTo>
                  <a:lnTo>
                    <a:pt x="35355" y="8299"/>
                  </a:lnTo>
                  <a:lnTo>
                    <a:pt x="37105" y="7791"/>
                  </a:lnTo>
                  <a:lnTo>
                    <a:pt x="40226" y="6572"/>
                  </a:lnTo>
                  <a:lnTo>
                    <a:pt x="44332" y="4022"/>
                  </a:lnTo>
                  <a:lnTo>
                    <a:pt x="46747" y="2783"/>
                  </a:lnTo>
                  <a:lnTo>
                    <a:pt x="47788" y="2637"/>
                  </a:lnTo>
                  <a:lnTo>
                    <a:pt x="49143" y="2623"/>
                  </a:lnTo>
                  <a:lnTo>
                    <a:pt x="50498" y="2948"/>
                  </a:lnTo>
                  <a:lnTo>
                    <a:pt x="52036" y="3179"/>
                  </a:lnTo>
                  <a:lnTo>
                    <a:pt x="52744" y="3158"/>
                  </a:lnTo>
                  <a:lnTo>
                    <a:pt x="54409" y="2902"/>
                  </a:lnTo>
                  <a:lnTo>
                    <a:pt x="56567" y="2387"/>
                  </a:lnTo>
                  <a:lnTo>
                    <a:pt x="57922" y="1964"/>
                  </a:lnTo>
                  <a:lnTo>
                    <a:pt x="59559" y="1272"/>
                  </a:lnTo>
                  <a:lnTo>
                    <a:pt x="60581" y="120"/>
                  </a:lnTo>
                  <a:lnTo>
                    <a:pt x="60911" y="0"/>
                  </a:lnTo>
                  <a:lnTo>
                    <a:pt x="61335" y="209"/>
                  </a:lnTo>
                  <a:lnTo>
                    <a:pt x="61534" y="288"/>
                  </a:lnTo>
                  <a:lnTo>
                    <a:pt x="61953" y="94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g1419"/>
            <p:cNvSpPr/>
            <p:nvPr/>
          </p:nvSpPr>
          <p:spPr>
            <a:xfrm>
              <a:off x="3338150" y="2113772"/>
              <a:ext cx="1873" cy="1340"/>
            </a:xfrm>
            <a:custGeom>
              <a:avLst/>
              <a:pathLst>
                <a:path w="1873" h="1340">
                  <a:moveTo>
                    <a:pt x="90" y="0"/>
                  </a:moveTo>
                  <a:lnTo>
                    <a:pt x="1170" y="768"/>
                  </a:lnTo>
                  <a:lnTo>
                    <a:pt x="1821" y="653"/>
                  </a:lnTo>
                  <a:lnTo>
                    <a:pt x="1873" y="817"/>
                  </a:lnTo>
                  <a:lnTo>
                    <a:pt x="1521" y="994"/>
                  </a:lnTo>
                  <a:lnTo>
                    <a:pt x="1435" y="1138"/>
                  </a:lnTo>
                  <a:lnTo>
                    <a:pt x="392" y="1340"/>
                  </a:lnTo>
                  <a:lnTo>
                    <a:pt x="65" y="1302"/>
                  </a:lnTo>
                  <a:lnTo>
                    <a:pt x="0" y="78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g1420"/>
            <p:cNvSpPr/>
            <p:nvPr/>
          </p:nvSpPr>
          <p:spPr>
            <a:xfrm>
              <a:off x="3342830" y="2113762"/>
              <a:ext cx="1993" cy="1400"/>
            </a:xfrm>
            <a:custGeom>
              <a:avLst/>
              <a:pathLst>
                <a:path w="1993" h="1400">
                  <a:moveTo>
                    <a:pt x="1761" y="1211"/>
                  </a:moveTo>
                  <a:lnTo>
                    <a:pt x="1724" y="1400"/>
                  </a:lnTo>
                  <a:lnTo>
                    <a:pt x="1190" y="862"/>
                  </a:lnTo>
                  <a:lnTo>
                    <a:pt x="163" y="857"/>
                  </a:lnTo>
                  <a:lnTo>
                    <a:pt x="0" y="120"/>
                  </a:lnTo>
                  <a:lnTo>
                    <a:pt x="392" y="0"/>
                  </a:lnTo>
                  <a:lnTo>
                    <a:pt x="1696" y="260"/>
                  </a:lnTo>
                  <a:lnTo>
                    <a:pt x="1993" y="90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g1421"/>
            <p:cNvSpPr/>
            <p:nvPr/>
          </p:nvSpPr>
          <p:spPr>
            <a:xfrm>
              <a:off x="3341209" y="2112370"/>
              <a:ext cx="1316" cy="1701"/>
            </a:xfrm>
            <a:custGeom>
              <a:avLst/>
              <a:pathLst>
                <a:path w="1316" h="1701">
                  <a:moveTo>
                    <a:pt x="1316" y="1554"/>
                  </a:moveTo>
                  <a:lnTo>
                    <a:pt x="1150" y="1701"/>
                  </a:lnTo>
                  <a:lnTo>
                    <a:pt x="601" y="1220"/>
                  </a:lnTo>
                  <a:lnTo>
                    <a:pt x="522" y="834"/>
                  </a:lnTo>
                  <a:lnTo>
                    <a:pt x="326" y="815"/>
                  </a:lnTo>
                  <a:lnTo>
                    <a:pt x="0" y="469"/>
                  </a:lnTo>
                  <a:lnTo>
                    <a:pt x="79" y="20"/>
                  </a:lnTo>
                  <a:lnTo>
                    <a:pt x="827" y="0"/>
                  </a:lnTo>
                  <a:lnTo>
                    <a:pt x="1129" y="124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g1422"/>
            <p:cNvSpPr/>
            <p:nvPr/>
          </p:nvSpPr>
          <p:spPr>
            <a:xfrm>
              <a:off x="4149798" y="2091542"/>
              <a:ext cx="99671" cy="222746"/>
            </a:xfrm>
            <a:custGeom>
              <a:avLst/>
              <a:pathLst>
                <a:path w="99671" h="222746">
                  <a:moveTo>
                    <a:pt x="99641" y="55074"/>
                  </a:moveTo>
                  <a:lnTo>
                    <a:pt x="99645" y="61295"/>
                  </a:lnTo>
                  <a:lnTo>
                    <a:pt x="99648" y="67517"/>
                  </a:lnTo>
                  <a:lnTo>
                    <a:pt x="99652" y="73738"/>
                  </a:lnTo>
                  <a:lnTo>
                    <a:pt x="99656" y="79960"/>
                  </a:lnTo>
                  <a:lnTo>
                    <a:pt x="99659" y="86181"/>
                  </a:lnTo>
                  <a:lnTo>
                    <a:pt x="99662" y="92404"/>
                  </a:lnTo>
                  <a:lnTo>
                    <a:pt x="99666" y="98625"/>
                  </a:lnTo>
                  <a:lnTo>
                    <a:pt x="99670" y="104847"/>
                  </a:lnTo>
                  <a:lnTo>
                    <a:pt x="99671" y="106911"/>
                  </a:lnTo>
                  <a:lnTo>
                    <a:pt x="99499" y="107842"/>
                  </a:lnTo>
                  <a:lnTo>
                    <a:pt x="99317" y="107980"/>
                  </a:lnTo>
                  <a:lnTo>
                    <a:pt x="97067" y="107402"/>
                  </a:lnTo>
                  <a:lnTo>
                    <a:pt x="96081" y="107387"/>
                  </a:lnTo>
                  <a:lnTo>
                    <a:pt x="94700" y="107834"/>
                  </a:lnTo>
                  <a:lnTo>
                    <a:pt x="92670" y="108068"/>
                  </a:lnTo>
                  <a:lnTo>
                    <a:pt x="91362" y="107993"/>
                  </a:lnTo>
                  <a:lnTo>
                    <a:pt x="90454" y="109063"/>
                  </a:lnTo>
                  <a:lnTo>
                    <a:pt x="89741" y="110357"/>
                  </a:lnTo>
                  <a:lnTo>
                    <a:pt x="90079" y="113450"/>
                  </a:lnTo>
                  <a:lnTo>
                    <a:pt x="90001" y="114471"/>
                  </a:lnTo>
                  <a:lnTo>
                    <a:pt x="89727" y="115531"/>
                  </a:lnTo>
                  <a:lnTo>
                    <a:pt x="89110" y="116445"/>
                  </a:lnTo>
                  <a:lnTo>
                    <a:pt x="88495" y="117173"/>
                  </a:lnTo>
                  <a:lnTo>
                    <a:pt x="88127" y="117811"/>
                  </a:lnTo>
                  <a:lnTo>
                    <a:pt x="87670" y="119210"/>
                  </a:lnTo>
                  <a:lnTo>
                    <a:pt x="87332" y="119864"/>
                  </a:lnTo>
                  <a:lnTo>
                    <a:pt x="87362" y="120741"/>
                  </a:lnTo>
                  <a:lnTo>
                    <a:pt x="87253" y="121663"/>
                  </a:lnTo>
                  <a:lnTo>
                    <a:pt x="86884" y="122143"/>
                  </a:lnTo>
                  <a:lnTo>
                    <a:pt x="85939" y="122496"/>
                  </a:lnTo>
                  <a:lnTo>
                    <a:pt x="85332" y="122906"/>
                  </a:lnTo>
                  <a:lnTo>
                    <a:pt x="84844" y="123578"/>
                  </a:lnTo>
                  <a:lnTo>
                    <a:pt x="84516" y="124062"/>
                  </a:lnTo>
                  <a:lnTo>
                    <a:pt x="84688" y="124708"/>
                  </a:lnTo>
                  <a:lnTo>
                    <a:pt x="84927" y="125586"/>
                  </a:lnTo>
                  <a:lnTo>
                    <a:pt x="85063" y="126968"/>
                  </a:lnTo>
                  <a:lnTo>
                    <a:pt x="85157" y="127776"/>
                  </a:lnTo>
                  <a:lnTo>
                    <a:pt x="85621" y="128434"/>
                  </a:lnTo>
                  <a:lnTo>
                    <a:pt x="85903" y="128906"/>
                  </a:lnTo>
                  <a:lnTo>
                    <a:pt x="86001" y="129483"/>
                  </a:lnTo>
                  <a:lnTo>
                    <a:pt x="85731" y="129963"/>
                  </a:lnTo>
                  <a:lnTo>
                    <a:pt x="84579" y="130966"/>
                  </a:lnTo>
                  <a:lnTo>
                    <a:pt x="84117" y="131338"/>
                  </a:lnTo>
                  <a:lnTo>
                    <a:pt x="83588" y="131847"/>
                  </a:lnTo>
                  <a:lnTo>
                    <a:pt x="83386" y="132037"/>
                  </a:lnTo>
                  <a:lnTo>
                    <a:pt x="82544" y="132987"/>
                  </a:lnTo>
                  <a:lnTo>
                    <a:pt x="82119" y="133830"/>
                  </a:lnTo>
                  <a:lnTo>
                    <a:pt x="81913" y="134533"/>
                  </a:lnTo>
                  <a:lnTo>
                    <a:pt x="81924" y="135502"/>
                  </a:lnTo>
                  <a:lnTo>
                    <a:pt x="82353" y="136951"/>
                  </a:lnTo>
                  <a:lnTo>
                    <a:pt x="82820" y="138183"/>
                  </a:lnTo>
                  <a:lnTo>
                    <a:pt x="83001" y="139110"/>
                  </a:lnTo>
                  <a:lnTo>
                    <a:pt x="83107" y="140126"/>
                  </a:lnTo>
                  <a:lnTo>
                    <a:pt x="83064" y="141091"/>
                  </a:lnTo>
                  <a:lnTo>
                    <a:pt x="82823" y="141931"/>
                  </a:lnTo>
                  <a:lnTo>
                    <a:pt x="82401" y="142689"/>
                  </a:lnTo>
                  <a:lnTo>
                    <a:pt x="80814" y="144111"/>
                  </a:lnTo>
                  <a:lnTo>
                    <a:pt x="80033" y="145674"/>
                  </a:lnTo>
                  <a:lnTo>
                    <a:pt x="79409" y="147575"/>
                  </a:lnTo>
                  <a:lnTo>
                    <a:pt x="79253" y="148610"/>
                  </a:lnTo>
                  <a:lnTo>
                    <a:pt x="79424" y="149298"/>
                  </a:lnTo>
                  <a:lnTo>
                    <a:pt x="79753" y="149881"/>
                  </a:lnTo>
                  <a:lnTo>
                    <a:pt x="80226" y="150178"/>
                  </a:lnTo>
                  <a:lnTo>
                    <a:pt x="80912" y="150265"/>
                  </a:lnTo>
                  <a:lnTo>
                    <a:pt x="82053" y="149948"/>
                  </a:lnTo>
                  <a:lnTo>
                    <a:pt x="83114" y="149740"/>
                  </a:lnTo>
                  <a:lnTo>
                    <a:pt x="84239" y="150424"/>
                  </a:lnTo>
                  <a:lnTo>
                    <a:pt x="84827" y="152015"/>
                  </a:lnTo>
                  <a:lnTo>
                    <a:pt x="84598" y="153178"/>
                  </a:lnTo>
                  <a:lnTo>
                    <a:pt x="85024" y="155285"/>
                  </a:lnTo>
                  <a:lnTo>
                    <a:pt x="85405" y="157833"/>
                  </a:lnTo>
                  <a:lnTo>
                    <a:pt x="85376" y="158691"/>
                  </a:lnTo>
                  <a:lnTo>
                    <a:pt x="85540" y="159012"/>
                  </a:lnTo>
                  <a:lnTo>
                    <a:pt x="86245" y="159176"/>
                  </a:lnTo>
                  <a:lnTo>
                    <a:pt x="86402" y="159774"/>
                  </a:lnTo>
                  <a:lnTo>
                    <a:pt x="86170" y="164245"/>
                  </a:lnTo>
                  <a:lnTo>
                    <a:pt x="86498" y="165496"/>
                  </a:lnTo>
                  <a:lnTo>
                    <a:pt x="86971" y="166388"/>
                  </a:lnTo>
                  <a:lnTo>
                    <a:pt x="87504" y="166852"/>
                  </a:lnTo>
                  <a:lnTo>
                    <a:pt x="88039" y="167449"/>
                  </a:lnTo>
                  <a:lnTo>
                    <a:pt x="88318" y="167866"/>
                  </a:lnTo>
                  <a:lnTo>
                    <a:pt x="88938" y="167959"/>
                  </a:lnTo>
                  <a:lnTo>
                    <a:pt x="89635" y="168774"/>
                  </a:lnTo>
                  <a:lnTo>
                    <a:pt x="89825" y="169857"/>
                  </a:lnTo>
                  <a:lnTo>
                    <a:pt x="89777" y="170905"/>
                  </a:lnTo>
                  <a:lnTo>
                    <a:pt x="89372" y="173179"/>
                  </a:lnTo>
                  <a:lnTo>
                    <a:pt x="89043" y="174704"/>
                  </a:lnTo>
                  <a:lnTo>
                    <a:pt x="88639" y="174599"/>
                  </a:lnTo>
                  <a:lnTo>
                    <a:pt x="87814" y="174225"/>
                  </a:lnTo>
                  <a:lnTo>
                    <a:pt x="86810" y="173900"/>
                  </a:lnTo>
                  <a:lnTo>
                    <a:pt x="85578" y="173636"/>
                  </a:lnTo>
                  <a:lnTo>
                    <a:pt x="84405" y="174260"/>
                  </a:lnTo>
                  <a:lnTo>
                    <a:pt x="83138" y="175060"/>
                  </a:lnTo>
                  <a:lnTo>
                    <a:pt x="82738" y="175657"/>
                  </a:lnTo>
                  <a:lnTo>
                    <a:pt x="82384" y="176010"/>
                  </a:lnTo>
                  <a:lnTo>
                    <a:pt x="81825" y="175954"/>
                  </a:lnTo>
                  <a:lnTo>
                    <a:pt x="81314" y="176057"/>
                  </a:lnTo>
                  <a:lnTo>
                    <a:pt x="81036" y="176624"/>
                  </a:lnTo>
                  <a:lnTo>
                    <a:pt x="80573" y="177257"/>
                  </a:lnTo>
                  <a:lnTo>
                    <a:pt x="78744" y="178566"/>
                  </a:lnTo>
                  <a:lnTo>
                    <a:pt x="78358" y="179042"/>
                  </a:lnTo>
                  <a:lnTo>
                    <a:pt x="78130" y="179514"/>
                  </a:lnTo>
                  <a:lnTo>
                    <a:pt x="78130" y="180029"/>
                  </a:lnTo>
                  <a:lnTo>
                    <a:pt x="78315" y="181093"/>
                  </a:lnTo>
                  <a:lnTo>
                    <a:pt x="78312" y="182419"/>
                  </a:lnTo>
                  <a:lnTo>
                    <a:pt x="77904" y="183489"/>
                  </a:lnTo>
                  <a:lnTo>
                    <a:pt x="77431" y="184208"/>
                  </a:lnTo>
                  <a:lnTo>
                    <a:pt x="76893" y="184483"/>
                  </a:lnTo>
                  <a:lnTo>
                    <a:pt x="76441" y="184633"/>
                  </a:lnTo>
                  <a:lnTo>
                    <a:pt x="76146" y="185081"/>
                  </a:lnTo>
                  <a:lnTo>
                    <a:pt x="75192" y="187513"/>
                  </a:lnTo>
                  <a:lnTo>
                    <a:pt x="74780" y="187962"/>
                  </a:lnTo>
                  <a:lnTo>
                    <a:pt x="73942" y="187886"/>
                  </a:lnTo>
                  <a:lnTo>
                    <a:pt x="71535" y="191532"/>
                  </a:lnTo>
                  <a:lnTo>
                    <a:pt x="71296" y="192605"/>
                  </a:lnTo>
                  <a:lnTo>
                    <a:pt x="70414" y="194127"/>
                  </a:lnTo>
                  <a:lnTo>
                    <a:pt x="69300" y="195821"/>
                  </a:lnTo>
                  <a:lnTo>
                    <a:pt x="68306" y="196638"/>
                  </a:lnTo>
                  <a:lnTo>
                    <a:pt x="68225" y="196953"/>
                  </a:lnTo>
                  <a:lnTo>
                    <a:pt x="67958" y="197276"/>
                  </a:lnTo>
                  <a:lnTo>
                    <a:pt x="67348" y="197645"/>
                  </a:lnTo>
                  <a:lnTo>
                    <a:pt x="65221" y="199707"/>
                  </a:lnTo>
                  <a:lnTo>
                    <a:pt x="62672" y="199622"/>
                  </a:lnTo>
                  <a:lnTo>
                    <a:pt x="61545" y="200431"/>
                  </a:lnTo>
                  <a:lnTo>
                    <a:pt x="60449" y="200791"/>
                  </a:lnTo>
                  <a:lnTo>
                    <a:pt x="58847" y="201188"/>
                  </a:lnTo>
                  <a:lnTo>
                    <a:pt x="58365" y="201151"/>
                  </a:lnTo>
                  <a:lnTo>
                    <a:pt x="56311" y="201318"/>
                  </a:lnTo>
                  <a:lnTo>
                    <a:pt x="53900" y="201257"/>
                  </a:lnTo>
                  <a:lnTo>
                    <a:pt x="52976" y="201549"/>
                  </a:lnTo>
                  <a:lnTo>
                    <a:pt x="52110" y="202332"/>
                  </a:lnTo>
                  <a:lnTo>
                    <a:pt x="51467" y="203017"/>
                  </a:lnTo>
                  <a:lnTo>
                    <a:pt x="51372" y="203248"/>
                  </a:lnTo>
                  <a:lnTo>
                    <a:pt x="51469" y="203537"/>
                  </a:lnTo>
                  <a:lnTo>
                    <a:pt x="51445" y="203767"/>
                  </a:lnTo>
                  <a:lnTo>
                    <a:pt x="53131" y="205449"/>
                  </a:lnTo>
                  <a:lnTo>
                    <a:pt x="53552" y="206276"/>
                  </a:lnTo>
                  <a:lnTo>
                    <a:pt x="53128" y="207075"/>
                  </a:lnTo>
                  <a:lnTo>
                    <a:pt x="52901" y="207241"/>
                  </a:lnTo>
                  <a:lnTo>
                    <a:pt x="52626" y="207879"/>
                  </a:lnTo>
                  <a:lnTo>
                    <a:pt x="51638" y="209778"/>
                  </a:lnTo>
                  <a:lnTo>
                    <a:pt x="50134" y="212027"/>
                  </a:lnTo>
                  <a:lnTo>
                    <a:pt x="49366" y="212670"/>
                  </a:lnTo>
                  <a:lnTo>
                    <a:pt x="49057" y="213088"/>
                  </a:lnTo>
                  <a:lnTo>
                    <a:pt x="48660" y="214580"/>
                  </a:lnTo>
                  <a:lnTo>
                    <a:pt x="48400" y="214787"/>
                  </a:lnTo>
                  <a:lnTo>
                    <a:pt x="47368" y="214981"/>
                  </a:lnTo>
                  <a:lnTo>
                    <a:pt x="45323" y="215143"/>
                  </a:lnTo>
                  <a:lnTo>
                    <a:pt x="42496" y="215630"/>
                  </a:lnTo>
                  <a:lnTo>
                    <a:pt x="40800" y="215793"/>
                  </a:lnTo>
                  <a:lnTo>
                    <a:pt x="39746" y="215656"/>
                  </a:lnTo>
                  <a:lnTo>
                    <a:pt x="38263" y="216685"/>
                  </a:lnTo>
                  <a:lnTo>
                    <a:pt x="37731" y="216949"/>
                  </a:lnTo>
                  <a:lnTo>
                    <a:pt x="37407" y="217037"/>
                  </a:lnTo>
                  <a:lnTo>
                    <a:pt x="35939" y="218036"/>
                  </a:lnTo>
                  <a:lnTo>
                    <a:pt x="34718" y="219585"/>
                  </a:lnTo>
                  <a:lnTo>
                    <a:pt x="34283" y="219880"/>
                  </a:lnTo>
                  <a:lnTo>
                    <a:pt x="32564" y="220537"/>
                  </a:lnTo>
                  <a:lnTo>
                    <a:pt x="31882" y="221602"/>
                  </a:lnTo>
                  <a:lnTo>
                    <a:pt x="31566" y="221690"/>
                  </a:lnTo>
                  <a:lnTo>
                    <a:pt x="30464" y="220285"/>
                  </a:lnTo>
                  <a:lnTo>
                    <a:pt x="29713" y="219007"/>
                  </a:lnTo>
                  <a:lnTo>
                    <a:pt x="29346" y="217716"/>
                  </a:lnTo>
                  <a:lnTo>
                    <a:pt x="29300" y="217304"/>
                  </a:lnTo>
                  <a:lnTo>
                    <a:pt x="29091" y="217381"/>
                  </a:lnTo>
                  <a:lnTo>
                    <a:pt x="28487" y="217952"/>
                  </a:lnTo>
                  <a:lnTo>
                    <a:pt x="27967" y="218603"/>
                  </a:lnTo>
                  <a:lnTo>
                    <a:pt x="27726" y="219841"/>
                  </a:lnTo>
                  <a:lnTo>
                    <a:pt x="25949" y="220680"/>
                  </a:lnTo>
                  <a:lnTo>
                    <a:pt x="24431" y="221396"/>
                  </a:lnTo>
                  <a:lnTo>
                    <a:pt x="23740" y="222296"/>
                  </a:lnTo>
                  <a:lnTo>
                    <a:pt x="22675" y="222746"/>
                  </a:lnTo>
                  <a:lnTo>
                    <a:pt x="21315" y="222563"/>
                  </a:lnTo>
                  <a:lnTo>
                    <a:pt x="20255" y="222192"/>
                  </a:lnTo>
                  <a:lnTo>
                    <a:pt x="19222" y="222070"/>
                  </a:lnTo>
                  <a:lnTo>
                    <a:pt x="19718" y="220945"/>
                  </a:lnTo>
                  <a:lnTo>
                    <a:pt x="19909" y="220107"/>
                  </a:lnTo>
                  <a:lnTo>
                    <a:pt x="19958" y="219081"/>
                  </a:lnTo>
                  <a:lnTo>
                    <a:pt x="19882" y="218386"/>
                  </a:lnTo>
                  <a:lnTo>
                    <a:pt x="19264" y="218039"/>
                  </a:lnTo>
                  <a:lnTo>
                    <a:pt x="18871" y="217494"/>
                  </a:lnTo>
                  <a:lnTo>
                    <a:pt x="17982" y="214258"/>
                  </a:lnTo>
                  <a:lnTo>
                    <a:pt x="17068" y="210931"/>
                  </a:lnTo>
                  <a:lnTo>
                    <a:pt x="15780" y="207654"/>
                  </a:lnTo>
                  <a:lnTo>
                    <a:pt x="14377" y="205562"/>
                  </a:lnTo>
                  <a:lnTo>
                    <a:pt x="13363" y="204288"/>
                  </a:lnTo>
                  <a:lnTo>
                    <a:pt x="13037" y="204125"/>
                  </a:lnTo>
                  <a:lnTo>
                    <a:pt x="12517" y="203723"/>
                  </a:lnTo>
                  <a:lnTo>
                    <a:pt x="12153" y="203353"/>
                  </a:lnTo>
                  <a:lnTo>
                    <a:pt x="10292" y="201128"/>
                  </a:lnTo>
                  <a:lnTo>
                    <a:pt x="8364" y="198641"/>
                  </a:lnTo>
                  <a:lnTo>
                    <a:pt x="7869" y="197504"/>
                  </a:lnTo>
                  <a:lnTo>
                    <a:pt x="6903" y="195810"/>
                  </a:lnTo>
                  <a:lnTo>
                    <a:pt x="5827" y="194063"/>
                  </a:lnTo>
                  <a:lnTo>
                    <a:pt x="5267" y="193268"/>
                  </a:lnTo>
                  <a:lnTo>
                    <a:pt x="5004" y="191834"/>
                  </a:lnTo>
                  <a:lnTo>
                    <a:pt x="5749" y="190539"/>
                  </a:lnTo>
                  <a:lnTo>
                    <a:pt x="6542" y="188901"/>
                  </a:lnTo>
                  <a:lnTo>
                    <a:pt x="7521" y="187814"/>
                  </a:lnTo>
                  <a:lnTo>
                    <a:pt x="8789" y="187740"/>
                  </a:lnTo>
                  <a:lnTo>
                    <a:pt x="10877" y="188186"/>
                  </a:lnTo>
                  <a:lnTo>
                    <a:pt x="13127" y="188345"/>
                  </a:lnTo>
                  <a:lnTo>
                    <a:pt x="15358" y="188006"/>
                  </a:lnTo>
                  <a:lnTo>
                    <a:pt x="15936" y="187771"/>
                  </a:lnTo>
                  <a:lnTo>
                    <a:pt x="16508" y="187790"/>
                  </a:lnTo>
                  <a:lnTo>
                    <a:pt x="17708" y="188169"/>
                  </a:lnTo>
                  <a:lnTo>
                    <a:pt x="19798" y="188085"/>
                  </a:lnTo>
                  <a:lnTo>
                    <a:pt x="20876" y="187423"/>
                  </a:lnTo>
                  <a:lnTo>
                    <a:pt x="19713" y="186298"/>
                  </a:lnTo>
                  <a:lnTo>
                    <a:pt x="18464" y="184507"/>
                  </a:lnTo>
                  <a:lnTo>
                    <a:pt x="17292" y="182547"/>
                  </a:lnTo>
                  <a:lnTo>
                    <a:pt x="16582" y="180774"/>
                  </a:lnTo>
                  <a:lnTo>
                    <a:pt x="15931" y="178487"/>
                  </a:lnTo>
                  <a:lnTo>
                    <a:pt x="15330" y="175661"/>
                  </a:lnTo>
                  <a:lnTo>
                    <a:pt x="14963" y="171998"/>
                  </a:lnTo>
                  <a:lnTo>
                    <a:pt x="15019" y="169923"/>
                  </a:lnTo>
                  <a:lnTo>
                    <a:pt x="15205" y="168443"/>
                  </a:lnTo>
                  <a:lnTo>
                    <a:pt x="15834" y="166034"/>
                  </a:lnTo>
                  <a:lnTo>
                    <a:pt x="15419" y="164621"/>
                  </a:lnTo>
                  <a:lnTo>
                    <a:pt x="15510" y="163480"/>
                  </a:lnTo>
                  <a:lnTo>
                    <a:pt x="15449" y="161791"/>
                  </a:lnTo>
                  <a:lnTo>
                    <a:pt x="15247" y="160931"/>
                  </a:lnTo>
                  <a:lnTo>
                    <a:pt x="14433" y="158125"/>
                  </a:lnTo>
                  <a:lnTo>
                    <a:pt x="14271" y="157818"/>
                  </a:lnTo>
                  <a:lnTo>
                    <a:pt x="13551" y="155879"/>
                  </a:lnTo>
                  <a:lnTo>
                    <a:pt x="13234" y="152633"/>
                  </a:lnTo>
                  <a:lnTo>
                    <a:pt x="12421" y="150492"/>
                  </a:lnTo>
                  <a:lnTo>
                    <a:pt x="11116" y="149455"/>
                  </a:lnTo>
                  <a:lnTo>
                    <a:pt x="10373" y="148196"/>
                  </a:lnTo>
                  <a:lnTo>
                    <a:pt x="10103" y="145971"/>
                  </a:lnTo>
                  <a:lnTo>
                    <a:pt x="9588" y="145384"/>
                  </a:lnTo>
                  <a:lnTo>
                    <a:pt x="7536" y="144609"/>
                  </a:lnTo>
                  <a:lnTo>
                    <a:pt x="5825" y="144593"/>
                  </a:lnTo>
                  <a:lnTo>
                    <a:pt x="4579" y="142083"/>
                  </a:lnTo>
                  <a:lnTo>
                    <a:pt x="2982" y="138860"/>
                  </a:lnTo>
                  <a:lnTo>
                    <a:pt x="1495" y="135861"/>
                  </a:lnTo>
                  <a:lnTo>
                    <a:pt x="544" y="129865"/>
                  </a:lnTo>
                  <a:lnTo>
                    <a:pt x="0" y="126431"/>
                  </a:lnTo>
                  <a:lnTo>
                    <a:pt x="619" y="125387"/>
                  </a:lnTo>
                  <a:lnTo>
                    <a:pt x="1836" y="122942"/>
                  </a:lnTo>
                  <a:lnTo>
                    <a:pt x="3395" y="118265"/>
                  </a:lnTo>
                  <a:lnTo>
                    <a:pt x="6906" y="111031"/>
                  </a:lnTo>
                  <a:lnTo>
                    <a:pt x="8701" y="107329"/>
                  </a:lnTo>
                  <a:lnTo>
                    <a:pt x="12284" y="101799"/>
                  </a:lnTo>
                  <a:lnTo>
                    <a:pt x="16687" y="95003"/>
                  </a:lnTo>
                  <a:lnTo>
                    <a:pt x="19168" y="91174"/>
                  </a:lnTo>
                  <a:lnTo>
                    <a:pt x="19569" y="84199"/>
                  </a:lnTo>
                  <a:lnTo>
                    <a:pt x="19993" y="76824"/>
                  </a:lnTo>
                  <a:lnTo>
                    <a:pt x="20314" y="71247"/>
                  </a:lnTo>
                  <a:lnTo>
                    <a:pt x="20713" y="64639"/>
                  </a:lnTo>
                  <a:lnTo>
                    <a:pt x="21047" y="59117"/>
                  </a:lnTo>
                  <a:lnTo>
                    <a:pt x="21290" y="55094"/>
                  </a:lnTo>
                  <a:lnTo>
                    <a:pt x="21635" y="49391"/>
                  </a:lnTo>
                  <a:lnTo>
                    <a:pt x="21929" y="48296"/>
                  </a:lnTo>
                  <a:lnTo>
                    <a:pt x="23657" y="43824"/>
                  </a:lnTo>
                  <a:lnTo>
                    <a:pt x="23793" y="43224"/>
                  </a:lnTo>
                  <a:lnTo>
                    <a:pt x="23472" y="42476"/>
                  </a:lnTo>
                  <a:lnTo>
                    <a:pt x="21005" y="38675"/>
                  </a:lnTo>
                  <a:lnTo>
                    <a:pt x="20235" y="37825"/>
                  </a:lnTo>
                  <a:lnTo>
                    <a:pt x="19792" y="35850"/>
                  </a:lnTo>
                  <a:lnTo>
                    <a:pt x="20426" y="34741"/>
                  </a:lnTo>
                  <a:lnTo>
                    <a:pt x="17459" y="28365"/>
                  </a:lnTo>
                  <a:lnTo>
                    <a:pt x="16722" y="27585"/>
                  </a:lnTo>
                  <a:lnTo>
                    <a:pt x="16401" y="26805"/>
                  </a:lnTo>
                  <a:lnTo>
                    <a:pt x="16363" y="25655"/>
                  </a:lnTo>
                  <a:lnTo>
                    <a:pt x="16310" y="21244"/>
                  </a:lnTo>
                  <a:lnTo>
                    <a:pt x="15522" y="14322"/>
                  </a:lnTo>
                  <a:lnTo>
                    <a:pt x="14482" y="6262"/>
                  </a:lnTo>
                  <a:lnTo>
                    <a:pt x="17968" y="3968"/>
                  </a:lnTo>
                  <a:lnTo>
                    <a:pt x="20614" y="2224"/>
                  </a:lnTo>
                  <a:lnTo>
                    <a:pt x="23991" y="0"/>
                  </a:lnTo>
                  <a:lnTo>
                    <a:pt x="27122" y="2278"/>
                  </a:lnTo>
                  <a:lnTo>
                    <a:pt x="31654" y="5578"/>
                  </a:lnTo>
                  <a:lnTo>
                    <a:pt x="36187" y="8878"/>
                  </a:lnTo>
                  <a:lnTo>
                    <a:pt x="40719" y="12177"/>
                  </a:lnTo>
                  <a:lnTo>
                    <a:pt x="45252" y="15477"/>
                  </a:lnTo>
                  <a:lnTo>
                    <a:pt x="49784" y="18777"/>
                  </a:lnTo>
                  <a:lnTo>
                    <a:pt x="54316" y="22076"/>
                  </a:lnTo>
                  <a:lnTo>
                    <a:pt x="58849" y="25376"/>
                  </a:lnTo>
                  <a:lnTo>
                    <a:pt x="63381" y="28676"/>
                  </a:lnTo>
                  <a:lnTo>
                    <a:pt x="67914" y="31976"/>
                  </a:lnTo>
                  <a:lnTo>
                    <a:pt x="72447" y="35275"/>
                  </a:lnTo>
                  <a:lnTo>
                    <a:pt x="76979" y="38575"/>
                  </a:lnTo>
                  <a:lnTo>
                    <a:pt x="81512" y="41875"/>
                  </a:lnTo>
                  <a:lnTo>
                    <a:pt x="86044" y="45175"/>
                  </a:lnTo>
                  <a:lnTo>
                    <a:pt x="90577" y="48475"/>
                  </a:lnTo>
                  <a:lnTo>
                    <a:pt x="95109" y="5177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g1423"/>
            <p:cNvSpPr/>
            <p:nvPr/>
          </p:nvSpPr>
          <p:spPr>
            <a:xfrm>
              <a:off x="4021714" y="2263513"/>
              <a:ext cx="17673" cy="70105"/>
            </a:xfrm>
            <a:custGeom>
              <a:avLst/>
              <a:pathLst>
                <a:path w="17673" h="70105">
                  <a:moveTo>
                    <a:pt x="9372" y="1706"/>
                  </a:moveTo>
                  <a:lnTo>
                    <a:pt x="9129" y="3206"/>
                  </a:lnTo>
                  <a:lnTo>
                    <a:pt x="8628" y="5063"/>
                  </a:lnTo>
                  <a:lnTo>
                    <a:pt x="8303" y="5654"/>
                  </a:lnTo>
                  <a:lnTo>
                    <a:pt x="8075" y="10167"/>
                  </a:lnTo>
                  <a:lnTo>
                    <a:pt x="8347" y="10657"/>
                  </a:lnTo>
                  <a:lnTo>
                    <a:pt x="9919" y="12184"/>
                  </a:lnTo>
                  <a:lnTo>
                    <a:pt x="11980" y="14188"/>
                  </a:lnTo>
                  <a:lnTo>
                    <a:pt x="13436" y="15602"/>
                  </a:lnTo>
                  <a:lnTo>
                    <a:pt x="13557" y="16077"/>
                  </a:lnTo>
                  <a:lnTo>
                    <a:pt x="13579" y="19044"/>
                  </a:lnTo>
                  <a:lnTo>
                    <a:pt x="13597" y="21592"/>
                  </a:lnTo>
                  <a:lnTo>
                    <a:pt x="13898" y="23050"/>
                  </a:lnTo>
                  <a:lnTo>
                    <a:pt x="13963" y="24463"/>
                  </a:lnTo>
                  <a:lnTo>
                    <a:pt x="14328" y="25533"/>
                  </a:lnTo>
                  <a:lnTo>
                    <a:pt x="15671" y="27594"/>
                  </a:lnTo>
                  <a:lnTo>
                    <a:pt x="15992" y="28810"/>
                  </a:lnTo>
                  <a:lnTo>
                    <a:pt x="16026" y="32702"/>
                  </a:lnTo>
                  <a:lnTo>
                    <a:pt x="16053" y="35655"/>
                  </a:lnTo>
                  <a:lnTo>
                    <a:pt x="16223" y="39676"/>
                  </a:lnTo>
                  <a:lnTo>
                    <a:pt x="16223" y="43034"/>
                  </a:lnTo>
                  <a:lnTo>
                    <a:pt x="16223" y="47279"/>
                  </a:lnTo>
                  <a:lnTo>
                    <a:pt x="16224" y="52254"/>
                  </a:lnTo>
                  <a:lnTo>
                    <a:pt x="16224" y="57441"/>
                  </a:lnTo>
                  <a:lnTo>
                    <a:pt x="15337" y="57509"/>
                  </a:lnTo>
                  <a:lnTo>
                    <a:pt x="15820" y="59119"/>
                  </a:lnTo>
                  <a:lnTo>
                    <a:pt x="15903" y="60580"/>
                  </a:lnTo>
                  <a:lnTo>
                    <a:pt x="16018" y="61057"/>
                  </a:lnTo>
                  <a:lnTo>
                    <a:pt x="15778" y="61764"/>
                  </a:lnTo>
                  <a:lnTo>
                    <a:pt x="15976" y="62841"/>
                  </a:lnTo>
                  <a:lnTo>
                    <a:pt x="16361" y="63240"/>
                  </a:lnTo>
                  <a:lnTo>
                    <a:pt x="17344" y="65406"/>
                  </a:lnTo>
                  <a:lnTo>
                    <a:pt x="17673" y="67242"/>
                  </a:lnTo>
                  <a:lnTo>
                    <a:pt x="16093" y="67853"/>
                  </a:lnTo>
                  <a:lnTo>
                    <a:pt x="16204" y="68328"/>
                  </a:lnTo>
                  <a:lnTo>
                    <a:pt x="13252" y="69303"/>
                  </a:lnTo>
                  <a:lnTo>
                    <a:pt x="12085" y="70105"/>
                  </a:lnTo>
                  <a:lnTo>
                    <a:pt x="12064" y="69329"/>
                  </a:lnTo>
                  <a:lnTo>
                    <a:pt x="11635" y="69189"/>
                  </a:lnTo>
                  <a:lnTo>
                    <a:pt x="11113" y="68928"/>
                  </a:lnTo>
                  <a:lnTo>
                    <a:pt x="10786" y="68525"/>
                  </a:lnTo>
                  <a:lnTo>
                    <a:pt x="10334" y="67606"/>
                  </a:lnTo>
                  <a:lnTo>
                    <a:pt x="10171" y="66884"/>
                  </a:lnTo>
                  <a:lnTo>
                    <a:pt x="9483" y="66769"/>
                  </a:lnTo>
                  <a:lnTo>
                    <a:pt x="8634" y="65962"/>
                  </a:lnTo>
                  <a:lnTo>
                    <a:pt x="7825" y="65039"/>
                  </a:lnTo>
                  <a:lnTo>
                    <a:pt x="7544" y="64116"/>
                  </a:lnTo>
                  <a:lnTo>
                    <a:pt x="7621" y="63690"/>
                  </a:lnTo>
                  <a:lnTo>
                    <a:pt x="7497" y="63251"/>
                  </a:lnTo>
                  <a:lnTo>
                    <a:pt x="7218" y="63087"/>
                  </a:lnTo>
                  <a:lnTo>
                    <a:pt x="6489" y="61000"/>
                  </a:lnTo>
                  <a:lnTo>
                    <a:pt x="6038" y="60159"/>
                  </a:lnTo>
                  <a:lnTo>
                    <a:pt x="5825" y="59483"/>
                  </a:lnTo>
                  <a:lnTo>
                    <a:pt x="5899" y="58961"/>
                  </a:lnTo>
                  <a:lnTo>
                    <a:pt x="5801" y="58256"/>
                  </a:lnTo>
                  <a:lnTo>
                    <a:pt x="5943" y="57687"/>
                  </a:lnTo>
                  <a:lnTo>
                    <a:pt x="6335" y="57347"/>
                  </a:lnTo>
                  <a:lnTo>
                    <a:pt x="6458" y="56930"/>
                  </a:lnTo>
                  <a:lnTo>
                    <a:pt x="6493" y="56056"/>
                  </a:lnTo>
                  <a:lnTo>
                    <a:pt x="6714" y="54244"/>
                  </a:lnTo>
                  <a:lnTo>
                    <a:pt x="6858" y="52471"/>
                  </a:lnTo>
                  <a:lnTo>
                    <a:pt x="6444" y="51981"/>
                  </a:lnTo>
                  <a:lnTo>
                    <a:pt x="5936" y="51842"/>
                  </a:lnTo>
                  <a:lnTo>
                    <a:pt x="5674" y="51335"/>
                  </a:lnTo>
                  <a:lnTo>
                    <a:pt x="5573" y="50498"/>
                  </a:lnTo>
                  <a:lnTo>
                    <a:pt x="5583" y="49776"/>
                  </a:lnTo>
                  <a:lnTo>
                    <a:pt x="6578" y="47247"/>
                  </a:lnTo>
                  <a:lnTo>
                    <a:pt x="6374" y="41422"/>
                  </a:lnTo>
                  <a:lnTo>
                    <a:pt x="6522" y="40533"/>
                  </a:lnTo>
                  <a:lnTo>
                    <a:pt x="6975" y="39921"/>
                  </a:lnTo>
                  <a:lnTo>
                    <a:pt x="7363" y="39212"/>
                  </a:lnTo>
                  <a:lnTo>
                    <a:pt x="7346" y="38506"/>
                  </a:lnTo>
                  <a:lnTo>
                    <a:pt x="6683" y="36766"/>
                  </a:lnTo>
                  <a:lnTo>
                    <a:pt x="5425" y="35432"/>
                  </a:lnTo>
                  <a:lnTo>
                    <a:pt x="4782" y="34352"/>
                  </a:lnTo>
                  <a:lnTo>
                    <a:pt x="4435" y="33385"/>
                  </a:lnTo>
                  <a:lnTo>
                    <a:pt x="4377" y="32866"/>
                  </a:lnTo>
                  <a:lnTo>
                    <a:pt x="5140" y="32105"/>
                  </a:lnTo>
                  <a:lnTo>
                    <a:pt x="5477" y="31580"/>
                  </a:lnTo>
                  <a:lnTo>
                    <a:pt x="5519" y="30974"/>
                  </a:lnTo>
                  <a:lnTo>
                    <a:pt x="5208" y="29868"/>
                  </a:lnTo>
                  <a:lnTo>
                    <a:pt x="5263" y="27899"/>
                  </a:lnTo>
                  <a:lnTo>
                    <a:pt x="5556" y="26422"/>
                  </a:lnTo>
                  <a:lnTo>
                    <a:pt x="5858" y="24510"/>
                  </a:lnTo>
                  <a:lnTo>
                    <a:pt x="5826" y="23950"/>
                  </a:lnTo>
                  <a:lnTo>
                    <a:pt x="5087" y="22809"/>
                  </a:lnTo>
                  <a:lnTo>
                    <a:pt x="4687" y="22653"/>
                  </a:lnTo>
                  <a:lnTo>
                    <a:pt x="4363" y="22736"/>
                  </a:lnTo>
                  <a:lnTo>
                    <a:pt x="3590" y="23485"/>
                  </a:lnTo>
                  <a:lnTo>
                    <a:pt x="3312" y="23566"/>
                  </a:lnTo>
                  <a:lnTo>
                    <a:pt x="3138" y="23344"/>
                  </a:lnTo>
                  <a:lnTo>
                    <a:pt x="3061" y="23043"/>
                  </a:lnTo>
                  <a:lnTo>
                    <a:pt x="3331" y="22595"/>
                  </a:lnTo>
                  <a:lnTo>
                    <a:pt x="3233" y="22037"/>
                  </a:lnTo>
                  <a:lnTo>
                    <a:pt x="3459" y="21549"/>
                  </a:lnTo>
                  <a:lnTo>
                    <a:pt x="3950" y="21327"/>
                  </a:lnTo>
                  <a:lnTo>
                    <a:pt x="4094" y="21081"/>
                  </a:lnTo>
                  <a:lnTo>
                    <a:pt x="3433" y="20847"/>
                  </a:lnTo>
                  <a:lnTo>
                    <a:pt x="3356" y="20515"/>
                  </a:lnTo>
                  <a:lnTo>
                    <a:pt x="3403" y="20192"/>
                  </a:lnTo>
                  <a:lnTo>
                    <a:pt x="3593" y="20131"/>
                  </a:lnTo>
                  <a:lnTo>
                    <a:pt x="3802" y="20149"/>
                  </a:lnTo>
                  <a:lnTo>
                    <a:pt x="3917" y="19917"/>
                  </a:lnTo>
                  <a:lnTo>
                    <a:pt x="4018" y="18295"/>
                  </a:lnTo>
                  <a:lnTo>
                    <a:pt x="4098" y="17728"/>
                  </a:lnTo>
                  <a:lnTo>
                    <a:pt x="4182" y="16608"/>
                  </a:lnTo>
                  <a:lnTo>
                    <a:pt x="4284" y="12262"/>
                  </a:lnTo>
                  <a:lnTo>
                    <a:pt x="4435" y="11814"/>
                  </a:lnTo>
                  <a:lnTo>
                    <a:pt x="4456" y="11489"/>
                  </a:lnTo>
                  <a:lnTo>
                    <a:pt x="3992" y="11279"/>
                  </a:lnTo>
                  <a:lnTo>
                    <a:pt x="2896" y="10113"/>
                  </a:lnTo>
                  <a:lnTo>
                    <a:pt x="2255" y="9217"/>
                  </a:lnTo>
                  <a:lnTo>
                    <a:pt x="1697" y="8299"/>
                  </a:lnTo>
                  <a:lnTo>
                    <a:pt x="1226" y="7695"/>
                  </a:lnTo>
                  <a:lnTo>
                    <a:pt x="853" y="7317"/>
                  </a:lnTo>
                  <a:lnTo>
                    <a:pt x="307" y="6764"/>
                  </a:lnTo>
                  <a:lnTo>
                    <a:pt x="36" y="6173"/>
                  </a:lnTo>
                  <a:lnTo>
                    <a:pt x="0" y="5580"/>
                  </a:lnTo>
                  <a:lnTo>
                    <a:pt x="279" y="4394"/>
                  </a:lnTo>
                  <a:lnTo>
                    <a:pt x="722" y="3128"/>
                  </a:lnTo>
                  <a:lnTo>
                    <a:pt x="853" y="2051"/>
                  </a:lnTo>
                  <a:lnTo>
                    <a:pt x="942" y="1319"/>
                  </a:lnTo>
                  <a:lnTo>
                    <a:pt x="853" y="998"/>
                  </a:lnTo>
                  <a:lnTo>
                    <a:pt x="808" y="837"/>
                  </a:lnTo>
                  <a:lnTo>
                    <a:pt x="204" y="0"/>
                  </a:lnTo>
                  <a:lnTo>
                    <a:pt x="853" y="193"/>
                  </a:lnTo>
                  <a:lnTo>
                    <a:pt x="2360" y="641"/>
                  </a:lnTo>
                  <a:lnTo>
                    <a:pt x="5433" y="1724"/>
                  </a:lnTo>
                  <a:lnTo>
                    <a:pt x="5495" y="1917"/>
                  </a:lnTo>
                  <a:lnTo>
                    <a:pt x="5514" y="2240"/>
                  </a:lnTo>
                  <a:lnTo>
                    <a:pt x="6048" y="2234"/>
                  </a:lnTo>
                  <a:lnTo>
                    <a:pt x="6936" y="184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g1424"/>
            <p:cNvSpPr/>
            <p:nvPr/>
          </p:nvSpPr>
          <p:spPr>
            <a:xfrm>
              <a:off x="4964926" y="2324905"/>
              <a:ext cx="896" cy="2761"/>
            </a:xfrm>
            <a:custGeom>
              <a:avLst/>
              <a:pathLst>
                <a:path w="896" h="2761">
                  <a:moveTo>
                    <a:pt x="533" y="2680"/>
                  </a:moveTo>
                  <a:lnTo>
                    <a:pt x="353" y="2761"/>
                  </a:lnTo>
                  <a:lnTo>
                    <a:pt x="0" y="1635"/>
                  </a:lnTo>
                  <a:lnTo>
                    <a:pt x="448" y="0"/>
                  </a:lnTo>
                  <a:lnTo>
                    <a:pt x="896" y="200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g1425"/>
            <p:cNvSpPr/>
            <p:nvPr/>
          </p:nvSpPr>
          <p:spPr>
            <a:xfrm>
              <a:off x="4959543" y="2312039"/>
              <a:ext cx="630" cy="2304"/>
            </a:xfrm>
            <a:custGeom>
              <a:avLst/>
              <a:pathLst>
                <a:path w="630" h="2304">
                  <a:moveTo>
                    <a:pt x="385" y="623"/>
                  </a:moveTo>
                  <a:lnTo>
                    <a:pt x="630" y="2304"/>
                  </a:lnTo>
                  <a:lnTo>
                    <a:pt x="285" y="1961"/>
                  </a:lnTo>
                  <a:lnTo>
                    <a:pt x="0" y="1227"/>
                  </a:lnTo>
                  <a:lnTo>
                    <a:pt x="3" y="15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g1426"/>
            <p:cNvSpPr/>
            <p:nvPr/>
          </p:nvSpPr>
          <p:spPr>
            <a:xfrm>
              <a:off x="4954735" y="2305456"/>
              <a:ext cx="708" cy="2671"/>
            </a:xfrm>
            <a:custGeom>
              <a:avLst/>
              <a:pathLst>
                <a:path w="708" h="2671">
                  <a:moveTo>
                    <a:pt x="592" y="2435"/>
                  </a:moveTo>
                  <a:lnTo>
                    <a:pt x="478" y="2671"/>
                  </a:lnTo>
                  <a:lnTo>
                    <a:pt x="0" y="0"/>
                  </a:lnTo>
                  <a:lnTo>
                    <a:pt x="708" y="71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g1427"/>
            <p:cNvSpPr/>
            <p:nvPr/>
          </p:nvSpPr>
          <p:spPr>
            <a:xfrm>
              <a:off x="4952208" y="2304650"/>
              <a:ext cx="1633" cy="5442"/>
            </a:xfrm>
            <a:custGeom>
              <a:avLst/>
              <a:pathLst>
                <a:path w="1633" h="5442">
                  <a:moveTo>
                    <a:pt x="1388" y="3685"/>
                  </a:moveTo>
                  <a:lnTo>
                    <a:pt x="1287" y="4712"/>
                  </a:lnTo>
                  <a:lnTo>
                    <a:pt x="899" y="4698"/>
                  </a:lnTo>
                  <a:lnTo>
                    <a:pt x="504" y="5355"/>
                  </a:lnTo>
                  <a:lnTo>
                    <a:pt x="321" y="5442"/>
                  </a:lnTo>
                  <a:lnTo>
                    <a:pt x="0" y="3350"/>
                  </a:lnTo>
                  <a:lnTo>
                    <a:pt x="369" y="419"/>
                  </a:lnTo>
                  <a:lnTo>
                    <a:pt x="565" y="0"/>
                  </a:lnTo>
                  <a:lnTo>
                    <a:pt x="838" y="776"/>
                  </a:lnTo>
                  <a:lnTo>
                    <a:pt x="1633" y="1125"/>
                  </a:lnTo>
                  <a:lnTo>
                    <a:pt x="1291" y="281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g1428"/>
            <p:cNvSpPr/>
            <p:nvPr/>
          </p:nvSpPr>
          <p:spPr>
            <a:xfrm>
              <a:off x="4952099" y="2291081"/>
              <a:ext cx="583" cy="1370"/>
            </a:xfrm>
            <a:custGeom>
              <a:avLst/>
              <a:pathLst>
                <a:path w="583" h="1370">
                  <a:moveTo>
                    <a:pt x="536" y="1222"/>
                  </a:moveTo>
                  <a:lnTo>
                    <a:pt x="0" y="1370"/>
                  </a:lnTo>
                  <a:lnTo>
                    <a:pt x="72" y="609"/>
                  </a:lnTo>
                  <a:lnTo>
                    <a:pt x="216" y="128"/>
                  </a:lnTo>
                  <a:lnTo>
                    <a:pt x="476" y="0"/>
                  </a:lnTo>
                  <a:lnTo>
                    <a:pt x="583" y="81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g1429"/>
            <p:cNvSpPr/>
            <p:nvPr/>
          </p:nvSpPr>
          <p:spPr>
            <a:xfrm>
              <a:off x="4967997" y="2284848"/>
              <a:ext cx="1362" cy="2293"/>
            </a:xfrm>
            <a:custGeom>
              <a:avLst/>
              <a:pathLst>
                <a:path w="1362" h="2293">
                  <a:moveTo>
                    <a:pt x="1319" y="0"/>
                  </a:moveTo>
                  <a:lnTo>
                    <a:pt x="1362" y="789"/>
                  </a:lnTo>
                  <a:lnTo>
                    <a:pt x="1158" y="1738"/>
                  </a:lnTo>
                  <a:lnTo>
                    <a:pt x="294" y="2293"/>
                  </a:lnTo>
                  <a:lnTo>
                    <a:pt x="0" y="1533"/>
                  </a:lnTo>
                  <a:lnTo>
                    <a:pt x="78" y="363"/>
                  </a:lnTo>
                  <a:lnTo>
                    <a:pt x="211" y="70"/>
                  </a:lnTo>
                  <a:lnTo>
                    <a:pt x="1056" y="12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g1430"/>
            <p:cNvSpPr/>
            <p:nvPr/>
          </p:nvSpPr>
          <p:spPr>
            <a:xfrm>
              <a:off x="4968491" y="2281953"/>
              <a:ext cx="858" cy="1584"/>
            </a:xfrm>
            <a:custGeom>
              <a:avLst/>
              <a:pathLst>
                <a:path w="858" h="1584">
                  <a:moveTo>
                    <a:pt x="858" y="1351"/>
                  </a:moveTo>
                  <a:lnTo>
                    <a:pt x="766" y="1584"/>
                  </a:lnTo>
                  <a:lnTo>
                    <a:pt x="400" y="1141"/>
                  </a:lnTo>
                  <a:lnTo>
                    <a:pt x="138" y="640"/>
                  </a:lnTo>
                  <a:lnTo>
                    <a:pt x="0" y="0"/>
                  </a:lnTo>
                  <a:lnTo>
                    <a:pt x="568" y="26"/>
                  </a:lnTo>
                  <a:lnTo>
                    <a:pt x="848" y="61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g1431"/>
            <p:cNvSpPr/>
            <p:nvPr/>
          </p:nvSpPr>
          <p:spPr>
            <a:xfrm>
              <a:off x="4992610" y="2255478"/>
              <a:ext cx="696" cy="1667"/>
            </a:xfrm>
            <a:custGeom>
              <a:avLst/>
              <a:pathLst>
                <a:path w="696" h="1667">
                  <a:moveTo>
                    <a:pt x="696" y="211"/>
                  </a:moveTo>
                  <a:lnTo>
                    <a:pt x="540" y="1667"/>
                  </a:lnTo>
                  <a:lnTo>
                    <a:pt x="0" y="1070"/>
                  </a:lnTo>
                  <a:lnTo>
                    <a:pt x="129" y="333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g1432"/>
            <p:cNvSpPr/>
            <p:nvPr/>
          </p:nvSpPr>
          <p:spPr>
            <a:xfrm>
              <a:off x="4990155" y="2249060"/>
              <a:ext cx="1482" cy="2609"/>
            </a:xfrm>
            <a:custGeom>
              <a:avLst/>
              <a:pathLst>
                <a:path w="1482" h="2609">
                  <a:moveTo>
                    <a:pt x="1451" y="2275"/>
                  </a:moveTo>
                  <a:lnTo>
                    <a:pt x="1482" y="2609"/>
                  </a:lnTo>
                  <a:lnTo>
                    <a:pt x="991" y="2355"/>
                  </a:lnTo>
                  <a:lnTo>
                    <a:pt x="819" y="2474"/>
                  </a:lnTo>
                  <a:lnTo>
                    <a:pt x="270" y="2385"/>
                  </a:lnTo>
                  <a:lnTo>
                    <a:pt x="0" y="453"/>
                  </a:lnTo>
                  <a:lnTo>
                    <a:pt x="38" y="0"/>
                  </a:lnTo>
                  <a:lnTo>
                    <a:pt x="430" y="142"/>
                  </a:lnTo>
                  <a:lnTo>
                    <a:pt x="991" y="1101"/>
                  </a:lnTo>
                  <a:lnTo>
                    <a:pt x="1277" y="176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g1433"/>
            <p:cNvSpPr/>
            <p:nvPr/>
          </p:nvSpPr>
          <p:spPr>
            <a:xfrm>
              <a:off x="4943803" y="2133675"/>
              <a:ext cx="78213" cy="206256"/>
            </a:xfrm>
            <a:custGeom>
              <a:avLst/>
              <a:pathLst>
                <a:path w="78213" h="206256">
                  <a:moveTo>
                    <a:pt x="26003" y="1503"/>
                  </a:moveTo>
                  <a:lnTo>
                    <a:pt x="25932" y="2325"/>
                  </a:lnTo>
                  <a:lnTo>
                    <a:pt x="26166" y="2496"/>
                  </a:lnTo>
                  <a:lnTo>
                    <a:pt x="26492" y="2115"/>
                  </a:lnTo>
                  <a:lnTo>
                    <a:pt x="26907" y="1182"/>
                  </a:lnTo>
                  <a:lnTo>
                    <a:pt x="27361" y="657"/>
                  </a:lnTo>
                  <a:lnTo>
                    <a:pt x="27852" y="537"/>
                  </a:lnTo>
                  <a:lnTo>
                    <a:pt x="28375" y="1172"/>
                  </a:lnTo>
                  <a:lnTo>
                    <a:pt x="28927" y="2562"/>
                  </a:lnTo>
                  <a:lnTo>
                    <a:pt x="29495" y="3352"/>
                  </a:lnTo>
                  <a:lnTo>
                    <a:pt x="29759" y="3437"/>
                  </a:lnTo>
                  <a:lnTo>
                    <a:pt x="29953" y="4073"/>
                  </a:lnTo>
                  <a:lnTo>
                    <a:pt x="29982" y="4682"/>
                  </a:lnTo>
                  <a:lnTo>
                    <a:pt x="29712" y="5970"/>
                  </a:lnTo>
                  <a:lnTo>
                    <a:pt x="29255" y="7469"/>
                  </a:lnTo>
                  <a:lnTo>
                    <a:pt x="28606" y="9321"/>
                  </a:lnTo>
                  <a:lnTo>
                    <a:pt x="28819" y="10878"/>
                  </a:lnTo>
                  <a:lnTo>
                    <a:pt x="29703" y="12147"/>
                  </a:lnTo>
                  <a:lnTo>
                    <a:pt x="30762" y="12895"/>
                  </a:lnTo>
                  <a:lnTo>
                    <a:pt x="31883" y="12687"/>
                  </a:lnTo>
                  <a:lnTo>
                    <a:pt x="32478" y="12308"/>
                  </a:lnTo>
                  <a:lnTo>
                    <a:pt x="32964" y="11707"/>
                  </a:lnTo>
                  <a:lnTo>
                    <a:pt x="33416" y="11423"/>
                  </a:lnTo>
                  <a:lnTo>
                    <a:pt x="33988" y="11348"/>
                  </a:lnTo>
                  <a:lnTo>
                    <a:pt x="35769" y="11788"/>
                  </a:lnTo>
                  <a:lnTo>
                    <a:pt x="36310" y="12219"/>
                  </a:lnTo>
                  <a:lnTo>
                    <a:pt x="36394" y="13080"/>
                  </a:lnTo>
                  <a:lnTo>
                    <a:pt x="36174" y="15293"/>
                  </a:lnTo>
                  <a:lnTo>
                    <a:pt x="36449" y="16917"/>
                  </a:lnTo>
                  <a:lnTo>
                    <a:pt x="36953" y="18627"/>
                  </a:lnTo>
                  <a:lnTo>
                    <a:pt x="37014" y="20186"/>
                  </a:lnTo>
                  <a:lnTo>
                    <a:pt x="36391" y="22757"/>
                  </a:lnTo>
                  <a:lnTo>
                    <a:pt x="35871" y="25191"/>
                  </a:lnTo>
                  <a:lnTo>
                    <a:pt x="35311" y="26373"/>
                  </a:lnTo>
                  <a:lnTo>
                    <a:pt x="34877" y="27134"/>
                  </a:lnTo>
                  <a:lnTo>
                    <a:pt x="34750" y="27650"/>
                  </a:lnTo>
                  <a:lnTo>
                    <a:pt x="34784" y="28138"/>
                  </a:lnTo>
                  <a:lnTo>
                    <a:pt x="35183" y="28870"/>
                  </a:lnTo>
                  <a:lnTo>
                    <a:pt x="35606" y="29814"/>
                  </a:lnTo>
                  <a:lnTo>
                    <a:pt x="35712" y="30716"/>
                  </a:lnTo>
                  <a:lnTo>
                    <a:pt x="35667" y="31826"/>
                  </a:lnTo>
                  <a:lnTo>
                    <a:pt x="35377" y="33347"/>
                  </a:lnTo>
                  <a:lnTo>
                    <a:pt x="34296" y="36644"/>
                  </a:lnTo>
                  <a:lnTo>
                    <a:pt x="33439" y="39619"/>
                  </a:lnTo>
                  <a:lnTo>
                    <a:pt x="33887" y="40215"/>
                  </a:lnTo>
                  <a:lnTo>
                    <a:pt x="34737" y="40650"/>
                  </a:lnTo>
                  <a:lnTo>
                    <a:pt x="35300" y="41074"/>
                  </a:lnTo>
                  <a:lnTo>
                    <a:pt x="35890" y="40802"/>
                  </a:lnTo>
                  <a:lnTo>
                    <a:pt x="37141" y="39045"/>
                  </a:lnTo>
                  <a:lnTo>
                    <a:pt x="38219" y="37738"/>
                  </a:lnTo>
                  <a:lnTo>
                    <a:pt x="39638" y="36318"/>
                  </a:lnTo>
                  <a:lnTo>
                    <a:pt x="40809" y="35358"/>
                  </a:lnTo>
                  <a:lnTo>
                    <a:pt x="41345" y="34475"/>
                  </a:lnTo>
                  <a:lnTo>
                    <a:pt x="41635" y="33349"/>
                  </a:lnTo>
                  <a:lnTo>
                    <a:pt x="42050" y="32913"/>
                  </a:lnTo>
                  <a:lnTo>
                    <a:pt x="42588" y="33167"/>
                  </a:lnTo>
                  <a:lnTo>
                    <a:pt x="43269" y="32678"/>
                  </a:lnTo>
                  <a:lnTo>
                    <a:pt x="44093" y="31446"/>
                  </a:lnTo>
                  <a:lnTo>
                    <a:pt x="44726" y="30877"/>
                  </a:lnTo>
                  <a:lnTo>
                    <a:pt x="45168" y="30972"/>
                  </a:lnTo>
                  <a:lnTo>
                    <a:pt x="45957" y="31737"/>
                  </a:lnTo>
                  <a:lnTo>
                    <a:pt x="47095" y="33174"/>
                  </a:lnTo>
                  <a:lnTo>
                    <a:pt x="48106" y="34029"/>
                  </a:lnTo>
                  <a:lnTo>
                    <a:pt x="48993" y="34302"/>
                  </a:lnTo>
                  <a:lnTo>
                    <a:pt x="49426" y="34837"/>
                  </a:lnTo>
                  <a:lnTo>
                    <a:pt x="49405" y="35633"/>
                  </a:lnTo>
                  <a:lnTo>
                    <a:pt x="49601" y="36139"/>
                  </a:lnTo>
                  <a:lnTo>
                    <a:pt x="50016" y="36354"/>
                  </a:lnTo>
                  <a:lnTo>
                    <a:pt x="50200" y="36268"/>
                  </a:lnTo>
                  <a:lnTo>
                    <a:pt x="50154" y="35883"/>
                  </a:lnTo>
                  <a:lnTo>
                    <a:pt x="50555" y="35318"/>
                  </a:lnTo>
                  <a:lnTo>
                    <a:pt x="51405" y="34574"/>
                  </a:lnTo>
                  <a:lnTo>
                    <a:pt x="52268" y="34137"/>
                  </a:lnTo>
                  <a:lnTo>
                    <a:pt x="53145" y="34007"/>
                  </a:lnTo>
                  <a:lnTo>
                    <a:pt x="53713" y="33417"/>
                  </a:lnTo>
                  <a:lnTo>
                    <a:pt x="54090" y="31887"/>
                  </a:lnTo>
                  <a:lnTo>
                    <a:pt x="54632" y="30722"/>
                  </a:lnTo>
                  <a:lnTo>
                    <a:pt x="55116" y="30196"/>
                  </a:lnTo>
                  <a:lnTo>
                    <a:pt x="55717" y="29931"/>
                  </a:lnTo>
                  <a:lnTo>
                    <a:pt x="55872" y="29561"/>
                  </a:lnTo>
                  <a:lnTo>
                    <a:pt x="55582" y="29087"/>
                  </a:lnTo>
                  <a:lnTo>
                    <a:pt x="55609" y="28606"/>
                  </a:lnTo>
                  <a:lnTo>
                    <a:pt x="55954" y="28119"/>
                  </a:lnTo>
                  <a:lnTo>
                    <a:pt x="56699" y="27910"/>
                  </a:lnTo>
                  <a:lnTo>
                    <a:pt x="57843" y="27982"/>
                  </a:lnTo>
                  <a:lnTo>
                    <a:pt x="59184" y="28479"/>
                  </a:lnTo>
                  <a:lnTo>
                    <a:pt x="60722" y="29400"/>
                  </a:lnTo>
                  <a:lnTo>
                    <a:pt x="61730" y="29696"/>
                  </a:lnTo>
                  <a:lnTo>
                    <a:pt x="62211" y="29366"/>
                  </a:lnTo>
                  <a:lnTo>
                    <a:pt x="63149" y="30792"/>
                  </a:lnTo>
                  <a:lnTo>
                    <a:pt x="64544" y="33977"/>
                  </a:lnTo>
                  <a:lnTo>
                    <a:pt x="65740" y="36384"/>
                  </a:lnTo>
                  <a:lnTo>
                    <a:pt x="66738" y="38014"/>
                  </a:lnTo>
                  <a:lnTo>
                    <a:pt x="67789" y="39265"/>
                  </a:lnTo>
                  <a:lnTo>
                    <a:pt x="68892" y="40137"/>
                  </a:lnTo>
                  <a:lnTo>
                    <a:pt x="69685" y="41324"/>
                  </a:lnTo>
                  <a:lnTo>
                    <a:pt x="70408" y="43574"/>
                  </a:lnTo>
                  <a:lnTo>
                    <a:pt x="69868" y="46687"/>
                  </a:lnTo>
                  <a:lnTo>
                    <a:pt x="69722" y="49376"/>
                  </a:lnTo>
                  <a:lnTo>
                    <a:pt x="69789" y="52679"/>
                  </a:lnTo>
                  <a:lnTo>
                    <a:pt x="70439" y="55210"/>
                  </a:lnTo>
                  <a:lnTo>
                    <a:pt x="71674" y="56969"/>
                  </a:lnTo>
                  <a:lnTo>
                    <a:pt x="72392" y="58391"/>
                  </a:lnTo>
                  <a:lnTo>
                    <a:pt x="72595" y="59475"/>
                  </a:lnTo>
                  <a:lnTo>
                    <a:pt x="73555" y="60406"/>
                  </a:lnTo>
                  <a:lnTo>
                    <a:pt x="75277" y="61182"/>
                  </a:lnTo>
                  <a:lnTo>
                    <a:pt x="75992" y="61886"/>
                  </a:lnTo>
                  <a:lnTo>
                    <a:pt x="75702" y="62517"/>
                  </a:lnTo>
                  <a:lnTo>
                    <a:pt x="75680" y="63249"/>
                  </a:lnTo>
                  <a:lnTo>
                    <a:pt x="75922" y="64083"/>
                  </a:lnTo>
                  <a:lnTo>
                    <a:pt x="76519" y="64773"/>
                  </a:lnTo>
                  <a:lnTo>
                    <a:pt x="77469" y="65320"/>
                  </a:lnTo>
                  <a:lnTo>
                    <a:pt x="78034" y="65896"/>
                  </a:lnTo>
                  <a:lnTo>
                    <a:pt x="78213" y="66501"/>
                  </a:lnTo>
                  <a:lnTo>
                    <a:pt x="78193" y="67486"/>
                  </a:lnTo>
                  <a:lnTo>
                    <a:pt x="77973" y="68848"/>
                  </a:lnTo>
                  <a:lnTo>
                    <a:pt x="77576" y="69895"/>
                  </a:lnTo>
                  <a:lnTo>
                    <a:pt x="77003" y="70625"/>
                  </a:lnTo>
                  <a:lnTo>
                    <a:pt x="76934" y="71200"/>
                  </a:lnTo>
                  <a:lnTo>
                    <a:pt x="76788" y="72080"/>
                  </a:lnTo>
                  <a:lnTo>
                    <a:pt x="76788" y="73879"/>
                  </a:lnTo>
                  <a:lnTo>
                    <a:pt x="77195" y="75078"/>
                  </a:lnTo>
                  <a:lnTo>
                    <a:pt x="77320" y="76600"/>
                  </a:lnTo>
                  <a:lnTo>
                    <a:pt x="77097" y="77844"/>
                  </a:lnTo>
                  <a:lnTo>
                    <a:pt x="76881" y="80384"/>
                  </a:lnTo>
                  <a:lnTo>
                    <a:pt x="76854" y="81368"/>
                  </a:lnTo>
                  <a:lnTo>
                    <a:pt x="76648" y="82212"/>
                  </a:lnTo>
                  <a:lnTo>
                    <a:pt x="76147" y="83028"/>
                  </a:lnTo>
                  <a:lnTo>
                    <a:pt x="75386" y="83794"/>
                  </a:lnTo>
                  <a:lnTo>
                    <a:pt x="74453" y="84475"/>
                  </a:lnTo>
                  <a:lnTo>
                    <a:pt x="73883" y="84777"/>
                  </a:lnTo>
                  <a:lnTo>
                    <a:pt x="73749" y="84919"/>
                  </a:lnTo>
                  <a:lnTo>
                    <a:pt x="73340" y="85688"/>
                  </a:lnTo>
                  <a:lnTo>
                    <a:pt x="72850" y="86434"/>
                  </a:lnTo>
                  <a:lnTo>
                    <a:pt x="72467" y="86435"/>
                  </a:lnTo>
                  <a:lnTo>
                    <a:pt x="72181" y="86058"/>
                  </a:lnTo>
                  <a:lnTo>
                    <a:pt x="71982" y="85569"/>
                  </a:lnTo>
                  <a:lnTo>
                    <a:pt x="71862" y="84500"/>
                  </a:lnTo>
                  <a:lnTo>
                    <a:pt x="71002" y="83971"/>
                  </a:lnTo>
                  <a:lnTo>
                    <a:pt x="70057" y="83639"/>
                  </a:lnTo>
                  <a:lnTo>
                    <a:pt x="68135" y="84166"/>
                  </a:lnTo>
                  <a:lnTo>
                    <a:pt x="66582" y="84452"/>
                  </a:lnTo>
                  <a:lnTo>
                    <a:pt x="64842" y="84090"/>
                  </a:lnTo>
                  <a:lnTo>
                    <a:pt x="63201" y="84547"/>
                  </a:lnTo>
                  <a:lnTo>
                    <a:pt x="62516" y="84614"/>
                  </a:lnTo>
                  <a:lnTo>
                    <a:pt x="61728" y="84546"/>
                  </a:lnTo>
                  <a:lnTo>
                    <a:pt x="60969" y="84555"/>
                  </a:lnTo>
                  <a:lnTo>
                    <a:pt x="60246" y="84388"/>
                  </a:lnTo>
                  <a:lnTo>
                    <a:pt x="58907" y="83733"/>
                  </a:lnTo>
                  <a:lnTo>
                    <a:pt x="58396" y="83784"/>
                  </a:lnTo>
                  <a:lnTo>
                    <a:pt x="57318" y="84326"/>
                  </a:lnTo>
                  <a:lnTo>
                    <a:pt x="56192" y="84706"/>
                  </a:lnTo>
                  <a:lnTo>
                    <a:pt x="55113" y="84967"/>
                  </a:lnTo>
                  <a:lnTo>
                    <a:pt x="53520" y="86084"/>
                  </a:lnTo>
                  <a:lnTo>
                    <a:pt x="52368" y="87700"/>
                  </a:lnTo>
                  <a:lnTo>
                    <a:pt x="52028" y="88841"/>
                  </a:lnTo>
                  <a:lnTo>
                    <a:pt x="51456" y="89991"/>
                  </a:lnTo>
                  <a:lnTo>
                    <a:pt x="50662" y="91812"/>
                  </a:lnTo>
                  <a:lnTo>
                    <a:pt x="49635" y="93554"/>
                  </a:lnTo>
                  <a:lnTo>
                    <a:pt x="48919" y="94349"/>
                  </a:lnTo>
                  <a:lnTo>
                    <a:pt x="49116" y="94818"/>
                  </a:lnTo>
                  <a:lnTo>
                    <a:pt x="48940" y="95385"/>
                  </a:lnTo>
                  <a:lnTo>
                    <a:pt x="47820" y="95638"/>
                  </a:lnTo>
                  <a:lnTo>
                    <a:pt x="46948" y="95739"/>
                  </a:lnTo>
                  <a:lnTo>
                    <a:pt x="46791" y="96023"/>
                  </a:lnTo>
                  <a:lnTo>
                    <a:pt x="46895" y="99534"/>
                  </a:lnTo>
                  <a:lnTo>
                    <a:pt x="47200" y="100863"/>
                  </a:lnTo>
                  <a:lnTo>
                    <a:pt x="47765" y="102467"/>
                  </a:lnTo>
                  <a:lnTo>
                    <a:pt x="48134" y="103345"/>
                  </a:lnTo>
                  <a:lnTo>
                    <a:pt x="48409" y="105949"/>
                  </a:lnTo>
                  <a:lnTo>
                    <a:pt x="48493" y="108158"/>
                  </a:lnTo>
                  <a:lnTo>
                    <a:pt x="49723" y="109553"/>
                  </a:lnTo>
                  <a:lnTo>
                    <a:pt x="50420" y="110619"/>
                  </a:lnTo>
                  <a:lnTo>
                    <a:pt x="50915" y="111557"/>
                  </a:lnTo>
                  <a:lnTo>
                    <a:pt x="50742" y="112155"/>
                  </a:lnTo>
                  <a:lnTo>
                    <a:pt x="50448" y="113936"/>
                  </a:lnTo>
                  <a:lnTo>
                    <a:pt x="50735" y="116250"/>
                  </a:lnTo>
                  <a:lnTo>
                    <a:pt x="52452" y="121239"/>
                  </a:lnTo>
                  <a:lnTo>
                    <a:pt x="52601" y="121593"/>
                  </a:lnTo>
                  <a:lnTo>
                    <a:pt x="52397" y="121633"/>
                  </a:lnTo>
                  <a:lnTo>
                    <a:pt x="52126" y="120672"/>
                  </a:lnTo>
                  <a:lnTo>
                    <a:pt x="51255" y="119056"/>
                  </a:lnTo>
                  <a:lnTo>
                    <a:pt x="50984" y="117329"/>
                  </a:lnTo>
                  <a:lnTo>
                    <a:pt x="49962" y="115426"/>
                  </a:lnTo>
                  <a:lnTo>
                    <a:pt x="49387" y="114670"/>
                  </a:lnTo>
                  <a:lnTo>
                    <a:pt x="49204" y="115301"/>
                  </a:lnTo>
                  <a:lnTo>
                    <a:pt x="48877" y="115979"/>
                  </a:lnTo>
                  <a:lnTo>
                    <a:pt x="47873" y="115002"/>
                  </a:lnTo>
                  <a:lnTo>
                    <a:pt x="47012" y="113979"/>
                  </a:lnTo>
                  <a:lnTo>
                    <a:pt x="46217" y="112002"/>
                  </a:lnTo>
                  <a:lnTo>
                    <a:pt x="46116" y="112461"/>
                  </a:lnTo>
                  <a:lnTo>
                    <a:pt x="45938" y="112877"/>
                  </a:lnTo>
                  <a:lnTo>
                    <a:pt x="45035" y="111323"/>
                  </a:lnTo>
                  <a:lnTo>
                    <a:pt x="44091" y="110084"/>
                  </a:lnTo>
                  <a:lnTo>
                    <a:pt x="43241" y="109640"/>
                  </a:lnTo>
                  <a:lnTo>
                    <a:pt x="42716" y="109227"/>
                  </a:lnTo>
                  <a:lnTo>
                    <a:pt x="42212" y="108570"/>
                  </a:lnTo>
                  <a:lnTo>
                    <a:pt x="41151" y="107887"/>
                  </a:lnTo>
                  <a:lnTo>
                    <a:pt x="38514" y="108869"/>
                  </a:lnTo>
                  <a:lnTo>
                    <a:pt x="35159" y="108106"/>
                  </a:lnTo>
                  <a:lnTo>
                    <a:pt x="33867" y="108837"/>
                  </a:lnTo>
                  <a:lnTo>
                    <a:pt x="33338" y="108383"/>
                  </a:lnTo>
                  <a:lnTo>
                    <a:pt x="33012" y="107536"/>
                  </a:lnTo>
                  <a:lnTo>
                    <a:pt x="33325" y="106091"/>
                  </a:lnTo>
                  <a:lnTo>
                    <a:pt x="33396" y="103067"/>
                  </a:lnTo>
                  <a:lnTo>
                    <a:pt x="33795" y="100942"/>
                  </a:lnTo>
                  <a:lnTo>
                    <a:pt x="33608" y="99328"/>
                  </a:lnTo>
                  <a:lnTo>
                    <a:pt x="33803" y="98567"/>
                  </a:lnTo>
                  <a:lnTo>
                    <a:pt x="33952" y="97529"/>
                  </a:lnTo>
                  <a:lnTo>
                    <a:pt x="33421" y="97105"/>
                  </a:lnTo>
                  <a:lnTo>
                    <a:pt x="31051" y="96283"/>
                  </a:lnTo>
                  <a:lnTo>
                    <a:pt x="30548" y="95630"/>
                  </a:lnTo>
                  <a:lnTo>
                    <a:pt x="29919" y="96379"/>
                  </a:lnTo>
                  <a:lnTo>
                    <a:pt x="27074" y="96797"/>
                  </a:lnTo>
                  <a:lnTo>
                    <a:pt x="26002" y="97424"/>
                  </a:lnTo>
                  <a:lnTo>
                    <a:pt x="25010" y="98628"/>
                  </a:lnTo>
                  <a:lnTo>
                    <a:pt x="24755" y="100159"/>
                  </a:lnTo>
                  <a:lnTo>
                    <a:pt x="25328" y="101166"/>
                  </a:lnTo>
                  <a:lnTo>
                    <a:pt x="25695" y="102918"/>
                  </a:lnTo>
                  <a:lnTo>
                    <a:pt x="24674" y="106742"/>
                  </a:lnTo>
                  <a:lnTo>
                    <a:pt x="24503" y="107878"/>
                  </a:lnTo>
                  <a:lnTo>
                    <a:pt x="24898" y="112554"/>
                  </a:lnTo>
                  <a:lnTo>
                    <a:pt x="24741" y="115120"/>
                  </a:lnTo>
                  <a:lnTo>
                    <a:pt x="24185" y="116840"/>
                  </a:lnTo>
                  <a:lnTo>
                    <a:pt x="23303" y="118386"/>
                  </a:lnTo>
                  <a:lnTo>
                    <a:pt x="22940" y="121006"/>
                  </a:lnTo>
                  <a:lnTo>
                    <a:pt x="22247" y="122220"/>
                  </a:lnTo>
                  <a:lnTo>
                    <a:pt x="21319" y="124994"/>
                  </a:lnTo>
                  <a:lnTo>
                    <a:pt x="20694" y="128449"/>
                  </a:lnTo>
                  <a:lnTo>
                    <a:pt x="20250" y="130047"/>
                  </a:lnTo>
                  <a:lnTo>
                    <a:pt x="19990" y="132991"/>
                  </a:lnTo>
                  <a:lnTo>
                    <a:pt x="18078" y="137460"/>
                  </a:lnTo>
                  <a:lnTo>
                    <a:pt x="17629" y="139984"/>
                  </a:lnTo>
                  <a:lnTo>
                    <a:pt x="16945" y="140937"/>
                  </a:lnTo>
                  <a:lnTo>
                    <a:pt x="17184" y="141690"/>
                  </a:lnTo>
                  <a:lnTo>
                    <a:pt x="17225" y="142951"/>
                  </a:lnTo>
                  <a:lnTo>
                    <a:pt x="16986" y="146316"/>
                  </a:lnTo>
                  <a:lnTo>
                    <a:pt x="16904" y="149108"/>
                  </a:lnTo>
                  <a:lnTo>
                    <a:pt x="17193" y="150598"/>
                  </a:lnTo>
                  <a:lnTo>
                    <a:pt x="18111" y="153563"/>
                  </a:lnTo>
                  <a:lnTo>
                    <a:pt x="17891" y="154423"/>
                  </a:lnTo>
                  <a:lnTo>
                    <a:pt x="17786" y="155646"/>
                  </a:lnTo>
                  <a:lnTo>
                    <a:pt x="18557" y="156201"/>
                  </a:lnTo>
                  <a:lnTo>
                    <a:pt x="19110" y="156365"/>
                  </a:lnTo>
                  <a:lnTo>
                    <a:pt x="22232" y="154963"/>
                  </a:lnTo>
                  <a:lnTo>
                    <a:pt x="23288" y="155324"/>
                  </a:lnTo>
                  <a:lnTo>
                    <a:pt x="23686" y="156631"/>
                  </a:lnTo>
                  <a:lnTo>
                    <a:pt x="23943" y="157771"/>
                  </a:lnTo>
                  <a:lnTo>
                    <a:pt x="24472" y="163931"/>
                  </a:lnTo>
                  <a:lnTo>
                    <a:pt x="24745" y="165076"/>
                  </a:lnTo>
                  <a:lnTo>
                    <a:pt x="25376" y="166164"/>
                  </a:lnTo>
                  <a:lnTo>
                    <a:pt x="26068" y="167323"/>
                  </a:lnTo>
                  <a:lnTo>
                    <a:pt x="26302" y="167115"/>
                  </a:lnTo>
                  <a:lnTo>
                    <a:pt x="26347" y="166685"/>
                  </a:lnTo>
                  <a:lnTo>
                    <a:pt x="26391" y="166203"/>
                  </a:lnTo>
                  <a:lnTo>
                    <a:pt x="27008" y="167370"/>
                  </a:lnTo>
                  <a:lnTo>
                    <a:pt x="27488" y="169549"/>
                  </a:lnTo>
                  <a:lnTo>
                    <a:pt x="29135" y="181073"/>
                  </a:lnTo>
                  <a:lnTo>
                    <a:pt x="29610" y="182537"/>
                  </a:lnTo>
                  <a:lnTo>
                    <a:pt x="30002" y="184077"/>
                  </a:lnTo>
                  <a:lnTo>
                    <a:pt x="29001" y="183326"/>
                  </a:lnTo>
                  <a:lnTo>
                    <a:pt x="28730" y="180766"/>
                  </a:lnTo>
                  <a:lnTo>
                    <a:pt x="28443" y="179689"/>
                  </a:lnTo>
                  <a:lnTo>
                    <a:pt x="28089" y="179530"/>
                  </a:lnTo>
                  <a:lnTo>
                    <a:pt x="27529" y="179549"/>
                  </a:lnTo>
                  <a:lnTo>
                    <a:pt x="27493" y="179091"/>
                  </a:lnTo>
                  <a:lnTo>
                    <a:pt x="27913" y="178257"/>
                  </a:lnTo>
                  <a:lnTo>
                    <a:pt x="27847" y="177255"/>
                  </a:lnTo>
                  <a:lnTo>
                    <a:pt x="27272" y="176433"/>
                  </a:lnTo>
                  <a:lnTo>
                    <a:pt x="26341" y="177086"/>
                  </a:lnTo>
                  <a:lnTo>
                    <a:pt x="26365" y="178883"/>
                  </a:lnTo>
                  <a:lnTo>
                    <a:pt x="26783" y="180260"/>
                  </a:lnTo>
                  <a:lnTo>
                    <a:pt x="28358" y="183334"/>
                  </a:lnTo>
                  <a:lnTo>
                    <a:pt x="28851" y="184622"/>
                  </a:lnTo>
                  <a:lnTo>
                    <a:pt x="29478" y="184991"/>
                  </a:lnTo>
                  <a:lnTo>
                    <a:pt x="30390" y="184787"/>
                  </a:lnTo>
                  <a:lnTo>
                    <a:pt x="31483" y="186098"/>
                  </a:lnTo>
                  <a:lnTo>
                    <a:pt x="32343" y="187316"/>
                  </a:lnTo>
                  <a:lnTo>
                    <a:pt x="34474" y="189181"/>
                  </a:lnTo>
                  <a:lnTo>
                    <a:pt x="35766" y="188983"/>
                  </a:lnTo>
                  <a:lnTo>
                    <a:pt x="37162" y="188521"/>
                  </a:lnTo>
                  <a:lnTo>
                    <a:pt x="38098" y="188643"/>
                  </a:lnTo>
                  <a:lnTo>
                    <a:pt x="39016" y="189121"/>
                  </a:lnTo>
                  <a:lnTo>
                    <a:pt x="40116" y="190673"/>
                  </a:lnTo>
                  <a:lnTo>
                    <a:pt x="41866" y="194570"/>
                  </a:lnTo>
                  <a:lnTo>
                    <a:pt x="44722" y="197811"/>
                  </a:lnTo>
                  <a:lnTo>
                    <a:pt x="44413" y="198614"/>
                  </a:lnTo>
                  <a:lnTo>
                    <a:pt x="44288" y="199841"/>
                  </a:lnTo>
                  <a:lnTo>
                    <a:pt x="43162" y="201478"/>
                  </a:lnTo>
                  <a:lnTo>
                    <a:pt x="42982" y="202426"/>
                  </a:lnTo>
                  <a:lnTo>
                    <a:pt x="42570" y="203626"/>
                  </a:lnTo>
                  <a:lnTo>
                    <a:pt x="41786" y="204267"/>
                  </a:lnTo>
                  <a:lnTo>
                    <a:pt x="41112" y="204389"/>
                  </a:lnTo>
                  <a:lnTo>
                    <a:pt x="40723" y="204275"/>
                  </a:lnTo>
                  <a:lnTo>
                    <a:pt x="40455" y="204035"/>
                  </a:lnTo>
                  <a:lnTo>
                    <a:pt x="39994" y="202903"/>
                  </a:lnTo>
                  <a:lnTo>
                    <a:pt x="39762" y="202556"/>
                  </a:lnTo>
                  <a:lnTo>
                    <a:pt x="39566" y="202476"/>
                  </a:lnTo>
                  <a:lnTo>
                    <a:pt x="38129" y="203258"/>
                  </a:lnTo>
                  <a:lnTo>
                    <a:pt x="36737" y="204128"/>
                  </a:lnTo>
                  <a:lnTo>
                    <a:pt x="36479" y="204904"/>
                  </a:lnTo>
                  <a:lnTo>
                    <a:pt x="36109" y="205810"/>
                  </a:lnTo>
                  <a:lnTo>
                    <a:pt x="35702" y="206168"/>
                  </a:lnTo>
                  <a:lnTo>
                    <a:pt x="35383" y="206256"/>
                  </a:lnTo>
                  <a:lnTo>
                    <a:pt x="35078" y="205724"/>
                  </a:lnTo>
                  <a:lnTo>
                    <a:pt x="34544" y="205032"/>
                  </a:lnTo>
                  <a:lnTo>
                    <a:pt x="34131" y="204383"/>
                  </a:lnTo>
                  <a:lnTo>
                    <a:pt x="34237" y="203335"/>
                  </a:lnTo>
                  <a:lnTo>
                    <a:pt x="35020" y="201796"/>
                  </a:lnTo>
                  <a:lnTo>
                    <a:pt x="35124" y="200720"/>
                  </a:lnTo>
                  <a:lnTo>
                    <a:pt x="35024" y="198873"/>
                  </a:lnTo>
                  <a:lnTo>
                    <a:pt x="34811" y="197806"/>
                  </a:lnTo>
                  <a:lnTo>
                    <a:pt x="34583" y="197768"/>
                  </a:lnTo>
                  <a:lnTo>
                    <a:pt x="34199" y="197596"/>
                  </a:lnTo>
                  <a:lnTo>
                    <a:pt x="33112" y="197767"/>
                  </a:lnTo>
                  <a:lnTo>
                    <a:pt x="32569" y="196564"/>
                  </a:lnTo>
                  <a:lnTo>
                    <a:pt x="32354" y="195245"/>
                  </a:lnTo>
                  <a:lnTo>
                    <a:pt x="31982" y="194773"/>
                  </a:lnTo>
                  <a:lnTo>
                    <a:pt x="31615" y="194485"/>
                  </a:lnTo>
                  <a:lnTo>
                    <a:pt x="30800" y="194941"/>
                  </a:lnTo>
                  <a:lnTo>
                    <a:pt x="30179" y="194668"/>
                  </a:lnTo>
                  <a:lnTo>
                    <a:pt x="28112" y="193520"/>
                  </a:lnTo>
                  <a:lnTo>
                    <a:pt x="27318" y="191667"/>
                  </a:lnTo>
                  <a:lnTo>
                    <a:pt x="26893" y="191613"/>
                  </a:lnTo>
                  <a:lnTo>
                    <a:pt x="26517" y="191819"/>
                  </a:lnTo>
                  <a:lnTo>
                    <a:pt x="26370" y="192240"/>
                  </a:lnTo>
                  <a:lnTo>
                    <a:pt x="26150" y="194374"/>
                  </a:lnTo>
                  <a:lnTo>
                    <a:pt x="25971" y="195025"/>
                  </a:lnTo>
                  <a:lnTo>
                    <a:pt x="23602" y="190730"/>
                  </a:lnTo>
                  <a:lnTo>
                    <a:pt x="21968" y="188962"/>
                  </a:lnTo>
                  <a:lnTo>
                    <a:pt x="22198" y="185760"/>
                  </a:lnTo>
                  <a:lnTo>
                    <a:pt x="21701" y="185137"/>
                  </a:lnTo>
                  <a:lnTo>
                    <a:pt x="21083" y="185075"/>
                  </a:lnTo>
                  <a:lnTo>
                    <a:pt x="20616" y="184190"/>
                  </a:lnTo>
                  <a:lnTo>
                    <a:pt x="21031" y="182282"/>
                  </a:lnTo>
                  <a:lnTo>
                    <a:pt x="20389" y="182646"/>
                  </a:lnTo>
                  <a:lnTo>
                    <a:pt x="19500" y="182578"/>
                  </a:lnTo>
                  <a:lnTo>
                    <a:pt x="18776" y="182050"/>
                  </a:lnTo>
                  <a:lnTo>
                    <a:pt x="18225" y="179412"/>
                  </a:lnTo>
                  <a:lnTo>
                    <a:pt x="17878" y="178607"/>
                  </a:lnTo>
                  <a:lnTo>
                    <a:pt x="17119" y="177226"/>
                  </a:lnTo>
                  <a:lnTo>
                    <a:pt x="16118" y="177226"/>
                  </a:lnTo>
                  <a:lnTo>
                    <a:pt x="15787" y="176563"/>
                  </a:lnTo>
                  <a:lnTo>
                    <a:pt x="15867" y="174858"/>
                  </a:lnTo>
                  <a:lnTo>
                    <a:pt x="15137" y="173813"/>
                  </a:lnTo>
                  <a:lnTo>
                    <a:pt x="14177" y="172960"/>
                  </a:lnTo>
                  <a:lnTo>
                    <a:pt x="13384" y="172459"/>
                  </a:lnTo>
                  <a:lnTo>
                    <a:pt x="12578" y="169713"/>
                  </a:lnTo>
                  <a:lnTo>
                    <a:pt x="11943" y="169039"/>
                  </a:lnTo>
                  <a:lnTo>
                    <a:pt x="11402" y="168492"/>
                  </a:lnTo>
                  <a:lnTo>
                    <a:pt x="10651" y="168861"/>
                  </a:lnTo>
                  <a:lnTo>
                    <a:pt x="10407" y="169850"/>
                  </a:lnTo>
                  <a:lnTo>
                    <a:pt x="9906" y="170808"/>
                  </a:lnTo>
                  <a:lnTo>
                    <a:pt x="9336" y="170686"/>
                  </a:lnTo>
                  <a:lnTo>
                    <a:pt x="8813" y="170138"/>
                  </a:lnTo>
                  <a:lnTo>
                    <a:pt x="8176" y="167392"/>
                  </a:lnTo>
                  <a:lnTo>
                    <a:pt x="8070" y="165711"/>
                  </a:lnTo>
                  <a:lnTo>
                    <a:pt x="8210" y="162584"/>
                  </a:lnTo>
                  <a:lnTo>
                    <a:pt x="9007" y="159779"/>
                  </a:lnTo>
                  <a:lnTo>
                    <a:pt x="9436" y="155294"/>
                  </a:lnTo>
                  <a:lnTo>
                    <a:pt x="10115" y="152472"/>
                  </a:lnTo>
                  <a:lnTo>
                    <a:pt x="10587" y="151515"/>
                  </a:lnTo>
                  <a:lnTo>
                    <a:pt x="11239" y="147664"/>
                  </a:lnTo>
                  <a:lnTo>
                    <a:pt x="12569" y="142743"/>
                  </a:lnTo>
                  <a:lnTo>
                    <a:pt x="12720" y="141688"/>
                  </a:lnTo>
                  <a:lnTo>
                    <a:pt x="12989" y="140505"/>
                  </a:lnTo>
                  <a:lnTo>
                    <a:pt x="13192" y="139388"/>
                  </a:lnTo>
                  <a:lnTo>
                    <a:pt x="13258" y="137629"/>
                  </a:lnTo>
                  <a:lnTo>
                    <a:pt x="13087" y="136700"/>
                  </a:lnTo>
                  <a:lnTo>
                    <a:pt x="13087" y="136179"/>
                  </a:lnTo>
                  <a:lnTo>
                    <a:pt x="13367" y="135517"/>
                  </a:lnTo>
                  <a:lnTo>
                    <a:pt x="14315" y="134402"/>
                  </a:lnTo>
                  <a:lnTo>
                    <a:pt x="15624" y="132566"/>
                  </a:lnTo>
                  <a:lnTo>
                    <a:pt x="17182" y="129982"/>
                  </a:lnTo>
                  <a:lnTo>
                    <a:pt x="18778" y="126018"/>
                  </a:lnTo>
                  <a:lnTo>
                    <a:pt x="19572" y="123717"/>
                  </a:lnTo>
                  <a:lnTo>
                    <a:pt x="19905" y="122907"/>
                  </a:lnTo>
                  <a:lnTo>
                    <a:pt x="20258" y="122654"/>
                  </a:lnTo>
                  <a:lnTo>
                    <a:pt x="20803" y="121866"/>
                  </a:lnTo>
                  <a:lnTo>
                    <a:pt x="21178" y="120994"/>
                  </a:lnTo>
                  <a:lnTo>
                    <a:pt x="21199" y="120554"/>
                  </a:lnTo>
                  <a:lnTo>
                    <a:pt x="20331" y="116252"/>
                  </a:lnTo>
                  <a:lnTo>
                    <a:pt x="19763" y="114849"/>
                  </a:lnTo>
                  <a:lnTo>
                    <a:pt x="19475" y="113192"/>
                  </a:lnTo>
                  <a:lnTo>
                    <a:pt x="19322" y="111995"/>
                  </a:lnTo>
                  <a:lnTo>
                    <a:pt x="19113" y="110896"/>
                  </a:lnTo>
                  <a:lnTo>
                    <a:pt x="19216" y="109860"/>
                  </a:lnTo>
                  <a:lnTo>
                    <a:pt x="18903" y="109214"/>
                  </a:lnTo>
                  <a:lnTo>
                    <a:pt x="18197" y="108396"/>
                  </a:lnTo>
                  <a:lnTo>
                    <a:pt x="17463" y="107184"/>
                  </a:lnTo>
                  <a:lnTo>
                    <a:pt x="17025" y="105201"/>
                  </a:lnTo>
                  <a:lnTo>
                    <a:pt x="17025" y="104094"/>
                  </a:lnTo>
                  <a:lnTo>
                    <a:pt x="16556" y="103125"/>
                  </a:lnTo>
                  <a:lnTo>
                    <a:pt x="16400" y="102110"/>
                  </a:lnTo>
                  <a:lnTo>
                    <a:pt x="16681" y="101141"/>
                  </a:lnTo>
                  <a:lnTo>
                    <a:pt x="17050" y="100304"/>
                  </a:lnTo>
                  <a:lnTo>
                    <a:pt x="17008" y="96623"/>
                  </a:lnTo>
                  <a:lnTo>
                    <a:pt x="16860" y="95523"/>
                  </a:lnTo>
                  <a:lnTo>
                    <a:pt x="16678" y="93558"/>
                  </a:lnTo>
                  <a:lnTo>
                    <a:pt x="16199" y="92079"/>
                  </a:lnTo>
                  <a:lnTo>
                    <a:pt x="15522" y="90343"/>
                  </a:lnTo>
                  <a:lnTo>
                    <a:pt x="14755" y="88911"/>
                  </a:lnTo>
                  <a:lnTo>
                    <a:pt x="12746" y="86318"/>
                  </a:lnTo>
                  <a:lnTo>
                    <a:pt x="11315" y="84586"/>
                  </a:lnTo>
                  <a:lnTo>
                    <a:pt x="10606" y="83010"/>
                  </a:lnTo>
                  <a:lnTo>
                    <a:pt x="9709" y="81196"/>
                  </a:lnTo>
                  <a:lnTo>
                    <a:pt x="9065" y="79892"/>
                  </a:lnTo>
                  <a:lnTo>
                    <a:pt x="8250" y="78242"/>
                  </a:lnTo>
                  <a:lnTo>
                    <a:pt x="7835" y="75994"/>
                  </a:lnTo>
                  <a:lnTo>
                    <a:pt x="7606" y="73602"/>
                  </a:lnTo>
                  <a:lnTo>
                    <a:pt x="7730" y="72812"/>
                  </a:lnTo>
                  <a:lnTo>
                    <a:pt x="8120" y="72292"/>
                  </a:lnTo>
                  <a:lnTo>
                    <a:pt x="8630" y="71871"/>
                  </a:lnTo>
                  <a:lnTo>
                    <a:pt x="9039" y="71773"/>
                  </a:lnTo>
                  <a:lnTo>
                    <a:pt x="10200" y="70674"/>
                  </a:lnTo>
                  <a:lnTo>
                    <a:pt x="11006" y="70767"/>
                  </a:lnTo>
                  <a:lnTo>
                    <a:pt x="11192" y="70530"/>
                  </a:lnTo>
                  <a:lnTo>
                    <a:pt x="11270" y="70030"/>
                  </a:lnTo>
                  <a:lnTo>
                    <a:pt x="11169" y="67851"/>
                  </a:lnTo>
                  <a:lnTo>
                    <a:pt x="11204" y="64938"/>
                  </a:lnTo>
                  <a:lnTo>
                    <a:pt x="11353" y="62567"/>
                  </a:lnTo>
                  <a:lnTo>
                    <a:pt x="11527" y="61004"/>
                  </a:lnTo>
                  <a:lnTo>
                    <a:pt x="13661" y="59189"/>
                  </a:lnTo>
                  <a:lnTo>
                    <a:pt x="14111" y="58404"/>
                  </a:lnTo>
                  <a:lnTo>
                    <a:pt x="14328" y="57553"/>
                  </a:lnTo>
                  <a:lnTo>
                    <a:pt x="14326" y="56802"/>
                  </a:lnTo>
                  <a:lnTo>
                    <a:pt x="14147" y="56213"/>
                  </a:lnTo>
                  <a:lnTo>
                    <a:pt x="13827" y="55886"/>
                  </a:lnTo>
                  <a:lnTo>
                    <a:pt x="12444" y="57451"/>
                  </a:lnTo>
                  <a:lnTo>
                    <a:pt x="12174" y="57102"/>
                  </a:lnTo>
                  <a:lnTo>
                    <a:pt x="11539" y="54530"/>
                  </a:lnTo>
                  <a:lnTo>
                    <a:pt x="11266" y="53747"/>
                  </a:lnTo>
                  <a:lnTo>
                    <a:pt x="10872" y="52809"/>
                  </a:lnTo>
                  <a:lnTo>
                    <a:pt x="10446" y="51498"/>
                  </a:lnTo>
                  <a:lnTo>
                    <a:pt x="10381" y="49227"/>
                  </a:lnTo>
                  <a:lnTo>
                    <a:pt x="10075" y="48102"/>
                  </a:lnTo>
                  <a:lnTo>
                    <a:pt x="8350" y="45703"/>
                  </a:lnTo>
                  <a:lnTo>
                    <a:pt x="7575" y="44417"/>
                  </a:lnTo>
                  <a:lnTo>
                    <a:pt x="6520" y="42556"/>
                  </a:lnTo>
                  <a:lnTo>
                    <a:pt x="5254" y="40324"/>
                  </a:lnTo>
                  <a:lnTo>
                    <a:pt x="3964" y="38261"/>
                  </a:lnTo>
                  <a:lnTo>
                    <a:pt x="3360" y="36942"/>
                  </a:lnTo>
                  <a:lnTo>
                    <a:pt x="3145" y="36645"/>
                  </a:lnTo>
                  <a:lnTo>
                    <a:pt x="3071" y="36137"/>
                  </a:lnTo>
                  <a:lnTo>
                    <a:pt x="3462" y="34717"/>
                  </a:lnTo>
                  <a:lnTo>
                    <a:pt x="3271" y="33293"/>
                  </a:lnTo>
                  <a:lnTo>
                    <a:pt x="2626" y="31392"/>
                  </a:lnTo>
                  <a:lnTo>
                    <a:pt x="2351" y="30216"/>
                  </a:lnTo>
                  <a:lnTo>
                    <a:pt x="2443" y="29765"/>
                  </a:lnTo>
                  <a:lnTo>
                    <a:pt x="2132" y="29589"/>
                  </a:lnTo>
                  <a:lnTo>
                    <a:pt x="1418" y="29688"/>
                  </a:lnTo>
                  <a:lnTo>
                    <a:pt x="727" y="28798"/>
                  </a:lnTo>
                  <a:lnTo>
                    <a:pt x="63" y="26921"/>
                  </a:lnTo>
                  <a:lnTo>
                    <a:pt x="0" y="26590"/>
                  </a:lnTo>
                  <a:lnTo>
                    <a:pt x="218" y="26597"/>
                  </a:lnTo>
                  <a:lnTo>
                    <a:pt x="1050" y="26921"/>
                  </a:lnTo>
                  <a:lnTo>
                    <a:pt x="1335" y="26872"/>
                  </a:lnTo>
                  <a:lnTo>
                    <a:pt x="1924" y="26441"/>
                  </a:lnTo>
                  <a:lnTo>
                    <a:pt x="2816" y="25987"/>
                  </a:lnTo>
                  <a:lnTo>
                    <a:pt x="3347" y="25836"/>
                  </a:lnTo>
                  <a:lnTo>
                    <a:pt x="3519" y="25611"/>
                  </a:lnTo>
                  <a:lnTo>
                    <a:pt x="3595" y="25156"/>
                  </a:lnTo>
                  <a:lnTo>
                    <a:pt x="3142" y="20818"/>
                  </a:lnTo>
                  <a:lnTo>
                    <a:pt x="3218" y="19916"/>
                  </a:lnTo>
                  <a:lnTo>
                    <a:pt x="4067" y="18047"/>
                  </a:lnTo>
                  <a:lnTo>
                    <a:pt x="3970" y="16159"/>
                  </a:lnTo>
                  <a:lnTo>
                    <a:pt x="4189" y="13452"/>
                  </a:lnTo>
                  <a:lnTo>
                    <a:pt x="5132" y="11598"/>
                  </a:lnTo>
                  <a:lnTo>
                    <a:pt x="5840" y="10749"/>
                  </a:lnTo>
                  <a:lnTo>
                    <a:pt x="6065" y="9413"/>
                  </a:lnTo>
                  <a:lnTo>
                    <a:pt x="6387" y="9131"/>
                  </a:lnTo>
                  <a:lnTo>
                    <a:pt x="6973" y="9237"/>
                  </a:lnTo>
                  <a:lnTo>
                    <a:pt x="8184" y="10234"/>
                  </a:lnTo>
                  <a:lnTo>
                    <a:pt x="8701" y="10281"/>
                  </a:lnTo>
                  <a:lnTo>
                    <a:pt x="9435" y="10255"/>
                  </a:lnTo>
                  <a:lnTo>
                    <a:pt x="10227" y="10181"/>
                  </a:lnTo>
                  <a:lnTo>
                    <a:pt x="10595" y="10085"/>
                  </a:lnTo>
                  <a:lnTo>
                    <a:pt x="13119" y="9112"/>
                  </a:lnTo>
                  <a:lnTo>
                    <a:pt x="13676" y="9009"/>
                  </a:lnTo>
                  <a:lnTo>
                    <a:pt x="14208" y="9133"/>
                  </a:lnTo>
                  <a:lnTo>
                    <a:pt x="14595" y="9087"/>
                  </a:lnTo>
                  <a:lnTo>
                    <a:pt x="14986" y="8640"/>
                  </a:lnTo>
                  <a:lnTo>
                    <a:pt x="15264" y="7853"/>
                  </a:lnTo>
                  <a:lnTo>
                    <a:pt x="15579" y="5336"/>
                  </a:lnTo>
                  <a:lnTo>
                    <a:pt x="15759" y="4892"/>
                  </a:lnTo>
                  <a:lnTo>
                    <a:pt x="16086" y="4533"/>
                  </a:lnTo>
                  <a:lnTo>
                    <a:pt x="16621" y="4293"/>
                  </a:lnTo>
                  <a:lnTo>
                    <a:pt x="17246" y="4313"/>
                  </a:lnTo>
                  <a:lnTo>
                    <a:pt x="18067" y="4797"/>
                  </a:lnTo>
                  <a:lnTo>
                    <a:pt x="18580" y="4819"/>
                  </a:lnTo>
                  <a:lnTo>
                    <a:pt x="19160" y="4616"/>
                  </a:lnTo>
                  <a:lnTo>
                    <a:pt x="19656" y="4269"/>
                  </a:lnTo>
                  <a:lnTo>
                    <a:pt x="19981" y="3829"/>
                  </a:lnTo>
                  <a:lnTo>
                    <a:pt x="20130" y="3301"/>
                  </a:lnTo>
                  <a:lnTo>
                    <a:pt x="19996" y="2284"/>
                  </a:lnTo>
                  <a:lnTo>
                    <a:pt x="19621" y="1009"/>
                  </a:lnTo>
                  <a:lnTo>
                    <a:pt x="19725" y="856"/>
                  </a:lnTo>
                  <a:lnTo>
                    <a:pt x="20413" y="1138"/>
                  </a:lnTo>
                  <a:lnTo>
                    <a:pt x="21426" y="1449"/>
                  </a:lnTo>
                  <a:lnTo>
                    <a:pt x="22196" y="1380"/>
                  </a:lnTo>
                  <a:lnTo>
                    <a:pt x="22700" y="1159"/>
                  </a:lnTo>
                  <a:lnTo>
                    <a:pt x="23190" y="557"/>
                  </a:lnTo>
                  <a:lnTo>
                    <a:pt x="23807" y="0"/>
                  </a:lnTo>
                  <a:lnTo>
                    <a:pt x="24412" y="125"/>
                  </a:lnTo>
                  <a:lnTo>
                    <a:pt x="24879" y="62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g1434"/>
            <p:cNvSpPr/>
            <p:nvPr/>
          </p:nvSpPr>
          <p:spPr>
            <a:xfrm>
              <a:off x="4689391" y="1862273"/>
              <a:ext cx="2070" cy="1338"/>
            </a:xfrm>
            <a:custGeom>
              <a:avLst/>
              <a:pathLst>
                <a:path w="2070" h="1338">
                  <a:moveTo>
                    <a:pt x="2070" y="800"/>
                  </a:moveTo>
                  <a:lnTo>
                    <a:pt x="1223" y="1338"/>
                  </a:lnTo>
                  <a:lnTo>
                    <a:pt x="726" y="1280"/>
                  </a:lnTo>
                  <a:lnTo>
                    <a:pt x="339" y="760"/>
                  </a:lnTo>
                  <a:lnTo>
                    <a:pt x="60" y="274"/>
                  </a:lnTo>
                  <a:lnTo>
                    <a:pt x="0" y="0"/>
                  </a:lnTo>
                  <a:lnTo>
                    <a:pt x="141" y="4"/>
                  </a:lnTo>
                  <a:lnTo>
                    <a:pt x="797" y="224"/>
                  </a:lnTo>
                  <a:lnTo>
                    <a:pt x="1715" y="380"/>
                  </a:lnTo>
                  <a:lnTo>
                    <a:pt x="2038" y="51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g1435"/>
            <p:cNvSpPr/>
            <p:nvPr/>
          </p:nvSpPr>
          <p:spPr>
            <a:xfrm>
              <a:off x="4690027" y="1846344"/>
              <a:ext cx="970" cy="1260"/>
            </a:xfrm>
            <a:custGeom>
              <a:avLst/>
              <a:pathLst>
                <a:path w="970" h="1260">
                  <a:moveTo>
                    <a:pt x="970" y="1229"/>
                  </a:moveTo>
                  <a:lnTo>
                    <a:pt x="688" y="1260"/>
                  </a:lnTo>
                  <a:lnTo>
                    <a:pt x="177" y="599"/>
                  </a:lnTo>
                  <a:lnTo>
                    <a:pt x="0" y="138"/>
                  </a:lnTo>
                  <a:lnTo>
                    <a:pt x="208" y="0"/>
                  </a:lnTo>
                  <a:lnTo>
                    <a:pt x="646" y="322"/>
                  </a:lnTo>
                  <a:lnTo>
                    <a:pt x="938" y="89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g1436"/>
            <p:cNvSpPr/>
            <p:nvPr/>
          </p:nvSpPr>
          <p:spPr>
            <a:xfrm>
              <a:off x="4659749" y="1846200"/>
              <a:ext cx="73502" cy="60688"/>
            </a:xfrm>
            <a:custGeom>
              <a:avLst/>
              <a:pathLst>
                <a:path w="73502" h="60688">
                  <a:moveTo>
                    <a:pt x="34138" y="11105"/>
                  </a:moveTo>
                  <a:lnTo>
                    <a:pt x="34166" y="11359"/>
                  </a:lnTo>
                  <a:lnTo>
                    <a:pt x="34028" y="11820"/>
                  </a:lnTo>
                  <a:lnTo>
                    <a:pt x="32062" y="12608"/>
                  </a:lnTo>
                  <a:lnTo>
                    <a:pt x="31170" y="13273"/>
                  </a:lnTo>
                  <a:lnTo>
                    <a:pt x="30979" y="14451"/>
                  </a:lnTo>
                  <a:lnTo>
                    <a:pt x="30743" y="14793"/>
                  </a:lnTo>
                  <a:lnTo>
                    <a:pt x="30342" y="15072"/>
                  </a:lnTo>
                  <a:lnTo>
                    <a:pt x="29948" y="15136"/>
                  </a:lnTo>
                  <a:lnTo>
                    <a:pt x="29345" y="13751"/>
                  </a:lnTo>
                  <a:lnTo>
                    <a:pt x="28659" y="13463"/>
                  </a:lnTo>
                  <a:lnTo>
                    <a:pt x="27671" y="12975"/>
                  </a:lnTo>
                  <a:lnTo>
                    <a:pt x="25751" y="12027"/>
                  </a:lnTo>
                  <a:lnTo>
                    <a:pt x="24760" y="11616"/>
                  </a:lnTo>
                  <a:lnTo>
                    <a:pt x="22853" y="12233"/>
                  </a:lnTo>
                  <a:lnTo>
                    <a:pt x="20630" y="13080"/>
                  </a:lnTo>
                  <a:lnTo>
                    <a:pt x="20284" y="13595"/>
                  </a:lnTo>
                  <a:lnTo>
                    <a:pt x="20048" y="14148"/>
                  </a:lnTo>
                  <a:lnTo>
                    <a:pt x="20069" y="14568"/>
                  </a:lnTo>
                  <a:lnTo>
                    <a:pt x="20229" y="15128"/>
                  </a:lnTo>
                  <a:lnTo>
                    <a:pt x="20119" y="15557"/>
                  </a:lnTo>
                  <a:lnTo>
                    <a:pt x="19700" y="15696"/>
                  </a:lnTo>
                  <a:lnTo>
                    <a:pt x="19071" y="15175"/>
                  </a:lnTo>
                  <a:lnTo>
                    <a:pt x="18520" y="14876"/>
                  </a:lnTo>
                  <a:lnTo>
                    <a:pt x="18251" y="15584"/>
                  </a:lnTo>
                  <a:lnTo>
                    <a:pt x="17929" y="16849"/>
                  </a:lnTo>
                  <a:lnTo>
                    <a:pt x="17781" y="17769"/>
                  </a:lnTo>
                  <a:lnTo>
                    <a:pt x="18265" y="19097"/>
                  </a:lnTo>
                  <a:lnTo>
                    <a:pt x="18430" y="21065"/>
                  </a:lnTo>
                  <a:lnTo>
                    <a:pt x="19317" y="20958"/>
                  </a:lnTo>
                  <a:lnTo>
                    <a:pt x="19997" y="20964"/>
                  </a:lnTo>
                  <a:lnTo>
                    <a:pt x="21279" y="20382"/>
                  </a:lnTo>
                  <a:lnTo>
                    <a:pt x="21924" y="20366"/>
                  </a:lnTo>
                  <a:lnTo>
                    <a:pt x="22918" y="20620"/>
                  </a:lnTo>
                  <a:lnTo>
                    <a:pt x="24658" y="20671"/>
                  </a:lnTo>
                  <a:lnTo>
                    <a:pt x="26036" y="20566"/>
                  </a:lnTo>
                  <a:lnTo>
                    <a:pt x="26369" y="20608"/>
                  </a:lnTo>
                  <a:lnTo>
                    <a:pt x="26693" y="20237"/>
                  </a:lnTo>
                  <a:lnTo>
                    <a:pt x="27054" y="20365"/>
                  </a:lnTo>
                  <a:lnTo>
                    <a:pt x="27391" y="20816"/>
                  </a:lnTo>
                  <a:lnTo>
                    <a:pt x="28784" y="20269"/>
                  </a:lnTo>
                  <a:lnTo>
                    <a:pt x="29816" y="20193"/>
                  </a:lnTo>
                  <a:lnTo>
                    <a:pt x="30448" y="20353"/>
                  </a:lnTo>
                  <a:lnTo>
                    <a:pt x="30825" y="20513"/>
                  </a:lnTo>
                  <a:lnTo>
                    <a:pt x="31495" y="21811"/>
                  </a:lnTo>
                  <a:lnTo>
                    <a:pt x="32010" y="22621"/>
                  </a:lnTo>
                  <a:lnTo>
                    <a:pt x="32637" y="22879"/>
                  </a:lnTo>
                  <a:lnTo>
                    <a:pt x="34581" y="22640"/>
                  </a:lnTo>
                  <a:lnTo>
                    <a:pt x="35150" y="21503"/>
                  </a:lnTo>
                  <a:lnTo>
                    <a:pt x="35652" y="21222"/>
                  </a:lnTo>
                  <a:lnTo>
                    <a:pt x="36453" y="21135"/>
                  </a:lnTo>
                  <a:lnTo>
                    <a:pt x="37117" y="20919"/>
                  </a:lnTo>
                  <a:lnTo>
                    <a:pt x="37643" y="20453"/>
                  </a:lnTo>
                  <a:lnTo>
                    <a:pt x="38360" y="20046"/>
                  </a:lnTo>
                  <a:lnTo>
                    <a:pt x="38985" y="19965"/>
                  </a:lnTo>
                  <a:lnTo>
                    <a:pt x="39294" y="20265"/>
                  </a:lnTo>
                  <a:lnTo>
                    <a:pt x="39430" y="20660"/>
                  </a:lnTo>
                  <a:lnTo>
                    <a:pt x="39321" y="21173"/>
                  </a:lnTo>
                  <a:lnTo>
                    <a:pt x="39297" y="21707"/>
                  </a:lnTo>
                  <a:lnTo>
                    <a:pt x="39703" y="22065"/>
                  </a:lnTo>
                  <a:lnTo>
                    <a:pt x="40899" y="22149"/>
                  </a:lnTo>
                  <a:lnTo>
                    <a:pt x="41463" y="22485"/>
                  </a:lnTo>
                  <a:lnTo>
                    <a:pt x="41492" y="23116"/>
                  </a:lnTo>
                  <a:lnTo>
                    <a:pt x="41401" y="24109"/>
                  </a:lnTo>
                  <a:lnTo>
                    <a:pt x="41901" y="24508"/>
                  </a:lnTo>
                  <a:lnTo>
                    <a:pt x="42160" y="24541"/>
                  </a:lnTo>
                  <a:lnTo>
                    <a:pt x="43911" y="23490"/>
                  </a:lnTo>
                  <a:lnTo>
                    <a:pt x="44401" y="23473"/>
                  </a:lnTo>
                  <a:lnTo>
                    <a:pt x="44792" y="24052"/>
                  </a:lnTo>
                  <a:lnTo>
                    <a:pt x="45390" y="24748"/>
                  </a:lnTo>
                  <a:lnTo>
                    <a:pt x="46172" y="25490"/>
                  </a:lnTo>
                  <a:lnTo>
                    <a:pt x="46359" y="25377"/>
                  </a:lnTo>
                  <a:lnTo>
                    <a:pt x="46713" y="24567"/>
                  </a:lnTo>
                  <a:lnTo>
                    <a:pt x="47380" y="23686"/>
                  </a:lnTo>
                  <a:lnTo>
                    <a:pt x="48634" y="23400"/>
                  </a:lnTo>
                  <a:lnTo>
                    <a:pt x="49326" y="23124"/>
                  </a:lnTo>
                  <a:lnTo>
                    <a:pt x="50050" y="23001"/>
                  </a:lnTo>
                  <a:lnTo>
                    <a:pt x="52250" y="23358"/>
                  </a:lnTo>
                  <a:lnTo>
                    <a:pt x="52978" y="23404"/>
                  </a:lnTo>
                  <a:lnTo>
                    <a:pt x="54491" y="23337"/>
                  </a:lnTo>
                  <a:lnTo>
                    <a:pt x="55680" y="23161"/>
                  </a:lnTo>
                  <a:lnTo>
                    <a:pt x="56637" y="22633"/>
                  </a:lnTo>
                  <a:lnTo>
                    <a:pt x="57122" y="22210"/>
                  </a:lnTo>
                  <a:lnTo>
                    <a:pt x="57907" y="21961"/>
                  </a:lnTo>
                  <a:lnTo>
                    <a:pt x="58902" y="22002"/>
                  </a:lnTo>
                  <a:lnTo>
                    <a:pt x="59433" y="22124"/>
                  </a:lnTo>
                  <a:lnTo>
                    <a:pt x="59477" y="22852"/>
                  </a:lnTo>
                  <a:lnTo>
                    <a:pt x="59352" y="24231"/>
                  </a:lnTo>
                  <a:lnTo>
                    <a:pt x="59203" y="25188"/>
                  </a:lnTo>
                  <a:lnTo>
                    <a:pt x="59989" y="26927"/>
                  </a:lnTo>
                  <a:lnTo>
                    <a:pt x="60493" y="27764"/>
                  </a:lnTo>
                  <a:lnTo>
                    <a:pt x="60984" y="28355"/>
                  </a:lnTo>
                  <a:lnTo>
                    <a:pt x="61075" y="28822"/>
                  </a:lnTo>
                  <a:lnTo>
                    <a:pt x="60974" y="29204"/>
                  </a:lnTo>
                  <a:lnTo>
                    <a:pt x="60363" y="29575"/>
                  </a:lnTo>
                  <a:lnTo>
                    <a:pt x="60144" y="29972"/>
                  </a:lnTo>
                  <a:lnTo>
                    <a:pt x="60042" y="30417"/>
                  </a:lnTo>
                  <a:lnTo>
                    <a:pt x="60238" y="30934"/>
                  </a:lnTo>
                  <a:lnTo>
                    <a:pt x="60591" y="32584"/>
                  </a:lnTo>
                  <a:lnTo>
                    <a:pt x="61041" y="33868"/>
                  </a:lnTo>
                  <a:lnTo>
                    <a:pt x="61680" y="34482"/>
                  </a:lnTo>
                  <a:lnTo>
                    <a:pt x="62634" y="34889"/>
                  </a:lnTo>
                  <a:lnTo>
                    <a:pt x="63160" y="34803"/>
                  </a:lnTo>
                  <a:lnTo>
                    <a:pt x="63536" y="33846"/>
                  </a:lnTo>
                  <a:lnTo>
                    <a:pt x="64160" y="33111"/>
                  </a:lnTo>
                  <a:lnTo>
                    <a:pt x="64690" y="33162"/>
                  </a:lnTo>
                  <a:lnTo>
                    <a:pt x="65542" y="33130"/>
                  </a:lnTo>
                  <a:lnTo>
                    <a:pt x="67781" y="33964"/>
                  </a:lnTo>
                  <a:lnTo>
                    <a:pt x="69966" y="35219"/>
                  </a:lnTo>
                  <a:lnTo>
                    <a:pt x="70603" y="35913"/>
                  </a:lnTo>
                  <a:lnTo>
                    <a:pt x="70826" y="36694"/>
                  </a:lnTo>
                  <a:lnTo>
                    <a:pt x="70222" y="38501"/>
                  </a:lnTo>
                  <a:lnTo>
                    <a:pt x="70251" y="39656"/>
                  </a:lnTo>
                  <a:lnTo>
                    <a:pt x="70388" y="40888"/>
                  </a:lnTo>
                  <a:lnTo>
                    <a:pt x="70888" y="41802"/>
                  </a:lnTo>
                  <a:lnTo>
                    <a:pt x="71345" y="43368"/>
                  </a:lnTo>
                  <a:lnTo>
                    <a:pt x="71435" y="44666"/>
                  </a:lnTo>
                  <a:lnTo>
                    <a:pt x="71634" y="45053"/>
                  </a:lnTo>
                  <a:lnTo>
                    <a:pt x="71794" y="45506"/>
                  </a:lnTo>
                  <a:lnTo>
                    <a:pt x="71549" y="46694"/>
                  </a:lnTo>
                  <a:lnTo>
                    <a:pt x="71378" y="47892"/>
                  </a:lnTo>
                  <a:lnTo>
                    <a:pt x="71582" y="48291"/>
                  </a:lnTo>
                  <a:lnTo>
                    <a:pt x="72250" y="48883"/>
                  </a:lnTo>
                  <a:lnTo>
                    <a:pt x="73300" y="49986"/>
                  </a:lnTo>
                  <a:lnTo>
                    <a:pt x="73502" y="50901"/>
                  </a:lnTo>
                  <a:lnTo>
                    <a:pt x="73126" y="51482"/>
                  </a:lnTo>
                  <a:lnTo>
                    <a:pt x="72458" y="52186"/>
                  </a:lnTo>
                  <a:lnTo>
                    <a:pt x="71604" y="52794"/>
                  </a:lnTo>
                  <a:lnTo>
                    <a:pt x="71350" y="53050"/>
                  </a:lnTo>
                  <a:lnTo>
                    <a:pt x="71199" y="52905"/>
                  </a:lnTo>
                  <a:lnTo>
                    <a:pt x="70774" y="52292"/>
                  </a:lnTo>
                  <a:lnTo>
                    <a:pt x="69829" y="51301"/>
                  </a:lnTo>
                  <a:lnTo>
                    <a:pt x="69156" y="50778"/>
                  </a:lnTo>
                  <a:lnTo>
                    <a:pt x="67877" y="50947"/>
                  </a:lnTo>
                  <a:lnTo>
                    <a:pt x="67127" y="50763"/>
                  </a:lnTo>
                  <a:lnTo>
                    <a:pt x="66220" y="50440"/>
                  </a:lnTo>
                  <a:lnTo>
                    <a:pt x="65374" y="50486"/>
                  </a:lnTo>
                  <a:lnTo>
                    <a:pt x="64843" y="51086"/>
                  </a:lnTo>
                  <a:lnTo>
                    <a:pt x="64498" y="51686"/>
                  </a:lnTo>
                  <a:lnTo>
                    <a:pt x="63653" y="51870"/>
                  </a:lnTo>
                  <a:lnTo>
                    <a:pt x="62433" y="52331"/>
                  </a:lnTo>
                  <a:lnTo>
                    <a:pt x="60549" y="53048"/>
                  </a:lnTo>
                  <a:lnTo>
                    <a:pt x="59640" y="52942"/>
                  </a:lnTo>
                  <a:lnTo>
                    <a:pt x="59394" y="52632"/>
                  </a:lnTo>
                  <a:lnTo>
                    <a:pt x="59595" y="52219"/>
                  </a:lnTo>
                  <a:lnTo>
                    <a:pt x="60243" y="51686"/>
                  </a:lnTo>
                  <a:lnTo>
                    <a:pt x="60399" y="51039"/>
                  </a:lnTo>
                  <a:lnTo>
                    <a:pt x="60274" y="50440"/>
                  </a:lnTo>
                  <a:lnTo>
                    <a:pt x="59674" y="50277"/>
                  </a:lnTo>
                  <a:lnTo>
                    <a:pt x="59442" y="50183"/>
                  </a:lnTo>
                  <a:lnTo>
                    <a:pt x="59178" y="50059"/>
                  </a:lnTo>
                  <a:lnTo>
                    <a:pt x="58011" y="49702"/>
                  </a:lnTo>
                  <a:lnTo>
                    <a:pt x="57079" y="49833"/>
                  </a:lnTo>
                  <a:lnTo>
                    <a:pt x="55454" y="50583"/>
                  </a:lnTo>
                  <a:lnTo>
                    <a:pt x="52468" y="52549"/>
                  </a:lnTo>
                  <a:lnTo>
                    <a:pt x="51158" y="53872"/>
                  </a:lnTo>
                  <a:lnTo>
                    <a:pt x="50216" y="55875"/>
                  </a:lnTo>
                  <a:lnTo>
                    <a:pt x="47390" y="56519"/>
                  </a:lnTo>
                  <a:lnTo>
                    <a:pt x="45448" y="57668"/>
                  </a:lnTo>
                  <a:lnTo>
                    <a:pt x="43447" y="59538"/>
                  </a:lnTo>
                  <a:lnTo>
                    <a:pt x="42123" y="60545"/>
                  </a:lnTo>
                  <a:lnTo>
                    <a:pt x="41477" y="60688"/>
                  </a:lnTo>
                  <a:lnTo>
                    <a:pt x="40832" y="60508"/>
                  </a:lnTo>
                  <a:lnTo>
                    <a:pt x="40188" y="60006"/>
                  </a:lnTo>
                  <a:lnTo>
                    <a:pt x="39557" y="58441"/>
                  </a:lnTo>
                  <a:lnTo>
                    <a:pt x="38999" y="56070"/>
                  </a:lnTo>
                  <a:lnTo>
                    <a:pt x="38631" y="54502"/>
                  </a:lnTo>
                  <a:lnTo>
                    <a:pt x="38838" y="52489"/>
                  </a:lnTo>
                  <a:lnTo>
                    <a:pt x="39073" y="50199"/>
                  </a:lnTo>
                  <a:lnTo>
                    <a:pt x="39314" y="47871"/>
                  </a:lnTo>
                  <a:lnTo>
                    <a:pt x="39703" y="45183"/>
                  </a:lnTo>
                  <a:lnTo>
                    <a:pt x="40026" y="44226"/>
                  </a:lnTo>
                  <a:lnTo>
                    <a:pt x="40043" y="43587"/>
                  </a:lnTo>
                  <a:lnTo>
                    <a:pt x="39757" y="43265"/>
                  </a:lnTo>
                  <a:lnTo>
                    <a:pt x="39150" y="43283"/>
                  </a:lnTo>
                  <a:lnTo>
                    <a:pt x="38222" y="43640"/>
                  </a:lnTo>
                  <a:lnTo>
                    <a:pt x="37562" y="43702"/>
                  </a:lnTo>
                  <a:lnTo>
                    <a:pt x="37170" y="43471"/>
                  </a:lnTo>
                  <a:lnTo>
                    <a:pt x="37211" y="42223"/>
                  </a:lnTo>
                  <a:lnTo>
                    <a:pt x="37683" y="39958"/>
                  </a:lnTo>
                  <a:lnTo>
                    <a:pt x="36956" y="38051"/>
                  </a:lnTo>
                  <a:lnTo>
                    <a:pt x="35028" y="36504"/>
                  </a:lnTo>
                  <a:lnTo>
                    <a:pt x="33389" y="35967"/>
                  </a:lnTo>
                  <a:lnTo>
                    <a:pt x="32037" y="36439"/>
                  </a:lnTo>
                  <a:lnTo>
                    <a:pt x="30900" y="37668"/>
                  </a:lnTo>
                  <a:lnTo>
                    <a:pt x="29980" y="39655"/>
                  </a:lnTo>
                  <a:lnTo>
                    <a:pt x="29027" y="41281"/>
                  </a:lnTo>
                  <a:lnTo>
                    <a:pt x="28038" y="42545"/>
                  </a:lnTo>
                  <a:lnTo>
                    <a:pt x="27333" y="43153"/>
                  </a:lnTo>
                  <a:lnTo>
                    <a:pt x="27105" y="43387"/>
                  </a:lnTo>
                  <a:lnTo>
                    <a:pt x="26961" y="43922"/>
                  </a:lnTo>
                  <a:lnTo>
                    <a:pt x="27487" y="45605"/>
                  </a:lnTo>
                  <a:lnTo>
                    <a:pt x="27453" y="47017"/>
                  </a:lnTo>
                  <a:lnTo>
                    <a:pt x="26859" y="48156"/>
                  </a:lnTo>
                  <a:lnTo>
                    <a:pt x="26208" y="48700"/>
                  </a:lnTo>
                  <a:lnTo>
                    <a:pt x="25497" y="48648"/>
                  </a:lnTo>
                  <a:lnTo>
                    <a:pt x="24932" y="48384"/>
                  </a:lnTo>
                  <a:lnTo>
                    <a:pt x="24513" y="47908"/>
                  </a:lnTo>
                  <a:lnTo>
                    <a:pt x="23380" y="47778"/>
                  </a:lnTo>
                  <a:lnTo>
                    <a:pt x="21534" y="47995"/>
                  </a:lnTo>
                  <a:lnTo>
                    <a:pt x="20269" y="48566"/>
                  </a:lnTo>
                  <a:lnTo>
                    <a:pt x="19588" y="49492"/>
                  </a:lnTo>
                  <a:lnTo>
                    <a:pt x="19390" y="50711"/>
                  </a:lnTo>
                  <a:lnTo>
                    <a:pt x="19679" y="52224"/>
                  </a:lnTo>
                  <a:lnTo>
                    <a:pt x="19535" y="53383"/>
                  </a:lnTo>
                  <a:lnTo>
                    <a:pt x="18961" y="54188"/>
                  </a:lnTo>
                  <a:lnTo>
                    <a:pt x="18489" y="54650"/>
                  </a:lnTo>
                  <a:lnTo>
                    <a:pt x="18119" y="54769"/>
                  </a:lnTo>
                  <a:lnTo>
                    <a:pt x="17318" y="54073"/>
                  </a:lnTo>
                  <a:lnTo>
                    <a:pt x="16087" y="52564"/>
                  </a:lnTo>
                  <a:lnTo>
                    <a:pt x="15239" y="51747"/>
                  </a:lnTo>
                  <a:lnTo>
                    <a:pt x="14779" y="51623"/>
                  </a:lnTo>
                  <a:lnTo>
                    <a:pt x="14528" y="51705"/>
                  </a:lnTo>
                  <a:lnTo>
                    <a:pt x="14245" y="51861"/>
                  </a:lnTo>
                  <a:lnTo>
                    <a:pt x="14085" y="52057"/>
                  </a:lnTo>
                  <a:lnTo>
                    <a:pt x="13946" y="52505"/>
                  </a:lnTo>
                  <a:lnTo>
                    <a:pt x="13551" y="52682"/>
                  </a:lnTo>
                  <a:lnTo>
                    <a:pt x="12995" y="52542"/>
                  </a:lnTo>
                  <a:lnTo>
                    <a:pt x="12483" y="52677"/>
                  </a:lnTo>
                  <a:lnTo>
                    <a:pt x="12179" y="53150"/>
                  </a:lnTo>
                  <a:lnTo>
                    <a:pt x="11323" y="53722"/>
                  </a:lnTo>
                  <a:lnTo>
                    <a:pt x="9813" y="54363"/>
                  </a:lnTo>
                  <a:lnTo>
                    <a:pt x="8986" y="55047"/>
                  </a:lnTo>
                  <a:lnTo>
                    <a:pt x="8847" y="55774"/>
                  </a:lnTo>
                  <a:lnTo>
                    <a:pt x="8621" y="56098"/>
                  </a:lnTo>
                  <a:lnTo>
                    <a:pt x="8159" y="55980"/>
                  </a:lnTo>
                  <a:lnTo>
                    <a:pt x="6794" y="56981"/>
                  </a:lnTo>
                  <a:lnTo>
                    <a:pt x="5755" y="56671"/>
                  </a:lnTo>
                  <a:lnTo>
                    <a:pt x="4587" y="55385"/>
                  </a:lnTo>
                  <a:lnTo>
                    <a:pt x="3939" y="54326"/>
                  </a:lnTo>
                  <a:lnTo>
                    <a:pt x="3873" y="53879"/>
                  </a:lnTo>
                  <a:lnTo>
                    <a:pt x="4242" y="52864"/>
                  </a:lnTo>
                  <a:lnTo>
                    <a:pt x="4396" y="49488"/>
                  </a:lnTo>
                  <a:lnTo>
                    <a:pt x="4862" y="48321"/>
                  </a:lnTo>
                  <a:lnTo>
                    <a:pt x="6256" y="46225"/>
                  </a:lnTo>
                  <a:lnTo>
                    <a:pt x="6981" y="44628"/>
                  </a:lnTo>
                  <a:lnTo>
                    <a:pt x="7799" y="43331"/>
                  </a:lnTo>
                  <a:lnTo>
                    <a:pt x="8390" y="42895"/>
                  </a:lnTo>
                  <a:lnTo>
                    <a:pt x="8935" y="41874"/>
                  </a:lnTo>
                  <a:lnTo>
                    <a:pt x="9381" y="40704"/>
                  </a:lnTo>
                  <a:lnTo>
                    <a:pt x="9507" y="39968"/>
                  </a:lnTo>
                  <a:lnTo>
                    <a:pt x="9467" y="39389"/>
                  </a:lnTo>
                  <a:lnTo>
                    <a:pt x="9304" y="39016"/>
                  </a:lnTo>
                  <a:lnTo>
                    <a:pt x="8531" y="38225"/>
                  </a:lnTo>
                  <a:lnTo>
                    <a:pt x="7516" y="36989"/>
                  </a:lnTo>
                  <a:lnTo>
                    <a:pt x="6978" y="35728"/>
                  </a:lnTo>
                  <a:lnTo>
                    <a:pt x="6682" y="34119"/>
                  </a:lnTo>
                  <a:lnTo>
                    <a:pt x="6605" y="32998"/>
                  </a:lnTo>
                  <a:lnTo>
                    <a:pt x="7558" y="29910"/>
                  </a:lnTo>
                  <a:lnTo>
                    <a:pt x="7406" y="29394"/>
                  </a:lnTo>
                  <a:lnTo>
                    <a:pt x="7132" y="28915"/>
                  </a:lnTo>
                  <a:lnTo>
                    <a:pt x="6572" y="28614"/>
                  </a:lnTo>
                  <a:lnTo>
                    <a:pt x="5770" y="28484"/>
                  </a:lnTo>
                  <a:lnTo>
                    <a:pt x="4977" y="28622"/>
                  </a:lnTo>
                  <a:lnTo>
                    <a:pt x="3963" y="28633"/>
                  </a:lnTo>
                  <a:lnTo>
                    <a:pt x="3262" y="28460"/>
                  </a:lnTo>
                  <a:lnTo>
                    <a:pt x="3093" y="28266"/>
                  </a:lnTo>
                  <a:lnTo>
                    <a:pt x="3005" y="26862"/>
                  </a:lnTo>
                  <a:lnTo>
                    <a:pt x="2826" y="26557"/>
                  </a:lnTo>
                  <a:lnTo>
                    <a:pt x="2525" y="26289"/>
                  </a:lnTo>
                  <a:lnTo>
                    <a:pt x="480" y="25642"/>
                  </a:lnTo>
                  <a:lnTo>
                    <a:pt x="75" y="25362"/>
                  </a:lnTo>
                  <a:lnTo>
                    <a:pt x="0" y="25008"/>
                  </a:lnTo>
                  <a:lnTo>
                    <a:pt x="724" y="21891"/>
                  </a:lnTo>
                  <a:lnTo>
                    <a:pt x="1040" y="21656"/>
                  </a:lnTo>
                  <a:lnTo>
                    <a:pt x="1344" y="21149"/>
                  </a:lnTo>
                  <a:lnTo>
                    <a:pt x="1824" y="20607"/>
                  </a:lnTo>
                  <a:lnTo>
                    <a:pt x="3495" y="19718"/>
                  </a:lnTo>
                  <a:lnTo>
                    <a:pt x="5288" y="20103"/>
                  </a:lnTo>
                  <a:lnTo>
                    <a:pt x="6883" y="20516"/>
                  </a:lnTo>
                  <a:lnTo>
                    <a:pt x="8470" y="20737"/>
                  </a:lnTo>
                  <a:lnTo>
                    <a:pt x="9020" y="20885"/>
                  </a:lnTo>
                  <a:lnTo>
                    <a:pt x="9928" y="21009"/>
                  </a:lnTo>
                  <a:lnTo>
                    <a:pt x="10536" y="20899"/>
                  </a:lnTo>
                  <a:lnTo>
                    <a:pt x="10949" y="20535"/>
                  </a:lnTo>
                  <a:lnTo>
                    <a:pt x="11698" y="19529"/>
                  </a:lnTo>
                  <a:lnTo>
                    <a:pt x="11927" y="18018"/>
                  </a:lnTo>
                  <a:lnTo>
                    <a:pt x="12198" y="16685"/>
                  </a:lnTo>
                  <a:lnTo>
                    <a:pt x="12651" y="16581"/>
                  </a:lnTo>
                  <a:lnTo>
                    <a:pt x="13109" y="16721"/>
                  </a:lnTo>
                  <a:lnTo>
                    <a:pt x="13326" y="16452"/>
                  </a:lnTo>
                  <a:lnTo>
                    <a:pt x="13418" y="16085"/>
                  </a:lnTo>
                  <a:lnTo>
                    <a:pt x="13512" y="15773"/>
                  </a:lnTo>
                  <a:lnTo>
                    <a:pt x="13699" y="15704"/>
                  </a:lnTo>
                  <a:lnTo>
                    <a:pt x="14028" y="16050"/>
                  </a:lnTo>
                  <a:lnTo>
                    <a:pt x="14216" y="15958"/>
                  </a:lnTo>
                  <a:lnTo>
                    <a:pt x="14372" y="15728"/>
                  </a:lnTo>
                  <a:lnTo>
                    <a:pt x="14326" y="15450"/>
                  </a:lnTo>
                  <a:lnTo>
                    <a:pt x="13952" y="14984"/>
                  </a:lnTo>
                  <a:lnTo>
                    <a:pt x="13622" y="14251"/>
                  </a:lnTo>
                  <a:lnTo>
                    <a:pt x="13653" y="13998"/>
                  </a:lnTo>
                  <a:lnTo>
                    <a:pt x="13766" y="13735"/>
                  </a:lnTo>
                  <a:lnTo>
                    <a:pt x="14748" y="13486"/>
                  </a:lnTo>
                  <a:lnTo>
                    <a:pt x="15194" y="13442"/>
                  </a:lnTo>
                  <a:lnTo>
                    <a:pt x="15349" y="13183"/>
                  </a:lnTo>
                  <a:lnTo>
                    <a:pt x="15292" y="12769"/>
                  </a:lnTo>
                  <a:lnTo>
                    <a:pt x="14922" y="12536"/>
                  </a:lnTo>
                  <a:lnTo>
                    <a:pt x="13575" y="12664"/>
                  </a:lnTo>
                  <a:lnTo>
                    <a:pt x="12205" y="12635"/>
                  </a:lnTo>
                  <a:lnTo>
                    <a:pt x="12042" y="12383"/>
                  </a:lnTo>
                  <a:lnTo>
                    <a:pt x="12119" y="12107"/>
                  </a:lnTo>
                  <a:lnTo>
                    <a:pt x="12326" y="11889"/>
                  </a:lnTo>
                  <a:lnTo>
                    <a:pt x="15157" y="11332"/>
                  </a:lnTo>
                  <a:lnTo>
                    <a:pt x="16658" y="11526"/>
                  </a:lnTo>
                  <a:lnTo>
                    <a:pt x="17774" y="11820"/>
                  </a:lnTo>
                  <a:lnTo>
                    <a:pt x="18214" y="11674"/>
                  </a:lnTo>
                  <a:lnTo>
                    <a:pt x="17691" y="10418"/>
                  </a:lnTo>
                  <a:lnTo>
                    <a:pt x="18399" y="10300"/>
                  </a:lnTo>
                  <a:lnTo>
                    <a:pt x="18491" y="9871"/>
                  </a:lnTo>
                  <a:lnTo>
                    <a:pt x="17565" y="6535"/>
                  </a:lnTo>
                  <a:lnTo>
                    <a:pt x="18073" y="6241"/>
                  </a:lnTo>
                  <a:lnTo>
                    <a:pt x="18584" y="5583"/>
                  </a:lnTo>
                  <a:lnTo>
                    <a:pt x="18540" y="4340"/>
                  </a:lnTo>
                  <a:lnTo>
                    <a:pt x="18993" y="3734"/>
                  </a:lnTo>
                  <a:lnTo>
                    <a:pt x="19529" y="3318"/>
                  </a:lnTo>
                  <a:lnTo>
                    <a:pt x="20327" y="3738"/>
                  </a:lnTo>
                  <a:lnTo>
                    <a:pt x="21559" y="4966"/>
                  </a:lnTo>
                  <a:lnTo>
                    <a:pt x="21960" y="5204"/>
                  </a:lnTo>
                  <a:lnTo>
                    <a:pt x="22358" y="5274"/>
                  </a:lnTo>
                  <a:lnTo>
                    <a:pt x="22929" y="4893"/>
                  </a:lnTo>
                  <a:lnTo>
                    <a:pt x="25128" y="3677"/>
                  </a:lnTo>
                  <a:lnTo>
                    <a:pt x="26364" y="2994"/>
                  </a:lnTo>
                  <a:lnTo>
                    <a:pt x="27838" y="2000"/>
                  </a:lnTo>
                  <a:lnTo>
                    <a:pt x="28092" y="1616"/>
                  </a:lnTo>
                  <a:lnTo>
                    <a:pt x="28600" y="104"/>
                  </a:lnTo>
                  <a:lnTo>
                    <a:pt x="28877" y="0"/>
                  </a:lnTo>
                  <a:lnTo>
                    <a:pt x="29251" y="162"/>
                  </a:lnTo>
                  <a:lnTo>
                    <a:pt x="30545" y="1724"/>
                  </a:lnTo>
                  <a:lnTo>
                    <a:pt x="31293" y="2726"/>
                  </a:lnTo>
                  <a:lnTo>
                    <a:pt x="31293" y="3068"/>
                  </a:lnTo>
                  <a:lnTo>
                    <a:pt x="31080" y="3326"/>
                  </a:lnTo>
                  <a:lnTo>
                    <a:pt x="31121" y="3578"/>
                  </a:lnTo>
                  <a:lnTo>
                    <a:pt x="32179" y="4121"/>
                  </a:lnTo>
                  <a:lnTo>
                    <a:pt x="32180" y="4370"/>
                  </a:lnTo>
                  <a:lnTo>
                    <a:pt x="31939" y="4844"/>
                  </a:lnTo>
                  <a:lnTo>
                    <a:pt x="31811" y="5105"/>
                  </a:lnTo>
                  <a:lnTo>
                    <a:pt x="31681" y="5215"/>
                  </a:lnTo>
                  <a:lnTo>
                    <a:pt x="30267" y="6587"/>
                  </a:lnTo>
                  <a:lnTo>
                    <a:pt x="28694" y="8111"/>
                  </a:lnTo>
                  <a:lnTo>
                    <a:pt x="28642" y="8310"/>
                  </a:lnTo>
                  <a:lnTo>
                    <a:pt x="28572" y="8690"/>
                  </a:lnTo>
                  <a:lnTo>
                    <a:pt x="28590" y="9079"/>
                  </a:lnTo>
                  <a:lnTo>
                    <a:pt x="28842" y="9397"/>
                  </a:lnTo>
                  <a:lnTo>
                    <a:pt x="29520" y="9620"/>
                  </a:lnTo>
                  <a:lnTo>
                    <a:pt x="30123" y="9911"/>
                  </a:lnTo>
                  <a:lnTo>
                    <a:pt x="30427" y="10711"/>
                  </a:lnTo>
                  <a:lnTo>
                    <a:pt x="30777" y="11450"/>
                  </a:lnTo>
                  <a:lnTo>
                    <a:pt x="31253" y="11631"/>
                  </a:lnTo>
                  <a:lnTo>
                    <a:pt x="33584" y="1116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g1437"/>
            <p:cNvSpPr/>
            <p:nvPr/>
          </p:nvSpPr>
          <p:spPr>
            <a:xfrm>
              <a:off x="4524165" y="1873238"/>
              <a:ext cx="861" cy="4748"/>
            </a:xfrm>
            <a:custGeom>
              <a:avLst/>
              <a:pathLst>
                <a:path w="861" h="4748">
                  <a:moveTo>
                    <a:pt x="861" y="4093"/>
                  </a:moveTo>
                  <a:lnTo>
                    <a:pt x="772" y="4748"/>
                  </a:lnTo>
                  <a:lnTo>
                    <a:pt x="258" y="2780"/>
                  </a:lnTo>
                  <a:lnTo>
                    <a:pt x="0" y="611"/>
                  </a:lnTo>
                  <a:lnTo>
                    <a:pt x="328" y="0"/>
                  </a:lnTo>
                  <a:lnTo>
                    <a:pt x="696" y="34"/>
                  </a:lnTo>
                  <a:lnTo>
                    <a:pt x="346" y="81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g1438"/>
            <p:cNvSpPr/>
            <p:nvPr/>
          </p:nvSpPr>
          <p:spPr>
            <a:xfrm>
              <a:off x="4519201" y="1821884"/>
              <a:ext cx="133732" cy="106110"/>
            </a:xfrm>
            <a:custGeom>
              <a:avLst/>
              <a:pathLst>
                <a:path w="133732" h="106110">
                  <a:moveTo>
                    <a:pt x="132720" y="75736"/>
                  </a:moveTo>
                  <a:lnTo>
                    <a:pt x="132243" y="75789"/>
                  </a:lnTo>
                  <a:lnTo>
                    <a:pt x="131093" y="75462"/>
                  </a:lnTo>
                  <a:lnTo>
                    <a:pt x="128804" y="74812"/>
                  </a:lnTo>
                  <a:lnTo>
                    <a:pt x="126839" y="73510"/>
                  </a:lnTo>
                  <a:lnTo>
                    <a:pt x="125556" y="72659"/>
                  </a:lnTo>
                  <a:lnTo>
                    <a:pt x="125355" y="72774"/>
                  </a:lnTo>
                  <a:lnTo>
                    <a:pt x="124780" y="73356"/>
                  </a:lnTo>
                  <a:lnTo>
                    <a:pt x="124384" y="74072"/>
                  </a:lnTo>
                  <a:lnTo>
                    <a:pt x="124070" y="75458"/>
                  </a:lnTo>
                  <a:lnTo>
                    <a:pt x="123568" y="77094"/>
                  </a:lnTo>
                  <a:lnTo>
                    <a:pt x="121190" y="77155"/>
                  </a:lnTo>
                  <a:lnTo>
                    <a:pt x="119166" y="77278"/>
                  </a:lnTo>
                  <a:lnTo>
                    <a:pt x="117859" y="77897"/>
                  </a:lnTo>
                  <a:lnTo>
                    <a:pt x="116580" y="78755"/>
                  </a:lnTo>
                  <a:lnTo>
                    <a:pt x="116259" y="79770"/>
                  </a:lnTo>
                  <a:lnTo>
                    <a:pt x="115982" y="81088"/>
                  </a:lnTo>
                  <a:lnTo>
                    <a:pt x="115237" y="84081"/>
                  </a:lnTo>
                  <a:lnTo>
                    <a:pt x="114557" y="86810"/>
                  </a:lnTo>
                  <a:lnTo>
                    <a:pt x="114210" y="88581"/>
                  </a:lnTo>
                  <a:lnTo>
                    <a:pt x="113692" y="89793"/>
                  </a:lnTo>
                  <a:lnTo>
                    <a:pt x="112244" y="91391"/>
                  </a:lnTo>
                  <a:lnTo>
                    <a:pt x="110601" y="92468"/>
                  </a:lnTo>
                  <a:lnTo>
                    <a:pt x="109729" y="92973"/>
                  </a:lnTo>
                  <a:lnTo>
                    <a:pt x="109343" y="93601"/>
                  </a:lnTo>
                  <a:lnTo>
                    <a:pt x="109258" y="94195"/>
                  </a:lnTo>
                  <a:lnTo>
                    <a:pt x="108948" y="94376"/>
                  </a:lnTo>
                  <a:lnTo>
                    <a:pt x="108271" y="94270"/>
                  </a:lnTo>
                  <a:lnTo>
                    <a:pt x="107556" y="94372"/>
                  </a:lnTo>
                  <a:lnTo>
                    <a:pt x="105986" y="94994"/>
                  </a:lnTo>
                  <a:lnTo>
                    <a:pt x="104287" y="95756"/>
                  </a:lnTo>
                  <a:lnTo>
                    <a:pt x="102250" y="96520"/>
                  </a:lnTo>
                  <a:lnTo>
                    <a:pt x="101089" y="96519"/>
                  </a:lnTo>
                  <a:lnTo>
                    <a:pt x="100626" y="96690"/>
                  </a:lnTo>
                  <a:lnTo>
                    <a:pt x="100424" y="97073"/>
                  </a:lnTo>
                  <a:lnTo>
                    <a:pt x="100626" y="97798"/>
                  </a:lnTo>
                  <a:lnTo>
                    <a:pt x="100823" y="98335"/>
                  </a:lnTo>
                  <a:lnTo>
                    <a:pt x="101002" y="99034"/>
                  </a:lnTo>
                  <a:lnTo>
                    <a:pt x="100525" y="99600"/>
                  </a:lnTo>
                  <a:lnTo>
                    <a:pt x="100193" y="100569"/>
                  </a:lnTo>
                  <a:lnTo>
                    <a:pt x="99932" y="102275"/>
                  </a:lnTo>
                  <a:lnTo>
                    <a:pt x="99210" y="102785"/>
                  </a:lnTo>
                  <a:lnTo>
                    <a:pt x="98053" y="103616"/>
                  </a:lnTo>
                  <a:lnTo>
                    <a:pt x="96772" y="104708"/>
                  </a:lnTo>
                  <a:lnTo>
                    <a:pt x="96445" y="104931"/>
                  </a:lnTo>
                  <a:lnTo>
                    <a:pt x="95712" y="105241"/>
                  </a:lnTo>
                  <a:lnTo>
                    <a:pt x="94979" y="105147"/>
                  </a:lnTo>
                  <a:lnTo>
                    <a:pt x="94315" y="104987"/>
                  </a:lnTo>
                  <a:lnTo>
                    <a:pt x="93593" y="105267"/>
                  </a:lnTo>
                  <a:lnTo>
                    <a:pt x="92847" y="106110"/>
                  </a:lnTo>
                  <a:lnTo>
                    <a:pt x="92501" y="105855"/>
                  </a:lnTo>
                  <a:lnTo>
                    <a:pt x="92327" y="105002"/>
                  </a:lnTo>
                  <a:lnTo>
                    <a:pt x="91951" y="104449"/>
                  </a:lnTo>
                  <a:lnTo>
                    <a:pt x="90783" y="103197"/>
                  </a:lnTo>
                  <a:lnTo>
                    <a:pt x="89783" y="102304"/>
                  </a:lnTo>
                  <a:lnTo>
                    <a:pt x="89350" y="102245"/>
                  </a:lnTo>
                  <a:lnTo>
                    <a:pt x="88431" y="102474"/>
                  </a:lnTo>
                  <a:lnTo>
                    <a:pt x="87284" y="102642"/>
                  </a:lnTo>
                  <a:lnTo>
                    <a:pt x="86350" y="102463"/>
                  </a:lnTo>
                  <a:lnTo>
                    <a:pt x="85610" y="102106"/>
                  </a:lnTo>
                  <a:lnTo>
                    <a:pt x="84465" y="100880"/>
                  </a:lnTo>
                  <a:lnTo>
                    <a:pt x="84048" y="100220"/>
                  </a:lnTo>
                  <a:lnTo>
                    <a:pt x="83736" y="99713"/>
                  </a:lnTo>
                  <a:lnTo>
                    <a:pt x="82953" y="99851"/>
                  </a:lnTo>
                  <a:lnTo>
                    <a:pt x="82734" y="99297"/>
                  </a:lnTo>
                  <a:lnTo>
                    <a:pt x="82703" y="98651"/>
                  </a:lnTo>
                  <a:lnTo>
                    <a:pt x="82922" y="97867"/>
                  </a:lnTo>
                  <a:lnTo>
                    <a:pt x="82860" y="96391"/>
                  </a:lnTo>
                  <a:lnTo>
                    <a:pt x="82422" y="95330"/>
                  </a:lnTo>
                  <a:lnTo>
                    <a:pt x="81921" y="94869"/>
                  </a:lnTo>
                  <a:lnTo>
                    <a:pt x="81983" y="94546"/>
                  </a:lnTo>
                  <a:lnTo>
                    <a:pt x="82202" y="93808"/>
                  </a:lnTo>
                  <a:lnTo>
                    <a:pt x="82484" y="93162"/>
                  </a:lnTo>
                  <a:lnTo>
                    <a:pt x="82480" y="91887"/>
                  </a:lnTo>
                  <a:lnTo>
                    <a:pt x="82131" y="90504"/>
                  </a:lnTo>
                  <a:lnTo>
                    <a:pt x="81992" y="88509"/>
                  </a:lnTo>
                  <a:lnTo>
                    <a:pt x="82082" y="86563"/>
                  </a:lnTo>
                  <a:lnTo>
                    <a:pt x="81606" y="85582"/>
                  </a:lnTo>
                  <a:lnTo>
                    <a:pt x="77711" y="85577"/>
                  </a:lnTo>
                  <a:lnTo>
                    <a:pt x="74243" y="85651"/>
                  </a:lnTo>
                  <a:lnTo>
                    <a:pt x="74048" y="85429"/>
                  </a:lnTo>
                  <a:lnTo>
                    <a:pt x="72701" y="82976"/>
                  </a:lnTo>
                  <a:lnTo>
                    <a:pt x="71608" y="81114"/>
                  </a:lnTo>
                  <a:lnTo>
                    <a:pt x="70528" y="80017"/>
                  </a:lnTo>
                  <a:lnTo>
                    <a:pt x="68054" y="78665"/>
                  </a:lnTo>
                  <a:lnTo>
                    <a:pt x="66872" y="78101"/>
                  </a:lnTo>
                  <a:lnTo>
                    <a:pt x="65857" y="77070"/>
                  </a:lnTo>
                  <a:lnTo>
                    <a:pt x="65029" y="75942"/>
                  </a:lnTo>
                  <a:lnTo>
                    <a:pt x="64814" y="74394"/>
                  </a:lnTo>
                  <a:lnTo>
                    <a:pt x="64646" y="73886"/>
                  </a:lnTo>
                  <a:lnTo>
                    <a:pt x="64408" y="73474"/>
                  </a:lnTo>
                  <a:lnTo>
                    <a:pt x="64146" y="73292"/>
                  </a:lnTo>
                  <a:lnTo>
                    <a:pt x="63831" y="73333"/>
                  </a:lnTo>
                  <a:lnTo>
                    <a:pt x="60959" y="71535"/>
                  </a:lnTo>
                  <a:lnTo>
                    <a:pt x="59807" y="71064"/>
                  </a:lnTo>
                  <a:lnTo>
                    <a:pt x="58722" y="71444"/>
                  </a:lnTo>
                  <a:lnTo>
                    <a:pt x="58243" y="71509"/>
                  </a:lnTo>
                  <a:lnTo>
                    <a:pt x="57300" y="70998"/>
                  </a:lnTo>
                  <a:lnTo>
                    <a:pt x="56215" y="71691"/>
                  </a:lnTo>
                  <a:lnTo>
                    <a:pt x="55751" y="71735"/>
                  </a:lnTo>
                  <a:lnTo>
                    <a:pt x="55102" y="71570"/>
                  </a:lnTo>
                  <a:lnTo>
                    <a:pt x="54567" y="71310"/>
                  </a:lnTo>
                  <a:lnTo>
                    <a:pt x="53121" y="69675"/>
                  </a:lnTo>
                  <a:lnTo>
                    <a:pt x="51908" y="69014"/>
                  </a:lnTo>
                  <a:lnTo>
                    <a:pt x="51034" y="68590"/>
                  </a:lnTo>
                  <a:lnTo>
                    <a:pt x="49354" y="67970"/>
                  </a:lnTo>
                  <a:lnTo>
                    <a:pt x="47560" y="67647"/>
                  </a:lnTo>
                  <a:lnTo>
                    <a:pt x="46641" y="67378"/>
                  </a:lnTo>
                  <a:lnTo>
                    <a:pt x="45978" y="67021"/>
                  </a:lnTo>
                  <a:lnTo>
                    <a:pt x="45808" y="66789"/>
                  </a:lnTo>
                  <a:lnTo>
                    <a:pt x="45817" y="66190"/>
                  </a:lnTo>
                  <a:lnTo>
                    <a:pt x="45767" y="65403"/>
                  </a:lnTo>
                  <a:lnTo>
                    <a:pt x="45546" y="64831"/>
                  </a:lnTo>
                  <a:lnTo>
                    <a:pt x="45093" y="64144"/>
                  </a:lnTo>
                  <a:lnTo>
                    <a:pt x="44462" y="63631"/>
                  </a:lnTo>
                  <a:lnTo>
                    <a:pt x="43379" y="63720"/>
                  </a:lnTo>
                  <a:lnTo>
                    <a:pt x="41748" y="63678"/>
                  </a:lnTo>
                  <a:lnTo>
                    <a:pt x="40499" y="63161"/>
                  </a:lnTo>
                  <a:lnTo>
                    <a:pt x="39508" y="63069"/>
                  </a:lnTo>
                  <a:lnTo>
                    <a:pt x="38318" y="63167"/>
                  </a:lnTo>
                  <a:lnTo>
                    <a:pt x="37339" y="63170"/>
                  </a:lnTo>
                  <a:lnTo>
                    <a:pt x="36642" y="63545"/>
                  </a:lnTo>
                  <a:lnTo>
                    <a:pt x="36237" y="63983"/>
                  </a:lnTo>
                  <a:lnTo>
                    <a:pt x="35980" y="65326"/>
                  </a:lnTo>
                  <a:lnTo>
                    <a:pt x="35745" y="65527"/>
                  </a:lnTo>
                  <a:lnTo>
                    <a:pt x="35335" y="65625"/>
                  </a:lnTo>
                  <a:lnTo>
                    <a:pt x="34790" y="65556"/>
                  </a:lnTo>
                  <a:lnTo>
                    <a:pt x="33646" y="65567"/>
                  </a:lnTo>
                  <a:lnTo>
                    <a:pt x="31669" y="65329"/>
                  </a:lnTo>
                  <a:lnTo>
                    <a:pt x="29182" y="65258"/>
                  </a:lnTo>
                  <a:lnTo>
                    <a:pt x="27313" y="65936"/>
                  </a:lnTo>
                  <a:lnTo>
                    <a:pt x="25836" y="66909"/>
                  </a:lnTo>
                  <a:lnTo>
                    <a:pt x="24425" y="68009"/>
                  </a:lnTo>
                  <a:lnTo>
                    <a:pt x="22765" y="69746"/>
                  </a:lnTo>
                  <a:lnTo>
                    <a:pt x="22278" y="70517"/>
                  </a:lnTo>
                  <a:lnTo>
                    <a:pt x="21299" y="73596"/>
                  </a:lnTo>
                  <a:lnTo>
                    <a:pt x="20866" y="74039"/>
                  </a:lnTo>
                  <a:lnTo>
                    <a:pt x="20300" y="74394"/>
                  </a:lnTo>
                  <a:lnTo>
                    <a:pt x="19726" y="74456"/>
                  </a:lnTo>
                  <a:lnTo>
                    <a:pt x="18588" y="74912"/>
                  </a:lnTo>
                  <a:lnTo>
                    <a:pt x="17085" y="75665"/>
                  </a:lnTo>
                  <a:lnTo>
                    <a:pt x="16062" y="75960"/>
                  </a:lnTo>
                  <a:lnTo>
                    <a:pt x="13437" y="75805"/>
                  </a:lnTo>
                  <a:lnTo>
                    <a:pt x="13282" y="74828"/>
                  </a:lnTo>
                  <a:lnTo>
                    <a:pt x="12809" y="71258"/>
                  </a:lnTo>
                  <a:lnTo>
                    <a:pt x="12579" y="67654"/>
                  </a:lnTo>
                  <a:lnTo>
                    <a:pt x="12595" y="65994"/>
                  </a:lnTo>
                  <a:lnTo>
                    <a:pt x="12869" y="62665"/>
                  </a:lnTo>
                  <a:lnTo>
                    <a:pt x="12847" y="60987"/>
                  </a:lnTo>
                  <a:lnTo>
                    <a:pt x="12736" y="59467"/>
                  </a:lnTo>
                  <a:lnTo>
                    <a:pt x="12845" y="57976"/>
                  </a:lnTo>
                  <a:lnTo>
                    <a:pt x="13054" y="56300"/>
                  </a:lnTo>
                  <a:lnTo>
                    <a:pt x="13164" y="54597"/>
                  </a:lnTo>
                  <a:lnTo>
                    <a:pt x="13006" y="53409"/>
                  </a:lnTo>
                  <a:lnTo>
                    <a:pt x="12498" y="52450"/>
                  </a:lnTo>
                  <a:lnTo>
                    <a:pt x="11639" y="51263"/>
                  </a:lnTo>
                  <a:lnTo>
                    <a:pt x="11503" y="50561"/>
                  </a:lnTo>
                  <a:lnTo>
                    <a:pt x="11454" y="49778"/>
                  </a:lnTo>
                  <a:lnTo>
                    <a:pt x="10631" y="49689"/>
                  </a:lnTo>
                  <a:lnTo>
                    <a:pt x="9892" y="48878"/>
                  </a:lnTo>
                  <a:lnTo>
                    <a:pt x="9282" y="48437"/>
                  </a:lnTo>
                  <a:lnTo>
                    <a:pt x="7970" y="47947"/>
                  </a:lnTo>
                  <a:lnTo>
                    <a:pt x="7312" y="47922"/>
                  </a:lnTo>
                  <a:lnTo>
                    <a:pt x="6712" y="48282"/>
                  </a:lnTo>
                  <a:lnTo>
                    <a:pt x="6270" y="49005"/>
                  </a:lnTo>
                  <a:lnTo>
                    <a:pt x="5961" y="47866"/>
                  </a:lnTo>
                  <a:lnTo>
                    <a:pt x="5969" y="46674"/>
                  </a:lnTo>
                  <a:lnTo>
                    <a:pt x="7017" y="44213"/>
                  </a:lnTo>
                  <a:lnTo>
                    <a:pt x="7673" y="44931"/>
                  </a:lnTo>
                  <a:lnTo>
                    <a:pt x="8474" y="45219"/>
                  </a:lnTo>
                  <a:lnTo>
                    <a:pt x="9494" y="45263"/>
                  </a:lnTo>
                  <a:lnTo>
                    <a:pt x="10494" y="45072"/>
                  </a:lnTo>
                  <a:lnTo>
                    <a:pt x="10298" y="44229"/>
                  </a:lnTo>
                  <a:lnTo>
                    <a:pt x="9834" y="43750"/>
                  </a:lnTo>
                  <a:lnTo>
                    <a:pt x="9256" y="43373"/>
                  </a:lnTo>
                  <a:lnTo>
                    <a:pt x="9050" y="42261"/>
                  </a:lnTo>
                  <a:lnTo>
                    <a:pt x="9124" y="41108"/>
                  </a:lnTo>
                  <a:lnTo>
                    <a:pt x="9398" y="40017"/>
                  </a:lnTo>
                  <a:lnTo>
                    <a:pt x="9086" y="39578"/>
                  </a:lnTo>
                  <a:lnTo>
                    <a:pt x="8612" y="39306"/>
                  </a:lnTo>
                  <a:lnTo>
                    <a:pt x="7518" y="39339"/>
                  </a:lnTo>
                  <a:lnTo>
                    <a:pt x="6099" y="39051"/>
                  </a:lnTo>
                  <a:lnTo>
                    <a:pt x="4670" y="38926"/>
                  </a:lnTo>
                  <a:lnTo>
                    <a:pt x="4335" y="40211"/>
                  </a:lnTo>
                  <a:lnTo>
                    <a:pt x="5124" y="41900"/>
                  </a:lnTo>
                  <a:lnTo>
                    <a:pt x="4455" y="41070"/>
                  </a:lnTo>
                  <a:lnTo>
                    <a:pt x="3825" y="39974"/>
                  </a:lnTo>
                  <a:lnTo>
                    <a:pt x="2940" y="38000"/>
                  </a:lnTo>
                  <a:lnTo>
                    <a:pt x="2370" y="35688"/>
                  </a:lnTo>
                  <a:lnTo>
                    <a:pt x="2269" y="33192"/>
                  </a:lnTo>
                  <a:lnTo>
                    <a:pt x="2752" y="31127"/>
                  </a:lnTo>
                  <a:lnTo>
                    <a:pt x="3368" y="29190"/>
                  </a:lnTo>
                  <a:lnTo>
                    <a:pt x="3740" y="26709"/>
                  </a:lnTo>
                  <a:lnTo>
                    <a:pt x="4253" y="24274"/>
                  </a:lnTo>
                  <a:lnTo>
                    <a:pt x="4766" y="25365"/>
                  </a:lnTo>
                  <a:lnTo>
                    <a:pt x="5352" y="26343"/>
                  </a:lnTo>
                  <a:lnTo>
                    <a:pt x="6162" y="27247"/>
                  </a:lnTo>
                  <a:lnTo>
                    <a:pt x="6604" y="27463"/>
                  </a:lnTo>
                  <a:lnTo>
                    <a:pt x="7938" y="27836"/>
                  </a:lnTo>
                  <a:lnTo>
                    <a:pt x="8796" y="27696"/>
                  </a:lnTo>
                  <a:lnTo>
                    <a:pt x="9711" y="27162"/>
                  </a:lnTo>
                  <a:lnTo>
                    <a:pt x="10609" y="27337"/>
                  </a:lnTo>
                  <a:lnTo>
                    <a:pt x="11351" y="28342"/>
                  </a:lnTo>
                  <a:lnTo>
                    <a:pt x="12014" y="29468"/>
                  </a:lnTo>
                  <a:lnTo>
                    <a:pt x="13019" y="29705"/>
                  </a:lnTo>
                  <a:lnTo>
                    <a:pt x="15090" y="28891"/>
                  </a:lnTo>
                  <a:lnTo>
                    <a:pt x="16075" y="28705"/>
                  </a:lnTo>
                  <a:lnTo>
                    <a:pt x="16929" y="29078"/>
                  </a:lnTo>
                  <a:lnTo>
                    <a:pt x="17370" y="29146"/>
                  </a:lnTo>
                  <a:lnTo>
                    <a:pt x="17819" y="29084"/>
                  </a:lnTo>
                  <a:lnTo>
                    <a:pt x="17430" y="28084"/>
                  </a:lnTo>
                  <a:lnTo>
                    <a:pt x="17271" y="27113"/>
                  </a:lnTo>
                  <a:lnTo>
                    <a:pt x="17791" y="26599"/>
                  </a:lnTo>
                  <a:lnTo>
                    <a:pt x="19425" y="27145"/>
                  </a:lnTo>
                  <a:lnTo>
                    <a:pt x="20465" y="26781"/>
                  </a:lnTo>
                  <a:lnTo>
                    <a:pt x="20730" y="26576"/>
                  </a:lnTo>
                  <a:lnTo>
                    <a:pt x="20967" y="26324"/>
                  </a:lnTo>
                  <a:lnTo>
                    <a:pt x="21091" y="25485"/>
                  </a:lnTo>
                  <a:lnTo>
                    <a:pt x="21041" y="24624"/>
                  </a:lnTo>
                  <a:lnTo>
                    <a:pt x="20907" y="23813"/>
                  </a:lnTo>
                  <a:lnTo>
                    <a:pt x="20602" y="23101"/>
                  </a:lnTo>
                  <a:lnTo>
                    <a:pt x="19851" y="22106"/>
                  </a:lnTo>
                  <a:lnTo>
                    <a:pt x="16941" y="19732"/>
                  </a:lnTo>
                  <a:lnTo>
                    <a:pt x="15962" y="18786"/>
                  </a:lnTo>
                  <a:lnTo>
                    <a:pt x="15146" y="17561"/>
                  </a:lnTo>
                  <a:lnTo>
                    <a:pt x="14626" y="15832"/>
                  </a:lnTo>
                  <a:lnTo>
                    <a:pt x="14204" y="14030"/>
                  </a:lnTo>
                  <a:lnTo>
                    <a:pt x="13812" y="12692"/>
                  </a:lnTo>
                  <a:lnTo>
                    <a:pt x="12796" y="9586"/>
                  </a:lnTo>
                  <a:lnTo>
                    <a:pt x="12401" y="9217"/>
                  </a:lnTo>
                  <a:lnTo>
                    <a:pt x="11906" y="9053"/>
                  </a:lnTo>
                  <a:lnTo>
                    <a:pt x="10700" y="8955"/>
                  </a:lnTo>
                  <a:lnTo>
                    <a:pt x="9480" y="9181"/>
                  </a:lnTo>
                  <a:lnTo>
                    <a:pt x="7484" y="9716"/>
                  </a:lnTo>
                  <a:lnTo>
                    <a:pt x="6341" y="9549"/>
                  </a:lnTo>
                  <a:lnTo>
                    <a:pt x="5813" y="9880"/>
                  </a:lnTo>
                  <a:lnTo>
                    <a:pt x="4504" y="11189"/>
                  </a:lnTo>
                  <a:lnTo>
                    <a:pt x="3892" y="12311"/>
                  </a:lnTo>
                  <a:lnTo>
                    <a:pt x="3036" y="14877"/>
                  </a:lnTo>
                  <a:lnTo>
                    <a:pt x="3686" y="15704"/>
                  </a:lnTo>
                  <a:lnTo>
                    <a:pt x="3674" y="16246"/>
                  </a:lnTo>
                  <a:lnTo>
                    <a:pt x="3181" y="20037"/>
                  </a:lnTo>
                  <a:lnTo>
                    <a:pt x="3481" y="21875"/>
                  </a:lnTo>
                  <a:lnTo>
                    <a:pt x="3373" y="22012"/>
                  </a:lnTo>
                  <a:lnTo>
                    <a:pt x="3138" y="21585"/>
                  </a:lnTo>
                  <a:lnTo>
                    <a:pt x="2397" y="19708"/>
                  </a:lnTo>
                  <a:lnTo>
                    <a:pt x="1092" y="17421"/>
                  </a:lnTo>
                  <a:lnTo>
                    <a:pt x="0" y="13921"/>
                  </a:lnTo>
                  <a:lnTo>
                    <a:pt x="1920" y="11633"/>
                  </a:lnTo>
                  <a:lnTo>
                    <a:pt x="3563" y="10012"/>
                  </a:lnTo>
                  <a:lnTo>
                    <a:pt x="4906" y="9034"/>
                  </a:lnTo>
                  <a:lnTo>
                    <a:pt x="5317" y="8797"/>
                  </a:lnTo>
                  <a:lnTo>
                    <a:pt x="7154" y="7986"/>
                  </a:lnTo>
                  <a:lnTo>
                    <a:pt x="9526" y="7255"/>
                  </a:lnTo>
                  <a:lnTo>
                    <a:pt x="11272" y="6717"/>
                  </a:lnTo>
                  <a:lnTo>
                    <a:pt x="13552" y="6258"/>
                  </a:lnTo>
                  <a:lnTo>
                    <a:pt x="14298" y="6173"/>
                  </a:lnTo>
                  <a:lnTo>
                    <a:pt x="15394" y="6182"/>
                  </a:lnTo>
                  <a:lnTo>
                    <a:pt x="16282" y="6615"/>
                  </a:lnTo>
                  <a:lnTo>
                    <a:pt x="16821" y="6952"/>
                  </a:lnTo>
                  <a:lnTo>
                    <a:pt x="18722" y="8344"/>
                  </a:lnTo>
                  <a:lnTo>
                    <a:pt x="20663" y="9766"/>
                  </a:lnTo>
                  <a:lnTo>
                    <a:pt x="22327" y="11343"/>
                  </a:lnTo>
                  <a:lnTo>
                    <a:pt x="22799" y="11986"/>
                  </a:lnTo>
                  <a:lnTo>
                    <a:pt x="23063" y="12754"/>
                  </a:lnTo>
                  <a:lnTo>
                    <a:pt x="23259" y="13507"/>
                  </a:lnTo>
                  <a:lnTo>
                    <a:pt x="24673" y="15897"/>
                  </a:lnTo>
                  <a:lnTo>
                    <a:pt x="25245" y="16991"/>
                  </a:lnTo>
                  <a:lnTo>
                    <a:pt x="26071" y="18416"/>
                  </a:lnTo>
                  <a:lnTo>
                    <a:pt x="26735" y="19109"/>
                  </a:lnTo>
                  <a:lnTo>
                    <a:pt x="27384" y="19966"/>
                  </a:lnTo>
                  <a:lnTo>
                    <a:pt x="27819" y="20673"/>
                  </a:lnTo>
                  <a:lnTo>
                    <a:pt x="28317" y="21008"/>
                  </a:lnTo>
                  <a:lnTo>
                    <a:pt x="28868" y="21141"/>
                  </a:lnTo>
                  <a:lnTo>
                    <a:pt x="30130" y="20917"/>
                  </a:lnTo>
                  <a:lnTo>
                    <a:pt x="31648" y="20470"/>
                  </a:lnTo>
                  <a:lnTo>
                    <a:pt x="32555" y="20285"/>
                  </a:lnTo>
                  <a:lnTo>
                    <a:pt x="32957" y="20311"/>
                  </a:lnTo>
                  <a:lnTo>
                    <a:pt x="35460" y="20470"/>
                  </a:lnTo>
                  <a:lnTo>
                    <a:pt x="37711" y="20612"/>
                  </a:lnTo>
                  <a:lnTo>
                    <a:pt x="40490" y="20789"/>
                  </a:lnTo>
                  <a:lnTo>
                    <a:pt x="41315" y="20954"/>
                  </a:lnTo>
                  <a:lnTo>
                    <a:pt x="42308" y="21107"/>
                  </a:lnTo>
                  <a:lnTo>
                    <a:pt x="42801" y="21130"/>
                  </a:lnTo>
                  <a:lnTo>
                    <a:pt x="43239" y="20519"/>
                  </a:lnTo>
                  <a:lnTo>
                    <a:pt x="43528" y="20184"/>
                  </a:lnTo>
                  <a:lnTo>
                    <a:pt x="43756" y="19919"/>
                  </a:lnTo>
                  <a:lnTo>
                    <a:pt x="43709" y="19620"/>
                  </a:lnTo>
                  <a:lnTo>
                    <a:pt x="43357" y="19366"/>
                  </a:lnTo>
                  <a:lnTo>
                    <a:pt x="42803" y="18521"/>
                  </a:lnTo>
                  <a:lnTo>
                    <a:pt x="42488" y="15470"/>
                  </a:lnTo>
                  <a:lnTo>
                    <a:pt x="42291" y="12858"/>
                  </a:lnTo>
                  <a:lnTo>
                    <a:pt x="42950" y="12045"/>
                  </a:lnTo>
                  <a:lnTo>
                    <a:pt x="43706" y="11455"/>
                  </a:lnTo>
                  <a:lnTo>
                    <a:pt x="44796" y="9679"/>
                  </a:lnTo>
                  <a:lnTo>
                    <a:pt x="45381" y="9131"/>
                  </a:lnTo>
                  <a:lnTo>
                    <a:pt x="46243" y="8677"/>
                  </a:lnTo>
                  <a:lnTo>
                    <a:pt x="49123" y="8559"/>
                  </a:lnTo>
                  <a:lnTo>
                    <a:pt x="50335" y="8210"/>
                  </a:lnTo>
                  <a:lnTo>
                    <a:pt x="50729" y="7635"/>
                  </a:lnTo>
                  <a:lnTo>
                    <a:pt x="51368" y="6182"/>
                  </a:lnTo>
                  <a:lnTo>
                    <a:pt x="51578" y="4999"/>
                  </a:lnTo>
                  <a:lnTo>
                    <a:pt x="51936" y="4458"/>
                  </a:lnTo>
                  <a:lnTo>
                    <a:pt x="52366" y="4056"/>
                  </a:lnTo>
                  <a:lnTo>
                    <a:pt x="52806" y="4071"/>
                  </a:lnTo>
                  <a:lnTo>
                    <a:pt x="53659" y="4420"/>
                  </a:lnTo>
                  <a:lnTo>
                    <a:pt x="54307" y="4613"/>
                  </a:lnTo>
                  <a:lnTo>
                    <a:pt x="54769" y="4876"/>
                  </a:lnTo>
                  <a:lnTo>
                    <a:pt x="55188" y="5293"/>
                  </a:lnTo>
                  <a:lnTo>
                    <a:pt x="55597" y="6021"/>
                  </a:lnTo>
                  <a:lnTo>
                    <a:pt x="55660" y="6499"/>
                  </a:lnTo>
                  <a:lnTo>
                    <a:pt x="55849" y="6778"/>
                  </a:lnTo>
                  <a:lnTo>
                    <a:pt x="56174" y="6783"/>
                  </a:lnTo>
                  <a:lnTo>
                    <a:pt x="56416" y="6787"/>
                  </a:lnTo>
                  <a:lnTo>
                    <a:pt x="56580" y="6682"/>
                  </a:lnTo>
                  <a:lnTo>
                    <a:pt x="56689" y="6438"/>
                  </a:lnTo>
                  <a:lnTo>
                    <a:pt x="56604" y="6113"/>
                  </a:lnTo>
                  <a:lnTo>
                    <a:pt x="56048" y="5185"/>
                  </a:lnTo>
                  <a:lnTo>
                    <a:pt x="54823" y="3503"/>
                  </a:lnTo>
                  <a:lnTo>
                    <a:pt x="54023" y="2818"/>
                  </a:lnTo>
                  <a:lnTo>
                    <a:pt x="53625" y="2447"/>
                  </a:lnTo>
                  <a:lnTo>
                    <a:pt x="53526" y="2097"/>
                  </a:lnTo>
                  <a:lnTo>
                    <a:pt x="54045" y="1564"/>
                  </a:lnTo>
                  <a:lnTo>
                    <a:pt x="54549" y="1260"/>
                  </a:lnTo>
                  <a:lnTo>
                    <a:pt x="55433" y="1488"/>
                  </a:lnTo>
                  <a:lnTo>
                    <a:pt x="56606" y="1612"/>
                  </a:lnTo>
                  <a:lnTo>
                    <a:pt x="57128" y="1346"/>
                  </a:lnTo>
                  <a:lnTo>
                    <a:pt x="57665" y="0"/>
                  </a:lnTo>
                  <a:lnTo>
                    <a:pt x="58998" y="1426"/>
                  </a:lnTo>
                  <a:lnTo>
                    <a:pt x="60389" y="3026"/>
                  </a:lnTo>
                  <a:lnTo>
                    <a:pt x="60899" y="3322"/>
                  </a:lnTo>
                  <a:lnTo>
                    <a:pt x="61892" y="3491"/>
                  </a:lnTo>
                  <a:lnTo>
                    <a:pt x="62718" y="3552"/>
                  </a:lnTo>
                  <a:lnTo>
                    <a:pt x="63063" y="3724"/>
                  </a:lnTo>
                  <a:lnTo>
                    <a:pt x="63437" y="4139"/>
                  </a:lnTo>
                  <a:lnTo>
                    <a:pt x="64169" y="5890"/>
                  </a:lnTo>
                  <a:lnTo>
                    <a:pt x="64905" y="6348"/>
                  </a:lnTo>
                  <a:lnTo>
                    <a:pt x="65820" y="6680"/>
                  </a:lnTo>
                  <a:lnTo>
                    <a:pt x="68768" y="6651"/>
                  </a:lnTo>
                  <a:lnTo>
                    <a:pt x="69673" y="6740"/>
                  </a:lnTo>
                  <a:lnTo>
                    <a:pt x="70413" y="7565"/>
                  </a:lnTo>
                  <a:lnTo>
                    <a:pt x="70873" y="7904"/>
                  </a:lnTo>
                  <a:lnTo>
                    <a:pt x="71071" y="8196"/>
                  </a:lnTo>
                  <a:lnTo>
                    <a:pt x="71021" y="8560"/>
                  </a:lnTo>
                  <a:lnTo>
                    <a:pt x="70840" y="9020"/>
                  </a:lnTo>
                  <a:lnTo>
                    <a:pt x="70817" y="9908"/>
                  </a:lnTo>
                  <a:lnTo>
                    <a:pt x="70769" y="10595"/>
                  </a:lnTo>
                  <a:lnTo>
                    <a:pt x="70534" y="10921"/>
                  </a:lnTo>
                  <a:lnTo>
                    <a:pt x="70463" y="11227"/>
                  </a:lnTo>
                  <a:lnTo>
                    <a:pt x="70660" y="11494"/>
                  </a:lnTo>
                  <a:lnTo>
                    <a:pt x="72025" y="12149"/>
                  </a:lnTo>
                  <a:lnTo>
                    <a:pt x="72486" y="12852"/>
                  </a:lnTo>
                  <a:lnTo>
                    <a:pt x="72831" y="13167"/>
                  </a:lnTo>
                  <a:lnTo>
                    <a:pt x="72913" y="13603"/>
                  </a:lnTo>
                  <a:lnTo>
                    <a:pt x="72682" y="13894"/>
                  </a:lnTo>
                  <a:lnTo>
                    <a:pt x="72041" y="13749"/>
                  </a:lnTo>
                  <a:lnTo>
                    <a:pt x="71729" y="14210"/>
                  </a:lnTo>
                  <a:lnTo>
                    <a:pt x="71729" y="15034"/>
                  </a:lnTo>
                  <a:lnTo>
                    <a:pt x="72187" y="15809"/>
                  </a:lnTo>
                  <a:lnTo>
                    <a:pt x="72319" y="16518"/>
                  </a:lnTo>
                  <a:lnTo>
                    <a:pt x="72017" y="17201"/>
                  </a:lnTo>
                  <a:lnTo>
                    <a:pt x="71664" y="18163"/>
                  </a:lnTo>
                  <a:lnTo>
                    <a:pt x="71651" y="18845"/>
                  </a:lnTo>
                  <a:lnTo>
                    <a:pt x="71862" y="19234"/>
                  </a:lnTo>
                  <a:lnTo>
                    <a:pt x="72906" y="19938"/>
                  </a:lnTo>
                  <a:lnTo>
                    <a:pt x="75318" y="21714"/>
                  </a:lnTo>
                  <a:lnTo>
                    <a:pt x="75873" y="21790"/>
                  </a:lnTo>
                  <a:lnTo>
                    <a:pt x="78156" y="21378"/>
                  </a:lnTo>
                  <a:lnTo>
                    <a:pt x="79218" y="21337"/>
                  </a:lnTo>
                  <a:lnTo>
                    <a:pt x="79843" y="21611"/>
                  </a:lnTo>
                  <a:lnTo>
                    <a:pt x="81609" y="21864"/>
                  </a:lnTo>
                  <a:lnTo>
                    <a:pt x="82171" y="22147"/>
                  </a:lnTo>
                  <a:lnTo>
                    <a:pt x="82768" y="22166"/>
                  </a:lnTo>
                  <a:lnTo>
                    <a:pt x="83586" y="22084"/>
                  </a:lnTo>
                  <a:lnTo>
                    <a:pt x="84141" y="21288"/>
                  </a:lnTo>
                  <a:lnTo>
                    <a:pt x="84423" y="21107"/>
                  </a:lnTo>
                  <a:lnTo>
                    <a:pt x="84672" y="20975"/>
                  </a:lnTo>
                  <a:lnTo>
                    <a:pt x="85176" y="20955"/>
                  </a:lnTo>
                  <a:lnTo>
                    <a:pt x="86572" y="21460"/>
                  </a:lnTo>
                  <a:lnTo>
                    <a:pt x="88042" y="22526"/>
                  </a:lnTo>
                  <a:lnTo>
                    <a:pt x="89016" y="23498"/>
                  </a:lnTo>
                  <a:lnTo>
                    <a:pt x="89496" y="24378"/>
                  </a:lnTo>
                  <a:lnTo>
                    <a:pt x="90102" y="26287"/>
                  </a:lnTo>
                  <a:lnTo>
                    <a:pt x="90834" y="29223"/>
                  </a:lnTo>
                  <a:lnTo>
                    <a:pt x="91718" y="31204"/>
                  </a:lnTo>
                  <a:lnTo>
                    <a:pt x="92755" y="32233"/>
                  </a:lnTo>
                  <a:lnTo>
                    <a:pt x="93483" y="34121"/>
                  </a:lnTo>
                  <a:lnTo>
                    <a:pt x="94113" y="38248"/>
                  </a:lnTo>
                  <a:lnTo>
                    <a:pt x="94507" y="39093"/>
                  </a:lnTo>
                  <a:lnTo>
                    <a:pt x="94907" y="39533"/>
                  </a:lnTo>
                  <a:lnTo>
                    <a:pt x="96091" y="40727"/>
                  </a:lnTo>
                  <a:lnTo>
                    <a:pt x="98515" y="42703"/>
                  </a:lnTo>
                  <a:lnTo>
                    <a:pt x="99946" y="43870"/>
                  </a:lnTo>
                  <a:lnTo>
                    <a:pt x="102158" y="45734"/>
                  </a:lnTo>
                  <a:lnTo>
                    <a:pt x="104184" y="47441"/>
                  </a:lnTo>
                  <a:lnTo>
                    <a:pt x="106215" y="50077"/>
                  </a:lnTo>
                  <a:lnTo>
                    <a:pt x="106621" y="50462"/>
                  </a:lnTo>
                  <a:lnTo>
                    <a:pt x="108408" y="51887"/>
                  </a:lnTo>
                  <a:lnTo>
                    <a:pt x="110397" y="53348"/>
                  </a:lnTo>
                  <a:lnTo>
                    <a:pt x="111789" y="53018"/>
                  </a:lnTo>
                  <a:lnTo>
                    <a:pt x="113887" y="55265"/>
                  </a:lnTo>
                  <a:lnTo>
                    <a:pt x="114740" y="56098"/>
                  </a:lnTo>
                  <a:lnTo>
                    <a:pt x="115101" y="56383"/>
                  </a:lnTo>
                  <a:lnTo>
                    <a:pt x="116621" y="57270"/>
                  </a:lnTo>
                  <a:lnTo>
                    <a:pt x="119043" y="59125"/>
                  </a:lnTo>
                  <a:lnTo>
                    <a:pt x="122098" y="61784"/>
                  </a:lnTo>
                  <a:lnTo>
                    <a:pt x="124116" y="63321"/>
                  </a:lnTo>
                  <a:lnTo>
                    <a:pt x="124665" y="63500"/>
                  </a:lnTo>
                  <a:lnTo>
                    <a:pt x="125210" y="63492"/>
                  </a:lnTo>
                  <a:lnTo>
                    <a:pt x="125794" y="63161"/>
                  </a:lnTo>
                  <a:lnTo>
                    <a:pt x="126427" y="62900"/>
                  </a:lnTo>
                  <a:lnTo>
                    <a:pt x="127506" y="63242"/>
                  </a:lnTo>
                  <a:lnTo>
                    <a:pt x="128676" y="63857"/>
                  </a:lnTo>
                  <a:lnTo>
                    <a:pt x="129417" y="64324"/>
                  </a:lnTo>
                  <a:lnTo>
                    <a:pt x="130273" y="65002"/>
                  </a:lnTo>
                  <a:lnTo>
                    <a:pt x="130951" y="65642"/>
                  </a:lnTo>
                  <a:lnTo>
                    <a:pt x="131466" y="65939"/>
                  </a:lnTo>
                  <a:lnTo>
                    <a:pt x="133214" y="66498"/>
                  </a:lnTo>
                  <a:lnTo>
                    <a:pt x="133514" y="66834"/>
                  </a:lnTo>
                  <a:lnTo>
                    <a:pt x="133704" y="67209"/>
                  </a:lnTo>
                  <a:lnTo>
                    <a:pt x="133732" y="67597"/>
                  </a:lnTo>
                  <a:lnTo>
                    <a:pt x="132751" y="69637"/>
                  </a:lnTo>
                  <a:lnTo>
                    <a:pt x="132616" y="72240"/>
                  </a:lnTo>
                  <a:lnTo>
                    <a:pt x="132610" y="7419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g1439"/>
            <p:cNvSpPr/>
            <p:nvPr/>
          </p:nvSpPr>
          <p:spPr>
            <a:xfrm>
              <a:off x="5196051" y="2546738"/>
              <a:ext cx="3860" cy="3313"/>
            </a:xfrm>
            <a:custGeom>
              <a:avLst/>
              <a:pathLst>
                <a:path w="3860" h="3313">
                  <a:moveTo>
                    <a:pt x="0" y="2109"/>
                  </a:moveTo>
                  <a:lnTo>
                    <a:pt x="1530" y="918"/>
                  </a:lnTo>
                  <a:lnTo>
                    <a:pt x="3860" y="0"/>
                  </a:lnTo>
                  <a:lnTo>
                    <a:pt x="3802" y="672"/>
                  </a:lnTo>
                  <a:lnTo>
                    <a:pt x="3563" y="1729"/>
                  </a:lnTo>
                  <a:lnTo>
                    <a:pt x="3210" y="2225"/>
                  </a:lnTo>
                  <a:lnTo>
                    <a:pt x="2677" y="3116"/>
                  </a:lnTo>
                  <a:lnTo>
                    <a:pt x="2327" y="3313"/>
                  </a:lnTo>
                  <a:lnTo>
                    <a:pt x="929" y="3117"/>
                  </a:lnTo>
                  <a:lnTo>
                    <a:pt x="749" y="3247"/>
                  </a:lnTo>
                  <a:lnTo>
                    <a:pt x="509" y="3153"/>
                  </a:lnTo>
                  <a:lnTo>
                    <a:pt x="152" y="258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g1440"/>
            <p:cNvSpPr/>
            <p:nvPr/>
          </p:nvSpPr>
          <p:spPr>
            <a:xfrm>
              <a:off x="5204364" y="2534539"/>
              <a:ext cx="22526" cy="16684"/>
            </a:xfrm>
            <a:custGeom>
              <a:avLst/>
              <a:pathLst>
                <a:path w="22526" h="16684">
                  <a:moveTo>
                    <a:pt x="1448" y="16684"/>
                  </a:moveTo>
                  <a:lnTo>
                    <a:pt x="1121" y="14870"/>
                  </a:lnTo>
                  <a:lnTo>
                    <a:pt x="775" y="14090"/>
                  </a:lnTo>
                  <a:lnTo>
                    <a:pt x="503" y="13648"/>
                  </a:lnTo>
                  <a:lnTo>
                    <a:pt x="412" y="13096"/>
                  </a:lnTo>
                  <a:lnTo>
                    <a:pt x="426" y="12525"/>
                  </a:lnTo>
                  <a:lnTo>
                    <a:pt x="591" y="12262"/>
                  </a:lnTo>
                  <a:lnTo>
                    <a:pt x="1754" y="12192"/>
                  </a:lnTo>
                  <a:lnTo>
                    <a:pt x="2217" y="11259"/>
                  </a:lnTo>
                  <a:lnTo>
                    <a:pt x="2213" y="10138"/>
                  </a:lnTo>
                  <a:lnTo>
                    <a:pt x="1980" y="9759"/>
                  </a:lnTo>
                  <a:lnTo>
                    <a:pt x="1753" y="9600"/>
                  </a:lnTo>
                  <a:lnTo>
                    <a:pt x="550" y="10440"/>
                  </a:lnTo>
                  <a:lnTo>
                    <a:pt x="206" y="10289"/>
                  </a:lnTo>
                  <a:lnTo>
                    <a:pt x="0" y="9984"/>
                  </a:lnTo>
                  <a:lnTo>
                    <a:pt x="68" y="8741"/>
                  </a:lnTo>
                  <a:lnTo>
                    <a:pt x="1058" y="7578"/>
                  </a:lnTo>
                  <a:lnTo>
                    <a:pt x="1898" y="5471"/>
                  </a:lnTo>
                  <a:lnTo>
                    <a:pt x="2488" y="4632"/>
                  </a:lnTo>
                  <a:lnTo>
                    <a:pt x="3860" y="3843"/>
                  </a:lnTo>
                  <a:lnTo>
                    <a:pt x="4416" y="3621"/>
                  </a:lnTo>
                  <a:lnTo>
                    <a:pt x="8413" y="2461"/>
                  </a:lnTo>
                  <a:lnTo>
                    <a:pt x="9366" y="2382"/>
                  </a:lnTo>
                  <a:lnTo>
                    <a:pt x="11899" y="2416"/>
                  </a:lnTo>
                  <a:lnTo>
                    <a:pt x="15288" y="2163"/>
                  </a:lnTo>
                  <a:lnTo>
                    <a:pt x="16127" y="2005"/>
                  </a:lnTo>
                  <a:lnTo>
                    <a:pt x="17214" y="1492"/>
                  </a:lnTo>
                  <a:lnTo>
                    <a:pt x="18265" y="859"/>
                  </a:lnTo>
                  <a:lnTo>
                    <a:pt x="18823" y="360"/>
                  </a:lnTo>
                  <a:lnTo>
                    <a:pt x="19407" y="0"/>
                  </a:lnTo>
                  <a:lnTo>
                    <a:pt x="20278" y="453"/>
                  </a:lnTo>
                  <a:lnTo>
                    <a:pt x="21758" y="798"/>
                  </a:lnTo>
                  <a:lnTo>
                    <a:pt x="22157" y="1099"/>
                  </a:lnTo>
                  <a:lnTo>
                    <a:pt x="22526" y="1517"/>
                  </a:lnTo>
                  <a:lnTo>
                    <a:pt x="20809" y="3736"/>
                  </a:lnTo>
                  <a:lnTo>
                    <a:pt x="18923" y="5572"/>
                  </a:lnTo>
                  <a:lnTo>
                    <a:pt x="17762" y="6128"/>
                  </a:lnTo>
                  <a:lnTo>
                    <a:pt x="16560" y="6504"/>
                  </a:lnTo>
                  <a:lnTo>
                    <a:pt x="15643" y="7213"/>
                  </a:lnTo>
                  <a:lnTo>
                    <a:pt x="14871" y="8326"/>
                  </a:lnTo>
                  <a:lnTo>
                    <a:pt x="13883" y="8953"/>
                  </a:lnTo>
                  <a:lnTo>
                    <a:pt x="12769" y="9164"/>
                  </a:lnTo>
                  <a:lnTo>
                    <a:pt x="11818" y="9497"/>
                  </a:lnTo>
                  <a:lnTo>
                    <a:pt x="10955" y="10151"/>
                  </a:lnTo>
                  <a:lnTo>
                    <a:pt x="9754" y="11272"/>
                  </a:lnTo>
                  <a:lnTo>
                    <a:pt x="9268" y="11387"/>
                  </a:lnTo>
                  <a:lnTo>
                    <a:pt x="8754" y="11359"/>
                  </a:lnTo>
                  <a:lnTo>
                    <a:pt x="7759" y="11788"/>
                  </a:lnTo>
                  <a:lnTo>
                    <a:pt x="4663" y="13390"/>
                  </a:lnTo>
                  <a:lnTo>
                    <a:pt x="2793" y="1517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g1441"/>
            <p:cNvSpPr/>
            <p:nvPr/>
          </p:nvSpPr>
          <p:spPr>
            <a:xfrm>
              <a:off x="5209966" y="2532088"/>
              <a:ext cx="1314" cy="2397"/>
            </a:xfrm>
            <a:custGeom>
              <a:avLst/>
              <a:pathLst>
                <a:path w="1314" h="2397">
                  <a:moveTo>
                    <a:pt x="1314" y="0"/>
                  </a:moveTo>
                  <a:lnTo>
                    <a:pt x="684" y="2397"/>
                  </a:lnTo>
                  <a:lnTo>
                    <a:pt x="0" y="1885"/>
                  </a:lnTo>
                  <a:lnTo>
                    <a:pt x="727" y="539"/>
                  </a:lnTo>
                  <a:lnTo>
                    <a:pt x="1078" y="14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g1442"/>
            <p:cNvSpPr/>
            <p:nvPr/>
          </p:nvSpPr>
          <p:spPr>
            <a:xfrm>
              <a:off x="2367182" y="2715649"/>
              <a:ext cx="565" cy="2093"/>
            </a:xfrm>
            <a:custGeom>
              <a:avLst/>
              <a:pathLst>
                <a:path w="565" h="2093">
                  <a:moveTo>
                    <a:pt x="565" y="0"/>
                  </a:moveTo>
                  <a:lnTo>
                    <a:pt x="513" y="2093"/>
                  </a:lnTo>
                  <a:lnTo>
                    <a:pt x="51" y="1133"/>
                  </a:lnTo>
                  <a:lnTo>
                    <a:pt x="0" y="68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g1443"/>
            <p:cNvSpPr/>
            <p:nvPr/>
          </p:nvSpPr>
          <p:spPr>
            <a:xfrm>
              <a:off x="2363498" y="2712410"/>
              <a:ext cx="2688" cy="2725"/>
            </a:xfrm>
            <a:custGeom>
              <a:avLst/>
              <a:pathLst>
                <a:path w="2688" h="2725">
                  <a:moveTo>
                    <a:pt x="1896" y="1409"/>
                  </a:moveTo>
                  <a:lnTo>
                    <a:pt x="2031" y="1411"/>
                  </a:lnTo>
                  <a:lnTo>
                    <a:pt x="2179" y="997"/>
                  </a:lnTo>
                  <a:lnTo>
                    <a:pt x="2688" y="847"/>
                  </a:lnTo>
                  <a:lnTo>
                    <a:pt x="2632" y="1289"/>
                  </a:lnTo>
                  <a:lnTo>
                    <a:pt x="1946" y="2725"/>
                  </a:lnTo>
                  <a:lnTo>
                    <a:pt x="1513" y="2164"/>
                  </a:lnTo>
                  <a:lnTo>
                    <a:pt x="254" y="1247"/>
                  </a:lnTo>
                  <a:lnTo>
                    <a:pt x="0" y="538"/>
                  </a:lnTo>
                  <a:lnTo>
                    <a:pt x="419" y="0"/>
                  </a:lnTo>
                  <a:lnTo>
                    <a:pt x="375" y="433"/>
                  </a:lnTo>
                  <a:lnTo>
                    <a:pt x="585" y="629"/>
                  </a:lnTo>
                  <a:lnTo>
                    <a:pt x="1295" y="704"/>
                  </a:lnTo>
                  <a:lnTo>
                    <a:pt x="1933" y="1091"/>
                  </a:lnTo>
                  <a:lnTo>
                    <a:pt x="1538" y="121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g1444"/>
            <p:cNvSpPr/>
            <p:nvPr/>
          </p:nvSpPr>
          <p:spPr>
            <a:xfrm>
              <a:off x="2375733" y="2677500"/>
              <a:ext cx="1393" cy="1859"/>
            </a:xfrm>
            <a:custGeom>
              <a:avLst/>
              <a:pathLst>
                <a:path w="1393" h="1859">
                  <a:moveTo>
                    <a:pt x="1094" y="1032"/>
                  </a:moveTo>
                  <a:lnTo>
                    <a:pt x="736" y="1859"/>
                  </a:lnTo>
                  <a:lnTo>
                    <a:pt x="566" y="1846"/>
                  </a:lnTo>
                  <a:lnTo>
                    <a:pt x="151" y="1367"/>
                  </a:lnTo>
                  <a:lnTo>
                    <a:pt x="0" y="1044"/>
                  </a:lnTo>
                  <a:lnTo>
                    <a:pt x="631" y="74"/>
                  </a:lnTo>
                  <a:lnTo>
                    <a:pt x="956" y="0"/>
                  </a:lnTo>
                  <a:lnTo>
                    <a:pt x="1393" y="324"/>
                  </a:lnTo>
                  <a:lnTo>
                    <a:pt x="1373" y="60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g1445"/>
            <p:cNvSpPr/>
            <p:nvPr/>
          </p:nvSpPr>
          <p:spPr>
            <a:xfrm>
              <a:off x="3436886" y="2267354"/>
              <a:ext cx="9351" cy="10817"/>
            </a:xfrm>
            <a:custGeom>
              <a:avLst/>
              <a:pathLst>
                <a:path w="9351" h="10817">
                  <a:moveTo>
                    <a:pt x="8457" y="9845"/>
                  </a:moveTo>
                  <a:lnTo>
                    <a:pt x="6923" y="10631"/>
                  </a:lnTo>
                  <a:lnTo>
                    <a:pt x="2927" y="10817"/>
                  </a:lnTo>
                  <a:lnTo>
                    <a:pt x="1271" y="10533"/>
                  </a:lnTo>
                  <a:lnTo>
                    <a:pt x="0" y="10755"/>
                  </a:lnTo>
                  <a:lnTo>
                    <a:pt x="2314" y="9045"/>
                  </a:lnTo>
                  <a:lnTo>
                    <a:pt x="2586" y="8324"/>
                  </a:lnTo>
                  <a:lnTo>
                    <a:pt x="3569" y="8188"/>
                  </a:lnTo>
                  <a:lnTo>
                    <a:pt x="3848" y="7973"/>
                  </a:lnTo>
                  <a:lnTo>
                    <a:pt x="4175" y="4202"/>
                  </a:lnTo>
                  <a:lnTo>
                    <a:pt x="4047" y="3303"/>
                  </a:lnTo>
                  <a:lnTo>
                    <a:pt x="3853" y="2808"/>
                  </a:lnTo>
                  <a:lnTo>
                    <a:pt x="3454" y="2451"/>
                  </a:lnTo>
                  <a:lnTo>
                    <a:pt x="2561" y="1964"/>
                  </a:lnTo>
                  <a:lnTo>
                    <a:pt x="2411" y="1703"/>
                  </a:lnTo>
                  <a:lnTo>
                    <a:pt x="2973" y="1287"/>
                  </a:lnTo>
                  <a:lnTo>
                    <a:pt x="4174" y="1056"/>
                  </a:lnTo>
                  <a:lnTo>
                    <a:pt x="5071" y="605"/>
                  </a:lnTo>
                  <a:lnTo>
                    <a:pt x="6928" y="514"/>
                  </a:lnTo>
                  <a:lnTo>
                    <a:pt x="7829" y="115"/>
                  </a:lnTo>
                  <a:lnTo>
                    <a:pt x="9351" y="0"/>
                  </a:lnTo>
                  <a:lnTo>
                    <a:pt x="8603" y="1730"/>
                  </a:lnTo>
                  <a:lnTo>
                    <a:pt x="8253" y="2376"/>
                  </a:lnTo>
                  <a:lnTo>
                    <a:pt x="8389" y="3935"/>
                  </a:lnTo>
                  <a:lnTo>
                    <a:pt x="8217" y="4992"/>
                  </a:lnTo>
                  <a:lnTo>
                    <a:pt x="8417" y="6330"/>
                  </a:lnTo>
                  <a:lnTo>
                    <a:pt x="8870" y="7208"/>
                  </a:lnTo>
                  <a:lnTo>
                    <a:pt x="8576" y="8072"/>
                  </a:lnTo>
                  <a:lnTo>
                    <a:pt x="8533" y="937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g1446"/>
            <p:cNvSpPr/>
            <p:nvPr/>
          </p:nvSpPr>
          <p:spPr>
            <a:xfrm>
              <a:off x="3447250" y="2260587"/>
              <a:ext cx="2697" cy="2186"/>
            </a:xfrm>
            <a:custGeom>
              <a:avLst/>
              <a:pathLst>
                <a:path w="2697" h="2186">
                  <a:moveTo>
                    <a:pt x="514" y="2048"/>
                  </a:moveTo>
                  <a:lnTo>
                    <a:pt x="0" y="2186"/>
                  </a:lnTo>
                  <a:lnTo>
                    <a:pt x="60" y="1631"/>
                  </a:lnTo>
                  <a:lnTo>
                    <a:pt x="962" y="671"/>
                  </a:lnTo>
                  <a:lnTo>
                    <a:pt x="2344" y="25"/>
                  </a:lnTo>
                  <a:lnTo>
                    <a:pt x="2697" y="0"/>
                  </a:lnTo>
                  <a:lnTo>
                    <a:pt x="2499" y="86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g1447"/>
            <p:cNvSpPr/>
            <p:nvPr/>
          </p:nvSpPr>
          <p:spPr>
            <a:xfrm>
              <a:off x="4124007" y="1945816"/>
              <a:ext cx="2985" cy="2872"/>
            </a:xfrm>
            <a:custGeom>
              <a:avLst/>
              <a:pathLst>
                <a:path w="2985" h="2872">
                  <a:moveTo>
                    <a:pt x="2228" y="2385"/>
                  </a:moveTo>
                  <a:lnTo>
                    <a:pt x="1979" y="2450"/>
                  </a:lnTo>
                  <a:lnTo>
                    <a:pt x="1522" y="2830"/>
                  </a:lnTo>
                  <a:lnTo>
                    <a:pt x="1280" y="2872"/>
                  </a:lnTo>
                  <a:lnTo>
                    <a:pt x="593" y="2446"/>
                  </a:lnTo>
                  <a:lnTo>
                    <a:pt x="330" y="2449"/>
                  </a:lnTo>
                  <a:lnTo>
                    <a:pt x="0" y="2150"/>
                  </a:lnTo>
                  <a:lnTo>
                    <a:pt x="111" y="523"/>
                  </a:lnTo>
                  <a:lnTo>
                    <a:pt x="218" y="61"/>
                  </a:lnTo>
                  <a:lnTo>
                    <a:pt x="1891" y="0"/>
                  </a:lnTo>
                  <a:lnTo>
                    <a:pt x="2798" y="973"/>
                  </a:lnTo>
                  <a:lnTo>
                    <a:pt x="2947" y="1228"/>
                  </a:lnTo>
                  <a:lnTo>
                    <a:pt x="2985" y="1507"/>
                  </a:lnTo>
                  <a:lnTo>
                    <a:pt x="2563" y="205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g1448"/>
            <p:cNvSpPr/>
            <p:nvPr/>
          </p:nvSpPr>
          <p:spPr>
            <a:xfrm>
              <a:off x="4127806" y="1932883"/>
              <a:ext cx="1489" cy="1933"/>
            </a:xfrm>
            <a:custGeom>
              <a:avLst/>
              <a:pathLst>
                <a:path w="1489" h="1933">
                  <a:moveTo>
                    <a:pt x="1460" y="927"/>
                  </a:moveTo>
                  <a:lnTo>
                    <a:pt x="0" y="1933"/>
                  </a:lnTo>
                  <a:lnTo>
                    <a:pt x="278" y="1056"/>
                  </a:lnTo>
                  <a:lnTo>
                    <a:pt x="1241" y="0"/>
                  </a:lnTo>
                  <a:lnTo>
                    <a:pt x="1489" y="25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g1449"/>
            <p:cNvSpPr/>
            <p:nvPr/>
          </p:nvSpPr>
          <p:spPr>
            <a:xfrm>
              <a:off x="4093482" y="1897734"/>
              <a:ext cx="38224" cy="99183"/>
            </a:xfrm>
            <a:custGeom>
              <a:avLst/>
              <a:pathLst>
                <a:path w="38224" h="99183">
                  <a:moveTo>
                    <a:pt x="37928" y="58001"/>
                  </a:moveTo>
                  <a:lnTo>
                    <a:pt x="37907" y="58369"/>
                  </a:lnTo>
                  <a:lnTo>
                    <a:pt x="37574" y="61017"/>
                  </a:lnTo>
                  <a:lnTo>
                    <a:pt x="37498" y="61970"/>
                  </a:lnTo>
                  <a:lnTo>
                    <a:pt x="37448" y="63584"/>
                  </a:lnTo>
                  <a:lnTo>
                    <a:pt x="37448" y="65524"/>
                  </a:lnTo>
                  <a:lnTo>
                    <a:pt x="38204" y="67165"/>
                  </a:lnTo>
                  <a:lnTo>
                    <a:pt x="38224" y="67884"/>
                  </a:lnTo>
                  <a:lnTo>
                    <a:pt x="37931" y="68717"/>
                  </a:lnTo>
                  <a:lnTo>
                    <a:pt x="36541" y="69671"/>
                  </a:lnTo>
                  <a:lnTo>
                    <a:pt x="34746" y="70906"/>
                  </a:lnTo>
                  <a:lnTo>
                    <a:pt x="33203" y="72078"/>
                  </a:lnTo>
                  <a:lnTo>
                    <a:pt x="31511" y="73361"/>
                  </a:lnTo>
                  <a:lnTo>
                    <a:pt x="30993" y="74191"/>
                  </a:lnTo>
                  <a:lnTo>
                    <a:pt x="30155" y="74830"/>
                  </a:lnTo>
                  <a:lnTo>
                    <a:pt x="29454" y="75469"/>
                  </a:lnTo>
                  <a:lnTo>
                    <a:pt x="29327" y="76080"/>
                  </a:lnTo>
                  <a:lnTo>
                    <a:pt x="28836" y="77241"/>
                  </a:lnTo>
                  <a:lnTo>
                    <a:pt x="28194" y="78168"/>
                  </a:lnTo>
                  <a:lnTo>
                    <a:pt x="26589" y="78603"/>
                  </a:lnTo>
                  <a:lnTo>
                    <a:pt x="26291" y="78881"/>
                  </a:lnTo>
                  <a:lnTo>
                    <a:pt x="25547" y="80273"/>
                  </a:lnTo>
                  <a:lnTo>
                    <a:pt x="25206" y="80822"/>
                  </a:lnTo>
                  <a:lnTo>
                    <a:pt x="24781" y="81966"/>
                  </a:lnTo>
                  <a:lnTo>
                    <a:pt x="25327" y="84934"/>
                  </a:lnTo>
                  <a:lnTo>
                    <a:pt x="25995" y="87986"/>
                  </a:lnTo>
                  <a:lnTo>
                    <a:pt x="26125" y="89260"/>
                  </a:lnTo>
                  <a:lnTo>
                    <a:pt x="26116" y="90318"/>
                  </a:lnTo>
                  <a:lnTo>
                    <a:pt x="25740" y="91458"/>
                  </a:lnTo>
                  <a:lnTo>
                    <a:pt x="24885" y="93093"/>
                  </a:lnTo>
                  <a:lnTo>
                    <a:pt x="24259" y="94291"/>
                  </a:lnTo>
                  <a:lnTo>
                    <a:pt x="23055" y="96450"/>
                  </a:lnTo>
                  <a:lnTo>
                    <a:pt x="22700" y="96980"/>
                  </a:lnTo>
                  <a:lnTo>
                    <a:pt x="21871" y="97609"/>
                  </a:lnTo>
                  <a:lnTo>
                    <a:pt x="20268" y="98444"/>
                  </a:lnTo>
                  <a:lnTo>
                    <a:pt x="19140" y="99183"/>
                  </a:lnTo>
                  <a:lnTo>
                    <a:pt x="18565" y="95891"/>
                  </a:lnTo>
                  <a:lnTo>
                    <a:pt x="18074" y="93082"/>
                  </a:lnTo>
                  <a:lnTo>
                    <a:pt x="17669" y="90765"/>
                  </a:lnTo>
                  <a:lnTo>
                    <a:pt x="16956" y="86686"/>
                  </a:lnTo>
                  <a:lnTo>
                    <a:pt x="16352" y="83222"/>
                  </a:lnTo>
                  <a:lnTo>
                    <a:pt x="15748" y="79768"/>
                  </a:lnTo>
                  <a:lnTo>
                    <a:pt x="15201" y="76632"/>
                  </a:lnTo>
                  <a:lnTo>
                    <a:pt x="14649" y="73477"/>
                  </a:lnTo>
                  <a:lnTo>
                    <a:pt x="14412" y="73017"/>
                  </a:lnTo>
                  <a:lnTo>
                    <a:pt x="12757" y="71528"/>
                  </a:lnTo>
                  <a:lnTo>
                    <a:pt x="11232" y="70156"/>
                  </a:lnTo>
                  <a:lnTo>
                    <a:pt x="9645" y="68596"/>
                  </a:lnTo>
                  <a:lnTo>
                    <a:pt x="7926" y="66904"/>
                  </a:lnTo>
                  <a:lnTo>
                    <a:pt x="7649" y="64775"/>
                  </a:lnTo>
                  <a:lnTo>
                    <a:pt x="6767" y="61561"/>
                  </a:lnTo>
                  <a:lnTo>
                    <a:pt x="5836" y="59767"/>
                  </a:lnTo>
                  <a:lnTo>
                    <a:pt x="5487" y="59296"/>
                  </a:lnTo>
                  <a:lnTo>
                    <a:pt x="3610" y="58138"/>
                  </a:lnTo>
                  <a:lnTo>
                    <a:pt x="2526" y="57287"/>
                  </a:lnTo>
                  <a:lnTo>
                    <a:pt x="2230" y="56794"/>
                  </a:lnTo>
                  <a:lnTo>
                    <a:pt x="2020" y="55485"/>
                  </a:lnTo>
                  <a:lnTo>
                    <a:pt x="1248" y="52886"/>
                  </a:lnTo>
                  <a:lnTo>
                    <a:pt x="366" y="50525"/>
                  </a:lnTo>
                  <a:lnTo>
                    <a:pt x="43" y="48927"/>
                  </a:lnTo>
                  <a:lnTo>
                    <a:pt x="0" y="46918"/>
                  </a:lnTo>
                  <a:lnTo>
                    <a:pt x="172" y="45468"/>
                  </a:lnTo>
                  <a:lnTo>
                    <a:pt x="557" y="44847"/>
                  </a:lnTo>
                  <a:lnTo>
                    <a:pt x="2392" y="43041"/>
                  </a:lnTo>
                  <a:lnTo>
                    <a:pt x="3241" y="40868"/>
                  </a:lnTo>
                  <a:lnTo>
                    <a:pt x="4293" y="40053"/>
                  </a:lnTo>
                  <a:lnTo>
                    <a:pt x="5203" y="39440"/>
                  </a:lnTo>
                  <a:lnTo>
                    <a:pt x="5939" y="38725"/>
                  </a:lnTo>
                  <a:lnTo>
                    <a:pt x="6595" y="37576"/>
                  </a:lnTo>
                  <a:lnTo>
                    <a:pt x="7095" y="36352"/>
                  </a:lnTo>
                  <a:lnTo>
                    <a:pt x="7181" y="35029"/>
                  </a:lnTo>
                  <a:lnTo>
                    <a:pt x="7391" y="32929"/>
                  </a:lnTo>
                  <a:lnTo>
                    <a:pt x="7724" y="31463"/>
                  </a:lnTo>
                  <a:lnTo>
                    <a:pt x="8501" y="29799"/>
                  </a:lnTo>
                  <a:lnTo>
                    <a:pt x="8176" y="28464"/>
                  </a:lnTo>
                  <a:lnTo>
                    <a:pt x="7765" y="27020"/>
                  </a:lnTo>
                  <a:lnTo>
                    <a:pt x="7884" y="24522"/>
                  </a:lnTo>
                  <a:lnTo>
                    <a:pt x="7781" y="23508"/>
                  </a:lnTo>
                  <a:lnTo>
                    <a:pt x="7448" y="22610"/>
                  </a:lnTo>
                  <a:lnTo>
                    <a:pt x="7109" y="21459"/>
                  </a:lnTo>
                  <a:lnTo>
                    <a:pt x="7096" y="20500"/>
                  </a:lnTo>
                  <a:lnTo>
                    <a:pt x="7423" y="17984"/>
                  </a:lnTo>
                  <a:lnTo>
                    <a:pt x="7673" y="16062"/>
                  </a:lnTo>
                  <a:lnTo>
                    <a:pt x="8071" y="13563"/>
                  </a:lnTo>
                  <a:lnTo>
                    <a:pt x="7931" y="12862"/>
                  </a:lnTo>
                  <a:lnTo>
                    <a:pt x="7636" y="12340"/>
                  </a:lnTo>
                  <a:lnTo>
                    <a:pt x="6747" y="11789"/>
                  </a:lnTo>
                  <a:lnTo>
                    <a:pt x="6736" y="11457"/>
                  </a:lnTo>
                  <a:lnTo>
                    <a:pt x="6955" y="11090"/>
                  </a:lnTo>
                  <a:lnTo>
                    <a:pt x="8268" y="9873"/>
                  </a:lnTo>
                  <a:lnTo>
                    <a:pt x="8974" y="8084"/>
                  </a:lnTo>
                  <a:lnTo>
                    <a:pt x="9566" y="7711"/>
                  </a:lnTo>
                  <a:lnTo>
                    <a:pt x="10460" y="7063"/>
                  </a:lnTo>
                  <a:lnTo>
                    <a:pt x="10426" y="6367"/>
                  </a:lnTo>
                  <a:lnTo>
                    <a:pt x="10226" y="5623"/>
                  </a:lnTo>
                  <a:lnTo>
                    <a:pt x="12563" y="4780"/>
                  </a:lnTo>
                  <a:lnTo>
                    <a:pt x="14789" y="2573"/>
                  </a:lnTo>
                  <a:lnTo>
                    <a:pt x="15576" y="2032"/>
                  </a:lnTo>
                  <a:lnTo>
                    <a:pt x="20741" y="0"/>
                  </a:lnTo>
                  <a:lnTo>
                    <a:pt x="21412" y="140"/>
                  </a:lnTo>
                  <a:lnTo>
                    <a:pt x="22165" y="437"/>
                  </a:lnTo>
                  <a:lnTo>
                    <a:pt x="21948" y="1195"/>
                  </a:lnTo>
                  <a:lnTo>
                    <a:pt x="21649" y="1798"/>
                  </a:lnTo>
                  <a:lnTo>
                    <a:pt x="22087" y="2859"/>
                  </a:lnTo>
                  <a:lnTo>
                    <a:pt x="22713" y="2214"/>
                  </a:lnTo>
                  <a:lnTo>
                    <a:pt x="22552" y="1778"/>
                  </a:lnTo>
                  <a:lnTo>
                    <a:pt x="22516" y="1202"/>
                  </a:lnTo>
                  <a:lnTo>
                    <a:pt x="23580" y="1152"/>
                  </a:lnTo>
                  <a:lnTo>
                    <a:pt x="24520" y="1242"/>
                  </a:lnTo>
                  <a:lnTo>
                    <a:pt x="25551" y="1876"/>
                  </a:lnTo>
                  <a:lnTo>
                    <a:pt x="25479" y="4274"/>
                  </a:lnTo>
                  <a:lnTo>
                    <a:pt x="26854" y="6625"/>
                  </a:lnTo>
                  <a:lnTo>
                    <a:pt x="26468" y="7795"/>
                  </a:lnTo>
                  <a:lnTo>
                    <a:pt x="27594" y="8487"/>
                  </a:lnTo>
                  <a:lnTo>
                    <a:pt x="28595" y="7657"/>
                  </a:lnTo>
                  <a:lnTo>
                    <a:pt x="29098" y="6429"/>
                  </a:lnTo>
                  <a:lnTo>
                    <a:pt x="30942" y="5720"/>
                  </a:lnTo>
                  <a:lnTo>
                    <a:pt x="32694" y="3920"/>
                  </a:lnTo>
                  <a:lnTo>
                    <a:pt x="33664" y="3736"/>
                  </a:lnTo>
                  <a:lnTo>
                    <a:pt x="33883" y="5212"/>
                  </a:lnTo>
                  <a:lnTo>
                    <a:pt x="34352" y="6504"/>
                  </a:lnTo>
                  <a:lnTo>
                    <a:pt x="33689" y="6958"/>
                  </a:lnTo>
                  <a:lnTo>
                    <a:pt x="32843" y="8331"/>
                  </a:lnTo>
                  <a:lnTo>
                    <a:pt x="31244" y="11817"/>
                  </a:lnTo>
                  <a:lnTo>
                    <a:pt x="29771" y="12842"/>
                  </a:lnTo>
                  <a:lnTo>
                    <a:pt x="28666" y="14185"/>
                  </a:lnTo>
                  <a:lnTo>
                    <a:pt x="28310" y="15140"/>
                  </a:lnTo>
                  <a:lnTo>
                    <a:pt x="28202" y="16252"/>
                  </a:lnTo>
                  <a:lnTo>
                    <a:pt x="28478" y="18243"/>
                  </a:lnTo>
                  <a:lnTo>
                    <a:pt x="29283" y="20268"/>
                  </a:lnTo>
                  <a:lnTo>
                    <a:pt x="30211" y="21491"/>
                  </a:lnTo>
                  <a:lnTo>
                    <a:pt x="31107" y="21874"/>
                  </a:lnTo>
                  <a:lnTo>
                    <a:pt x="33195" y="23802"/>
                  </a:lnTo>
                  <a:lnTo>
                    <a:pt x="33160" y="24949"/>
                  </a:lnTo>
                  <a:lnTo>
                    <a:pt x="33452" y="26313"/>
                  </a:lnTo>
                  <a:lnTo>
                    <a:pt x="33563" y="27969"/>
                  </a:lnTo>
                  <a:lnTo>
                    <a:pt x="34290" y="29291"/>
                  </a:lnTo>
                  <a:lnTo>
                    <a:pt x="32736" y="32174"/>
                  </a:lnTo>
                  <a:lnTo>
                    <a:pt x="31888" y="34256"/>
                  </a:lnTo>
                  <a:lnTo>
                    <a:pt x="30230" y="37128"/>
                  </a:lnTo>
                  <a:lnTo>
                    <a:pt x="28753" y="38993"/>
                  </a:lnTo>
                  <a:lnTo>
                    <a:pt x="25589" y="41764"/>
                  </a:lnTo>
                  <a:lnTo>
                    <a:pt x="24813" y="42684"/>
                  </a:lnTo>
                  <a:lnTo>
                    <a:pt x="24307" y="43639"/>
                  </a:lnTo>
                  <a:lnTo>
                    <a:pt x="24072" y="44633"/>
                  </a:lnTo>
                  <a:lnTo>
                    <a:pt x="24157" y="45805"/>
                  </a:lnTo>
                  <a:lnTo>
                    <a:pt x="25197" y="48682"/>
                  </a:lnTo>
                  <a:lnTo>
                    <a:pt x="26581" y="50381"/>
                  </a:lnTo>
                  <a:lnTo>
                    <a:pt x="27991" y="51298"/>
                  </a:lnTo>
                  <a:lnTo>
                    <a:pt x="30440" y="50928"/>
                  </a:lnTo>
                  <a:lnTo>
                    <a:pt x="30356" y="52035"/>
                  </a:lnTo>
                  <a:lnTo>
                    <a:pt x="30531" y="53364"/>
                  </a:lnTo>
                  <a:lnTo>
                    <a:pt x="31528" y="53301"/>
                  </a:lnTo>
                  <a:lnTo>
                    <a:pt x="32193" y="53095"/>
                  </a:lnTo>
                  <a:lnTo>
                    <a:pt x="32757" y="51803"/>
                  </a:lnTo>
                  <a:lnTo>
                    <a:pt x="33954" y="52688"/>
                  </a:lnTo>
                  <a:lnTo>
                    <a:pt x="34576" y="55389"/>
                  </a:lnTo>
                  <a:lnTo>
                    <a:pt x="35589" y="56231"/>
                  </a:lnTo>
                  <a:lnTo>
                    <a:pt x="35708" y="56545"/>
                  </a:lnTo>
                  <a:lnTo>
                    <a:pt x="35350" y="56751"/>
                  </a:lnTo>
                  <a:lnTo>
                    <a:pt x="35071" y="57063"/>
                  </a:lnTo>
                  <a:lnTo>
                    <a:pt x="35370" y="57280"/>
                  </a:lnTo>
                  <a:lnTo>
                    <a:pt x="36352" y="57617"/>
                  </a:lnTo>
                  <a:lnTo>
                    <a:pt x="36944" y="5740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g1450"/>
            <p:cNvSpPr/>
            <p:nvPr/>
          </p:nvSpPr>
          <p:spPr>
            <a:xfrm>
              <a:off x="4265416" y="1857318"/>
              <a:ext cx="2914" cy="1848"/>
            </a:xfrm>
            <a:custGeom>
              <a:avLst/>
              <a:pathLst>
                <a:path w="2914" h="1848">
                  <a:moveTo>
                    <a:pt x="2848" y="1417"/>
                  </a:moveTo>
                  <a:lnTo>
                    <a:pt x="674" y="1848"/>
                  </a:lnTo>
                  <a:lnTo>
                    <a:pt x="0" y="1424"/>
                  </a:lnTo>
                  <a:lnTo>
                    <a:pt x="680" y="581"/>
                  </a:lnTo>
                  <a:lnTo>
                    <a:pt x="1947" y="59"/>
                  </a:lnTo>
                  <a:lnTo>
                    <a:pt x="2359" y="0"/>
                  </a:lnTo>
                  <a:lnTo>
                    <a:pt x="2914" y="83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g1451"/>
            <p:cNvSpPr/>
            <p:nvPr/>
          </p:nvSpPr>
          <p:spPr>
            <a:xfrm>
              <a:off x="4269456" y="1831859"/>
              <a:ext cx="177117" cy="86920"/>
            </a:xfrm>
            <a:custGeom>
              <a:avLst/>
              <a:pathLst>
                <a:path w="177117" h="86920">
                  <a:moveTo>
                    <a:pt x="145829" y="7612"/>
                  </a:moveTo>
                  <a:lnTo>
                    <a:pt x="146458" y="7893"/>
                  </a:lnTo>
                  <a:lnTo>
                    <a:pt x="147643" y="8252"/>
                  </a:lnTo>
                  <a:lnTo>
                    <a:pt x="148377" y="8686"/>
                  </a:lnTo>
                  <a:lnTo>
                    <a:pt x="148795" y="8799"/>
                  </a:lnTo>
                  <a:lnTo>
                    <a:pt x="149762" y="7917"/>
                  </a:lnTo>
                  <a:lnTo>
                    <a:pt x="151200" y="7938"/>
                  </a:lnTo>
                  <a:lnTo>
                    <a:pt x="152462" y="8041"/>
                  </a:lnTo>
                  <a:lnTo>
                    <a:pt x="153113" y="8205"/>
                  </a:lnTo>
                  <a:lnTo>
                    <a:pt x="153911" y="8498"/>
                  </a:lnTo>
                  <a:lnTo>
                    <a:pt x="154877" y="8695"/>
                  </a:lnTo>
                  <a:lnTo>
                    <a:pt x="155269" y="8274"/>
                  </a:lnTo>
                  <a:lnTo>
                    <a:pt x="155832" y="7029"/>
                  </a:lnTo>
                  <a:lnTo>
                    <a:pt x="156050" y="6870"/>
                  </a:lnTo>
                  <a:lnTo>
                    <a:pt x="156205" y="6757"/>
                  </a:lnTo>
                  <a:lnTo>
                    <a:pt x="156920" y="6660"/>
                  </a:lnTo>
                  <a:lnTo>
                    <a:pt x="157599" y="6755"/>
                  </a:lnTo>
                  <a:lnTo>
                    <a:pt x="157918" y="6967"/>
                  </a:lnTo>
                  <a:lnTo>
                    <a:pt x="158238" y="7962"/>
                  </a:lnTo>
                  <a:lnTo>
                    <a:pt x="159043" y="8318"/>
                  </a:lnTo>
                  <a:lnTo>
                    <a:pt x="160465" y="9909"/>
                  </a:lnTo>
                  <a:lnTo>
                    <a:pt x="161335" y="10546"/>
                  </a:lnTo>
                  <a:lnTo>
                    <a:pt x="161546" y="10814"/>
                  </a:lnTo>
                  <a:lnTo>
                    <a:pt x="161259" y="11136"/>
                  </a:lnTo>
                  <a:lnTo>
                    <a:pt x="161371" y="11532"/>
                  </a:lnTo>
                  <a:lnTo>
                    <a:pt x="161869" y="12052"/>
                  </a:lnTo>
                  <a:lnTo>
                    <a:pt x="162567" y="12247"/>
                  </a:lnTo>
                  <a:lnTo>
                    <a:pt x="163321" y="12178"/>
                  </a:lnTo>
                  <a:lnTo>
                    <a:pt x="163731" y="12367"/>
                  </a:lnTo>
                  <a:lnTo>
                    <a:pt x="164025" y="12661"/>
                  </a:lnTo>
                  <a:lnTo>
                    <a:pt x="164103" y="13073"/>
                  </a:lnTo>
                  <a:lnTo>
                    <a:pt x="164083" y="13336"/>
                  </a:lnTo>
                  <a:lnTo>
                    <a:pt x="164232" y="13928"/>
                  </a:lnTo>
                  <a:lnTo>
                    <a:pt x="164821" y="14763"/>
                  </a:lnTo>
                  <a:lnTo>
                    <a:pt x="165523" y="15273"/>
                  </a:lnTo>
                  <a:lnTo>
                    <a:pt x="165901" y="15820"/>
                  </a:lnTo>
                  <a:lnTo>
                    <a:pt x="166514" y="17701"/>
                  </a:lnTo>
                  <a:lnTo>
                    <a:pt x="166762" y="18742"/>
                  </a:lnTo>
                  <a:lnTo>
                    <a:pt x="166669" y="19743"/>
                  </a:lnTo>
                  <a:lnTo>
                    <a:pt x="166244" y="20771"/>
                  </a:lnTo>
                  <a:lnTo>
                    <a:pt x="165311" y="22050"/>
                  </a:lnTo>
                  <a:lnTo>
                    <a:pt x="165542" y="22584"/>
                  </a:lnTo>
                  <a:lnTo>
                    <a:pt x="165751" y="23292"/>
                  </a:lnTo>
                  <a:lnTo>
                    <a:pt x="165681" y="23804"/>
                  </a:lnTo>
                  <a:lnTo>
                    <a:pt x="166341" y="25440"/>
                  </a:lnTo>
                  <a:lnTo>
                    <a:pt x="166641" y="26455"/>
                  </a:lnTo>
                  <a:lnTo>
                    <a:pt x="166390" y="26690"/>
                  </a:lnTo>
                  <a:lnTo>
                    <a:pt x="166228" y="27015"/>
                  </a:lnTo>
                  <a:lnTo>
                    <a:pt x="167415" y="27798"/>
                  </a:lnTo>
                  <a:lnTo>
                    <a:pt x="168837" y="28455"/>
                  </a:lnTo>
                  <a:lnTo>
                    <a:pt x="169437" y="28581"/>
                  </a:lnTo>
                  <a:lnTo>
                    <a:pt x="171070" y="28279"/>
                  </a:lnTo>
                  <a:lnTo>
                    <a:pt x="172122" y="28215"/>
                  </a:lnTo>
                  <a:lnTo>
                    <a:pt x="173166" y="28837"/>
                  </a:lnTo>
                  <a:lnTo>
                    <a:pt x="174688" y="30346"/>
                  </a:lnTo>
                  <a:lnTo>
                    <a:pt x="176328" y="32314"/>
                  </a:lnTo>
                  <a:lnTo>
                    <a:pt x="176654" y="32913"/>
                  </a:lnTo>
                  <a:lnTo>
                    <a:pt x="176797" y="33176"/>
                  </a:lnTo>
                  <a:lnTo>
                    <a:pt x="177117" y="33653"/>
                  </a:lnTo>
                  <a:lnTo>
                    <a:pt x="176785" y="33645"/>
                  </a:lnTo>
                  <a:lnTo>
                    <a:pt x="176245" y="33217"/>
                  </a:lnTo>
                  <a:lnTo>
                    <a:pt x="174940" y="32006"/>
                  </a:lnTo>
                  <a:lnTo>
                    <a:pt x="174274" y="32526"/>
                  </a:lnTo>
                  <a:lnTo>
                    <a:pt x="173699" y="33426"/>
                  </a:lnTo>
                  <a:lnTo>
                    <a:pt x="173069" y="36838"/>
                  </a:lnTo>
                  <a:lnTo>
                    <a:pt x="172559" y="37202"/>
                  </a:lnTo>
                  <a:lnTo>
                    <a:pt x="171660" y="37192"/>
                  </a:lnTo>
                  <a:lnTo>
                    <a:pt x="170559" y="37074"/>
                  </a:lnTo>
                  <a:lnTo>
                    <a:pt x="169802" y="37245"/>
                  </a:lnTo>
                  <a:lnTo>
                    <a:pt x="169606" y="37461"/>
                  </a:lnTo>
                  <a:lnTo>
                    <a:pt x="169705" y="37830"/>
                  </a:lnTo>
                  <a:lnTo>
                    <a:pt x="169930" y="38390"/>
                  </a:lnTo>
                  <a:lnTo>
                    <a:pt x="170089" y="39100"/>
                  </a:lnTo>
                  <a:lnTo>
                    <a:pt x="170134" y="39681"/>
                  </a:lnTo>
                  <a:lnTo>
                    <a:pt x="170533" y="40207"/>
                  </a:lnTo>
                  <a:lnTo>
                    <a:pt x="171070" y="40706"/>
                  </a:lnTo>
                  <a:lnTo>
                    <a:pt x="171094" y="41219"/>
                  </a:lnTo>
                  <a:lnTo>
                    <a:pt x="171012" y="41941"/>
                  </a:lnTo>
                  <a:lnTo>
                    <a:pt x="170888" y="42492"/>
                  </a:lnTo>
                  <a:lnTo>
                    <a:pt x="170753" y="42804"/>
                  </a:lnTo>
                  <a:lnTo>
                    <a:pt x="171002" y="43641"/>
                  </a:lnTo>
                  <a:lnTo>
                    <a:pt x="171585" y="44633"/>
                  </a:lnTo>
                  <a:lnTo>
                    <a:pt x="171956" y="45013"/>
                  </a:lnTo>
                  <a:lnTo>
                    <a:pt x="171817" y="46901"/>
                  </a:lnTo>
                  <a:lnTo>
                    <a:pt x="172036" y="47738"/>
                  </a:lnTo>
                  <a:lnTo>
                    <a:pt x="172204" y="48893"/>
                  </a:lnTo>
                  <a:lnTo>
                    <a:pt x="172137" y="50814"/>
                  </a:lnTo>
                  <a:lnTo>
                    <a:pt x="172210" y="51286"/>
                  </a:lnTo>
                  <a:lnTo>
                    <a:pt x="172410" y="51447"/>
                  </a:lnTo>
                  <a:lnTo>
                    <a:pt x="172941" y="51519"/>
                  </a:lnTo>
                  <a:lnTo>
                    <a:pt x="173462" y="51697"/>
                  </a:lnTo>
                  <a:lnTo>
                    <a:pt x="173642" y="52012"/>
                  </a:lnTo>
                  <a:lnTo>
                    <a:pt x="173639" y="52241"/>
                  </a:lnTo>
                  <a:lnTo>
                    <a:pt x="172989" y="53123"/>
                  </a:lnTo>
                  <a:lnTo>
                    <a:pt x="172912" y="53749"/>
                  </a:lnTo>
                  <a:lnTo>
                    <a:pt x="172687" y="54630"/>
                  </a:lnTo>
                  <a:lnTo>
                    <a:pt x="172502" y="55149"/>
                  </a:lnTo>
                  <a:lnTo>
                    <a:pt x="171921" y="56132"/>
                  </a:lnTo>
                  <a:lnTo>
                    <a:pt x="171551" y="57131"/>
                  </a:lnTo>
                  <a:lnTo>
                    <a:pt x="171385" y="57956"/>
                  </a:lnTo>
                  <a:lnTo>
                    <a:pt x="171495" y="58345"/>
                  </a:lnTo>
                  <a:lnTo>
                    <a:pt x="172567" y="58462"/>
                  </a:lnTo>
                  <a:lnTo>
                    <a:pt x="173149" y="59055"/>
                  </a:lnTo>
                  <a:lnTo>
                    <a:pt x="174695" y="60235"/>
                  </a:lnTo>
                  <a:lnTo>
                    <a:pt x="174967" y="60714"/>
                  </a:lnTo>
                  <a:lnTo>
                    <a:pt x="174545" y="61442"/>
                  </a:lnTo>
                  <a:lnTo>
                    <a:pt x="174552" y="61746"/>
                  </a:lnTo>
                  <a:lnTo>
                    <a:pt x="174752" y="62132"/>
                  </a:lnTo>
                  <a:lnTo>
                    <a:pt x="174846" y="62808"/>
                  </a:lnTo>
                  <a:lnTo>
                    <a:pt x="174808" y="63558"/>
                  </a:lnTo>
                  <a:lnTo>
                    <a:pt x="174817" y="64549"/>
                  </a:lnTo>
                  <a:lnTo>
                    <a:pt x="175101" y="64711"/>
                  </a:lnTo>
                  <a:lnTo>
                    <a:pt x="176152" y="65640"/>
                  </a:lnTo>
                  <a:lnTo>
                    <a:pt x="176899" y="66571"/>
                  </a:lnTo>
                  <a:lnTo>
                    <a:pt x="176924" y="66859"/>
                  </a:lnTo>
                  <a:lnTo>
                    <a:pt x="176560" y="67594"/>
                  </a:lnTo>
                  <a:lnTo>
                    <a:pt x="176639" y="68441"/>
                  </a:lnTo>
                  <a:lnTo>
                    <a:pt x="176625" y="68635"/>
                  </a:lnTo>
                  <a:lnTo>
                    <a:pt x="176301" y="68316"/>
                  </a:lnTo>
                  <a:lnTo>
                    <a:pt x="175718" y="68200"/>
                  </a:lnTo>
                  <a:lnTo>
                    <a:pt x="175119" y="68166"/>
                  </a:lnTo>
                  <a:lnTo>
                    <a:pt x="174741" y="68414"/>
                  </a:lnTo>
                  <a:lnTo>
                    <a:pt x="174078" y="69080"/>
                  </a:lnTo>
                  <a:lnTo>
                    <a:pt x="173189" y="69806"/>
                  </a:lnTo>
                  <a:lnTo>
                    <a:pt x="172466" y="70472"/>
                  </a:lnTo>
                  <a:lnTo>
                    <a:pt x="172052" y="70928"/>
                  </a:lnTo>
                  <a:lnTo>
                    <a:pt x="171710" y="70854"/>
                  </a:lnTo>
                  <a:lnTo>
                    <a:pt x="171443" y="70456"/>
                  </a:lnTo>
                  <a:lnTo>
                    <a:pt x="171294" y="69899"/>
                  </a:lnTo>
                  <a:lnTo>
                    <a:pt x="171357" y="67795"/>
                  </a:lnTo>
                  <a:lnTo>
                    <a:pt x="171200" y="67137"/>
                  </a:lnTo>
                  <a:lnTo>
                    <a:pt x="170864" y="66675"/>
                  </a:lnTo>
                  <a:lnTo>
                    <a:pt x="170469" y="66411"/>
                  </a:lnTo>
                  <a:lnTo>
                    <a:pt x="169997" y="66263"/>
                  </a:lnTo>
                  <a:lnTo>
                    <a:pt x="169511" y="66248"/>
                  </a:lnTo>
                  <a:lnTo>
                    <a:pt x="168818" y="66866"/>
                  </a:lnTo>
                  <a:lnTo>
                    <a:pt x="167838" y="67504"/>
                  </a:lnTo>
                  <a:lnTo>
                    <a:pt x="166318" y="67452"/>
                  </a:lnTo>
                  <a:lnTo>
                    <a:pt x="165298" y="67332"/>
                  </a:lnTo>
                  <a:lnTo>
                    <a:pt x="164805" y="67211"/>
                  </a:lnTo>
                  <a:lnTo>
                    <a:pt x="162827" y="66233"/>
                  </a:lnTo>
                  <a:lnTo>
                    <a:pt x="162414" y="66207"/>
                  </a:lnTo>
                  <a:lnTo>
                    <a:pt x="161677" y="65811"/>
                  </a:lnTo>
                  <a:lnTo>
                    <a:pt x="160800" y="65497"/>
                  </a:lnTo>
                  <a:lnTo>
                    <a:pt x="159325" y="66092"/>
                  </a:lnTo>
                  <a:lnTo>
                    <a:pt x="158687" y="65950"/>
                  </a:lnTo>
                  <a:lnTo>
                    <a:pt x="157793" y="65435"/>
                  </a:lnTo>
                  <a:lnTo>
                    <a:pt x="157476" y="65574"/>
                  </a:lnTo>
                  <a:lnTo>
                    <a:pt x="156476" y="67145"/>
                  </a:lnTo>
                  <a:lnTo>
                    <a:pt x="154777" y="68826"/>
                  </a:lnTo>
                  <a:lnTo>
                    <a:pt x="153860" y="69107"/>
                  </a:lnTo>
                  <a:lnTo>
                    <a:pt x="153424" y="67419"/>
                  </a:lnTo>
                  <a:lnTo>
                    <a:pt x="153005" y="66764"/>
                  </a:lnTo>
                  <a:lnTo>
                    <a:pt x="152806" y="66685"/>
                  </a:lnTo>
                  <a:lnTo>
                    <a:pt x="152382" y="66475"/>
                  </a:lnTo>
                  <a:lnTo>
                    <a:pt x="152052" y="66596"/>
                  </a:lnTo>
                  <a:lnTo>
                    <a:pt x="151031" y="67747"/>
                  </a:lnTo>
                  <a:lnTo>
                    <a:pt x="149393" y="68440"/>
                  </a:lnTo>
                  <a:lnTo>
                    <a:pt x="148038" y="68862"/>
                  </a:lnTo>
                  <a:lnTo>
                    <a:pt x="145881" y="69378"/>
                  </a:lnTo>
                  <a:lnTo>
                    <a:pt x="144216" y="69634"/>
                  </a:lnTo>
                  <a:lnTo>
                    <a:pt x="143507" y="69654"/>
                  </a:lnTo>
                  <a:lnTo>
                    <a:pt x="141970" y="69424"/>
                  </a:lnTo>
                  <a:lnTo>
                    <a:pt x="140614" y="69099"/>
                  </a:lnTo>
                  <a:lnTo>
                    <a:pt x="139259" y="69113"/>
                  </a:lnTo>
                  <a:lnTo>
                    <a:pt x="138219" y="69259"/>
                  </a:lnTo>
                  <a:lnTo>
                    <a:pt x="135804" y="70498"/>
                  </a:lnTo>
                  <a:lnTo>
                    <a:pt x="131698" y="73047"/>
                  </a:lnTo>
                  <a:lnTo>
                    <a:pt x="128577" y="74267"/>
                  </a:lnTo>
                  <a:lnTo>
                    <a:pt x="126826" y="74775"/>
                  </a:lnTo>
                  <a:lnTo>
                    <a:pt x="125456" y="75063"/>
                  </a:lnTo>
                  <a:lnTo>
                    <a:pt x="123107" y="75077"/>
                  </a:lnTo>
                  <a:lnTo>
                    <a:pt x="121197" y="74880"/>
                  </a:lnTo>
                  <a:lnTo>
                    <a:pt x="119874" y="74902"/>
                  </a:lnTo>
                  <a:lnTo>
                    <a:pt x="119138" y="74595"/>
                  </a:lnTo>
                  <a:lnTo>
                    <a:pt x="118090" y="73563"/>
                  </a:lnTo>
                  <a:lnTo>
                    <a:pt x="116819" y="72543"/>
                  </a:lnTo>
                  <a:lnTo>
                    <a:pt x="116254" y="72306"/>
                  </a:lnTo>
                  <a:lnTo>
                    <a:pt x="115515" y="72109"/>
                  </a:lnTo>
                  <a:lnTo>
                    <a:pt x="114435" y="71994"/>
                  </a:lnTo>
                  <a:lnTo>
                    <a:pt x="111738" y="73486"/>
                  </a:lnTo>
                  <a:lnTo>
                    <a:pt x="110899" y="73891"/>
                  </a:lnTo>
                  <a:lnTo>
                    <a:pt x="109975" y="74196"/>
                  </a:lnTo>
                  <a:lnTo>
                    <a:pt x="108113" y="75108"/>
                  </a:lnTo>
                  <a:lnTo>
                    <a:pt x="107288" y="75597"/>
                  </a:lnTo>
                  <a:lnTo>
                    <a:pt x="106254" y="75551"/>
                  </a:lnTo>
                  <a:lnTo>
                    <a:pt x="104933" y="75421"/>
                  </a:lnTo>
                  <a:lnTo>
                    <a:pt x="103787" y="75466"/>
                  </a:lnTo>
                  <a:lnTo>
                    <a:pt x="103022" y="74772"/>
                  </a:lnTo>
                  <a:lnTo>
                    <a:pt x="102610" y="73991"/>
                  </a:lnTo>
                  <a:lnTo>
                    <a:pt x="101046" y="73513"/>
                  </a:lnTo>
                  <a:lnTo>
                    <a:pt x="99930" y="73376"/>
                  </a:lnTo>
                  <a:lnTo>
                    <a:pt x="99645" y="73722"/>
                  </a:lnTo>
                  <a:lnTo>
                    <a:pt x="99346" y="74787"/>
                  </a:lnTo>
                  <a:lnTo>
                    <a:pt x="98871" y="77507"/>
                  </a:lnTo>
                  <a:lnTo>
                    <a:pt x="98785" y="78189"/>
                  </a:lnTo>
                  <a:lnTo>
                    <a:pt x="99768" y="80894"/>
                  </a:lnTo>
                  <a:lnTo>
                    <a:pt x="99723" y="81306"/>
                  </a:lnTo>
                  <a:lnTo>
                    <a:pt x="99020" y="81446"/>
                  </a:lnTo>
                  <a:lnTo>
                    <a:pt x="98213" y="81491"/>
                  </a:lnTo>
                  <a:lnTo>
                    <a:pt x="97687" y="81731"/>
                  </a:lnTo>
                  <a:lnTo>
                    <a:pt x="97251" y="82181"/>
                  </a:lnTo>
                  <a:lnTo>
                    <a:pt x="96988" y="84520"/>
                  </a:lnTo>
                  <a:lnTo>
                    <a:pt x="96053" y="84950"/>
                  </a:lnTo>
                  <a:lnTo>
                    <a:pt x="95610" y="85440"/>
                  </a:lnTo>
                  <a:lnTo>
                    <a:pt x="95153" y="86886"/>
                  </a:lnTo>
                  <a:lnTo>
                    <a:pt x="94904" y="86920"/>
                  </a:lnTo>
                  <a:lnTo>
                    <a:pt x="93393" y="85824"/>
                  </a:lnTo>
                  <a:lnTo>
                    <a:pt x="92684" y="85733"/>
                  </a:lnTo>
                  <a:lnTo>
                    <a:pt x="93292" y="84595"/>
                  </a:lnTo>
                  <a:lnTo>
                    <a:pt x="92631" y="82350"/>
                  </a:lnTo>
                  <a:lnTo>
                    <a:pt x="91911" y="80247"/>
                  </a:lnTo>
                  <a:lnTo>
                    <a:pt x="92591" y="78902"/>
                  </a:lnTo>
                  <a:lnTo>
                    <a:pt x="94000" y="77279"/>
                  </a:lnTo>
                  <a:lnTo>
                    <a:pt x="95482" y="75378"/>
                  </a:lnTo>
                  <a:lnTo>
                    <a:pt x="95480" y="74205"/>
                  </a:lnTo>
                  <a:lnTo>
                    <a:pt x="95403" y="73310"/>
                  </a:lnTo>
                  <a:lnTo>
                    <a:pt x="94978" y="72691"/>
                  </a:lnTo>
                  <a:lnTo>
                    <a:pt x="94162" y="71869"/>
                  </a:lnTo>
                  <a:lnTo>
                    <a:pt x="92797" y="72747"/>
                  </a:lnTo>
                  <a:lnTo>
                    <a:pt x="91822" y="73717"/>
                  </a:lnTo>
                  <a:lnTo>
                    <a:pt x="91185" y="73914"/>
                  </a:lnTo>
                  <a:lnTo>
                    <a:pt x="90493" y="74467"/>
                  </a:lnTo>
                  <a:lnTo>
                    <a:pt x="90157" y="75464"/>
                  </a:lnTo>
                  <a:lnTo>
                    <a:pt x="89323" y="76242"/>
                  </a:lnTo>
                  <a:lnTo>
                    <a:pt x="87958" y="76547"/>
                  </a:lnTo>
                  <a:lnTo>
                    <a:pt x="85905" y="75714"/>
                  </a:lnTo>
                  <a:lnTo>
                    <a:pt x="83701" y="74448"/>
                  </a:lnTo>
                  <a:lnTo>
                    <a:pt x="82453" y="73421"/>
                  </a:lnTo>
                  <a:lnTo>
                    <a:pt x="81434" y="73177"/>
                  </a:lnTo>
                  <a:lnTo>
                    <a:pt x="80467" y="73628"/>
                  </a:lnTo>
                  <a:lnTo>
                    <a:pt x="77612" y="76142"/>
                  </a:lnTo>
                  <a:lnTo>
                    <a:pt x="74999" y="79816"/>
                  </a:lnTo>
                  <a:lnTo>
                    <a:pt x="74351" y="80452"/>
                  </a:lnTo>
                  <a:lnTo>
                    <a:pt x="71890" y="82031"/>
                  </a:lnTo>
                  <a:lnTo>
                    <a:pt x="70263" y="82561"/>
                  </a:lnTo>
                  <a:lnTo>
                    <a:pt x="69497" y="82438"/>
                  </a:lnTo>
                  <a:lnTo>
                    <a:pt x="66258" y="83133"/>
                  </a:lnTo>
                  <a:lnTo>
                    <a:pt x="64650" y="83235"/>
                  </a:lnTo>
                  <a:lnTo>
                    <a:pt x="63376" y="84069"/>
                  </a:lnTo>
                  <a:lnTo>
                    <a:pt x="60906" y="83164"/>
                  </a:lnTo>
                  <a:lnTo>
                    <a:pt x="59430" y="82008"/>
                  </a:lnTo>
                  <a:lnTo>
                    <a:pt x="58541" y="80833"/>
                  </a:lnTo>
                  <a:lnTo>
                    <a:pt x="57091" y="78305"/>
                  </a:lnTo>
                  <a:lnTo>
                    <a:pt x="56064" y="77103"/>
                  </a:lnTo>
                  <a:lnTo>
                    <a:pt x="53755" y="76022"/>
                  </a:lnTo>
                  <a:lnTo>
                    <a:pt x="49731" y="73396"/>
                  </a:lnTo>
                  <a:lnTo>
                    <a:pt x="48672" y="73108"/>
                  </a:lnTo>
                  <a:lnTo>
                    <a:pt x="45925" y="72732"/>
                  </a:lnTo>
                  <a:lnTo>
                    <a:pt x="43028" y="72495"/>
                  </a:lnTo>
                  <a:lnTo>
                    <a:pt x="42441" y="73451"/>
                  </a:lnTo>
                  <a:lnTo>
                    <a:pt x="42218" y="77235"/>
                  </a:lnTo>
                  <a:lnTo>
                    <a:pt x="41722" y="78277"/>
                  </a:lnTo>
                  <a:lnTo>
                    <a:pt x="41510" y="80240"/>
                  </a:lnTo>
                  <a:lnTo>
                    <a:pt x="41155" y="80805"/>
                  </a:lnTo>
                  <a:lnTo>
                    <a:pt x="40599" y="81176"/>
                  </a:lnTo>
                  <a:lnTo>
                    <a:pt x="39729" y="80557"/>
                  </a:lnTo>
                  <a:lnTo>
                    <a:pt x="39126" y="80283"/>
                  </a:lnTo>
                  <a:lnTo>
                    <a:pt x="37722" y="81091"/>
                  </a:lnTo>
                  <a:lnTo>
                    <a:pt x="34941" y="82225"/>
                  </a:lnTo>
                  <a:lnTo>
                    <a:pt x="33993" y="82384"/>
                  </a:lnTo>
                  <a:lnTo>
                    <a:pt x="30769" y="80959"/>
                  </a:lnTo>
                  <a:lnTo>
                    <a:pt x="29589" y="80044"/>
                  </a:lnTo>
                  <a:lnTo>
                    <a:pt x="28829" y="79029"/>
                  </a:lnTo>
                  <a:lnTo>
                    <a:pt x="28572" y="77315"/>
                  </a:lnTo>
                  <a:lnTo>
                    <a:pt x="28094" y="76339"/>
                  </a:lnTo>
                  <a:lnTo>
                    <a:pt x="28023" y="75669"/>
                  </a:lnTo>
                  <a:lnTo>
                    <a:pt x="27836" y="74897"/>
                  </a:lnTo>
                  <a:lnTo>
                    <a:pt x="27186" y="74592"/>
                  </a:lnTo>
                  <a:lnTo>
                    <a:pt x="26489" y="75174"/>
                  </a:lnTo>
                  <a:lnTo>
                    <a:pt x="25741" y="75150"/>
                  </a:lnTo>
                  <a:lnTo>
                    <a:pt x="24803" y="74794"/>
                  </a:lnTo>
                  <a:lnTo>
                    <a:pt x="22588" y="73358"/>
                  </a:lnTo>
                  <a:lnTo>
                    <a:pt x="20886" y="73244"/>
                  </a:lnTo>
                  <a:lnTo>
                    <a:pt x="19863" y="74997"/>
                  </a:lnTo>
                  <a:lnTo>
                    <a:pt x="19068" y="75554"/>
                  </a:lnTo>
                  <a:lnTo>
                    <a:pt x="18197" y="75720"/>
                  </a:lnTo>
                  <a:lnTo>
                    <a:pt x="18147" y="75221"/>
                  </a:lnTo>
                  <a:lnTo>
                    <a:pt x="18807" y="74088"/>
                  </a:lnTo>
                  <a:lnTo>
                    <a:pt x="16157" y="74297"/>
                  </a:lnTo>
                  <a:lnTo>
                    <a:pt x="14757" y="75160"/>
                  </a:lnTo>
                  <a:lnTo>
                    <a:pt x="13665" y="75026"/>
                  </a:lnTo>
                  <a:lnTo>
                    <a:pt x="12846" y="74636"/>
                  </a:lnTo>
                  <a:lnTo>
                    <a:pt x="12969" y="74160"/>
                  </a:lnTo>
                  <a:lnTo>
                    <a:pt x="13800" y="73985"/>
                  </a:lnTo>
                  <a:lnTo>
                    <a:pt x="14521" y="73597"/>
                  </a:lnTo>
                  <a:lnTo>
                    <a:pt x="17393" y="73282"/>
                  </a:lnTo>
                  <a:lnTo>
                    <a:pt x="18064" y="72965"/>
                  </a:lnTo>
                  <a:lnTo>
                    <a:pt x="18798" y="71734"/>
                  </a:lnTo>
                  <a:lnTo>
                    <a:pt x="20136" y="70672"/>
                  </a:lnTo>
                  <a:lnTo>
                    <a:pt x="20306" y="70216"/>
                  </a:lnTo>
                  <a:lnTo>
                    <a:pt x="19278" y="70210"/>
                  </a:lnTo>
                  <a:lnTo>
                    <a:pt x="14875" y="70518"/>
                  </a:lnTo>
                  <a:lnTo>
                    <a:pt x="11853" y="70348"/>
                  </a:lnTo>
                  <a:lnTo>
                    <a:pt x="11495" y="70874"/>
                  </a:lnTo>
                  <a:lnTo>
                    <a:pt x="11040" y="70948"/>
                  </a:lnTo>
                  <a:lnTo>
                    <a:pt x="10915" y="69517"/>
                  </a:lnTo>
                  <a:lnTo>
                    <a:pt x="11392" y="68852"/>
                  </a:lnTo>
                  <a:lnTo>
                    <a:pt x="12035" y="68914"/>
                  </a:lnTo>
                  <a:lnTo>
                    <a:pt x="13614" y="68336"/>
                  </a:lnTo>
                  <a:lnTo>
                    <a:pt x="13473" y="67147"/>
                  </a:lnTo>
                  <a:lnTo>
                    <a:pt x="12342" y="66343"/>
                  </a:lnTo>
                  <a:lnTo>
                    <a:pt x="12112" y="65869"/>
                  </a:lnTo>
                  <a:lnTo>
                    <a:pt x="11291" y="65758"/>
                  </a:lnTo>
                  <a:lnTo>
                    <a:pt x="10626" y="65194"/>
                  </a:lnTo>
                  <a:lnTo>
                    <a:pt x="10481" y="63767"/>
                  </a:lnTo>
                  <a:lnTo>
                    <a:pt x="9952" y="62202"/>
                  </a:lnTo>
                  <a:lnTo>
                    <a:pt x="9195" y="61445"/>
                  </a:lnTo>
                  <a:lnTo>
                    <a:pt x="9288" y="61030"/>
                  </a:lnTo>
                  <a:lnTo>
                    <a:pt x="10675" y="60503"/>
                  </a:lnTo>
                  <a:lnTo>
                    <a:pt x="10963" y="58315"/>
                  </a:lnTo>
                  <a:lnTo>
                    <a:pt x="10751" y="56971"/>
                  </a:lnTo>
                  <a:lnTo>
                    <a:pt x="10053" y="56857"/>
                  </a:lnTo>
                  <a:lnTo>
                    <a:pt x="8021" y="55796"/>
                  </a:lnTo>
                  <a:lnTo>
                    <a:pt x="7404" y="55909"/>
                  </a:lnTo>
                  <a:lnTo>
                    <a:pt x="6730" y="54744"/>
                  </a:lnTo>
                  <a:lnTo>
                    <a:pt x="5551" y="53907"/>
                  </a:lnTo>
                  <a:lnTo>
                    <a:pt x="4967" y="54214"/>
                  </a:lnTo>
                  <a:lnTo>
                    <a:pt x="4601" y="54592"/>
                  </a:lnTo>
                  <a:lnTo>
                    <a:pt x="4055" y="54411"/>
                  </a:lnTo>
                  <a:lnTo>
                    <a:pt x="3140" y="53684"/>
                  </a:lnTo>
                  <a:lnTo>
                    <a:pt x="2241" y="53292"/>
                  </a:lnTo>
                  <a:lnTo>
                    <a:pt x="1842" y="52807"/>
                  </a:lnTo>
                  <a:lnTo>
                    <a:pt x="2343" y="51512"/>
                  </a:lnTo>
                  <a:lnTo>
                    <a:pt x="3031" y="51543"/>
                  </a:lnTo>
                  <a:lnTo>
                    <a:pt x="3157" y="50528"/>
                  </a:lnTo>
                  <a:lnTo>
                    <a:pt x="2613" y="48836"/>
                  </a:lnTo>
                  <a:lnTo>
                    <a:pt x="2666" y="47968"/>
                  </a:lnTo>
                  <a:lnTo>
                    <a:pt x="3266" y="47730"/>
                  </a:lnTo>
                  <a:lnTo>
                    <a:pt x="3950" y="47894"/>
                  </a:lnTo>
                  <a:lnTo>
                    <a:pt x="4640" y="48904"/>
                  </a:lnTo>
                  <a:lnTo>
                    <a:pt x="4866" y="49882"/>
                  </a:lnTo>
                  <a:lnTo>
                    <a:pt x="4721" y="50835"/>
                  </a:lnTo>
                  <a:lnTo>
                    <a:pt x="5159" y="51758"/>
                  </a:lnTo>
                  <a:lnTo>
                    <a:pt x="5470" y="51991"/>
                  </a:lnTo>
                  <a:lnTo>
                    <a:pt x="5680" y="51020"/>
                  </a:lnTo>
                  <a:lnTo>
                    <a:pt x="5973" y="50835"/>
                  </a:lnTo>
                  <a:lnTo>
                    <a:pt x="6375" y="51259"/>
                  </a:lnTo>
                  <a:lnTo>
                    <a:pt x="7241" y="51472"/>
                  </a:lnTo>
                  <a:lnTo>
                    <a:pt x="9485" y="50875"/>
                  </a:lnTo>
                  <a:lnTo>
                    <a:pt x="9917" y="50370"/>
                  </a:lnTo>
                  <a:lnTo>
                    <a:pt x="8272" y="50427"/>
                  </a:lnTo>
                  <a:lnTo>
                    <a:pt x="7671" y="49954"/>
                  </a:lnTo>
                  <a:lnTo>
                    <a:pt x="7017" y="48897"/>
                  </a:lnTo>
                  <a:lnTo>
                    <a:pt x="6616" y="47936"/>
                  </a:lnTo>
                  <a:lnTo>
                    <a:pt x="6544" y="47465"/>
                  </a:lnTo>
                  <a:lnTo>
                    <a:pt x="6316" y="46776"/>
                  </a:lnTo>
                  <a:lnTo>
                    <a:pt x="6567" y="46407"/>
                  </a:lnTo>
                  <a:lnTo>
                    <a:pt x="7693" y="45853"/>
                  </a:lnTo>
                  <a:lnTo>
                    <a:pt x="8681" y="44304"/>
                  </a:lnTo>
                  <a:lnTo>
                    <a:pt x="8269" y="43855"/>
                  </a:lnTo>
                  <a:lnTo>
                    <a:pt x="7798" y="43643"/>
                  </a:lnTo>
                  <a:lnTo>
                    <a:pt x="7286" y="43800"/>
                  </a:lnTo>
                  <a:lnTo>
                    <a:pt x="6801" y="43270"/>
                  </a:lnTo>
                  <a:lnTo>
                    <a:pt x="6738" y="42532"/>
                  </a:lnTo>
                  <a:lnTo>
                    <a:pt x="7127" y="41934"/>
                  </a:lnTo>
                  <a:lnTo>
                    <a:pt x="7167" y="41113"/>
                  </a:lnTo>
                  <a:lnTo>
                    <a:pt x="5897" y="39090"/>
                  </a:lnTo>
                  <a:lnTo>
                    <a:pt x="5542" y="38650"/>
                  </a:lnTo>
                  <a:lnTo>
                    <a:pt x="5815" y="37988"/>
                  </a:lnTo>
                  <a:lnTo>
                    <a:pt x="6786" y="36881"/>
                  </a:lnTo>
                  <a:lnTo>
                    <a:pt x="7709" y="35510"/>
                  </a:lnTo>
                  <a:lnTo>
                    <a:pt x="7599" y="35059"/>
                  </a:lnTo>
                  <a:lnTo>
                    <a:pt x="6916" y="34875"/>
                  </a:lnTo>
                  <a:lnTo>
                    <a:pt x="3671" y="35463"/>
                  </a:lnTo>
                  <a:lnTo>
                    <a:pt x="2410" y="35974"/>
                  </a:lnTo>
                  <a:lnTo>
                    <a:pt x="161" y="36207"/>
                  </a:lnTo>
                  <a:lnTo>
                    <a:pt x="0" y="35462"/>
                  </a:lnTo>
                  <a:lnTo>
                    <a:pt x="50" y="34790"/>
                  </a:lnTo>
                  <a:lnTo>
                    <a:pt x="555" y="33567"/>
                  </a:lnTo>
                  <a:lnTo>
                    <a:pt x="509" y="30551"/>
                  </a:lnTo>
                  <a:lnTo>
                    <a:pt x="807" y="28916"/>
                  </a:lnTo>
                  <a:lnTo>
                    <a:pt x="2056" y="28429"/>
                  </a:lnTo>
                  <a:lnTo>
                    <a:pt x="3589" y="26026"/>
                  </a:lnTo>
                  <a:lnTo>
                    <a:pt x="6074" y="23195"/>
                  </a:lnTo>
                  <a:lnTo>
                    <a:pt x="8667" y="23250"/>
                  </a:lnTo>
                  <a:lnTo>
                    <a:pt x="9703" y="22469"/>
                  </a:lnTo>
                  <a:lnTo>
                    <a:pt x="11244" y="22423"/>
                  </a:lnTo>
                  <a:lnTo>
                    <a:pt x="11524" y="22991"/>
                  </a:lnTo>
                  <a:lnTo>
                    <a:pt x="11699" y="23534"/>
                  </a:lnTo>
                  <a:lnTo>
                    <a:pt x="13052" y="24316"/>
                  </a:lnTo>
                  <a:lnTo>
                    <a:pt x="15440" y="24192"/>
                  </a:lnTo>
                  <a:lnTo>
                    <a:pt x="16020" y="23884"/>
                  </a:lnTo>
                  <a:lnTo>
                    <a:pt x="16580" y="23453"/>
                  </a:lnTo>
                  <a:lnTo>
                    <a:pt x="15476" y="22062"/>
                  </a:lnTo>
                  <a:lnTo>
                    <a:pt x="15829" y="21670"/>
                  </a:lnTo>
                  <a:lnTo>
                    <a:pt x="16829" y="21623"/>
                  </a:lnTo>
                  <a:lnTo>
                    <a:pt x="17914" y="21951"/>
                  </a:lnTo>
                  <a:lnTo>
                    <a:pt x="17964" y="22270"/>
                  </a:lnTo>
                  <a:lnTo>
                    <a:pt x="17676" y="22706"/>
                  </a:lnTo>
                  <a:lnTo>
                    <a:pt x="17340" y="23472"/>
                  </a:lnTo>
                  <a:lnTo>
                    <a:pt x="17659" y="23619"/>
                  </a:lnTo>
                  <a:lnTo>
                    <a:pt x="20748" y="23156"/>
                  </a:lnTo>
                  <a:lnTo>
                    <a:pt x="23976" y="23527"/>
                  </a:lnTo>
                  <a:lnTo>
                    <a:pt x="25003" y="23326"/>
                  </a:lnTo>
                  <a:lnTo>
                    <a:pt x="27541" y="23342"/>
                  </a:lnTo>
                  <a:lnTo>
                    <a:pt x="27996" y="22862"/>
                  </a:lnTo>
                  <a:lnTo>
                    <a:pt x="27228" y="22259"/>
                  </a:lnTo>
                  <a:lnTo>
                    <a:pt x="26477" y="22049"/>
                  </a:lnTo>
                  <a:lnTo>
                    <a:pt x="25971" y="21756"/>
                  </a:lnTo>
                  <a:lnTo>
                    <a:pt x="25467" y="21329"/>
                  </a:lnTo>
                  <a:lnTo>
                    <a:pt x="27076" y="19983"/>
                  </a:lnTo>
                  <a:lnTo>
                    <a:pt x="27986" y="19724"/>
                  </a:lnTo>
                  <a:lnTo>
                    <a:pt x="32276" y="18897"/>
                  </a:lnTo>
                  <a:lnTo>
                    <a:pt x="35467" y="18483"/>
                  </a:lnTo>
                  <a:lnTo>
                    <a:pt x="35508" y="18176"/>
                  </a:lnTo>
                  <a:lnTo>
                    <a:pt x="35048" y="18175"/>
                  </a:lnTo>
                  <a:lnTo>
                    <a:pt x="30924" y="17490"/>
                  </a:lnTo>
                  <a:lnTo>
                    <a:pt x="29931" y="16960"/>
                  </a:lnTo>
                  <a:lnTo>
                    <a:pt x="28551" y="15697"/>
                  </a:lnTo>
                  <a:lnTo>
                    <a:pt x="28252" y="15340"/>
                  </a:lnTo>
                  <a:lnTo>
                    <a:pt x="27904" y="14724"/>
                  </a:lnTo>
                  <a:lnTo>
                    <a:pt x="28111" y="13412"/>
                  </a:lnTo>
                  <a:lnTo>
                    <a:pt x="28366" y="12358"/>
                  </a:lnTo>
                  <a:lnTo>
                    <a:pt x="28875" y="11747"/>
                  </a:lnTo>
                  <a:lnTo>
                    <a:pt x="30523" y="11654"/>
                  </a:lnTo>
                  <a:lnTo>
                    <a:pt x="36171" y="12726"/>
                  </a:lnTo>
                  <a:lnTo>
                    <a:pt x="40198" y="12083"/>
                  </a:lnTo>
                  <a:lnTo>
                    <a:pt x="44598" y="13646"/>
                  </a:lnTo>
                  <a:lnTo>
                    <a:pt x="48807" y="13329"/>
                  </a:lnTo>
                  <a:lnTo>
                    <a:pt x="49675" y="12627"/>
                  </a:lnTo>
                  <a:lnTo>
                    <a:pt x="50728" y="10366"/>
                  </a:lnTo>
                  <a:lnTo>
                    <a:pt x="56674" y="6612"/>
                  </a:lnTo>
                  <a:lnTo>
                    <a:pt x="58755" y="4654"/>
                  </a:lnTo>
                  <a:lnTo>
                    <a:pt x="60986" y="3582"/>
                  </a:lnTo>
                  <a:lnTo>
                    <a:pt x="64812" y="2392"/>
                  </a:lnTo>
                  <a:lnTo>
                    <a:pt x="68011" y="818"/>
                  </a:lnTo>
                  <a:lnTo>
                    <a:pt x="68925" y="637"/>
                  </a:lnTo>
                  <a:lnTo>
                    <a:pt x="76603" y="1389"/>
                  </a:lnTo>
                  <a:lnTo>
                    <a:pt x="81878" y="1484"/>
                  </a:lnTo>
                  <a:lnTo>
                    <a:pt x="84299" y="0"/>
                  </a:lnTo>
                  <a:lnTo>
                    <a:pt x="85704" y="498"/>
                  </a:lnTo>
                  <a:lnTo>
                    <a:pt x="85573" y="1029"/>
                  </a:lnTo>
                  <a:lnTo>
                    <a:pt x="85318" y="1482"/>
                  </a:lnTo>
                  <a:lnTo>
                    <a:pt x="85393" y="2401"/>
                  </a:lnTo>
                  <a:lnTo>
                    <a:pt x="86218" y="3750"/>
                  </a:lnTo>
                  <a:lnTo>
                    <a:pt x="87056" y="4669"/>
                  </a:lnTo>
                  <a:lnTo>
                    <a:pt x="89518" y="5987"/>
                  </a:lnTo>
                  <a:lnTo>
                    <a:pt x="92941" y="4875"/>
                  </a:lnTo>
                  <a:lnTo>
                    <a:pt x="93492" y="4999"/>
                  </a:lnTo>
                  <a:lnTo>
                    <a:pt x="94189" y="5310"/>
                  </a:lnTo>
                  <a:lnTo>
                    <a:pt x="95395" y="8880"/>
                  </a:lnTo>
                  <a:lnTo>
                    <a:pt x="96333" y="10142"/>
                  </a:lnTo>
                  <a:lnTo>
                    <a:pt x="97534" y="11000"/>
                  </a:lnTo>
                  <a:lnTo>
                    <a:pt x="98521" y="11169"/>
                  </a:lnTo>
                  <a:lnTo>
                    <a:pt x="99254" y="10274"/>
                  </a:lnTo>
                  <a:lnTo>
                    <a:pt x="99821" y="9913"/>
                  </a:lnTo>
                  <a:lnTo>
                    <a:pt x="101057" y="9760"/>
                  </a:lnTo>
                  <a:lnTo>
                    <a:pt x="103084" y="10989"/>
                  </a:lnTo>
                  <a:lnTo>
                    <a:pt x="103787" y="12258"/>
                  </a:lnTo>
                  <a:lnTo>
                    <a:pt x="107237" y="13238"/>
                  </a:lnTo>
                  <a:lnTo>
                    <a:pt x="110404" y="13729"/>
                  </a:lnTo>
                  <a:lnTo>
                    <a:pt x="111770" y="14803"/>
                  </a:lnTo>
                  <a:lnTo>
                    <a:pt x="116226" y="15883"/>
                  </a:lnTo>
                  <a:lnTo>
                    <a:pt x="117890" y="15715"/>
                  </a:lnTo>
                  <a:lnTo>
                    <a:pt x="120683" y="14583"/>
                  </a:lnTo>
                  <a:lnTo>
                    <a:pt x="126116" y="13345"/>
                  </a:lnTo>
                  <a:lnTo>
                    <a:pt x="129725" y="15074"/>
                  </a:lnTo>
                  <a:lnTo>
                    <a:pt x="130702" y="15298"/>
                  </a:lnTo>
                  <a:lnTo>
                    <a:pt x="131544" y="15149"/>
                  </a:lnTo>
                  <a:lnTo>
                    <a:pt x="132757" y="15625"/>
                  </a:lnTo>
                  <a:lnTo>
                    <a:pt x="134052" y="15369"/>
                  </a:lnTo>
                  <a:lnTo>
                    <a:pt x="138047" y="13332"/>
                  </a:lnTo>
                  <a:lnTo>
                    <a:pt x="139296" y="12177"/>
                  </a:lnTo>
                  <a:lnTo>
                    <a:pt x="140620" y="11878"/>
                  </a:lnTo>
                  <a:lnTo>
                    <a:pt x="141794" y="11187"/>
                  </a:lnTo>
                  <a:lnTo>
                    <a:pt x="144924" y="892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g1452"/>
            <p:cNvSpPr/>
            <p:nvPr/>
          </p:nvSpPr>
          <p:spPr>
            <a:xfrm>
              <a:off x="4268917" y="1831441"/>
              <a:ext cx="28555" cy="28145"/>
            </a:xfrm>
            <a:custGeom>
              <a:avLst/>
              <a:pathLst>
                <a:path w="28555" h="28145">
                  <a:moveTo>
                    <a:pt x="18689" y="1732"/>
                  </a:moveTo>
                  <a:lnTo>
                    <a:pt x="18432" y="3324"/>
                  </a:lnTo>
                  <a:lnTo>
                    <a:pt x="19028" y="5078"/>
                  </a:lnTo>
                  <a:lnTo>
                    <a:pt x="20424" y="7514"/>
                  </a:lnTo>
                  <a:lnTo>
                    <a:pt x="21830" y="8743"/>
                  </a:lnTo>
                  <a:lnTo>
                    <a:pt x="27510" y="11784"/>
                  </a:lnTo>
                  <a:lnTo>
                    <a:pt x="28555" y="12044"/>
                  </a:lnTo>
                  <a:lnTo>
                    <a:pt x="28317" y="13289"/>
                  </a:lnTo>
                  <a:lnTo>
                    <a:pt x="27975" y="14395"/>
                  </a:lnTo>
                  <a:lnTo>
                    <a:pt x="27599" y="15134"/>
                  </a:lnTo>
                  <a:lnTo>
                    <a:pt x="25935" y="15608"/>
                  </a:lnTo>
                  <a:lnTo>
                    <a:pt x="21343" y="14251"/>
                  </a:lnTo>
                  <a:lnTo>
                    <a:pt x="20181" y="14122"/>
                  </a:lnTo>
                  <a:lnTo>
                    <a:pt x="19362" y="14393"/>
                  </a:lnTo>
                  <a:lnTo>
                    <a:pt x="17845" y="15380"/>
                  </a:lnTo>
                  <a:lnTo>
                    <a:pt x="16162" y="15063"/>
                  </a:lnTo>
                  <a:lnTo>
                    <a:pt x="13817" y="15623"/>
                  </a:lnTo>
                  <a:lnTo>
                    <a:pt x="13161" y="17481"/>
                  </a:lnTo>
                  <a:lnTo>
                    <a:pt x="11533" y="19609"/>
                  </a:lnTo>
                  <a:lnTo>
                    <a:pt x="8851" y="21329"/>
                  </a:lnTo>
                  <a:lnTo>
                    <a:pt x="6935" y="22249"/>
                  </a:lnTo>
                  <a:lnTo>
                    <a:pt x="4058" y="25549"/>
                  </a:lnTo>
                  <a:lnTo>
                    <a:pt x="2753" y="27475"/>
                  </a:lnTo>
                  <a:lnTo>
                    <a:pt x="2202" y="27849"/>
                  </a:lnTo>
                  <a:lnTo>
                    <a:pt x="1549" y="28145"/>
                  </a:lnTo>
                  <a:lnTo>
                    <a:pt x="1769" y="27220"/>
                  </a:lnTo>
                  <a:lnTo>
                    <a:pt x="2092" y="26373"/>
                  </a:lnTo>
                  <a:lnTo>
                    <a:pt x="2018" y="25735"/>
                  </a:lnTo>
                  <a:lnTo>
                    <a:pt x="2032" y="24807"/>
                  </a:lnTo>
                  <a:lnTo>
                    <a:pt x="2992" y="23753"/>
                  </a:lnTo>
                  <a:lnTo>
                    <a:pt x="3864" y="22989"/>
                  </a:lnTo>
                  <a:lnTo>
                    <a:pt x="6446" y="21605"/>
                  </a:lnTo>
                  <a:lnTo>
                    <a:pt x="7125" y="20456"/>
                  </a:lnTo>
                  <a:lnTo>
                    <a:pt x="5100" y="20483"/>
                  </a:lnTo>
                  <a:lnTo>
                    <a:pt x="3046" y="20739"/>
                  </a:lnTo>
                  <a:lnTo>
                    <a:pt x="1752" y="20575"/>
                  </a:lnTo>
                  <a:lnTo>
                    <a:pt x="629" y="20669"/>
                  </a:lnTo>
                  <a:lnTo>
                    <a:pt x="272" y="19664"/>
                  </a:lnTo>
                  <a:lnTo>
                    <a:pt x="0" y="19059"/>
                  </a:lnTo>
                  <a:lnTo>
                    <a:pt x="291" y="18871"/>
                  </a:lnTo>
                  <a:lnTo>
                    <a:pt x="664" y="18740"/>
                  </a:lnTo>
                  <a:lnTo>
                    <a:pt x="1323" y="17668"/>
                  </a:lnTo>
                  <a:lnTo>
                    <a:pt x="1913" y="16877"/>
                  </a:lnTo>
                  <a:lnTo>
                    <a:pt x="2763" y="15883"/>
                  </a:lnTo>
                  <a:lnTo>
                    <a:pt x="2981" y="15289"/>
                  </a:lnTo>
                  <a:lnTo>
                    <a:pt x="2981" y="14735"/>
                  </a:lnTo>
                  <a:lnTo>
                    <a:pt x="2778" y="14351"/>
                  </a:lnTo>
                  <a:lnTo>
                    <a:pt x="2738" y="13895"/>
                  </a:lnTo>
                  <a:lnTo>
                    <a:pt x="2712" y="13250"/>
                  </a:lnTo>
                  <a:lnTo>
                    <a:pt x="2759" y="11918"/>
                  </a:lnTo>
                  <a:lnTo>
                    <a:pt x="4706" y="10462"/>
                  </a:lnTo>
                  <a:lnTo>
                    <a:pt x="5330" y="10309"/>
                  </a:lnTo>
                  <a:lnTo>
                    <a:pt x="5543" y="9644"/>
                  </a:lnTo>
                  <a:lnTo>
                    <a:pt x="5400" y="8105"/>
                  </a:lnTo>
                  <a:lnTo>
                    <a:pt x="5131" y="6862"/>
                  </a:lnTo>
                  <a:lnTo>
                    <a:pt x="4783" y="6779"/>
                  </a:lnTo>
                  <a:lnTo>
                    <a:pt x="4314" y="6416"/>
                  </a:lnTo>
                  <a:lnTo>
                    <a:pt x="4006" y="5995"/>
                  </a:lnTo>
                  <a:lnTo>
                    <a:pt x="3515" y="5536"/>
                  </a:lnTo>
                  <a:lnTo>
                    <a:pt x="2667" y="5254"/>
                  </a:lnTo>
                  <a:lnTo>
                    <a:pt x="2639" y="4861"/>
                  </a:lnTo>
                  <a:lnTo>
                    <a:pt x="2727" y="4469"/>
                  </a:lnTo>
                  <a:lnTo>
                    <a:pt x="3040" y="4068"/>
                  </a:lnTo>
                  <a:lnTo>
                    <a:pt x="4469" y="3722"/>
                  </a:lnTo>
                  <a:lnTo>
                    <a:pt x="4638" y="3439"/>
                  </a:lnTo>
                  <a:lnTo>
                    <a:pt x="4832" y="2741"/>
                  </a:lnTo>
                  <a:lnTo>
                    <a:pt x="5115" y="2026"/>
                  </a:lnTo>
                  <a:lnTo>
                    <a:pt x="5452" y="1790"/>
                  </a:lnTo>
                  <a:lnTo>
                    <a:pt x="6057" y="1812"/>
                  </a:lnTo>
                  <a:lnTo>
                    <a:pt x="7203" y="1647"/>
                  </a:lnTo>
                  <a:lnTo>
                    <a:pt x="8002" y="1414"/>
                  </a:lnTo>
                  <a:lnTo>
                    <a:pt x="8796" y="926"/>
                  </a:lnTo>
                  <a:lnTo>
                    <a:pt x="9203" y="482"/>
                  </a:lnTo>
                  <a:lnTo>
                    <a:pt x="10921" y="225"/>
                  </a:lnTo>
                  <a:lnTo>
                    <a:pt x="11403" y="0"/>
                  </a:lnTo>
                  <a:lnTo>
                    <a:pt x="11882" y="191"/>
                  </a:lnTo>
                  <a:lnTo>
                    <a:pt x="12525" y="951"/>
                  </a:lnTo>
                  <a:lnTo>
                    <a:pt x="13584" y="2041"/>
                  </a:lnTo>
                  <a:lnTo>
                    <a:pt x="14152" y="2405"/>
                  </a:lnTo>
                  <a:lnTo>
                    <a:pt x="14578" y="2236"/>
                  </a:lnTo>
                  <a:lnTo>
                    <a:pt x="15347" y="1840"/>
                  </a:lnTo>
                  <a:lnTo>
                    <a:pt x="16082" y="1837"/>
                  </a:lnTo>
                  <a:lnTo>
                    <a:pt x="16676" y="1906"/>
                  </a:lnTo>
                  <a:lnTo>
                    <a:pt x="16962" y="1561"/>
                  </a:lnTo>
                  <a:lnTo>
                    <a:pt x="17410" y="148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g1453"/>
            <p:cNvSpPr/>
            <p:nvPr/>
          </p:nvSpPr>
          <p:spPr>
            <a:xfrm>
              <a:off x="5141660" y="2076521"/>
              <a:ext cx="1550" cy="1503"/>
            </a:xfrm>
            <a:custGeom>
              <a:avLst/>
              <a:pathLst>
                <a:path w="1550" h="1503">
                  <a:moveTo>
                    <a:pt x="1136" y="0"/>
                  </a:moveTo>
                  <a:lnTo>
                    <a:pt x="1550" y="928"/>
                  </a:lnTo>
                  <a:lnTo>
                    <a:pt x="1375" y="1503"/>
                  </a:lnTo>
                  <a:lnTo>
                    <a:pt x="73" y="1196"/>
                  </a:lnTo>
                  <a:lnTo>
                    <a:pt x="0" y="634"/>
                  </a:lnTo>
                  <a:lnTo>
                    <a:pt x="492" y="73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g1454"/>
            <p:cNvSpPr/>
            <p:nvPr/>
          </p:nvSpPr>
          <p:spPr>
            <a:xfrm>
              <a:off x="5158549" y="2065993"/>
              <a:ext cx="17564" cy="46751"/>
            </a:xfrm>
            <a:custGeom>
              <a:avLst/>
              <a:pathLst>
                <a:path w="17564" h="46751">
                  <a:moveTo>
                    <a:pt x="8858" y="37053"/>
                  </a:moveTo>
                  <a:lnTo>
                    <a:pt x="8272" y="38689"/>
                  </a:lnTo>
                  <a:lnTo>
                    <a:pt x="7804" y="40417"/>
                  </a:lnTo>
                  <a:lnTo>
                    <a:pt x="7614" y="42048"/>
                  </a:lnTo>
                  <a:lnTo>
                    <a:pt x="7625" y="43731"/>
                  </a:lnTo>
                  <a:lnTo>
                    <a:pt x="7491" y="45250"/>
                  </a:lnTo>
                  <a:lnTo>
                    <a:pt x="7260" y="46751"/>
                  </a:lnTo>
                  <a:lnTo>
                    <a:pt x="6341" y="46319"/>
                  </a:lnTo>
                  <a:lnTo>
                    <a:pt x="5843" y="45244"/>
                  </a:lnTo>
                  <a:lnTo>
                    <a:pt x="5729" y="43478"/>
                  </a:lnTo>
                  <a:lnTo>
                    <a:pt x="5063" y="41346"/>
                  </a:lnTo>
                  <a:lnTo>
                    <a:pt x="4813" y="40734"/>
                  </a:lnTo>
                  <a:lnTo>
                    <a:pt x="3853" y="39542"/>
                  </a:lnTo>
                  <a:lnTo>
                    <a:pt x="2981" y="38947"/>
                  </a:lnTo>
                  <a:lnTo>
                    <a:pt x="2394" y="38140"/>
                  </a:lnTo>
                  <a:lnTo>
                    <a:pt x="1895" y="36954"/>
                  </a:lnTo>
                  <a:lnTo>
                    <a:pt x="1517" y="35692"/>
                  </a:lnTo>
                  <a:lnTo>
                    <a:pt x="734" y="32108"/>
                  </a:lnTo>
                  <a:lnTo>
                    <a:pt x="464" y="31241"/>
                  </a:lnTo>
                  <a:lnTo>
                    <a:pt x="103" y="30451"/>
                  </a:lnTo>
                  <a:lnTo>
                    <a:pt x="0" y="29669"/>
                  </a:lnTo>
                  <a:lnTo>
                    <a:pt x="123" y="28800"/>
                  </a:lnTo>
                  <a:lnTo>
                    <a:pt x="461" y="27501"/>
                  </a:lnTo>
                  <a:lnTo>
                    <a:pt x="667" y="26191"/>
                  </a:lnTo>
                  <a:lnTo>
                    <a:pt x="500" y="24412"/>
                  </a:lnTo>
                  <a:lnTo>
                    <a:pt x="564" y="22651"/>
                  </a:lnTo>
                  <a:lnTo>
                    <a:pt x="818" y="21868"/>
                  </a:lnTo>
                  <a:lnTo>
                    <a:pt x="5271" y="11135"/>
                  </a:lnTo>
                  <a:lnTo>
                    <a:pt x="6480" y="8851"/>
                  </a:lnTo>
                  <a:lnTo>
                    <a:pt x="7223" y="7730"/>
                  </a:lnTo>
                  <a:lnTo>
                    <a:pt x="7843" y="6466"/>
                  </a:lnTo>
                  <a:lnTo>
                    <a:pt x="8435" y="4866"/>
                  </a:lnTo>
                  <a:lnTo>
                    <a:pt x="9159" y="3404"/>
                  </a:lnTo>
                  <a:lnTo>
                    <a:pt x="9677" y="2954"/>
                  </a:lnTo>
                  <a:lnTo>
                    <a:pt x="12232" y="1642"/>
                  </a:lnTo>
                  <a:lnTo>
                    <a:pt x="13029" y="388"/>
                  </a:lnTo>
                  <a:lnTo>
                    <a:pt x="13667" y="0"/>
                  </a:lnTo>
                  <a:lnTo>
                    <a:pt x="14391" y="21"/>
                  </a:lnTo>
                  <a:lnTo>
                    <a:pt x="14859" y="620"/>
                  </a:lnTo>
                  <a:lnTo>
                    <a:pt x="15275" y="1329"/>
                  </a:lnTo>
                  <a:lnTo>
                    <a:pt x="15712" y="1712"/>
                  </a:lnTo>
                  <a:lnTo>
                    <a:pt x="16843" y="2405"/>
                  </a:lnTo>
                  <a:lnTo>
                    <a:pt x="17338" y="3074"/>
                  </a:lnTo>
                  <a:lnTo>
                    <a:pt x="17564" y="4228"/>
                  </a:lnTo>
                  <a:lnTo>
                    <a:pt x="16876" y="5323"/>
                  </a:lnTo>
                  <a:lnTo>
                    <a:pt x="16534" y="6309"/>
                  </a:lnTo>
                  <a:lnTo>
                    <a:pt x="16470" y="7400"/>
                  </a:lnTo>
                  <a:lnTo>
                    <a:pt x="16593" y="8876"/>
                  </a:lnTo>
                  <a:lnTo>
                    <a:pt x="16609" y="10356"/>
                  </a:lnTo>
                  <a:lnTo>
                    <a:pt x="15748" y="13831"/>
                  </a:lnTo>
                  <a:lnTo>
                    <a:pt x="14824" y="15995"/>
                  </a:lnTo>
                  <a:lnTo>
                    <a:pt x="14575" y="17074"/>
                  </a:lnTo>
                  <a:lnTo>
                    <a:pt x="14294" y="19750"/>
                  </a:lnTo>
                  <a:lnTo>
                    <a:pt x="13752" y="22437"/>
                  </a:lnTo>
                  <a:lnTo>
                    <a:pt x="13289" y="25843"/>
                  </a:lnTo>
                  <a:lnTo>
                    <a:pt x="12535" y="29351"/>
                  </a:lnTo>
                  <a:lnTo>
                    <a:pt x="12107" y="30819"/>
                  </a:lnTo>
                  <a:lnTo>
                    <a:pt x="11574" y="32223"/>
                  </a:lnTo>
                  <a:lnTo>
                    <a:pt x="10300" y="3487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g1455"/>
            <p:cNvSpPr/>
            <p:nvPr/>
          </p:nvSpPr>
          <p:spPr>
            <a:xfrm>
              <a:off x="4397243" y="2525243"/>
              <a:ext cx="2877" cy="4760"/>
            </a:xfrm>
            <a:custGeom>
              <a:avLst/>
              <a:pathLst>
                <a:path w="2877" h="4760">
                  <a:moveTo>
                    <a:pt x="1025" y="4578"/>
                  </a:moveTo>
                  <a:lnTo>
                    <a:pt x="513" y="4760"/>
                  </a:lnTo>
                  <a:lnTo>
                    <a:pt x="314" y="4583"/>
                  </a:lnTo>
                  <a:lnTo>
                    <a:pt x="0" y="4001"/>
                  </a:lnTo>
                  <a:lnTo>
                    <a:pt x="546" y="3506"/>
                  </a:lnTo>
                  <a:lnTo>
                    <a:pt x="1075" y="2543"/>
                  </a:lnTo>
                  <a:lnTo>
                    <a:pt x="2305" y="1130"/>
                  </a:lnTo>
                  <a:lnTo>
                    <a:pt x="2724" y="198"/>
                  </a:lnTo>
                  <a:lnTo>
                    <a:pt x="2877" y="0"/>
                  </a:lnTo>
                  <a:lnTo>
                    <a:pt x="2789" y="1100"/>
                  </a:lnTo>
                  <a:lnTo>
                    <a:pt x="2095" y="3507"/>
                  </a:lnTo>
                  <a:lnTo>
                    <a:pt x="1503" y="366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g1456"/>
            <p:cNvSpPr/>
            <p:nvPr/>
          </p:nvSpPr>
          <p:spPr>
            <a:xfrm>
              <a:off x="4393263" y="2498362"/>
              <a:ext cx="3696" cy="10206"/>
            </a:xfrm>
            <a:custGeom>
              <a:avLst/>
              <a:pathLst>
                <a:path w="3696" h="10206">
                  <a:moveTo>
                    <a:pt x="2972" y="6313"/>
                  </a:moveTo>
                  <a:lnTo>
                    <a:pt x="3696" y="9281"/>
                  </a:lnTo>
                  <a:lnTo>
                    <a:pt x="3603" y="9837"/>
                  </a:lnTo>
                  <a:lnTo>
                    <a:pt x="3092" y="10177"/>
                  </a:lnTo>
                  <a:lnTo>
                    <a:pt x="2825" y="10206"/>
                  </a:lnTo>
                  <a:lnTo>
                    <a:pt x="2507" y="9732"/>
                  </a:lnTo>
                  <a:lnTo>
                    <a:pt x="2282" y="8729"/>
                  </a:lnTo>
                  <a:lnTo>
                    <a:pt x="1894" y="8968"/>
                  </a:lnTo>
                  <a:lnTo>
                    <a:pt x="1233" y="7770"/>
                  </a:lnTo>
                  <a:lnTo>
                    <a:pt x="578" y="7713"/>
                  </a:lnTo>
                  <a:lnTo>
                    <a:pt x="0" y="6284"/>
                  </a:lnTo>
                  <a:lnTo>
                    <a:pt x="226" y="5038"/>
                  </a:lnTo>
                  <a:lnTo>
                    <a:pt x="95" y="2916"/>
                  </a:lnTo>
                  <a:lnTo>
                    <a:pt x="801" y="1829"/>
                  </a:lnTo>
                  <a:lnTo>
                    <a:pt x="1198" y="0"/>
                  </a:lnTo>
                  <a:lnTo>
                    <a:pt x="1654" y="1249"/>
                  </a:lnTo>
                  <a:lnTo>
                    <a:pt x="1759" y="3196"/>
                  </a:lnTo>
                  <a:lnTo>
                    <a:pt x="2374" y="548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g1457"/>
            <p:cNvSpPr/>
            <p:nvPr/>
          </p:nvSpPr>
          <p:spPr>
            <a:xfrm>
              <a:off x="4397658" y="2486983"/>
              <a:ext cx="2121" cy="7499"/>
            </a:xfrm>
            <a:custGeom>
              <a:avLst/>
              <a:pathLst>
                <a:path w="2121" h="7499">
                  <a:moveTo>
                    <a:pt x="2064" y="0"/>
                  </a:moveTo>
                  <a:lnTo>
                    <a:pt x="2121" y="702"/>
                  </a:lnTo>
                  <a:lnTo>
                    <a:pt x="1976" y="1364"/>
                  </a:lnTo>
                  <a:lnTo>
                    <a:pt x="2007" y="3473"/>
                  </a:lnTo>
                  <a:lnTo>
                    <a:pt x="1951" y="4872"/>
                  </a:lnTo>
                  <a:lnTo>
                    <a:pt x="1410" y="6810"/>
                  </a:lnTo>
                  <a:lnTo>
                    <a:pt x="970" y="7499"/>
                  </a:lnTo>
                  <a:lnTo>
                    <a:pt x="575" y="7299"/>
                  </a:lnTo>
                  <a:lnTo>
                    <a:pt x="252" y="6980"/>
                  </a:lnTo>
                  <a:lnTo>
                    <a:pt x="0" y="6449"/>
                  </a:lnTo>
                  <a:lnTo>
                    <a:pt x="513" y="2894"/>
                  </a:lnTo>
                  <a:lnTo>
                    <a:pt x="252" y="291"/>
                  </a:lnTo>
                  <a:lnTo>
                    <a:pt x="1267" y="54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g1458"/>
            <p:cNvSpPr/>
            <p:nvPr/>
          </p:nvSpPr>
          <p:spPr>
            <a:xfrm>
              <a:off x="4299990" y="2432430"/>
              <a:ext cx="105394" cy="149539"/>
            </a:xfrm>
            <a:custGeom>
              <a:avLst/>
              <a:pathLst>
                <a:path w="105394" h="149539">
                  <a:moveTo>
                    <a:pt x="43328" y="99"/>
                  </a:moveTo>
                  <a:lnTo>
                    <a:pt x="44049" y="99"/>
                  </a:lnTo>
                  <a:lnTo>
                    <a:pt x="44731" y="626"/>
                  </a:lnTo>
                  <a:lnTo>
                    <a:pt x="45489" y="1250"/>
                  </a:lnTo>
                  <a:lnTo>
                    <a:pt x="47505" y="2910"/>
                  </a:lnTo>
                  <a:lnTo>
                    <a:pt x="49522" y="4569"/>
                  </a:lnTo>
                  <a:lnTo>
                    <a:pt x="51539" y="6230"/>
                  </a:lnTo>
                  <a:lnTo>
                    <a:pt x="53556" y="7889"/>
                  </a:lnTo>
                  <a:lnTo>
                    <a:pt x="55572" y="9549"/>
                  </a:lnTo>
                  <a:lnTo>
                    <a:pt x="57588" y="11210"/>
                  </a:lnTo>
                  <a:lnTo>
                    <a:pt x="59605" y="12869"/>
                  </a:lnTo>
                  <a:lnTo>
                    <a:pt x="61622" y="14529"/>
                  </a:lnTo>
                  <a:lnTo>
                    <a:pt x="63638" y="16189"/>
                  </a:lnTo>
                  <a:lnTo>
                    <a:pt x="65654" y="17848"/>
                  </a:lnTo>
                  <a:lnTo>
                    <a:pt x="67672" y="19507"/>
                  </a:lnTo>
                  <a:lnTo>
                    <a:pt x="69688" y="21168"/>
                  </a:lnTo>
                  <a:lnTo>
                    <a:pt x="71705" y="22828"/>
                  </a:lnTo>
                  <a:lnTo>
                    <a:pt x="73722" y="24487"/>
                  </a:lnTo>
                  <a:lnTo>
                    <a:pt x="75739" y="26148"/>
                  </a:lnTo>
                  <a:lnTo>
                    <a:pt x="77755" y="27807"/>
                  </a:lnTo>
                  <a:lnTo>
                    <a:pt x="78717" y="28599"/>
                  </a:lnTo>
                  <a:lnTo>
                    <a:pt x="78862" y="28943"/>
                  </a:lnTo>
                  <a:lnTo>
                    <a:pt x="79030" y="30455"/>
                  </a:lnTo>
                  <a:lnTo>
                    <a:pt x="79135" y="31400"/>
                  </a:lnTo>
                  <a:lnTo>
                    <a:pt x="79077" y="32231"/>
                  </a:lnTo>
                  <a:lnTo>
                    <a:pt x="78543" y="33646"/>
                  </a:lnTo>
                  <a:lnTo>
                    <a:pt x="78385" y="34386"/>
                  </a:lnTo>
                  <a:lnTo>
                    <a:pt x="78380" y="34899"/>
                  </a:lnTo>
                  <a:lnTo>
                    <a:pt x="78511" y="35101"/>
                  </a:lnTo>
                  <a:lnTo>
                    <a:pt x="78966" y="35174"/>
                  </a:lnTo>
                  <a:lnTo>
                    <a:pt x="79353" y="35509"/>
                  </a:lnTo>
                  <a:lnTo>
                    <a:pt x="79496" y="35774"/>
                  </a:lnTo>
                  <a:lnTo>
                    <a:pt x="79792" y="36839"/>
                  </a:lnTo>
                  <a:lnTo>
                    <a:pt x="80169" y="37373"/>
                  </a:lnTo>
                  <a:lnTo>
                    <a:pt x="81021" y="38277"/>
                  </a:lnTo>
                  <a:lnTo>
                    <a:pt x="82473" y="39819"/>
                  </a:lnTo>
                  <a:lnTo>
                    <a:pt x="83925" y="41361"/>
                  </a:lnTo>
                  <a:lnTo>
                    <a:pt x="85378" y="42903"/>
                  </a:lnTo>
                  <a:lnTo>
                    <a:pt x="86830" y="44445"/>
                  </a:lnTo>
                  <a:lnTo>
                    <a:pt x="88282" y="45985"/>
                  </a:lnTo>
                  <a:lnTo>
                    <a:pt x="89735" y="47527"/>
                  </a:lnTo>
                  <a:lnTo>
                    <a:pt x="91187" y="49069"/>
                  </a:lnTo>
                  <a:lnTo>
                    <a:pt x="92640" y="50611"/>
                  </a:lnTo>
                  <a:lnTo>
                    <a:pt x="93346" y="51360"/>
                  </a:lnTo>
                  <a:lnTo>
                    <a:pt x="93646" y="51571"/>
                  </a:lnTo>
                  <a:lnTo>
                    <a:pt x="93457" y="52744"/>
                  </a:lnTo>
                  <a:lnTo>
                    <a:pt x="92714" y="55589"/>
                  </a:lnTo>
                  <a:lnTo>
                    <a:pt x="92671" y="56774"/>
                  </a:lnTo>
                  <a:lnTo>
                    <a:pt x="92380" y="58169"/>
                  </a:lnTo>
                  <a:lnTo>
                    <a:pt x="92099" y="59091"/>
                  </a:lnTo>
                  <a:lnTo>
                    <a:pt x="91342" y="63095"/>
                  </a:lnTo>
                  <a:lnTo>
                    <a:pt x="90706" y="64593"/>
                  </a:lnTo>
                  <a:lnTo>
                    <a:pt x="89837" y="68103"/>
                  </a:lnTo>
                  <a:lnTo>
                    <a:pt x="89700" y="70788"/>
                  </a:lnTo>
                  <a:lnTo>
                    <a:pt x="90178" y="72667"/>
                  </a:lnTo>
                  <a:lnTo>
                    <a:pt x="90356" y="74430"/>
                  </a:lnTo>
                  <a:lnTo>
                    <a:pt x="91372" y="76157"/>
                  </a:lnTo>
                  <a:lnTo>
                    <a:pt x="92185" y="76774"/>
                  </a:lnTo>
                  <a:lnTo>
                    <a:pt x="92735" y="77564"/>
                  </a:lnTo>
                  <a:lnTo>
                    <a:pt x="93709" y="79368"/>
                  </a:lnTo>
                  <a:lnTo>
                    <a:pt x="94266" y="81176"/>
                  </a:lnTo>
                  <a:lnTo>
                    <a:pt x="96017" y="82065"/>
                  </a:lnTo>
                  <a:lnTo>
                    <a:pt x="96714" y="84093"/>
                  </a:lnTo>
                  <a:lnTo>
                    <a:pt x="96460" y="85489"/>
                  </a:lnTo>
                  <a:lnTo>
                    <a:pt x="95648" y="86645"/>
                  </a:lnTo>
                  <a:lnTo>
                    <a:pt x="94888" y="88520"/>
                  </a:lnTo>
                  <a:lnTo>
                    <a:pt x="94277" y="90981"/>
                  </a:lnTo>
                  <a:lnTo>
                    <a:pt x="94263" y="94744"/>
                  </a:lnTo>
                  <a:lnTo>
                    <a:pt x="94674" y="94172"/>
                  </a:lnTo>
                  <a:lnTo>
                    <a:pt x="95601" y="95094"/>
                  </a:lnTo>
                  <a:lnTo>
                    <a:pt x="95720" y="97866"/>
                  </a:lnTo>
                  <a:lnTo>
                    <a:pt x="94765" y="101093"/>
                  </a:lnTo>
                  <a:lnTo>
                    <a:pt x="94471" y="102601"/>
                  </a:lnTo>
                  <a:lnTo>
                    <a:pt x="94424" y="103896"/>
                  </a:lnTo>
                  <a:lnTo>
                    <a:pt x="95118" y="107759"/>
                  </a:lnTo>
                  <a:lnTo>
                    <a:pt x="96168" y="109726"/>
                  </a:lnTo>
                  <a:lnTo>
                    <a:pt x="96090" y="110342"/>
                  </a:lnTo>
                  <a:lnTo>
                    <a:pt x="95817" y="110858"/>
                  </a:lnTo>
                  <a:lnTo>
                    <a:pt x="97615" y="114338"/>
                  </a:lnTo>
                  <a:lnTo>
                    <a:pt x="97465" y="117365"/>
                  </a:lnTo>
                  <a:lnTo>
                    <a:pt x="98139" y="119721"/>
                  </a:lnTo>
                  <a:lnTo>
                    <a:pt x="98434" y="121763"/>
                  </a:lnTo>
                  <a:lnTo>
                    <a:pt x="98878" y="123329"/>
                  </a:lnTo>
                  <a:lnTo>
                    <a:pt x="98963" y="124409"/>
                  </a:lnTo>
                  <a:lnTo>
                    <a:pt x="98409" y="125608"/>
                  </a:lnTo>
                  <a:lnTo>
                    <a:pt x="99720" y="125908"/>
                  </a:lnTo>
                  <a:lnTo>
                    <a:pt x="100490" y="126888"/>
                  </a:lnTo>
                  <a:lnTo>
                    <a:pt x="100853" y="127827"/>
                  </a:lnTo>
                  <a:lnTo>
                    <a:pt x="101800" y="127786"/>
                  </a:lnTo>
                  <a:lnTo>
                    <a:pt x="102313" y="128428"/>
                  </a:lnTo>
                  <a:lnTo>
                    <a:pt x="103052" y="128957"/>
                  </a:lnTo>
                  <a:lnTo>
                    <a:pt x="104686" y="130532"/>
                  </a:lnTo>
                  <a:lnTo>
                    <a:pt x="105129" y="131323"/>
                  </a:lnTo>
                  <a:lnTo>
                    <a:pt x="105290" y="131780"/>
                  </a:lnTo>
                  <a:lnTo>
                    <a:pt x="105394" y="132078"/>
                  </a:lnTo>
                  <a:lnTo>
                    <a:pt x="104296" y="133294"/>
                  </a:lnTo>
                  <a:lnTo>
                    <a:pt x="102581" y="135190"/>
                  </a:lnTo>
                  <a:lnTo>
                    <a:pt x="100901" y="137050"/>
                  </a:lnTo>
                  <a:lnTo>
                    <a:pt x="99278" y="138327"/>
                  </a:lnTo>
                  <a:lnTo>
                    <a:pt x="98117" y="138918"/>
                  </a:lnTo>
                  <a:lnTo>
                    <a:pt x="96879" y="139249"/>
                  </a:lnTo>
                  <a:lnTo>
                    <a:pt x="95702" y="140031"/>
                  </a:lnTo>
                  <a:lnTo>
                    <a:pt x="94590" y="141259"/>
                  </a:lnTo>
                  <a:lnTo>
                    <a:pt x="93165" y="141877"/>
                  </a:lnTo>
                  <a:lnTo>
                    <a:pt x="91429" y="141882"/>
                  </a:lnTo>
                  <a:lnTo>
                    <a:pt x="89606" y="142742"/>
                  </a:lnTo>
                  <a:lnTo>
                    <a:pt x="87795" y="144366"/>
                  </a:lnTo>
                  <a:lnTo>
                    <a:pt x="86740" y="145314"/>
                  </a:lnTo>
                  <a:lnTo>
                    <a:pt x="85068" y="143889"/>
                  </a:lnTo>
                  <a:lnTo>
                    <a:pt x="83757" y="143437"/>
                  </a:lnTo>
                  <a:lnTo>
                    <a:pt x="82250" y="143484"/>
                  </a:lnTo>
                  <a:lnTo>
                    <a:pt x="81332" y="143660"/>
                  </a:lnTo>
                  <a:lnTo>
                    <a:pt x="81002" y="143966"/>
                  </a:lnTo>
                  <a:lnTo>
                    <a:pt x="80716" y="144837"/>
                  </a:lnTo>
                  <a:lnTo>
                    <a:pt x="80472" y="146271"/>
                  </a:lnTo>
                  <a:lnTo>
                    <a:pt x="79483" y="147648"/>
                  </a:lnTo>
                  <a:lnTo>
                    <a:pt x="77751" y="148965"/>
                  </a:lnTo>
                  <a:lnTo>
                    <a:pt x="76153" y="149458"/>
                  </a:lnTo>
                  <a:lnTo>
                    <a:pt x="74692" y="149125"/>
                  </a:lnTo>
                  <a:lnTo>
                    <a:pt x="73703" y="148576"/>
                  </a:lnTo>
                  <a:lnTo>
                    <a:pt x="73186" y="147809"/>
                  </a:lnTo>
                  <a:lnTo>
                    <a:pt x="72426" y="147457"/>
                  </a:lnTo>
                  <a:lnTo>
                    <a:pt x="71421" y="147517"/>
                  </a:lnTo>
                  <a:lnTo>
                    <a:pt x="70460" y="148062"/>
                  </a:lnTo>
                  <a:lnTo>
                    <a:pt x="69540" y="149093"/>
                  </a:lnTo>
                  <a:lnTo>
                    <a:pt x="68072" y="149539"/>
                  </a:lnTo>
                  <a:lnTo>
                    <a:pt x="66057" y="149401"/>
                  </a:lnTo>
                  <a:lnTo>
                    <a:pt x="64975" y="148904"/>
                  </a:lnTo>
                  <a:lnTo>
                    <a:pt x="64825" y="148047"/>
                  </a:lnTo>
                  <a:lnTo>
                    <a:pt x="63943" y="147043"/>
                  </a:lnTo>
                  <a:lnTo>
                    <a:pt x="62326" y="145891"/>
                  </a:lnTo>
                  <a:lnTo>
                    <a:pt x="61135" y="145867"/>
                  </a:lnTo>
                  <a:lnTo>
                    <a:pt x="60371" y="146971"/>
                  </a:lnTo>
                  <a:lnTo>
                    <a:pt x="59674" y="147667"/>
                  </a:lnTo>
                  <a:lnTo>
                    <a:pt x="59044" y="147951"/>
                  </a:lnTo>
                  <a:lnTo>
                    <a:pt x="58476" y="147985"/>
                  </a:lnTo>
                  <a:lnTo>
                    <a:pt x="57975" y="147772"/>
                  </a:lnTo>
                  <a:lnTo>
                    <a:pt x="57661" y="147684"/>
                  </a:lnTo>
                  <a:lnTo>
                    <a:pt x="55432" y="147566"/>
                  </a:lnTo>
                  <a:lnTo>
                    <a:pt x="53321" y="147613"/>
                  </a:lnTo>
                  <a:lnTo>
                    <a:pt x="53256" y="147133"/>
                  </a:lnTo>
                  <a:lnTo>
                    <a:pt x="53108" y="146014"/>
                  </a:lnTo>
                  <a:lnTo>
                    <a:pt x="52670" y="145038"/>
                  </a:lnTo>
                  <a:lnTo>
                    <a:pt x="52291" y="144458"/>
                  </a:lnTo>
                  <a:lnTo>
                    <a:pt x="51821" y="144304"/>
                  </a:lnTo>
                  <a:lnTo>
                    <a:pt x="51565" y="144315"/>
                  </a:lnTo>
                  <a:lnTo>
                    <a:pt x="51359" y="143866"/>
                  </a:lnTo>
                  <a:lnTo>
                    <a:pt x="51116" y="142871"/>
                  </a:lnTo>
                  <a:lnTo>
                    <a:pt x="50757" y="142024"/>
                  </a:lnTo>
                  <a:lnTo>
                    <a:pt x="50280" y="141323"/>
                  </a:lnTo>
                  <a:lnTo>
                    <a:pt x="49995" y="140671"/>
                  </a:lnTo>
                  <a:lnTo>
                    <a:pt x="49898" y="140072"/>
                  </a:lnTo>
                  <a:lnTo>
                    <a:pt x="49974" y="139413"/>
                  </a:lnTo>
                  <a:lnTo>
                    <a:pt x="50415" y="137776"/>
                  </a:lnTo>
                  <a:lnTo>
                    <a:pt x="50555" y="136655"/>
                  </a:lnTo>
                  <a:lnTo>
                    <a:pt x="50505" y="135505"/>
                  </a:lnTo>
                  <a:lnTo>
                    <a:pt x="50266" y="134327"/>
                  </a:lnTo>
                  <a:lnTo>
                    <a:pt x="49765" y="132925"/>
                  </a:lnTo>
                  <a:lnTo>
                    <a:pt x="49821" y="132522"/>
                  </a:lnTo>
                  <a:lnTo>
                    <a:pt x="49651" y="131566"/>
                  </a:lnTo>
                  <a:lnTo>
                    <a:pt x="49634" y="130897"/>
                  </a:lnTo>
                  <a:lnTo>
                    <a:pt x="49731" y="130062"/>
                  </a:lnTo>
                  <a:lnTo>
                    <a:pt x="49635" y="128964"/>
                  </a:lnTo>
                  <a:lnTo>
                    <a:pt x="49203" y="126621"/>
                  </a:lnTo>
                  <a:lnTo>
                    <a:pt x="49203" y="126022"/>
                  </a:lnTo>
                  <a:lnTo>
                    <a:pt x="48747" y="124887"/>
                  </a:lnTo>
                  <a:lnTo>
                    <a:pt x="47345" y="122206"/>
                  </a:lnTo>
                  <a:lnTo>
                    <a:pt x="47279" y="121857"/>
                  </a:lnTo>
                  <a:lnTo>
                    <a:pt x="45082" y="119154"/>
                  </a:lnTo>
                  <a:lnTo>
                    <a:pt x="44202" y="118563"/>
                  </a:lnTo>
                  <a:lnTo>
                    <a:pt x="43885" y="119070"/>
                  </a:lnTo>
                  <a:lnTo>
                    <a:pt x="43767" y="119539"/>
                  </a:lnTo>
                  <a:lnTo>
                    <a:pt x="43859" y="120403"/>
                  </a:lnTo>
                  <a:lnTo>
                    <a:pt x="43806" y="120834"/>
                  </a:lnTo>
                  <a:lnTo>
                    <a:pt x="43713" y="121029"/>
                  </a:lnTo>
                  <a:lnTo>
                    <a:pt x="43192" y="121000"/>
                  </a:lnTo>
                  <a:lnTo>
                    <a:pt x="42864" y="120901"/>
                  </a:lnTo>
                  <a:lnTo>
                    <a:pt x="42032" y="120175"/>
                  </a:lnTo>
                  <a:lnTo>
                    <a:pt x="41383" y="119996"/>
                  </a:lnTo>
                  <a:lnTo>
                    <a:pt x="39774" y="120127"/>
                  </a:lnTo>
                  <a:lnTo>
                    <a:pt x="39208" y="120297"/>
                  </a:lnTo>
                  <a:lnTo>
                    <a:pt x="38765" y="120134"/>
                  </a:lnTo>
                  <a:lnTo>
                    <a:pt x="37913" y="118894"/>
                  </a:lnTo>
                  <a:lnTo>
                    <a:pt x="36914" y="118634"/>
                  </a:lnTo>
                  <a:lnTo>
                    <a:pt x="36017" y="118570"/>
                  </a:lnTo>
                  <a:lnTo>
                    <a:pt x="34537" y="117163"/>
                  </a:lnTo>
                  <a:lnTo>
                    <a:pt x="34190" y="117228"/>
                  </a:lnTo>
                  <a:lnTo>
                    <a:pt x="34025" y="117336"/>
                  </a:lnTo>
                  <a:lnTo>
                    <a:pt x="33489" y="116966"/>
                  </a:lnTo>
                  <a:lnTo>
                    <a:pt x="32480" y="116148"/>
                  </a:lnTo>
                  <a:lnTo>
                    <a:pt x="31078" y="115426"/>
                  </a:lnTo>
                  <a:lnTo>
                    <a:pt x="29930" y="114620"/>
                  </a:lnTo>
                  <a:lnTo>
                    <a:pt x="29420" y="113834"/>
                  </a:lnTo>
                  <a:lnTo>
                    <a:pt x="28343" y="113534"/>
                  </a:lnTo>
                  <a:lnTo>
                    <a:pt x="27412" y="113405"/>
                  </a:lnTo>
                  <a:lnTo>
                    <a:pt x="26550" y="112676"/>
                  </a:lnTo>
                  <a:lnTo>
                    <a:pt x="25656" y="112593"/>
                  </a:lnTo>
                  <a:lnTo>
                    <a:pt x="24779" y="112407"/>
                  </a:lnTo>
                  <a:lnTo>
                    <a:pt x="24583" y="111924"/>
                  </a:lnTo>
                  <a:lnTo>
                    <a:pt x="24552" y="110847"/>
                  </a:lnTo>
                  <a:lnTo>
                    <a:pt x="24245" y="110565"/>
                  </a:lnTo>
                  <a:lnTo>
                    <a:pt x="23601" y="110290"/>
                  </a:lnTo>
                  <a:lnTo>
                    <a:pt x="22907" y="110304"/>
                  </a:lnTo>
                  <a:lnTo>
                    <a:pt x="22484" y="110459"/>
                  </a:lnTo>
                  <a:lnTo>
                    <a:pt x="22234" y="110381"/>
                  </a:lnTo>
                  <a:lnTo>
                    <a:pt x="21659" y="109746"/>
                  </a:lnTo>
                  <a:lnTo>
                    <a:pt x="21124" y="108940"/>
                  </a:lnTo>
                  <a:lnTo>
                    <a:pt x="20921" y="107654"/>
                  </a:lnTo>
                  <a:lnTo>
                    <a:pt x="20111" y="106826"/>
                  </a:lnTo>
                  <a:lnTo>
                    <a:pt x="19178" y="106172"/>
                  </a:lnTo>
                  <a:lnTo>
                    <a:pt x="16584" y="106240"/>
                  </a:lnTo>
                  <a:lnTo>
                    <a:pt x="16177" y="106042"/>
                  </a:lnTo>
                  <a:lnTo>
                    <a:pt x="15562" y="105390"/>
                  </a:lnTo>
                  <a:lnTo>
                    <a:pt x="14839" y="104313"/>
                  </a:lnTo>
                  <a:lnTo>
                    <a:pt x="14259" y="103083"/>
                  </a:lnTo>
                  <a:lnTo>
                    <a:pt x="13749" y="101413"/>
                  </a:lnTo>
                  <a:lnTo>
                    <a:pt x="13507" y="100407"/>
                  </a:lnTo>
                  <a:lnTo>
                    <a:pt x="13221" y="99162"/>
                  </a:lnTo>
                  <a:lnTo>
                    <a:pt x="12586" y="97300"/>
                  </a:lnTo>
                  <a:lnTo>
                    <a:pt x="11688" y="94664"/>
                  </a:lnTo>
                  <a:lnTo>
                    <a:pt x="10995" y="92505"/>
                  </a:lnTo>
                  <a:lnTo>
                    <a:pt x="10248" y="90183"/>
                  </a:lnTo>
                  <a:lnTo>
                    <a:pt x="9943" y="88481"/>
                  </a:lnTo>
                  <a:lnTo>
                    <a:pt x="9363" y="86599"/>
                  </a:lnTo>
                  <a:lnTo>
                    <a:pt x="8413" y="84286"/>
                  </a:lnTo>
                  <a:lnTo>
                    <a:pt x="7931" y="83382"/>
                  </a:lnTo>
                  <a:lnTo>
                    <a:pt x="7406" y="82573"/>
                  </a:lnTo>
                  <a:lnTo>
                    <a:pt x="6039" y="81012"/>
                  </a:lnTo>
                  <a:lnTo>
                    <a:pt x="4491" y="79460"/>
                  </a:lnTo>
                  <a:lnTo>
                    <a:pt x="3654" y="78414"/>
                  </a:lnTo>
                  <a:lnTo>
                    <a:pt x="2527" y="75311"/>
                  </a:lnTo>
                  <a:lnTo>
                    <a:pt x="2056" y="74188"/>
                  </a:lnTo>
                  <a:lnTo>
                    <a:pt x="1729" y="72210"/>
                  </a:lnTo>
                  <a:lnTo>
                    <a:pt x="1481" y="70158"/>
                  </a:lnTo>
                  <a:lnTo>
                    <a:pt x="1583" y="69328"/>
                  </a:lnTo>
                  <a:lnTo>
                    <a:pt x="2582" y="66685"/>
                  </a:lnTo>
                  <a:lnTo>
                    <a:pt x="2683" y="65941"/>
                  </a:lnTo>
                  <a:lnTo>
                    <a:pt x="2561" y="64939"/>
                  </a:lnTo>
                  <a:lnTo>
                    <a:pt x="2071" y="62833"/>
                  </a:lnTo>
                  <a:lnTo>
                    <a:pt x="1705" y="61455"/>
                  </a:lnTo>
                  <a:lnTo>
                    <a:pt x="1447" y="60278"/>
                  </a:lnTo>
                  <a:lnTo>
                    <a:pt x="914" y="58319"/>
                  </a:lnTo>
                  <a:lnTo>
                    <a:pt x="182" y="55626"/>
                  </a:lnTo>
                  <a:lnTo>
                    <a:pt x="0" y="54451"/>
                  </a:lnTo>
                  <a:lnTo>
                    <a:pt x="21" y="53569"/>
                  </a:lnTo>
                  <a:lnTo>
                    <a:pt x="417" y="51243"/>
                  </a:lnTo>
                  <a:lnTo>
                    <a:pt x="764" y="48842"/>
                  </a:lnTo>
                  <a:lnTo>
                    <a:pt x="754" y="48181"/>
                  </a:lnTo>
                  <a:lnTo>
                    <a:pt x="3730" y="48272"/>
                  </a:lnTo>
                  <a:lnTo>
                    <a:pt x="4220" y="47745"/>
                  </a:lnTo>
                  <a:lnTo>
                    <a:pt x="5901" y="46200"/>
                  </a:lnTo>
                  <a:lnTo>
                    <a:pt x="7793" y="43104"/>
                  </a:lnTo>
                  <a:lnTo>
                    <a:pt x="8171" y="41815"/>
                  </a:lnTo>
                  <a:lnTo>
                    <a:pt x="8941" y="39829"/>
                  </a:lnTo>
                  <a:lnTo>
                    <a:pt x="9697" y="38842"/>
                  </a:lnTo>
                  <a:lnTo>
                    <a:pt x="9987" y="38159"/>
                  </a:lnTo>
                  <a:lnTo>
                    <a:pt x="10185" y="37087"/>
                  </a:lnTo>
                  <a:lnTo>
                    <a:pt x="10421" y="36180"/>
                  </a:lnTo>
                  <a:lnTo>
                    <a:pt x="11413" y="34835"/>
                  </a:lnTo>
                  <a:lnTo>
                    <a:pt x="12379" y="33805"/>
                  </a:lnTo>
                  <a:lnTo>
                    <a:pt x="12310" y="33387"/>
                  </a:lnTo>
                  <a:lnTo>
                    <a:pt x="12180" y="33077"/>
                  </a:lnTo>
                  <a:lnTo>
                    <a:pt x="12323" y="32811"/>
                  </a:lnTo>
                  <a:lnTo>
                    <a:pt x="12851" y="32281"/>
                  </a:lnTo>
                  <a:lnTo>
                    <a:pt x="13877" y="31796"/>
                  </a:lnTo>
                  <a:lnTo>
                    <a:pt x="14077" y="30764"/>
                  </a:lnTo>
                  <a:lnTo>
                    <a:pt x="14074" y="29590"/>
                  </a:lnTo>
                  <a:lnTo>
                    <a:pt x="13908" y="28933"/>
                  </a:lnTo>
                  <a:lnTo>
                    <a:pt x="13939" y="28177"/>
                  </a:lnTo>
                  <a:lnTo>
                    <a:pt x="13782" y="27755"/>
                  </a:lnTo>
                  <a:lnTo>
                    <a:pt x="13113" y="27649"/>
                  </a:lnTo>
                  <a:lnTo>
                    <a:pt x="12117" y="27063"/>
                  </a:lnTo>
                  <a:lnTo>
                    <a:pt x="11273" y="26816"/>
                  </a:lnTo>
                  <a:lnTo>
                    <a:pt x="10710" y="26476"/>
                  </a:lnTo>
                  <a:lnTo>
                    <a:pt x="10502" y="26216"/>
                  </a:lnTo>
                  <a:lnTo>
                    <a:pt x="10412" y="25512"/>
                  </a:lnTo>
                  <a:lnTo>
                    <a:pt x="10575" y="24745"/>
                  </a:lnTo>
                  <a:lnTo>
                    <a:pt x="10662" y="24524"/>
                  </a:lnTo>
                  <a:lnTo>
                    <a:pt x="10879" y="23703"/>
                  </a:lnTo>
                  <a:lnTo>
                    <a:pt x="10510" y="23208"/>
                  </a:lnTo>
                  <a:lnTo>
                    <a:pt x="10414" y="22967"/>
                  </a:lnTo>
                  <a:lnTo>
                    <a:pt x="10582" y="22575"/>
                  </a:lnTo>
                  <a:lnTo>
                    <a:pt x="11449" y="19964"/>
                  </a:lnTo>
                  <a:lnTo>
                    <a:pt x="11638" y="19599"/>
                  </a:lnTo>
                  <a:lnTo>
                    <a:pt x="12014" y="19552"/>
                  </a:lnTo>
                  <a:lnTo>
                    <a:pt x="12613" y="19232"/>
                  </a:lnTo>
                  <a:lnTo>
                    <a:pt x="13163" y="19088"/>
                  </a:lnTo>
                  <a:lnTo>
                    <a:pt x="13614" y="19202"/>
                  </a:lnTo>
                  <a:lnTo>
                    <a:pt x="13947" y="19077"/>
                  </a:lnTo>
                  <a:lnTo>
                    <a:pt x="14241" y="18739"/>
                  </a:lnTo>
                  <a:lnTo>
                    <a:pt x="14489" y="17720"/>
                  </a:lnTo>
                  <a:lnTo>
                    <a:pt x="14693" y="16018"/>
                  </a:lnTo>
                  <a:lnTo>
                    <a:pt x="14581" y="14633"/>
                  </a:lnTo>
                  <a:lnTo>
                    <a:pt x="14150" y="13565"/>
                  </a:lnTo>
                  <a:lnTo>
                    <a:pt x="14033" y="11936"/>
                  </a:lnTo>
                  <a:lnTo>
                    <a:pt x="14230" y="9745"/>
                  </a:lnTo>
                  <a:lnTo>
                    <a:pt x="14088" y="7924"/>
                  </a:lnTo>
                  <a:lnTo>
                    <a:pt x="13611" y="6468"/>
                  </a:lnTo>
                  <a:lnTo>
                    <a:pt x="13125" y="5605"/>
                  </a:lnTo>
                  <a:lnTo>
                    <a:pt x="12379" y="5196"/>
                  </a:lnTo>
                  <a:lnTo>
                    <a:pt x="11207" y="2974"/>
                  </a:lnTo>
                  <a:lnTo>
                    <a:pt x="10849" y="1900"/>
                  </a:lnTo>
                  <a:lnTo>
                    <a:pt x="10914" y="1228"/>
                  </a:lnTo>
                  <a:lnTo>
                    <a:pt x="11319" y="942"/>
                  </a:lnTo>
                  <a:lnTo>
                    <a:pt x="12065" y="1043"/>
                  </a:lnTo>
                  <a:lnTo>
                    <a:pt x="12765" y="787"/>
                  </a:lnTo>
                  <a:lnTo>
                    <a:pt x="13420" y="175"/>
                  </a:lnTo>
                  <a:lnTo>
                    <a:pt x="14056" y="0"/>
                  </a:lnTo>
                  <a:lnTo>
                    <a:pt x="14193" y="57"/>
                  </a:lnTo>
                  <a:lnTo>
                    <a:pt x="14392" y="99"/>
                  </a:lnTo>
                  <a:lnTo>
                    <a:pt x="15385" y="99"/>
                  </a:lnTo>
                  <a:lnTo>
                    <a:pt x="17068" y="99"/>
                  </a:lnTo>
                  <a:lnTo>
                    <a:pt x="18749" y="99"/>
                  </a:lnTo>
                  <a:lnTo>
                    <a:pt x="20432" y="99"/>
                  </a:lnTo>
                  <a:lnTo>
                    <a:pt x="22113" y="99"/>
                  </a:lnTo>
                  <a:lnTo>
                    <a:pt x="23795" y="99"/>
                  </a:lnTo>
                  <a:lnTo>
                    <a:pt x="25477" y="99"/>
                  </a:lnTo>
                  <a:lnTo>
                    <a:pt x="27159" y="99"/>
                  </a:lnTo>
                  <a:lnTo>
                    <a:pt x="28840" y="99"/>
                  </a:lnTo>
                  <a:lnTo>
                    <a:pt x="30523" y="99"/>
                  </a:lnTo>
                  <a:lnTo>
                    <a:pt x="32204" y="99"/>
                  </a:lnTo>
                  <a:lnTo>
                    <a:pt x="33886" y="99"/>
                  </a:lnTo>
                  <a:lnTo>
                    <a:pt x="35568" y="99"/>
                  </a:lnTo>
                  <a:lnTo>
                    <a:pt x="37250" y="99"/>
                  </a:lnTo>
                  <a:lnTo>
                    <a:pt x="38931" y="99"/>
                  </a:lnTo>
                  <a:lnTo>
                    <a:pt x="40614" y="99"/>
                  </a:lnTo>
                  <a:lnTo>
                    <a:pt x="42295" y="9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g1459"/>
            <p:cNvSpPr/>
            <p:nvPr/>
          </p:nvSpPr>
          <p:spPr>
            <a:xfrm>
              <a:off x="4302247" y="2359690"/>
              <a:ext cx="51242" cy="79365"/>
            </a:xfrm>
            <a:custGeom>
              <a:avLst/>
              <a:pathLst>
                <a:path w="51242" h="79365">
                  <a:moveTo>
                    <a:pt x="41072" y="72839"/>
                  </a:moveTo>
                  <a:lnTo>
                    <a:pt x="40039" y="72839"/>
                  </a:lnTo>
                  <a:lnTo>
                    <a:pt x="38357" y="72839"/>
                  </a:lnTo>
                  <a:lnTo>
                    <a:pt x="36675" y="72839"/>
                  </a:lnTo>
                  <a:lnTo>
                    <a:pt x="34993" y="72839"/>
                  </a:lnTo>
                  <a:lnTo>
                    <a:pt x="33312" y="72839"/>
                  </a:lnTo>
                  <a:lnTo>
                    <a:pt x="31629" y="72839"/>
                  </a:lnTo>
                  <a:lnTo>
                    <a:pt x="29948" y="72839"/>
                  </a:lnTo>
                  <a:lnTo>
                    <a:pt x="28266" y="72839"/>
                  </a:lnTo>
                  <a:lnTo>
                    <a:pt x="26584" y="72839"/>
                  </a:lnTo>
                  <a:lnTo>
                    <a:pt x="24903" y="72839"/>
                  </a:lnTo>
                  <a:lnTo>
                    <a:pt x="23221" y="72839"/>
                  </a:lnTo>
                  <a:lnTo>
                    <a:pt x="21539" y="72839"/>
                  </a:lnTo>
                  <a:lnTo>
                    <a:pt x="19857" y="72839"/>
                  </a:lnTo>
                  <a:lnTo>
                    <a:pt x="18176" y="72839"/>
                  </a:lnTo>
                  <a:lnTo>
                    <a:pt x="16493" y="72839"/>
                  </a:lnTo>
                  <a:lnTo>
                    <a:pt x="14812" y="72839"/>
                  </a:lnTo>
                  <a:lnTo>
                    <a:pt x="13129" y="72839"/>
                  </a:lnTo>
                  <a:lnTo>
                    <a:pt x="12136" y="72839"/>
                  </a:lnTo>
                  <a:lnTo>
                    <a:pt x="11936" y="72797"/>
                  </a:lnTo>
                  <a:lnTo>
                    <a:pt x="11800" y="72740"/>
                  </a:lnTo>
                  <a:lnTo>
                    <a:pt x="11164" y="72915"/>
                  </a:lnTo>
                  <a:lnTo>
                    <a:pt x="10509" y="73527"/>
                  </a:lnTo>
                  <a:lnTo>
                    <a:pt x="9809" y="73783"/>
                  </a:lnTo>
                  <a:lnTo>
                    <a:pt x="8969" y="73749"/>
                  </a:lnTo>
                  <a:lnTo>
                    <a:pt x="8590" y="73731"/>
                  </a:lnTo>
                  <a:lnTo>
                    <a:pt x="8045" y="73690"/>
                  </a:lnTo>
                  <a:lnTo>
                    <a:pt x="7552" y="73851"/>
                  </a:lnTo>
                  <a:lnTo>
                    <a:pt x="7176" y="74388"/>
                  </a:lnTo>
                  <a:lnTo>
                    <a:pt x="6792" y="75304"/>
                  </a:lnTo>
                  <a:lnTo>
                    <a:pt x="6103" y="76356"/>
                  </a:lnTo>
                  <a:lnTo>
                    <a:pt x="5563" y="77289"/>
                  </a:lnTo>
                  <a:lnTo>
                    <a:pt x="5105" y="77952"/>
                  </a:lnTo>
                  <a:lnTo>
                    <a:pt x="4055" y="79045"/>
                  </a:lnTo>
                  <a:lnTo>
                    <a:pt x="3483" y="79365"/>
                  </a:lnTo>
                  <a:lnTo>
                    <a:pt x="3198" y="79314"/>
                  </a:lnTo>
                  <a:lnTo>
                    <a:pt x="3024" y="79111"/>
                  </a:lnTo>
                  <a:lnTo>
                    <a:pt x="2695" y="77715"/>
                  </a:lnTo>
                  <a:lnTo>
                    <a:pt x="2492" y="77491"/>
                  </a:lnTo>
                  <a:lnTo>
                    <a:pt x="451" y="78210"/>
                  </a:lnTo>
                  <a:lnTo>
                    <a:pt x="142" y="78221"/>
                  </a:lnTo>
                  <a:lnTo>
                    <a:pt x="170" y="77786"/>
                  </a:lnTo>
                  <a:lnTo>
                    <a:pt x="20" y="74504"/>
                  </a:lnTo>
                  <a:lnTo>
                    <a:pt x="0" y="72494"/>
                  </a:lnTo>
                  <a:lnTo>
                    <a:pt x="266" y="71236"/>
                  </a:lnTo>
                  <a:lnTo>
                    <a:pt x="421" y="69785"/>
                  </a:lnTo>
                  <a:lnTo>
                    <a:pt x="437" y="68505"/>
                  </a:lnTo>
                  <a:lnTo>
                    <a:pt x="813" y="66328"/>
                  </a:lnTo>
                  <a:lnTo>
                    <a:pt x="674" y="65023"/>
                  </a:lnTo>
                  <a:lnTo>
                    <a:pt x="1158" y="60447"/>
                  </a:lnTo>
                  <a:lnTo>
                    <a:pt x="1286" y="59702"/>
                  </a:lnTo>
                  <a:lnTo>
                    <a:pt x="1473" y="57491"/>
                  </a:lnTo>
                  <a:lnTo>
                    <a:pt x="1776" y="56809"/>
                  </a:lnTo>
                  <a:lnTo>
                    <a:pt x="2042" y="56542"/>
                  </a:lnTo>
                  <a:lnTo>
                    <a:pt x="2391" y="55186"/>
                  </a:lnTo>
                  <a:lnTo>
                    <a:pt x="3060" y="53019"/>
                  </a:lnTo>
                  <a:lnTo>
                    <a:pt x="3524" y="51902"/>
                  </a:lnTo>
                  <a:lnTo>
                    <a:pt x="3423" y="49463"/>
                  </a:lnTo>
                  <a:lnTo>
                    <a:pt x="3497" y="47804"/>
                  </a:lnTo>
                  <a:lnTo>
                    <a:pt x="3604" y="47436"/>
                  </a:lnTo>
                  <a:lnTo>
                    <a:pt x="4592" y="46818"/>
                  </a:lnTo>
                  <a:lnTo>
                    <a:pt x="5875" y="45284"/>
                  </a:lnTo>
                  <a:lnTo>
                    <a:pt x="6416" y="43481"/>
                  </a:lnTo>
                  <a:lnTo>
                    <a:pt x="7182" y="42330"/>
                  </a:lnTo>
                  <a:lnTo>
                    <a:pt x="8668" y="41580"/>
                  </a:lnTo>
                  <a:lnTo>
                    <a:pt x="13062" y="35391"/>
                  </a:lnTo>
                  <a:lnTo>
                    <a:pt x="15107" y="32054"/>
                  </a:lnTo>
                  <a:lnTo>
                    <a:pt x="15996" y="30345"/>
                  </a:lnTo>
                  <a:lnTo>
                    <a:pt x="16027" y="29733"/>
                  </a:lnTo>
                  <a:lnTo>
                    <a:pt x="16197" y="28926"/>
                  </a:lnTo>
                  <a:lnTo>
                    <a:pt x="15841" y="28298"/>
                  </a:lnTo>
                  <a:lnTo>
                    <a:pt x="15416" y="27727"/>
                  </a:lnTo>
                  <a:lnTo>
                    <a:pt x="15274" y="27200"/>
                  </a:lnTo>
                  <a:lnTo>
                    <a:pt x="14907" y="26938"/>
                  </a:lnTo>
                  <a:lnTo>
                    <a:pt x="14382" y="26949"/>
                  </a:lnTo>
                  <a:lnTo>
                    <a:pt x="14034" y="26566"/>
                  </a:lnTo>
                  <a:lnTo>
                    <a:pt x="13639" y="25815"/>
                  </a:lnTo>
                  <a:lnTo>
                    <a:pt x="13245" y="25342"/>
                  </a:lnTo>
                  <a:lnTo>
                    <a:pt x="11997" y="25382"/>
                  </a:lnTo>
                  <a:lnTo>
                    <a:pt x="11037" y="24615"/>
                  </a:lnTo>
                  <a:lnTo>
                    <a:pt x="11049" y="23571"/>
                  </a:lnTo>
                  <a:lnTo>
                    <a:pt x="11425" y="21510"/>
                  </a:lnTo>
                  <a:lnTo>
                    <a:pt x="12154" y="19153"/>
                  </a:lnTo>
                  <a:lnTo>
                    <a:pt x="12193" y="18502"/>
                  </a:lnTo>
                  <a:lnTo>
                    <a:pt x="12091" y="17946"/>
                  </a:lnTo>
                  <a:lnTo>
                    <a:pt x="11915" y="17471"/>
                  </a:lnTo>
                  <a:lnTo>
                    <a:pt x="11585" y="17000"/>
                  </a:lnTo>
                  <a:lnTo>
                    <a:pt x="11278" y="16436"/>
                  </a:lnTo>
                  <a:lnTo>
                    <a:pt x="11517" y="14740"/>
                  </a:lnTo>
                  <a:lnTo>
                    <a:pt x="11976" y="13077"/>
                  </a:lnTo>
                  <a:lnTo>
                    <a:pt x="12352" y="12247"/>
                  </a:lnTo>
                  <a:lnTo>
                    <a:pt x="12720" y="11315"/>
                  </a:lnTo>
                  <a:lnTo>
                    <a:pt x="12615" y="10552"/>
                  </a:lnTo>
                  <a:lnTo>
                    <a:pt x="12078" y="10174"/>
                  </a:lnTo>
                  <a:lnTo>
                    <a:pt x="12358" y="9429"/>
                  </a:lnTo>
                  <a:lnTo>
                    <a:pt x="12937" y="8175"/>
                  </a:lnTo>
                  <a:lnTo>
                    <a:pt x="14060" y="6907"/>
                  </a:lnTo>
                  <a:lnTo>
                    <a:pt x="15046" y="6062"/>
                  </a:lnTo>
                  <a:lnTo>
                    <a:pt x="15705" y="6057"/>
                  </a:lnTo>
                  <a:lnTo>
                    <a:pt x="16986" y="6731"/>
                  </a:lnTo>
                  <a:lnTo>
                    <a:pt x="18146" y="7528"/>
                  </a:lnTo>
                  <a:lnTo>
                    <a:pt x="18782" y="7568"/>
                  </a:lnTo>
                  <a:lnTo>
                    <a:pt x="19555" y="7235"/>
                  </a:lnTo>
                  <a:lnTo>
                    <a:pt x="21155" y="5824"/>
                  </a:lnTo>
                  <a:lnTo>
                    <a:pt x="21539" y="6273"/>
                  </a:lnTo>
                  <a:lnTo>
                    <a:pt x="22009" y="7129"/>
                  </a:lnTo>
                  <a:lnTo>
                    <a:pt x="22515" y="8545"/>
                  </a:lnTo>
                  <a:lnTo>
                    <a:pt x="23522" y="9192"/>
                  </a:lnTo>
                  <a:lnTo>
                    <a:pt x="24006" y="9638"/>
                  </a:lnTo>
                  <a:lnTo>
                    <a:pt x="24352" y="9770"/>
                  </a:lnTo>
                  <a:lnTo>
                    <a:pt x="24544" y="9654"/>
                  </a:lnTo>
                  <a:lnTo>
                    <a:pt x="24927" y="8541"/>
                  </a:lnTo>
                  <a:lnTo>
                    <a:pt x="25388" y="7934"/>
                  </a:lnTo>
                  <a:lnTo>
                    <a:pt x="26242" y="7169"/>
                  </a:lnTo>
                  <a:lnTo>
                    <a:pt x="28125" y="6559"/>
                  </a:lnTo>
                  <a:lnTo>
                    <a:pt x="29470" y="6374"/>
                  </a:lnTo>
                  <a:lnTo>
                    <a:pt x="30039" y="6241"/>
                  </a:lnTo>
                  <a:lnTo>
                    <a:pt x="30995" y="5882"/>
                  </a:lnTo>
                  <a:lnTo>
                    <a:pt x="32501" y="4742"/>
                  </a:lnTo>
                  <a:lnTo>
                    <a:pt x="33984" y="6213"/>
                  </a:lnTo>
                  <a:lnTo>
                    <a:pt x="35595" y="6497"/>
                  </a:lnTo>
                  <a:lnTo>
                    <a:pt x="37156" y="6487"/>
                  </a:lnTo>
                  <a:lnTo>
                    <a:pt x="37631" y="6040"/>
                  </a:lnTo>
                  <a:lnTo>
                    <a:pt x="37905" y="5697"/>
                  </a:lnTo>
                  <a:lnTo>
                    <a:pt x="39543" y="3277"/>
                  </a:lnTo>
                  <a:lnTo>
                    <a:pt x="41761" y="0"/>
                  </a:lnTo>
                  <a:lnTo>
                    <a:pt x="43237" y="4617"/>
                  </a:lnTo>
                  <a:lnTo>
                    <a:pt x="43745" y="4887"/>
                  </a:lnTo>
                  <a:lnTo>
                    <a:pt x="43674" y="5291"/>
                  </a:lnTo>
                  <a:lnTo>
                    <a:pt x="43549" y="5679"/>
                  </a:lnTo>
                  <a:lnTo>
                    <a:pt x="44514" y="6793"/>
                  </a:lnTo>
                  <a:lnTo>
                    <a:pt x="45704" y="7374"/>
                  </a:lnTo>
                  <a:lnTo>
                    <a:pt x="46128" y="7945"/>
                  </a:lnTo>
                  <a:lnTo>
                    <a:pt x="46167" y="8563"/>
                  </a:lnTo>
                  <a:lnTo>
                    <a:pt x="45766" y="11263"/>
                  </a:lnTo>
                  <a:lnTo>
                    <a:pt x="45840" y="12032"/>
                  </a:lnTo>
                  <a:lnTo>
                    <a:pt x="46224" y="14739"/>
                  </a:lnTo>
                  <a:lnTo>
                    <a:pt x="46931" y="15346"/>
                  </a:lnTo>
                  <a:lnTo>
                    <a:pt x="47561" y="18068"/>
                  </a:lnTo>
                  <a:lnTo>
                    <a:pt x="48830" y="19223"/>
                  </a:lnTo>
                  <a:lnTo>
                    <a:pt x="49012" y="19556"/>
                  </a:lnTo>
                  <a:lnTo>
                    <a:pt x="49305" y="20876"/>
                  </a:lnTo>
                  <a:lnTo>
                    <a:pt x="49693" y="22322"/>
                  </a:lnTo>
                  <a:lnTo>
                    <a:pt x="49998" y="22657"/>
                  </a:lnTo>
                  <a:lnTo>
                    <a:pt x="50182" y="22742"/>
                  </a:lnTo>
                  <a:lnTo>
                    <a:pt x="50557" y="24276"/>
                  </a:lnTo>
                  <a:lnTo>
                    <a:pt x="50341" y="25138"/>
                  </a:lnTo>
                  <a:lnTo>
                    <a:pt x="50634" y="27756"/>
                  </a:lnTo>
                  <a:lnTo>
                    <a:pt x="51108" y="30096"/>
                  </a:lnTo>
                  <a:lnTo>
                    <a:pt x="51236" y="32893"/>
                  </a:lnTo>
                  <a:lnTo>
                    <a:pt x="51242" y="34124"/>
                  </a:lnTo>
                  <a:lnTo>
                    <a:pt x="51226" y="34877"/>
                  </a:lnTo>
                  <a:lnTo>
                    <a:pt x="51119" y="35941"/>
                  </a:lnTo>
                  <a:lnTo>
                    <a:pt x="50892" y="36556"/>
                  </a:lnTo>
                  <a:lnTo>
                    <a:pt x="50486" y="37153"/>
                  </a:lnTo>
                  <a:lnTo>
                    <a:pt x="50038" y="38094"/>
                  </a:lnTo>
                  <a:lnTo>
                    <a:pt x="49647" y="39103"/>
                  </a:lnTo>
                  <a:lnTo>
                    <a:pt x="49401" y="39598"/>
                  </a:lnTo>
                  <a:lnTo>
                    <a:pt x="49592" y="41109"/>
                  </a:lnTo>
                  <a:lnTo>
                    <a:pt x="49543" y="41504"/>
                  </a:lnTo>
                  <a:lnTo>
                    <a:pt x="49439" y="41697"/>
                  </a:lnTo>
                  <a:lnTo>
                    <a:pt x="48863" y="41926"/>
                  </a:lnTo>
                  <a:lnTo>
                    <a:pt x="48129" y="42330"/>
                  </a:lnTo>
                  <a:lnTo>
                    <a:pt x="47682" y="42733"/>
                  </a:lnTo>
                  <a:lnTo>
                    <a:pt x="47051" y="43498"/>
                  </a:lnTo>
                  <a:lnTo>
                    <a:pt x="46545" y="44327"/>
                  </a:lnTo>
                  <a:lnTo>
                    <a:pt x="45874" y="46766"/>
                  </a:lnTo>
                  <a:lnTo>
                    <a:pt x="44755" y="48663"/>
                  </a:lnTo>
                  <a:lnTo>
                    <a:pt x="44566" y="49288"/>
                  </a:lnTo>
                  <a:lnTo>
                    <a:pt x="43510" y="50422"/>
                  </a:lnTo>
                  <a:lnTo>
                    <a:pt x="43044" y="51817"/>
                  </a:lnTo>
                  <a:lnTo>
                    <a:pt x="42750" y="53528"/>
                  </a:lnTo>
                  <a:lnTo>
                    <a:pt x="42339" y="54754"/>
                  </a:lnTo>
                  <a:lnTo>
                    <a:pt x="41450" y="56439"/>
                  </a:lnTo>
                  <a:lnTo>
                    <a:pt x="41245" y="59100"/>
                  </a:lnTo>
                  <a:lnTo>
                    <a:pt x="41272" y="64412"/>
                  </a:lnTo>
                  <a:lnTo>
                    <a:pt x="41041" y="7046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g1460"/>
            <p:cNvSpPr/>
            <p:nvPr/>
          </p:nvSpPr>
          <p:spPr>
            <a:xfrm>
              <a:off x="4320666" y="1771746"/>
              <a:ext cx="6067" cy="3047"/>
            </a:xfrm>
            <a:custGeom>
              <a:avLst/>
              <a:pathLst>
                <a:path w="6067" h="3047">
                  <a:moveTo>
                    <a:pt x="4762" y="2360"/>
                  </a:moveTo>
                  <a:lnTo>
                    <a:pt x="6067" y="3047"/>
                  </a:lnTo>
                  <a:lnTo>
                    <a:pt x="4735" y="2863"/>
                  </a:lnTo>
                  <a:lnTo>
                    <a:pt x="1810" y="2218"/>
                  </a:lnTo>
                  <a:lnTo>
                    <a:pt x="521" y="1609"/>
                  </a:lnTo>
                  <a:lnTo>
                    <a:pt x="188" y="928"/>
                  </a:lnTo>
                  <a:lnTo>
                    <a:pt x="0" y="0"/>
                  </a:lnTo>
                  <a:lnTo>
                    <a:pt x="719" y="975"/>
                  </a:lnTo>
                  <a:lnTo>
                    <a:pt x="1226" y="140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g1461"/>
            <p:cNvSpPr/>
            <p:nvPr/>
          </p:nvSpPr>
          <p:spPr>
            <a:xfrm>
              <a:off x="4231952" y="1688331"/>
              <a:ext cx="170261" cy="111108"/>
            </a:xfrm>
            <a:custGeom>
              <a:avLst/>
              <a:pathLst>
                <a:path w="170261" h="111108">
                  <a:moveTo>
                    <a:pt x="152153" y="73395"/>
                  </a:moveTo>
                  <a:lnTo>
                    <a:pt x="151812" y="73551"/>
                  </a:lnTo>
                  <a:lnTo>
                    <a:pt x="148505" y="73334"/>
                  </a:lnTo>
                  <a:lnTo>
                    <a:pt x="145805" y="73630"/>
                  </a:lnTo>
                  <a:lnTo>
                    <a:pt x="143879" y="75830"/>
                  </a:lnTo>
                  <a:lnTo>
                    <a:pt x="142732" y="75823"/>
                  </a:lnTo>
                  <a:lnTo>
                    <a:pt x="141114" y="76397"/>
                  </a:lnTo>
                  <a:lnTo>
                    <a:pt x="140021" y="77109"/>
                  </a:lnTo>
                  <a:lnTo>
                    <a:pt x="138723" y="78654"/>
                  </a:lnTo>
                  <a:lnTo>
                    <a:pt x="137719" y="77960"/>
                  </a:lnTo>
                  <a:lnTo>
                    <a:pt x="136490" y="77980"/>
                  </a:lnTo>
                  <a:lnTo>
                    <a:pt x="135291" y="78401"/>
                  </a:lnTo>
                  <a:lnTo>
                    <a:pt x="133848" y="79432"/>
                  </a:lnTo>
                  <a:lnTo>
                    <a:pt x="133045" y="79615"/>
                  </a:lnTo>
                  <a:lnTo>
                    <a:pt x="131439" y="79318"/>
                  </a:lnTo>
                  <a:lnTo>
                    <a:pt x="129568" y="79910"/>
                  </a:lnTo>
                  <a:lnTo>
                    <a:pt x="125529" y="83299"/>
                  </a:lnTo>
                  <a:lnTo>
                    <a:pt x="124171" y="85774"/>
                  </a:lnTo>
                  <a:lnTo>
                    <a:pt x="123676" y="86258"/>
                  </a:lnTo>
                  <a:lnTo>
                    <a:pt x="122995" y="86862"/>
                  </a:lnTo>
                  <a:lnTo>
                    <a:pt x="122266" y="87168"/>
                  </a:lnTo>
                  <a:lnTo>
                    <a:pt x="121880" y="87140"/>
                  </a:lnTo>
                  <a:lnTo>
                    <a:pt x="123803" y="85380"/>
                  </a:lnTo>
                  <a:lnTo>
                    <a:pt x="124393" y="84720"/>
                  </a:lnTo>
                  <a:lnTo>
                    <a:pt x="124495" y="84233"/>
                  </a:lnTo>
                  <a:lnTo>
                    <a:pt x="124505" y="83448"/>
                  </a:lnTo>
                  <a:lnTo>
                    <a:pt x="123922" y="82472"/>
                  </a:lnTo>
                  <a:lnTo>
                    <a:pt x="122349" y="84891"/>
                  </a:lnTo>
                  <a:lnTo>
                    <a:pt x="121454" y="85242"/>
                  </a:lnTo>
                  <a:lnTo>
                    <a:pt x="120320" y="85970"/>
                  </a:lnTo>
                  <a:lnTo>
                    <a:pt x="120264" y="87592"/>
                  </a:lnTo>
                  <a:lnTo>
                    <a:pt x="120393" y="88795"/>
                  </a:lnTo>
                  <a:lnTo>
                    <a:pt x="120859" y="90309"/>
                  </a:lnTo>
                  <a:lnTo>
                    <a:pt x="121959" y="92789"/>
                  </a:lnTo>
                  <a:lnTo>
                    <a:pt x="124204" y="96332"/>
                  </a:lnTo>
                  <a:lnTo>
                    <a:pt x="125280" y="97634"/>
                  </a:lnTo>
                  <a:lnTo>
                    <a:pt x="126071" y="98154"/>
                  </a:lnTo>
                  <a:lnTo>
                    <a:pt x="127022" y="98230"/>
                  </a:lnTo>
                  <a:lnTo>
                    <a:pt x="128848" y="97135"/>
                  </a:lnTo>
                  <a:lnTo>
                    <a:pt x="129628" y="96965"/>
                  </a:lnTo>
                  <a:lnTo>
                    <a:pt x="131325" y="97382"/>
                  </a:lnTo>
                  <a:lnTo>
                    <a:pt x="131933" y="96651"/>
                  </a:lnTo>
                  <a:lnTo>
                    <a:pt x="132817" y="96247"/>
                  </a:lnTo>
                  <a:lnTo>
                    <a:pt x="133950" y="96196"/>
                  </a:lnTo>
                  <a:lnTo>
                    <a:pt x="135244" y="96523"/>
                  </a:lnTo>
                  <a:lnTo>
                    <a:pt x="136643" y="97077"/>
                  </a:lnTo>
                  <a:lnTo>
                    <a:pt x="136069" y="98329"/>
                  </a:lnTo>
                  <a:lnTo>
                    <a:pt x="135468" y="99326"/>
                  </a:lnTo>
                  <a:lnTo>
                    <a:pt x="135257" y="100428"/>
                  </a:lnTo>
                  <a:lnTo>
                    <a:pt x="134925" y="101654"/>
                  </a:lnTo>
                  <a:lnTo>
                    <a:pt x="133378" y="102204"/>
                  </a:lnTo>
                  <a:lnTo>
                    <a:pt x="131722" y="102136"/>
                  </a:lnTo>
                  <a:lnTo>
                    <a:pt x="129975" y="102492"/>
                  </a:lnTo>
                  <a:lnTo>
                    <a:pt x="129346" y="102014"/>
                  </a:lnTo>
                  <a:lnTo>
                    <a:pt x="128928" y="101578"/>
                  </a:lnTo>
                  <a:lnTo>
                    <a:pt x="128153" y="101143"/>
                  </a:lnTo>
                  <a:lnTo>
                    <a:pt x="127131" y="100902"/>
                  </a:lnTo>
                  <a:lnTo>
                    <a:pt x="126213" y="101192"/>
                  </a:lnTo>
                  <a:lnTo>
                    <a:pt x="125128" y="102867"/>
                  </a:lnTo>
                  <a:lnTo>
                    <a:pt x="123207" y="104012"/>
                  </a:lnTo>
                  <a:lnTo>
                    <a:pt x="122572" y="105319"/>
                  </a:lnTo>
                  <a:lnTo>
                    <a:pt x="120681" y="105027"/>
                  </a:lnTo>
                  <a:lnTo>
                    <a:pt x="119064" y="105256"/>
                  </a:lnTo>
                  <a:lnTo>
                    <a:pt x="116728" y="106448"/>
                  </a:lnTo>
                  <a:lnTo>
                    <a:pt x="114947" y="109004"/>
                  </a:lnTo>
                  <a:lnTo>
                    <a:pt x="112986" y="110603"/>
                  </a:lnTo>
                  <a:lnTo>
                    <a:pt x="111430" y="111108"/>
                  </a:lnTo>
                  <a:lnTo>
                    <a:pt x="109970" y="110950"/>
                  </a:lnTo>
                  <a:lnTo>
                    <a:pt x="109026" y="110472"/>
                  </a:lnTo>
                  <a:lnTo>
                    <a:pt x="107085" y="108792"/>
                  </a:lnTo>
                  <a:lnTo>
                    <a:pt x="107199" y="108190"/>
                  </a:lnTo>
                  <a:lnTo>
                    <a:pt x="107469" y="107886"/>
                  </a:lnTo>
                  <a:lnTo>
                    <a:pt x="107836" y="107022"/>
                  </a:lnTo>
                  <a:lnTo>
                    <a:pt x="108613" y="103852"/>
                  </a:lnTo>
                  <a:lnTo>
                    <a:pt x="108509" y="102824"/>
                  </a:lnTo>
                  <a:lnTo>
                    <a:pt x="108073" y="101204"/>
                  </a:lnTo>
                  <a:lnTo>
                    <a:pt x="106534" y="99946"/>
                  </a:lnTo>
                  <a:lnTo>
                    <a:pt x="105295" y="100184"/>
                  </a:lnTo>
                  <a:lnTo>
                    <a:pt x="104589" y="99849"/>
                  </a:lnTo>
                  <a:lnTo>
                    <a:pt x="102051" y="97710"/>
                  </a:lnTo>
                  <a:lnTo>
                    <a:pt x="100670" y="97559"/>
                  </a:lnTo>
                  <a:lnTo>
                    <a:pt x="99144" y="97990"/>
                  </a:lnTo>
                  <a:lnTo>
                    <a:pt x="98581" y="97679"/>
                  </a:lnTo>
                  <a:lnTo>
                    <a:pt x="98166" y="96934"/>
                  </a:lnTo>
                  <a:lnTo>
                    <a:pt x="101194" y="94295"/>
                  </a:lnTo>
                  <a:lnTo>
                    <a:pt x="104167" y="92116"/>
                  </a:lnTo>
                  <a:lnTo>
                    <a:pt x="105471" y="91893"/>
                  </a:lnTo>
                  <a:lnTo>
                    <a:pt x="107232" y="90879"/>
                  </a:lnTo>
                  <a:lnTo>
                    <a:pt x="109111" y="89357"/>
                  </a:lnTo>
                  <a:lnTo>
                    <a:pt x="108845" y="88160"/>
                  </a:lnTo>
                  <a:lnTo>
                    <a:pt x="108442" y="87276"/>
                  </a:lnTo>
                  <a:lnTo>
                    <a:pt x="107540" y="87518"/>
                  </a:lnTo>
                  <a:lnTo>
                    <a:pt x="106888" y="87815"/>
                  </a:lnTo>
                  <a:lnTo>
                    <a:pt x="105314" y="86865"/>
                  </a:lnTo>
                  <a:lnTo>
                    <a:pt x="104735" y="86167"/>
                  </a:lnTo>
                  <a:lnTo>
                    <a:pt x="102270" y="86892"/>
                  </a:lnTo>
                  <a:lnTo>
                    <a:pt x="100899" y="86784"/>
                  </a:lnTo>
                  <a:lnTo>
                    <a:pt x="97871" y="87451"/>
                  </a:lnTo>
                  <a:lnTo>
                    <a:pt x="96481" y="86800"/>
                  </a:lnTo>
                  <a:lnTo>
                    <a:pt x="93698" y="84978"/>
                  </a:lnTo>
                  <a:lnTo>
                    <a:pt x="92653" y="84612"/>
                  </a:lnTo>
                  <a:lnTo>
                    <a:pt x="91764" y="84689"/>
                  </a:lnTo>
                  <a:lnTo>
                    <a:pt x="91279" y="84090"/>
                  </a:lnTo>
                  <a:lnTo>
                    <a:pt x="91874" y="83790"/>
                  </a:lnTo>
                  <a:lnTo>
                    <a:pt x="92565" y="83755"/>
                  </a:lnTo>
                  <a:lnTo>
                    <a:pt x="93282" y="83536"/>
                  </a:lnTo>
                  <a:lnTo>
                    <a:pt x="93484" y="83218"/>
                  </a:lnTo>
                  <a:lnTo>
                    <a:pt x="93441" y="82621"/>
                  </a:lnTo>
                  <a:lnTo>
                    <a:pt x="91996" y="82168"/>
                  </a:lnTo>
                  <a:lnTo>
                    <a:pt x="90651" y="82038"/>
                  </a:lnTo>
                  <a:lnTo>
                    <a:pt x="89800" y="81501"/>
                  </a:lnTo>
                  <a:lnTo>
                    <a:pt x="89149" y="80887"/>
                  </a:lnTo>
                  <a:lnTo>
                    <a:pt x="90674" y="80877"/>
                  </a:lnTo>
                  <a:lnTo>
                    <a:pt x="92205" y="81342"/>
                  </a:lnTo>
                  <a:lnTo>
                    <a:pt x="94604" y="81514"/>
                  </a:lnTo>
                  <a:lnTo>
                    <a:pt x="96779" y="81994"/>
                  </a:lnTo>
                  <a:lnTo>
                    <a:pt x="97324" y="81396"/>
                  </a:lnTo>
                  <a:lnTo>
                    <a:pt x="98588" y="80361"/>
                  </a:lnTo>
                  <a:lnTo>
                    <a:pt x="98829" y="80032"/>
                  </a:lnTo>
                  <a:lnTo>
                    <a:pt x="96710" y="80740"/>
                  </a:lnTo>
                  <a:lnTo>
                    <a:pt x="94564" y="80288"/>
                  </a:lnTo>
                  <a:lnTo>
                    <a:pt x="93780" y="79657"/>
                  </a:lnTo>
                  <a:lnTo>
                    <a:pt x="93117" y="78732"/>
                  </a:lnTo>
                  <a:lnTo>
                    <a:pt x="92839" y="77678"/>
                  </a:lnTo>
                  <a:lnTo>
                    <a:pt x="93020" y="76695"/>
                  </a:lnTo>
                  <a:lnTo>
                    <a:pt x="92788" y="74922"/>
                  </a:lnTo>
                  <a:lnTo>
                    <a:pt x="92081" y="73344"/>
                  </a:lnTo>
                  <a:lnTo>
                    <a:pt x="91829" y="72477"/>
                  </a:lnTo>
                  <a:lnTo>
                    <a:pt x="91082" y="71702"/>
                  </a:lnTo>
                  <a:lnTo>
                    <a:pt x="91817" y="73457"/>
                  </a:lnTo>
                  <a:lnTo>
                    <a:pt x="92092" y="74625"/>
                  </a:lnTo>
                  <a:lnTo>
                    <a:pt x="92534" y="75701"/>
                  </a:lnTo>
                  <a:lnTo>
                    <a:pt x="92430" y="78553"/>
                  </a:lnTo>
                  <a:lnTo>
                    <a:pt x="92157" y="79556"/>
                  </a:lnTo>
                  <a:lnTo>
                    <a:pt x="91275" y="79808"/>
                  </a:lnTo>
                  <a:lnTo>
                    <a:pt x="90116" y="79658"/>
                  </a:lnTo>
                  <a:lnTo>
                    <a:pt x="88934" y="79346"/>
                  </a:lnTo>
                  <a:lnTo>
                    <a:pt x="89229" y="77777"/>
                  </a:lnTo>
                  <a:lnTo>
                    <a:pt x="88600" y="78319"/>
                  </a:lnTo>
                  <a:lnTo>
                    <a:pt x="87712" y="79848"/>
                  </a:lnTo>
                  <a:lnTo>
                    <a:pt x="86930" y="80075"/>
                  </a:lnTo>
                  <a:lnTo>
                    <a:pt x="85194" y="79908"/>
                  </a:lnTo>
                  <a:lnTo>
                    <a:pt x="81972" y="80919"/>
                  </a:lnTo>
                  <a:lnTo>
                    <a:pt x="81750" y="82020"/>
                  </a:lnTo>
                  <a:lnTo>
                    <a:pt x="81266" y="83510"/>
                  </a:lnTo>
                  <a:lnTo>
                    <a:pt x="80799" y="84378"/>
                  </a:lnTo>
                  <a:lnTo>
                    <a:pt x="80652" y="84901"/>
                  </a:lnTo>
                  <a:lnTo>
                    <a:pt x="79278" y="87149"/>
                  </a:lnTo>
                  <a:lnTo>
                    <a:pt x="79103" y="87361"/>
                  </a:lnTo>
                  <a:lnTo>
                    <a:pt x="76511" y="90477"/>
                  </a:lnTo>
                  <a:lnTo>
                    <a:pt x="76181" y="90711"/>
                  </a:lnTo>
                  <a:lnTo>
                    <a:pt x="74501" y="91436"/>
                  </a:lnTo>
                  <a:lnTo>
                    <a:pt x="73508" y="92072"/>
                  </a:lnTo>
                  <a:lnTo>
                    <a:pt x="72747" y="92355"/>
                  </a:lnTo>
                  <a:lnTo>
                    <a:pt x="71459" y="92040"/>
                  </a:lnTo>
                  <a:lnTo>
                    <a:pt x="70923" y="92489"/>
                  </a:lnTo>
                  <a:lnTo>
                    <a:pt x="70670" y="93046"/>
                  </a:lnTo>
                  <a:lnTo>
                    <a:pt x="70665" y="94197"/>
                  </a:lnTo>
                  <a:lnTo>
                    <a:pt x="71320" y="95025"/>
                  </a:lnTo>
                  <a:lnTo>
                    <a:pt x="71855" y="97778"/>
                  </a:lnTo>
                  <a:lnTo>
                    <a:pt x="71656" y="98941"/>
                  </a:lnTo>
                  <a:lnTo>
                    <a:pt x="71146" y="98188"/>
                  </a:lnTo>
                  <a:lnTo>
                    <a:pt x="70349" y="97394"/>
                  </a:lnTo>
                  <a:lnTo>
                    <a:pt x="68797" y="96713"/>
                  </a:lnTo>
                  <a:lnTo>
                    <a:pt x="67093" y="96946"/>
                  </a:lnTo>
                  <a:lnTo>
                    <a:pt x="65237" y="98095"/>
                  </a:lnTo>
                  <a:lnTo>
                    <a:pt x="63978" y="98522"/>
                  </a:lnTo>
                  <a:lnTo>
                    <a:pt x="63316" y="98227"/>
                  </a:lnTo>
                  <a:lnTo>
                    <a:pt x="62913" y="98244"/>
                  </a:lnTo>
                  <a:lnTo>
                    <a:pt x="62770" y="98574"/>
                  </a:lnTo>
                  <a:lnTo>
                    <a:pt x="62800" y="98844"/>
                  </a:lnTo>
                  <a:lnTo>
                    <a:pt x="63004" y="99053"/>
                  </a:lnTo>
                  <a:lnTo>
                    <a:pt x="62975" y="99205"/>
                  </a:lnTo>
                  <a:lnTo>
                    <a:pt x="62714" y="99301"/>
                  </a:lnTo>
                  <a:lnTo>
                    <a:pt x="59786" y="98491"/>
                  </a:lnTo>
                  <a:lnTo>
                    <a:pt x="58523" y="97725"/>
                  </a:lnTo>
                  <a:lnTo>
                    <a:pt x="57527" y="96283"/>
                  </a:lnTo>
                  <a:lnTo>
                    <a:pt x="58023" y="95817"/>
                  </a:lnTo>
                  <a:lnTo>
                    <a:pt x="58453" y="95612"/>
                  </a:lnTo>
                  <a:lnTo>
                    <a:pt x="59977" y="95492"/>
                  </a:lnTo>
                  <a:lnTo>
                    <a:pt x="60238" y="95345"/>
                  </a:lnTo>
                  <a:lnTo>
                    <a:pt x="60264" y="95013"/>
                  </a:lnTo>
                  <a:lnTo>
                    <a:pt x="60378" y="94582"/>
                  </a:lnTo>
                  <a:lnTo>
                    <a:pt x="60337" y="93949"/>
                  </a:lnTo>
                  <a:lnTo>
                    <a:pt x="60168" y="93280"/>
                  </a:lnTo>
                  <a:lnTo>
                    <a:pt x="60837" y="92303"/>
                  </a:lnTo>
                  <a:lnTo>
                    <a:pt x="61833" y="91494"/>
                  </a:lnTo>
                  <a:lnTo>
                    <a:pt x="62417" y="90683"/>
                  </a:lnTo>
                  <a:lnTo>
                    <a:pt x="62506" y="89495"/>
                  </a:lnTo>
                  <a:lnTo>
                    <a:pt x="63554" y="88916"/>
                  </a:lnTo>
                  <a:lnTo>
                    <a:pt x="64484" y="87922"/>
                  </a:lnTo>
                  <a:lnTo>
                    <a:pt x="64712" y="86838"/>
                  </a:lnTo>
                  <a:lnTo>
                    <a:pt x="65037" y="86157"/>
                  </a:lnTo>
                  <a:lnTo>
                    <a:pt x="64446" y="84595"/>
                  </a:lnTo>
                  <a:lnTo>
                    <a:pt x="64321" y="83566"/>
                  </a:lnTo>
                  <a:lnTo>
                    <a:pt x="64291" y="82703"/>
                  </a:lnTo>
                  <a:lnTo>
                    <a:pt x="64584" y="82223"/>
                  </a:lnTo>
                  <a:lnTo>
                    <a:pt x="65450" y="81686"/>
                  </a:lnTo>
                  <a:lnTo>
                    <a:pt x="66362" y="81269"/>
                  </a:lnTo>
                  <a:lnTo>
                    <a:pt x="66740" y="81310"/>
                  </a:lnTo>
                  <a:lnTo>
                    <a:pt x="66877" y="81575"/>
                  </a:lnTo>
                  <a:lnTo>
                    <a:pt x="66913" y="83327"/>
                  </a:lnTo>
                  <a:lnTo>
                    <a:pt x="67095" y="83361"/>
                  </a:lnTo>
                  <a:lnTo>
                    <a:pt x="67386" y="83142"/>
                  </a:lnTo>
                  <a:lnTo>
                    <a:pt x="67862" y="82110"/>
                  </a:lnTo>
                  <a:lnTo>
                    <a:pt x="68190" y="82410"/>
                  </a:lnTo>
                  <a:lnTo>
                    <a:pt x="68695" y="82524"/>
                  </a:lnTo>
                  <a:lnTo>
                    <a:pt x="69073" y="82259"/>
                  </a:lnTo>
                  <a:lnTo>
                    <a:pt x="69318" y="82289"/>
                  </a:lnTo>
                  <a:lnTo>
                    <a:pt x="69623" y="82556"/>
                  </a:lnTo>
                  <a:lnTo>
                    <a:pt x="70229" y="82931"/>
                  </a:lnTo>
                  <a:lnTo>
                    <a:pt x="70796" y="83055"/>
                  </a:lnTo>
                  <a:lnTo>
                    <a:pt x="71265" y="82806"/>
                  </a:lnTo>
                  <a:lnTo>
                    <a:pt x="71665" y="82359"/>
                  </a:lnTo>
                  <a:lnTo>
                    <a:pt x="72092" y="82512"/>
                  </a:lnTo>
                  <a:lnTo>
                    <a:pt x="72905" y="83729"/>
                  </a:lnTo>
                  <a:lnTo>
                    <a:pt x="73285" y="83594"/>
                  </a:lnTo>
                  <a:lnTo>
                    <a:pt x="75155" y="83348"/>
                  </a:lnTo>
                  <a:lnTo>
                    <a:pt x="75456" y="83017"/>
                  </a:lnTo>
                  <a:lnTo>
                    <a:pt x="75679" y="82717"/>
                  </a:lnTo>
                  <a:lnTo>
                    <a:pt x="73723" y="81102"/>
                  </a:lnTo>
                  <a:lnTo>
                    <a:pt x="73821" y="79901"/>
                  </a:lnTo>
                  <a:lnTo>
                    <a:pt x="73894" y="78523"/>
                  </a:lnTo>
                  <a:lnTo>
                    <a:pt x="73664" y="77705"/>
                  </a:lnTo>
                  <a:lnTo>
                    <a:pt x="73283" y="77057"/>
                  </a:lnTo>
                  <a:lnTo>
                    <a:pt x="71787" y="76304"/>
                  </a:lnTo>
                  <a:lnTo>
                    <a:pt x="70633" y="75524"/>
                  </a:lnTo>
                  <a:lnTo>
                    <a:pt x="70389" y="75172"/>
                  </a:lnTo>
                  <a:lnTo>
                    <a:pt x="70358" y="74716"/>
                  </a:lnTo>
                  <a:lnTo>
                    <a:pt x="70309" y="74008"/>
                  </a:lnTo>
                  <a:lnTo>
                    <a:pt x="69851" y="73400"/>
                  </a:lnTo>
                  <a:lnTo>
                    <a:pt x="69812" y="72885"/>
                  </a:lnTo>
                  <a:lnTo>
                    <a:pt x="70104" y="72082"/>
                  </a:lnTo>
                  <a:lnTo>
                    <a:pt x="70175" y="71228"/>
                  </a:lnTo>
                  <a:lnTo>
                    <a:pt x="70079" y="70891"/>
                  </a:lnTo>
                  <a:lnTo>
                    <a:pt x="69809" y="70615"/>
                  </a:lnTo>
                  <a:lnTo>
                    <a:pt x="69289" y="70589"/>
                  </a:lnTo>
                  <a:lnTo>
                    <a:pt x="68605" y="70095"/>
                  </a:lnTo>
                  <a:lnTo>
                    <a:pt x="68136" y="69430"/>
                  </a:lnTo>
                  <a:lnTo>
                    <a:pt x="66876" y="68471"/>
                  </a:lnTo>
                  <a:lnTo>
                    <a:pt x="66489" y="68315"/>
                  </a:lnTo>
                  <a:lnTo>
                    <a:pt x="66254" y="67840"/>
                  </a:lnTo>
                  <a:lnTo>
                    <a:pt x="66141" y="67273"/>
                  </a:lnTo>
                  <a:lnTo>
                    <a:pt x="66405" y="66569"/>
                  </a:lnTo>
                  <a:lnTo>
                    <a:pt x="66738" y="65484"/>
                  </a:lnTo>
                  <a:lnTo>
                    <a:pt x="66972" y="64467"/>
                  </a:lnTo>
                  <a:lnTo>
                    <a:pt x="66975" y="63861"/>
                  </a:lnTo>
                  <a:lnTo>
                    <a:pt x="66821" y="62362"/>
                  </a:lnTo>
                  <a:lnTo>
                    <a:pt x="66164" y="61217"/>
                  </a:lnTo>
                  <a:lnTo>
                    <a:pt x="65857" y="61065"/>
                  </a:lnTo>
                  <a:lnTo>
                    <a:pt x="65327" y="61387"/>
                  </a:lnTo>
                  <a:lnTo>
                    <a:pt x="64726" y="61657"/>
                  </a:lnTo>
                  <a:lnTo>
                    <a:pt x="64251" y="61404"/>
                  </a:lnTo>
                  <a:lnTo>
                    <a:pt x="63708" y="60783"/>
                  </a:lnTo>
                  <a:lnTo>
                    <a:pt x="62838" y="59055"/>
                  </a:lnTo>
                  <a:lnTo>
                    <a:pt x="61209" y="58709"/>
                  </a:lnTo>
                  <a:lnTo>
                    <a:pt x="60536" y="58626"/>
                  </a:lnTo>
                  <a:lnTo>
                    <a:pt x="59898" y="59460"/>
                  </a:lnTo>
                  <a:lnTo>
                    <a:pt x="59699" y="59207"/>
                  </a:lnTo>
                  <a:lnTo>
                    <a:pt x="59519" y="58674"/>
                  </a:lnTo>
                  <a:lnTo>
                    <a:pt x="59183" y="58461"/>
                  </a:lnTo>
                  <a:lnTo>
                    <a:pt x="58739" y="58708"/>
                  </a:lnTo>
                  <a:lnTo>
                    <a:pt x="58610" y="58471"/>
                  </a:lnTo>
                  <a:lnTo>
                    <a:pt x="58802" y="57751"/>
                  </a:lnTo>
                  <a:lnTo>
                    <a:pt x="58270" y="57395"/>
                  </a:lnTo>
                  <a:lnTo>
                    <a:pt x="57019" y="57403"/>
                  </a:lnTo>
                  <a:lnTo>
                    <a:pt x="56354" y="57137"/>
                  </a:lnTo>
                  <a:lnTo>
                    <a:pt x="56275" y="56597"/>
                  </a:lnTo>
                  <a:lnTo>
                    <a:pt x="55881" y="56241"/>
                  </a:lnTo>
                  <a:lnTo>
                    <a:pt x="55171" y="56070"/>
                  </a:lnTo>
                  <a:lnTo>
                    <a:pt x="54482" y="55628"/>
                  </a:lnTo>
                  <a:lnTo>
                    <a:pt x="53814" y="54917"/>
                  </a:lnTo>
                  <a:lnTo>
                    <a:pt x="52816" y="54453"/>
                  </a:lnTo>
                  <a:lnTo>
                    <a:pt x="51252" y="54059"/>
                  </a:lnTo>
                  <a:lnTo>
                    <a:pt x="50393" y="54543"/>
                  </a:lnTo>
                  <a:lnTo>
                    <a:pt x="49877" y="54925"/>
                  </a:lnTo>
                  <a:lnTo>
                    <a:pt x="49244" y="54687"/>
                  </a:lnTo>
                  <a:lnTo>
                    <a:pt x="48218" y="55542"/>
                  </a:lnTo>
                  <a:lnTo>
                    <a:pt x="46137" y="55586"/>
                  </a:lnTo>
                  <a:lnTo>
                    <a:pt x="45116" y="55535"/>
                  </a:lnTo>
                  <a:lnTo>
                    <a:pt x="44609" y="55322"/>
                  </a:lnTo>
                  <a:lnTo>
                    <a:pt x="42654" y="56620"/>
                  </a:lnTo>
                  <a:lnTo>
                    <a:pt x="42451" y="57098"/>
                  </a:lnTo>
                  <a:lnTo>
                    <a:pt x="42011" y="57257"/>
                  </a:lnTo>
                  <a:lnTo>
                    <a:pt x="40781" y="57515"/>
                  </a:lnTo>
                  <a:lnTo>
                    <a:pt x="39487" y="57881"/>
                  </a:lnTo>
                  <a:lnTo>
                    <a:pt x="39216" y="59143"/>
                  </a:lnTo>
                  <a:lnTo>
                    <a:pt x="38830" y="59825"/>
                  </a:lnTo>
                  <a:lnTo>
                    <a:pt x="38135" y="60827"/>
                  </a:lnTo>
                  <a:lnTo>
                    <a:pt x="35732" y="61175"/>
                  </a:lnTo>
                  <a:lnTo>
                    <a:pt x="33656" y="61664"/>
                  </a:lnTo>
                  <a:lnTo>
                    <a:pt x="31527" y="61967"/>
                  </a:lnTo>
                  <a:lnTo>
                    <a:pt x="28739" y="63190"/>
                  </a:lnTo>
                  <a:lnTo>
                    <a:pt x="27833" y="64269"/>
                  </a:lnTo>
                  <a:lnTo>
                    <a:pt x="26937" y="64570"/>
                  </a:lnTo>
                  <a:lnTo>
                    <a:pt x="26126" y="64659"/>
                  </a:lnTo>
                  <a:lnTo>
                    <a:pt x="25601" y="64058"/>
                  </a:lnTo>
                  <a:lnTo>
                    <a:pt x="23833" y="62445"/>
                  </a:lnTo>
                  <a:lnTo>
                    <a:pt x="23151" y="61684"/>
                  </a:lnTo>
                  <a:lnTo>
                    <a:pt x="22254" y="61460"/>
                  </a:lnTo>
                  <a:lnTo>
                    <a:pt x="21278" y="61587"/>
                  </a:lnTo>
                  <a:lnTo>
                    <a:pt x="20341" y="61961"/>
                  </a:lnTo>
                  <a:lnTo>
                    <a:pt x="19355" y="62033"/>
                  </a:lnTo>
                  <a:lnTo>
                    <a:pt x="18122" y="61545"/>
                  </a:lnTo>
                  <a:lnTo>
                    <a:pt x="17691" y="61618"/>
                  </a:lnTo>
                  <a:lnTo>
                    <a:pt x="14921" y="60965"/>
                  </a:lnTo>
                  <a:lnTo>
                    <a:pt x="14543" y="60829"/>
                  </a:lnTo>
                  <a:lnTo>
                    <a:pt x="14161" y="60780"/>
                  </a:lnTo>
                  <a:lnTo>
                    <a:pt x="12075" y="60862"/>
                  </a:lnTo>
                  <a:lnTo>
                    <a:pt x="10130" y="59544"/>
                  </a:lnTo>
                  <a:lnTo>
                    <a:pt x="9532" y="59503"/>
                  </a:lnTo>
                  <a:lnTo>
                    <a:pt x="9072" y="60037"/>
                  </a:lnTo>
                  <a:lnTo>
                    <a:pt x="8731" y="60631"/>
                  </a:lnTo>
                  <a:lnTo>
                    <a:pt x="7389" y="61221"/>
                  </a:lnTo>
                  <a:lnTo>
                    <a:pt x="7046" y="61458"/>
                  </a:lnTo>
                  <a:lnTo>
                    <a:pt x="6851" y="61276"/>
                  </a:lnTo>
                  <a:lnTo>
                    <a:pt x="6761" y="60763"/>
                  </a:lnTo>
                  <a:lnTo>
                    <a:pt x="6862" y="60310"/>
                  </a:lnTo>
                  <a:lnTo>
                    <a:pt x="6664" y="59881"/>
                  </a:lnTo>
                  <a:lnTo>
                    <a:pt x="6153" y="59394"/>
                  </a:lnTo>
                  <a:lnTo>
                    <a:pt x="6029" y="59194"/>
                  </a:lnTo>
                  <a:lnTo>
                    <a:pt x="5390" y="59230"/>
                  </a:lnTo>
                  <a:lnTo>
                    <a:pt x="5151" y="59266"/>
                  </a:lnTo>
                  <a:lnTo>
                    <a:pt x="4262" y="58853"/>
                  </a:lnTo>
                  <a:lnTo>
                    <a:pt x="3673" y="57858"/>
                  </a:lnTo>
                  <a:lnTo>
                    <a:pt x="2762" y="57329"/>
                  </a:lnTo>
                  <a:lnTo>
                    <a:pt x="2065" y="57151"/>
                  </a:lnTo>
                  <a:lnTo>
                    <a:pt x="1748" y="56725"/>
                  </a:lnTo>
                  <a:lnTo>
                    <a:pt x="1544" y="56157"/>
                  </a:lnTo>
                  <a:lnTo>
                    <a:pt x="1301" y="55689"/>
                  </a:lnTo>
                  <a:lnTo>
                    <a:pt x="1153" y="55040"/>
                  </a:lnTo>
                  <a:lnTo>
                    <a:pt x="901" y="54956"/>
                  </a:lnTo>
                  <a:lnTo>
                    <a:pt x="0" y="55069"/>
                  </a:lnTo>
                  <a:lnTo>
                    <a:pt x="104" y="52793"/>
                  </a:lnTo>
                  <a:lnTo>
                    <a:pt x="1545" y="51156"/>
                  </a:lnTo>
                  <a:lnTo>
                    <a:pt x="1899" y="50330"/>
                  </a:lnTo>
                  <a:lnTo>
                    <a:pt x="2437" y="48539"/>
                  </a:lnTo>
                  <a:lnTo>
                    <a:pt x="2840" y="47702"/>
                  </a:lnTo>
                  <a:lnTo>
                    <a:pt x="3324" y="47008"/>
                  </a:lnTo>
                  <a:lnTo>
                    <a:pt x="3711" y="46337"/>
                  </a:lnTo>
                  <a:lnTo>
                    <a:pt x="3848" y="45760"/>
                  </a:lnTo>
                  <a:lnTo>
                    <a:pt x="4239" y="45698"/>
                  </a:lnTo>
                  <a:lnTo>
                    <a:pt x="5387" y="46217"/>
                  </a:lnTo>
                  <a:lnTo>
                    <a:pt x="6413" y="46485"/>
                  </a:lnTo>
                  <a:lnTo>
                    <a:pt x="6697" y="46232"/>
                  </a:lnTo>
                  <a:lnTo>
                    <a:pt x="6813" y="45899"/>
                  </a:lnTo>
                  <a:lnTo>
                    <a:pt x="6766" y="45641"/>
                  </a:lnTo>
                  <a:lnTo>
                    <a:pt x="5944" y="44874"/>
                  </a:lnTo>
                  <a:lnTo>
                    <a:pt x="5428" y="44387"/>
                  </a:lnTo>
                  <a:lnTo>
                    <a:pt x="5397" y="44087"/>
                  </a:lnTo>
                  <a:lnTo>
                    <a:pt x="5583" y="43414"/>
                  </a:lnTo>
                  <a:lnTo>
                    <a:pt x="5682" y="42658"/>
                  </a:lnTo>
                  <a:lnTo>
                    <a:pt x="5563" y="41840"/>
                  </a:lnTo>
                  <a:lnTo>
                    <a:pt x="5002" y="40028"/>
                  </a:lnTo>
                  <a:lnTo>
                    <a:pt x="4896" y="39257"/>
                  </a:lnTo>
                  <a:lnTo>
                    <a:pt x="5433" y="38319"/>
                  </a:lnTo>
                  <a:lnTo>
                    <a:pt x="7179" y="36087"/>
                  </a:lnTo>
                  <a:lnTo>
                    <a:pt x="7761" y="35249"/>
                  </a:lnTo>
                  <a:lnTo>
                    <a:pt x="8557" y="34234"/>
                  </a:lnTo>
                  <a:lnTo>
                    <a:pt x="10715" y="31811"/>
                  </a:lnTo>
                  <a:lnTo>
                    <a:pt x="12079" y="30401"/>
                  </a:lnTo>
                  <a:lnTo>
                    <a:pt x="13002" y="29621"/>
                  </a:lnTo>
                  <a:lnTo>
                    <a:pt x="14353" y="28265"/>
                  </a:lnTo>
                  <a:lnTo>
                    <a:pt x="14946" y="27564"/>
                  </a:lnTo>
                  <a:lnTo>
                    <a:pt x="17415" y="27107"/>
                  </a:lnTo>
                  <a:lnTo>
                    <a:pt x="17721" y="26452"/>
                  </a:lnTo>
                  <a:lnTo>
                    <a:pt x="18172" y="25735"/>
                  </a:lnTo>
                  <a:lnTo>
                    <a:pt x="18525" y="25428"/>
                  </a:lnTo>
                  <a:lnTo>
                    <a:pt x="18570" y="24220"/>
                  </a:lnTo>
                  <a:lnTo>
                    <a:pt x="18112" y="22745"/>
                  </a:lnTo>
                  <a:lnTo>
                    <a:pt x="17743" y="22224"/>
                  </a:lnTo>
                  <a:lnTo>
                    <a:pt x="17470" y="21869"/>
                  </a:lnTo>
                  <a:lnTo>
                    <a:pt x="17646" y="21538"/>
                  </a:lnTo>
                  <a:lnTo>
                    <a:pt x="17920" y="21443"/>
                  </a:lnTo>
                  <a:lnTo>
                    <a:pt x="18257" y="21396"/>
                  </a:lnTo>
                  <a:lnTo>
                    <a:pt x="18674" y="21041"/>
                  </a:lnTo>
                  <a:lnTo>
                    <a:pt x="18580" y="20654"/>
                  </a:lnTo>
                  <a:lnTo>
                    <a:pt x="17539" y="19710"/>
                  </a:lnTo>
                  <a:lnTo>
                    <a:pt x="17088" y="18983"/>
                  </a:lnTo>
                  <a:lnTo>
                    <a:pt x="16382" y="17118"/>
                  </a:lnTo>
                  <a:lnTo>
                    <a:pt x="14951" y="15181"/>
                  </a:lnTo>
                  <a:lnTo>
                    <a:pt x="14499" y="14554"/>
                  </a:lnTo>
                  <a:lnTo>
                    <a:pt x="14435" y="13962"/>
                  </a:lnTo>
                  <a:lnTo>
                    <a:pt x="14643" y="13371"/>
                  </a:lnTo>
                  <a:lnTo>
                    <a:pt x="14447" y="12617"/>
                  </a:lnTo>
                  <a:lnTo>
                    <a:pt x="14020" y="11551"/>
                  </a:lnTo>
                  <a:lnTo>
                    <a:pt x="13971" y="10364"/>
                  </a:lnTo>
                  <a:lnTo>
                    <a:pt x="14331" y="10108"/>
                  </a:lnTo>
                  <a:lnTo>
                    <a:pt x="14900" y="9934"/>
                  </a:lnTo>
                  <a:lnTo>
                    <a:pt x="15703" y="9993"/>
                  </a:lnTo>
                  <a:lnTo>
                    <a:pt x="16390" y="10176"/>
                  </a:lnTo>
                  <a:lnTo>
                    <a:pt x="17212" y="10719"/>
                  </a:lnTo>
                  <a:lnTo>
                    <a:pt x="17469" y="10631"/>
                  </a:lnTo>
                  <a:lnTo>
                    <a:pt x="18874" y="9608"/>
                  </a:lnTo>
                  <a:lnTo>
                    <a:pt x="20324" y="8073"/>
                  </a:lnTo>
                  <a:lnTo>
                    <a:pt x="20737" y="7185"/>
                  </a:lnTo>
                  <a:lnTo>
                    <a:pt x="21098" y="6779"/>
                  </a:lnTo>
                  <a:lnTo>
                    <a:pt x="22359" y="6562"/>
                  </a:lnTo>
                  <a:lnTo>
                    <a:pt x="23457" y="6472"/>
                  </a:lnTo>
                  <a:lnTo>
                    <a:pt x="24156" y="6489"/>
                  </a:lnTo>
                  <a:lnTo>
                    <a:pt x="25871" y="6338"/>
                  </a:lnTo>
                  <a:lnTo>
                    <a:pt x="26887" y="6170"/>
                  </a:lnTo>
                  <a:lnTo>
                    <a:pt x="27766" y="5900"/>
                  </a:lnTo>
                  <a:lnTo>
                    <a:pt x="29662" y="5799"/>
                  </a:lnTo>
                  <a:lnTo>
                    <a:pt x="32625" y="5980"/>
                  </a:lnTo>
                  <a:lnTo>
                    <a:pt x="34568" y="5993"/>
                  </a:lnTo>
                  <a:lnTo>
                    <a:pt x="35889" y="6137"/>
                  </a:lnTo>
                  <a:lnTo>
                    <a:pt x="39122" y="6953"/>
                  </a:lnTo>
                  <a:lnTo>
                    <a:pt x="40326" y="7101"/>
                  </a:lnTo>
                  <a:lnTo>
                    <a:pt x="40885" y="7533"/>
                  </a:lnTo>
                  <a:lnTo>
                    <a:pt x="41959" y="7694"/>
                  </a:lnTo>
                  <a:lnTo>
                    <a:pt x="43913" y="8129"/>
                  </a:lnTo>
                  <a:lnTo>
                    <a:pt x="45610" y="8362"/>
                  </a:lnTo>
                  <a:lnTo>
                    <a:pt x="46757" y="8267"/>
                  </a:lnTo>
                  <a:lnTo>
                    <a:pt x="47400" y="8389"/>
                  </a:lnTo>
                  <a:lnTo>
                    <a:pt x="48612" y="10321"/>
                  </a:lnTo>
                  <a:lnTo>
                    <a:pt x="48859" y="10546"/>
                  </a:lnTo>
                  <a:lnTo>
                    <a:pt x="49345" y="10592"/>
                  </a:lnTo>
                  <a:lnTo>
                    <a:pt x="50336" y="10425"/>
                  </a:lnTo>
                  <a:lnTo>
                    <a:pt x="51746" y="10488"/>
                  </a:lnTo>
                  <a:lnTo>
                    <a:pt x="52582" y="10895"/>
                  </a:lnTo>
                  <a:lnTo>
                    <a:pt x="52459" y="12045"/>
                  </a:lnTo>
                  <a:lnTo>
                    <a:pt x="52679" y="12212"/>
                  </a:lnTo>
                  <a:lnTo>
                    <a:pt x="53070" y="12148"/>
                  </a:lnTo>
                  <a:lnTo>
                    <a:pt x="53520" y="11498"/>
                  </a:lnTo>
                  <a:lnTo>
                    <a:pt x="53897" y="10825"/>
                  </a:lnTo>
                  <a:lnTo>
                    <a:pt x="54179" y="10616"/>
                  </a:lnTo>
                  <a:lnTo>
                    <a:pt x="55619" y="11071"/>
                  </a:lnTo>
                  <a:lnTo>
                    <a:pt x="56277" y="10998"/>
                  </a:lnTo>
                  <a:lnTo>
                    <a:pt x="56884" y="10487"/>
                  </a:lnTo>
                  <a:lnTo>
                    <a:pt x="57256" y="10400"/>
                  </a:lnTo>
                  <a:lnTo>
                    <a:pt x="58276" y="10764"/>
                  </a:lnTo>
                  <a:lnTo>
                    <a:pt x="59534" y="11018"/>
                  </a:lnTo>
                  <a:lnTo>
                    <a:pt x="60550" y="11034"/>
                  </a:lnTo>
                  <a:lnTo>
                    <a:pt x="61184" y="11310"/>
                  </a:lnTo>
                  <a:lnTo>
                    <a:pt x="61645" y="12511"/>
                  </a:lnTo>
                  <a:lnTo>
                    <a:pt x="62047" y="12758"/>
                  </a:lnTo>
                  <a:lnTo>
                    <a:pt x="62435" y="12834"/>
                  </a:lnTo>
                  <a:lnTo>
                    <a:pt x="63022" y="11761"/>
                  </a:lnTo>
                  <a:lnTo>
                    <a:pt x="63554" y="11344"/>
                  </a:lnTo>
                  <a:lnTo>
                    <a:pt x="64292" y="11038"/>
                  </a:lnTo>
                  <a:lnTo>
                    <a:pt x="64767" y="10904"/>
                  </a:lnTo>
                  <a:lnTo>
                    <a:pt x="65102" y="10525"/>
                  </a:lnTo>
                  <a:lnTo>
                    <a:pt x="65553" y="10155"/>
                  </a:lnTo>
                  <a:lnTo>
                    <a:pt x="65943" y="10126"/>
                  </a:lnTo>
                  <a:lnTo>
                    <a:pt x="66261" y="10269"/>
                  </a:lnTo>
                  <a:lnTo>
                    <a:pt x="66626" y="10781"/>
                  </a:lnTo>
                  <a:lnTo>
                    <a:pt x="67158" y="11946"/>
                  </a:lnTo>
                  <a:lnTo>
                    <a:pt x="67805" y="13118"/>
                  </a:lnTo>
                  <a:lnTo>
                    <a:pt x="68256" y="13543"/>
                  </a:lnTo>
                  <a:lnTo>
                    <a:pt x="69421" y="13183"/>
                  </a:lnTo>
                  <a:lnTo>
                    <a:pt x="70211" y="12818"/>
                  </a:lnTo>
                  <a:lnTo>
                    <a:pt x="71658" y="12748"/>
                  </a:lnTo>
                  <a:lnTo>
                    <a:pt x="73576" y="12491"/>
                  </a:lnTo>
                  <a:lnTo>
                    <a:pt x="75042" y="12156"/>
                  </a:lnTo>
                  <a:lnTo>
                    <a:pt x="75959" y="12213"/>
                  </a:lnTo>
                  <a:lnTo>
                    <a:pt x="76516" y="12585"/>
                  </a:lnTo>
                  <a:lnTo>
                    <a:pt x="77362" y="13305"/>
                  </a:lnTo>
                  <a:lnTo>
                    <a:pt x="77593" y="14338"/>
                  </a:lnTo>
                  <a:lnTo>
                    <a:pt x="78691" y="15053"/>
                  </a:lnTo>
                  <a:lnTo>
                    <a:pt x="79590" y="15182"/>
                  </a:lnTo>
                  <a:lnTo>
                    <a:pt x="79897" y="14438"/>
                  </a:lnTo>
                  <a:lnTo>
                    <a:pt x="80423" y="13922"/>
                  </a:lnTo>
                  <a:lnTo>
                    <a:pt x="80226" y="13211"/>
                  </a:lnTo>
                  <a:lnTo>
                    <a:pt x="80137" y="12306"/>
                  </a:lnTo>
                  <a:lnTo>
                    <a:pt x="79744" y="11466"/>
                  </a:lnTo>
                  <a:lnTo>
                    <a:pt x="79481" y="10561"/>
                  </a:lnTo>
                  <a:lnTo>
                    <a:pt x="79963" y="9269"/>
                  </a:lnTo>
                  <a:lnTo>
                    <a:pt x="80488" y="8138"/>
                  </a:lnTo>
                  <a:lnTo>
                    <a:pt x="80752" y="7524"/>
                  </a:lnTo>
                  <a:lnTo>
                    <a:pt x="81584" y="6393"/>
                  </a:lnTo>
                  <a:lnTo>
                    <a:pt x="82440" y="5585"/>
                  </a:lnTo>
                  <a:lnTo>
                    <a:pt x="83717" y="4287"/>
                  </a:lnTo>
                  <a:lnTo>
                    <a:pt x="84650" y="3858"/>
                  </a:lnTo>
                  <a:lnTo>
                    <a:pt x="85493" y="4053"/>
                  </a:lnTo>
                  <a:lnTo>
                    <a:pt x="85962" y="4230"/>
                  </a:lnTo>
                  <a:lnTo>
                    <a:pt x="87173" y="3461"/>
                  </a:lnTo>
                  <a:lnTo>
                    <a:pt x="89327" y="3423"/>
                  </a:lnTo>
                  <a:lnTo>
                    <a:pt x="91122" y="3521"/>
                  </a:lnTo>
                  <a:lnTo>
                    <a:pt x="91302" y="3544"/>
                  </a:lnTo>
                  <a:lnTo>
                    <a:pt x="92183" y="3942"/>
                  </a:lnTo>
                  <a:lnTo>
                    <a:pt x="93113" y="4281"/>
                  </a:lnTo>
                  <a:lnTo>
                    <a:pt x="93754" y="4303"/>
                  </a:lnTo>
                  <a:lnTo>
                    <a:pt x="94517" y="4225"/>
                  </a:lnTo>
                  <a:lnTo>
                    <a:pt x="95411" y="3774"/>
                  </a:lnTo>
                  <a:lnTo>
                    <a:pt x="96036" y="3341"/>
                  </a:lnTo>
                  <a:lnTo>
                    <a:pt x="96794" y="1135"/>
                  </a:lnTo>
                  <a:lnTo>
                    <a:pt x="97062" y="819"/>
                  </a:lnTo>
                  <a:lnTo>
                    <a:pt x="97480" y="646"/>
                  </a:lnTo>
                  <a:lnTo>
                    <a:pt x="98165" y="627"/>
                  </a:lnTo>
                  <a:lnTo>
                    <a:pt x="99466" y="1038"/>
                  </a:lnTo>
                  <a:lnTo>
                    <a:pt x="100990" y="1407"/>
                  </a:lnTo>
                  <a:lnTo>
                    <a:pt x="101872" y="1355"/>
                  </a:lnTo>
                  <a:lnTo>
                    <a:pt x="104225" y="183"/>
                  </a:lnTo>
                  <a:lnTo>
                    <a:pt x="105537" y="0"/>
                  </a:lnTo>
                  <a:lnTo>
                    <a:pt x="107096" y="275"/>
                  </a:lnTo>
                  <a:lnTo>
                    <a:pt x="108624" y="292"/>
                  </a:lnTo>
                  <a:lnTo>
                    <a:pt x="109777" y="122"/>
                  </a:lnTo>
                  <a:lnTo>
                    <a:pt x="110568" y="529"/>
                  </a:lnTo>
                  <a:lnTo>
                    <a:pt x="111545" y="1424"/>
                  </a:lnTo>
                  <a:lnTo>
                    <a:pt x="112427" y="2756"/>
                  </a:lnTo>
                  <a:lnTo>
                    <a:pt x="113352" y="5215"/>
                  </a:lnTo>
                  <a:lnTo>
                    <a:pt x="116046" y="7994"/>
                  </a:lnTo>
                  <a:lnTo>
                    <a:pt x="116092" y="8536"/>
                  </a:lnTo>
                  <a:lnTo>
                    <a:pt x="115870" y="8885"/>
                  </a:lnTo>
                  <a:lnTo>
                    <a:pt x="114545" y="9224"/>
                  </a:lnTo>
                  <a:lnTo>
                    <a:pt x="113428" y="9406"/>
                  </a:lnTo>
                  <a:lnTo>
                    <a:pt x="113374" y="9883"/>
                  </a:lnTo>
                  <a:lnTo>
                    <a:pt x="113670" y="10399"/>
                  </a:lnTo>
                  <a:lnTo>
                    <a:pt x="114182" y="11154"/>
                  </a:lnTo>
                  <a:lnTo>
                    <a:pt x="114262" y="12127"/>
                  </a:lnTo>
                  <a:lnTo>
                    <a:pt x="114236" y="13022"/>
                  </a:lnTo>
                  <a:lnTo>
                    <a:pt x="114457" y="13813"/>
                  </a:lnTo>
                  <a:lnTo>
                    <a:pt x="114884" y="14134"/>
                  </a:lnTo>
                  <a:lnTo>
                    <a:pt x="114937" y="14532"/>
                  </a:lnTo>
                  <a:lnTo>
                    <a:pt x="114443" y="15017"/>
                  </a:lnTo>
                  <a:lnTo>
                    <a:pt x="114305" y="15317"/>
                  </a:lnTo>
                  <a:lnTo>
                    <a:pt x="114497" y="15478"/>
                  </a:lnTo>
                  <a:lnTo>
                    <a:pt x="116927" y="15572"/>
                  </a:lnTo>
                  <a:lnTo>
                    <a:pt x="118117" y="16046"/>
                  </a:lnTo>
                  <a:lnTo>
                    <a:pt x="119021" y="16477"/>
                  </a:lnTo>
                  <a:lnTo>
                    <a:pt x="119475" y="16517"/>
                  </a:lnTo>
                  <a:lnTo>
                    <a:pt x="120499" y="16240"/>
                  </a:lnTo>
                  <a:lnTo>
                    <a:pt x="121650" y="16065"/>
                  </a:lnTo>
                  <a:lnTo>
                    <a:pt x="122349" y="16042"/>
                  </a:lnTo>
                  <a:lnTo>
                    <a:pt x="122619" y="16359"/>
                  </a:lnTo>
                  <a:lnTo>
                    <a:pt x="122834" y="17193"/>
                  </a:lnTo>
                  <a:lnTo>
                    <a:pt x="123238" y="18028"/>
                  </a:lnTo>
                  <a:lnTo>
                    <a:pt x="123616" y="18267"/>
                  </a:lnTo>
                  <a:lnTo>
                    <a:pt x="124289" y="18226"/>
                  </a:lnTo>
                  <a:lnTo>
                    <a:pt x="124694" y="18267"/>
                  </a:lnTo>
                  <a:lnTo>
                    <a:pt x="124910" y="18584"/>
                  </a:lnTo>
                  <a:lnTo>
                    <a:pt x="124667" y="19061"/>
                  </a:lnTo>
                  <a:lnTo>
                    <a:pt x="124720" y="19578"/>
                  </a:lnTo>
                  <a:lnTo>
                    <a:pt x="125017" y="20214"/>
                  </a:lnTo>
                  <a:lnTo>
                    <a:pt x="125368" y="21683"/>
                  </a:lnTo>
                  <a:lnTo>
                    <a:pt x="125691" y="22121"/>
                  </a:lnTo>
                  <a:lnTo>
                    <a:pt x="125907" y="22677"/>
                  </a:lnTo>
                  <a:lnTo>
                    <a:pt x="125907" y="23313"/>
                  </a:lnTo>
                  <a:lnTo>
                    <a:pt x="125637" y="23869"/>
                  </a:lnTo>
                  <a:lnTo>
                    <a:pt x="125448" y="24305"/>
                  </a:lnTo>
                  <a:lnTo>
                    <a:pt x="125637" y="25299"/>
                  </a:lnTo>
                  <a:lnTo>
                    <a:pt x="126364" y="26412"/>
                  </a:lnTo>
                  <a:lnTo>
                    <a:pt x="126904" y="26690"/>
                  </a:lnTo>
                  <a:lnTo>
                    <a:pt x="127335" y="27683"/>
                  </a:lnTo>
                  <a:lnTo>
                    <a:pt x="128117" y="28001"/>
                  </a:lnTo>
                  <a:lnTo>
                    <a:pt x="129275" y="27167"/>
                  </a:lnTo>
                  <a:lnTo>
                    <a:pt x="130165" y="26730"/>
                  </a:lnTo>
                  <a:lnTo>
                    <a:pt x="131277" y="26973"/>
                  </a:lnTo>
                  <a:lnTo>
                    <a:pt x="132305" y="27128"/>
                  </a:lnTo>
                  <a:lnTo>
                    <a:pt x="132996" y="27696"/>
                  </a:lnTo>
                  <a:lnTo>
                    <a:pt x="133506" y="28478"/>
                  </a:lnTo>
                  <a:lnTo>
                    <a:pt x="134099" y="28915"/>
                  </a:lnTo>
                  <a:lnTo>
                    <a:pt x="134693" y="28687"/>
                  </a:lnTo>
                  <a:lnTo>
                    <a:pt x="135932" y="28915"/>
                  </a:lnTo>
                  <a:lnTo>
                    <a:pt x="136498" y="29551"/>
                  </a:lnTo>
                  <a:lnTo>
                    <a:pt x="137064" y="29908"/>
                  </a:lnTo>
                  <a:lnTo>
                    <a:pt x="137792" y="29392"/>
                  </a:lnTo>
                  <a:lnTo>
                    <a:pt x="138385" y="28756"/>
                  </a:lnTo>
                  <a:lnTo>
                    <a:pt x="140555" y="28091"/>
                  </a:lnTo>
                  <a:lnTo>
                    <a:pt x="141906" y="27924"/>
                  </a:lnTo>
                  <a:lnTo>
                    <a:pt x="142283" y="27793"/>
                  </a:lnTo>
                  <a:lnTo>
                    <a:pt x="143076" y="27318"/>
                  </a:lnTo>
                  <a:lnTo>
                    <a:pt x="143911" y="27002"/>
                  </a:lnTo>
                  <a:lnTo>
                    <a:pt x="144665" y="27088"/>
                  </a:lnTo>
                  <a:lnTo>
                    <a:pt x="145408" y="28074"/>
                  </a:lnTo>
                  <a:lnTo>
                    <a:pt x="146174" y="28756"/>
                  </a:lnTo>
                  <a:lnTo>
                    <a:pt x="146389" y="29829"/>
                  </a:lnTo>
                  <a:lnTo>
                    <a:pt x="147327" y="31305"/>
                  </a:lnTo>
                  <a:lnTo>
                    <a:pt x="149655" y="33326"/>
                  </a:lnTo>
                  <a:lnTo>
                    <a:pt x="150569" y="33942"/>
                  </a:lnTo>
                  <a:lnTo>
                    <a:pt x="151189" y="33833"/>
                  </a:lnTo>
                  <a:lnTo>
                    <a:pt x="151514" y="33672"/>
                  </a:lnTo>
                  <a:lnTo>
                    <a:pt x="151664" y="33461"/>
                  </a:lnTo>
                  <a:lnTo>
                    <a:pt x="151805" y="32473"/>
                  </a:lnTo>
                  <a:lnTo>
                    <a:pt x="152100" y="32109"/>
                  </a:lnTo>
                  <a:lnTo>
                    <a:pt x="152572" y="32097"/>
                  </a:lnTo>
                  <a:lnTo>
                    <a:pt x="154394" y="33328"/>
                  </a:lnTo>
                  <a:lnTo>
                    <a:pt x="155347" y="33460"/>
                  </a:lnTo>
                  <a:lnTo>
                    <a:pt x="156253" y="33484"/>
                  </a:lnTo>
                  <a:lnTo>
                    <a:pt x="157473" y="34440"/>
                  </a:lnTo>
                  <a:lnTo>
                    <a:pt x="158814" y="35272"/>
                  </a:lnTo>
                  <a:lnTo>
                    <a:pt x="159848" y="35360"/>
                  </a:lnTo>
                  <a:lnTo>
                    <a:pt x="160673" y="35034"/>
                  </a:lnTo>
                  <a:lnTo>
                    <a:pt x="161240" y="34836"/>
                  </a:lnTo>
                  <a:lnTo>
                    <a:pt x="161590" y="35153"/>
                  </a:lnTo>
                  <a:lnTo>
                    <a:pt x="161913" y="35868"/>
                  </a:lnTo>
                  <a:lnTo>
                    <a:pt x="162452" y="36425"/>
                  </a:lnTo>
                  <a:lnTo>
                    <a:pt x="163072" y="36583"/>
                  </a:lnTo>
                  <a:lnTo>
                    <a:pt x="163964" y="36620"/>
                  </a:lnTo>
                  <a:lnTo>
                    <a:pt x="165514" y="37699"/>
                  </a:lnTo>
                  <a:lnTo>
                    <a:pt x="166971" y="38796"/>
                  </a:lnTo>
                  <a:lnTo>
                    <a:pt x="167882" y="38857"/>
                  </a:lnTo>
                  <a:lnTo>
                    <a:pt x="168654" y="38535"/>
                  </a:lnTo>
                  <a:lnTo>
                    <a:pt x="169337" y="38452"/>
                  </a:lnTo>
                  <a:lnTo>
                    <a:pt x="169810" y="38729"/>
                  </a:lnTo>
                  <a:lnTo>
                    <a:pt x="169945" y="39205"/>
                  </a:lnTo>
                  <a:lnTo>
                    <a:pt x="169594" y="39842"/>
                  </a:lnTo>
                  <a:lnTo>
                    <a:pt x="169594" y="40755"/>
                  </a:lnTo>
                  <a:lnTo>
                    <a:pt x="170240" y="41630"/>
                  </a:lnTo>
                  <a:lnTo>
                    <a:pt x="170261" y="42489"/>
                  </a:lnTo>
                  <a:lnTo>
                    <a:pt x="170076" y="43266"/>
                  </a:lnTo>
                  <a:lnTo>
                    <a:pt x="169709" y="43981"/>
                  </a:lnTo>
                  <a:lnTo>
                    <a:pt x="168823" y="44964"/>
                  </a:lnTo>
                  <a:lnTo>
                    <a:pt x="168004" y="45881"/>
                  </a:lnTo>
                  <a:lnTo>
                    <a:pt x="166771" y="46265"/>
                  </a:lnTo>
                  <a:lnTo>
                    <a:pt x="166081" y="46664"/>
                  </a:lnTo>
                  <a:lnTo>
                    <a:pt x="166262" y="47339"/>
                  </a:lnTo>
                  <a:lnTo>
                    <a:pt x="166713" y="47968"/>
                  </a:lnTo>
                  <a:lnTo>
                    <a:pt x="167758" y="48477"/>
                  </a:lnTo>
                  <a:lnTo>
                    <a:pt x="168944" y="48847"/>
                  </a:lnTo>
                  <a:lnTo>
                    <a:pt x="169081" y="49256"/>
                  </a:lnTo>
                  <a:lnTo>
                    <a:pt x="168900" y="49461"/>
                  </a:lnTo>
                  <a:lnTo>
                    <a:pt x="168139" y="49651"/>
                  </a:lnTo>
                  <a:lnTo>
                    <a:pt x="167087" y="49457"/>
                  </a:lnTo>
                  <a:lnTo>
                    <a:pt x="166737" y="49814"/>
                  </a:lnTo>
                  <a:lnTo>
                    <a:pt x="166252" y="50410"/>
                  </a:lnTo>
                  <a:lnTo>
                    <a:pt x="165929" y="51483"/>
                  </a:lnTo>
                  <a:lnTo>
                    <a:pt x="165686" y="52476"/>
                  </a:lnTo>
                  <a:lnTo>
                    <a:pt x="166827" y="52746"/>
                  </a:lnTo>
                  <a:lnTo>
                    <a:pt x="167492" y="53152"/>
                  </a:lnTo>
                  <a:lnTo>
                    <a:pt x="167699" y="53969"/>
                  </a:lnTo>
                  <a:lnTo>
                    <a:pt x="167936" y="54877"/>
                  </a:lnTo>
                  <a:lnTo>
                    <a:pt x="168005" y="55695"/>
                  </a:lnTo>
                  <a:lnTo>
                    <a:pt x="167627" y="56093"/>
                  </a:lnTo>
                  <a:lnTo>
                    <a:pt x="167604" y="56499"/>
                  </a:lnTo>
                  <a:lnTo>
                    <a:pt x="167782" y="56700"/>
                  </a:lnTo>
                  <a:lnTo>
                    <a:pt x="168272" y="56790"/>
                  </a:lnTo>
                  <a:lnTo>
                    <a:pt x="168649" y="56972"/>
                  </a:lnTo>
                  <a:lnTo>
                    <a:pt x="168678" y="57404"/>
                  </a:lnTo>
                  <a:lnTo>
                    <a:pt x="167959" y="58374"/>
                  </a:lnTo>
                  <a:lnTo>
                    <a:pt x="167287" y="60230"/>
                  </a:lnTo>
                  <a:lnTo>
                    <a:pt x="166925" y="61218"/>
                  </a:lnTo>
                  <a:lnTo>
                    <a:pt x="166953" y="62291"/>
                  </a:lnTo>
                  <a:lnTo>
                    <a:pt x="166548" y="62887"/>
                  </a:lnTo>
                  <a:lnTo>
                    <a:pt x="165816" y="62937"/>
                  </a:lnTo>
                  <a:lnTo>
                    <a:pt x="163285" y="63041"/>
                  </a:lnTo>
                  <a:lnTo>
                    <a:pt x="161085" y="62990"/>
                  </a:lnTo>
                  <a:lnTo>
                    <a:pt x="160133" y="62836"/>
                  </a:lnTo>
                  <a:lnTo>
                    <a:pt x="158643" y="62743"/>
                  </a:lnTo>
                  <a:lnTo>
                    <a:pt x="157904" y="62996"/>
                  </a:lnTo>
                  <a:lnTo>
                    <a:pt x="156927" y="64710"/>
                  </a:lnTo>
                  <a:lnTo>
                    <a:pt x="156186" y="65382"/>
                  </a:lnTo>
                  <a:lnTo>
                    <a:pt x="154959" y="65989"/>
                  </a:lnTo>
                  <a:lnTo>
                    <a:pt x="153615" y="66163"/>
                  </a:lnTo>
                  <a:lnTo>
                    <a:pt x="152844" y="66871"/>
                  </a:lnTo>
                  <a:lnTo>
                    <a:pt x="152573" y="67982"/>
                  </a:lnTo>
                  <a:lnTo>
                    <a:pt x="152552" y="68967"/>
                  </a:lnTo>
                  <a:lnTo>
                    <a:pt x="152427" y="69458"/>
                  </a:lnTo>
                  <a:lnTo>
                    <a:pt x="152135" y="69889"/>
                  </a:lnTo>
                  <a:lnTo>
                    <a:pt x="152030" y="70196"/>
                  </a:lnTo>
                  <a:lnTo>
                    <a:pt x="152093" y="70534"/>
                  </a:lnTo>
                  <a:lnTo>
                    <a:pt x="152405" y="70658"/>
                  </a:lnTo>
                  <a:lnTo>
                    <a:pt x="152781" y="70812"/>
                  </a:lnTo>
                  <a:lnTo>
                    <a:pt x="152781" y="71057"/>
                  </a:lnTo>
                  <a:lnTo>
                    <a:pt x="152635" y="71365"/>
                  </a:lnTo>
                  <a:lnTo>
                    <a:pt x="152218" y="71703"/>
                  </a:lnTo>
                  <a:lnTo>
                    <a:pt x="152030" y="72226"/>
                  </a:lnTo>
                  <a:lnTo>
                    <a:pt x="152073" y="7277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g1462"/>
            <p:cNvSpPr/>
            <p:nvPr/>
          </p:nvSpPr>
          <p:spPr>
            <a:xfrm>
              <a:off x="3469695" y="2838399"/>
              <a:ext cx="50260" cy="67392"/>
            </a:xfrm>
            <a:custGeom>
              <a:avLst/>
              <a:pathLst>
                <a:path w="50260" h="67392">
                  <a:moveTo>
                    <a:pt x="47942" y="50785"/>
                  </a:moveTo>
                  <a:lnTo>
                    <a:pt x="47479" y="51302"/>
                  </a:lnTo>
                  <a:lnTo>
                    <a:pt x="46979" y="52280"/>
                  </a:lnTo>
                  <a:lnTo>
                    <a:pt x="46392" y="54625"/>
                  </a:lnTo>
                  <a:lnTo>
                    <a:pt x="44420" y="57861"/>
                  </a:lnTo>
                  <a:lnTo>
                    <a:pt x="44019" y="59687"/>
                  </a:lnTo>
                  <a:lnTo>
                    <a:pt x="41891" y="61592"/>
                  </a:lnTo>
                  <a:lnTo>
                    <a:pt x="40393" y="63736"/>
                  </a:lnTo>
                  <a:lnTo>
                    <a:pt x="39413" y="63683"/>
                  </a:lnTo>
                  <a:lnTo>
                    <a:pt x="38532" y="64601"/>
                  </a:lnTo>
                  <a:lnTo>
                    <a:pt x="33451" y="67392"/>
                  </a:lnTo>
                  <a:lnTo>
                    <a:pt x="31627" y="66866"/>
                  </a:lnTo>
                  <a:lnTo>
                    <a:pt x="30276" y="66876"/>
                  </a:lnTo>
                  <a:lnTo>
                    <a:pt x="29021" y="65646"/>
                  </a:lnTo>
                  <a:lnTo>
                    <a:pt x="26159" y="65200"/>
                  </a:lnTo>
                  <a:lnTo>
                    <a:pt x="24363" y="65692"/>
                  </a:lnTo>
                  <a:lnTo>
                    <a:pt x="21951" y="67045"/>
                  </a:lnTo>
                  <a:lnTo>
                    <a:pt x="21225" y="67024"/>
                  </a:lnTo>
                  <a:lnTo>
                    <a:pt x="20702" y="66952"/>
                  </a:lnTo>
                  <a:lnTo>
                    <a:pt x="19397" y="66391"/>
                  </a:lnTo>
                  <a:lnTo>
                    <a:pt x="18685" y="65196"/>
                  </a:lnTo>
                  <a:lnTo>
                    <a:pt x="14976" y="63819"/>
                  </a:lnTo>
                  <a:lnTo>
                    <a:pt x="11990" y="60691"/>
                  </a:lnTo>
                  <a:lnTo>
                    <a:pt x="8464" y="60631"/>
                  </a:lnTo>
                  <a:lnTo>
                    <a:pt x="5761" y="61039"/>
                  </a:lnTo>
                  <a:lnTo>
                    <a:pt x="5344" y="60625"/>
                  </a:lnTo>
                  <a:lnTo>
                    <a:pt x="5070" y="59823"/>
                  </a:lnTo>
                  <a:lnTo>
                    <a:pt x="4511" y="58662"/>
                  </a:lnTo>
                  <a:lnTo>
                    <a:pt x="2186" y="55903"/>
                  </a:lnTo>
                  <a:lnTo>
                    <a:pt x="358" y="53159"/>
                  </a:lnTo>
                  <a:lnTo>
                    <a:pt x="0" y="50464"/>
                  </a:lnTo>
                  <a:lnTo>
                    <a:pt x="253" y="47531"/>
                  </a:lnTo>
                  <a:lnTo>
                    <a:pt x="801" y="44061"/>
                  </a:lnTo>
                  <a:lnTo>
                    <a:pt x="705" y="42976"/>
                  </a:lnTo>
                  <a:lnTo>
                    <a:pt x="1380" y="42358"/>
                  </a:lnTo>
                  <a:lnTo>
                    <a:pt x="2048" y="42234"/>
                  </a:lnTo>
                  <a:lnTo>
                    <a:pt x="2692" y="41335"/>
                  </a:lnTo>
                  <a:lnTo>
                    <a:pt x="3268" y="39978"/>
                  </a:lnTo>
                  <a:lnTo>
                    <a:pt x="3366" y="38950"/>
                  </a:lnTo>
                  <a:lnTo>
                    <a:pt x="2919" y="37047"/>
                  </a:lnTo>
                  <a:lnTo>
                    <a:pt x="2610" y="34387"/>
                  </a:lnTo>
                  <a:lnTo>
                    <a:pt x="2241" y="33064"/>
                  </a:lnTo>
                  <a:lnTo>
                    <a:pt x="2981" y="30975"/>
                  </a:lnTo>
                  <a:lnTo>
                    <a:pt x="3012" y="29957"/>
                  </a:lnTo>
                  <a:lnTo>
                    <a:pt x="2586" y="29064"/>
                  </a:lnTo>
                  <a:lnTo>
                    <a:pt x="2470" y="28146"/>
                  </a:lnTo>
                  <a:lnTo>
                    <a:pt x="2665" y="27205"/>
                  </a:lnTo>
                  <a:lnTo>
                    <a:pt x="2627" y="26298"/>
                  </a:lnTo>
                  <a:lnTo>
                    <a:pt x="2356" y="25429"/>
                  </a:lnTo>
                  <a:lnTo>
                    <a:pt x="2560" y="24709"/>
                  </a:lnTo>
                  <a:lnTo>
                    <a:pt x="3238" y="24140"/>
                  </a:lnTo>
                  <a:lnTo>
                    <a:pt x="3744" y="23267"/>
                  </a:lnTo>
                  <a:lnTo>
                    <a:pt x="4079" y="22091"/>
                  </a:lnTo>
                  <a:lnTo>
                    <a:pt x="4250" y="21194"/>
                  </a:lnTo>
                  <a:lnTo>
                    <a:pt x="4258" y="20574"/>
                  </a:lnTo>
                  <a:lnTo>
                    <a:pt x="4053" y="19991"/>
                  </a:lnTo>
                  <a:lnTo>
                    <a:pt x="3635" y="19441"/>
                  </a:lnTo>
                  <a:lnTo>
                    <a:pt x="3829" y="18348"/>
                  </a:lnTo>
                  <a:lnTo>
                    <a:pt x="4633" y="16714"/>
                  </a:lnTo>
                  <a:lnTo>
                    <a:pt x="5154" y="15262"/>
                  </a:lnTo>
                  <a:lnTo>
                    <a:pt x="5390" y="13994"/>
                  </a:lnTo>
                  <a:lnTo>
                    <a:pt x="5374" y="12971"/>
                  </a:lnTo>
                  <a:lnTo>
                    <a:pt x="5107" y="12192"/>
                  </a:lnTo>
                  <a:lnTo>
                    <a:pt x="5220" y="11665"/>
                  </a:lnTo>
                  <a:lnTo>
                    <a:pt x="5714" y="11387"/>
                  </a:lnTo>
                  <a:lnTo>
                    <a:pt x="5937" y="10565"/>
                  </a:lnTo>
                  <a:lnTo>
                    <a:pt x="5861" y="8521"/>
                  </a:lnTo>
                  <a:lnTo>
                    <a:pt x="5351" y="6833"/>
                  </a:lnTo>
                  <a:lnTo>
                    <a:pt x="5742" y="5497"/>
                  </a:lnTo>
                  <a:lnTo>
                    <a:pt x="6863" y="3952"/>
                  </a:lnTo>
                  <a:lnTo>
                    <a:pt x="7448" y="2705"/>
                  </a:lnTo>
                  <a:lnTo>
                    <a:pt x="7496" y="1755"/>
                  </a:lnTo>
                  <a:lnTo>
                    <a:pt x="7845" y="1209"/>
                  </a:lnTo>
                  <a:lnTo>
                    <a:pt x="8380" y="2233"/>
                  </a:lnTo>
                  <a:lnTo>
                    <a:pt x="9974" y="2504"/>
                  </a:lnTo>
                  <a:lnTo>
                    <a:pt x="11577" y="2543"/>
                  </a:lnTo>
                  <a:lnTo>
                    <a:pt x="11837" y="2284"/>
                  </a:lnTo>
                  <a:lnTo>
                    <a:pt x="12465" y="604"/>
                  </a:lnTo>
                  <a:lnTo>
                    <a:pt x="13296" y="123"/>
                  </a:lnTo>
                  <a:lnTo>
                    <a:pt x="14199" y="0"/>
                  </a:lnTo>
                  <a:lnTo>
                    <a:pt x="15188" y="85"/>
                  </a:lnTo>
                  <a:lnTo>
                    <a:pt x="16239" y="1197"/>
                  </a:lnTo>
                  <a:lnTo>
                    <a:pt x="19214" y="4831"/>
                  </a:lnTo>
                  <a:lnTo>
                    <a:pt x="21400" y="7355"/>
                  </a:lnTo>
                  <a:lnTo>
                    <a:pt x="22065" y="8545"/>
                  </a:lnTo>
                  <a:lnTo>
                    <a:pt x="22642" y="9436"/>
                  </a:lnTo>
                  <a:lnTo>
                    <a:pt x="23076" y="10267"/>
                  </a:lnTo>
                  <a:lnTo>
                    <a:pt x="22892" y="12425"/>
                  </a:lnTo>
                  <a:lnTo>
                    <a:pt x="22919" y="13370"/>
                  </a:lnTo>
                  <a:lnTo>
                    <a:pt x="23022" y="13642"/>
                  </a:lnTo>
                  <a:lnTo>
                    <a:pt x="23520" y="13665"/>
                  </a:lnTo>
                  <a:lnTo>
                    <a:pt x="24261" y="13509"/>
                  </a:lnTo>
                  <a:lnTo>
                    <a:pt x="24885" y="13050"/>
                  </a:lnTo>
                  <a:lnTo>
                    <a:pt x="25371" y="12358"/>
                  </a:lnTo>
                  <a:lnTo>
                    <a:pt x="25848" y="11793"/>
                  </a:lnTo>
                  <a:lnTo>
                    <a:pt x="26233" y="11490"/>
                  </a:lnTo>
                  <a:lnTo>
                    <a:pt x="26373" y="11032"/>
                  </a:lnTo>
                  <a:lnTo>
                    <a:pt x="26594" y="10558"/>
                  </a:lnTo>
                  <a:lnTo>
                    <a:pt x="26822" y="10456"/>
                  </a:lnTo>
                  <a:lnTo>
                    <a:pt x="27254" y="10808"/>
                  </a:lnTo>
                  <a:lnTo>
                    <a:pt x="28274" y="12042"/>
                  </a:lnTo>
                  <a:lnTo>
                    <a:pt x="29064" y="13182"/>
                  </a:lnTo>
                  <a:lnTo>
                    <a:pt x="29258" y="13834"/>
                  </a:lnTo>
                  <a:lnTo>
                    <a:pt x="29563" y="14514"/>
                  </a:lnTo>
                  <a:lnTo>
                    <a:pt x="29888" y="15106"/>
                  </a:lnTo>
                  <a:lnTo>
                    <a:pt x="30118" y="15684"/>
                  </a:lnTo>
                  <a:lnTo>
                    <a:pt x="30885" y="16437"/>
                  </a:lnTo>
                  <a:lnTo>
                    <a:pt x="31665" y="16917"/>
                  </a:lnTo>
                  <a:lnTo>
                    <a:pt x="32186" y="16429"/>
                  </a:lnTo>
                  <a:lnTo>
                    <a:pt x="33511" y="17994"/>
                  </a:lnTo>
                  <a:lnTo>
                    <a:pt x="36428" y="19305"/>
                  </a:lnTo>
                  <a:lnTo>
                    <a:pt x="36965" y="20097"/>
                  </a:lnTo>
                  <a:lnTo>
                    <a:pt x="37469" y="21224"/>
                  </a:lnTo>
                  <a:lnTo>
                    <a:pt x="38488" y="22929"/>
                  </a:lnTo>
                  <a:lnTo>
                    <a:pt x="39901" y="24465"/>
                  </a:lnTo>
                  <a:lnTo>
                    <a:pt x="41038" y="25113"/>
                  </a:lnTo>
                  <a:lnTo>
                    <a:pt x="42128" y="25483"/>
                  </a:lnTo>
                  <a:lnTo>
                    <a:pt x="42739" y="25821"/>
                  </a:lnTo>
                  <a:lnTo>
                    <a:pt x="43156" y="26409"/>
                  </a:lnTo>
                  <a:lnTo>
                    <a:pt x="43822" y="27043"/>
                  </a:lnTo>
                  <a:lnTo>
                    <a:pt x="44242" y="27278"/>
                  </a:lnTo>
                  <a:lnTo>
                    <a:pt x="44385" y="27845"/>
                  </a:lnTo>
                  <a:lnTo>
                    <a:pt x="44815" y="29084"/>
                  </a:lnTo>
                  <a:lnTo>
                    <a:pt x="45265" y="30652"/>
                  </a:lnTo>
                  <a:lnTo>
                    <a:pt x="45756" y="32107"/>
                  </a:lnTo>
                  <a:lnTo>
                    <a:pt x="46819" y="33504"/>
                  </a:lnTo>
                  <a:lnTo>
                    <a:pt x="48017" y="34591"/>
                  </a:lnTo>
                  <a:lnTo>
                    <a:pt x="49261" y="35208"/>
                  </a:lnTo>
                  <a:lnTo>
                    <a:pt x="49961" y="35971"/>
                  </a:lnTo>
                  <a:lnTo>
                    <a:pt x="50260" y="36761"/>
                  </a:lnTo>
                  <a:lnTo>
                    <a:pt x="49423" y="37938"/>
                  </a:lnTo>
                  <a:lnTo>
                    <a:pt x="48515" y="39416"/>
                  </a:lnTo>
                  <a:lnTo>
                    <a:pt x="47710" y="40578"/>
                  </a:lnTo>
                  <a:lnTo>
                    <a:pt x="46880" y="41390"/>
                  </a:lnTo>
                  <a:lnTo>
                    <a:pt x="46606" y="41949"/>
                  </a:lnTo>
                  <a:lnTo>
                    <a:pt x="46422" y="42817"/>
                  </a:lnTo>
                  <a:lnTo>
                    <a:pt x="46431" y="47411"/>
                  </a:lnTo>
                  <a:lnTo>
                    <a:pt x="46362" y="49121"/>
                  </a:lnTo>
                  <a:lnTo>
                    <a:pt x="46422" y="49576"/>
                  </a:lnTo>
                  <a:lnTo>
                    <a:pt x="46540" y="49880"/>
                  </a:lnTo>
                  <a:lnTo>
                    <a:pt x="47063" y="50334"/>
                  </a:lnTo>
                  <a:lnTo>
                    <a:pt x="47687" y="5071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g1463"/>
            <p:cNvSpPr/>
            <p:nvPr/>
          </p:nvSpPr>
          <p:spPr>
            <a:xfrm>
              <a:off x="2546221" y="2135748"/>
              <a:ext cx="11773" cy="18298"/>
            </a:xfrm>
            <a:custGeom>
              <a:avLst/>
              <a:pathLst>
                <a:path w="11773" h="18298">
                  <a:moveTo>
                    <a:pt x="4421" y="17627"/>
                  </a:moveTo>
                  <a:lnTo>
                    <a:pt x="4002" y="18298"/>
                  </a:lnTo>
                  <a:lnTo>
                    <a:pt x="3480" y="18245"/>
                  </a:lnTo>
                  <a:lnTo>
                    <a:pt x="1583" y="16811"/>
                  </a:lnTo>
                  <a:lnTo>
                    <a:pt x="1353" y="16040"/>
                  </a:lnTo>
                  <a:lnTo>
                    <a:pt x="1494" y="12459"/>
                  </a:lnTo>
                  <a:lnTo>
                    <a:pt x="783" y="9554"/>
                  </a:lnTo>
                  <a:lnTo>
                    <a:pt x="0" y="7334"/>
                  </a:lnTo>
                  <a:lnTo>
                    <a:pt x="569" y="6196"/>
                  </a:lnTo>
                  <a:lnTo>
                    <a:pt x="1322" y="5315"/>
                  </a:lnTo>
                  <a:lnTo>
                    <a:pt x="2160" y="3649"/>
                  </a:lnTo>
                  <a:lnTo>
                    <a:pt x="1474" y="1512"/>
                  </a:lnTo>
                  <a:lnTo>
                    <a:pt x="1650" y="223"/>
                  </a:lnTo>
                  <a:lnTo>
                    <a:pt x="2053" y="0"/>
                  </a:lnTo>
                  <a:lnTo>
                    <a:pt x="4036" y="1567"/>
                  </a:lnTo>
                  <a:lnTo>
                    <a:pt x="8040" y="3925"/>
                  </a:lnTo>
                  <a:lnTo>
                    <a:pt x="9106" y="5581"/>
                  </a:lnTo>
                  <a:lnTo>
                    <a:pt x="9297" y="7359"/>
                  </a:lnTo>
                  <a:lnTo>
                    <a:pt x="10025" y="7585"/>
                  </a:lnTo>
                  <a:lnTo>
                    <a:pt x="10369" y="8803"/>
                  </a:lnTo>
                  <a:lnTo>
                    <a:pt x="11422" y="9870"/>
                  </a:lnTo>
                  <a:lnTo>
                    <a:pt x="11773" y="10479"/>
                  </a:lnTo>
                  <a:lnTo>
                    <a:pt x="11337" y="11461"/>
                  </a:lnTo>
                  <a:lnTo>
                    <a:pt x="9415" y="13343"/>
                  </a:lnTo>
                  <a:lnTo>
                    <a:pt x="6992" y="14166"/>
                  </a:lnTo>
                  <a:lnTo>
                    <a:pt x="4857" y="1627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g1464"/>
            <p:cNvSpPr/>
            <p:nvPr/>
          </p:nvSpPr>
          <p:spPr>
            <a:xfrm>
              <a:off x="2536742" y="2126623"/>
              <a:ext cx="2282" cy="2587"/>
            </a:xfrm>
            <a:custGeom>
              <a:avLst/>
              <a:pathLst>
                <a:path w="2282" h="2587">
                  <a:moveTo>
                    <a:pt x="1901" y="2195"/>
                  </a:moveTo>
                  <a:lnTo>
                    <a:pt x="1340" y="2587"/>
                  </a:lnTo>
                  <a:lnTo>
                    <a:pt x="730" y="2406"/>
                  </a:lnTo>
                  <a:lnTo>
                    <a:pt x="587" y="1455"/>
                  </a:lnTo>
                  <a:lnTo>
                    <a:pt x="0" y="245"/>
                  </a:lnTo>
                  <a:lnTo>
                    <a:pt x="1029" y="0"/>
                  </a:lnTo>
                  <a:lnTo>
                    <a:pt x="1608" y="351"/>
                  </a:lnTo>
                  <a:lnTo>
                    <a:pt x="1913" y="728"/>
                  </a:lnTo>
                  <a:lnTo>
                    <a:pt x="2282" y="137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g1465"/>
            <p:cNvSpPr/>
            <p:nvPr/>
          </p:nvSpPr>
          <p:spPr>
            <a:xfrm>
              <a:off x="2540080" y="2125168"/>
              <a:ext cx="6697" cy="6074"/>
            </a:xfrm>
            <a:custGeom>
              <a:avLst/>
              <a:pathLst>
                <a:path w="6697" h="6074">
                  <a:moveTo>
                    <a:pt x="1995" y="1419"/>
                  </a:moveTo>
                  <a:lnTo>
                    <a:pt x="2241" y="1667"/>
                  </a:lnTo>
                  <a:lnTo>
                    <a:pt x="3248" y="1295"/>
                  </a:lnTo>
                  <a:lnTo>
                    <a:pt x="3975" y="1158"/>
                  </a:lnTo>
                  <a:lnTo>
                    <a:pt x="5197" y="2075"/>
                  </a:lnTo>
                  <a:lnTo>
                    <a:pt x="5621" y="2705"/>
                  </a:lnTo>
                  <a:lnTo>
                    <a:pt x="6424" y="3378"/>
                  </a:lnTo>
                  <a:lnTo>
                    <a:pt x="6697" y="3866"/>
                  </a:lnTo>
                  <a:lnTo>
                    <a:pt x="6472" y="4456"/>
                  </a:lnTo>
                  <a:lnTo>
                    <a:pt x="5587" y="5433"/>
                  </a:lnTo>
                  <a:lnTo>
                    <a:pt x="4380" y="5658"/>
                  </a:lnTo>
                  <a:lnTo>
                    <a:pt x="3668" y="6074"/>
                  </a:lnTo>
                  <a:lnTo>
                    <a:pt x="2733" y="5985"/>
                  </a:lnTo>
                  <a:lnTo>
                    <a:pt x="2455" y="5808"/>
                  </a:lnTo>
                  <a:lnTo>
                    <a:pt x="2354" y="4575"/>
                  </a:lnTo>
                  <a:lnTo>
                    <a:pt x="2059" y="3251"/>
                  </a:lnTo>
                  <a:lnTo>
                    <a:pt x="1456" y="3407"/>
                  </a:lnTo>
                  <a:lnTo>
                    <a:pt x="778" y="2963"/>
                  </a:lnTo>
                  <a:lnTo>
                    <a:pt x="76" y="1853"/>
                  </a:lnTo>
                  <a:lnTo>
                    <a:pt x="0" y="1189"/>
                  </a:lnTo>
                  <a:lnTo>
                    <a:pt x="386" y="136"/>
                  </a:lnTo>
                  <a:lnTo>
                    <a:pt x="1062" y="0"/>
                  </a:lnTo>
                  <a:lnTo>
                    <a:pt x="1565" y="58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g1466"/>
            <p:cNvSpPr/>
            <p:nvPr/>
          </p:nvSpPr>
          <p:spPr>
            <a:xfrm>
              <a:off x="2534474" y="2122442"/>
              <a:ext cx="5469" cy="2419"/>
            </a:xfrm>
            <a:custGeom>
              <a:avLst/>
              <a:pathLst>
                <a:path w="5469" h="2419">
                  <a:moveTo>
                    <a:pt x="725" y="200"/>
                  </a:moveTo>
                  <a:lnTo>
                    <a:pt x="2725" y="583"/>
                  </a:lnTo>
                  <a:lnTo>
                    <a:pt x="3197" y="419"/>
                  </a:lnTo>
                  <a:lnTo>
                    <a:pt x="3530" y="732"/>
                  </a:lnTo>
                  <a:lnTo>
                    <a:pt x="5185" y="924"/>
                  </a:lnTo>
                  <a:lnTo>
                    <a:pt x="5469" y="1042"/>
                  </a:lnTo>
                  <a:lnTo>
                    <a:pt x="5131" y="1760"/>
                  </a:lnTo>
                  <a:lnTo>
                    <a:pt x="4072" y="2419"/>
                  </a:lnTo>
                  <a:lnTo>
                    <a:pt x="2548" y="1840"/>
                  </a:lnTo>
                  <a:lnTo>
                    <a:pt x="0" y="1634"/>
                  </a:lnTo>
                  <a:lnTo>
                    <a:pt x="102" y="1080"/>
                  </a:lnTo>
                  <a:lnTo>
                    <a:pt x="345" y="686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g1467"/>
            <p:cNvSpPr/>
            <p:nvPr/>
          </p:nvSpPr>
          <p:spPr>
            <a:xfrm>
              <a:off x="2525176" y="2115865"/>
              <a:ext cx="6033" cy="6036"/>
            </a:xfrm>
            <a:custGeom>
              <a:avLst/>
              <a:pathLst>
                <a:path w="6033" h="6036">
                  <a:moveTo>
                    <a:pt x="4482" y="3413"/>
                  </a:moveTo>
                  <a:lnTo>
                    <a:pt x="4807" y="3493"/>
                  </a:lnTo>
                  <a:lnTo>
                    <a:pt x="5224" y="3398"/>
                  </a:lnTo>
                  <a:lnTo>
                    <a:pt x="5370" y="4509"/>
                  </a:lnTo>
                  <a:lnTo>
                    <a:pt x="5856" y="5124"/>
                  </a:lnTo>
                  <a:lnTo>
                    <a:pt x="6033" y="5491"/>
                  </a:lnTo>
                  <a:lnTo>
                    <a:pt x="5508" y="5880"/>
                  </a:lnTo>
                  <a:lnTo>
                    <a:pt x="4487" y="6036"/>
                  </a:lnTo>
                  <a:lnTo>
                    <a:pt x="4009" y="5726"/>
                  </a:lnTo>
                  <a:lnTo>
                    <a:pt x="3513" y="5032"/>
                  </a:lnTo>
                  <a:lnTo>
                    <a:pt x="2977" y="5222"/>
                  </a:lnTo>
                  <a:lnTo>
                    <a:pt x="2884" y="4665"/>
                  </a:lnTo>
                  <a:lnTo>
                    <a:pt x="2788" y="4503"/>
                  </a:lnTo>
                  <a:lnTo>
                    <a:pt x="2420" y="4653"/>
                  </a:lnTo>
                  <a:lnTo>
                    <a:pt x="2764" y="5373"/>
                  </a:lnTo>
                  <a:lnTo>
                    <a:pt x="1835" y="5427"/>
                  </a:lnTo>
                  <a:lnTo>
                    <a:pt x="1540" y="5338"/>
                  </a:lnTo>
                  <a:lnTo>
                    <a:pt x="1280" y="4522"/>
                  </a:lnTo>
                  <a:lnTo>
                    <a:pt x="321" y="2957"/>
                  </a:lnTo>
                  <a:lnTo>
                    <a:pt x="326" y="2347"/>
                  </a:lnTo>
                  <a:lnTo>
                    <a:pt x="0" y="1619"/>
                  </a:lnTo>
                  <a:lnTo>
                    <a:pt x="1419" y="1410"/>
                  </a:lnTo>
                  <a:lnTo>
                    <a:pt x="2391" y="133"/>
                  </a:lnTo>
                  <a:lnTo>
                    <a:pt x="2939" y="0"/>
                  </a:lnTo>
                  <a:lnTo>
                    <a:pt x="3988" y="2064"/>
                  </a:lnTo>
                  <a:lnTo>
                    <a:pt x="3962" y="2642"/>
                  </a:lnTo>
                  <a:lnTo>
                    <a:pt x="4196" y="320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g1468"/>
            <p:cNvSpPr/>
            <p:nvPr/>
          </p:nvSpPr>
          <p:spPr>
            <a:xfrm>
              <a:off x="2506535" y="2111487"/>
              <a:ext cx="1842" cy="3045"/>
            </a:xfrm>
            <a:custGeom>
              <a:avLst/>
              <a:pathLst>
                <a:path w="1842" h="3045">
                  <a:moveTo>
                    <a:pt x="600" y="2429"/>
                  </a:moveTo>
                  <a:lnTo>
                    <a:pt x="408" y="3045"/>
                  </a:lnTo>
                  <a:lnTo>
                    <a:pt x="82" y="2950"/>
                  </a:lnTo>
                  <a:lnTo>
                    <a:pt x="0" y="2401"/>
                  </a:lnTo>
                  <a:lnTo>
                    <a:pt x="213" y="1645"/>
                  </a:lnTo>
                  <a:lnTo>
                    <a:pt x="752" y="992"/>
                  </a:lnTo>
                  <a:lnTo>
                    <a:pt x="1351" y="0"/>
                  </a:lnTo>
                  <a:lnTo>
                    <a:pt x="1842" y="147"/>
                  </a:lnTo>
                  <a:lnTo>
                    <a:pt x="1577" y="796"/>
                  </a:lnTo>
                  <a:lnTo>
                    <a:pt x="1546" y="1503"/>
                  </a:lnTo>
                  <a:lnTo>
                    <a:pt x="851" y="190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g1469"/>
            <p:cNvSpPr/>
            <p:nvPr/>
          </p:nvSpPr>
          <p:spPr>
            <a:xfrm>
              <a:off x="2510833" y="2108587"/>
              <a:ext cx="4621" cy="4840"/>
            </a:xfrm>
            <a:custGeom>
              <a:avLst/>
              <a:pathLst>
                <a:path w="4621" h="4840">
                  <a:moveTo>
                    <a:pt x="3939" y="4055"/>
                  </a:moveTo>
                  <a:lnTo>
                    <a:pt x="3107" y="4840"/>
                  </a:lnTo>
                  <a:lnTo>
                    <a:pt x="2623" y="4501"/>
                  </a:lnTo>
                  <a:lnTo>
                    <a:pt x="1705" y="4374"/>
                  </a:lnTo>
                  <a:lnTo>
                    <a:pt x="1350" y="3785"/>
                  </a:lnTo>
                  <a:lnTo>
                    <a:pt x="389" y="3254"/>
                  </a:lnTo>
                  <a:lnTo>
                    <a:pt x="0" y="2529"/>
                  </a:lnTo>
                  <a:lnTo>
                    <a:pt x="591" y="1157"/>
                  </a:lnTo>
                  <a:lnTo>
                    <a:pt x="1986" y="0"/>
                  </a:lnTo>
                  <a:lnTo>
                    <a:pt x="4135" y="49"/>
                  </a:lnTo>
                  <a:lnTo>
                    <a:pt x="4582" y="963"/>
                  </a:lnTo>
                  <a:lnTo>
                    <a:pt x="4621" y="1644"/>
                  </a:lnTo>
                  <a:lnTo>
                    <a:pt x="4342" y="2405"/>
                  </a:lnTo>
                  <a:lnTo>
                    <a:pt x="4213" y="348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g1470"/>
            <p:cNvSpPr/>
            <p:nvPr/>
          </p:nvSpPr>
          <p:spPr>
            <a:xfrm>
              <a:off x="3248565" y="2075760"/>
              <a:ext cx="688" cy="479"/>
            </a:xfrm>
            <a:custGeom>
              <a:avLst/>
              <a:pathLst>
                <a:path w="688" h="479">
                  <a:moveTo>
                    <a:pt x="261" y="448"/>
                  </a:moveTo>
                  <a:lnTo>
                    <a:pt x="20" y="479"/>
                  </a:lnTo>
                  <a:lnTo>
                    <a:pt x="0" y="263"/>
                  </a:lnTo>
                  <a:lnTo>
                    <a:pt x="413" y="0"/>
                  </a:lnTo>
                  <a:lnTo>
                    <a:pt x="688" y="17"/>
                  </a:lnTo>
                  <a:lnTo>
                    <a:pt x="678" y="30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g1471"/>
            <p:cNvSpPr/>
            <p:nvPr/>
          </p:nvSpPr>
          <p:spPr>
            <a:xfrm>
              <a:off x="3250267" y="2074191"/>
              <a:ext cx="944" cy="1382"/>
            </a:xfrm>
            <a:custGeom>
              <a:avLst/>
              <a:pathLst>
                <a:path w="944" h="1382">
                  <a:moveTo>
                    <a:pt x="613" y="1244"/>
                  </a:moveTo>
                  <a:lnTo>
                    <a:pt x="0" y="1382"/>
                  </a:lnTo>
                  <a:lnTo>
                    <a:pt x="494" y="833"/>
                  </a:lnTo>
                  <a:lnTo>
                    <a:pt x="654" y="0"/>
                  </a:lnTo>
                  <a:lnTo>
                    <a:pt x="944" y="651"/>
                  </a:lnTo>
                  <a:lnTo>
                    <a:pt x="939" y="104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g1472"/>
            <p:cNvSpPr/>
            <p:nvPr/>
          </p:nvSpPr>
          <p:spPr>
            <a:xfrm>
              <a:off x="3252252" y="2073343"/>
              <a:ext cx="963" cy="1674"/>
            </a:xfrm>
            <a:custGeom>
              <a:avLst/>
              <a:pathLst>
                <a:path w="963" h="1674">
                  <a:moveTo>
                    <a:pt x="821" y="1387"/>
                  </a:moveTo>
                  <a:lnTo>
                    <a:pt x="538" y="1674"/>
                  </a:lnTo>
                  <a:lnTo>
                    <a:pt x="403" y="1586"/>
                  </a:lnTo>
                  <a:lnTo>
                    <a:pt x="403" y="1167"/>
                  </a:lnTo>
                  <a:lnTo>
                    <a:pt x="0" y="242"/>
                  </a:lnTo>
                  <a:lnTo>
                    <a:pt x="15" y="0"/>
                  </a:lnTo>
                  <a:lnTo>
                    <a:pt x="940" y="905"/>
                  </a:lnTo>
                  <a:lnTo>
                    <a:pt x="963" y="114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g1473"/>
            <p:cNvSpPr/>
            <p:nvPr/>
          </p:nvSpPr>
          <p:spPr>
            <a:xfrm>
              <a:off x="3254942" y="2073210"/>
              <a:ext cx="1957" cy="925"/>
            </a:xfrm>
            <a:custGeom>
              <a:avLst/>
              <a:pathLst>
                <a:path w="1957" h="925">
                  <a:moveTo>
                    <a:pt x="881" y="595"/>
                  </a:moveTo>
                  <a:lnTo>
                    <a:pt x="448" y="925"/>
                  </a:lnTo>
                  <a:lnTo>
                    <a:pt x="0" y="683"/>
                  </a:lnTo>
                  <a:lnTo>
                    <a:pt x="492" y="352"/>
                  </a:lnTo>
                  <a:lnTo>
                    <a:pt x="1957" y="0"/>
                  </a:lnTo>
                  <a:lnTo>
                    <a:pt x="1404" y="44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g1474"/>
            <p:cNvSpPr/>
            <p:nvPr/>
          </p:nvSpPr>
          <p:spPr>
            <a:xfrm>
              <a:off x="3257677" y="2072000"/>
              <a:ext cx="597" cy="594"/>
            </a:xfrm>
            <a:custGeom>
              <a:avLst/>
              <a:pathLst>
                <a:path w="597" h="594">
                  <a:moveTo>
                    <a:pt x="179" y="594"/>
                  </a:moveTo>
                  <a:lnTo>
                    <a:pt x="0" y="594"/>
                  </a:lnTo>
                  <a:lnTo>
                    <a:pt x="89" y="396"/>
                  </a:lnTo>
                  <a:lnTo>
                    <a:pt x="462" y="0"/>
                  </a:lnTo>
                  <a:lnTo>
                    <a:pt x="597" y="153"/>
                  </a:lnTo>
                  <a:lnTo>
                    <a:pt x="582" y="35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g1475"/>
            <p:cNvSpPr/>
            <p:nvPr/>
          </p:nvSpPr>
          <p:spPr>
            <a:xfrm>
              <a:off x="3259410" y="2070721"/>
              <a:ext cx="478" cy="550"/>
            </a:xfrm>
            <a:custGeom>
              <a:avLst/>
              <a:pathLst>
                <a:path w="478" h="550">
                  <a:moveTo>
                    <a:pt x="254" y="484"/>
                  </a:moveTo>
                  <a:lnTo>
                    <a:pt x="0" y="550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g1476"/>
            <p:cNvSpPr/>
            <p:nvPr/>
          </p:nvSpPr>
          <p:spPr>
            <a:xfrm>
              <a:off x="3260210" y="2065007"/>
              <a:ext cx="3060" cy="5486"/>
            </a:xfrm>
            <a:custGeom>
              <a:avLst/>
              <a:pathLst>
                <a:path w="3060" h="5486">
                  <a:moveTo>
                    <a:pt x="1880" y="2863"/>
                  </a:moveTo>
                  <a:lnTo>
                    <a:pt x="0" y="5486"/>
                  </a:lnTo>
                  <a:lnTo>
                    <a:pt x="208" y="4829"/>
                  </a:lnTo>
                  <a:lnTo>
                    <a:pt x="941" y="3426"/>
                  </a:lnTo>
                  <a:lnTo>
                    <a:pt x="1178" y="2765"/>
                  </a:lnTo>
                  <a:lnTo>
                    <a:pt x="1673" y="2346"/>
                  </a:lnTo>
                  <a:lnTo>
                    <a:pt x="2134" y="1589"/>
                  </a:lnTo>
                  <a:lnTo>
                    <a:pt x="2169" y="706"/>
                  </a:lnTo>
                  <a:lnTo>
                    <a:pt x="2839" y="88"/>
                  </a:lnTo>
                  <a:lnTo>
                    <a:pt x="3060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g1477"/>
            <p:cNvSpPr/>
            <p:nvPr/>
          </p:nvSpPr>
          <p:spPr>
            <a:xfrm>
              <a:off x="3244876" y="2048264"/>
              <a:ext cx="1553" cy="1680"/>
            </a:xfrm>
            <a:custGeom>
              <a:avLst/>
              <a:pathLst>
                <a:path w="1553" h="1680">
                  <a:moveTo>
                    <a:pt x="1553" y="1317"/>
                  </a:moveTo>
                  <a:lnTo>
                    <a:pt x="1215" y="1680"/>
                  </a:lnTo>
                  <a:lnTo>
                    <a:pt x="533" y="1413"/>
                  </a:lnTo>
                  <a:lnTo>
                    <a:pt x="160" y="935"/>
                  </a:lnTo>
                  <a:lnTo>
                    <a:pt x="0" y="0"/>
                  </a:lnTo>
                  <a:lnTo>
                    <a:pt x="594" y="990"/>
                  </a:lnTo>
                  <a:lnTo>
                    <a:pt x="807" y="121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g1478"/>
            <p:cNvSpPr/>
            <p:nvPr/>
          </p:nvSpPr>
          <p:spPr>
            <a:xfrm>
              <a:off x="3245181" y="2046134"/>
              <a:ext cx="807" cy="2889"/>
            </a:xfrm>
            <a:custGeom>
              <a:avLst/>
              <a:pathLst>
                <a:path w="807" h="2889">
                  <a:moveTo>
                    <a:pt x="807" y="2069"/>
                  </a:moveTo>
                  <a:lnTo>
                    <a:pt x="794" y="2889"/>
                  </a:lnTo>
                  <a:lnTo>
                    <a:pt x="317" y="1516"/>
                  </a:lnTo>
                  <a:lnTo>
                    <a:pt x="0" y="0"/>
                  </a:lnTo>
                  <a:lnTo>
                    <a:pt x="454" y="49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g1479"/>
            <p:cNvSpPr/>
            <p:nvPr/>
          </p:nvSpPr>
          <p:spPr>
            <a:xfrm>
              <a:off x="3101017" y="2039219"/>
              <a:ext cx="2237" cy="15113"/>
            </a:xfrm>
            <a:custGeom>
              <a:avLst/>
              <a:pathLst>
                <a:path w="2237" h="15113">
                  <a:moveTo>
                    <a:pt x="2237" y="14465"/>
                  </a:moveTo>
                  <a:lnTo>
                    <a:pt x="2106" y="15113"/>
                  </a:lnTo>
                  <a:lnTo>
                    <a:pt x="1323" y="12088"/>
                  </a:lnTo>
                  <a:lnTo>
                    <a:pt x="48" y="5244"/>
                  </a:lnTo>
                  <a:lnTo>
                    <a:pt x="0" y="1343"/>
                  </a:lnTo>
                  <a:lnTo>
                    <a:pt x="200" y="0"/>
                  </a:lnTo>
                  <a:lnTo>
                    <a:pt x="529" y="5509"/>
                  </a:lnTo>
                  <a:lnTo>
                    <a:pt x="1938" y="1250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g1480"/>
            <p:cNvSpPr/>
            <p:nvPr/>
          </p:nvSpPr>
          <p:spPr>
            <a:xfrm>
              <a:off x="3101228" y="2030494"/>
              <a:ext cx="3067" cy="8082"/>
            </a:xfrm>
            <a:custGeom>
              <a:avLst/>
              <a:pathLst>
                <a:path w="3067" h="8082">
                  <a:moveTo>
                    <a:pt x="295" y="7280"/>
                  </a:moveTo>
                  <a:lnTo>
                    <a:pt x="0" y="8082"/>
                  </a:lnTo>
                  <a:lnTo>
                    <a:pt x="81" y="6886"/>
                  </a:lnTo>
                  <a:lnTo>
                    <a:pt x="849" y="4169"/>
                  </a:lnTo>
                  <a:lnTo>
                    <a:pt x="2410" y="597"/>
                  </a:lnTo>
                  <a:lnTo>
                    <a:pt x="3067" y="0"/>
                  </a:lnTo>
                  <a:lnTo>
                    <a:pt x="1267" y="391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g1481"/>
            <p:cNvSpPr/>
            <p:nvPr/>
          </p:nvSpPr>
          <p:spPr>
            <a:xfrm>
              <a:off x="3261569" y="2030097"/>
              <a:ext cx="2520" cy="9006"/>
            </a:xfrm>
            <a:custGeom>
              <a:avLst/>
              <a:pathLst>
                <a:path w="2520" h="9006">
                  <a:moveTo>
                    <a:pt x="2366" y="7979"/>
                  </a:moveTo>
                  <a:lnTo>
                    <a:pt x="2520" y="9006"/>
                  </a:lnTo>
                  <a:lnTo>
                    <a:pt x="1650" y="6624"/>
                  </a:lnTo>
                  <a:lnTo>
                    <a:pt x="575" y="2889"/>
                  </a:lnTo>
                  <a:lnTo>
                    <a:pt x="0" y="0"/>
                  </a:lnTo>
                  <a:lnTo>
                    <a:pt x="389" y="781"/>
                  </a:lnTo>
                  <a:lnTo>
                    <a:pt x="770" y="239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g1482"/>
            <p:cNvSpPr/>
            <p:nvPr/>
          </p:nvSpPr>
          <p:spPr>
            <a:xfrm>
              <a:off x="3104528" y="2026158"/>
              <a:ext cx="1857" cy="3260"/>
            </a:xfrm>
            <a:custGeom>
              <a:avLst/>
              <a:pathLst>
                <a:path w="1857" h="3260">
                  <a:moveTo>
                    <a:pt x="205" y="3226"/>
                  </a:moveTo>
                  <a:lnTo>
                    <a:pt x="0" y="3260"/>
                  </a:lnTo>
                  <a:lnTo>
                    <a:pt x="457" y="2118"/>
                  </a:lnTo>
                  <a:lnTo>
                    <a:pt x="542" y="1660"/>
                  </a:lnTo>
                  <a:lnTo>
                    <a:pt x="1293" y="215"/>
                  </a:lnTo>
                  <a:lnTo>
                    <a:pt x="1689" y="0"/>
                  </a:lnTo>
                  <a:lnTo>
                    <a:pt x="1857" y="614"/>
                  </a:lnTo>
                  <a:lnTo>
                    <a:pt x="1085" y="163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g1483"/>
            <p:cNvSpPr/>
            <p:nvPr/>
          </p:nvSpPr>
          <p:spPr>
            <a:xfrm>
              <a:off x="3106751" y="2022690"/>
              <a:ext cx="3761" cy="3252"/>
            </a:xfrm>
            <a:custGeom>
              <a:avLst/>
              <a:pathLst>
                <a:path w="3761" h="3252">
                  <a:moveTo>
                    <a:pt x="347" y="3194"/>
                  </a:moveTo>
                  <a:lnTo>
                    <a:pt x="0" y="3252"/>
                  </a:lnTo>
                  <a:lnTo>
                    <a:pt x="430" y="2498"/>
                  </a:lnTo>
                  <a:lnTo>
                    <a:pt x="1130" y="2118"/>
                  </a:lnTo>
                  <a:lnTo>
                    <a:pt x="2665" y="671"/>
                  </a:lnTo>
                  <a:lnTo>
                    <a:pt x="3292" y="572"/>
                  </a:lnTo>
                  <a:lnTo>
                    <a:pt x="3618" y="73"/>
                  </a:lnTo>
                  <a:lnTo>
                    <a:pt x="3761" y="0"/>
                  </a:lnTo>
                  <a:lnTo>
                    <a:pt x="3668" y="610"/>
                  </a:lnTo>
                  <a:lnTo>
                    <a:pt x="2433" y="147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g1484"/>
            <p:cNvSpPr/>
            <p:nvPr/>
          </p:nvSpPr>
          <p:spPr>
            <a:xfrm>
              <a:off x="3122943" y="2009304"/>
              <a:ext cx="3046" cy="2859"/>
            </a:xfrm>
            <a:custGeom>
              <a:avLst/>
              <a:pathLst>
                <a:path w="3046" h="2859">
                  <a:moveTo>
                    <a:pt x="472" y="2725"/>
                  </a:moveTo>
                  <a:lnTo>
                    <a:pt x="0" y="2859"/>
                  </a:lnTo>
                  <a:lnTo>
                    <a:pt x="2062" y="713"/>
                  </a:lnTo>
                  <a:lnTo>
                    <a:pt x="2494" y="0"/>
                  </a:lnTo>
                  <a:lnTo>
                    <a:pt x="3046" y="31"/>
                  </a:lnTo>
                  <a:lnTo>
                    <a:pt x="2125" y="123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g1485"/>
            <p:cNvSpPr/>
            <p:nvPr/>
          </p:nvSpPr>
          <p:spPr>
            <a:xfrm>
              <a:off x="3152110" y="2005082"/>
              <a:ext cx="2387" cy="2196"/>
            </a:xfrm>
            <a:custGeom>
              <a:avLst/>
              <a:pathLst>
                <a:path w="2387" h="2196">
                  <a:moveTo>
                    <a:pt x="2014" y="1997"/>
                  </a:moveTo>
                  <a:lnTo>
                    <a:pt x="1663" y="2196"/>
                  </a:lnTo>
                  <a:lnTo>
                    <a:pt x="98" y="988"/>
                  </a:lnTo>
                  <a:lnTo>
                    <a:pt x="0" y="469"/>
                  </a:lnTo>
                  <a:lnTo>
                    <a:pt x="771" y="0"/>
                  </a:lnTo>
                  <a:lnTo>
                    <a:pt x="1243" y="41"/>
                  </a:lnTo>
                  <a:lnTo>
                    <a:pt x="1988" y="655"/>
                  </a:lnTo>
                  <a:lnTo>
                    <a:pt x="2260" y="826"/>
                  </a:lnTo>
                  <a:lnTo>
                    <a:pt x="2387" y="1074"/>
                  </a:lnTo>
                  <a:lnTo>
                    <a:pt x="2315" y="146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g1486"/>
            <p:cNvSpPr/>
            <p:nvPr/>
          </p:nvSpPr>
          <p:spPr>
            <a:xfrm>
              <a:off x="3217294" y="2003848"/>
              <a:ext cx="3591" cy="1754"/>
            </a:xfrm>
            <a:custGeom>
              <a:avLst/>
              <a:pathLst>
                <a:path w="3591" h="1754">
                  <a:moveTo>
                    <a:pt x="1975" y="1252"/>
                  </a:moveTo>
                  <a:lnTo>
                    <a:pt x="1026" y="1754"/>
                  </a:lnTo>
                  <a:lnTo>
                    <a:pt x="0" y="1389"/>
                  </a:lnTo>
                  <a:lnTo>
                    <a:pt x="637" y="1319"/>
                  </a:lnTo>
                  <a:lnTo>
                    <a:pt x="1099" y="1467"/>
                  </a:lnTo>
                  <a:lnTo>
                    <a:pt x="2268" y="749"/>
                  </a:lnTo>
                  <a:lnTo>
                    <a:pt x="2881" y="206"/>
                  </a:lnTo>
                  <a:lnTo>
                    <a:pt x="3591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g1487"/>
            <p:cNvSpPr/>
            <p:nvPr/>
          </p:nvSpPr>
          <p:spPr>
            <a:xfrm>
              <a:off x="3181089" y="2003562"/>
              <a:ext cx="671" cy="1293"/>
            </a:xfrm>
            <a:custGeom>
              <a:avLst/>
              <a:pathLst>
                <a:path w="671" h="1293">
                  <a:moveTo>
                    <a:pt x="513" y="563"/>
                  </a:moveTo>
                  <a:lnTo>
                    <a:pt x="0" y="1293"/>
                  </a:lnTo>
                  <a:lnTo>
                    <a:pt x="23" y="1014"/>
                  </a:lnTo>
                  <a:lnTo>
                    <a:pt x="401" y="284"/>
                  </a:lnTo>
                  <a:lnTo>
                    <a:pt x="671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g1488"/>
            <p:cNvSpPr/>
            <p:nvPr/>
          </p:nvSpPr>
          <p:spPr>
            <a:xfrm>
              <a:off x="3181815" y="1999325"/>
              <a:ext cx="513" cy="3917"/>
            </a:xfrm>
            <a:custGeom>
              <a:avLst/>
              <a:pathLst>
                <a:path w="513" h="3917">
                  <a:moveTo>
                    <a:pt x="373" y="3473"/>
                  </a:moveTo>
                  <a:lnTo>
                    <a:pt x="106" y="3917"/>
                  </a:lnTo>
                  <a:lnTo>
                    <a:pt x="368" y="1790"/>
                  </a:lnTo>
                  <a:lnTo>
                    <a:pt x="0" y="0"/>
                  </a:lnTo>
                  <a:lnTo>
                    <a:pt x="388" y="785"/>
                  </a:lnTo>
                  <a:lnTo>
                    <a:pt x="513" y="172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g1489"/>
            <p:cNvSpPr/>
            <p:nvPr/>
          </p:nvSpPr>
          <p:spPr>
            <a:xfrm>
              <a:off x="3177320" y="1997764"/>
              <a:ext cx="1488" cy="1827"/>
            </a:xfrm>
            <a:custGeom>
              <a:avLst/>
              <a:pathLst>
                <a:path w="1488" h="1827">
                  <a:moveTo>
                    <a:pt x="1116" y="1179"/>
                  </a:moveTo>
                  <a:lnTo>
                    <a:pt x="1149" y="1827"/>
                  </a:lnTo>
                  <a:lnTo>
                    <a:pt x="686" y="1505"/>
                  </a:lnTo>
                  <a:lnTo>
                    <a:pt x="0" y="1475"/>
                  </a:lnTo>
                  <a:lnTo>
                    <a:pt x="302" y="1254"/>
                  </a:lnTo>
                  <a:lnTo>
                    <a:pt x="514" y="1038"/>
                  </a:lnTo>
                  <a:lnTo>
                    <a:pt x="619" y="806"/>
                  </a:lnTo>
                  <a:lnTo>
                    <a:pt x="1488" y="0"/>
                  </a:lnTo>
                  <a:lnTo>
                    <a:pt x="1242" y="59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g1490"/>
            <p:cNvSpPr/>
            <p:nvPr/>
          </p:nvSpPr>
          <p:spPr>
            <a:xfrm>
              <a:off x="3183178" y="1996430"/>
              <a:ext cx="1558" cy="829"/>
            </a:xfrm>
            <a:custGeom>
              <a:avLst/>
              <a:pathLst>
                <a:path w="1558" h="829">
                  <a:moveTo>
                    <a:pt x="1558" y="674"/>
                  </a:moveTo>
                  <a:lnTo>
                    <a:pt x="1439" y="829"/>
                  </a:lnTo>
                  <a:lnTo>
                    <a:pt x="601" y="539"/>
                  </a:lnTo>
                  <a:lnTo>
                    <a:pt x="92" y="269"/>
                  </a:lnTo>
                  <a:lnTo>
                    <a:pt x="0" y="0"/>
                  </a:lnTo>
                  <a:lnTo>
                    <a:pt x="1408" y="48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g1491"/>
            <p:cNvSpPr/>
            <p:nvPr/>
          </p:nvSpPr>
          <p:spPr>
            <a:xfrm>
              <a:off x="3187024" y="1996298"/>
              <a:ext cx="2317" cy="597"/>
            </a:xfrm>
            <a:custGeom>
              <a:avLst/>
              <a:pathLst>
                <a:path w="2317" h="597">
                  <a:moveTo>
                    <a:pt x="2317" y="298"/>
                  </a:moveTo>
                  <a:lnTo>
                    <a:pt x="1484" y="597"/>
                  </a:lnTo>
                  <a:lnTo>
                    <a:pt x="250" y="569"/>
                  </a:lnTo>
                  <a:lnTo>
                    <a:pt x="0" y="464"/>
                  </a:lnTo>
                  <a:lnTo>
                    <a:pt x="495" y="264"/>
                  </a:lnTo>
                  <a:lnTo>
                    <a:pt x="1957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g1492"/>
            <p:cNvSpPr/>
            <p:nvPr/>
          </p:nvSpPr>
          <p:spPr>
            <a:xfrm>
              <a:off x="3251657" y="1986567"/>
              <a:ext cx="620" cy="3398"/>
            </a:xfrm>
            <a:custGeom>
              <a:avLst/>
              <a:pathLst>
                <a:path w="620" h="3398">
                  <a:moveTo>
                    <a:pt x="620" y="0"/>
                  </a:moveTo>
                  <a:lnTo>
                    <a:pt x="200" y="3398"/>
                  </a:lnTo>
                  <a:lnTo>
                    <a:pt x="17" y="2194"/>
                  </a:lnTo>
                  <a:lnTo>
                    <a:pt x="0" y="1026"/>
                  </a:lnTo>
                  <a:lnTo>
                    <a:pt x="318" y="33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g1493"/>
            <p:cNvSpPr/>
            <p:nvPr/>
          </p:nvSpPr>
          <p:spPr>
            <a:xfrm>
              <a:off x="2900609" y="1957817"/>
              <a:ext cx="2268" cy="2987"/>
            </a:xfrm>
            <a:custGeom>
              <a:avLst/>
              <a:pathLst>
                <a:path w="2268" h="2987">
                  <a:moveTo>
                    <a:pt x="2268" y="2860"/>
                  </a:moveTo>
                  <a:lnTo>
                    <a:pt x="1717" y="2987"/>
                  </a:lnTo>
                  <a:lnTo>
                    <a:pt x="1106" y="2702"/>
                  </a:lnTo>
                  <a:lnTo>
                    <a:pt x="579" y="1353"/>
                  </a:lnTo>
                  <a:lnTo>
                    <a:pt x="0" y="299"/>
                  </a:lnTo>
                  <a:lnTo>
                    <a:pt x="313" y="0"/>
                  </a:lnTo>
                  <a:lnTo>
                    <a:pt x="782" y="1014"/>
                  </a:lnTo>
                  <a:lnTo>
                    <a:pt x="1958" y="255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g1494"/>
            <p:cNvSpPr/>
            <p:nvPr/>
          </p:nvSpPr>
          <p:spPr>
            <a:xfrm>
              <a:off x="2891290" y="1954339"/>
              <a:ext cx="1297" cy="930"/>
            </a:xfrm>
            <a:custGeom>
              <a:avLst/>
              <a:pathLst>
                <a:path w="1297" h="930">
                  <a:moveTo>
                    <a:pt x="1297" y="904"/>
                  </a:moveTo>
                  <a:lnTo>
                    <a:pt x="876" y="930"/>
                  </a:lnTo>
                  <a:lnTo>
                    <a:pt x="298" y="800"/>
                  </a:lnTo>
                  <a:lnTo>
                    <a:pt x="0" y="51"/>
                  </a:lnTo>
                  <a:lnTo>
                    <a:pt x="473" y="0"/>
                  </a:lnTo>
                  <a:lnTo>
                    <a:pt x="911" y="103"/>
                  </a:lnTo>
                  <a:lnTo>
                    <a:pt x="1259" y="69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g1495"/>
            <p:cNvSpPr/>
            <p:nvPr/>
          </p:nvSpPr>
          <p:spPr>
            <a:xfrm>
              <a:off x="2900805" y="1951618"/>
              <a:ext cx="2573" cy="2301"/>
            </a:xfrm>
            <a:custGeom>
              <a:avLst/>
              <a:pathLst>
                <a:path w="2573" h="2301">
                  <a:moveTo>
                    <a:pt x="2095" y="1274"/>
                  </a:moveTo>
                  <a:lnTo>
                    <a:pt x="2573" y="2301"/>
                  </a:lnTo>
                  <a:lnTo>
                    <a:pt x="1884" y="2173"/>
                  </a:lnTo>
                  <a:lnTo>
                    <a:pt x="1165" y="2231"/>
                  </a:lnTo>
                  <a:lnTo>
                    <a:pt x="947" y="1673"/>
                  </a:lnTo>
                  <a:lnTo>
                    <a:pt x="732" y="896"/>
                  </a:lnTo>
                  <a:lnTo>
                    <a:pt x="587" y="698"/>
                  </a:lnTo>
                  <a:lnTo>
                    <a:pt x="57" y="558"/>
                  </a:lnTo>
                  <a:lnTo>
                    <a:pt x="0" y="180"/>
                  </a:lnTo>
                  <a:lnTo>
                    <a:pt x="138" y="0"/>
                  </a:lnTo>
                  <a:lnTo>
                    <a:pt x="1681" y="86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g1496"/>
            <p:cNvSpPr/>
            <p:nvPr/>
          </p:nvSpPr>
          <p:spPr>
            <a:xfrm>
              <a:off x="2884887" y="1943955"/>
              <a:ext cx="2535" cy="1696"/>
            </a:xfrm>
            <a:custGeom>
              <a:avLst/>
              <a:pathLst>
                <a:path w="2535" h="1696">
                  <a:moveTo>
                    <a:pt x="1971" y="1501"/>
                  </a:moveTo>
                  <a:lnTo>
                    <a:pt x="1305" y="1696"/>
                  </a:lnTo>
                  <a:lnTo>
                    <a:pt x="801" y="1512"/>
                  </a:lnTo>
                  <a:lnTo>
                    <a:pt x="0" y="176"/>
                  </a:lnTo>
                  <a:lnTo>
                    <a:pt x="1703" y="0"/>
                  </a:lnTo>
                  <a:lnTo>
                    <a:pt x="2436" y="580"/>
                  </a:lnTo>
                  <a:lnTo>
                    <a:pt x="2535" y="74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g1497"/>
            <p:cNvSpPr/>
            <p:nvPr/>
          </p:nvSpPr>
          <p:spPr>
            <a:xfrm>
              <a:off x="2883093" y="1943302"/>
              <a:ext cx="1276" cy="711"/>
            </a:xfrm>
            <a:custGeom>
              <a:avLst/>
              <a:pathLst>
                <a:path w="1276" h="711">
                  <a:moveTo>
                    <a:pt x="1276" y="675"/>
                  </a:moveTo>
                  <a:lnTo>
                    <a:pt x="774" y="711"/>
                  </a:lnTo>
                  <a:lnTo>
                    <a:pt x="0" y="563"/>
                  </a:lnTo>
                  <a:lnTo>
                    <a:pt x="270" y="236"/>
                  </a:lnTo>
                  <a:lnTo>
                    <a:pt x="698" y="0"/>
                  </a:lnTo>
                  <a:lnTo>
                    <a:pt x="834" y="17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g1498"/>
            <p:cNvSpPr/>
            <p:nvPr/>
          </p:nvSpPr>
          <p:spPr>
            <a:xfrm>
              <a:off x="2888046" y="1943213"/>
              <a:ext cx="3489" cy="1560"/>
            </a:xfrm>
            <a:custGeom>
              <a:avLst/>
              <a:pathLst>
                <a:path w="3489" h="1560">
                  <a:moveTo>
                    <a:pt x="337" y="0"/>
                  </a:moveTo>
                  <a:lnTo>
                    <a:pt x="2263" y="714"/>
                  </a:lnTo>
                  <a:lnTo>
                    <a:pt x="3301" y="372"/>
                  </a:lnTo>
                  <a:lnTo>
                    <a:pt x="3489" y="718"/>
                  </a:lnTo>
                  <a:lnTo>
                    <a:pt x="3366" y="1019"/>
                  </a:lnTo>
                  <a:lnTo>
                    <a:pt x="1026" y="1560"/>
                  </a:lnTo>
                  <a:lnTo>
                    <a:pt x="308" y="1182"/>
                  </a:lnTo>
                  <a:lnTo>
                    <a:pt x="242" y="662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g1499"/>
            <p:cNvSpPr/>
            <p:nvPr/>
          </p:nvSpPr>
          <p:spPr>
            <a:xfrm>
              <a:off x="3297170" y="1934559"/>
              <a:ext cx="1208" cy="664"/>
            </a:xfrm>
            <a:custGeom>
              <a:avLst/>
              <a:pathLst>
                <a:path w="1208" h="664">
                  <a:moveTo>
                    <a:pt x="1208" y="631"/>
                  </a:moveTo>
                  <a:lnTo>
                    <a:pt x="997" y="664"/>
                  </a:lnTo>
                  <a:lnTo>
                    <a:pt x="625" y="510"/>
                  </a:lnTo>
                  <a:lnTo>
                    <a:pt x="113" y="215"/>
                  </a:lnTo>
                  <a:lnTo>
                    <a:pt x="0" y="0"/>
                  </a:lnTo>
                  <a:lnTo>
                    <a:pt x="488" y="7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g1500"/>
            <p:cNvSpPr/>
            <p:nvPr/>
          </p:nvSpPr>
          <p:spPr>
            <a:xfrm>
              <a:off x="3298545" y="1931229"/>
              <a:ext cx="3038" cy="4287"/>
            </a:xfrm>
            <a:custGeom>
              <a:avLst/>
              <a:pathLst>
                <a:path w="3038" h="4287">
                  <a:moveTo>
                    <a:pt x="235" y="4127"/>
                  </a:moveTo>
                  <a:lnTo>
                    <a:pt x="0" y="4287"/>
                  </a:lnTo>
                  <a:lnTo>
                    <a:pt x="866" y="2546"/>
                  </a:lnTo>
                  <a:lnTo>
                    <a:pt x="2576" y="337"/>
                  </a:lnTo>
                  <a:lnTo>
                    <a:pt x="3038" y="0"/>
                  </a:lnTo>
                  <a:lnTo>
                    <a:pt x="1616" y="188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g1501"/>
            <p:cNvSpPr/>
            <p:nvPr/>
          </p:nvSpPr>
          <p:spPr>
            <a:xfrm>
              <a:off x="3303696" y="1927724"/>
              <a:ext cx="1913" cy="995"/>
            </a:xfrm>
            <a:custGeom>
              <a:avLst/>
              <a:pathLst>
                <a:path w="1913" h="995">
                  <a:moveTo>
                    <a:pt x="1913" y="0"/>
                  </a:moveTo>
                  <a:lnTo>
                    <a:pt x="194" y="995"/>
                  </a:lnTo>
                  <a:lnTo>
                    <a:pt x="0" y="935"/>
                  </a:lnTo>
                  <a:lnTo>
                    <a:pt x="1128" y="22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g1502"/>
            <p:cNvSpPr/>
            <p:nvPr/>
          </p:nvSpPr>
          <p:spPr>
            <a:xfrm>
              <a:off x="3306478" y="1919649"/>
              <a:ext cx="2210" cy="7637"/>
            </a:xfrm>
            <a:custGeom>
              <a:avLst/>
              <a:pathLst>
                <a:path w="2210" h="7637">
                  <a:moveTo>
                    <a:pt x="1380" y="7379"/>
                  </a:moveTo>
                  <a:lnTo>
                    <a:pt x="0" y="7637"/>
                  </a:lnTo>
                  <a:lnTo>
                    <a:pt x="1454" y="6841"/>
                  </a:lnTo>
                  <a:lnTo>
                    <a:pt x="1912" y="4040"/>
                  </a:lnTo>
                  <a:lnTo>
                    <a:pt x="1975" y="2748"/>
                  </a:lnTo>
                  <a:lnTo>
                    <a:pt x="1757" y="470"/>
                  </a:lnTo>
                  <a:lnTo>
                    <a:pt x="1765" y="0"/>
                  </a:lnTo>
                  <a:lnTo>
                    <a:pt x="2001" y="734"/>
                  </a:lnTo>
                  <a:lnTo>
                    <a:pt x="2210" y="2859"/>
                  </a:lnTo>
                  <a:lnTo>
                    <a:pt x="2131" y="4470"/>
                  </a:lnTo>
                  <a:lnTo>
                    <a:pt x="1710" y="681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g1503"/>
            <p:cNvSpPr/>
            <p:nvPr/>
          </p:nvSpPr>
          <p:spPr>
            <a:xfrm>
              <a:off x="3306222" y="1917180"/>
              <a:ext cx="771" cy="1541"/>
            </a:xfrm>
            <a:custGeom>
              <a:avLst/>
              <a:pathLst>
                <a:path w="771" h="1541">
                  <a:moveTo>
                    <a:pt x="771" y="1258"/>
                  </a:moveTo>
                  <a:lnTo>
                    <a:pt x="628" y="1541"/>
                  </a:lnTo>
                  <a:lnTo>
                    <a:pt x="0" y="0"/>
                  </a:lnTo>
                  <a:lnTo>
                    <a:pt x="646" y="498"/>
                  </a:lnTo>
                  <a:lnTo>
                    <a:pt x="761" y="91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g1504"/>
            <p:cNvSpPr/>
            <p:nvPr/>
          </p:nvSpPr>
          <p:spPr>
            <a:xfrm>
              <a:off x="3309426" y="1884375"/>
              <a:ext cx="2654" cy="5942"/>
            </a:xfrm>
            <a:custGeom>
              <a:avLst/>
              <a:pathLst>
                <a:path w="2654" h="5942">
                  <a:moveTo>
                    <a:pt x="430" y="5716"/>
                  </a:moveTo>
                  <a:lnTo>
                    <a:pt x="0" y="5942"/>
                  </a:lnTo>
                  <a:lnTo>
                    <a:pt x="1443" y="3149"/>
                  </a:lnTo>
                  <a:lnTo>
                    <a:pt x="2281" y="809"/>
                  </a:lnTo>
                  <a:lnTo>
                    <a:pt x="2654" y="0"/>
                  </a:lnTo>
                  <a:lnTo>
                    <a:pt x="2292" y="1639"/>
                  </a:lnTo>
                  <a:lnTo>
                    <a:pt x="1658" y="314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g1505"/>
            <p:cNvSpPr/>
            <p:nvPr/>
          </p:nvSpPr>
          <p:spPr>
            <a:xfrm>
              <a:off x="3320072" y="1864174"/>
              <a:ext cx="1385" cy="3027"/>
            </a:xfrm>
            <a:custGeom>
              <a:avLst/>
              <a:pathLst>
                <a:path w="1385" h="3027">
                  <a:moveTo>
                    <a:pt x="1135" y="915"/>
                  </a:moveTo>
                  <a:lnTo>
                    <a:pt x="25" y="3027"/>
                  </a:lnTo>
                  <a:lnTo>
                    <a:pt x="0" y="2621"/>
                  </a:lnTo>
                  <a:lnTo>
                    <a:pt x="1385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g1506"/>
            <p:cNvSpPr/>
            <p:nvPr/>
          </p:nvSpPr>
          <p:spPr>
            <a:xfrm>
              <a:off x="3320236" y="1851454"/>
              <a:ext cx="1594" cy="1949"/>
            </a:xfrm>
            <a:custGeom>
              <a:avLst/>
              <a:pathLst>
                <a:path w="1594" h="1949">
                  <a:moveTo>
                    <a:pt x="451" y="1891"/>
                  </a:moveTo>
                  <a:lnTo>
                    <a:pt x="0" y="1949"/>
                  </a:lnTo>
                  <a:lnTo>
                    <a:pt x="451" y="611"/>
                  </a:lnTo>
                  <a:lnTo>
                    <a:pt x="1281" y="0"/>
                  </a:lnTo>
                  <a:lnTo>
                    <a:pt x="1581" y="127"/>
                  </a:lnTo>
                  <a:lnTo>
                    <a:pt x="1594" y="600"/>
                  </a:lnTo>
                  <a:lnTo>
                    <a:pt x="1477" y="1003"/>
                  </a:lnTo>
                  <a:lnTo>
                    <a:pt x="921" y="162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g1507"/>
            <p:cNvSpPr/>
            <p:nvPr/>
          </p:nvSpPr>
          <p:spPr>
            <a:xfrm>
              <a:off x="3322165" y="1844555"/>
              <a:ext cx="20140" cy="8124"/>
            </a:xfrm>
            <a:custGeom>
              <a:avLst/>
              <a:pathLst>
                <a:path w="20140" h="8124">
                  <a:moveTo>
                    <a:pt x="14401" y="2329"/>
                  </a:moveTo>
                  <a:lnTo>
                    <a:pt x="13729" y="3231"/>
                  </a:lnTo>
                  <a:lnTo>
                    <a:pt x="14337" y="3322"/>
                  </a:lnTo>
                  <a:lnTo>
                    <a:pt x="14860" y="3057"/>
                  </a:lnTo>
                  <a:lnTo>
                    <a:pt x="15355" y="2522"/>
                  </a:lnTo>
                  <a:lnTo>
                    <a:pt x="16505" y="1798"/>
                  </a:lnTo>
                  <a:lnTo>
                    <a:pt x="17484" y="1481"/>
                  </a:lnTo>
                  <a:lnTo>
                    <a:pt x="17793" y="1416"/>
                  </a:lnTo>
                  <a:lnTo>
                    <a:pt x="18260" y="1924"/>
                  </a:lnTo>
                  <a:lnTo>
                    <a:pt x="19187" y="1516"/>
                  </a:lnTo>
                  <a:lnTo>
                    <a:pt x="20140" y="1287"/>
                  </a:lnTo>
                  <a:lnTo>
                    <a:pt x="16017" y="3610"/>
                  </a:lnTo>
                  <a:lnTo>
                    <a:pt x="15174" y="3872"/>
                  </a:lnTo>
                  <a:lnTo>
                    <a:pt x="13968" y="4564"/>
                  </a:lnTo>
                  <a:lnTo>
                    <a:pt x="12828" y="5054"/>
                  </a:lnTo>
                  <a:lnTo>
                    <a:pt x="12007" y="5233"/>
                  </a:lnTo>
                  <a:lnTo>
                    <a:pt x="7925" y="6957"/>
                  </a:lnTo>
                  <a:lnTo>
                    <a:pt x="7601" y="6995"/>
                  </a:lnTo>
                  <a:lnTo>
                    <a:pt x="7251" y="6826"/>
                  </a:lnTo>
                  <a:lnTo>
                    <a:pt x="3889" y="7714"/>
                  </a:lnTo>
                  <a:lnTo>
                    <a:pt x="2509" y="7814"/>
                  </a:lnTo>
                  <a:lnTo>
                    <a:pt x="1253" y="8124"/>
                  </a:lnTo>
                  <a:lnTo>
                    <a:pt x="2182" y="7409"/>
                  </a:lnTo>
                  <a:lnTo>
                    <a:pt x="2203" y="7142"/>
                  </a:lnTo>
                  <a:lnTo>
                    <a:pt x="1980" y="6933"/>
                  </a:lnTo>
                  <a:lnTo>
                    <a:pt x="1483" y="6993"/>
                  </a:lnTo>
                  <a:lnTo>
                    <a:pt x="974" y="7729"/>
                  </a:lnTo>
                  <a:lnTo>
                    <a:pt x="162" y="7975"/>
                  </a:lnTo>
                  <a:lnTo>
                    <a:pt x="0" y="7174"/>
                  </a:lnTo>
                  <a:lnTo>
                    <a:pt x="271" y="6553"/>
                  </a:lnTo>
                  <a:lnTo>
                    <a:pt x="638" y="5965"/>
                  </a:lnTo>
                  <a:lnTo>
                    <a:pt x="1445" y="5040"/>
                  </a:lnTo>
                  <a:lnTo>
                    <a:pt x="2599" y="4454"/>
                  </a:lnTo>
                  <a:lnTo>
                    <a:pt x="3186" y="3947"/>
                  </a:lnTo>
                  <a:lnTo>
                    <a:pt x="3593" y="4393"/>
                  </a:lnTo>
                  <a:lnTo>
                    <a:pt x="3682" y="3790"/>
                  </a:lnTo>
                  <a:lnTo>
                    <a:pt x="3994" y="3442"/>
                  </a:lnTo>
                  <a:lnTo>
                    <a:pt x="4334" y="3255"/>
                  </a:lnTo>
                  <a:lnTo>
                    <a:pt x="5152" y="3250"/>
                  </a:lnTo>
                  <a:lnTo>
                    <a:pt x="5592" y="3155"/>
                  </a:lnTo>
                  <a:lnTo>
                    <a:pt x="5911" y="2955"/>
                  </a:lnTo>
                  <a:lnTo>
                    <a:pt x="6237" y="2918"/>
                  </a:lnTo>
                  <a:lnTo>
                    <a:pt x="7132" y="3191"/>
                  </a:lnTo>
                  <a:lnTo>
                    <a:pt x="8005" y="3113"/>
                  </a:lnTo>
                  <a:lnTo>
                    <a:pt x="8710" y="2735"/>
                  </a:lnTo>
                  <a:lnTo>
                    <a:pt x="9444" y="2609"/>
                  </a:lnTo>
                  <a:lnTo>
                    <a:pt x="11383" y="2523"/>
                  </a:lnTo>
                  <a:lnTo>
                    <a:pt x="13310" y="2248"/>
                  </a:lnTo>
                  <a:lnTo>
                    <a:pt x="14081" y="1757"/>
                  </a:lnTo>
                  <a:lnTo>
                    <a:pt x="15699" y="383"/>
                  </a:lnTo>
                  <a:lnTo>
                    <a:pt x="16631" y="0"/>
                  </a:lnTo>
                  <a:lnTo>
                    <a:pt x="15181" y="159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g1508"/>
            <p:cNvSpPr/>
            <p:nvPr/>
          </p:nvSpPr>
          <p:spPr>
            <a:xfrm>
              <a:off x="3358106" y="1841146"/>
              <a:ext cx="2413" cy="2064"/>
            </a:xfrm>
            <a:custGeom>
              <a:avLst/>
              <a:pathLst>
                <a:path w="2413" h="2064">
                  <a:moveTo>
                    <a:pt x="2413" y="1839"/>
                  </a:moveTo>
                  <a:lnTo>
                    <a:pt x="1683" y="2064"/>
                  </a:lnTo>
                  <a:lnTo>
                    <a:pt x="0" y="1550"/>
                  </a:lnTo>
                  <a:lnTo>
                    <a:pt x="1385" y="1114"/>
                  </a:lnTo>
                  <a:lnTo>
                    <a:pt x="1611" y="962"/>
                  </a:lnTo>
                  <a:lnTo>
                    <a:pt x="1792" y="321"/>
                  </a:lnTo>
                  <a:lnTo>
                    <a:pt x="1815" y="0"/>
                  </a:lnTo>
                  <a:lnTo>
                    <a:pt x="2341" y="137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g1509"/>
            <p:cNvSpPr/>
            <p:nvPr/>
          </p:nvSpPr>
          <p:spPr>
            <a:xfrm>
              <a:off x="3352466" y="1840312"/>
              <a:ext cx="3020" cy="1810"/>
            </a:xfrm>
            <a:custGeom>
              <a:avLst/>
              <a:pathLst>
                <a:path w="3020" h="1810">
                  <a:moveTo>
                    <a:pt x="3020" y="1128"/>
                  </a:moveTo>
                  <a:lnTo>
                    <a:pt x="415" y="1810"/>
                  </a:lnTo>
                  <a:lnTo>
                    <a:pt x="0" y="1370"/>
                  </a:lnTo>
                  <a:lnTo>
                    <a:pt x="649" y="1166"/>
                  </a:lnTo>
                  <a:lnTo>
                    <a:pt x="1470" y="121"/>
                  </a:lnTo>
                  <a:lnTo>
                    <a:pt x="2016" y="0"/>
                  </a:lnTo>
                  <a:lnTo>
                    <a:pt x="2874" y="59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g1510"/>
            <p:cNvSpPr/>
            <p:nvPr/>
          </p:nvSpPr>
          <p:spPr>
            <a:xfrm>
              <a:off x="3347033" y="1838714"/>
              <a:ext cx="462" cy="1465"/>
            </a:xfrm>
            <a:custGeom>
              <a:avLst/>
              <a:pathLst>
                <a:path w="462" h="1465">
                  <a:moveTo>
                    <a:pt x="360" y="1207"/>
                  </a:moveTo>
                  <a:lnTo>
                    <a:pt x="97" y="1465"/>
                  </a:lnTo>
                  <a:lnTo>
                    <a:pt x="0" y="792"/>
                  </a:lnTo>
                  <a:lnTo>
                    <a:pt x="183" y="17"/>
                  </a:lnTo>
                  <a:lnTo>
                    <a:pt x="369" y="0"/>
                  </a:lnTo>
                  <a:lnTo>
                    <a:pt x="462" y="41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g1511"/>
            <p:cNvSpPr/>
            <p:nvPr/>
          </p:nvSpPr>
          <p:spPr>
            <a:xfrm>
              <a:off x="3347574" y="1837564"/>
              <a:ext cx="1080" cy="2645"/>
            </a:xfrm>
            <a:custGeom>
              <a:avLst/>
              <a:pathLst>
                <a:path w="1080" h="2645">
                  <a:moveTo>
                    <a:pt x="991" y="2264"/>
                  </a:moveTo>
                  <a:lnTo>
                    <a:pt x="523" y="2645"/>
                  </a:lnTo>
                  <a:lnTo>
                    <a:pt x="0" y="2579"/>
                  </a:lnTo>
                  <a:lnTo>
                    <a:pt x="265" y="2064"/>
                  </a:lnTo>
                  <a:lnTo>
                    <a:pt x="366" y="1308"/>
                  </a:lnTo>
                  <a:lnTo>
                    <a:pt x="625" y="478"/>
                  </a:lnTo>
                  <a:lnTo>
                    <a:pt x="773" y="224"/>
                  </a:lnTo>
                  <a:lnTo>
                    <a:pt x="1080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g1512"/>
            <p:cNvSpPr/>
            <p:nvPr/>
          </p:nvSpPr>
          <p:spPr>
            <a:xfrm>
              <a:off x="3372581" y="1801273"/>
              <a:ext cx="755" cy="1114"/>
            </a:xfrm>
            <a:custGeom>
              <a:avLst/>
              <a:pathLst>
                <a:path w="755" h="1114">
                  <a:moveTo>
                    <a:pt x="755" y="839"/>
                  </a:moveTo>
                  <a:lnTo>
                    <a:pt x="395" y="1114"/>
                  </a:lnTo>
                  <a:lnTo>
                    <a:pt x="12" y="1025"/>
                  </a:lnTo>
                  <a:lnTo>
                    <a:pt x="0" y="337"/>
                  </a:lnTo>
                  <a:lnTo>
                    <a:pt x="115" y="104"/>
                  </a:lnTo>
                  <a:lnTo>
                    <a:pt x="248" y="0"/>
                  </a:lnTo>
                  <a:lnTo>
                    <a:pt x="445" y="19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g1513"/>
            <p:cNvSpPr/>
            <p:nvPr/>
          </p:nvSpPr>
          <p:spPr>
            <a:xfrm>
              <a:off x="3375337" y="1798479"/>
              <a:ext cx="2123" cy="2884"/>
            </a:xfrm>
            <a:custGeom>
              <a:avLst/>
              <a:pathLst>
                <a:path w="2123" h="2884">
                  <a:moveTo>
                    <a:pt x="2123" y="1729"/>
                  </a:moveTo>
                  <a:lnTo>
                    <a:pt x="1572" y="2001"/>
                  </a:lnTo>
                  <a:lnTo>
                    <a:pt x="969" y="1883"/>
                  </a:lnTo>
                  <a:lnTo>
                    <a:pt x="981" y="2619"/>
                  </a:lnTo>
                  <a:lnTo>
                    <a:pt x="914" y="2884"/>
                  </a:lnTo>
                  <a:lnTo>
                    <a:pt x="245" y="2505"/>
                  </a:lnTo>
                  <a:lnTo>
                    <a:pt x="0" y="2261"/>
                  </a:lnTo>
                  <a:lnTo>
                    <a:pt x="21" y="1286"/>
                  </a:lnTo>
                  <a:lnTo>
                    <a:pt x="612" y="364"/>
                  </a:lnTo>
                  <a:lnTo>
                    <a:pt x="1062" y="0"/>
                  </a:lnTo>
                  <a:lnTo>
                    <a:pt x="1643" y="252"/>
                  </a:lnTo>
                  <a:lnTo>
                    <a:pt x="2088" y="128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g1514"/>
            <p:cNvSpPr/>
            <p:nvPr/>
          </p:nvSpPr>
          <p:spPr>
            <a:xfrm>
              <a:off x="2859721" y="1759171"/>
              <a:ext cx="593" cy="1250"/>
            </a:xfrm>
            <a:custGeom>
              <a:avLst/>
              <a:pathLst>
                <a:path w="593" h="1250">
                  <a:moveTo>
                    <a:pt x="556" y="975"/>
                  </a:moveTo>
                  <a:lnTo>
                    <a:pt x="466" y="1250"/>
                  </a:lnTo>
                  <a:lnTo>
                    <a:pt x="332" y="1235"/>
                  </a:lnTo>
                  <a:lnTo>
                    <a:pt x="37" y="677"/>
                  </a:lnTo>
                  <a:lnTo>
                    <a:pt x="0" y="284"/>
                  </a:lnTo>
                  <a:lnTo>
                    <a:pt x="253" y="0"/>
                  </a:lnTo>
                  <a:lnTo>
                    <a:pt x="593" y="81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g1515"/>
            <p:cNvSpPr/>
            <p:nvPr/>
          </p:nvSpPr>
          <p:spPr>
            <a:xfrm>
              <a:off x="2863525" y="1756168"/>
              <a:ext cx="1095" cy="1885"/>
            </a:xfrm>
            <a:custGeom>
              <a:avLst/>
              <a:pathLst>
                <a:path w="1095" h="1885">
                  <a:moveTo>
                    <a:pt x="1095" y="1321"/>
                  </a:moveTo>
                  <a:lnTo>
                    <a:pt x="1051" y="1638"/>
                  </a:lnTo>
                  <a:lnTo>
                    <a:pt x="688" y="1885"/>
                  </a:lnTo>
                  <a:lnTo>
                    <a:pt x="500" y="1822"/>
                  </a:lnTo>
                  <a:lnTo>
                    <a:pt x="391" y="1391"/>
                  </a:lnTo>
                  <a:lnTo>
                    <a:pt x="0" y="1840"/>
                  </a:lnTo>
                  <a:lnTo>
                    <a:pt x="29" y="952"/>
                  </a:lnTo>
                  <a:lnTo>
                    <a:pt x="221" y="17"/>
                  </a:lnTo>
                  <a:lnTo>
                    <a:pt x="390" y="0"/>
                  </a:lnTo>
                  <a:lnTo>
                    <a:pt x="641" y="61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g1516"/>
            <p:cNvSpPr/>
            <p:nvPr/>
          </p:nvSpPr>
          <p:spPr>
            <a:xfrm>
              <a:off x="2862900" y="1753184"/>
              <a:ext cx="744" cy="1792"/>
            </a:xfrm>
            <a:custGeom>
              <a:avLst/>
              <a:pathLst>
                <a:path w="744" h="1792">
                  <a:moveTo>
                    <a:pt x="744" y="1525"/>
                  </a:moveTo>
                  <a:lnTo>
                    <a:pt x="693" y="1792"/>
                  </a:lnTo>
                  <a:lnTo>
                    <a:pt x="171" y="1473"/>
                  </a:lnTo>
                  <a:lnTo>
                    <a:pt x="0" y="1178"/>
                  </a:lnTo>
                  <a:lnTo>
                    <a:pt x="20" y="517"/>
                  </a:lnTo>
                  <a:lnTo>
                    <a:pt x="247" y="0"/>
                  </a:lnTo>
                  <a:lnTo>
                    <a:pt x="643" y="29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g1517"/>
            <p:cNvSpPr/>
            <p:nvPr/>
          </p:nvSpPr>
          <p:spPr>
            <a:xfrm>
              <a:off x="2861265" y="1743695"/>
              <a:ext cx="3615" cy="6506"/>
            </a:xfrm>
            <a:custGeom>
              <a:avLst/>
              <a:pathLst>
                <a:path w="3615" h="6506">
                  <a:moveTo>
                    <a:pt x="1664" y="3174"/>
                  </a:moveTo>
                  <a:lnTo>
                    <a:pt x="2127" y="5004"/>
                  </a:lnTo>
                  <a:lnTo>
                    <a:pt x="2326" y="4242"/>
                  </a:lnTo>
                  <a:lnTo>
                    <a:pt x="3613" y="5562"/>
                  </a:lnTo>
                  <a:lnTo>
                    <a:pt x="3615" y="6212"/>
                  </a:lnTo>
                  <a:lnTo>
                    <a:pt x="3458" y="6430"/>
                  </a:lnTo>
                  <a:lnTo>
                    <a:pt x="3191" y="6506"/>
                  </a:lnTo>
                  <a:lnTo>
                    <a:pt x="2943" y="6316"/>
                  </a:lnTo>
                  <a:lnTo>
                    <a:pt x="2716" y="5861"/>
                  </a:lnTo>
                  <a:lnTo>
                    <a:pt x="2426" y="5619"/>
                  </a:lnTo>
                  <a:lnTo>
                    <a:pt x="1809" y="5464"/>
                  </a:lnTo>
                  <a:lnTo>
                    <a:pt x="1488" y="4945"/>
                  </a:lnTo>
                  <a:lnTo>
                    <a:pt x="1377" y="4591"/>
                  </a:lnTo>
                  <a:lnTo>
                    <a:pt x="1347" y="3565"/>
                  </a:lnTo>
                  <a:lnTo>
                    <a:pt x="1192" y="3247"/>
                  </a:lnTo>
                  <a:lnTo>
                    <a:pt x="865" y="3176"/>
                  </a:lnTo>
                  <a:lnTo>
                    <a:pt x="552" y="2933"/>
                  </a:lnTo>
                  <a:lnTo>
                    <a:pt x="68" y="2216"/>
                  </a:lnTo>
                  <a:lnTo>
                    <a:pt x="0" y="2025"/>
                  </a:lnTo>
                  <a:lnTo>
                    <a:pt x="229" y="1441"/>
                  </a:lnTo>
                  <a:lnTo>
                    <a:pt x="754" y="463"/>
                  </a:lnTo>
                  <a:lnTo>
                    <a:pt x="1136" y="0"/>
                  </a:lnTo>
                  <a:lnTo>
                    <a:pt x="1373" y="50"/>
                  </a:lnTo>
                  <a:lnTo>
                    <a:pt x="1667" y="343"/>
                  </a:lnTo>
                  <a:lnTo>
                    <a:pt x="2016" y="879"/>
                  </a:lnTo>
                  <a:lnTo>
                    <a:pt x="1951" y="1258"/>
                  </a:lnTo>
                  <a:lnTo>
                    <a:pt x="535" y="1996"/>
                  </a:lnTo>
                  <a:lnTo>
                    <a:pt x="489" y="2169"/>
                  </a:lnTo>
                  <a:lnTo>
                    <a:pt x="1176" y="2377"/>
                  </a:lnTo>
                  <a:lnTo>
                    <a:pt x="1429" y="256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g1518"/>
            <p:cNvSpPr/>
            <p:nvPr/>
          </p:nvSpPr>
          <p:spPr>
            <a:xfrm>
              <a:off x="2859529" y="1741361"/>
              <a:ext cx="1113" cy="1814"/>
            </a:xfrm>
            <a:custGeom>
              <a:avLst/>
              <a:pathLst>
                <a:path w="1113" h="1814">
                  <a:moveTo>
                    <a:pt x="1053" y="1677"/>
                  </a:moveTo>
                  <a:lnTo>
                    <a:pt x="905" y="1814"/>
                  </a:lnTo>
                  <a:lnTo>
                    <a:pt x="399" y="1631"/>
                  </a:lnTo>
                  <a:lnTo>
                    <a:pt x="100" y="1320"/>
                  </a:lnTo>
                  <a:lnTo>
                    <a:pt x="0" y="932"/>
                  </a:lnTo>
                  <a:lnTo>
                    <a:pt x="189" y="190"/>
                  </a:lnTo>
                  <a:lnTo>
                    <a:pt x="442" y="0"/>
                  </a:lnTo>
                  <a:lnTo>
                    <a:pt x="599" y="41"/>
                  </a:lnTo>
                  <a:lnTo>
                    <a:pt x="665" y="693"/>
                  </a:lnTo>
                  <a:lnTo>
                    <a:pt x="1113" y="138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g1519"/>
            <p:cNvSpPr/>
            <p:nvPr/>
          </p:nvSpPr>
          <p:spPr>
            <a:xfrm>
              <a:off x="2857284" y="1740500"/>
              <a:ext cx="1729" cy="2026"/>
            </a:xfrm>
            <a:custGeom>
              <a:avLst/>
              <a:pathLst>
                <a:path w="1729" h="2026">
                  <a:moveTo>
                    <a:pt x="1480" y="1567"/>
                  </a:moveTo>
                  <a:lnTo>
                    <a:pt x="1729" y="2026"/>
                  </a:lnTo>
                  <a:lnTo>
                    <a:pt x="710" y="1732"/>
                  </a:lnTo>
                  <a:lnTo>
                    <a:pt x="280" y="1469"/>
                  </a:lnTo>
                  <a:lnTo>
                    <a:pt x="152" y="1212"/>
                  </a:lnTo>
                  <a:lnTo>
                    <a:pt x="0" y="370"/>
                  </a:lnTo>
                  <a:lnTo>
                    <a:pt x="70" y="96"/>
                  </a:lnTo>
                  <a:lnTo>
                    <a:pt x="524" y="0"/>
                  </a:lnTo>
                  <a:lnTo>
                    <a:pt x="1375" y="104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g1520"/>
            <p:cNvSpPr/>
            <p:nvPr/>
          </p:nvSpPr>
          <p:spPr>
            <a:xfrm>
              <a:off x="2858861" y="1739147"/>
              <a:ext cx="2213" cy="1616"/>
            </a:xfrm>
            <a:custGeom>
              <a:avLst/>
              <a:pathLst>
                <a:path w="2213" h="1616">
                  <a:moveTo>
                    <a:pt x="2088" y="525"/>
                  </a:moveTo>
                  <a:lnTo>
                    <a:pt x="2213" y="828"/>
                  </a:lnTo>
                  <a:lnTo>
                    <a:pt x="1833" y="1123"/>
                  </a:lnTo>
                  <a:lnTo>
                    <a:pt x="1563" y="1168"/>
                  </a:lnTo>
                  <a:lnTo>
                    <a:pt x="1132" y="693"/>
                  </a:lnTo>
                  <a:lnTo>
                    <a:pt x="944" y="636"/>
                  </a:lnTo>
                  <a:lnTo>
                    <a:pt x="1095" y="1367"/>
                  </a:lnTo>
                  <a:lnTo>
                    <a:pt x="1043" y="1616"/>
                  </a:lnTo>
                  <a:lnTo>
                    <a:pt x="162" y="1166"/>
                  </a:lnTo>
                  <a:lnTo>
                    <a:pt x="0" y="811"/>
                  </a:lnTo>
                  <a:lnTo>
                    <a:pt x="247" y="435"/>
                  </a:lnTo>
                  <a:lnTo>
                    <a:pt x="802" y="46"/>
                  </a:lnTo>
                  <a:lnTo>
                    <a:pt x="994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g1521"/>
            <p:cNvSpPr/>
            <p:nvPr/>
          </p:nvSpPr>
          <p:spPr>
            <a:xfrm>
              <a:off x="2842710" y="1729950"/>
              <a:ext cx="546105" cy="338046"/>
            </a:xfrm>
            <a:custGeom>
              <a:avLst/>
              <a:pathLst>
                <a:path w="546105" h="338046">
                  <a:moveTo>
                    <a:pt x="473050" y="60893"/>
                  </a:moveTo>
                  <a:lnTo>
                    <a:pt x="473482" y="60893"/>
                  </a:lnTo>
                  <a:lnTo>
                    <a:pt x="475685" y="60889"/>
                  </a:lnTo>
                  <a:lnTo>
                    <a:pt x="479622" y="60882"/>
                  </a:lnTo>
                  <a:lnTo>
                    <a:pt x="483558" y="60875"/>
                  </a:lnTo>
                  <a:lnTo>
                    <a:pt x="487495" y="60869"/>
                  </a:lnTo>
                  <a:lnTo>
                    <a:pt x="491432" y="60862"/>
                  </a:lnTo>
                  <a:lnTo>
                    <a:pt x="495369" y="60855"/>
                  </a:lnTo>
                  <a:lnTo>
                    <a:pt x="499306" y="60848"/>
                  </a:lnTo>
                  <a:lnTo>
                    <a:pt x="503243" y="60842"/>
                  </a:lnTo>
                  <a:lnTo>
                    <a:pt x="504175" y="58153"/>
                  </a:lnTo>
                  <a:lnTo>
                    <a:pt x="505043" y="56901"/>
                  </a:lnTo>
                  <a:lnTo>
                    <a:pt x="506232" y="57316"/>
                  </a:lnTo>
                  <a:lnTo>
                    <a:pt x="506865" y="57281"/>
                  </a:lnTo>
                  <a:lnTo>
                    <a:pt x="507569" y="56635"/>
                  </a:lnTo>
                  <a:lnTo>
                    <a:pt x="508140" y="56243"/>
                  </a:lnTo>
                  <a:lnTo>
                    <a:pt x="508516" y="56301"/>
                  </a:lnTo>
                  <a:lnTo>
                    <a:pt x="508837" y="56892"/>
                  </a:lnTo>
                  <a:lnTo>
                    <a:pt x="509104" y="57287"/>
                  </a:lnTo>
                  <a:lnTo>
                    <a:pt x="509416" y="57171"/>
                  </a:lnTo>
                  <a:lnTo>
                    <a:pt x="509683" y="56614"/>
                  </a:lnTo>
                  <a:lnTo>
                    <a:pt x="509674" y="55840"/>
                  </a:lnTo>
                  <a:lnTo>
                    <a:pt x="510039" y="55301"/>
                  </a:lnTo>
                  <a:lnTo>
                    <a:pt x="510473" y="55219"/>
                  </a:lnTo>
                  <a:lnTo>
                    <a:pt x="510874" y="55236"/>
                  </a:lnTo>
                  <a:lnTo>
                    <a:pt x="511074" y="54973"/>
                  </a:lnTo>
                  <a:lnTo>
                    <a:pt x="511052" y="54596"/>
                  </a:lnTo>
                  <a:lnTo>
                    <a:pt x="510907" y="53988"/>
                  </a:lnTo>
                  <a:lnTo>
                    <a:pt x="510956" y="53257"/>
                  </a:lnTo>
                  <a:lnTo>
                    <a:pt x="511958" y="51965"/>
                  </a:lnTo>
                  <a:lnTo>
                    <a:pt x="513185" y="51088"/>
                  </a:lnTo>
                  <a:lnTo>
                    <a:pt x="513616" y="50650"/>
                  </a:lnTo>
                  <a:lnTo>
                    <a:pt x="513741" y="49762"/>
                  </a:lnTo>
                  <a:lnTo>
                    <a:pt x="514445" y="48839"/>
                  </a:lnTo>
                  <a:lnTo>
                    <a:pt x="514797" y="48309"/>
                  </a:lnTo>
                  <a:lnTo>
                    <a:pt x="514883" y="47848"/>
                  </a:lnTo>
                  <a:lnTo>
                    <a:pt x="514701" y="47281"/>
                  </a:lnTo>
                  <a:lnTo>
                    <a:pt x="514719" y="46199"/>
                  </a:lnTo>
                  <a:lnTo>
                    <a:pt x="514961" y="44907"/>
                  </a:lnTo>
                  <a:lnTo>
                    <a:pt x="515251" y="43500"/>
                  </a:lnTo>
                  <a:lnTo>
                    <a:pt x="515900" y="42231"/>
                  </a:lnTo>
                  <a:lnTo>
                    <a:pt x="516964" y="40847"/>
                  </a:lnTo>
                  <a:lnTo>
                    <a:pt x="517238" y="39029"/>
                  </a:lnTo>
                  <a:lnTo>
                    <a:pt x="517527" y="37111"/>
                  </a:lnTo>
                  <a:lnTo>
                    <a:pt x="518813" y="35242"/>
                  </a:lnTo>
                  <a:lnTo>
                    <a:pt x="520272" y="33123"/>
                  </a:lnTo>
                  <a:lnTo>
                    <a:pt x="521102" y="31917"/>
                  </a:lnTo>
                  <a:lnTo>
                    <a:pt x="522600" y="29722"/>
                  </a:lnTo>
                  <a:lnTo>
                    <a:pt x="523665" y="28161"/>
                  </a:lnTo>
                  <a:lnTo>
                    <a:pt x="524202" y="27444"/>
                  </a:lnTo>
                  <a:lnTo>
                    <a:pt x="524763" y="26594"/>
                  </a:lnTo>
                  <a:lnTo>
                    <a:pt x="525677" y="26848"/>
                  </a:lnTo>
                  <a:lnTo>
                    <a:pt x="526586" y="27101"/>
                  </a:lnTo>
                  <a:lnTo>
                    <a:pt x="526453" y="28335"/>
                  </a:lnTo>
                  <a:lnTo>
                    <a:pt x="526601" y="29235"/>
                  </a:lnTo>
                  <a:lnTo>
                    <a:pt x="527031" y="29754"/>
                  </a:lnTo>
                  <a:lnTo>
                    <a:pt x="527655" y="30105"/>
                  </a:lnTo>
                  <a:lnTo>
                    <a:pt x="528126" y="30222"/>
                  </a:lnTo>
                  <a:lnTo>
                    <a:pt x="528681" y="30216"/>
                  </a:lnTo>
                  <a:lnTo>
                    <a:pt x="530196" y="29516"/>
                  </a:lnTo>
                  <a:lnTo>
                    <a:pt x="531977" y="29065"/>
                  </a:lnTo>
                  <a:lnTo>
                    <a:pt x="532956" y="28642"/>
                  </a:lnTo>
                  <a:lnTo>
                    <a:pt x="533134" y="28246"/>
                  </a:lnTo>
                  <a:lnTo>
                    <a:pt x="533580" y="28107"/>
                  </a:lnTo>
                  <a:lnTo>
                    <a:pt x="534293" y="28226"/>
                  </a:lnTo>
                  <a:lnTo>
                    <a:pt x="535606" y="29218"/>
                  </a:lnTo>
                  <a:lnTo>
                    <a:pt x="537138" y="30713"/>
                  </a:lnTo>
                  <a:lnTo>
                    <a:pt x="538349" y="31896"/>
                  </a:lnTo>
                  <a:lnTo>
                    <a:pt x="538387" y="33948"/>
                  </a:lnTo>
                  <a:lnTo>
                    <a:pt x="538410" y="36122"/>
                  </a:lnTo>
                  <a:lnTo>
                    <a:pt x="538435" y="38413"/>
                  </a:lnTo>
                  <a:lnTo>
                    <a:pt x="538453" y="40048"/>
                  </a:lnTo>
                  <a:lnTo>
                    <a:pt x="538484" y="42293"/>
                  </a:lnTo>
                  <a:lnTo>
                    <a:pt x="538509" y="44080"/>
                  </a:lnTo>
                  <a:lnTo>
                    <a:pt x="538542" y="46412"/>
                  </a:lnTo>
                  <a:lnTo>
                    <a:pt x="538559" y="47658"/>
                  </a:lnTo>
                  <a:lnTo>
                    <a:pt x="538725" y="48017"/>
                  </a:lnTo>
                  <a:lnTo>
                    <a:pt x="538625" y="48508"/>
                  </a:lnTo>
                  <a:lnTo>
                    <a:pt x="538581" y="48754"/>
                  </a:lnTo>
                  <a:lnTo>
                    <a:pt x="538592" y="48950"/>
                  </a:lnTo>
                  <a:lnTo>
                    <a:pt x="538658" y="49196"/>
                  </a:lnTo>
                  <a:lnTo>
                    <a:pt x="538647" y="49540"/>
                  </a:lnTo>
                  <a:lnTo>
                    <a:pt x="538492" y="49851"/>
                  </a:lnTo>
                  <a:lnTo>
                    <a:pt x="538415" y="50210"/>
                  </a:lnTo>
                  <a:lnTo>
                    <a:pt x="538392" y="50800"/>
                  </a:lnTo>
                  <a:lnTo>
                    <a:pt x="538559" y="51160"/>
                  </a:lnTo>
                  <a:lnTo>
                    <a:pt x="538836" y="51372"/>
                  </a:lnTo>
                  <a:lnTo>
                    <a:pt x="539070" y="51372"/>
                  </a:lnTo>
                  <a:lnTo>
                    <a:pt x="539369" y="51585"/>
                  </a:lnTo>
                  <a:lnTo>
                    <a:pt x="539758" y="51962"/>
                  </a:lnTo>
                  <a:lnTo>
                    <a:pt x="540346" y="52289"/>
                  </a:lnTo>
                  <a:lnTo>
                    <a:pt x="540957" y="52403"/>
                  </a:lnTo>
                  <a:lnTo>
                    <a:pt x="541378" y="52322"/>
                  </a:lnTo>
                  <a:lnTo>
                    <a:pt x="541889" y="52535"/>
                  </a:lnTo>
                  <a:lnTo>
                    <a:pt x="542067" y="53059"/>
                  </a:lnTo>
                  <a:lnTo>
                    <a:pt x="541967" y="53549"/>
                  </a:lnTo>
                  <a:lnTo>
                    <a:pt x="541678" y="53778"/>
                  </a:lnTo>
                  <a:lnTo>
                    <a:pt x="541367" y="53959"/>
                  </a:lnTo>
                  <a:lnTo>
                    <a:pt x="541312" y="54335"/>
                  </a:lnTo>
                  <a:lnTo>
                    <a:pt x="541467" y="54728"/>
                  </a:lnTo>
                  <a:lnTo>
                    <a:pt x="541689" y="55072"/>
                  </a:lnTo>
                  <a:lnTo>
                    <a:pt x="541934" y="55676"/>
                  </a:lnTo>
                  <a:lnTo>
                    <a:pt x="541833" y="56200"/>
                  </a:lnTo>
                  <a:lnTo>
                    <a:pt x="541612" y="56642"/>
                  </a:lnTo>
                  <a:lnTo>
                    <a:pt x="541511" y="57099"/>
                  </a:lnTo>
                  <a:lnTo>
                    <a:pt x="541700" y="57493"/>
                  </a:lnTo>
                  <a:lnTo>
                    <a:pt x="542200" y="58016"/>
                  </a:lnTo>
                  <a:lnTo>
                    <a:pt x="542511" y="58523"/>
                  </a:lnTo>
                  <a:lnTo>
                    <a:pt x="542999" y="58802"/>
                  </a:lnTo>
                  <a:lnTo>
                    <a:pt x="543232" y="58605"/>
                  </a:lnTo>
                  <a:lnTo>
                    <a:pt x="543421" y="58343"/>
                  </a:lnTo>
                  <a:lnTo>
                    <a:pt x="543621" y="58147"/>
                  </a:lnTo>
                  <a:lnTo>
                    <a:pt x="543965" y="58262"/>
                  </a:lnTo>
                  <a:lnTo>
                    <a:pt x="544364" y="58409"/>
                  </a:lnTo>
                  <a:lnTo>
                    <a:pt x="544801" y="58584"/>
                  </a:lnTo>
                  <a:lnTo>
                    <a:pt x="544749" y="59008"/>
                  </a:lnTo>
                  <a:lnTo>
                    <a:pt x="545015" y="59723"/>
                  </a:lnTo>
                  <a:lnTo>
                    <a:pt x="545221" y="61098"/>
                  </a:lnTo>
                  <a:lnTo>
                    <a:pt x="544905" y="61723"/>
                  </a:lnTo>
                  <a:lnTo>
                    <a:pt x="544972" y="62550"/>
                  </a:lnTo>
                  <a:lnTo>
                    <a:pt x="545850" y="62792"/>
                  </a:lnTo>
                  <a:lnTo>
                    <a:pt x="546063" y="63045"/>
                  </a:lnTo>
                  <a:lnTo>
                    <a:pt x="546105" y="63351"/>
                  </a:lnTo>
                  <a:lnTo>
                    <a:pt x="544173" y="65472"/>
                  </a:lnTo>
                  <a:lnTo>
                    <a:pt x="542538" y="65175"/>
                  </a:lnTo>
                  <a:lnTo>
                    <a:pt x="541651" y="65738"/>
                  </a:lnTo>
                  <a:lnTo>
                    <a:pt x="540722" y="65902"/>
                  </a:lnTo>
                  <a:lnTo>
                    <a:pt x="540315" y="66850"/>
                  </a:lnTo>
                  <a:lnTo>
                    <a:pt x="539805" y="67051"/>
                  </a:lnTo>
                  <a:lnTo>
                    <a:pt x="539106" y="66994"/>
                  </a:lnTo>
                  <a:lnTo>
                    <a:pt x="538504" y="66726"/>
                  </a:lnTo>
                  <a:lnTo>
                    <a:pt x="538044" y="66857"/>
                  </a:lnTo>
                  <a:lnTo>
                    <a:pt x="537401" y="68568"/>
                  </a:lnTo>
                  <a:lnTo>
                    <a:pt x="536874" y="68419"/>
                  </a:lnTo>
                  <a:lnTo>
                    <a:pt x="536665" y="69035"/>
                  </a:lnTo>
                  <a:lnTo>
                    <a:pt x="536389" y="69304"/>
                  </a:lnTo>
                  <a:lnTo>
                    <a:pt x="535986" y="69535"/>
                  </a:lnTo>
                  <a:lnTo>
                    <a:pt x="535635" y="68774"/>
                  </a:lnTo>
                  <a:lnTo>
                    <a:pt x="535412" y="68052"/>
                  </a:lnTo>
                  <a:lnTo>
                    <a:pt x="535083" y="67893"/>
                  </a:lnTo>
                  <a:lnTo>
                    <a:pt x="534646" y="67709"/>
                  </a:lnTo>
                  <a:lnTo>
                    <a:pt x="534196" y="67715"/>
                  </a:lnTo>
                  <a:lnTo>
                    <a:pt x="533897" y="67818"/>
                  </a:lnTo>
                  <a:lnTo>
                    <a:pt x="533525" y="68285"/>
                  </a:lnTo>
                  <a:lnTo>
                    <a:pt x="532986" y="68687"/>
                  </a:lnTo>
                  <a:lnTo>
                    <a:pt x="532578" y="68352"/>
                  </a:lnTo>
                  <a:lnTo>
                    <a:pt x="532259" y="67815"/>
                  </a:lnTo>
                  <a:lnTo>
                    <a:pt x="531986" y="68679"/>
                  </a:lnTo>
                  <a:lnTo>
                    <a:pt x="531588" y="69592"/>
                  </a:lnTo>
                  <a:lnTo>
                    <a:pt x="531654" y="70656"/>
                  </a:lnTo>
                  <a:lnTo>
                    <a:pt x="531483" y="71288"/>
                  </a:lnTo>
                  <a:lnTo>
                    <a:pt x="531106" y="71117"/>
                  </a:lnTo>
                  <a:lnTo>
                    <a:pt x="530731" y="70564"/>
                  </a:lnTo>
                  <a:lnTo>
                    <a:pt x="529678" y="70121"/>
                  </a:lnTo>
                  <a:lnTo>
                    <a:pt x="528840" y="70162"/>
                  </a:lnTo>
                  <a:lnTo>
                    <a:pt x="529011" y="69571"/>
                  </a:lnTo>
                  <a:lnTo>
                    <a:pt x="529803" y="68722"/>
                  </a:lnTo>
                  <a:lnTo>
                    <a:pt x="529559" y="68556"/>
                  </a:lnTo>
                  <a:lnTo>
                    <a:pt x="529170" y="68674"/>
                  </a:lnTo>
                  <a:lnTo>
                    <a:pt x="529001" y="68556"/>
                  </a:lnTo>
                  <a:lnTo>
                    <a:pt x="529279" y="67785"/>
                  </a:lnTo>
                  <a:lnTo>
                    <a:pt x="529306" y="66934"/>
                  </a:lnTo>
                  <a:lnTo>
                    <a:pt x="528951" y="67232"/>
                  </a:lnTo>
                  <a:lnTo>
                    <a:pt x="528505" y="68130"/>
                  </a:lnTo>
                  <a:lnTo>
                    <a:pt x="527425" y="68844"/>
                  </a:lnTo>
                  <a:lnTo>
                    <a:pt x="527475" y="70040"/>
                  </a:lnTo>
                  <a:lnTo>
                    <a:pt x="526459" y="72491"/>
                  </a:lnTo>
                  <a:lnTo>
                    <a:pt x="526414" y="73534"/>
                  </a:lnTo>
                  <a:lnTo>
                    <a:pt x="525762" y="74367"/>
                  </a:lnTo>
                  <a:lnTo>
                    <a:pt x="524922" y="75084"/>
                  </a:lnTo>
                  <a:lnTo>
                    <a:pt x="523801" y="74882"/>
                  </a:lnTo>
                  <a:lnTo>
                    <a:pt x="522946" y="75505"/>
                  </a:lnTo>
                  <a:lnTo>
                    <a:pt x="522511" y="76219"/>
                  </a:lnTo>
                  <a:lnTo>
                    <a:pt x="522134" y="76327"/>
                  </a:lnTo>
                  <a:lnTo>
                    <a:pt x="521937" y="75417"/>
                  </a:lnTo>
                  <a:lnTo>
                    <a:pt x="521794" y="75135"/>
                  </a:lnTo>
                  <a:lnTo>
                    <a:pt x="521479" y="76477"/>
                  </a:lnTo>
                  <a:lnTo>
                    <a:pt x="521158" y="76560"/>
                  </a:lnTo>
                  <a:lnTo>
                    <a:pt x="521036" y="75609"/>
                  </a:lnTo>
                  <a:lnTo>
                    <a:pt x="520884" y="74980"/>
                  </a:lnTo>
                  <a:lnTo>
                    <a:pt x="520446" y="75522"/>
                  </a:lnTo>
                  <a:lnTo>
                    <a:pt x="520156" y="76959"/>
                  </a:lnTo>
                  <a:lnTo>
                    <a:pt x="519851" y="76838"/>
                  </a:lnTo>
                  <a:lnTo>
                    <a:pt x="519754" y="76304"/>
                  </a:lnTo>
                  <a:lnTo>
                    <a:pt x="519536" y="76141"/>
                  </a:lnTo>
                  <a:lnTo>
                    <a:pt x="519462" y="76752"/>
                  </a:lnTo>
                  <a:lnTo>
                    <a:pt x="519571" y="77612"/>
                  </a:lnTo>
                  <a:lnTo>
                    <a:pt x="519413" y="78071"/>
                  </a:lnTo>
                  <a:lnTo>
                    <a:pt x="519110" y="77826"/>
                  </a:lnTo>
                  <a:lnTo>
                    <a:pt x="518806" y="77412"/>
                  </a:lnTo>
                  <a:lnTo>
                    <a:pt x="518304" y="77726"/>
                  </a:lnTo>
                  <a:lnTo>
                    <a:pt x="517843" y="77854"/>
                  </a:lnTo>
                  <a:lnTo>
                    <a:pt x="517841" y="77433"/>
                  </a:lnTo>
                  <a:lnTo>
                    <a:pt x="517929" y="76916"/>
                  </a:lnTo>
                  <a:lnTo>
                    <a:pt x="517010" y="77202"/>
                  </a:lnTo>
                  <a:lnTo>
                    <a:pt x="515908" y="78154"/>
                  </a:lnTo>
                  <a:lnTo>
                    <a:pt x="515053" y="79471"/>
                  </a:lnTo>
                  <a:lnTo>
                    <a:pt x="515349" y="79690"/>
                  </a:lnTo>
                  <a:lnTo>
                    <a:pt x="515683" y="80110"/>
                  </a:lnTo>
                  <a:lnTo>
                    <a:pt x="514197" y="82145"/>
                  </a:lnTo>
                  <a:lnTo>
                    <a:pt x="512674" y="83978"/>
                  </a:lnTo>
                  <a:lnTo>
                    <a:pt x="511523" y="86968"/>
                  </a:lnTo>
                  <a:lnTo>
                    <a:pt x="511061" y="87318"/>
                  </a:lnTo>
                  <a:lnTo>
                    <a:pt x="510664" y="87866"/>
                  </a:lnTo>
                  <a:lnTo>
                    <a:pt x="510243" y="89672"/>
                  </a:lnTo>
                  <a:lnTo>
                    <a:pt x="509756" y="91279"/>
                  </a:lnTo>
                  <a:lnTo>
                    <a:pt x="510028" y="91995"/>
                  </a:lnTo>
                  <a:lnTo>
                    <a:pt x="510208" y="92731"/>
                  </a:lnTo>
                  <a:lnTo>
                    <a:pt x="510640" y="93456"/>
                  </a:lnTo>
                  <a:lnTo>
                    <a:pt x="511007" y="93521"/>
                  </a:lnTo>
                  <a:lnTo>
                    <a:pt x="511405" y="93390"/>
                  </a:lnTo>
                  <a:lnTo>
                    <a:pt x="511697" y="93421"/>
                  </a:lnTo>
                  <a:lnTo>
                    <a:pt x="511884" y="93729"/>
                  </a:lnTo>
                  <a:lnTo>
                    <a:pt x="511801" y="94098"/>
                  </a:lnTo>
                  <a:lnTo>
                    <a:pt x="511342" y="94190"/>
                  </a:lnTo>
                  <a:lnTo>
                    <a:pt x="510487" y="94835"/>
                  </a:lnTo>
                  <a:lnTo>
                    <a:pt x="509736" y="95083"/>
                  </a:lnTo>
                  <a:lnTo>
                    <a:pt x="509360" y="95864"/>
                  </a:lnTo>
                  <a:lnTo>
                    <a:pt x="508797" y="96766"/>
                  </a:lnTo>
                  <a:lnTo>
                    <a:pt x="507702" y="98173"/>
                  </a:lnTo>
                  <a:lnTo>
                    <a:pt x="508170" y="98606"/>
                  </a:lnTo>
                  <a:lnTo>
                    <a:pt x="509861" y="99095"/>
                  </a:lnTo>
                  <a:lnTo>
                    <a:pt x="510615" y="99599"/>
                  </a:lnTo>
                  <a:lnTo>
                    <a:pt x="511756" y="102227"/>
                  </a:lnTo>
                  <a:lnTo>
                    <a:pt x="511496" y="102490"/>
                  </a:lnTo>
                  <a:lnTo>
                    <a:pt x="511392" y="102971"/>
                  </a:lnTo>
                  <a:lnTo>
                    <a:pt x="512407" y="103647"/>
                  </a:lnTo>
                  <a:lnTo>
                    <a:pt x="512730" y="105534"/>
                  </a:lnTo>
                  <a:lnTo>
                    <a:pt x="513563" y="106176"/>
                  </a:lnTo>
                  <a:lnTo>
                    <a:pt x="514805" y="106571"/>
                  </a:lnTo>
                  <a:lnTo>
                    <a:pt x="516323" y="106001"/>
                  </a:lnTo>
                  <a:lnTo>
                    <a:pt x="517586" y="105215"/>
                  </a:lnTo>
                  <a:lnTo>
                    <a:pt x="517542" y="104572"/>
                  </a:lnTo>
                  <a:lnTo>
                    <a:pt x="516748" y="103074"/>
                  </a:lnTo>
                  <a:lnTo>
                    <a:pt x="516557" y="102371"/>
                  </a:lnTo>
                  <a:lnTo>
                    <a:pt x="515967" y="101915"/>
                  </a:lnTo>
                  <a:lnTo>
                    <a:pt x="515743" y="102301"/>
                  </a:lnTo>
                  <a:lnTo>
                    <a:pt x="515362" y="101800"/>
                  </a:lnTo>
                  <a:lnTo>
                    <a:pt x="515319" y="101519"/>
                  </a:lnTo>
                  <a:lnTo>
                    <a:pt x="515674" y="101382"/>
                  </a:lnTo>
                  <a:lnTo>
                    <a:pt x="516087" y="101436"/>
                  </a:lnTo>
                  <a:lnTo>
                    <a:pt x="516569" y="101698"/>
                  </a:lnTo>
                  <a:lnTo>
                    <a:pt x="517809" y="103331"/>
                  </a:lnTo>
                  <a:lnTo>
                    <a:pt x="518152" y="105471"/>
                  </a:lnTo>
                  <a:lnTo>
                    <a:pt x="518226" y="106829"/>
                  </a:lnTo>
                  <a:lnTo>
                    <a:pt x="518086" y="107294"/>
                  </a:lnTo>
                  <a:lnTo>
                    <a:pt x="517725" y="107199"/>
                  </a:lnTo>
                  <a:lnTo>
                    <a:pt x="517037" y="107291"/>
                  </a:lnTo>
                  <a:lnTo>
                    <a:pt x="513771" y="107995"/>
                  </a:lnTo>
                  <a:lnTo>
                    <a:pt x="513046" y="108614"/>
                  </a:lnTo>
                  <a:lnTo>
                    <a:pt x="511383" y="109287"/>
                  </a:lnTo>
                  <a:lnTo>
                    <a:pt x="511279" y="108952"/>
                  </a:lnTo>
                  <a:lnTo>
                    <a:pt x="511399" y="108257"/>
                  </a:lnTo>
                  <a:lnTo>
                    <a:pt x="511295" y="106834"/>
                  </a:lnTo>
                  <a:lnTo>
                    <a:pt x="510967" y="106768"/>
                  </a:lnTo>
                  <a:lnTo>
                    <a:pt x="508383" y="109088"/>
                  </a:lnTo>
                  <a:lnTo>
                    <a:pt x="507384" y="109234"/>
                  </a:lnTo>
                  <a:lnTo>
                    <a:pt x="506544" y="109913"/>
                  </a:lnTo>
                  <a:lnTo>
                    <a:pt x="506356" y="109536"/>
                  </a:lnTo>
                  <a:lnTo>
                    <a:pt x="506206" y="107797"/>
                  </a:lnTo>
                  <a:lnTo>
                    <a:pt x="506732" y="106338"/>
                  </a:lnTo>
                  <a:lnTo>
                    <a:pt x="506452" y="106361"/>
                  </a:lnTo>
                  <a:lnTo>
                    <a:pt x="505574" y="107237"/>
                  </a:lnTo>
                  <a:lnTo>
                    <a:pt x="505199" y="106698"/>
                  </a:lnTo>
                  <a:lnTo>
                    <a:pt x="505011" y="106107"/>
                  </a:lnTo>
                  <a:lnTo>
                    <a:pt x="504741" y="105772"/>
                  </a:lnTo>
                  <a:lnTo>
                    <a:pt x="504448" y="105646"/>
                  </a:lnTo>
                  <a:lnTo>
                    <a:pt x="504698" y="106937"/>
                  </a:lnTo>
                  <a:lnTo>
                    <a:pt x="504103" y="107906"/>
                  </a:lnTo>
                  <a:lnTo>
                    <a:pt x="503940" y="110410"/>
                  </a:lnTo>
                  <a:lnTo>
                    <a:pt x="503192" y="111453"/>
                  </a:lnTo>
                  <a:lnTo>
                    <a:pt x="500861" y="112123"/>
                  </a:lnTo>
                  <a:lnTo>
                    <a:pt x="499341" y="111982"/>
                  </a:lnTo>
                  <a:lnTo>
                    <a:pt x="497979" y="112190"/>
                  </a:lnTo>
                  <a:lnTo>
                    <a:pt x="496168" y="112671"/>
                  </a:lnTo>
                  <a:lnTo>
                    <a:pt x="495168" y="112385"/>
                  </a:lnTo>
                  <a:lnTo>
                    <a:pt x="494143" y="112892"/>
                  </a:lnTo>
                  <a:lnTo>
                    <a:pt x="490663" y="113030"/>
                  </a:lnTo>
                  <a:lnTo>
                    <a:pt x="489930" y="112761"/>
                  </a:lnTo>
                  <a:lnTo>
                    <a:pt x="488993" y="113720"/>
                  </a:lnTo>
                  <a:lnTo>
                    <a:pt x="487493" y="114286"/>
                  </a:lnTo>
                  <a:lnTo>
                    <a:pt x="483702" y="116434"/>
                  </a:lnTo>
                  <a:lnTo>
                    <a:pt x="482866" y="117215"/>
                  </a:lnTo>
                  <a:lnTo>
                    <a:pt x="481847" y="118435"/>
                  </a:lnTo>
                  <a:lnTo>
                    <a:pt x="481164" y="119090"/>
                  </a:lnTo>
                  <a:lnTo>
                    <a:pt x="480602" y="119304"/>
                  </a:lnTo>
                  <a:lnTo>
                    <a:pt x="480256" y="119850"/>
                  </a:lnTo>
                  <a:lnTo>
                    <a:pt x="479879" y="120207"/>
                  </a:lnTo>
                  <a:lnTo>
                    <a:pt x="480243" y="118987"/>
                  </a:lnTo>
                  <a:lnTo>
                    <a:pt x="480639" y="117960"/>
                  </a:lnTo>
                  <a:lnTo>
                    <a:pt x="480968" y="115969"/>
                  </a:lnTo>
                  <a:lnTo>
                    <a:pt x="480871" y="114359"/>
                  </a:lnTo>
                  <a:lnTo>
                    <a:pt x="480463" y="113697"/>
                  </a:lnTo>
                  <a:lnTo>
                    <a:pt x="480041" y="113256"/>
                  </a:lnTo>
                  <a:lnTo>
                    <a:pt x="480536" y="114845"/>
                  </a:lnTo>
                  <a:lnTo>
                    <a:pt x="480615" y="116793"/>
                  </a:lnTo>
                  <a:lnTo>
                    <a:pt x="480445" y="117935"/>
                  </a:lnTo>
                  <a:lnTo>
                    <a:pt x="479515" y="120136"/>
                  </a:lnTo>
                  <a:lnTo>
                    <a:pt x="479120" y="120649"/>
                  </a:lnTo>
                  <a:lnTo>
                    <a:pt x="478657" y="121100"/>
                  </a:lnTo>
                  <a:lnTo>
                    <a:pt x="478308" y="121296"/>
                  </a:lnTo>
                  <a:lnTo>
                    <a:pt x="477986" y="121648"/>
                  </a:lnTo>
                  <a:lnTo>
                    <a:pt x="477612" y="122206"/>
                  </a:lnTo>
                  <a:lnTo>
                    <a:pt x="477257" y="123314"/>
                  </a:lnTo>
                  <a:lnTo>
                    <a:pt x="477472" y="124323"/>
                  </a:lnTo>
                  <a:lnTo>
                    <a:pt x="479285" y="124691"/>
                  </a:lnTo>
                  <a:lnTo>
                    <a:pt x="479771" y="124380"/>
                  </a:lnTo>
                  <a:lnTo>
                    <a:pt x="480019" y="125103"/>
                  </a:lnTo>
                  <a:lnTo>
                    <a:pt x="480158" y="126107"/>
                  </a:lnTo>
                  <a:lnTo>
                    <a:pt x="480022" y="127192"/>
                  </a:lnTo>
                  <a:lnTo>
                    <a:pt x="479719" y="128297"/>
                  </a:lnTo>
                  <a:lnTo>
                    <a:pt x="479489" y="129668"/>
                  </a:lnTo>
                  <a:lnTo>
                    <a:pt x="479294" y="131760"/>
                  </a:lnTo>
                  <a:lnTo>
                    <a:pt x="479000" y="133642"/>
                  </a:lnTo>
                  <a:lnTo>
                    <a:pt x="478962" y="133070"/>
                  </a:lnTo>
                  <a:lnTo>
                    <a:pt x="479145" y="130783"/>
                  </a:lnTo>
                  <a:lnTo>
                    <a:pt x="478848" y="131022"/>
                  </a:lnTo>
                  <a:lnTo>
                    <a:pt x="478644" y="131549"/>
                  </a:lnTo>
                  <a:lnTo>
                    <a:pt x="478090" y="134500"/>
                  </a:lnTo>
                  <a:lnTo>
                    <a:pt x="477329" y="136072"/>
                  </a:lnTo>
                  <a:lnTo>
                    <a:pt x="476629" y="137160"/>
                  </a:lnTo>
                  <a:lnTo>
                    <a:pt x="475906" y="136980"/>
                  </a:lnTo>
                  <a:lnTo>
                    <a:pt x="476068" y="137844"/>
                  </a:lnTo>
                  <a:lnTo>
                    <a:pt x="475870" y="138295"/>
                  </a:lnTo>
                  <a:lnTo>
                    <a:pt x="475700" y="139234"/>
                  </a:lnTo>
                  <a:lnTo>
                    <a:pt x="475269" y="139856"/>
                  </a:lnTo>
                  <a:lnTo>
                    <a:pt x="474864" y="139796"/>
                  </a:lnTo>
                  <a:lnTo>
                    <a:pt x="474282" y="140225"/>
                  </a:lnTo>
                  <a:lnTo>
                    <a:pt x="474052" y="140554"/>
                  </a:lnTo>
                  <a:lnTo>
                    <a:pt x="474035" y="141182"/>
                  </a:lnTo>
                  <a:lnTo>
                    <a:pt x="473645" y="141735"/>
                  </a:lnTo>
                  <a:lnTo>
                    <a:pt x="472240" y="144608"/>
                  </a:lnTo>
                  <a:lnTo>
                    <a:pt x="471020" y="145456"/>
                  </a:lnTo>
                  <a:lnTo>
                    <a:pt x="470728" y="145333"/>
                  </a:lnTo>
                  <a:lnTo>
                    <a:pt x="471050" y="143977"/>
                  </a:lnTo>
                  <a:lnTo>
                    <a:pt x="471270" y="142606"/>
                  </a:lnTo>
                  <a:lnTo>
                    <a:pt x="470530" y="142009"/>
                  </a:lnTo>
                  <a:lnTo>
                    <a:pt x="469821" y="141694"/>
                  </a:lnTo>
                  <a:lnTo>
                    <a:pt x="469008" y="141735"/>
                  </a:lnTo>
                  <a:lnTo>
                    <a:pt x="468110" y="140669"/>
                  </a:lnTo>
                  <a:lnTo>
                    <a:pt x="466952" y="139894"/>
                  </a:lnTo>
                  <a:lnTo>
                    <a:pt x="465336" y="137797"/>
                  </a:lnTo>
                  <a:lnTo>
                    <a:pt x="465383" y="137216"/>
                  </a:lnTo>
                  <a:lnTo>
                    <a:pt x="465343" y="136240"/>
                  </a:lnTo>
                  <a:lnTo>
                    <a:pt x="465834" y="134698"/>
                  </a:lnTo>
                  <a:lnTo>
                    <a:pt x="466305" y="133620"/>
                  </a:lnTo>
                  <a:lnTo>
                    <a:pt x="466955" y="133061"/>
                  </a:lnTo>
                  <a:lnTo>
                    <a:pt x="468841" y="132493"/>
                  </a:lnTo>
                  <a:lnTo>
                    <a:pt x="469314" y="131637"/>
                  </a:lnTo>
                  <a:lnTo>
                    <a:pt x="469594" y="130917"/>
                  </a:lnTo>
                  <a:lnTo>
                    <a:pt x="468660" y="132154"/>
                  </a:lnTo>
                  <a:lnTo>
                    <a:pt x="467260" y="132574"/>
                  </a:lnTo>
                  <a:lnTo>
                    <a:pt x="466505" y="133036"/>
                  </a:lnTo>
                  <a:lnTo>
                    <a:pt x="465902" y="133742"/>
                  </a:lnTo>
                  <a:lnTo>
                    <a:pt x="465545" y="134628"/>
                  </a:lnTo>
                  <a:lnTo>
                    <a:pt x="464737" y="135697"/>
                  </a:lnTo>
                  <a:lnTo>
                    <a:pt x="464794" y="136413"/>
                  </a:lnTo>
                  <a:lnTo>
                    <a:pt x="464929" y="136922"/>
                  </a:lnTo>
                  <a:lnTo>
                    <a:pt x="464866" y="137982"/>
                  </a:lnTo>
                  <a:lnTo>
                    <a:pt x="465378" y="139016"/>
                  </a:lnTo>
                  <a:lnTo>
                    <a:pt x="466392" y="140710"/>
                  </a:lnTo>
                  <a:lnTo>
                    <a:pt x="466585" y="143340"/>
                  </a:lnTo>
                  <a:lnTo>
                    <a:pt x="467359" y="145101"/>
                  </a:lnTo>
                  <a:lnTo>
                    <a:pt x="468545" y="147154"/>
                  </a:lnTo>
                  <a:lnTo>
                    <a:pt x="469457" y="147737"/>
                  </a:lnTo>
                  <a:lnTo>
                    <a:pt x="469501" y="148501"/>
                  </a:lnTo>
                  <a:lnTo>
                    <a:pt x="469080" y="149761"/>
                  </a:lnTo>
                  <a:lnTo>
                    <a:pt x="468526" y="150338"/>
                  </a:lnTo>
                  <a:lnTo>
                    <a:pt x="469247" y="150222"/>
                  </a:lnTo>
                  <a:lnTo>
                    <a:pt x="469607" y="150511"/>
                  </a:lnTo>
                  <a:lnTo>
                    <a:pt x="469956" y="151562"/>
                  </a:lnTo>
                  <a:lnTo>
                    <a:pt x="469929" y="152635"/>
                  </a:lnTo>
                  <a:lnTo>
                    <a:pt x="469811" y="153240"/>
                  </a:lnTo>
                  <a:lnTo>
                    <a:pt x="469592" y="153481"/>
                  </a:lnTo>
                  <a:lnTo>
                    <a:pt x="469602" y="152864"/>
                  </a:lnTo>
                  <a:lnTo>
                    <a:pt x="469447" y="152649"/>
                  </a:lnTo>
                  <a:lnTo>
                    <a:pt x="469191" y="152917"/>
                  </a:lnTo>
                  <a:lnTo>
                    <a:pt x="469026" y="153222"/>
                  </a:lnTo>
                  <a:lnTo>
                    <a:pt x="468957" y="154424"/>
                  </a:lnTo>
                  <a:lnTo>
                    <a:pt x="468782" y="155025"/>
                  </a:lnTo>
                  <a:lnTo>
                    <a:pt x="468163" y="155203"/>
                  </a:lnTo>
                  <a:lnTo>
                    <a:pt x="467535" y="156780"/>
                  </a:lnTo>
                  <a:lnTo>
                    <a:pt x="466951" y="157675"/>
                  </a:lnTo>
                  <a:lnTo>
                    <a:pt x="464654" y="163726"/>
                  </a:lnTo>
                  <a:lnTo>
                    <a:pt x="464741" y="164738"/>
                  </a:lnTo>
                  <a:lnTo>
                    <a:pt x="464321" y="165063"/>
                  </a:lnTo>
                  <a:lnTo>
                    <a:pt x="463684" y="165328"/>
                  </a:lnTo>
                  <a:lnTo>
                    <a:pt x="463040" y="165933"/>
                  </a:lnTo>
                  <a:lnTo>
                    <a:pt x="462613" y="166600"/>
                  </a:lnTo>
                  <a:lnTo>
                    <a:pt x="462216" y="168393"/>
                  </a:lnTo>
                  <a:lnTo>
                    <a:pt x="461456" y="170411"/>
                  </a:lnTo>
                  <a:lnTo>
                    <a:pt x="460981" y="169570"/>
                  </a:lnTo>
                  <a:lnTo>
                    <a:pt x="460860" y="168851"/>
                  </a:lnTo>
                  <a:lnTo>
                    <a:pt x="461071" y="166973"/>
                  </a:lnTo>
                  <a:lnTo>
                    <a:pt x="461893" y="163895"/>
                  </a:lnTo>
                  <a:lnTo>
                    <a:pt x="462799" y="161981"/>
                  </a:lnTo>
                  <a:lnTo>
                    <a:pt x="463490" y="161074"/>
                  </a:lnTo>
                  <a:lnTo>
                    <a:pt x="464059" y="159225"/>
                  </a:lnTo>
                  <a:lnTo>
                    <a:pt x="463341" y="158949"/>
                  </a:lnTo>
                  <a:lnTo>
                    <a:pt x="462246" y="158979"/>
                  </a:lnTo>
                  <a:lnTo>
                    <a:pt x="462452" y="158125"/>
                  </a:lnTo>
                  <a:lnTo>
                    <a:pt x="462772" y="157373"/>
                  </a:lnTo>
                  <a:lnTo>
                    <a:pt x="462201" y="156624"/>
                  </a:lnTo>
                  <a:lnTo>
                    <a:pt x="461863" y="156529"/>
                  </a:lnTo>
                  <a:lnTo>
                    <a:pt x="461515" y="156222"/>
                  </a:lnTo>
                  <a:lnTo>
                    <a:pt x="461923" y="155598"/>
                  </a:lnTo>
                  <a:lnTo>
                    <a:pt x="462122" y="154939"/>
                  </a:lnTo>
                  <a:lnTo>
                    <a:pt x="462001" y="154136"/>
                  </a:lnTo>
                  <a:lnTo>
                    <a:pt x="462172" y="153532"/>
                  </a:lnTo>
                  <a:lnTo>
                    <a:pt x="461887" y="153624"/>
                  </a:lnTo>
                  <a:lnTo>
                    <a:pt x="461429" y="154263"/>
                  </a:lnTo>
                  <a:lnTo>
                    <a:pt x="461144" y="154519"/>
                  </a:lnTo>
                  <a:lnTo>
                    <a:pt x="460970" y="153953"/>
                  </a:lnTo>
                  <a:lnTo>
                    <a:pt x="460772" y="154081"/>
                  </a:lnTo>
                  <a:lnTo>
                    <a:pt x="460643" y="154470"/>
                  </a:lnTo>
                  <a:lnTo>
                    <a:pt x="460350" y="154683"/>
                  </a:lnTo>
                  <a:lnTo>
                    <a:pt x="459733" y="154151"/>
                  </a:lnTo>
                  <a:lnTo>
                    <a:pt x="458832" y="153543"/>
                  </a:lnTo>
                  <a:lnTo>
                    <a:pt x="458331" y="152495"/>
                  </a:lnTo>
                  <a:lnTo>
                    <a:pt x="458045" y="151683"/>
                  </a:lnTo>
                  <a:lnTo>
                    <a:pt x="458336" y="150214"/>
                  </a:lnTo>
                  <a:lnTo>
                    <a:pt x="458958" y="149953"/>
                  </a:lnTo>
                  <a:lnTo>
                    <a:pt x="459767" y="150192"/>
                  </a:lnTo>
                  <a:lnTo>
                    <a:pt x="460826" y="150190"/>
                  </a:lnTo>
                  <a:lnTo>
                    <a:pt x="460675" y="149864"/>
                  </a:lnTo>
                  <a:lnTo>
                    <a:pt x="460296" y="149917"/>
                  </a:lnTo>
                  <a:lnTo>
                    <a:pt x="459179" y="148726"/>
                  </a:lnTo>
                  <a:lnTo>
                    <a:pt x="458820" y="148006"/>
                  </a:lnTo>
                  <a:lnTo>
                    <a:pt x="458202" y="147808"/>
                  </a:lnTo>
                  <a:lnTo>
                    <a:pt x="457920" y="148500"/>
                  </a:lnTo>
                  <a:lnTo>
                    <a:pt x="457607" y="148684"/>
                  </a:lnTo>
                  <a:lnTo>
                    <a:pt x="457993" y="147170"/>
                  </a:lnTo>
                  <a:lnTo>
                    <a:pt x="458498" y="147108"/>
                  </a:lnTo>
                  <a:lnTo>
                    <a:pt x="459244" y="146689"/>
                  </a:lnTo>
                  <a:lnTo>
                    <a:pt x="459027" y="145812"/>
                  </a:lnTo>
                  <a:lnTo>
                    <a:pt x="458557" y="145429"/>
                  </a:lnTo>
                  <a:lnTo>
                    <a:pt x="457707" y="145909"/>
                  </a:lnTo>
                  <a:lnTo>
                    <a:pt x="457717" y="145293"/>
                  </a:lnTo>
                  <a:lnTo>
                    <a:pt x="457876" y="144504"/>
                  </a:lnTo>
                  <a:lnTo>
                    <a:pt x="458517" y="144506"/>
                  </a:lnTo>
                  <a:lnTo>
                    <a:pt x="459078" y="144764"/>
                  </a:lnTo>
                  <a:lnTo>
                    <a:pt x="459556" y="143489"/>
                  </a:lnTo>
                  <a:lnTo>
                    <a:pt x="459577" y="142920"/>
                  </a:lnTo>
                  <a:lnTo>
                    <a:pt x="458784" y="143747"/>
                  </a:lnTo>
                  <a:lnTo>
                    <a:pt x="458605" y="141962"/>
                  </a:lnTo>
                  <a:lnTo>
                    <a:pt x="459386" y="140240"/>
                  </a:lnTo>
                  <a:lnTo>
                    <a:pt x="460131" y="139490"/>
                  </a:lnTo>
                  <a:lnTo>
                    <a:pt x="461062" y="139512"/>
                  </a:lnTo>
                  <a:lnTo>
                    <a:pt x="462008" y="139390"/>
                  </a:lnTo>
                  <a:lnTo>
                    <a:pt x="461415" y="139075"/>
                  </a:lnTo>
                  <a:lnTo>
                    <a:pt x="460805" y="138904"/>
                  </a:lnTo>
                  <a:lnTo>
                    <a:pt x="461263" y="138224"/>
                  </a:lnTo>
                  <a:lnTo>
                    <a:pt x="461654" y="138102"/>
                  </a:lnTo>
                  <a:lnTo>
                    <a:pt x="462037" y="137509"/>
                  </a:lnTo>
                  <a:lnTo>
                    <a:pt x="461115" y="137597"/>
                  </a:lnTo>
                  <a:lnTo>
                    <a:pt x="461223" y="136474"/>
                  </a:lnTo>
                  <a:lnTo>
                    <a:pt x="460775" y="136702"/>
                  </a:lnTo>
                  <a:lnTo>
                    <a:pt x="460239" y="136808"/>
                  </a:lnTo>
                  <a:lnTo>
                    <a:pt x="460030" y="137284"/>
                  </a:lnTo>
                  <a:lnTo>
                    <a:pt x="460071" y="138075"/>
                  </a:lnTo>
                  <a:lnTo>
                    <a:pt x="459915" y="138594"/>
                  </a:lnTo>
                  <a:lnTo>
                    <a:pt x="459498" y="139010"/>
                  </a:lnTo>
                  <a:lnTo>
                    <a:pt x="458793" y="139335"/>
                  </a:lnTo>
                  <a:lnTo>
                    <a:pt x="458725" y="138772"/>
                  </a:lnTo>
                  <a:lnTo>
                    <a:pt x="458492" y="138517"/>
                  </a:lnTo>
                  <a:lnTo>
                    <a:pt x="458405" y="139723"/>
                  </a:lnTo>
                  <a:lnTo>
                    <a:pt x="458220" y="140133"/>
                  </a:lnTo>
                  <a:lnTo>
                    <a:pt x="457705" y="139001"/>
                  </a:lnTo>
                  <a:lnTo>
                    <a:pt x="457551" y="139229"/>
                  </a:lnTo>
                  <a:lnTo>
                    <a:pt x="457570" y="139550"/>
                  </a:lnTo>
                  <a:lnTo>
                    <a:pt x="457439" y="140106"/>
                  </a:lnTo>
                  <a:lnTo>
                    <a:pt x="456997" y="140396"/>
                  </a:lnTo>
                  <a:lnTo>
                    <a:pt x="457024" y="141108"/>
                  </a:lnTo>
                  <a:lnTo>
                    <a:pt x="456853" y="141496"/>
                  </a:lnTo>
                  <a:lnTo>
                    <a:pt x="455438" y="140878"/>
                  </a:lnTo>
                  <a:lnTo>
                    <a:pt x="455405" y="141088"/>
                  </a:lnTo>
                  <a:lnTo>
                    <a:pt x="456205" y="142421"/>
                  </a:lnTo>
                  <a:lnTo>
                    <a:pt x="456790" y="142877"/>
                  </a:lnTo>
                  <a:lnTo>
                    <a:pt x="456861" y="143604"/>
                  </a:lnTo>
                  <a:lnTo>
                    <a:pt x="456359" y="144207"/>
                  </a:lnTo>
                  <a:lnTo>
                    <a:pt x="455551" y="143725"/>
                  </a:lnTo>
                  <a:lnTo>
                    <a:pt x="455927" y="144618"/>
                  </a:lnTo>
                  <a:lnTo>
                    <a:pt x="456164" y="145399"/>
                  </a:lnTo>
                  <a:lnTo>
                    <a:pt x="455920" y="146052"/>
                  </a:lnTo>
                  <a:lnTo>
                    <a:pt x="455958" y="146857"/>
                  </a:lnTo>
                  <a:lnTo>
                    <a:pt x="455905" y="147588"/>
                  </a:lnTo>
                  <a:lnTo>
                    <a:pt x="455756" y="148224"/>
                  </a:lnTo>
                  <a:lnTo>
                    <a:pt x="456092" y="151160"/>
                  </a:lnTo>
                  <a:lnTo>
                    <a:pt x="456497" y="151958"/>
                  </a:lnTo>
                  <a:lnTo>
                    <a:pt x="456895" y="152721"/>
                  </a:lnTo>
                  <a:lnTo>
                    <a:pt x="457107" y="153436"/>
                  </a:lnTo>
                  <a:lnTo>
                    <a:pt x="456684" y="153540"/>
                  </a:lnTo>
                  <a:lnTo>
                    <a:pt x="456011" y="152952"/>
                  </a:lnTo>
                  <a:lnTo>
                    <a:pt x="455420" y="152504"/>
                  </a:lnTo>
                  <a:lnTo>
                    <a:pt x="454715" y="151071"/>
                  </a:lnTo>
                  <a:lnTo>
                    <a:pt x="454599" y="150499"/>
                  </a:lnTo>
                  <a:lnTo>
                    <a:pt x="454427" y="150047"/>
                  </a:lnTo>
                  <a:lnTo>
                    <a:pt x="454510" y="151085"/>
                  </a:lnTo>
                  <a:lnTo>
                    <a:pt x="454761" y="152245"/>
                  </a:lnTo>
                  <a:lnTo>
                    <a:pt x="456968" y="154841"/>
                  </a:lnTo>
                  <a:lnTo>
                    <a:pt x="457375" y="155836"/>
                  </a:lnTo>
                  <a:lnTo>
                    <a:pt x="457685" y="156619"/>
                  </a:lnTo>
                  <a:lnTo>
                    <a:pt x="457607" y="157369"/>
                  </a:lnTo>
                  <a:lnTo>
                    <a:pt x="457032" y="156838"/>
                  </a:lnTo>
                  <a:lnTo>
                    <a:pt x="456536" y="156162"/>
                  </a:lnTo>
                  <a:lnTo>
                    <a:pt x="455219" y="155398"/>
                  </a:lnTo>
                  <a:lnTo>
                    <a:pt x="453558" y="154915"/>
                  </a:lnTo>
                  <a:lnTo>
                    <a:pt x="452622" y="153139"/>
                  </a:lnTo>
                  <a:lnTo>
                    <a:pt x="452625" y="153880"/>
                  </a:lnTo>
                  <a:lnTo>
                    <a:pt x="452417" y="154508"/>
                  </a:lnTo>
                  <a:lnTo>
                    <a:pt x="451845" y="153742"/>
                  </a:lnTo>
                  <a:lnTo>
                    <a:pt x="451484" y="153088"/>
                  </a:lnTo>
                  <a:lnTo>
                    <a:pt x="451363" y="152372"/>
                  </a:lnTo>
                  <a:lnTo>
                    <a:pt x="450648" y="152421"/>
                  </a:lnTo>
                  <a:lnTo>
                    <a:pt x="449899" y="153043"/>
                  </a:lnTo>
                  <a:lnTo>
                    <a:pt x="449174" y="152896"/>
                  </a:lnTo>
                  <a:lnTo>
                    <a:pt x="449088" y="151681"/>
                  </a:lnTo>
                  <a:lnTo>
                    <a:pt x="449284" y="151037"/>
                  </a:lnTo>
                  <a:lnTo>
                    <a:pt x="450098" y="149515"/>
                  </a:lnTo>
                  <a:lnTo>
                    <a:pt x="450864" y="148738"/>
                  </a:lnTo>
                  <a:lnTo>
                    <a:pt x="451202" y="147735"/>
                  </a:lnTo>
                  <a:lnTo>
                    <a:pt x="451087" y="146179"/>
                  </a:lnTo>
                  <a:lnTo>
                    <a:pt x="450943" y="147762"/>
                  </a:lnTo>
                  <a:lnTo>
                    <a:pt x="450505" y="148546"/>
                  </a:lnTo>
                  <a:lnTo>
                    <a:pt x="449816" y="149146"/>
                  </a:lnTo>
                  <a:lnTo>
                    <a:pt x="448911" y="150214"/>
                  </a:lnTo>
                  <a:lnTo>
                    <a:pt x="448689" y="151201"/>
                  </a:lnTo>
                  <a:lnTo>
                    <a:pt x="448407" y="153050"/>
                  </a:lnTo>
                  <a:lnTo>
                    <a:pt x="448789" y="153676"/>
                  </a:lnTo>
                  <a:lnTo>
                    <a:pt x="449180" y="153839"/>
                  </a:lnTo>
                  <a:lnTo>
                    <a:pt x="450334" y="153420"/>
                  </a:lnTo>
                  <a:lnTo>
                    <a:pt x="450932" y="153607"/>
                  </a:lnTo>
                  <a:lnTo>
                    <a:pt x="452260" y="155834"/>
                  </a:lnTo>
                  <a:lnTo>
                    <a:pt x="454734" y="156714"/>
                  </a:lnTo>
                  <a:lnTo>
                    <a:pt x="455636" y="157265"/>
                  </a:lnTo>
                  <a:lnTo>
                    <a:pt x="456372" y="158426"/>
                  </a:lnTo>
                  <a:lnTo>
                    <a:pt x="457477" y="159095"/>
                  </a:lnTo>
                  <a:lnTo>
                    <a:pt x="458335" y="160067"/>
                  </a:lnTo>
                  <a:lnTo>
                    <a:pt x="458358" y="160701"/>
                  </a:lnTo>
                  <a:lnTo>
                    <a:pt x="458061" y="161451"/>
                  </a:lnTo>
                  <a:lnTo>
                    <a:pt x="457944" y="162466"/>
                  </a:lnTo>
                  <a:lnTo>
                    <a:pt x="457579" y="163106"/>
                  </a:lnTo>
                  <a:lnTo>
                    <a:pt x="456704" y="163179"/>
                  </a:lnTo>
                  <a:lnTo>
                    <a:pt x="456176" y="163015"/>
                  </a:lnTo>
                  <a:lnTo>
                    <a:pt x="453335" y="159447"/>
                  </a:lnTo>
                  <a:lnTo>
                    <a:pt x="452996" y="159119"/>
                  </a:lnTo>
                  <a:lnTo>
                    <a:pt x="451942" y="157251"/>
                  </a:lnTo>
                  <a:lnTo>
                    <a:pt x="450706" y="156250"/>
                  </a:lnTo>
                  <a:lnTo>
                    <a:pt x="450323" y="156272"/>
                  </a:lnTo>
                  <a:lnTo>
                    <a:pt x="452083" y="158122"/>
                  </a:lnTo>
                  <a:lnTo>
                    <a:pt x="452801" y="159416"/>
                  </a:lnTo>
                  <a:lnTo>
                    <a:pt x="454066" y="161230"/>
                  </a:lnTo>
                  <a:lnTo>
                    <a:pt x="454971" y="161998"/>
                  </a:lnTo>
                  <a:lnTo>
                    <a:pt x="455637" y="163197"/>
                  </a:lnTo>
                  <a:lnTo>
                    <a:pt x="456255" y="163759"/>
                  </a:lnTo>
                  <a:lnTo>
                    <a:pt x="457944" y="164559"/>
                  </a:lnTo>
                  <a:lnTo>
                    <a:pt x="457357" y="165134"/>
                  </a:lnTo>
                  <a:lnTo>
                    <a:pt x="458294" y="165624"/>
                  </a:lnTo>
                  <a:lnTo>
                    <a:pt x="458428" y="166524"/>
                  </a:lnTo>
                  <a:lnTo>
                    <a:pt x="458342" y="167550"/>
                  </a:lnTo>
                  <a:lnTo>
                    <a:pt x="457041" y="167144"/>
                  </a:lnTo>
                  <a:lnTo>
                    <a:pt x="456999" y="167900"/>
                  </a:lnTo>
                  <a:lnTo>
                    <a:pt x="457115" y="168347"/>
                  </a:lnTo>
                  <a:lnTo>
                    <a:pt x="456541" y="168715"/>
                  </a:lnTo>
                  <a:lnTo>
                    <a:pt x="455742" y="168215"/>
                  </a:lnTo>
                  <a:lnTo>
                    <a:pt x="453666" y="165481"/>
                  </a:lnTo>
                  <a:lnTo>
                    <a:pt x="453684" y="165846"/>
                  </a:lnTo>
                  <a:lnTo>
                    <a:pt x="453852" y="166271"/>
                  </a:lnTo>
                  <a:lnTo>
                    <a:pt x="455055" y="168031"/>
                  </a:lnTo>
                  <a:lnTo>
                    <a:pt x="456130" y="169087"/>
                  </a:lnTo>
                  <a:lnTo>
                    <a:pt x="457040" y="169564"/>
                  </a:lnTo>
                  <a:lnTo>
                    <a:pt x="457742" y="170448"/>
                  </a:lnTo>
                  <a:lnTo>
                    <a:pt x="457989" y="170984"/>
                  </a:lnTo>
                  <a:lnTo>
                    <a:pt x="458155" y="171795"/>
                  </a:lnTo>
                  <a:lnTo>
                    <a:pt x="457635" y="172347"/>
                  </a:lnTo>
                  <a:lnTo>
                    <a:pt x="457042" y="172651"/>
                  </a:lnTo>
                  <a:lnTo>
                    <a:pt x="456464" y="172101"/>
                  </a:lnTo>
                  <a:lnTo>
                    <a:pt x="456040" y="171522"/>
                  </a:lnTo>
                  <a:lnTo>
                    <a:pt x="455137" y="170538"/>
                  </a:lnTo>
                  <a:lnTo>
                    <a:pt x="454866" y="169438"/>
                  </a:lnTo>
                  <a:lnTo>
                    <a:pt x="454179" y="169494"/>
                  </a:lnTo>
                  <a:lnTo>
                    <a:pt x="451308" y="168099"/>
                  </a:lnTo>
                  <a:lnTo>
                    <a:pt x="449001" y="167939"/>
                  </a:lnTo>
                  <a:lnTo>
                    <a:pt x="449226" y="168219"/>
                  </a:lnTo>
                  <a:lnTo>
                    <a:pt x="449518" y="168406"/>
                  </a:lnTo>
                  <a:lnTo>
                    <a:pt x="451356" y="168750"/>
                  </a:lnTo>
                  <a:lnTo>
                    <a:pt x="452082" y="169392"/>
                  </a:lnTo>
                  <a:lnTo>
                    <a:pt x="453593" y="169962"/>
                  </a:lnTo>
                  <a:lnTo>
                    <a:pt x="454479" y="170118"/>
                  </a:lnTo>
                  <a:lnTo>
                    <a:pt x="454837" y="171869"/>
                  </a:lnTo>
                  <a:lnTo>
                    <a:pt x="456061" y="173074"/>
                  </a:lnTo>
                  <a:lnTo>
                    <a:pt x="456220" y="173967"/>
                  </a:lnTo>
                  <a:lnTo>
                    <a:pt x="457055" y="174067"/>
                  </a:lnTo>
                  <a:lnTo>
                    <a:pt x="458524" y="173191"/>
                  </a:lnTo>
                  <a:lnTo>
                    <a:pt x="459473" y="173498"/>
                  </a:lnTo>
                  <a:lnTo>
                    <a:pt x="460841" y="173749"/>
                  </a:lnTo>
                  <a:lnTo>
                    <a:pt x="461153" y="174456"/>
                  </a:lnTo>
                  <a:lnTo>
                    <a:pt x="461388" y="175801"/>
                  </a:lnTo>
                  <a:lnTo>
                    <a:pt x="461872" y="177314"/>
                  </a:lnTo>
                  <a:lnTo>
                    <a:pt x="463126" y="183281"/>
                  </a:lnTo>
                  <a:lnTo>
                    <a:pt x="465010" y="188161"/>
                  </a:lnTo>
                  <a:lnTo>
                    <a:pt x="465242" y="189001"/>
                  </a:lnTo>
                  <a:lnTo>
                    <a:pt x="464804" y="188264"/>
                  </a:lnTo>
                  <a:lnTo>
                    <a:pt x="463406" y="185032"/>
                  </a:lnTo>
                  <a:lnTo>
                    <a:pt x="462635" y="182698"/>
                  </a:lnTo>
                  <a:lnTo>
                    <a:pt x="461842" y="178577"/>
                  </a:lnTo>
                  <a:lnTo>
                    <a:pt x="461612" y="177654"/>
                  </a:lnTo>
                  <a:lnTo>
                    <a:pt x="461341" y="177285"/>
                  </a:lnTo>
                  <a:lnTo>
                    <a:pt x="461163" y="177585"/>
                  </a:lnTo>
                  <a:lnTo>
                    <a:pt x="461086" y="178110"/>
                  </a:lnTo>
                  <a:lnTo>
                    <a:pt x="461216" y="178513"/>
                  </a:lnTo>
                  <a:lnTo>
                    <a:pt x="460903" y="179870"/>
                  </a:lnTo>
                  <a:lnTo>
                    <a:pt x="461039" y="180492"/>
                  </a:lnTo>
                  <a:lnTo>
                    <a:pt x="461546" y="181136"/>
                  </a:lnTo>
                  <a:lnTo>
                    <a:pt x="462097" y="182742"/>
                  </a:lnTo>
                  <a:lnTo>
                    <a:pt x="462537" y="184904"/>
                  </a:lnTo>
                  <a:lnTo>
                    <a:pt x="461942" y="184028"/>
                  </a:lnTo>
                  <a:lnTo>
                    <a:pt x="461306" y="183563"/>
                  </a:lnTo>
                  <a:lnTo>
                    <a:pt x="460317" y="183207"/>
                  </a:lnTo>
                  <a:lnTo>
                    <a:pt x="459436" y="182583"/>
                  </a:lnTo>
                  <a:lnTo>
                    <a:pt x="459500" y="183478"/>
                  </a:lnTo>
                  <a:lnTo>
                    <a:pt x="459416" y="184445"/>
                  </a:lnTo>
                  <a:lnTo>
                    <a:pt x="458737" y="184150"/>
                  </a:lnTo>
                  <a:lnTo>
                    <a:pt x="458275" y="183829"/>
                  </a:lnTo>
                  <a:lnTo>
                    <a:pt x="458684" y="184860"/>
                  </a:lnTo>
                  <a:lnTo>
                    <a:pt x="457796" y="184551"/>
                  </a:lnTo>
                  <a:lnTo>
                    <a:pt x="457205" y="184615"/>
                  </a:lnTo>
                  <a:lnTo>
                    <a:pt x="456821" y="185530"/>
                  </a:lnTo>
                  <a:lnTo>
                    <a:pt x="456305" y="186085"/>
                  </a:lnTo>
                  <a:lnTo>
                    <a:pt x="455543" y="186264"/>
                  </a:lnTo>
                  <a:lnTo>
                    <a:pt x="454412" y="185428"/>
                  </a:lnTo>
                  <a:lnTo>
                    <a:pt x="454046" y="184412"/>
                  </a:lnTo>
                  <a:lnTo>
                    <a:pt x="453894" y="183282"/>
                  </a:lnTo>
                  <a:lnTo>
                    <a:pt x="453834" y="184619"/>
                  </a:lnTo>
                  <a:lnTo>
                    <a:pt x="454035" y="186011"/>
                  </a:lnTo>
                  <a:lnTo>
                    <a:pt x="453964" y="187069"/>
                  </a:lnTo>
                  <a:lnTo>
                    <a:pt x="455053" y="187264"/>
                  </a:lnTo>
                  <a:lnTo>
                    <a:pt x="456071" y="187091"/>
                  </a:lnTo>
                  <a:lnTo>
                    <a:pt x="457445" y="187135"/>
                  </a:lnTo>
                  <a:lnTo>
                    <a:pt x="458341" y="186937"/>
                  </a:lnTo>
                  <a:lnTo>
                    <a:pt x="458881" y="186601"/>
                  </a:lnTo>
                  <a:lnTo>
                    <a:pt x="460175" y="186892"/>
                  </a:lnTo>
                  <a:lnTo>
                    <a:pt x="460267" y="188171"/>
                  </a:lnTo>
                  <a:lnTo>
                    <a:pt x="460119" y="189441"/>
                  </a:lnTo>
                  <a:lnTo>
                    <a:pt x="460044" y="190795"/>
                  </a:lnTo>
                  <a:lnTo>
                    <a:pt x="460403" y="190786"/>
                  </a:lnTo>
                  <a:lnTo>
                    <a:pt x="460824" y="190353"/>
                  </a:lnTo>
                  <a:lnTo>
                    <a:pt x="461035" y="187929"/>
                  </a:lnTo>
                  <a:lnTo>
                    <a:pt x="462217" y="187034"/>
                  </a:lnTo>
                  <a:lnTo>
                    <a:pt x="462614" y="187095"/>
                  </a:lnTo>
                  <a:lnTo>
                    <a:pt x="462990" y="187874"/>
                  </a:lnTo>
                  <a:lnTo>
                    <a:pt x="463117" y="188664"/>
                  </a:lnTo>
                  <a:lnTo>
                    <a:pt x="463250" y="189749"/>
                  </a:lnTo>
                  <a:lnTo>
                    <a:pt x="462974" y="191402"/>
                  </a:lnTo>
                  <a:lnTo>
                    <a:pt x="461157" y="193335"/>
                  </a:lnTo>
                  <a:lnTo>
                    <a:pt x="459856" y="195122"/>
                  </a:lnTo>
                  <a:lnTo>
                    <a:pt x="459190" y="195486"/>
                  </a:lnTo>
                  <a:lnTo>
                    <a:pt x="458231" y="195279"/>
                  </a:lnTo>
                  <a:lnTo>
                    <a:pt x="457143" y="194829"/>
                  </a:lnTo>
                  <a:lnTo>
                    <a:pt x="456610" y="194739"/>
                  </a:lnTo>
                  <a:lnTo>
                    <a:pt x="456204" y="194888"/>
                  </a:lnTo>
                  <a:lnTo>
                    <a:pt x="455957" y="194338"/>
                  </a:lnTo>
                  <a:lnTo>
                    <a:pt x="455797" y="193334"/>
                  </a:lnTo>
                  <a:lnTo>
                    <a:pt x="455374" y="193001"/>
                  </a:lnTo>
                  <a:lnTo>
                    <a:pt x="455054" y="193038"/>
                  </a:lnTo>
                  <a:lnTo>
                    <a:pt x="454836" y="194104"/>
                  </a:lnTo>
                  <a:lnTo>
                    <a:pt x="453821" y="194408"/>
                  </a:lnTo>
                  <a:lnTo>
                    <a:pt x="452441" y="193967"/>
                  </a:lnTo>
                  <a:lnTo>
                    <a:pt x="450996" y="193070"/>
                  </a:lnTo>
                  <a:lnTo>
                    <a:pt x="451616" y="194032"/>
                  </a:lnTo>
                  <a:lnTo>
                    <a:pt x="455201" y="195828"/>
                  </a:lnTo>
                  <a:lnTo>
                    <a:pt x="455605" y="196163"/>
                  </a:lnTo>
                  <a:lnTo>
                    <a:pt x="455982" y="196654"/>
                  </a:lnTo>
                  <a:lnTo>
                    <a:pt x="455480" y="197425"/>
                  </a:lnTo>
                  <a:lnTo>
                    <a:pt x="455087" y="198292"/>
                  </a:lnTo>
                  <a:lnTo>
                    <a:pt x="455032" y="198973"/>
                  </a:lnTo>
                  <a:lnTo>
                    <a:pt x="454893" y="199403"/>
                  </a:lnTo>
                  <a:lnTo>
                    <a:pt x="453464" y="200561"/>
                  </a:lnTo>
                  <a:lnTo>
                    <a:pt x="452689" y="200357"/>
                  </a:lnTo>
                  <a:lnTo>
                    <a:pt x="450709" y="198269"/>
                  </a:lnTo>
                  <a:lnTo>
                    <a:pt x="451611" y="200075"/>
                  </a:lnTo>
                  <a:lnTo>
                    <a:pt x="452333" y="200841"/>
                  </a:lnTo>
                  <a:lnTo>
                    <a:pt x="453787" y="201249"/>
                  </a:lnTo>
                  <a:lnTo>
                    <a:pt x="456514" y="200574"/>
                  </a:lnTo>
                  <a:lnTo>
                    <a:pt x="457408" y="201311"/>
                  </a:lnTo>
                  <a:lnTo>
                    <a:pt x="456674" y="202617"/>
                  </a:lnTo>
                  <a:lnTo>
                    <a:pt x="455945" y="203533"/>
                  </a:lnTo>
                  <a:lnTo>
                    <a:pt x="454988" y="203635"/>
                  </a:lnTo>
                  <a:lnTo>
                    <a:pt x="454145" y="203883"/>
                  </a:lnTo>
                  <a:lnTo>
                    <a:pt x="453898" y="204513"/>
                  </a:lnTo>
                  <a:lnTo>
                    <a:pt x="453298" y="204552"/>
                  </a:lnTo>
                  <a:lnTo>
                    <a:pt x="452359" y="204590"/>
                  </a:lnTo>
                  <a:lnTo>
                    <a:pt x="450906" y="204647"/>
                  </a:lnTo>
                  <a:lnTo>
                    <a:pt x="450108" y="204500"/>
                  </a:lnTo>
                  <a:lnTo>
                    <a:pt x="448992" y="205787"/>
                  </a:lnTo>
                  <a:lnTo>
                    <a:pt x="448572" y="205964"/>
                  </a:lnTo>
                  <a:lnTo>
                    <a:pt x="447983" y="205722"/>
                  </a:lnTo>
                  <a:lnTo>
                    <a:pt x="447737" y="204689"/>
                  </a:lnTo>
                  <a:lnTo>
                    <a:pt x="447474" y="204181"/>
                  </a:lnTo>
                  <a:lnTo>
                    <a:pt x="447467" y="206115"/>
                  </a:lnTo>
                  <a:lnTo>
                    <a:pt x="447570" y="206636"/>
                  </a:lnTo>
                  <a:lnTo>
                    <a:pt x="447781" y="207029"/>
                  </a:lnTo>
                  <a:lnTo>
                    <a:pt x="446477" y="208078"/>
                  </a:lnTo>
                  <a:lnTo>
                    <a:pt x="445228" y="209387"/>
                  </a:lnTo>
                  <a:lnTo>
                    <a:pt x="444780" y="209743"/>
                  </a:lnTo>
                  <a:lnTo>
                    <a:pt x="444272" y="210399"/>
                  </a:lnTo>
                  <a:lnTo>
                    <a:pt x="443230" y="212293"/>
                  </a:lnTo>
                  <a:lnTo>
                    <a:pt x="442973" y="213674"/>
                  </a:lnTo>
                  <a:lnTo>
                    <a:pt x="442596" y="215214"/>
                  </a:lnTo>
                  <a:lnTo>
                    <a:pt x="442549" y="214521"/>
                  </a:lnTo>
                  <a:lnTo>
                    <a:pt x="442613" y="213354"/>
                  </a:lnTo>
                  <a:lnTo>
                    <a:pt x="442356" y="212017"/>
                  </a:lnTo>
                  <a:lnTo>
                    <a:pt x="442192" y="214466"/>
                  </a:lnTo>
                  <a:lnTo>
                    <a:pt x="441787" y="215604"/>
                  </a:lnTo>
                  <a:lnTo>
                    <a:pt x="438074" y="215523"/>
                  </a:lnTo>
                  <a:lnTo>
                    <a:pt x="436448" y="216142"/>
                  </a:lnTo>
                  <a:lnTo>
                    <a:pt x="433953" y="218222"/>
                  </a:lnTo>
                  <a:lnTo>
                    <a:pt x="433206" y="219134"/>
                  </a:lnTo>
                  <a:lnTo>
                    <a:pt x="431145" y="222660"/>
                  </a:lnTo>
                  <a:lnTo>
                    <a:pt x="430619" y="224916"/>
                  </a:lnTo>
                  <a:lnTo>
                    <a:pt x="430197" y="223968"/>
                  </a:lnTo>
                  <a:lnTo>
                    <a:pt x="430302" y="223256"/>
                  </a:lnTo>
                  <a:lnTo>
                    <a:pt x="430310" y="222674"/>
                  </a:lnTo>
                  <a:lnTo>
                    <a:pt x="429791" y="223922"/>
                  </a:lnTo>
                  <a:lnTo>
                    <a:pt x="430284" y="225739"/>
                  </a:lnTo>
                  <a:lnTo>
                    <a:pt x="429841" y="226433"/>
                  </a:lnTo>
                  <a:lnTo>
                    <a:pt x="428480" y="227729"/>
                  </a:lnTo>
                  <a:lnTo>
                    <a:pt x="427735" y="227941"/>
                  </a:lnTo>
                  <a:lnTo>
                    <a:pt x="426898" y="228309"/>
                  </a:lnTo>
                  <a:lnTo>
                    <a:pt x="426635" y="229587"/>
                  </a:lnTo>
                  <a:lnTo>
                    <a:pt x="425499" y="230765"/>
                  </a:lnTo>
                  <a:lnTo>
                    <a:pt x="424837" y="231287"/>
                  </a:lnTo>
                  <a:lnTo>
                    <a:pt x="423625" y="230971"/>
                  </a:lnTo>
                  <a:lnTo>
                    <a:pt x="423998" y="232106"/>
                  </a:lnTo>
                  <a:lnTo>
                    <a:pt x="423553" y="232964"/>
                  </a:lnTo>
                  <a:lnTo>
                    <a:pt x="422786" y="233623"/>
                  </a:lnTo>
                  <a:lnTo>
                    <a:pt x="421832" y="234053"/>
                  </a:lnTo>
                  <a:lnTo>
                    <a:pt x="421286" y="234000"/>
                  </a:lnTo>
                  <a:lnTo>
                    <a:pt x="420819" y="234229"/>
                  </a:lnTo>
                  <a:lnTo>
                    <a:pt x="420453" y="234775"/>
                  </a:lnTo>
                  <a:lnTo>
                    <a:pt x="419559" y="235285"/>
                  </a:lnTo>
                  <a:lnTo>
                    <a:pt x="418630" y="234998"/>
                  </a:lnTo>
                  <a:lnTo>
                    <a:pt x="417578" y="234826"/>
                  </a:lnTo>
                  <a:lnTo>
                    <a:pt x="416992" y="235132"/>
                  </a:lnTo>
                  <a:lnTo>
                    <a:pt x="417977" y="235639"/>
                  </a:lnTo>
                  <a:lnTo>
                    <a:pt x="418505" y="236373"/>
                  </a:lnTo>
                  <a:lnTo>
                    <a:pt x="418396" y="237363"/>
                  </a:lnTo>
                  <a:lnTo>
                    <a:pt x="418133" y="237745"/>
                  </a:lnTo>
                  <a:lnTo>
                    <a:pt x="417511" y="238262"/>
                  </a:lnTo>
                  <a:lnTo>
                    <a:pt x="417238" y="238185"/>
                  </a:lnTo>
                  <a:lnTo>
                    <a:pt x="417071" y="237719"/>
                  </a:lnTo>
                  <a:lnTo>
                    <a:pt x="416869" y="236747"/>
                  </a:lnTo>
                  <a:lnTo>
                    <a:pt x="416579" y="236954"/>
                  </a:lnTo>
                  <a:lnTo>
                    <a:pt x="416529" y="237407"/>
                  </a:lnTo>
                  <a:lnTo>
                    <a:pt x="416281" y="237568"/>
                  </a:lnTo>
                  <a:lnTo>
                    <a:pt x="415399" y="236020"/>
                  </a:lnTo>
                  <a:lnTo>
                    <a:pt x="415443" y="237201"/>
                  </a:lnTo>
                  <a:lnTo>
                    <a:pt x="415751" y="238108"/>
                  </a:lnTo>
                  <a:lnTo>
                    <a:pt x="416049" y="238569"/>
                  </a:lnTo>
                  <a:lnTo>
                    <a:pt x="416350" y="238840"/>
                  </a:lnTo>
                  <a:lnTo>
                    <a:pt x="416424" y="239261"/>
                  </a:lnTo>
                  <a:lnTo>
                    <a:pt x="415820" y="240286"/>
                  </a:lnTo>
                  <a:lnTo>
                    <a:pt x="415510" y="240515"/>
                  </a:lnTo>
                  <a:lnTo>
                    <a:pt x="414958" y="240681"/>
                  </a:lnTo>
                  <a:lnTo>
                    <a:pt x="414647" y="241313"/>
                  </a:lnTo>
                  <a:lnTo>
                    <a:pt x="414739" y="241857"/>
                  </a:lnTo>
                  <a:lnTo>
                    <a:pt x="414255" y="243038"/>
                  </a:lnTo>
                  <a:lnTo>
                    <a:pt x="413100" y="243775"/>
                  </a:lnTo>
                  <a:lnTo>
                    <a:pt x="412747" y="243747"/>
                  </a:lnTo>
                  <a:lnTo>
                    <a:pt x="412459" y="243963"/>
                  </a:lnTo>
                  <a:lnTo>
                    <a:pt x="412627" y="244488"/>
                  </a:lnTo>
                  <a:lnTo>
                    <a:pt x="412916" y="244871"/>
                  </a:lnTo>
                  <a:lnTo>
                    <a:pt x="412905" y="245227"/>
                  </a:lnTo>
                  <a:lnTo>
                    <a:pt x="412600" y="245710"/>
                  </a:lnTo>
                  <a:lnTo>
                    <a:pt x="411997" y="245844"/>
                  </a:lnTo>
                  <a:lnTo>
                    <a:pt x="411659" y="246395"/>
                  </a:lnTo>
                  <a:lnTo>
                    <a:pt x="411766" y="246915"/>
                  </a:lnTo>
                  <a:lnTo>
                    <a:pt x="411965" y="247205"/>
                  </a:lnTo>
                  <a:lnTo>
                    <a:pt x="411923" y="247705"/>
                  </a:lnTo>
                  <a:lnTo>
                    <a:pt x="411238" y="248207"/>
                  </a:lnTo>
                  <a:lnTo>
                    <a:pt x="411077" y="248701"/>
                  </a:lnTo>
                  <a:lnTo>
                    <a:pt x="411418" y="248846"/>
                  </a:lnTo>
                  <a:lnTo>
                    <a:pt x="411679" y="248701"/>
                  </a:lnTo>
                  <a:lnTo>
                    <a:pt x="411871" y="248807"/>
                  </a:lnTo>
                  <a:lnTo>
                    <a:pt x="411460" y="249632"/>
                  </a:lnTo>
                  <a:lnTo>
                    <a:pt x="411091" y="250136"/>
                  </a:lnTo>
                  <a:lnTo>
                    <a:pt x="410740" y="251040"/>
                  </a:lnTo>
                  <a:lnTo>
                    <a:pt x="409927" y="251290"/>
                  </a:lnTo>
                  <a:lnTo>
                    <a:pt x="409957" y="251582"/>
                  </a:lnTo>
                  <a:lnTo>
                    <a:pt x="410417" y="251841"/>
                  </a:lnTo>
                  <a:lnTo>
                    <a:pt x="410802" y="252536"/>
                  </a:lnTo>
                  <a:lnTo>
                    <a:pt x="410079" y="253820"/>
                  </a:lnTo>
                  <a:lnTo>
                    <a:pt x="409627" y="253715"/>
                  </a:lnTo>
                  <a:lnTo>
                    <a:pt x="409352" y="253432"/>
                  </a:lnTo>
                  <a:lnTo>
                    <a:pt x="409176" y="254445"/>
                  </a:lnTo>
                  <a:lnTo>
                    <a:pt x="409243" y="254986"/>
                  </a:lnTo>
                  <a:lnTo>
                    <a:pt x="409071" y="256091"/>
                  </a:lnTo>
                  <a:lnTo>
                    <a:pt x="408795" y="257420"/>
                  </a:lnTo>
                  <a:lnTo>
                    <a:pt x="408607" y="257966"/>
                  </a:lnTo>
                  <a:lnTo>
                    <a:pt x="408647" y="258982"/>
                  </a:lnTo>
                  <a:lnTo>
                    <a:pt x="408763" y="259963"/>
                  </a:lnTo>
                  <a:lnTo>
                    <a:pt x="409206" y="261228"/>
                  </a:lnTo>
                  <a:lnTo>
                    <a:pt x="409882" y="266400"/>
                  </a:lnTo>
                  <a:lnTo>
                    <a:pt x="410342" y="268196"/>
                  </a:lnTo>
                  <a:lnTo>
                    <a:pt x="411170" y="273041"/>
                  </a:lnTo>
                  <a:lnTo>
                    <a:pt x="412542" y="277739"/>
                  </a:lnTo>
                  <a:lnTo>
                    <a:pt x="414477" y="283418"/>
                  </a:lnTo>
                  <a:lnTo>
                    <a:pt x="417653" y="290301"/>
                  </a:lnTo>
                  <a:lnTo>
                    <a:pt x="418033" y="291281"/>
                  </a:lnTo>
                  <a:lnTo>
                    <a:pt x="417620" y="292113"/>
                  </a:lnTo>
                  <a:lnTo>
                    <a:pt x="417494" y="292974"/>
                  </a:lnTo>
                  <a:lnTo>
                    <a:pt x="417458" y="294273"/>
                  </a:lnTo>
                  <a:lnTo>
                    <a:pt x="417572" y="295539"/>
                  </a:lnTo>
                  <a:lnTo>
                    <a:pt x="417948" y="297084"/>
                  </a:lnTo>
                  <a:lnTo>
                    <a:pt x="418669" y="299446"/>
                  </a:lnTo>
                  <a:lnTo>
                    <a:pt x="418266" y="298975"/>
                  </a:lnTo>
                  <a:lnTo>
                    <a:pt x="417221" y="295584"/>
                  </a:lnTo>
                  <a:lnTo>
                    <a:pt x="417099" y="293593"/>
                  </a:lnTo>
                  <a:lnTo>
                    <a:pt x="417250" y="290768"/>
                  </a:lnTo>
                  <a:lnTo>
                    <a:pt x="417004" y="290836"/>
                  </a:lnTo>
                  <a:lnTo>
                    <a:pt x="416805" y="291754"/>
                  </a:lnTo>
                  <a:lnTo>
                    <a:pt x="416696" y="292832"/>
                  </a:lnTo>
                  <a:lnTo>
                    <a:pt x="416431" y="293250"/>
                  </a:lnTo>
                  <a:lnTo>
                    <a:pt x="416069" y="291605"/>
                  </a:lnTo>
                  <a:lnTo>
                    <a:pt x="416094" y="290861"/>
                  </a:lnTo>
                  <a:lnTo>
                    <a:pt x="416478" y="289992"/>
                  </a:lnTo>
                  <a:lnTo>
                    <a:pt x="416367" y="289679"/>
                  </a:lnTo>
                  <a:lnTo>
                    <a:pt x="415746" y="289235"/>
                  </a:lnTo>
                  <a:lnTo>
                    <a:pt x="415613" y="288535"/>
                  </a:lnTo>
                  <a:lnTo>
                    <a:pt x="415698" y="287845"/>
                  </a:lnTo>
                  <a:lnTo>
                    <a:pt x="415341" y="287476"/>
                  </a:lnTo>
                  <a:lnTo>
                    <a:pt x="415062" y="287493"/>
                  </a:lnTo>
                  <a:lnTo>
                    <a:pt x="415249" y="289196"/>
                  </a:lnTo>
                  <a:lnTo>
                    <a:pt x="415544" y="290241"/>
                  </a:lnTo>
                  <a:lnTo>
                    <a:pt x="415909" y="292747"/>
                  </a:lnTo>
                  <a:lnTo>
                    <a:pt x="416498" y="294265"/>
                  </a:lnTo>
                  <a:lnTo>
                    <a:pt x="416841" y="295538"/>
                  </a:lnTo>
                  <a:lnTo>
                    <a:pt x="420852" y="309121"/>
                  </a:lnTo>
                  <a:lnTo>
                    <a:pt x="421802" y="310851"/>
                  </a:lnTo>
                  <a:lnTo>
                    <a:pt x="422153" y="312093"/>
                  </a:lnTo>
                  <a:lnTo>
                    <a:pt x="422518" y="314691"/>
                  </a:lnTo>
                  <a:lnTo>
                    <a:pt x="422601" y="318026"/>
                  </a:lnTo>
                  <a:lnTo>
                    <a:pt x="421945" y="324121"/>
                  </a:lnTo>
                  <a:lnTo>
                    <a:pt x="421796" y="328279"/>
                  </a:lnTo>
                  <a:lnTo>
                    <a:pt x="421702" y="328152"/>
                  </a:lnTo>
                  <a:lnTo>
                    <a:pt x="421640" y="327714"/>
                  </a:lnTo>
                  <a:lnTo>
                    <a:pt x="421488" y="327654"/>
                  </a:lnTo>
                  <a:lnTo>
                    <a:pt x="420919" y="329559"/>
                  </a:lnTo>
                  <a:lnTo>
                    <a:pt x="420146" y="331277"/>
                  </a:lnTo>
                  <a:lnTo>
                    <a:pt x="419891" y="333948"/>
                  </a:lnTo>
                  <a:lnTo>
                    <a:pt x="419520" y="335285"/>
                  </a:lnTo>
                  <a:lnTo>
                    <a:pt x="418406" y="336699"/>
                  </a:lnTo>
                  <a:lnTo>
                    <a:pt x="417716" y="336663"/>
                  </a:lnTo>
                  <a:lnTo>
                    <a:pt x="416024" y="337724"/>
                  </a:lnTo>
                  <a:lnTo>
                    <a:pt x="414835" y="337448"/>
                  </a:lnTo>
                  <a:lnTo>
                    <a:pt x="413418" y="338046"/>
                  </a:lnTo>
                  <a:lnTo>
                    <a:pt x="412486" y="337979"/>
                  </a:lnTo>
                  <a:lnTo>
                    <a:pt x="411947" y="336717"/>
                  </a:lnTo>
                  <a:lnTo>
                    <a:pt x="412030" y="336153"/>
                  </a:lnTo>
                  <a:lnTo>
                    <a:pt x="412244" y="335586"/>
                  </a:lnTo>
                  <a:lnTo>
                    <a:pt x="412607" y="335453"/>
                  </a:lnTo>
                  <a:lnTo>
                    <a:pt x="413858" y="336776"/>
                  </a:lnTo>
                  <a:lnTo>
                    <a:pt x="414095" y="336220"/>
                  </a:lnTo>
                  <a:lnTo>
                    <a:pt x="413717" y="335558"/>
                  </a:lnTo>
                  <a:lnTo>
                    <a:pt x="412993" y="335189"/>
                  </a:lnTo>
                  <a:lnTo>
                    <a:pt x="412459" y="334783"/>
                  </a:lnTo>
                  <a:lnTo>
                    <a:pt x="411382" y="331768"/>
                  </a:lnTo>
                  <a:lnTo>
                    <a:pt x="410266" y="329697"/>
                  </a:lnTo>
                  <a:lnTo>
                    <a:pt x="410078" y="328313"/>
                  </a:lnTo>
                  <a:lnTo>
                    <a:pt x="408155" y="327469"/>
                  </a:lnTo>
                  <a:lnTo>
                    <a:pt x="406762" y="326192"/>
                  </a:lnTo>
                  <a:lnTo>
                    <a:pt x="405854" y="323919"/>
                  </a:lnTo>
                  <a:lnTo>
                    <a:pt x="405333" y="319889"/>
                  </a:lnTo>
                  <a:lnTo>
                    <a:pt x="404718" y="319437"/>
                  </a:lnTo>
                  <a:lnTo>
                    <a:pt x="404459" y="319123"/>
                  </a:lnTo>
                  <a:lnTo>
                    <a:pt x="405059" y="317628"/>
                  </a:lnTo>
                  <a:lnTo>
                    <a:pt x="405691" y="316374"/>
                  </a:lnTo>
                  <a:lnTo>
                    <a:pt x="405191" y="316686"/>
                  </a:lnTo>
                  <a:lnTo>
                    <a:pt x="404822" y="317150"/>
                  </a:lnTo>
                  <a:lnTo>
                    <a:pt x="404352" y="318257"/>
                  </a:lnTo>
                  <a:lnTo>
                    <a:pt x="404010" y="318427"/>
                  </a:lnTo>
                  <a:lnTo>
                    <a:pt x="403695" y="318257"/>
                  </a:lnTo>
                  <a:lnTo>
                    <a:pt x="403333" y="316133"/>
                  </a:lnTo>
                  <a:lnTo>
                    <a:pt x="403437" y="313522"/>
                  </a:lnTo>
                  <a:lnTo>
                    <a:pt x="403945" y="312545"/>
                  </a:lnTo>
                  <a:lnTo>
                    <a:pt x="403165" y="312519"/>
                  </a:lnTo>
                  <a:lnTo>
                    <a:pt x="402357" y="312891"/>
                  </a:lnTo>
                  <a:lnTo>
                    <a:pt x="402475" y="313761"/>
                  </a:lnTo>
                  <a:lnTo>
                    <a:pt x="402361" y="314239"/>
                  </a:lnTo>
                  <a:lnTo>
                    <a:pt x="401772" y="314117"/>
                  </a:lnTo>
                  <a:lnTo>
                    <a:pt x="401326" y="313811"/>
                  </a:lnTo>
                  <a:lnTo>
                    <a:pt x="400721" y="312905"/>
                  </a:lnTo>
                  <a:lnTo>
                    <a:pt x="399895" y="311177"/>
                  </a:lnTo>
                  <a:lnTo>
                    <a:pt x="398200" y="306415"/>
                  </a:lnTo>
                  <a:lnTo>
                    <a:pt x="397870" y="305743"/>
                  </a:lnTo>
                  <a:lnTo>
                    <a:pt x="397309" y="305040"/>
                  </a:lnTo>
                  <a:lnTo>
                    <a:pt x="397573" y="304822"/>
                  </a:lnTo>
                  <a:lnTo>
                    <a:pt x="398055" y="304692"/>
                  </a:lnTo>
                  <a:lnTo>
                    <a:pt x="399143" y="302549"/>
                  </a:lnTo>
                  <a:lnTo>
                    <a:pt x="399997" y="301253"/>
                  </a:lnTo>
                  <a:lnTo>
                    <a:pt x="400281" y="300357"/>
                  </a:lnTo>
                  <a:lnTo>
                    <a:pt x="400231" y="299974"/>
                  </a:lnTo>
                  <a:lnTo>
                    <a:pt x="399853" y="299416"/>
                  </a:lnTo>
                  <a:lnTo>
                    <a:pt x="399357" y="299903"/>
                  </a:lnTo>
                  <a:lnTo>
                    <a:pt x="399145" y="299764"/>
                  </a:lnTo>
                  <a:lnTo>
                    <a:pt x="398587" y="298641"/>
                  </a:lnTo>
                  <a:lnTo>
                    <a:pt x="398054" y="298323"/>
                  </a:lnTo>
                  <a:lnTo>
                    <a:pt x="397682" y="298566"/>
                  </a:lnTo>
                  <a:lnTo>
                    <a:pt x="398074" y="299487"/>
                  </a:lnTo>
                  <a:lnTo>
                    <a:pt x="398426" y="299829"/>
                  </a:lnTo>
                  <a:lnTo>
                    <a:pt x="398290" y="301168"/>
                  </a:lnTo>
                  <a:lnTo>
                    <a:pt x="398147" y="301604"/>
                  </a:lnTo>
                  <a:lnTo>
                    <a:pt x="397818" y="301989"/>
                  </a:lnTo>
                  <a:lnTo>
                    <a:pt x="397303" y="301784"/>
                  </a:lnTo>
                  <a:lnTo>
                    <a:pt x="397042" y="302115"/>
                  </a:lnTo>
                  <a:lnTo>
                    <a:pt x="396735" y="301766"/>
                  </a:lnTo>
                  <a:lnTo>
                    <a:pt x="396430" y="301178"/>
                  </a:lnTo>
                  <a:lnTo>
                    <a:pt x="396090" y="300209"/>
                  </a:lnTo>
                  <a:lnTo>
                    <a:pt x="396988" y="294758"/>
                  </a:lnTo>
                  <a:lnTo>
                    <a:pt x="397820" y="291285"/>
                  </a:lnTo>
                  <a:lnTo>
                    <a:pt x="397915" y="287322"/>
                  </a:lnTo>
                  <a:lnTo>
                    <a:pt x="397977" y="286735"/>
                  </a:lnTo>
                  <a:lnTo>
                    <a:pt x="397907" y="285682"/>
                  </a:lnTo>
                  <a:lnTo>
                    <a:pt x="396792" y="283394"/>
                  </a:lnTo>
                  <a:lnTo>
                    <a:pt x="391861" y="277810"/>
                  </a:lnTo>
                  <a:lnTo>
                    <a:pt x="388040" y="271198"/>
                  </a:lnTo>
                  <a:lnTo>
                    <a:pt x="384730" y="268717"/>
                  </a:lnTo>
                  <a:lnTo>
                    <a:pt x="382219" y="269262"/>
                  </a:lnTo>
                  <a:lnTo>
                    <a:pt x="381784" y="269761"/>
                  </a:lnTo>
                  <a:lnTo>
                    <a:pt x="381598" y="270413"/>
                  </a:lnTo>
                  <a:lnTo>
                    <a:pt x="381755" y="271150"/>
                  </a:lnTo>
                  <a:lnTo>
                    <a:pt x="381527" y="271457"/>
                  </a:lnTo>
                  <a:lnTo>
                    <a:pt x="380853" y="271419"/>
                  </a:lnTo>
                  <a:lnTo>
                    <a:pt x="379945" y="271590"/>
                  </a:lnTo>
                  <a:lnTo>
                    <a:pt x="377575" y="273331"/>
                  </a:lnTo>
                  <a:lnTo>
                    <a:pt x="376739" y="273267"/>
                  </a:lnTo>
                  <a:lnTo>
                    <a:pt x="375979" y="273718"/>
                  </a:lnTo>
                  <a:lnTo>
                    <a:pt x="375411" y="274056"/>
                  </a:lnTo>
                  <a:lnTo>
                    <a:pt x="373928" y="274239"/>
                  </a:lnTo>
                  <a:lnTo>
                    <a:pt x="372670" y="274626"/>
                  </a:lnTo>
                  <a:lnTo>
                    <a:pt x="372127" y="274417"/>
                  </a:lnTo>
                  <a:lnTo>
                    <a:pt x="371773" y="273407"/>
                  </a:lnTo>
                  <a:lnTo>
                    <a:pt x="371773" y="272362"/>
                  </a:lnTo>
                  <a:lnTo>
                    <a:pt x="372060" y="273163"/>
                  </a:lnTo>
                  <a:lnTo>
                    <a:pt x="372505" y="273790"/>
                  </a:lnTo>
                  <a:lnTo>
                    <a:pt x="372709" y="273539"/>
                  </a:lnTo>
                  <a:lnTo>
                    <a:pt x="372785" y="272985"/>
                  </a:lnTo>
                  <a:lnTo>
                    <a:pt x="372342" y="271899"/>
                  </a:lnTo>
                  <a:lnTo>
                    <a:pt x="370917" y="270503"/>
                  </a:lnTo>
                  <a:lnTo>
                    <a:pt x="369294" y="268465"/>
                  </a:lnTo>
                  <a:lnTo>
                    <a:pt x="369789" y="268532"/>
                  </a:lnTo>
                  <a:lnTo>
                    <a:pt x="369914" y="268096"/>
                  </a:lnTo>
                  <a:lnTo>
                    <a:pt x="369411" y="267523"/>
                  </a:lnTo>
                  <a:lnTo>
                    <a:pt x="369624" y="266861"/>
                  </a:lnTo>
                  <a:lnTo>
                    <a:pt x="369978" y="266166"/>
                  </a:lnTo>
                  <a:lnTo>
                    <a:pt x="369293" y="266270"/>
                  </a:lnTo>
                  <a:lnTo>
                    <a:pt x="368679" y="266757"/>
                  </a:lnTo>
                  <a:lnTo>
                    <a:pt x="368659" y="267358"/>
                  </a:lnTo>
                  <a:lnTo>
                    <a:pt x="368537" y="267836"/>
                  </a:lnTo>
                  <a:lnTo>
                    <a:pt x="368206" y="267767"/>
                  </a:lnTo>
                  <a:lnTo>
                    <a:pt x="367593" y="267175"/>
                  </a:lnTo>
                  <a:lnTo>
                    <a:pt x="364570" y="265527"/>
                  </a:lnTo>
                  <a:lnTo>
                    <a:pt x="361928" y="264598"/>
                  </a:lnTo>
                  <a:lnTo>
                    <a:pt x="363956" y="264180"/>
                  </a:lnTo>
                  <a:lnTo>
                    <a:pt x="365055" y="264505"/>
                  </a:lnTo>
                  <a:lnTo>
                    <a:pt x="364924" y="264007"/>
                  </a:lnTo>
                  <a:lnTo>
                    <a:pt x="364660" y="263690"/>
                  </a:lnTo>
                  <a:lnTo>
                    <a:pt x="363792" y="263289"/>
                  </a:lnTo>
                  <a:lnTo>
                    <a:pt x="362687" y="263441"/>
                  </a:lnTo>
                  <a:lnTo>
                    <a:pt x="361989" y="263253"/>
                  </a:lnTo>
                  <a:lnTo>
                    <a:pt x="361275" y="263650"/>
                  </a:lnTo>
                  <a:lnTo>
                    <a:pt x="360493" y="264242"/>
                  </a:lnTo>
                  <a:lnTo>
                    <a:pt x="359797" y="264546"/>
                  </a:lnTo>
                  <a:lnTo>
                    <a:pt x="357072" y="264972"/>
                  </a:lnTo>
                  <a:lnTo>
                    <a:pt x="354863" y="265433"/>
                  </a:lnTo>
                  <a:lnTo>
                    <a:pt x="355217" y="264946"/>
                  </a:lnTo>
                  <a:lnTo>
                    <a:pt x="355595" y="264633"/>
                  </a:lnTo>
                  <a:lnTo>
                    <a:pt x="356901" y="264156"/>
                  </a:lnTo>
                  <a:lnTo>
                    <a:pt x="357096" y="263165"/>
                  </a:lnTo>
                  <a:lnTo>
                    <a:pt x="356789" y="262211"/>
                  </a:lnTo>
                  <a:lnTo>
                    <a:pt x="356446" y="262440"/>
                  </a:lnTo>
                  <a:lnTo>
                    <a:pt x="356085" y="263185"/>
                  </a:lnTo>
                  <a:lnTo>
                    <a:pt x="355642" y="262648"/>
                  </a:lnTo>
                  <a:lnTo>
                    <a:pt x="355152" y="262651"/>
                  </a:lnTo>
                  <a:lnTo>
                    <a:pt x="355019" y="263837"/>
                  </a:lnTo>
                  <a:lnTo>
                    <a:pt x="354391" y="264633"/>
                  </a:lnTo>
                  <a:lnTo>
                    <a:pt x="354107" y="265433"/>
                  </a:lnTo>
                  <a:lnTo>
                    <a:pt x="352265" y="266061"/>
                  </a:lnTo>
                  <a:lnTo>
                    <a:pt x="352029" y="265852"/>
                  </a:lnTo>
                  <a:lnTo>
                    <a:pt x="352568" y="265091"/>
                  </a:lnTo>
                  <a:lnTo>
                    <a:pt x="352525" y="264668"/>
                  </a:lnTo>
                  <a:lnTo>
                    <a:pt x="351910" y="265031"/>
                  </a:lnTo>
                  <a:lnTo>
                    <a:pt x="350879" y="266473"/>
                  </a:lnTo>
                  <a:lnTo>
                    <a:pt x="347249" y="266945"/>
                  </a:lnTo>
                  <a:lnTo>
                    <a:pt x="347447" y="266617"/>
                  </a:lnTo>
                  <a:lnTo>
                    <a:pt x="348214" y="266552"/>
                  </a:lnTo>
                  <a:lnTo>
                    <a:pt x="349289" y="266095"/>
                  </a:lnTo>
                  <a:lnTo>
                    <a:pt x="349072" y="265327"/>
                  </a:lnTo>
                  <a:lnTo>
                    <a:pt x="348657" y="264483"/>
                  </a:lnTo>
                  <a:lnTo>
                    <a:pt x="348274" y="264389"/>
                  </a:lnTo>
                  <a:lnTo>
                    <a:pt x="348021" y="263894"/>
                  </a:lnTo>
                  <a:lnTo>
                    <a:pt x="348034" y="262333"/>
                  </a:lnTo>
                  <a:lnTo>
                    <a:pt x="347789" y="261421"/>
                  </a:lnTo>
                  <a:lnTo>
                    <a:pt x="347198" y="260483"/>
                  </a:lnTo>
                  <a:lnTo>
                    <a:pt x="346999" y="260663"/>
                  </a:lnTo>
                  <a:lnTo>
                    <a:pt x="346564" y="262268"/>
                  </a:lnTo>
                  <a:lnTo>
                    <a:pt x="346203" y="264372"/>
                  </a:lnTo>
                  <a:lnTo>
                    <a:pt x="346024" y="265052"/>
                  </a:lnTo>
                  <a:lnTo>
                    <a:pt x="344948" y="265100"/>
                  </a:lnTo>
                  <a:lnTo>
                    <a:pt x="343995" y="264956"/>
                  </a:lnTo>
                  <a:lnTo>
                    <a:pt x="340758" y="265209"/>
                  </a:lnTo>
                  <a:lnTo>
                    <a:pt x="339548" y="264496"/>
                  </a:lnTo>
                  <a:lnTo>
                    <a:pt x="339047" y="264359"/>
                  </a:lnTo>
                  <a:lnTo>
                    <a:pt x="338741" y="264375"/>
                  </a:lnTo>
                  <a:lnTo>
                    <a:pt x="337333" y="265029"/>
                  </a:lnTo>
                  <a:lnTo>
                    <a:pt x="335729" y="265530"/>
                  </a:lnTo>
                  <a:lnTo>
                    <a:pt x="335351" y="265372"/>
                  </a:lnTo>
                  <a:lnTo>
                    <a:pt x="334812" y="265349"/>
                  </a:lnTo>
                  <a:lnTo>
                    <a:pt x="333649" y="267053"/>
                  </a:lnTo>
                  <a:lnTo>
                    <a:pt x="332277" y="267850"/>
                  </a:lnTo>
                  <a:lnTo>
                    <a:pt x="328817" y="266417"/>
                  </a:lnTo>
                  <a:lnTo>
                    <a:pt x="327956" y="265264"/>
                  </a:lnTo>
                  <a:lnTo>
                    <a:pt x="327192" y="265017"/>
                  </a:lnTo>
                  <a:lnTo>
                    <a:pt x="326252" y="264875"/>
                  </a:lnTo>
                  <a:lnTo>
                    <a:pt x="325243" y="266294"/>
                  </a:lnTo>
                  <a:lnTo>
                    <a:pt x="324476" y="268208"/>
                  </a:lnTo>
                  <a:lnTo>
                    <a:pt x="325688" y="269258"/>
                  </a:lnTo>
                  <a:lnTo>
                    <a:pt x="326725" y="269759"/>
                  </a:lnTo>
                  <a:lnTo>
                    <a:pt x="328439" y="269339"/>
                  </a:lnTo>
                  <a:lnTo>
                    <a:pt x="329386" y="268410"/>
                  </a:lnTo>
                  <a:lnTo>
                    <a:pt x="330160" y="268440"/>
                  </a:lnTo>
                  <a:lnTo>
                    <a:pt x="330530" y="268252"/>
                  </a:lnTo>
                  <a:lnTo>
                    <a:pt x="330868" y="267767"/>
                  </a:lnTo>
                  <a:lnTo>
                    <a:pt x="331529" y="268149"/>
                  </a:lnTo>
                  <a:lnTo>
                    <a:pt x="331553" y="268533"/>
                  </a:lnTo>
                  <a:lnTo>
                    <a:pt x="331083" y="269073"/>
                  </a:lnTo>
                  <a:lnTo>
                    <a:pt x="330491" y="269528"/>
                  </a:lnTo>
                  <a:lnTo>
                    <a:pt x="330132" y="270064"/>
                  </a:lnTo>
                  <a:lnTo>
                    <a:pt x="330808" y="271144"/>
                  </a:lnTo>
                  <a:lnTo>
                    <a:pt x="331868" y="271507"/>
                  </a:lnTo>
                  <a:lnTo>
                    <a:pt x="332267" y="271350"/>
                  </a:lnTo>
                  <a:lnTo>
                    <a:pt x="332515" y="270136"/>
                  </a:lnTo>
                  <a:lnTo>
                    <a:pt x="333167" y="269354"/>
                  </a:lnTo>
                  <a:lnTo>
                    <a:pt x="334053" y="269523"/>
                  </a:lnTo>
                  <a:lnTo>
                    <a:pt x="333927" y="270013"/>
                  </a:lnTo>
                  <a:lnTo>
                    <a:pt x="334051" y="270477"/>
                  </a:lnTo>
                  <a:lnTo>
                    <a:pt x="334459" y="271267"/>
                  </a:lnTo>
                  <a:lnTo>
                    <a:pt x="334412" y="272400"/>
                  </a:lnTo>
                  <a:lnTo>
                    <a:pt x="334491" y="272673"/>
                  </a:lnTo>
                  <a:lnTo>
                    <a:pt x="333536" y="273173"/>
                  </a:lnTo>
                  <a:lnTo>
                    <a:pt x="332824" y="273342"/>
                  </a:lnTo>
                  <a:lnTo>
                    <a:pt x="332254" y="273997"/>
                  </a:lnTo>
                  <a:lnTo>
                    <a:pt x="332553" y="274377"/>
                  </a:lnTo>
                  <a:lnTo>
                    <a:pt x="331973" y="274711"/>
                  </a:lnTo>
                  <a:lnTo>
                    <a:pt x="331580" y="274577"/>
                  </a:lnTo>
                  <a:lnTo>
                    <a:pt x="331383" y="274700"/>
                  </a:lnTo>
                  <a:lnTo>
                    <a:pt x="331324" y="275102"/>
                  </a:lnTo>
                  <a:lnTo>
                    <a:pt x="331024" y="275476"/>
                  </a:lnTo>
                  <a:lnTo>
                    <a:pt x="331460" y="276600"/>
                  </a:lnTo>
                  <a:lnTo>
                    <a:pt x="332354" y="277334"/>
                  </a:lnTo>
                  <a:lnTo>
                    <a:pt x="332985" y="278254"/>
                  </a:lnTo>
                  <a:lnTo>
                    <a:pt x="335520" y="279466"/>
                  </a:lnTo>
                  <a:lnTo>
                    <a:pt x="336134" y="279431"/>
                  </a:lnTo>
                  <a:lnTo>
                    <a:pt x="336739" y="280651"/>
                  </a:lnTo>
                  <a:lnTo>
                    <a:pt x="337226" y="281070"/>
                  </a:lnTo>
                  <a:lnTo>
                    <a:pt x="337696" y="281283"/>
                  </a:lnTo>
                  <a:lnTo>
                    <a:pt x="337642" y="282123"/>
                  </a:lnTo>
                  <a:lnTo>
                    <a:pt x="336808" y="282737"/>
                  </a:lnTo>
                  <a:lnTo>
                    <a:pt x="336583" y="283470"/>
                  </a:lnTo>
                  <a:lnTo>
                    <a:pt x="336373" y="283882"/>
                  </a:lnTo>
                  <a:lnTo>
                    <a:pt x="335997" y="283360"/>
                  </a:lnTo>
                  <a:lnTo>
                    <a:pt x="335611" y="282982"/>
                  </a:lnTo>
                  <a:lnTo>
                    <a:pt x="334717" y="284132"/>
                  </a:lnTo>
                  <a:lnTo>
                    <a:pt x="334286" y="284373"/>
                  </a:lnTo>
                  <a:lnTo>
                    <a:pt x="334500" y="283134"/>
                  </a:lnTo>
                  <a:lnTo>
                    <a:pt x="334162" y="282648"/>
                  </a:lnTo>
                  <a:lnTo>
                    <a:pt x="333652" y="281405"/>
                  </a:lnTo>
                  <a:lnTo>
                    <a:pt x="332908" y="280636"/>
                  </a:lnTo>
                  <a:lnTo>
                    <a:pt x="332384" y="280382"/>
                  </a:lnTo>
                  <a:lnTo>
                    <a:pt x="331976" y="279896"/>
                  </a:lnTo>
                  <a:lnTo>
                    <a:pt x="331483" y="279699"/>
                  </a:lnTo>
                  <a:lnTo>
                    <a:pt x="331061" y="279749"/>
                  </a:lnTo>
                  <a:lnTo>
                    <a:pt x="330348" y="279466"/>
                  </a:lnTo>
                  <a:lnTo>
                    <a:pt x="330301" y="278804"/>
                  </a:lnTo>
                  <a:lnTo>
                    <a:pt x="330103" y="278309"/>
                  </a:lnTo>
                  <a:lnTo>
                    <a:pt x="329545" y="277725"/>
                  </a:lnTo>
                  <a:lnTo>
                    <a:pt x="326879" y="276621"/>
                  </a:lnTo>
                  <a:lnTo>
                    <a:pt x="326863" y="277078"/>
                  </a:lnTo>
                  <a:lnTo>
                    <a:pt x="327047" y="277422"/>
                  </a:lnTo>
                  <a:lnTo>
                    <a:pt x="327430" y="277651"/>
                  </a:lnTo>
                  <a:lnTo>
                    <a:pt x="327889" y="278096"/>
                  </a:lnTo>
                  <a:lnTo>
                    <a:pt x="327884" y="279415"/>
                  </a:lnTo>
                  <a:lnTo>
                    <a:pt x="327686" y="279974"/>
                  </a:lnTo>
                  <a:lnTo>
                    <a:pt x="327601" y="280769"/>
                  </a:lnTo>
                  <a:lnTo>
                    <a:pt x="327425" y="281578"/>
                  </a:lnTo>
                  <a:lnTo>
                    <a:pt x="327099" y="282215"/>
                  </a:lnTo>
                  <a:lnTo>
                    <a:pt x="326371" y="282650"/>
                  </a:lnTo>
                  <a:lnTo>
                    <a:pt x="326050" y="282286"/>
                  </a:lnTo>
                  <a:lnTo>
                    <a:pt x="325530" y="280545"/>
                  </a:lnTo>
                  <a:lnTo>
                    <a:pt x="324796" y="279997"/>
                  </a:lnTo>
                  <a:lnTo>
                    <a:pt x="323630" y="279932"/>
                  </a:lnTo>
                  <a:lnTo>
                    <a:pt x="322838" y="280326"/>
                  </a:lnTo>
                  <a:lnTo>
                    <a:pt x="321974" y="282012"/>
                  </a:lnTo>
                  <a:lnTo>
                    <a:pt x="321278" y="282288"/>
                  </a:lnTo>
                  <a:lnTo>
                    <a:pt x="318897" y="281414"/>
                  </a:lnTo>
                  <a:lnTo>
                    <a:pt x="316178" y="280083"/>
                  </a:lnTo>
                  <a:lnTo>
                    <a:pt x="316248" y="279639"/>
                  </a:lnTo>
                  <a:lnTo>
                    <a:pt x="316676" y="279497"/>
                  </a:lnTo>
                  <a:lnTo>
                    <a:pt x="317496" y="279679"/>
                  </a:lnTo>
                  <a:lnTo>
                    <a:pt x="317453" y="279222"/>
                  </a:lnTo>
                  <a:lnTo>
                    <a:pt x="316615" y="277735"/>
                  </a:lnTo>
                  <a:lnTo>
                    <a:pt x="316461" y="277063"/>
                  </a:lnTo>
                  <a:lnTo>
                    <a:pt x="316569" y="276244"/>
                  </a:lnTo>
                  <a:lnTo>
                    <a:pt x="316295" y="276262"/>
                  </a:lnTo>
                  <a:lnTo>
                    <a:pt x="315792" y="276950"/>
                  </a:lnTo>
                  <a:lnTo>
                    <a:pt x="314058" y="276367"/>
                  </a:lnTo>
                  <a:lnTo>
                    <a:pt x="313580" y="275670"/>
                  </a:lnTo>
                  <a:lnTo>
                    <a:pt x="312561" y="273707"/>
                  </a:lnTo>
                  <a:lnTo>
                    <a:pt x="311123" y="273643"/>
                  </a:lnTo>
                  <a:lnTo>
                    <a:pt x="310473" y="272452"/>
                  </a:lnTo>
                  <a:lnTo>
                    <a:pt x="309298" y="272951"/>
                  </a:lnTo>
                  <a:lnTo>
                    <a:pt x="308703" y="273503"/>
                  </a:lnTo>
                  <a:lnTo>
                    <a:pt x="308180" y="274357"/>
                  </a:lnTo>
                  <a:lnTo>
                    <a:pt x="308384" y="274801"/>
                  </a:lnTo>
                  <a:lnTo>
                    <a:pt x="308905" y="275505"/>
                  </a:lnTo>
                  <a:lnTo>
                    <a:pt x="308667" y="275845"/>
                  </a:lnTo>
                  <a:lnTo>
                    <a:pt x="306994" y="276347"/>
                  </a:lnTo>
                  <a:lnTo>
                    <a:pt x="303111" y="275785"/>
                  </a:lnTo>
                  <a:lnTo>
                    <a:pt x="301976" y="275261"/>
                  </a:lnTo>
                  <a:lnTo>
                    <a:pt x="300452" y="274152"/>
                  </a:lnTo>
                  <a:lnTo>
                    <a:pt x="298339" y="273248"/>
                  </a:lnTo>
                  <a:lnTo>
                    <a:pt x="297322" y="273103"/>
                  </a:lnTo>
                  <a:lnTo>
                    <a:pt x="296326" y="273282"/>
                  </a:lnTo>
                  <a:lnTo>
                    <a:pt x="293428" y="273374"/>
                  </a:lnTo>
                  <a:lnTo>
                    <a:pt x="292755" y="273615"/>
                  </a:lnTo>
                  <a:lnTo>
                    <a:pt x="292182" y="273999"/>
                  </a:lnTo>
                  <a:lnTo>
                    <a:pt x="291811" y="273574"/>
                  </a:lnTo>
                  <a:lnTo>
                    <a:pt x="291639" y="272815"/>
                  </a:lnTo>
                  <a:lnTo>
                    <a:pt x="291975" y="272692"/>
                  </a:lnTo>
                  <a:lnTo>
                    <a:pt x="292350" y="272246"/>
                  </a:lnTo>
                  <a:lnTo>
                    <a:pt x="292687" y="271364"/>
                  </a:lnTo>
                  <a:lnTo>
                    <a:pt x="292726" y="270831"/>
                  </a:lnTo>
                  <a:lnTo>
                    <a:pt x="292489" y="270483"/>
                  </a:lnTo>
                  <a:lnTo>
                    <a:pt x="292040" y="270448"/>
                  </a:lnTo>
                  <a:lnTo>
                    <a:pt x="291049" y="272746"/>
                  </a:lnTo>
                  <a:lnTo>
                    <a:pt x="291615" y="274034"/>
                  </a:lnTo>
                  <a:lnTo>
                    <a:pt x="291577" y="274498"/>
                  </a:lnTo>
                  <a:lnTo>
                    <a:pt x="289598" y="274762"/>
                  </a:lnTo>
                  <a:lnTo>
                    <a:pt x="285106" y="277355"/>
                  </a:lnTo>
                  <a:lnTo>
                    <a:pt x="283354" y="278753"/>
                  </a:lnTo>
                  <a:lnTo>
                    <a:pt x="283444" y="278283"/>
                  </a:lnTo>
                  <a:lnTo>
                    <a:pt x="285562" y="276471"/>
                  </a:lnTo>
                  <a:lnTo>
                    <a:pt x="284814" y="276193"/>
                  </a:lnTo>
                  <a:lnTo>
                    <a:pt x="283609" y="276646"/>
                  </a:lnTo>
                  <a:lnTo>
                    <a:pt x="283177" y="276472"/>
                  </a:lnTo>
                  <a:lnTo>
                    <a:pt x="283687" y="274974"/>
                  </a:lnTo>
                  <a:lnTo>
                    <a:pt x="283521" y="273652"/>
                  </a:lnTo>
                  <a:lnTo>
                    <a:pt x="282666" y="273616"/>
                  </a:lnTo>
                  <a:lnTo>
                    <a:pt x="282121" y="274671"/>
                  </a:lnTo>
                  <a:lnTo>
                    <a:pt x="281743" y="274626"/>
                  </a:lnTo>
                  <a:lnTo>
                    <a:pt x="281247" y="274174"/>
                  </a:lnTo>
                  <a:lnTo>
                    <a:pt x="280864" y="274317"/>
                  </a:lnTo>
                  <a:lnTo>
                    <a:pt x="281148" y="276708"/>
                  </a:lnTo>
                  <a:lnTo>
                    <a:pt x="281686" y="277691"/>
                  </a:lnTo>
                  <a:lnTo>
                    <a:pt x="282137" y="278945"/>
                  </a:lnTo>
                  <a:lnTo>
                    <a:pt x="280906" y="280494"/>
                  </a:lnTo>
                  <a:lnTo>
                    <a:pt x="279764" y="281773"/>
                  </a:lnTo>
                  <a:lnTo>
                    <a:pt x="279640" y="283008"/>
                  </a:lnTo>
                  <a:lnTo>
                    <a:pt x="278492" y="284617"/>
                  </a:lnTo>
                  <a:lnTo>
                    <a:pt x="277412" y="285530"/>
                  </a:lnTo>
                  <a:lnTo>
                    <a:pt x="274875" y="287675"/>
                  </a:lnTo>
                  <a:lnTo>
                    <a:pt x="274151" y="288134"/>
                  </a:lnTo>
                  <a:lnTo>
                    <a:pt x="273006" y="289130"/>
                  </a:lnTo>
                  <a:lnTo>
                    <a:pt x="271426" y="289876"/>
                  </a:lnTo>
                  <a:lnTo>
                    <a:pt x="269911" y="291061"/>
                  </a:lnTo>
                  <a:lnTo>
                    <a:pt x="269400" y="291241"/>
                  </a:lnTo>
                  <a:lnTo>
                    <a:pt x="270367" y="290238"/>
                  </a:lnTo>
                  <a:lnTo>
                    <a:pt x="271515" y="289247"/>
                  </a:lnTo>
                  <a:lnTo>
                    <a:pt x="270531" y="289383"/>
                  </a:lnTo>
                  <a:lnTo>
                    <a:pt x="269014" y="288924"/>
                  </a:lnTo>
                  <a:lnTo>
                    <a:pt x="268086" y="288897"/>
                  </a:lnTo>
                  <a:lnTo>
                    <a:pt x="268079" y="289259"/>
                  </a:lnTo>
                  <a:lnTo>
                    <a:pt x="267374" y="289769"/>
                  </a:lnTo>
                  <a:lnTo>
                    <a:pt x="266642" y="289019"/>
                  </a:lnTo>
                  <a:lnTo>
                    <a:pt x="266324" y="288514"/>
                  </a:lnTo>
                  <a:lnTo>
                    <a:pt x="266172" y="288078"/>
                  </a:lnTo>
                  <a:lnTo>
                    <a:pt x="265862" y="287973"/>
                  </a:lnTo>
                  <a:lnTo>
                    <a:pt x="265564" y="288175"/>
                  </a:lnTo>
                  <a:lnTo>
                    <a:pt x="266655" y="291245"/>
                  </a:lnTo>
                  <a:lnTo>
                    <a:pt x="267120" y="291377"/>
                  </a:lnTo>
                  <a:lnTo>
                    <a:pt x="267635" y="291682"/>
                  </a:lnTo>
                  <a:lnTo>
                    <a:pt x="266994" y="292398"/>
                  </a:lnTo>
                  <a:lnTo>
                    <a:pt x="266305" y="292940"/>
                  </a:lnTo>
                  <a:lnTo>
                    <a:pt x="265220" y="293301"/>
                  </a:lnTo>
                  <a:lnTo>
                    <a:pt x="264301" y="292180"/>
                  </a:lnTo>
                  <a:lnTo>
                    <a:pt x="264102" y="293586"/>
                  </a:lnTo>
                  <a:lnTo>
                    <a:pt x="263985" y="294990"/>
                  </a:lnTo>
                  <a:lnTo>
                    <a:pt x="263677" y="295350"/>
                  </a:lnTo>
                  <a:lnTo>
                    <a:pt x="263184" y="295863"/>
                  </a:lnTo>
                  <a:lnTo>
                    <a:pt x="262916" y="295476"/>
                  </a:lnTo>
                  <a:lnTo>
                    <a:pt x="262789" y="294933"/>
                  </a:lnTo>
                  <a:lnTo>
                    <a:pt x="262474" y="295417"/>
                  </a:lnTo>
                  <a:lnTo>
                    <a:pt x="262012" y="295781"/>
                  </a:lnTo>
                  <a:lnTo>
                    <a:pt x="261249" y="295854"/>
                  </a:lnTo>
                  <a:lnTo>
                    <a:pt x="260678" y="296048"/>
                  </a:lnTo>
                  <a:lnTo>
                    <a:pt x="260691" y="296630"/>
                  </a:lnTo>
                  <a:lnTo>
                    <a:pt x="260822" y="297214"/>
                  </a:lnTo>
                  <a:lnTo>
                    <a:pt x="261833" y="296752"/>
                  </a:lnTo>
                  <a:lnTo>
                    <a:pt x="261467" y="298255"/>
                  </a:lnTo>
                  <a:lnTo>
                    <a:pt x="260536" y="299741"/>
                  </a:lnTo>
                  <a:lnTo>
                    <a:pt x="259778" y="300091"/>
                  </a:lnTo>
                  <a:lnTo>
                    <a:pt x="258619" y="299874"/>
                  </a:lnTo>
                  <a:lnTo>
                    <a:pt x="258332" y="300023"/>
                  </a:lnTo>
                  <a:lnTo>
                    <a:pt x="258076" y="300332"/>
                  </a:lnTo>
                  <a:lnTo>
                    <a:pt x="259427" y="302655"/>
                  </a:lnTo>
                  <a:lnTo>
                    <a:pt x="258559" y="306160"/>
                  </a:lnTo>
                  <a:lnTo>
                    <a:pt x="258004" y="307430"/>
                  </a:lnTo>
                  <a:lnTo>
                    <a:pt x="257619" y="307593"/>
                  </a:lnTo>
                  <a:lnTo>
                    <a:pt x="257202" y="307630"/>
                  </a:lnTo>
                  <a:lnTo>
                    <a:pt x="255705" y="306501"/>
                  </a:lnTo>
                  <a:lnTo>
                    <a:pt x="254888" y="305628"/>
                  </a:lnTo>
                  <a:lnTo>
                    <a:pt x="255608" y="308004"/>
                  </a:lnTo>
                  <a:lnTo>
                    <a:pt x="257569" y="308698"/>
                  </a:lnTo>
                  <a:lnTo>
                    <a:pt x="257669" y="309597"/>
                  </a:lnTo>
                  <a:lnTo>
                    <a:pt x="257658" y="310365"/>
                  </a:lnTo>
                  <a:lnTo>
                    <a:pt x="257272" y="311267"/>
                  </a:lnTo>
                  <a:lnTo>
                    <a:pt x="256910" y="312465"/>
                  </a:lnTo>
                  <a:lnTo>
                    <a:pt x="257177" y="313299"/>
                  </a:lnTo>
                  <a:lnTo>
                    <a:pt x="257486" y="315362"/>
                  </a:lnTo>
                  <a:lnTo>
                    <a:pt x="257751" y="316308"/>
                  </a:lnTo>
                  <a:lnTo>
                    <a:pt x="258042" y="319180"/>
                  </a:lnTo>
                  <a:lnTo>
                    <a:pt x="258352" y="320426"/>
                  </a:lnTo>
                  <a:lnTo>
                    <a:pt x="260134" y="325010"/>
                  </a:lnTo>
                  <a:lnTo>
                    <a:pt x="260735" y="325046"/>
                  </a:lnTo>
                  <a:lnTo>
                    <a:pt x="260832" y="325542"/>
                  </a:lnTo>
                  <a:lnTo>
                    <a:pt x="260775" y="326494"/>
                  </a:lnTo>
                  <a:lnTo>
                    <a:pt x="259492" y="326771"/>
                  </a:lnTo>
                  <a:lnTo>
                    <a:pt x="258954" y="327196"/>
                  </a:lnTo>
                  <a:lnTo>
                    <a:pt x="258849" y="327564"/>
                  </a:lnTo>
                  <a:lnTo>
                    <a:pt x="258770" y="327763"/>
                  </a:lnTo>
                  <a:lnTo>
                    <a:pt x="258604" y="327745"/>
                  </a:lnTo>
                  <a:lnTo>
                    <a:pt x="257993" y="327480"/>
                  </a:lnTo>
                  <a:lnTo>
                    <a:pt x="256602" y="326178"/>
                  </a:lnTo>
                  <a:lnTo>
                    <a:pt x="254576" y="325370"/>
                  </a:lnTo>
                  <a:lnTo>
                    <a:pt x="251914" y="325058"/>
                  </a:lnTo>
                  <a:lnTo>
                    <a:pt x="250095" y="324406"/>
                  </a:lnTo>
                  <a:lnTo>
                    <a:pt x="249120" y="323413"/>
                  </a:lnTo>
                  <a:lnTo>
                    <a:pt x="248100" y="322825"/>
                  </a:lnTo>
                  <a:lnTo>
                    <a:pt x="247037" y="322639"/>
                  </a:lnTo>
                  <a:lnTo>
                    <a:pt x="246156" y="322101"/>
                  </a:lnTo>
                  <a:lnTo>
                    <a:pt x="245458" y="321209"/>
                  </a:lnTo>
                  <a:lnTo>
                    <a:pt x="244436" y="320639"/>
                  </a:lnTo>
                  <a:lnTo>
                    <a:pt x="243092" y="320392"/>
                  </a:lnTo>
                  <a:lnTo>
                    <a:pt x="242217" y="319723"/>
                  </a:lnTo>
                  <a:lnTo>
                    <a:pt x="241606" y="318064"/>
                  </a:lnTo>
                  <a:lnTo>
                    <a:pt x="241061" y="315330"/>
                  </a:lnTo>
                  <a:lnTo>
                    <a:pt x="240375" y="313617"/>
                  </a:lnTo>
                  <a:lnTo>
                    <a:pt x="239040" y="311498"/>
                  </a:lnTo>
                  <a:lnTo>
                    <a:pt x="238917" y="311218"/>
                  </a:lnTo>
                  <a:lnTo>
                    <a:pt x="238906" y="310870"/>
                  </a:lnTo>
                  <a:lnTo>
                    <a:pt x="239072" y="309636"/>
                  </a:lnTo>
                  <a:lnTo>
                    <a:pt x="238931" y="308750"/>
                  </a:lnTo>
                  <a:lnTo>
                    <a:pt x="238508" y="308027"/>
                  </a:lnTo>
                  <a:lnTo>
                    <a:pt x="238411" y="307262"/>
                  </a:lnTo>
                  <a:lnTo>
                    <a:pt x="238640" y="306457"/>
                  </a:lnTo>
                  <a:lnTo>
                    <a:pt x="238655" y="305490"/>
                  </a:lnTo>
                  <a:lnTo>
                    <a:pt x="238456" y="304361"/>
                  </a:lnTo>
                  <a:lnTo>
                    <a:pt x="237604" y="303140"/>
                  </a:lnTo>
                  <a:lnTo>
                    <a:pt x="236101" y="301828"/>
                  </a:lnTo>
                  <a:lnTo>
                    <a:pt x="234820" y="299912"/>
                  </a:lnTo>
                  <a:lnTo>
                    <a:pt x="233762" y="297394"/>
                  </a:lnTo>
                  <a:lnTo>
                    <a:pt x="232716" y="295649"/>
                  </a:lnTo>
                  <a:lnTo>
                    <a:pt x="231682" y="294677"/>
                  </a:lnTo>
                  <a:lnTo>
                    <a:pt x="230975" y="293491"/>
                  </a:lnTo>
                  <a:lnTo>
                    <a:pt x="230594" y="292090"/>
                  </a:lnTo>
                  <a:lnTo>
                    <a:pt x="230482" y="291277"/>
                  </a:lnTo>
                  <a:lnTo>
                    <a:pt x="230637" y="291052"/>
                  </a:lnTo>
                  <a:lnTo>
                    <a:pt x="230002" y="289494"/>
                  </a:lnTo>
                  <a:lnTo>
                    <a:pt x="228575" y="286605"/>
                  </a:lnTo>
                  <a:lnTo>
                    <a:pt x="227756" y="284493"/>
                  </a:lnTo>
                  <a:lnTo>
                    <a:pt x="227544" y="283157"/>
                  </a:lnTo>
                  <a:lnTo>
                    <a:pt x="226637" y="281567"/>
                  </a:lnTo>
                  <a:lnTo>
                    <a:pt x="225033" y="279724"/>
                  </a:lnTo>
                  <a:lnTo>
                    <a:pt x="224161" y="278525"/>
                  </a:lnTo>
                  <a:lnTo>
                    <a:pt x="223946" y="277692"/>
                  </a:lnTo>
                  <a:lnTo>
                    <a:pt x="221443" y="275269"/>
                  </a:lnTo>
                  <a:lnTo>
                    <a:pt x="220716" y="273756"/>
                  </a:lnTo>
                  <a:lnTo>
                    <a:pt x="220149" y="273278"/>
                  </a:lnTo>
                  <a:lnTo>
                    <a:pt x="219497" y="273330"/>
                  </a:lnTo>
                  <a:lnTo>
                    <a:pt x="219162" y="273184"/>
                  </a:lnTo>
                  <a:lnTo>
                    <a:pt x="219146" y="272843"/>
                  </a:lnTo>
                  <a:lnTo>
                    <a:pt x="218935" y="272826"/>
                  </a:lnTo>
                  <a:lnTo>
                    <a:pt x="218528" y="273137"/>
                  </a:lnTo>
                  <a:lnTo>
                    <a:pt x="217197" y="273199"/>
                  </a:lnTo>
                  <a:lnTo>
                    <a:pt x="214940" y="273015"/>
                  </a:lnTo>
                  <a:lnTo>
                    <a:pt x="213311" y="272603"/>
                  </a:lnTo>
                  <a:lnTo>
                    <a:pt x="212310" y="271962"/>
                  </a:lnTo>
                  <a:lnTo>
                    <a:pt x="211608" y="272048"/>
                  </a:lnTo>
                  <a:lnTo>
                    <a:pt x="211206" y="272862"/>
                  </a:lnTo>
                  <a:lnTo>
                    <a:pt x="210348" y="273386"/>
                  </a:lnTo>
                  <a:lnTo>
                    <a:pt x="209036" y="273620"/>
                  </a:lnTo>
                  <a:lnTo>
                    <a:pt x="207908" y="275132"/>
                  </a:lnTo>
                  <a:lnTo>
                    <a:pt x="206964" y="277921"/>
                  </a:lnTo>
                  <a:lnTo>
                    <a:pt x="206549" y="279715"/>
                  </a:lnTo>
                  <a:lnTo>
                    <a:pt x="206664" y="280515"/>
                  </a:lnTo>
                  <a:lnTo>
                    <a:pt x="206415" y="281095"/>
                  </a:lnTo>
                  <a:lnTo>
                    <a:pt x="205802" y="281458"/>
                  </a:lnTo>
                  <a:lnTo>
                    <a:pt x="205177" y="282269"/>
                  </a:lnTo>
                  <a:lnTo>
                    <a:pt x="204542" y="283529"/>
                  </a:lnTo>
                  <a:lnTo>
                    <a:pt x="203801" y="284138"/>
                  </a:lnTo>
                  <a:lnTo>
                    <a:pt x="202955" y="284098"/>
                  </a:lnTo>
                  <a:lnTo>
                    <a:pt x="201392" y="283127"/>
                  </a:lnTo>
                  <a:lnTo>
                    <a:pt x="199112" y="281228"/>
                  </a:lnTo>
                  <a:lnTo>
                    <a:pt x="197324" y="280054"/>
                  </a:lnTo>
                  <a:lnTo>
                    <a:pt x="196029" y="279606"/>
                  </a:lnTo>
                  <a:lnTo>
                    <a:pt x="194886" y="278727"/>
                  </a:lnTo>
                  <a:lnTo>
                    <a:pt x="193893" y="277420"/>
                  </a:lnTo>
                  <a:lnTo>
                    <a:pt x="192979" y="276547"/>
                  </a:lnTo>
                  <a:lnTo>
                    <a:pt x="192142" y="276111"/>
                  </a:lnTo>
                  <a:lnTo>
                    <a:pt x="191164" y="274661"/>
                  </a:lnTo>
                  <a:lnTo>
                    <a:pt x="190046" y="272198"/>
                  </a:lnTo>
                  <a:lnTo>
                    <a:pt x="189486" y="270297"/>
                  </a:lnTo>
                  <a:lnTo>
                    <a:pt x="189486" y="268291"/>
                  </a:lnTo>
                  <a:lnTo>
                    <a:pt x="188024" y="263922"/>
                  </a:lnTo>
                  <a:lnTo>
                    <a:pt x="187249" y="262029"/>
                  </a:lnTo>
                  <a:lnTo>
                    <a:pt x="186672" y="261156"/>
                  </a:lnTo>
                  <a:lnTo>
                    <a:pt x="185543" y="260115"/>
                  </a:lnTo>
                  <a:lnTo>
                    <a:pt x="183862" y="258906"/>
                  </a:lnTo>
                  <a:lnTo>
                    <a:pt x="181609" y="256486"/>
                  </a:lnTo>
                  <a:lnTo>
                    <a:pt x="178783" y="252856"/>
                  </a:lnTo>
                  <a:lnTo>
                    <a:pt x="176783" y="250670"/>
                  </a:lnTo>
                  <a:lnTo>
                    <a:pt x="175610" y="249928"/>
                  </a:lnTo>
                  <a:lnTo>
                    <a:pt x="174592" y="248620"/>
                  </a:lnTo>
                  <a:lnTo>
                    <a:pt x="173728" y="246747"/>
                  </a:lnTo>
                  <a:lnTo>
                    <a:pt x="172723" y="245475"/>
                  </a:lnTo>
                  <a:lnTo>
                    <a:pt x="170643" y="245459"/>
                  </a:lnTo>
                  <a:lnTo>
                    <a:pt x="168564" y="245443"/>
                  </a:lnTo>
                  <a:lnTo>
                    <a:pt x="166484" y="245427"/>
                  </a:lnTo>
                  <a:lnTo>
                    <a:pt x="164404" y="245411"/>
                  </a:lnTo>
                  <a:lnTo>
                    <a:pt x="162324" y="245396"/>
                  </a:lnTo>
                  <a:lnTo>
                    <a:pt x="160244" y="245379"/>
                  </a:lnTo>
                  <a:lnTo>
                    <a:pt x="158165" y="245364"/>
                  </a:lnTo>
                  <a:lnTo>
                    <a:pt x="156085" y="245347"/>
                  </a:lnTo>
                  <a:lnTo>
                    <a:pt x="156079" y="246916"/>
                  </a:lnTo>
                  <a:lnTo>
                    <a:pt x="156072" y="248485"/>
                  </a:lnTo>
                  <a:lnTo>
                    <a:pt x="156066" y="250054"/>
                  </a:lnTo>
                  <a:lnTo>
                    <a:pt x="156060" y="251622"/>
                  </a:lnTo>
                  <a:lnTo>
                    <a:pt x="152717" y="251631"/>
                  </a:lnTo>
                  <a:lnTo>
                    <a:pt x="149373" y="251641"/>
                  </a:lnTo>
                  <a:lnTo>
                    <a:pt x="146029" y="251650"/>
                  </a:lnTo>
                  <a:lnTo>
                    <a:pt x="142685" y="251659"/>
                  </a:lnTo>
                  <a:lnTo>
                    <a:pt x="139341" y="251668"/>
                  </a:lnTo>
                  <a:lnTo>
                    <a:pt x="135997" y="251677"/>
                  </a:lnTo>
                  <a:lnTo>
                    <a:pt x="132654" y="251686"/>
                  </a:lnTo>
                  <a:lnTo>
                    <a:pt x="129310" y="251695"/>
                  </a:lnTo>
                  <a:lnTo>
                    <a:pt x="124823" y="249630"/>
                  </a:lnTo>
                  <a:lnTo>
                    <a:pt x="120336" y="247567"/>
                  </a:lnTo>
                  <a:lnTo>
                    <a:pt x="115849" y="245502"/>
                  </a:lnTo>
                  <a:lnTo>
                    <a:pt x="111363" y="243438"/>
                  </a:lnTo>
                  <a:lnTo>
                    <a:pt x="106876" y="241373"/>
                  </a:lnTo>
                  <a:lnTo>
                    <a:pt x="102389" y="239308"/>
                  </a:lnTo>
                  <a:lnTo>
                    <a:pt x="97902" y="237244"/>
                  </a:lnTo>
                  <a:lnTo>
                    <a:pt x="93416" y="235180"/>
                  </a:lnTo>
                  <a:lnTo>
                    <a:pt x="93869" y="234392"/>
                  </a:lnTo>
                  <a:lnTo>
                    <a:pt x="94468" y="232292"/>
                  </a:lnTo>
                  <a:lnTo>
                    <a:pt x="93386" y="232440"/>
                  </a:lnTo>
                  <a:lnTo>
                    <a:pt x="90679" y="232739"/>
                  </a:lnTo>
                  <a:lnTo>
                    <a:pt x="87972" y="233038"/>
                  </a:lnTo>
                  <a:lnTo>
                    <a:pt x="85265" y="233336"/>
                  </a:lnTo>
                  <a:lnTo>
                    <a:pt x="82557" y="233635"/>
                  </a:lnTo>
                  <a:lnTo>
                    <a:pt x="79850" y="233934"/>
                  </a:lnTo>
                  <a:lnTo>
                    <a:pt x="77143" y="234233"/>
                  </a:lnTo>
                  <a:lnTo>
                    <a:pt x="74436" y="234532"/>
                  </a:lnTo>
                  <a:lnTo>
                    <a:pt x="71708" y="234741"/>
                  </a:lnTo>
                  <a:lnTo>
                    <a:pt x="71642" y="233215"/>
                  </a:lnTo>
                  <a:lnTo>
                    <a:pt x="71204" y="232675"/>
                  </a:lnTo>
                  <a:lnTo>
                    <a:pt x="70639" y="233008"/>
                  </a:lnTo>
                  <a:lnTo>
                    <a:pt x="70381" y="231024"/>
                  </a:lnTo>
                  <a:lnTo>
                    <a:pt x="70522" y="230088"/>
                  </a:lnTo>
                  <a:lnTo>
                    <a:pt x="70454" y="229174"/>
                  </a:lnTo>
                  <a:lnTo>
                    <a:pt x="69925" y="226926"/>
                  </a:lnTo>
                  <a:lnTo>
                    <a:pt x="68520" y="224200"/>
                  </a:lnTo>
                  <a:lnTo>
                    <a:pt x="65482" y="220811"/>
                  </a:lnTo>
                  <a:lnTo>
                    <a:pt x="63934" y="219679"/>
                  </a:lnTo>
                  <a:lnTo>
                    <a:pt x="62719" y="218249"/>
                  </a:lnTo>
                  <a:lnTo>
                    <a:pt x="61949" y="217851"/>
                  </a:lnTo>
                  <a:lnTo>
                    <a:pt x="60980" y="217741"/>
                  </a:lnTo>
                  <a:lnTo>
                    <a:pt x="60698" y="218387"/>
                  </a:lnTo>
                  <a:lnTo>
                    <a:pt x="59598" y="217945"/>
                  </a:lnTo>
                  <a:lnTo>
                    <a:pt x="59763" y="216350"/>
                  </a:lnTo>
                  <a:lnTo>
                    <a:pt x="58692" y="214131"/>
                  </a:lnTo>
                  <a:lnTo>
                    <a:pt x="57816" y="213886"/>
                  </a:lnTo>
                  <a:lnTo>
                    <a:pt x="55610" y="214033"/>
                  </a:lnTo>
                  <a:lnTo>
                    <a:pt x="52660" y="212812"/>
                  </a:lnTo>
                  <a:lnTo>
                    <a:pt x="51789" y="212085"/>
                  </a:lnTo>
                  <a:lnTo>
                    <a:pt x="51488" y="210783"/>
                  </a:lnTo>
                  <a:lnTo>
                    <a:pt x="50107" y="209651"/>
                  </a:lnTo>
                  <a:lnTo>
                    <a:pt x="48287" y="208543"/>
                  </a:lnTo>
                  <a:lnTo>
                    <a:pt x="47273" y="208799"/>
                  </a:lnTo>
                  <a:lnTo>
                    <a:pt x="45947" y="208628"/>
                  </a:lnTo>
                  <a:lnTo>
                    <a:pt x="44058" y="207828"/>
                  </a:lnTo>
                  <a:lnTo>
                    <a:pt x="42956" y="207728"/>
                  </a:lnTo>
                  <a:lnTo>
                    <a:pt x="40809" y="207964"/>
                  </a:lnTo>
                  <a:lnTo>
                    <a:pt x="40007" y="207796"/>
                  </a:lnTo>
                  <a:lnTo>
                    <a:pt x="39263" y="206788"/>
                  </a:lnTo>
                  <a:lnTo>
                    <a:pt x="38460" y="206284"/>
                  </a:lnTo>
                  <a:lnTo>
                    <a:pt x="38630" y="205043"/>
                  </a:lnTo>
                  <a:lnTo>
                    <a:pt x="38527" y="203922"/>
                  </a:lnTo>
                  <a:lnTo>
                    <a:pt x="38648" y="203049"/>
                  </a:lnTo>
                  <a:lnTo>
                    <a:pt x="38287" y="201134"/>
                  </a:lnTo>
                  <a:lnTo>
                    <a:pt x="38565" y="199359"/>
                  </a:lnTo>
                  <a:lnTo>
                    <a:pt x="38324" y="198719"/>
                  </a:lnTo>
                  <a:lnTo>
                    <a:pt x="37870" y="198227"/>
                  </a:lnTo>
                  <a:lnTo>
                    <a:pt x="36448" y="197502"/>
                  </a:lnTo>
                  <a:lnTo>
                    <a:pt x="36188" y="196591"/>
                  </a:lnTo>
                  <a:lnTo>
                    <a:pt x="36420" y="195329"/>
                  </a:lnTo>
                  <a:lnTo>
                    <a:pt x="36049" y="194497"/>
                  </a:lnTo>
                  <a:lnTo>
                    <a:pt x="34883" y="193720"/>
                  </a:lnTo>
                  <a:lnTo>
                    <a:pt x="33794" y="191958"/>
                  </a:lnTo>
                  <a:lnTo>
                    <a:pt x="32413" y="190993"/>
                  </a:lnTo>
                  <a:lnTo>
                    <a:pt x="31846" y="189376"/>
                  </a:lnTo>
                  <a:lnTo>
                    <a:pt x="30995" y="188377"/>
                  </a:lnTo>
                  <a:lnTo>
                    <a:pt x="30700" y="187491"/>
                  </a:lnTo>
                  <a:lnTo>
                    <a:pt x="28813" y="184329"/>
                  </a:lnTo>
                  <a:lnTo>
                    <a:pt x="26798" y="181861"/>
                  </a:lnTo>
                  <a:lnTo>
                    <a:pt x="26488" y="180440"/>
                  </a:lnTo>
                  <a:lnTo>
                    <a:pt x="26408" y="178495"/>
                  </a:lnTo>
                  <a:lnTo>
                    <a:pt x="27198" y="177308"/>
                  </a:lnTo>
                  <a:lnTo>
                    <a:pt x="27625" y="176264"/>
                  </a:lnTo>
                  <a:lnTo>
                    <a:pt x="27582" y="175306"/>
                  </a:lnTo>
                  <a:lnTo>
                    <a:pt x="27460" y="174605"/>
                  </a:lnTo>
                  <a:lnTo>
                    <a:pt x="26767" y="173382"/>
                  </a:lnTo>
                  <a:lnTo>
                    <a:pt x="24085" y="172656"/>
                  </a:lnTo>
                  <a:lnTo>
                    <a:pt x="21902" y="169636"/>
                  </a:lnTo>
                  <a:lnTo>
                    <a:pt x="21774" y="167326"/>
                  </a:lnTo>
                  <a:lnTo>
                    <a:pt x="20915" y="164962"/>
                  </a:lnTo>
                  <a:lnTo>
                    <a:pt x="20903" y="163425"/>
                  </a:lnTo>
                  <a:lnTo>
                    <a:pt x="20773" y="161763"/>
                  </a:lnTo>
                  <a:lnTo>
                    <a:pt x="21422" y="161400"/>
                  </a:lnTo>
                  <a:lnTo>
                    <a:pt x="22004" y="161532"/>
                  </a:lnTo>
                  <a:lnTo>
                    <a:pt x="21946" y="162194"/>
                  </a:lnTo>
                  <a:lnTo>
                    <a:pt x="22140" y="163382"/>
                  </a:lnTo>
                  <a:lnTo>
                    <a:pt x="22822" y="164275"/>
                  </a:lnTo>
                  <a:lnTo>
                    <a:pt x="23475" y="164665"/>
                  </a:lnTo>
                  <a:lnTo>
                    <a:pt x="24067" y="165533"/>
                  </a:lnTo>
                  <a:lnTo>
                    <a:pt x="24512" y="165796"/>
                  </a:lnTo>
                  <a:lnTo>
                    <a:pt x="24971" y="165859"/>
                  </a:lnTo>
                  <a:lnTo>
                    <a:pt x="24725" y="165302"/>
                  </a:lnTo>
                  <a:lnTo>
                    <a:pt x="24464" y="164945"/>
                  </a:lnTo>
                  <a:lnTo>
                    <a:pt x="24143" y="163792"/>
                  </a:lnTo>
                  <a:lnTo>
                    <a:pt x="23536" y="162320"/>
                  </a:lnTo>
                  <a:lnTo>
                    <a:pt x="22838" y="161507"/>
                  </a:lnTo>
                  <a:lnTo>
                    <a:pt x="22483" y="160025"/>
                  </a:lnTo>
                  <a:lnTo>
                    <a:pt x="22180" y="159682"/>
                  </a:lnTo>
                  <a:lnTo>
                    <a:pt x="21991" y="159132"/>
                  </a:lnTo>
                  <a:lnTo>
                    <a:pt x="22665" y="158480"/>
                  </a:lnTo>
                  <a:lnTo>
                    <a:pt x="23585" y="158016"/>
                  </a:lnTo>
                  <a:lnTo>
                    <a:pt x="24818" y="157890"/>
                  </a:lnTo>
                  <a:lnTo>
                    <a:pt x="28317" y="158107"/>
                  </a:lnTo>
                  <a:lnTo>
                    <a:pt x="29062" y="157728"/>
                  </a:lnTo>
                  <a:lnTo>
                    <a:pt x="29678" y="157852"/>
                  </a:lnTo>
                  <a:lnTo>
                    <a:pt x="30129" y="157803"/>
                  </a:lnTo>
                  <a:lnTo>
                    <a:pt x="29179" y="157412"/>
                  </a:lnTo>
                  <a:lnTo>
                    <a:pt x="28644" y="157539"/>
                  </a:lnTo>
                  <a:lnTo>
                    <a:pt x="28016" y="157460"/>
                  </a:lnTo>
                  <a:lnTo>
                    <a:pt x="26766" y="157536"/>
                  </a:lnTo>
                  <a:lnTo>
                    <a:pt x="26261" y="157371"/>
                  </a:lnTo>
                  <a:lnTo>
                    <a:pt x="25703" y="156907"/>
                  </a:lnTo>
                  <a:lnTo>
                    <a:pt x="25340" y="156859"/>
                  </a:lnTo>
                  <a:lnTo>
                    <a:pt x="24183" y="157668"/>
                  </a:lnTo>
                  <a:lnTo>
                    <a:pt x="23667" y="157570"/>
                  </a:lnTo>
                  <a:lnTo>
                    <a:pt x="22449" y="156687"/>
                  </a:lnTo>
                  <a:lnTo>
                    <a:pt x="21917" y="156562"/>
                  </a:lnTo>
                  <a:lnTo>
                    <a:pt x="21060" y="157064"/>
                  </a:lnTo>
                  <a:lnTo>
                    <a:pt x="20956" y="159230"/>
                  </a:lnTo>
                  <a:lnTo>
                    <a:pt x="21221" y="160839"/>
                  </a:lnTo>
                  <a:lnTo>
                    <a:pt x="20706" y="161003"/>
                  </a:lnTo>
                  <a:lnTo>
                    <a:pt x="20111" y="160339"/>
                  </a:lnTo>
                  <a:lnTo>
                    <a:pt x="19198" y="159944"/>
                  </a:lnTo>
                  <a:lnTo>
                    <a:pt x="18444" y="159340"/>
                  </a:lnTo>
                  <a:lnTo>
                    <a:pt x="17379" y="158219"/>
                  </a:lnTo>
                  <a:lnTo>
                    <a:pt x="16821" y="157809"/>
                  </a:lnTo>
                  <a:lnTo>
                    <a:pt x="16189" y="158741"/>
                  </a:lnTo>
                  <a:lnTo>
                    <a:pt x="16163" y="158313"/>
                  </a:lnTo>
                  <a:lnTo>
                    <a:pt x="16478" y="157229"/>
                  </a:lnTo>
                  <a:lnTo>
                    <a:pt x="16389" y="155411"/>
                  </a:lnTo>
                  <a:lnTo>
                    <a:pt x="17343" y="156862"/>
                  </a:lnTo>
                  <a:lnTo>
                    <a:pt x="17046" y="155840"/>
                  </a:lnTo>
                  <a:lnTo>
                    <a:pt x="16305" y="154717"/>
                  </a:lnTo>
                  <a:lnTo>
                    <a:pt x="15740" y="154327"/>
                  </a:lnTo>
                  <a:lnTo>
                    <a:pt x="15031" y="152316"/>
                  </a:lnTo>
                  <a:lnTo>
                    <a:pt x="13436" y="151109"/>
                  </a:lnTo>
                  <a:lnTo>
                    <a:pt x="12158" y="149159"/>
                  </a:lnTo>
                  <a:lnTo>
                    <a:pt x="9544" y="145928"/>
                  </a:lnTo>
                  <a:lnTo>
                    <a:pt x="9370" y="143086"/>
                  </a:lnTo>
                  <a:lnTo>
                    <a:pt x="8416" y="139496"/>
                  </a:lnTo>
                  <a:lnTo>
                    <a:pt x="8819" y="137452"/>
                  </a:lnTo>
                  <a:lnTo>
                    <a:pt x="8765" y="136005"/>
                  </a:lnTo>
                  <a:lnTo>
                    <a:pt x="8297" y="133818"/>
                  </a:lnTo>
                  <a:lnTo>
                    <a:pt x="7809" y="132628"/>
                  </a:lnTo>
                  <a:lnTo>
                    <a:pt x="5690" y="129368"/>
                  </a:lnTo>
                  <a:lnTo>
                    <a:pt x="3651" y="127172"/>
                  </a:lnTo>
                  <a:lnTo>
                    <a:pt x="3343" y="125511"/>
                  </a:lnTo>
                  <a:lnTo>
                    <a:pt x="3200" y="123835"/>
                  </a:lnTo>
                  <a:lnTo>
                    <a:pt x="3646" y="122344"/>
                  </a:lnTo>
                  <a:lnTo>
                    <a:pt x="4032" y="120776"/>
                  </a:lnTo>
                  <a:lnTo>
                    <a:pt x="4314" y="120361"/>
                  </a:lnTo>
                  <a:lnTo>
                    <a:pt x="4424" y="120534"/>
                  </a:lnTo>
                  <a:lnTo>
                    <a:pt x="4346" y="120869"/>
                  </a:lnTo>
                  <a:lnTo>
                    <a:pt x="4635" y="120972"/>
                  </a:lnTo>
                  <a:lnTo>
                    <a:pt x="4744" y="120280"/>
                  </a:lnTo>
                  <a:lnTo>
                    <a:pt x="4917" y="119923"/>
                  </a:lnTo>
                  <a:lnTo>
                    <a:pt x="4611" y="119876"/>
                  </a:lnTo>
                  <a:lnTo>
                    <a:pt x="4643" y="119658"/>
                  </a:lnTo>
                  <a:lnTo>
                    <a:pt x="4825" y="119220"/>
                  </a:lnTo>
                  <a:lnTo>
                    <a:pt x="5457" y="117160"/>
                  </a:lnTo>
                  <a:lnTo>
                    <a:pt x="5392" y="114564"/>
                  </a:lnTo>
                  <a:lnTo>
                    <a:pt x="6068" y="111380"/>
                  </a:lnTo>
                  <a:lnTo>
                    <a:pt x="6036" y="110329"/>
                  </a:lnTo>
                  <a:lnTo>
                    <a:pt x="5603" y="108067"/>
                  </a:lnTo>
                  <a:lnTo>
                    <a:pt x="5172" y="106710"/>
                  </a:lnTo>
                  <a:lnTo>
                    <a:pt x="4402" y="105749"/>
                  </a:lnTo>
                  <a:lnTo>
                    <a:pt x="4742" y="104345"/>
                  </a:lnTo>
                  <a:lnTo>
                    <a:pt x="4714" y="103005"/>
                  </a:lnTo>
                  <a:lnTo>
                    <a:pt x="3355" y="101077"/>
                  </a:lnTo>
                  <a:lnTo>
                    <a:pt x="2837" y="98546"/>
                  </a:lnTo>
                  <a:lnTo>
                    <a:pt x="2738" y="97477"/>
                  </a:lnTo>
                  <a:lnTo>
                    <a:pt x="2874" y="94650"/>
                  </a:lnTo>
                  <a:lnTo>
                    <a:pt x="2518" y="93443"/>
                  </a:lnTo>
                  <a:lnTo>
                    <a:pt x="1611" y="91453"/>
                  </a:lnTo>
                  <a:lnTo>
                    <a:pt x="1999" y="89724"/>
                  </a:lnTo>
                  <a:lnTo>
                    <a:pt x="2417" y="88671"/>
                  </a:lnTo>
                  <a:lnTo>
                    <a:pt x="3437" y="84078"/>
                  </a:lnTo>
                  <a:lnTo>
                    <a:pt x="3683" y="83707"/>
                  </a:lnTo>
                  <a:lnTo>
                    <a:pt x="4110" y="83719"/>
                  </a:lnTo>
                  <a:lnTo>
                    <a:pt x="4853" y="82938"/>
                  </a:lnTo>
                  <a:lnTo>
                    <a:pt x="4511" y="82756"/>
                  </a:lnTo>
                  <a:lnTo>
                    <a:pt x="3992" y="83128"/>
                  </a:lnTo>
                  <a:lnTo>
                    <a:pt x="4453" y="81311"/>
                  </a:lnTo>
                  <a:lnTo>
                    <a:pt x="4972" y="79755"/>
                  </a:lnTo>
                  <a:lnTo>
                    <a:pt x="5309" y="79195"/>
                  </a:lnTo>
                  <a:lnTo>
                    <a:pt x="5480" y="74119"/>
                  </a:lnTo>
                  <a:lnTo>
                    <a:pt x="5778" y="70239"/>
                  </a:lnTo>
                  <a:lnTo>
                    <a:pt x="6267" y="68960"/>
                  </a:lnTo>
                  <a:lnTo>
                    <a:pt x="6097" y="67641"/>
                  </a:lnTo>
                  <a:lnTo>
                    <a:pt x="6295" y="65853"/>
                  </a:lnTo>
                  <a:lnTo>
                    <a:pt x="6156" y="64047"/>
                  </a:lnTo>
                  <a:lnTo>
                    <a:pt x="7203" y="55356"/>
                  </a:lnTo>
                  <a:lnTo>
                    <a:pt x="7066" y="54307"/>
                  </a:lnTo>
                  <a:lnTo>
                    <a:pt x="7385" y="52900"/>
                  </a:lnTo>
                  <a:lnTo>
                    <a:pt x="7083" y="49190"/>
                  </a:lnTo>
                  <a:lnTo>
                    <a:pt x="7217" y="45039"/>
                  </a:lnTo>
                  <a:lnTo>
                    <a:pt x="6951" y="44512"/>
                  </a:lnTo>
                  <a:lnTo>
                    <a:pt x="6817" y="43939"/>
                  </a:lnTo>
                  <a:lnTo>
                    <a:pt x="7067" y="43855"/>
                  </a:lnTo>
                  <a:lnTo>
                    <a:pt x="7552" y="44458"/>
                  </a:lnTo>
                  <a:lnTo>
                    <a:pt x="9804" y="44452"/>
                  </a:lnTo>
                  <a:lnTo>
                    <a:pt x="11242" y="43894"/>
                  </a:lnTo>
                  <a:lnTo>
                    <a:pt x="11765" y="44078"/>
                  </a:lnTo>
                  <a:lnTo>
                    <a:pt x="12371" y="44838"/>
                  </a:lnTo>
                  <a:lnTo>
                    <a:pt x="13135" y="44991"/>
                  </a:lnTo>
                  <a:lnTo>
                    <a:pt x="14090" y="44857"/>
                  </a:lnTo>
                  <a:lnTo>
                    <a:pt x="13799" y="44666"/>
                  </a:lnTo>
                  <a:lnTo>
                    <a:pt x="13351" y="44616"/>
                  </a:lnTo>
                  <a:lnTo>
                    <a:pt x="12348" y="43917"/>
                  </a:lnTo>
                  <a:lnTo>
                    <a:pt x="11779" y="43218"/>
                  </a:lnTo>
                  <a:lnTo>
                    <a:pt x="10024" y="43265"/>
                  </a:lnTo>
                  <a:lnTo>
                    <a:pt x="9665" y="42817"/>
                  </a:lnTo>
                  <a:lnTo>
                    <a:pt x="7703" y="43264"/>
                  </a:lnTo>
                  <a:lnTo>
                    <a:pt x="7097" y="42805"/>
                  </a:lnTo>
                  <a:lnTo>
                    <a:pt x="6028" y="43102"/>
                  </a:lnTo>
                  <a:lnTo>
                    <a:pt x="6290" y="41798"/>
                  </a:lnTo>
                  <a:lnTo>
                    <a:pt x="6242" y="40158"/>
                  </a:lnTo>
                  <a:lnTo>
                    <a:pt x="6297" y="38560"/>
                  </a:lnTo>
                  <a:lnTo>
                    <a:pt x="6561" y="39727"/>
                  </a:lnTo>
                  <a:lnTo>
                    <a:pt x="7226" y="40966"/>
                  </a:lnTo>
                  <a:lnTo>
                    <a:pt x="7545" y="39560"/>
                  </a:lnTo>
                  <a:lnTo>
                    <a:pt x="7765" y="37794"/>
                  </a:lnTo>
                  <a:lnTo>
                    <a:pt x="7116" y="37115"/>
                  </a:lnTo>
                  <a:lnTo>
                    <a:pt x="6038" y="36611"/>
                  </a:lnTo>
                  <a:lnTo>
                    <a:pt x="5652" y="34967"/>
                  </a:lnTo>
                  <a:lnTo>
                    <a:pt x="8203" y="33565"/>
                  </a:lnTo>
                  <a:lnTo>
                    <a:pt x="6849" y="33268"/>
                  </a:lnTo>
                  <a:lnTo>
                    <a:pt x="6317" y="32637"/>
                  </a:lnTo>
                  <a:lnTo>
                    <a:pt x="5659" y="32560"/>
                  </a:lnTo>
                  <a:lnTo>
                    <a:pt x="5611" y="33047"/>
                  </a:lnTo>
                  <a:lnTo>
                    <a:pt x="5399" y="33683"/>
                  </a:lnTo>
                  <a:lnTo>
                    <a:pt x="5169" y="32838"/>
                  </a:lnTo>
                  <a:lnTo>
                    <a:pt x="5103" y="31843"/>
                  </a:lnTo>
                  <a:lnTo>
                    <a:pt x="4835" y="30143"/>
                  </a:lnTo>
                  <a:lnTo>
                    <a:pt x="3790" y="27408"/>
                  </a:lnTo>
                  <a:lnTo>
                    <a:pt x="3159" y="23865"/>
                  </a:lnTo>
                  <a:lnTo>
                    <a:pt x="2364" y="22113"/>
                  </a:lnTo>
                  <a:lnTo>
                    <a:pt x="840" y="20440"/>
                  </a:lnTo>
                  <a:lnTo>
                    <a:pt x="443" y="19465"/>
                  </a:lnTo>
                  <a:lnTo>
                    <a:pt x="78" y="16988"/>
                  </a:lnTo>
                  <a:lnTo>
                    <a:pt x="283" y="15116"/>
                  </a:lnTo>
                  <a:lnTo>
                    <a:pt x="0" y="13798"/>
                  </a:lnTo>
                  <a:lnTo>
                    <a:pt x="731" y="13872"/>
                  </a:lnTo>
                  <a:lnTo>
                    <a:pt x="2657" y="14908"/>
                  </a:lnTo>
                  <a:lnTo>
                    <a:pt x="5056" y="15722"/>
                  </a:lnTo>
                  <a:lnTo>
                    <a:pt x="5782" y="16314"/>
                  </a:lnTo>
                  <a:lnTo>
                    <a:pt x="6945" y="16754"/>
                  </a:lnTo>
                  <a:lnTo>
                    <a:pt x="13392" y="17436"/>
                  </a:lnTo>
                  <a:lnTo>
                    <a:pt x="13813" y="17371"/>
                  </a:lnTo>
                  <a:lnTo>
                    <a:pt x="14646" y="16948"/>
                  </a:lnTo>
                  <a:lnTo>
                    <a:pt x="15000" y="16998"/>
                  </a:lnTo>
                  <a:lnTo>
                    <a:pt x="15948" y="17966"/>
                  </a:lnTo>
                  <a:lnTo>
                    <a:pt x="16424" y="18081"/>
                  </a:lnTo>
                  <a:lnTo>
                    <a:pt x="17039" y="18031"/>
                  </a:lnTo>
                  <a:lnTo>
                    <a:pt x="17493" y="17848"/>
                  </a:lnTo>
                  <a:lnTo>
                    <a:pt x="18272" y="17184"/>
                  </a:lnTo>
                  <a:lnTo>
                    <a:pt x="18377" y="17430"/>
                  </a:lnTo>
                  <a:lnTo>
                    <a:pt x="18362" y="18044"/>
                  </a:lnTo>
                  <a:lnTo>
                    <a:pt x="18639" y="18919"/>
                  </a:lnTo>
                  <a:lnTo>
                    <a:pt x="19209" y="20055"/>
                  </a:lnTo>
                  <a:lnTo>
                    <a:pt x="19426" y="20761"/>
                  </a:lnTo>
                  <a:lnTo>
                    <a:pt x="18274" y="22752"/>
                  </a:lnTo>
                  <a:lnTo>
                    <a:pt x="18053" y="22795"/>
                  </a:lnTo>
                  <a:lnTo>
                    <a:pt x="18019" y="22121"/>
                  </a:lnTo>
                  <a:lnTo>
                    <a:pt x="17867" y="21988"/>
                  </a:lnTo>
                  <a:lnTo>
                    <a:pt x="15698" y="25353"/>
                  </a:lnTo>
                  <a:lnTo>
                    <a:pt x="14937" y="26946"/>
                  </a:lnTo>
                  <a:lnTo>
                    <a:pt x="14862" y="27666"/>
                  </a:lnTo>
                  <a:lnTo>
                    <a:pt x="14887" y="28089"/>
                  </a:lnTo>
                  <a:lnTo>
                    <a:pt x="15191" y="28192"/>
                  </a:lnTo>
                  <a:lnTo>
                    <a:pt x="15885" y="28027"/>
                  </a:lnTo>
                  <a:lnTo>
                    <a:pt x="16914" y="27365"/>
                  </a:lnTo>
                  <a:lnTo>
                    <a:pt x="16963" y="27222"/>
                  </a:lnTo>
                  <a:lnTo>
                    <a:pt x="16005" y="27457"/>
                  </a:lnTo>
                  <a:lnTo>
                    <a:pt x="15545" y="27477"/>
                  </a:lnTo>
                  <a:lnTo>
                    <a:pt x="15608" y="26724"/>
                  </a:lnTo>
                  <a:lnTo>
                    <a:pt x="15717" y="26366"/>
                  </a:lnTo>
                  <a:lnTo>
                    <a:pt x="16343" y="25249"/>
                  </a:lnTo>
                  <a:lnTo>
                    <a:pt x="17001" y="24580"/>
                  </a:lnTo>
                  <a:lnTo>
                    <a:pt x="17936" y="23866"/>
                  </a:lnTo>
                  <a:lnTo>
                    <a:pt x="18475" y="23280"/>
                  </a:lnTo>
                  <a:lnTo>
                    <a:pt x="18846" y="22422"/>
                  </a:lnTo>
                  <a:lnTo>
                    <a:pt x="19884" y="21398"/>
                  </a:lnTo>
                  <a:lnTo>
                    <a:pt x="20076" y="21113"/>
                  </a:lnTo>
                  <a:lnTo>
                    <a:pt x="20031" y="20269"/>
                  </a:lnTo>
                  <a:lnTo>
                    <a:pt x="20096" y="20109"/>
                  </a:lnTo>
                  <a:lnTo>
                    <a:pt x="20597" y="20223"/>
                  </a:lnTo>
                  <a:lnTo>
                    <a:pt x="20805" y="21674"/>
                  </a:lnTo>
                  <a:lnTo>
                    <a:pt x="20681" y="22321"/>
                  </a:lnTo>
                  <a:lnTo>
                    <a:pt x="19787" y="23110"/>
                  </a:lnTo>
                  <a:lnTo>
                    <a:pt x="19676" y="23388"/>
                  </a:lnTo>
                  <a:lnTo>
                    <a:pt x="19833" y="24465"/>
                  </a:lnTo>
                  <a:lnTo>
                    <a:pt x="19694" y="24569"/>
                  </a:lnTo>
                  <a:lnTo>
                    <a:pt x="19247" y="24510"/>
                  </a:lnTo>
                  <a:lnTo>
                    <a:pt x="20095" y="25681"/>
                  </a:lnTo>
                  <a:lnTo>
                    <a:pt x="20364" y="26591"/>
                  </a:lnTo>
                  <a:lnTo>
                    <a:pt x="20401" y="27404"/>
                  </a:lnTo>
                  <a:lnTo>
                    <a:pt x="20171" y="28962"/>
                  </a:lnTo>
                  <a:lnTo>
                    <a:pt x="19925" y="29221"/>
                  </a:lnTo>
                  <a:lnTo>
                    <a:pt x="19501" y="29126"/>
                  </a:lnTo>
                  <a:lnTo>
                    <a:pt x="18942" y="28638"/>
                  </a:lnTo>
                  <a:lnTo>
                    <a:pt x="18818" y="28796"/>
                  </a:lnTo>
                  <a:lnTo>
                    <a:pt x="18374" y="30006"/>
                  </a:lnTo>
                  <a:lnTo>
                    <a:pt x="18227" y="29900"/>
                  </a:lnTo>
                  <a:lnTo>
                    <a:pt x="17951" y="28463"/>
                  </a:lnTo>
                  <a:lnTo>
                    <a:pt x="17800" y="28357"/>
                  </a:lnTo>
                  <a:lnTo>
                    <a:pt x="16939" y="29011"/>
                  </a:lnTo>
                  <a:lnTo>
                    <a:pt x="16591" y="29640"/>
                  </a:lnTo>
                  <a:lnTo>
                    <a:pt x="16294" y="30645"/>
                  </a:lnTo>
                  <a:lnTo>
                    <a:pt x="15916" y="31114"/>
                  </a:lnTo>
                  <a:lnTo>
                    <a:pt x="16989" y="31217"/>
                  </a:lnTo>
                  <a:lnTo>
                    <a:pt x="17956" y="31015"/>
                  </a:lnTo>
                  <a:lnTo>
                    <a:pt x="18733" y="31492"/>
                  </a:lnTo>
                  <a:lnTo>
                    <a:pt x="18997" y="31505"/>
                  </a:lnTo>
                  <a:lnTo>
                    <a:pt x="19706" y="31040"/>
                  </a:lnTo>
                  <a:lnTo>
                    <a:pt x="19922" y="30722"/>
                  </a:lnTo>
                  <a:lnTo>
                    <a:pt x="20508" y="29208"/>
                  </a:lnTo>
                  <a:lnTo>
                    <a:pt x="20803" y="28937"/>
                  </a:lnTo>
                  <a:lnTo>
                    <a:pt x="21240" y="28926"/>
                  </a:lnTo>
                  <a:lnTo>
                    <a:pt x="21663" y="28698"/>
                  </a:lnTo>
                  <a:lnTo>
                    <a:pt x="22291" y="27869"/>
                  </a:lnTo>
                  <a:lnTo>
                    <a:pt x="22316" y="27539"/>
                  </a:lnTo>
                  <a:lnTo>
                    <a:pt x="22088" y="25682"/>
                  </a:lnTo>
                  <a:lnTo>
                    <a:pt x="22153" y="24628"/>
                  </a:lnTo>
                  <a:lnTo>
                    <a:pt x="22036" y="24295"/>
                  </a:lnTo>
                  <a:lnTo>
                    <a:pt x="21754" y="23949"/>
                  </a:lnTo>
                  <a:lnTo>
                    <a:pt x="21789" y="23612"/>
                  </a:lnTo>
                  <a:lnTo>
                    <a:pt x="22008" y="23058"/>
                  </a:lnTo>
                  <a:lnTo>
                    <a:pt x="22024" y="22558"/>
                  </a:lnTo>
                  <a:lnTo>
                    <a:pt x="21837" y="22112"/>
                  </a:lnTo>
                  <a:lnTo>
                    <a:pt x="21921" y="21606"/>
                  </a:lnTo>
                  <a:lnTo>
                    <a:pt x="22513" y="20517"/>
                  </a:lnTo>
                  <a:lnTo>
                    <a:pt x="22625" y="20037"/>
                  </a:lnTo>
                  <a:lnTo>
                    <a:pt x="23349" y="18954"/>
                  </a:lnTo>
                  <a:lnTo>
                    <a:pt x="23166" y="18517"/>
                  </a:lnTo>
                  <a:lnTo>
                    <a:pt x="22634" y="17985"/>
                  </a:lnTo>
                  <a:lnTo>
                    <a:pt x="22299" y="17516"/>
                  </a:lnTo>
                  <a:lnTo>
                    <a:pt x="21961" y="16783"/>
                  </a:lnTo>
                  <a:lnTo>
                    <a:pt x="21620" y="16650"/>
                  </a:lnTo>
                  <a:lnTo>
                    <a:pt x="21903" y="17930"/>
                  </a:lnTo>
                  <a:lnTo>
                    <a:pt x="20964" y="17284"/>
                  </a:lnTo>
                  <a:lnTo>
                    <a:pt x="20747" y="16877"/>
                  </a:lnTo>
                  <a:lnTo>
                    <a:pt x="20632" y="16323"/>
                  </a:lnTo>
                  <a:lnTo>
                    <a:pt x="20715" y="15908"/>
                  </a:lnTo>
                  <a:lnTo>
                    <a:pt x="21219" y="15498"/>
                  </a:lnTo>
                  <a:lnTo>
                    <a:pt x="21822" y="15349"/>
                  </a:lnTo>
                  <a:lnTo>
                    <a:pt x="21773" y="15004"/>
                  </a:lnTo>
                  <a:lnTo>
                    <a:pt x="21017" y="13883"/>
                  </a:lnTo>
                  <a:lnTo>
                    <a:pt x="20513" y="13372"/>
                  </a:lnTo>
                  <a:lnTo>
                    <a:pt x="20126" y="13125"/>
                  </a:lnTo>
                  <a:lnTo>
                    <a:pt x="19604" y="13060"/>
                  </a:lnTo>
                  <a:lnTo>
                    <a:pt x="19370" y="12877"/>
                  </a:lnTo>
                  <a:lnTo>
                    <a:pt x="19309" y="12615"/>
                  </a:lnTo>
                  <a:lnTo>
                    <a:pt x="19420" y="12269"/>
                  </a:lnTo>
                  <a:lnTo>
                    <a:pt x="19697" y="12159"/>
                  </a:lnTo>
                  <a:lnTo>
                    <a:pt x="20504" y="12297"/>
                  </a:lnTo>
                  <a:lnTo>
                    <a:pt x="20938" y="12052"/>
                  </a:lnTo>
                  <a:lnTo>
                    <a:pt x="20897" y="11607"/>
                  </a:lnTo>
                  <a:lnTo>
                    <a:pt x="20768" y="11360"/>
                  </a:lnTo>
                  <a:lnTo>
                    <a:pt x="20787" y="9766"/>
                  </a:lnTo>
                  <a:lnTo>
                    <a:pt x="20481" y="8471"/>
                  </a:lnTo>
                  <a:lnTo>
                    <a:pt x="20321" y="8252"/>
                  </a:lnTo>
                  <a:lnTo>
                    <a:pt x="20149" y="8230"/>
                  </a:lnTo>
                  <a:lnTo>
                    <a:pt x="19967" y="8404"/>
                  </a:lnTo>
                  <a:lnTo>
                    <a:pt x="19460" y="8449"/>
                  </a:lnTo>
                  <a:lnTo>
                    <a:pt x="19148" y="8025"/>
                  </a:lnTo>
                  <a:lnTo>
                    <a:pt x="18803" y="7206"/>
                  </a:lnTo>
                  <a:lnTo>
                    <a:pt x="18176" y="5253"/>
                  </a:lnTo>
                  <a:lnTo>
                    <a:pt x="19144" y="5253"/>
                  </a:lnTo>
                  <a:lnTo>
                    <a:pt x="23178" y="5253"/>
                  </a:lnTo>
                  <a:lnTo>
                    <a:pt x="27212" y="5253"/>
                  </a:lnTo>
                  <a:lnTo>
                    <a:pt x="31246" y="5253"/>
                  </a:lnTo>
                  <a:lnTo>
                    <a:pt x="35280" y="5253"/>
                  </a:lnTo>
                  <a:lnTo>
                    <a:pt x="39314" y="5253"/>
                  </a:lnTo>
                  <a:lnTo>
                    <a:pt x="43348" y="5253"/>
                  </a:lnTo>
                  <a:lnTo>
                    <a:pt x="47382" y="5253"/>
                  </a:lnTo>
                  <a:lnTo>
                    <a:pt x="51415" y="5252"/>
                  </a:lnTo>
                  <a:lnTo>
                    <a:pt x="55450" y="5252"/>
                  </a:lnTo>
                  <a:lnTo>
                    <a:pt x="59484" y="5252"/>
                  </a:lnTo>
                  <a:lnTo>
                    <a:pt x="63517" y="5252"/>
                  </a:lnTo>
                  <a:lnTo>
                    <a:pt x="67551" y="5252"/>
                  </a:lnTo>
                  <a:lnTo>
                    <a:pt x="71585" y="5252"/>
                  </a:lnTo>
                  <a:lnTo>
                    <a:pt x="75619" y="5252"/>
                  </a:lnTo>
                  <a:lnTo>
                    <a:pt x="79653" y="5252"/>
                  </a:lnTo>
                  <a:lnTo>
                    <a:pt x="83687" y="5252"/>
                  </a:lnTo>
                  <a:lnTo>
                    <a:pt x="87721" y="5252"/>
                  </a:lnTo>
                  <a:lnTo>
                    <a:pt x="91755" y="5252"/>
                  </a:lnTo>
                  <a:lnTo>
                    <a:pt x="95789" y="5252"/>
                  </a:lnTo>
                  <a:lnTo>
                    <a:pt x="99823" y="5252"/>
                  </a:lnTo>
                  <a:lnTo>
                    <a:pt x="103856" y="5252"/>
                  </a:lnTo>
                  <a:lnTo>
                    <a:pt x="107891" y="5252"/>
                  </a:lnTo>
                  <a:lnTo>
                    <a:pt x="111924" y="5252"/>
                  </a:lnTo>
                  <a:lnTo>
                    <a:pt x="115958" y="5252"/>
                  </a:lnTo>
                  <a:lnTo>
                    <a:pt x="119992" y="5252"/>
                  </a:lnTo>
                  <a:lnTo>
                    <a:pt x="124026" y="5252"/>
                  </a:lnTo>
                  <a:lnTo>
                    <a:pt x="128060" y="5252"/>
                  </a:lnTo>
                  <a:lnTo>
                    <a:pt x="132094" y="5252"/>
                  </a:lnTo>
                  <a:lnTo>
                    <a:pt x="136128" y="5252"/>
                  </a:lnTo>
                  <a:lnTo>
                    <a:pt x="140162" y="5252"/>
                  </a:lnTo>
                  <a:lnTo>
                    <a:pt x="144196" y="5252"/>
                  </a:lnTo>
                  <a:lnTo>
                    <a:pt x="148230" y="5252"/>
                  </a:lnTo>
                  <a:lnTo>
                    <a:pt x="152264" y="5252"/>
                  </a:lnTo>
                  <a:lnTo>
                    <a:pt x="156297" y="5252"/>
                  </a:lnTo>
                  <a:lnTo>
                    <a:pt x="160332" y="5252"/>
                  </a:lnTo>
                  <a:lnTo>
                    <a:pt x="164365" y="5252"/>
                  </a:lnTo>
                  <a:lnTo>
                    <a:pt x="168399" y="5252"/>
                  </a:lnTo>
                  <a:lnTo>
                    <a:pt x="172433" y="5252"/>
                  </a:lnTo>
                  <a:lnTo>
                    <a:pt x="176467" y="5252"/>
                  </a:lnTo>
                  <a:lnTo>
                    <a:pt x="180501" y="5252"/>
                  </a:lnTo>
                  <a:lnTo>
                    <a:pt x="184535" y="5252"/>
                  </a:lnTo>
                  <a:lnTo>
                    <a:pt x="188569" y="5252"/>
                  </a:lnTo>
                  <a:lnTo>
                    <a:pt x="192603" y="5252"/>
                  </a:lnTo>
                  <a:lnTo>
                    <a:pt x="196637" y="5252"/>
                  </a:lnTo>
                  <a:lnTo>
                    <a:pt x="200671" y="5252"/>
                  </a:lnTo>
                  <a:lnTo>
                    <a:pt x="204705" y="5252"/>
                  </a:lnTo>
                  <a:lnTo>
                    <a:pt x="208738" y="5252"/>
                  </a:lnTo>
                  <a:lnTo>
                    <a:pt x="212773" y="5252"/>
                  </a:lnTo>
                  <a:lnTo>
                    <a:pt x="216806" y="5252"/>
                  </a:lnTo>
                  <a:lnTo>
                    <a:pt x="220840" y="5252"/>
                  </a:lnTo>
                  <a:lnTo>
                    <a:pt x="224874" y="5252"/>
                  </a:lnTo>
                  <a:lnTo>
                    <a:pt x="228908" y="5252"/>
                  </a:lnTo>
                  <a:lnTo>
                    <a:pt x="232942" y="5252"/>
                  </a:lnTo>
                  <a:lnTo>
                    <a:pt x="236976" y="5252"/>
                  </a:lnTo>
                  <a:lnTo>
                    <a:pt x="241010" y="5252"/>
                  </a:lnTo>
                  <a:lnTo>
                    <a:pt x="245044" y="5251"/>
                  </a:lnTo>
                  <a:lnTo>
                    <a:pt x="249077" y="5251"/>
                  </a:lnTo>
                  <a:lnTo>
                    <a:pt x="253112" y="5251"/>
                  </a:lnTo>
                  <a:lnTo>
                    <a:pt x="257145" y="5251"/>
                  </a:lnTo>
                  <a:lnTo>
                    <a:pt x="261179" y="5251"/>
                  </a:lnTo>
                  <a:lnTo>
                    <a:pt x="265213" y="5251"/>
                  </a:lnTo>
                  <a:lnTo>
                    <a:pt x="269247" y="5251"/>
                  </a:lnTo>
                  <a:lnTo>
                    <a:pt x="273281" y="5251"/>
                  </a:lnTo>
                  <a:lnTo>
                    <a:pt x="277315" y="5251"/>
                  </a:lnTo>
                  <a:lnTo>
                    <a:pt x="279546" y="5271"/>
                  </a:lnTo>
                  <a:lnTo>
                    <a:pt x="279583" y="2323"/>
                  </a:lnTo>
                  <a:lnTo>
                    <a:pt x="279611" y="0"/>
                  </a:lnTo>
                  <a:lnTo>
                    <a:pt x="281653" y="282"/>
                  </a:lnTo>
                  <a:lnTo>
                    <a:pt x="282264" y="706"/>
                  </a:lnTo>
                  <a:lnTo>
                    <a:pt x="282458" y="907"/>
                  </a:lnTo>
                  <a:lnTo>
                    <a:pt x="282400" y="1549"/>
                  </a:lnTo>
                  <a:lnTo>
                    <a:pt x="282569" y="3493"/>
                  </a:lnTo>
                  <a:lnTo>
                    <a:pt x="282939" y="5115"/>
                  </a:lnTo>
                  <a:lnTo>
                    <a:pt x="283799" y="7067"/>
                  </a:lnTo>
                  <a:lnTo>
                    <a:pt x="283870" y="7827"/>
                  </a:lnTo>
                  <a:lnTo>
                    <a:pt x="284151" y="8302"/>
                  </a:lnTo>
                  <a:lnTo>
                    <a:pt x="284666" y="8745"/>
                  </a:lnTo>
                  <a:lnTo>
                    <a:pt x="286622" y="9283"/>
                  </a:lnTo>
                  <a:lnTo>
                    <a:pt x="290019" y="9911"/>
                  </a:lnTo>
                  <a:lnTo>
                    <a:pt x="291944" y="10633"/>
                  </a:lnTo>
                  <a:lnTo>
                    <a:pt x="292399" y="11447"/>
                  </a:lnTo>
                  <a:lnTo>
                    <a:pt x="293306" y="11775"/>
                  </a:lnTo>
                  <a:lnTo>
                    <a:pt x="294663" y="11615"/>
                  </a:lnTo>
                  <a:lnTo>
                    <a:pt x="295615" y="11275"/>
                  </a:lnTo>
                  <a:lnTo>
                    <a:pt x="296426" y="10504"/>
                  </a:lnTo>
                  <a:lnTo>
                    <a:pt x="297561" y="10332"/>
                  </a:lnTo>
                  <a:lnTo>
                    <a:pt x="298533" y="10381"/>
                  </a:lnTo>
                  <a:lnTo>
                    <a:pt x="299512" y="10458"/>
                  </a:lnTo>
                  <a:lnTo>
                    <a:pt x="300037" y="10570"/>
                  </a:lnTo>
                  <a:lnTo>
                    <a:pt x="301546" y="11184"/>
                  </a:lnTo>
                  <a:lnTo>
                    <a:pt x="302531" y="11686"/>
                  </a:lnTo>
                  <a:lnTo>
                    <a:pt x="303944" y="12617"/>
                  </a:lnTo>
                  <a:lnTo>
                    <a:pt x="304726" y="13031"/>
                  </a:lnTo>
                  <a:lnTo>
                    <a:pt x="305102" y="14000"/>
                  </a:lnTo>
                  <a:lnTo>
                    <a:pt x="305540" y="15245"/>
                  </a:lnTo>
                  <a:lnTo>
                    <a:pt x="306166" y="15245"/>
                  </a:lnTo>
                  <a:lnTo>
                    <a:pt x="306636" y="14516"/>
                  </a:lnTo>
                  <a:lnTo>
                    <a:pt x="307837" y="14384"/>
                  </a:lnTo>
                  <a:lnTo>
                    <a:pt x="309413" y="14893"/>
                  </a:lnTo>
                  <a:lnTo>
                    <a:pt x="310802" y="16348"/>
                  </a:lnTo>
                  <a:lnTo>
                    <a:pt x="312799" y="17645"/>
                  </a:lnTo>
                  <a:lnTo>
                    <a:pt x="314019" y="18290"/>
                  </a:lnTo>
                  <a:lnTo>
                    <a:pt x="315260" y="18287"/>
                  </a:lnTo>
                  <a:lnTo>
                    <a:pt x="316835" y="17645"/>
                  </a:lnTo>
                  <a:lnTo>
                    <a:pt x="318512" y="16402"/>
                  </a:lnTo>
                  <a:lnTo>
                    <a:pt x="319717" y="16187"/>
                  </a:lnTo>
                  <a:lnTo>
                    <a:pt x="320434" y="16307"/>
                  </a:lnTo>
                  <a:lnTo>
                    <a:pt x="320840" y="17276"/>
                  </a:lnTo>
                  <a:lnTo>
                    <a:pt x="321341" y="17645"/>
                  </a:lnTo>
                  <a:lnTo>
                    <a:pt x="322640" y="17533"/>
                  </a:lnTo>
                  <a:lnTo>
                    <a:pt x="325355" y="17720"/>
                  </a:lnTo>
                  <a:lnTo>
                    <a:pt x="327515" y="17456"/>
                  </a:lnTo>
                  <a:lnTo>
                    <a:pt x="328006" y="18013"/>
                  </a:lnTo>
                  <a:lnTo>
                    <a:pt x="328444" y="18890"/>
                  </a:lnTo>
                  <a:lnTo>
                    <a:pt x="329320" y="19167"/>
                  </a:lnTo>
                  <a:lnTo>
                    <a:pt x="330509" y="18890"/>
                  </a:lnTo>
                  <a:lnTo>
                    <a:pt x="332636" y="19105"/>
                  </a:lnTo>
                  <a:lnTo>
                    <a:pt x="333534" y="19156"/>
                  </a:lnTo>
                  <a:lnTo>
                    <a:pt x="335260" y="18825"/>
                  </a:lnTo>
                  <a:lnTo>
                    <a:pt x="336088" y="18442"/>
                  </a:lnTo>
                  <a:lnTo>
                    <a:pt x="337252" y="17795"/>
                  </a:lnTo>
                  <a:lnTo>
                    <a:pt x="338803" y="16932"/>
                  </a:lnTo>
                  <a:lnTo>
                    <a:pt x="341518" y="15421"/>
                  </a:lnTo>
                  <a:lnTo>
                    <a:pt x="343728" y="14876"/>
                  </a:lnTo>
                  <a:lnTo>
                    <a:pt x="345786" y="15960"/>
                  </a:lnTo>
                  <a:lnTo>
                    <a:pt x="347424" y="16915"/>
                  </a:lnTo>
                  <a:lnTo>
                    <a:pt x="348057" y="17285"/>
                  </a:lnTo>
                  <a:lnTo>
                    <a:pt x="349728" y="18259"/>
                  </a:lnTo>
                  <a:lnTo>
                    <a:pt x="352090" y="19637"/>
                  </a:lnTo>
                  <a:lnTo>
                    <a:pt x="354798" y="21217"/>
                  </a:lnTo>
                  <a:lnTo>
                    <a:pt x="357506" y="22797"/>
                  </a:lnTo>
                  <a:lnTo>
                    <a:pt x="359868" y="24175"/>
                  </a:lnTo>
                  <a:lnTo>
                    <a:pt x="361539" y="25149"/>
                  </a:lnTo>
                  <a:lnTo>
                    <a:pt x="362172" y="25518"/>
                  </a:lnTo>
                  <a:lnTo>
                    <a:pt x="364009" y="26635"/>
                  </a:lnTo>
                  <a:lnTo>
                    <a:pt x="365845" y="27751"/>
                  </a:lnTo>
                  <a:lnTo>
                    <a:pt x="367681" y="28867"/>
                  </a:lnTo>
                  <a:lnTo>
                    <a:pt x="369517" y="29983"/>
                  </a:lnTo>
                  <a:lnTo>
                    <a:pt x="371353" y="31100"/>
                  </a:lnTo>
                  <a:lnTo>
                    <a:pt x="373189" y="32215"/>
                  </a:lnTo>
                  <a:lnTo>
                    <a:pt x="375025" y="33331"/>
                  </a:lnTo>
                  <a:lnTo>
                    <a:pt x="376861" y="34448"/>
                  </a:lnTo>
                  <a:lnTo>
                    <a:pt x="377324" y="36303"/>
                  </a:lnTo>
                  <a:lnTo>
                    <a:pt x="377775" y="38110"/>
                  </a:lnTo>
                  <a:lnTo>
                    <a:pt x="378850" y="39422"/>
                  </a:lnTo>
                  <a:lnTo>
                    <a:pt x="379834" y="40620"/>
                  </a:lnTo>
                  <a:lnTo>
                    <a:pt x="380403" y="40557"/>
                  </a:lnTo>
                  <a:lnTo>
                    <a:pt x="380981" y="40051"/>
                  </a:lnTo>
                  <a:lnTo>
                    <a:pt x="381348" y="39807"/>
                  </a:lnTo>
                  <a:lnTo>
                    <a:pt x="381963" y="39767"/>
                  </a:lnTo>
                  <a:lnTo>
                    <a:pt x="383330" y="39334"/>
                  </a:lnTo>
                  <a:lnTo>
                    <a:pt x="383735" y="39429"/>
                  </a:lnTo>
                  <a:lnTo>
                    <a:pt x="383964" y="39645"/>
                  </a:lnTo>
                  <a:lnTo>
                    <a:pt x="383983" y="39985"/>
                  </a:lnTo>
                  <a:lnTo>
                    <a:pt x="383936" y="40254"/>
                  </a:lnTo>
                  <a:lnTo>
                    <a:pt x="383725" y="40796"/>
                  </a:lnTo>
                  <a:lnTo>
                    <a:pt x="384059" y="41827"/>
                  </a:lnTo>
                  <a:lnTo>
                    <a:pt x="384129" y="42974"/>
                  </a:lnTo>
                  <a:lnTo>
                    <a:pt x="384312" y="43840"/>
                  </a:lnTo>
                  <a:lnTo>
                    <a:pt x="384872" y="44949"/>
                  </a:lnTo>
                  <a:lnTo>
                    <a:pt x="385359" y="45815"/>
                  </a:lnTo>
                  <a:lnTo>
                    <a:pt x="385971" y="45982"/>
                  </a:lnTo>
                  <a:lnTo>
                    <a:pt x="387389" y="45478"/>
                  </a:lnTo>
                  <a:lnTo>
                    <a:pt x="388277" y="45287"/>
                  </a:lnTo>
                  <a:lnTo>
                    <a:pt x="388782" y="45370"/>
                  </a:lnTo>
                  <a:lnTo>
                    <a:pt x="389645" y="46181"/>
                  </a:lnTo>
                  <a:lnTo>
                    <a:pt x="390067" y="46668"/>
                  </a:lnTo>
                  <a:lnTo>
                    <a:pt x="390168" y="47074"/>
                  </a:lnTo>
                  <a:lnTo>
                    <a:pt x="389002" y="49550"/>
                  </a:lnTo>
                  <a:lnTo>
                    <a:pt x="390850" y="50778"/>
                  </a:lnTo>
                  <a:lnTo>
                    <a:pt x="392913" y="52121"/>
                  </a:lnTo>
                  <a:lnTo>
                    <a:pt x="395373" y="53723"/>
                  </a:lnTo>
                  <a:lnTo>
                    <a:pt x="396876" y="54703"/>
                  </a:lnTo>
                  <a:lnTo>
                    <a:pt x="398857" y="56102"/>
                  </a:lnTo>
                  <a:lnTo>
                    <a:pt x="399196" y="58096"/>
                  </a:lnTo>
                  <a:lnTo>
                    <a:pt x="399481" y="59779"/>
                  </a:lnTo>
                  <a:lnTo>
                    <a:pt x="399845" y="62125"/>
                  </a:lnTo>
                  <a:lnTo>
                    <a:pt x="400216" y="64519"/>
                  </a:lnTo>
                  <a:lnTo>
                    <a:pt x="400586" y="66903"/>
                  </a:lnTo>
                  <a:lnTo>
                    <a:pt x="400978" y="69434"/>
                  </a:lnTo>
                  <a:lnTo>
                    <a:pt x="401409" y="72214"/>
                  </a:lnTo>
                  <a:lnTo>
                    <a:pt x="401792" y="74681"/>
                  </a:lnTo>
                  <a:lnTo>
                    <a:pt x="402210" y="77375"/>
                  </a:lnTo>
                  <a:lnTo>
                    <a:pt x="402766" y="80880"/>
                  </a:lnTo>
                  <a:lnTo>
                    <a:pt x="402269" y="82231"/>
                  </a:lnTo>
                  <a:lnTo>
                    <a:pt x="401187" y="85171"/>
                  </a:lnTo>
                  <a:lnTo>
                    <a:pt x="400208" y="87830"/>
                  </a:lnTo>
                  <a:lnTo>
                    <a:pt x="400123" y="88600"/>
                  </a:lnTo>
                  <a:lnTo>
                    <a:pt x="399450" y="92476"/>
                  </a:lnTo>
                  <a:lnTo>
                    <a:pt x="398911" y="94078"/>
                  </a:lnTo>
                  <a:lnTo>
                    <a:pt x="397967" y="95007"/>
                  </a:lnTo>
                  <a:lnTo>
                    <a:pt x="397030" y="95908"/>
                  </a:lnTo>
                  <a:lnTo>
                    <a:pt x="395860" y="97418"/>
                  </a:lnTo>
                  <a:lnTo>
                    <a:pt x="394574" y="98164"/>
                  </a:lnTo>
                  <a:lnTo>
                    <a:pt x="393917" y="98602"/>
                  </a:lnTo>
                  <a:lnTo>
                    <a:pt x="393573" y="99294"/>
                  </a:lnTo>
                  <a:lnTo>
                    <a:pt x="393193" y="100811"/>
                  </a:lnTo>
                  <a:lnTo>
                    <a:pt x="393266" y="103127"/>
                  </a:lnTo>
                  <a:lnTo>
                    <a:pt x="394326" y="105121"/>
                  </a:lnTo>
                  <a:lnTo>
                    <a:pt x="395875" y="106236"/>
                  </a:lnTo>
                  <a:lnTo>
                    <a:pt x="397542" y="107321"/>
                  </a:lnTo>
                  <a:lnTo>
                    <a:pt x="399916" y="107326"/>
                  </a:lnTo>
                  <a:lnTo>
                    <a:pt x="402052" y="105877"/>
                  </a:lnTo>
                  <a:lnTo>
                    <a:pt x="404315" y="104343"/>
                  </a:lnTo>
                  <a:lnTo>
                    <a:pt x="406332" y="102975"/>
                  </a:lnTo>
                  <a:lnTo>
                    <a:pt x="408731" y="101348"/>
                  </a:lnTo>
                  <a:lnTo>
                    <a:pt x="410904" y="99873"/>
                  </a:lnTo>
                  <a:lnTo>
                    <a:pt x="413264" y="99343"/>
                  </a:lnTo>
                  <a:lnTo>
                    <a:pt x="416534" y="98610"/>
                  </a:lnTo>
                  <a:lnTo>
                    <a:pt x="420650" y="97686"/>
                  </a:lnTo>
                  <a:lnTo>
                    <a:pt x="422654" y="96634"/>
                  </a:lnTo>
                  <a:lnTo>
                    <a:pt x="425243" y="95273"/>
                  </a:lnTo>
                  <a:lnTo>
                    <a:pt x="428231" y="93704"/>
                  </a:lnTo>
                  <a:lnTo>
                    <a:pt x="430809" y="92350"/>
                  </a:lnTo>
                  <a:lnTo>
                    <a:pt x="432105" y="91600"/>
                  </a:lnTo>
                  <a:lnTo>
                    <a:pt x="433027" y="90744"/>
                  </a:lnTo>
                  <a:lnTo>
                    <a:pt x="433256" y="90110"/>
                  </a:lnTo>
                  <a:lnTo>
                    <a:pt x="433201" y="89747"/>
                  </a:lnTo>
                  <a:lnTo>
                    <a:pt x="432963" y="89382"/>
                  </a:lnTo>
                  <a:lnTo>
                    <a:pt x="432635" y="89113"/>
                  </a:lnTo>
                  <a:lnTo>
                    <a:pt x="432342" y="88885"/>
                  </a:lnTo>
                  <a:lnTo>
                    <a:pt x="432205" y="88601"/>
                  </a:lnTo>
                  <a:lnTo>
                    <a:pt x="432178" y="87981"/>
                  </a:lnTo>
                  <a:lnTo>
                    <a:pt x="431999" y="87625"/>
                  </a:lnTo>
                  <a:lnTo>
                    <a:pt x="431828" y="87363"/>
                  </a:lnTo>
                  <a:lnTo>
                    <a:pt x="431892" y="84964"/>
                  </a:lnTo>
                  <a:lnTo>
                    <a:pt x="431667" y="84221"/>
                  </a:lnTo>
                  <a:lnTo>
                    <a:pt x="430827" y="82336"/>
                  </a:lnTo>
                  <a:lnTo>
                    <a:pt x="432429" y="81490"/>
                  </a:lnTo>
                  <a:lnTo>
                    <a:pt x="433914" y="80706"/>
                  </a:lnTo>
                  <a:lnTo>
                    <a:pt x="435098" y="80126"/>
                  </a:lnTo>
                  <a:lnTo>
                    <a:pt x="437578" y="80035"/>
                  </a:lnTo>
                  <a:lnTo>
                    <a:pt x="439881" y="80047"/>
                  </a:lnTo>
                  <a:lnTo>
                    <a:pt x="443056" y="80062"/>
                  </a:lnTo>
                  <a:lnTo>
                    <a:pt x="445731" y="80075"/>
                  </a:lnTo>
                  <a:lnTo>
                    <a:pt x="448851" y="80091"/>
                  </a:lnTo>
                  <a:lnTo>
                    <a:pt x="450680" y="80100"/>
                  </a:lnTo>
                  <a:lnTo>
                    <a:pt x="453077" y="80072"/>
                  </a:lnTo>
                  <a:lnTo>
                    <a:pt x="454246" y="77896"/>
                  </a:lnTo>
                  <a:lnTo>
                    <a:pt x="455290" y="75951"/>
                  </a:lnTo>
                  <a:lnTo>
                    <a:pt x="456440" y="74091"/>
                  </a:lnTo>
                  <a:lnTo>
                    <a:pt x="458484" y="71909"/>
                  </a:lnTo>
                  <a:lnTo>
                    <a:pt x="459077" y="71516"/>
                  </a:lnTo>
                  <a:lnTo>
                    <a:pt x="459405" y="70656"/>
                  </a:lnTo>
                  <a:lnTo>
                    <a:pt x="460644" y="69838"/>
                  </a:lnTo>
                  <a:lnTo>
                    <a:pt x="462009" y="69079"/>
                  </a:lnTo>
                  <a:lnTo>
                    <a:pt x="462544" y="68367"/>
                  </a:lnTo>
                  <a:lnTo>
                    <a:pt x="462803" y="67962"/>
                  </a:lnTo>
                  <a:lnTo>
                    <a:pt x="466499" y="64124"/>
                  </a:lnTo>
                  <a:lnTo>
                    <a:pt x="468599" y="62351"/>
                  </a:lnTo>
                  <a:lnTo>
                    <a:pt x="470332" y="61364"/>
                  </a:lnTo>
                  <a:lnTo>
                    <a:pt x="471652" y="60893"/>
                  </a:lnTo>
                  <a:lnTo>
                    <a:pt x="472543" y="6096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g1522"/>
            <p:cNvSpPr/>
            <p:nvPr/>
          </p:nvSpPr>
          <p:spPr>
            <a:xfrm>
              <a:off x="5712721" y="1698062"/>
              <a:ext cx="7602" cy="3957"/>
            </a:xfrm>
            <a:custGeom>
              <a:avLst/>
              <a:pathLst>
                <a:path w="7602" h="3957">
                  <a:moveTo>
                    <a:pt x="7602" y="3952"/>
                  </a:moveTo>
                  <a:lnTo>
                    <a:pt x="5961" y="3957"/>
                  </a:lnTo>
                  <a:lnTo>
                    <a:pt x="2629" y="1686"/>
                  </a:lnTo>
                  <a:lnTo>
                    <a:pt x="937" y="965"/>
                  </a:lnTo>
                  <a:lnTo>
                    <a:pt x="0" y="168"/>
                  </a:lnTo>
                  <a:lnTo>
                    <a:pt x="418" y="0"/>
                  </a:lnTo>
                  <a:lnTo>
                    <a:pt x="2460" y="563"/>
                  </a:lnTo>
                  <a:lnTo>
                    <a:pt x="4127" y="1789"/>
                  </a:lnTo>
                  <a:lnTo>
                    <a:pt x="5050" y="2594"/>
                  </a:lnTo>
                  <a:lnTo>
                    <a:pt x="6115" y="3279"/>
                  </a:lnTo>
                  <a:lnTo>
                    <a:pt x="7261" y="355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g1523"/>
            <p:cNvSpPr/>
            <p:nvPr/>
          </p:nvSpPr>
          <p:spPr>
            <a:xfrm>
              <a:off x="2353551" y="1695200"/>
              <a:ext cx="1262" cy="1782"/>
            </a:xfrm>
            <a:custGeom>
              <a:avLst/>
              <a:pathLst>
                <a:path w="1262" h="1782">
                  <a:moveTo>
                    <a:pt x="1201" y="964"/>
                  </a:moveTo>
                  <a:lnTo>
                    <a:pt x="606" y="1782"/>
                  </a:lnTo>
                  <a:lnTo>
                    <a:pt x="166" y="1412"/>
                  </a:lnTo>
                  <a:lnTo>
                    <a:pt x="0" y="286"/>
                  </a:lnTo>
                  <a:lnTo>
                    <a:pt x="332" y="0"/>
                  </a:lnTo>
                  <a:lnTo>
                    <a:pt x="1262" y="81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g1524"/>
            <p:cNvSpPr/>
            <p:nvPr/>
          </p:nvSpPr>
          <p:spPr>
            <a:xfrm>
              <a:off x="2355531" y="1694849"/>
              <a:ext cx="1849" cy="1336"/>
            </a:xfrm>
            <a:custGeom>
              <a:avLst/>
              <a:pathLst>
                <a:path w="1849" h="1336">
                  <a:moveTo>
                    <a:pt x="1849" y="1031"/>
                  </a:moveTo>
                  <a:lnTo>
                    <a:pt x="1050" y="1336"/>
                  </a:lnTo>
                  <a:lnTo>
                    <a:pt x="0" y="717"/>
                  </a:lnTo>
                  <a:lnTo>
                    <a:pt x="102" y="0"/>
                  </a:lnTo>
                  <a:lnTo>
                    <a:pt x="1256" y="59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g1525"/>
            <p:cNvSpPr/>
            <p:nvPr/>
          </p:nvSpPr>
          <p:spPr>
            <a:xfrm>
              <a:off x="2336704" y="1694400"/>
              <a:ext cx="5203" cy="4212"/>
            </a:xfrm>
            <a:custGeom>
              <a:avLst/>
              <a:pathLst>
                <a:path w="5203" h="4212">
                  <a:moveTo>
                    <a:pt x="2984" y="3748"/>
                  </a:moveTo>
                  <a:lnTo>
                    <a:pt x="2774" y="4212"/>
                  </a:lnTo>
                  <a:lnTo>
                    <a:pt x="2546" y="4199"/>
                  </a:lnTo>
                  <a:lnTo>
                    <a:pt x="1283" y="3429"/>
                  </a:lnTo>
                  <a:lnTo>
                    <a:pt x="1098" y="3168"/>
                  </a:lnTo>
                  <a:lnTo>
                    <a:pt x="1839" y="2803"/>
                  </a:lnTo>
                  <a:lnTo>
                    <a:pt x="2055" y="2519"/>
                  </a:lnTo>
                  <a:lnTo>
                    <a:pt x="1969" y="2150"/>
                  </a:lnTo>
                  <a:lnTo>
                    <a:pt x="1413" y="1637"/>
                  </a:lnTo>
                  <a:lnTo>
                    <a:pt x="388" y="979"/>
                  </a:lnTo>
                  <a:lnTo>
                    <a:pt x="0" y="505"/>
                  </a:lnTo>
                  <a:lnTo>
                    <a:pt x="248" y="215"/>
                  </a:lnTo>
                  <a:lnTo>
                    <a:pt x="737" y="36"/>
                  </a:lnTo>
                  <a:lnTo>
                    <a:pt x="2277" y="0"/>
                  </a:lnTo>
                  <a:lnTo>
                    <a:pt x="3109" y="809"/>
                  </a:lnTo>
                  <a:lnTo>
                    <a:pt x="3736" y="1093"/>
                  </a:lnTo>
                  <a:lnTo>
                    <a:pt x="5203" y="1285"/>
                  </a:lnTo>
                  <a:lnTo>
                    <a:pt x="4442" y="1629"/>
                  </a:lnTo>
                  <a:lnTo>
                    <a:pt x="4010" y="1960"/>
                  </a:lnTo>
                  <a:lnTo>
                    <a:pt x="3477" y="324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g1526"/>
            <p:cNvSpPr/>
            <p:nvPr/>
          </p:nvSpPr>
          <p:spPr>
            <a:xfrm>
              <a:off x="2341664" y="1694242"/>
              <a:ext cx="5744" cy="3531"/>
            </a:xfrm>
            <a:custGeom>
              <a:avLst/>
              <a:pathLst>
                <a:path w="5744" h="3531">
                  <a:moveTo>
                    <a:pt x="4938" y="2971"/>
                  </a:moveTo>
                  <a:lnTo>
                    <a:pt x="4666" y="3153"/>
                  </a:lnTo>
                  <a:lnTo>
                    <a:pt x="4165" y="3294"/>
                  </a:lnTo>
                  <a:lnTo>
                    <a:pt x="2723" y="3137"/>
                  </a:lnTo>
                  <a:lnTo>
                    <a:pt x="1850" y="3187"/>
                  </a:lnTo>
                  <a:lnTo>
                    <a:pt x="876" y="3286"/>
                  </a:lnTo>
                  <a:lnTo>
                    <a:pt x="144" y="3531"/>
                  </a:lnTo>
                  <a:lnTo>
                    <a:pt x="0" y="3190"/>
                  </a:lnTo>
                  <a:lnTo>
                    <a:pt x="24" y="2909"/>
                  </a:lnTo>
                  <a:lnTo>
                    <a:pt x="3174" y="2141"/>
                  </a:lnTo>
                  <a:lnTo>
                    <a:pt x="3906" y="1741"/>
                  </a:lnTo>
                  <a:lnTo>
                    <a:pt x="4356" y="1234"/>
                  </a:lnTo>
                  <a:lnTo>
                    <a:pt x="4766" y="284"/>
                  </a:lnTo>
                  <a:lnTo>
                    <a:pt x="5096" y="0"/>
                  </a:lnTo>
                  <a:lnTo>
                    <a:pt x="5299" y="14"/>
                  </a:lnTo>
                  <a:lnTo>
                    <a:pt x="5744" y="388"/>
                  </a:lnTo>
                  <a:lnTo>
                    <a:pt x="5588" y="881"/>
                  </a:lnTo>
                  <a:lnTo>
                    <a:pt x="5192" y="1311"/>
                  </a:lnTo>
                  <a:lnTo>
                    <a:pt x="5062" y="171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g1527"/>
            <p:cNvSpPr/>
            <p:nvPr/>
          </p:nvSpPr>
          <p:spPr>
            <a:xfrm>
              <a:off x="2348368" y="1693458"/>
              <a:ext cx="4960" cy="5333"/>
            </a:xfrm>
            <a:custGeom>
              <a:avLst/>
              <a:pathLst>
                <a:path w="4960" h="5333">
                  <a:moveTo>
                    <a:pt x="3484" y="1664"/>
                  </a:moveTo>
                  <a:lnTo>
                    <a:pt x="3535" y="2131"/>
                  </a:lnTo>
                  <a:lnTo>
                    <a:pt x="4619" y="2073"/>
                  </a:lnTo>
                  <a:lnTo>
                    <a:pt x="4959" y="2314"/>
                  </a:lnTo>
                  <a:lnTo>
                    <a:pt x="4960" y="3232"/>
                  </a:lnTo>
                  <a:lnTo>
                    <a:pt x="4818" y="3491"/>
                  </a:lnTo>
                  <a:lnTo>
                    <a:pt x="4653" y="3555"/>
                  </a:lnTo>
                  <a:lnTo>
                    <a:pt x="4263" y="3353"/>
                  </a:lnTo>
                  <a:lnTo>
                    <a:pt x="3823" y="3821"/>
                  </a:lnTo>
                  <a:lnTo>
                    <a:pt x="1803" y="4966"/>
                  </a:lnTo>
                  <a:lnTo>
                    <a:pt x="1177" y="4325"/>
                  </a:lnTo>
                  <a:lnTo>
                    <a:pt x="0" y="5333"/>
                  </a:lnTo>
                  <a:lnTo>
                    <a:pt x="825" y="2727"/>
                  </a:lnTo>
                  <a:lnTo>
                    <a:pt x="1778" y="2333"/>
                  </a:lnTo>
                  <a:lnTo>
                    <a:pt x="2130" y="2037"/>
                  </a:lnTo>
                  <a:lnTo>
                    <a:pt x="2048" y="1274"/>
                  </a:lnTo>
                  <a:lnTo>
                    <a:pt x="2490" y="0"/>
                  </a:lnTo>
                  <a:lnTo>
                    <a:pt x="3451" y="59"/>
                  </a:lnTo>
                  <a:lnTo>
                    <a:pt x="3895" y="585"/>
                  </a:lnTo>
                  <a:lnTo>
                    <a:pt x="3879" y="92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g1528"/>
            <p:cNvSpPr/>
            <p:nvPr/>
          </p:nvSpPr>
          <p:spPr>
            <a:xfrm>
              <a:off x="5711084" y="1693337"/>
              <a:ext cx="1251" cy="1332"/>
            </a:xfrm>
            <a:custGeom>
              <a:avLst/>
              <a:pathLst>
                <a:path w="1251" h="1332">
                  <a:moveTo>
                    <a:pt x="950" y="1093"/>
                  </a:moveTo>
                  <a:lnTo>
                    <a:pt x="348" y="1332"/>
                  </a:lnTo>
                  <a:lnTo>
                    <a:pt x="25" y="727"/>
                  </a:lnTo>
                  <a:lnTo>
                    <a:pt x="0" y="375"/>
                  </a:lnTo>
                  <a:lnTo>
                    <a:pt x="325" y="0"/>
                  </a:lnTo>
                  <a:lnTo>
                    <a:pt x="904" y="239"/>
                  </a:lnTo>
                  <a:lnTo>
                    <a:pt x="1251" y="58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g1529"/>
            <p:cNvSpPr/>
            <p:nvPr/>
          </p:nvSpPr>
          <p:spPr>
            <a:xfrm>
              <a:off x="5720760" y="1692839"/>
              <a:ext cx="2670" cy="2094"/>
            </a:xfrm>
            <a:custGeom>
              <a:avLst/>
              <a:pathLst>
                <a:path w="2670" h="2094">
                  <a:moveTo>
                    <a:pt x="2176" y="1743"/>
                  </a:moveTo>
                  <a:lnTo>
                    <a:pt x="1395" y="2094"/>
                  </a:lnTo>
                  <a:lnTo>
                    <a:pt x="491" y="1902"/>
                  </a:lnTo>
                  <a:lnTo>
                    <a:pt x="0" y="1361"/>
                  </a:lnTo>
                  <a:lnTo>
                    <a:pt x="59" y="708"/>
                  </a:lnTo>
                  <a:lnTo>
                    <a:pt x="1225" y="0"/>
                  </a:lnTo>
                  <a:lnTo>
                    <a:pt x="2670" y="88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g1530"/>
            <p:cNvSpPr/>
            <p:nvPr/>
          </p:nvSpPr>
          <p:spPr>
            <a:xfrm>
              <a:off x="2355720" y="1691869"/>
              <a:ext cx="1979" cy="1770"/>
            </a:xfrm>
            <a:custGeom>
              <a:avLst/>
              <a:pathLst>
                <a:path w="1979" h="1770">
                  <a:moveTo>
                    <a:pt x="1542" y="1360"/>
                  </a:moveTo>
                  <a:lnTo>
                    <a:pt x="1319" y="1770"/>
                  </a:lnTo>
                  <a:lnTo>
                    <a:pt x="394" y="1334"/>
                  </a:lnTo>
                  <a:lnTo>
                    <a:pt x="65" y="977"/>
                  </a:lnTo>
                  <a:lnTo>
                    <a:pt x="0" y="612"/>
                  </a:lnTo>
                  <a:lnTo>
                    <a:pt x="273" y="7"/>
                  </a:lnTo>
                  <a:lnTo>
                    <a:pt x="1013" y="0"/>
                  </a:lnTo>
                  <a:lnTo>
                    <a:pt x="1450" y="245"/>
                  </a:lnTo>
                  <a:lnTo>
                    <a:pt x="1858" y="704"/>
                  </a:lnTo>
                  <a:lnTo>
                    <a:pt x="1979" y="99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g1531"/>
            <p:cNvSpPr/>
            <p:nvPr/>
          </p:nvSpPr>
          <p:spPr>
            <a:xfrm>
              <a:off x="5699498" y="1691675"/>
              <a:ext cx="3967" cy="3804"/>
            </a:xfrm>
            <a:custGeom>
              <a:avLst/>
              <a:pathLst>
                <a:path w="3967" h="3804">
                  <a:moveTo>
                    <a:pt x="1562" y="3222"/>
                  </a:moveTo>
                  <a:lnTo>
                    <a:pt x="739" y="3804"/>
                  </a:lnTo>
                  <a:lnTo>
                    <a:pt x="98" y="3209"/>
                  </a:lnTo>
                  <a:lnTo>
                    <a:pt x="0" y="2941"/>
                  </a:lnTo>
                  <a:lnTo>
                    <a:pt x="1233" y="1925"/>
                  </a:lnTo>
                  <a:lnTo>
                    <a:pt x="2158" y="1704"/>
                  </a:lnTo>
                  <a:lnTo>
                    <a:pt x="2556" y="1333"/>
                  </a:lnTo>
                  <a:lnTo>
                    <a:pt x="2965" y="46"/>
                  </a:lnTo>
                  <a:lnTo>
                    <a:pt x="3654" y="0"/>
                  </a:lnTo>
                  <a:lnTo>
                    <a:pt x="3967" y="150"/>
                  </a:lnTo>
                  <a:lnTo>
                    <a:pt x="3810" y="753"/>
                  </a:lnTo>
                  <a:lnTo>
                    <a:pt x="3270" y="1673"/>
                  </a:lnTo>
                  <a:lnTo>
                    <a:pt x="3253" y="231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g1532"/>
            <p:cNvSpPr/>
            <p:nvPr/>
          </p:nvSpPr>
          <p:spPr>
            <a:xfrm>
              <a:off x="2376458" y="1691258"/>
              <a:ext cx="9172" cy="1425"/>
            </a:xfrm>
            <a:custGeom>
              <a:avLst/>
              <a:pathLst>
                <a:path w="9172" h="1425">
                  <a:moveTo>
                    <a:pt x="4154" y="104"/>
                  </a:moveTo>
                  <a:lnTo>
                    <a:pt x="6010" y="670"/>
                  </a:lnTo>
                  <a:lnTo>
                    <a:pt x="8317" y="604"/>
                  </a:lnTo>
                  <a:lnTo>
                    <a:pt x="9159" y="742"/>
                  </a:lnTo>
                  <a:lnTo>
                    <a:pt x="9172" y="901"/>
                  </a:lnTo>
                  <a:lnTo>
                    <a:pt x="7697" y="1133"/>
                  </a:lnTo>
                  <a:lnTo>
                    <a:pt x="7192" y="1056"/>
                  </a:lnTo>
                  <a:lnTo>
                    <a:pt x="5904" y="1368"/>
                  </a:lnTo>
                  <a:lnTo>
                    <a:pt x="5028" y="1425"/>
                  </a:lnTo>
                  <a:lnTo>
                    <a:pt x="3026" y="1131"/>
                  </a:lnTo>
                  <a:lnTo>
                    <a:pt x="1482" y="1332"/>
                  </a:lnTo>
                  <a:lnTo>
                    <a:pt x="1074" y="1256"/>
                  </a:lnTo>
                  <a:lnTo>
                    <a:pt x="588" y="998"/>
                  </a:lnTo>
                  <a:lnTo>
                    <a:pt x="27" y="559"/>
                  </a:lnTo>
                  <a:lnTo>
                    <a:pt x="0" y="284"/>
                  </a:lnTo>
                  <a:lnTo>
                    <a:pt x="506" y="173"/>
                  </a:lnTo>
                  <a:lnTo>
                    <a:pt x="1876" y="550"/>
                  </a:lnTo>
                  <a:lnTo>
                    <a:pt x="2019" y="354"/>
                  </a:lnTo>
                  <a:lnTo>
                    <a:pt x="3175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g1533"/>
            <p:cNvSpPr/>
            <p:nvPr/>
          </p:nvSpPr>
          <p:spPr>
            <a:xfrm>
              <a:off x="2389445" y="1687851"/>
              <a:ext cx="2896" cy="1821"/>
            </a:xfrm>
            <a:custGeom>
              <a:avLst/>
              <a:pathLst>
                <a:path w="2896" h="1821">
                  <a:moveTo>
                    <a:pt x="1466" y="1614"/>
                  </a:moveTo>
                  <a:lnTo>
                    <a:pt x="763" y="1821"/>
                  </a:lnTo>
                  <a:lnTo>
                    <a:pt x="0" y="1606"/>
                  </a:lnTo>
                  <a:lnTo>
                    <a:pt x="356" y="870"/>
                  </a:lnTo>
                  <a:lnTo>
                    <a:pt x="720" y="477"/>
                  </a:lnTo>
                  <a:lnTo>
                    <a:pt x="1413" y="0"/>
                  </a:lnTo>
                  <a:lnTo>
                    <a:pt x="2239" y="210"/>
                  </a:lnTo>
                  <a:lnTo>
                    <a:pt x="2896" y="81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g1534"/>
            <p:cNvSpPr/>
            <p:nvPr/>
          </p:nvSpPr>
          <p:spPr>
            <a:xfrm>
              <a:off x="2364130" y="1687403"/>
              <a:ext cx="12083" cy="5945"/>
            </a:xfrm>
            <a:custGeom>
              <a:avLst/>
              <a:pathLst>
                <a:path w="12083" h="5945">
                  <a:moveTo>
                    <a:pt x="5848" y="5372"/>
                  </a:moveTo>
                  <a:lnTo>
                    <a:pt x="772" y="5945"/>
                  </a:lnTo>
                  <a:lnTo>
                    <a:pt x="0" y="5551"/>
                  </a:lnTo>
                  <a:lnTo>
                    <a:pt x="770" y="5327"/>
                  </a:lnTo>
                  <a:lnTo>
                    <a:pt x="1682" y="5203"/>
                  </a:lnTo>
                  <a:lnTo>
                    <a:pt x="3591" y="4546"/>
                  </a:lnTo>
                  <a:lnTo>
                    <a:pt x="5939" y="3978"/>
                  </a:lnTo>
                  <a:lnTo>
                    <a:pt x="7770" y="3293"/>
                  </a:lnTo>
                  <a:lnTo>
                    <a:pt x="9360" y="2845"/>
                  </a:lnTo>
                  <a:lnTo>
                    <a:pt x="9808" y="2107"/>
                  </a:lnTo>
                  <a:lnTo>
                    <a:pt x="8411" y="1731"/>
                  </a:lnTo>
                  <a:lnTo>
                    <a:pt x="8136" y="1435"/>
                  </a:lnTo>
                  <a:lnTo>
                    <a:pt x="8799" y="1091"/>
                  </a:lnTo>
                  <a:lnTo>
                    <a:pt x="9353" y="589"/>
                  </a:lnTo>
                  <a:lnTo>
                    <a:pt x="10659" y="0"/>
                  </a:lnTo>
                  <a:lnTo>
                    <a:pt x="11825" y="738"/>
                  </a:lnTo>
                  <a:lnTo>
                    <a:pt x="12083" y="1232"/>
                  </a:lnTo>
                  <a:lnTo>
                    <a:pt x="11972" y="1818"/>
                  </a:lnTo>
                  <a:lnTo>
                    <a:pt x="11737" y="2429"/>
                  </a:lnTo>
                  <a:lnTo>
                    <a:pt x="10712" y="2744"/>
                  </a:lnTo>
                  <a:lnTo>
                    <a:pt x="10559" y="3066"/>
                  </a:lnTo>
                  <a:lnTo>
                    <a:pt x="11115" y="3974"/>
                  </a:lnTo>
                  <a:lnTo>
                    <a:pt x="9006" y="477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g1535"/>
            <p:cNvSpPr/>
            <p:nvPr/>
          </p:nvSpPr>
          <p:spPr>
            <a:xfrm>
              <a:off x="5663093" y="1686232"/>
              <a:ext cx="3535" cy="2056"/>
            </a:xfrm>
            <a:custGeom>
              <a:avLst/>
              <a:pathLst>
                <a:path w="3535" h="2056">
                  <a:moveTo>
                    <a:pt x="3031" y="2015"/>
                  </a:moveTo>
                  <a:lnTo>
                    <a:pt x="2417" y="2056"/>
                  </a:lnTo>
                  <a:lnTo>
                    <a:pt x="2023" y="1573"/>
                  </a:lnTo>
                  <a:lnTo>
                    <a:pt x="0" y="1385"/>
                  </a:lnTo>
                  <a:lnTo>
                    <a:pt x="209" y="926"/>
                  </a:lnTo>
                  <a:lnTo>
                    <a:pt x="1080" y="734"/>
                  </a:lnTo>
                  <a:lnTo>
                    <a:pt x="2415" y="0"/>
                  </a:lnTo>
                  <a:lnTo>
                    <a:pt x="3535" y="125"/>
                  </a:lnTo>
                  <a:lnTo>
                    <a:pt x="3239" y="80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g1536"/>
            <p:cNvSpPr/>
            <p:nvPr/>
          </p:nvSpPr>
          <p:spPr>
            <a:xfrm>
              <a:off x="2406406" y="1683533"/>
              <a:ext cx="2293" cy="2061"/>
            </a:xfrm>
            <a:custGeom>
              <a:avLst/>
              <a:pathLst>
                <a:path w="2293" h="2061">
                  <a:moveTo>
                    <a:pt x="885" y="1618"/>
                  </a:moveTo>
                  <a:lnTo>
                    <a:pt x="280" y="2061"/>
                  </a:lnTo>
                  <a:lnTo>
                    <a:pt x="103" y="1897"/>
                  </a:lnTo>
                  <a:lnTo>
                    <a:pt x="0" y="1350"/>
                  </a:lnTo>
                  <a:lnTo>
                    <a:pt x="339" y="924"/>
                  </a:lnTo>
                  <a:lnTo>
                    <a:pt x="1371" y="0"/>
                  </a:lnTo>
                  <a:lnTo>
                    <a:pt x="2071" y="174"/>
                  </a:lnTo>
                  <a:lnTo>
                    <a:pt x="2293" y="418"/>
                  </a:lnTo>
                  <a:lnTo>
                    <a:pt x="2274" y="768"/>
                  </a:lnTo>
                  <a:lnTo>
                    <a:pt x="2015" y="1226"/>
                  </a:lnTo>
                  <a:lnTo>
                    <a:pt x="1681" y="1456"/>
                  </a:lnTo>
                  <a:lnTo>
                    <a:pt x="1274" y="145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g1537"/>
            <p:cNvSpPr/>
            <p:nvPr/>
          </p:nvSpPr>
          <p:spPr>
            <a:xfrm>
              <a:off x="2414307" y="1680938"/>
              <a:ext cx="2837" cy="1273"/>
            </a:xfrm>
            <a:custGeom>
              <a:avLst/>
              <a:pathLst>
                <a:path w="2837" h="1273">
                  <a:moveTo>
                    <a:pt x="2837" y="505"/>
                  </a:moveTo>
                  <a:lnTo>
                    <a:pt x="2684" y="1067"/>
                  </a:lnTo>
                  <a:lnTo>
                    <a:pt x="2545" y="1273"/>
                  </a:lnTo>
                  <a:lnTo>
                    <a:pt x="1083" y="974"/>
                  </a:lnTo>
                  <a:lnTo>
                    <a:pt x="106" y="1082"/>
                  </a:lnTo>
                  <a:lnTo>
                    <a:pt x="0" y="750"/>
                  </a:lnTo>
                  <a:lnTo>
                    <a:pt x="87" y="454"/>
                  </a:lnTo>
                  <a:lnTo>
                    <a:pt x="1619" y="3"/>
                  </a:lnTo>
                  <a:lnTo>
                    <a:pt x="2241" y="0"/>
                  </a:lnTo>
                  <a:lnTo>
                    <a:pt x="2657" y="23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g1538"/>
            <p:cNvSpPr/>
            <p:nvPr/>
          </p:nvSpPr>
          <p:spPr>
            <a:xfrm>
              <a:off x="5654507" y="1679134"/>
              <a:ext cx="8904" cy="3638"/>
            </a:xfrm>
            <a:custGeom>
              <a:avLst/>
              <a:pathLst>
                <a:path w="8904" h="3638">
                  <a:moveTo>
                    <a:pt x="2998" y="0"/>
                  </a:moveTo>
                  <a:lnTo>
                    <a:pt x="4627" y="456"/>
                  </a:lnTo>
                  <a:lnTo>
                    <a:pt x="5745" y="242"/>
                  </a:lnTo>
                  <a:lnTo>
                    <a:pt x="7160" y="980"/>
                  </a:lnTo>
                  <a:lnTo>
                    <a:pt x="8904" y="2244"/>
                  </a:lnTo>
                  <a:lnTo>
                    <a:pt x="8513" y="2485"/>
                  </a:lnTo>
                  <a:lnTo>
                    <a:pt x="8074" y="2624"/>
                  </a:lnTo>
                  <a:lnTo>
                    <a:pt x="7641" y="2609"/>
                  </a:lnTo>
                  <a:lnTo>
                    <a:pt x="6280" y="2820"/>
                  </a:lnTo>
                  <a:lnTo>
                    <a:pt x="5538" y="2769"/>
                  </a:lnTo>
                  <a:lnTo>
                    <a:pt x="4165" y="3638"/>
                  </a:lnTo>
                  <a:lnTo>
                    <a:pt x="2656" y="3013"/>
                  </a:lnTo>
                  <a:lnTo>
                    <a:pt x="2147" y="1777"/>
                  </a:lnTo>
                  <a:lnTo>
                    <a:pt x="948" y="1472"/>
                  </a:lnTo>
                  <a:lnTo>
                    <a:pt x="0" y="1047"/>
                  </a:lnTo>
                  <a:lnTo>
                    <a:pt x="1732" y="7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g1539"/>
            <p:cNvSpPr/>
            <p:nvPr/>
          </p:nvSpPr>
          <p:spPr>
            <a:xfrm>
              <a:off x="2422850" y="1671529"/>
              <a:ext cx="12149" cy="10128"/>
            </a:xfrm>
            <a:custGeom>
              <a:avLst/>
              <a:pathLst>
                <a:path w="12149" h="10128">
                  <a:moveTo>
                    <a:pt x="10639" y="2972"/>
                  </a:moveTo>
                  <a:lnTo>
                    <a:pt x="7740" y="4465"/>
                  </a:lnTo>
                  <a:lnTo>
                    <a:pt x="6800" y="5557"/>
                  </a:lnTo>
                  <a:lnTo>
                    <a:pt x="6082" y="6608"/>
                  </a:lnTo>
                  <a:lnTo>
                    <a:pt x="5518" y="7183"/>
                  </a:lnTo>
                  <a:lnTo>
                    <a:pt x="5107" y="7282"/>
                  </a:lnTo>
                  <a:lnTo>
                    <a:pt x="4649" y="7561"/>
                  </a:lnTo>
                  <a:lnTo>
                    <a:pt x="3693" y="8295"/>
                  </a:lnTo>
                  <a:lnTo>
                    <a:pt x="3291" y="8387"/>
                  </a:lnTo>
                  <a:lnTo>
                    <a:pt x="217" y="10102"/>
                  </a:lnTo>
                  <a:lnTo>
                    <a:pt x="0" y="10128"/>
                  </a:lnTo>
                  <a:lnTo>
                    <a:pt x="149" y="9680"/>
                  </a:lnTo>
                  <a:lnTo>
                    <a:pt x="1088" y="9045"/>
                  </a:lnTo>
                  <a:lnTo>
                    <a:pt x="1700" y="8466"/>
                  </a:lnTo>
                  <a:lnTo>
                    <a:pt x="2391" y="7510"/>
                  </a:lnTo>
                  <a:lnTo>
                    <a:pt x="2772" y="7159"/>
                  </a:lnTo>
                  <a:lnTo>
                    <a:pt x="2894" y="6679"/>
                  </a:lnTo>
                  <a:lnTo>
                    <a:pt x="2943" y="5710"/>
                  </a:lnTo>
                  <a:lnTo>
                    <a:pt x="3115" y="5344"/>
                  </a:lnTo>
                  <a:lnTo>
                    <a:pt x="3775" y="4616"/>
                  </a:lnTo>
                  <a:lnTo>
                    <a:pt x="4256" y="4218"/>
                  </a:lnTo>
                  <a:lnTo>
                    <a:pt x="4888" y="4080"/>
                  </a:lnTo>
                  <a:lnTo>
                    <a:pt x="6171" y="4202"/>
                  </a:lnTo>
                  <a:lnTo>
                    <a:pt x="6702" y="3832"/>
                  </a:lnTo>
                  <a:lnTo>
                    <a:pt x="6867" y="3551"/>
                  </a:lnTo>
                  <a:lnTo>
                    <a:pt x="6543" y="3295"/>
                  </a:lnTo>
                  <a:lnTo>
                    <a:pt x="6467" y="2850"/>
                  </a:lnTo>
                  <a:lnTo>
                    <a:pt x="6551" y="2084"/>
                  </a:lnTo>
                  <a:lnTo>
                    <a:pt x="6922" y="1403"/>
                  </a:lnTo>
                  <a:lnTo>
                    <a:pt x="7580" y="809"/>
                  </a:lnTo>
                  <a:lnTo>
                    <a:pt x="8475" y="347"/>
                  </a:lnTo>
                  <a:lnTo>
                    <a:pt x="9608" y="17"/>
                  </a:lnTo>
                  <a:lnTo>
                    <a:pt x="10437" y="0"/>
                  </a:lnTo>
                  <a:lnTo>
                    <a:pt x="11928" y="700"/>
                  </a:lnTo>
                  <a:lnTo>
                    <a:pt x="12149" y="1021"/>
                  </a:lnTo>
                  <a:lnTo>
                    <a:pt x="11786" y="1724"/>
                  </a:lnTo>
                  <a:lnTo>
                    <a:pt x="11577" y="238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g1540"/>
            <p:cNvSpPr/>
            <p:nvPr/>
          </p:nvSpPr>
          <p:spPr>
            <a:xfrm>
              <a:off x="2449701" y="1667556"/>
              <a:ext cx="1400" cy="1710"/>
            </a:xfrm>
            <a:custGeom>
              <a:avLst/>
              <a:pathLst>
                <a:path w="1400" h="1710">
                  <a:moveTo>
                    <a:pt x="387" y="1670"/>
                  </a:moveTo>
                  <a:lnTo>
                    <a:pt x="254" y="1710"/>
                  </a:lnTo>
                  <a:lnTo>
                    <a:pt x="12" y="1365"/>
                  </a:lnTo>
                  <a:lnTo>
                    <a:pt x="0" y="1050"/>
                  </a:lnTo>
                  <a:lnTo>
                    <a:pt x="154" y="821"/>
                  </a:lnTo>
                  <a:lnTo>
                    <a:pt x="595" y="287"/>
                  </a:lnTo>
                  <a:lnTo>
                    <a:pt x="910" y="96"/>
                  </a:lnTo>
                  <a:lnTo>
                    <a:pt x="1296" y="0"/>
                  </a:lnTo>
                  <a:lnTo>
                    <a:pt x="1400" y="143"/>
                  </a:lnTo>
                  <a:lnTo>
                    <a:pt x="1060" y="776"/>
                  </a:lnTo>
                  <a:lnTo>
                    <a:pt x="633" y="120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g1541"/>
            <p:cNvSpPr/>
            <p:nvPr/>
          </p:nvSpPr>
          <p:spPr>
            <a:xfrm>
              <a:off x="2434961" y="1665284"/>
              <a:ext cx="14928" cy="10412"/>
            </a:xfrm>
            <a:custGeom>
              <a:avLst/>
              <a:pathLst>
                <a:path w="14928" h="10412">
                  <a:moveTo>
                    <a:pt x="11291" y="1464"/>
                  </a:moveTo>
                  <a:lnTo>
                    <a:pt x="11699" y="2126"/>
                  </a:lnTo>
                  <a:lnTo>
                    <a:pt x="12406" y="1707"/>
                  </a:lnTo>
                  <a:lnTo>
                    <a:pt x="12923" y="1131"/>
                  </a:lnTo>
                  <a:lnTo>
                    <a:pt x="13327" y="388"/>
                  </a:lnTo>
                  <a:lnTo>
                    <a:pt x="13590" y="97"/>
                  </a:lnTo>
                  <a:lnTo>
                    <a:pt x="13937" y="489"/>
                  </a:lnTo>
                  <a:lnTo>
                    <a:pt x="14928" y="1022"/>
                  </a:lnTo>
                  <a:lnTo>
                    <a:pt x="14094" y="1843"/>
                  </a:lnTo>
                  <a:lnTo>
                    <a:pt x="12488" y="3074"/>
                  </a:lnTo>
                  <a:lnTo>
                    <a:pt x="11950" y="3898"/>
                  </a:lnTo>
                  <a:lnTo>
                    <a:pt x="11916" y="4253"/>
                  </a:lnTo>
                  <a:lnTo>
                    <a:pt x="13472" y="3981"/>
                  </a:lnTo>
                  <a:lnTo>
                    <a:pt x="13907" y="4020"/>
                  </a:lnTo>
                  <a:lnTo>
                    <a:pt x="14184" y="4302"/>
                  </a:lnTo>
                  <a:lnTo>
                    <a:pt x="13758" y="4636"/>
                  </a:lnTo>
                  <a:lnTo>
                    <a:pt x="12910" y="4939"/>
                  </a:lnTo>
                  <a:lnTo>
                    <a:pt x="12173" y="5527"/>
                  </a:lnTo>
                  <a:lnTo>
                    <a:pt x="10469" y="6545"/>
                  </a:lnTo>
                  <a:lnTo>
                    <a:pt x="9824" y="7391"/>
                  </a:lnTo>
                  <a:lnTo>
                    <a:pt x="9061" y="7714"/>
                  </a:lnTo>
                  <a:lnTo>
                    <a:pt x="8023" y="7791"/>
                  </a:lnTo>
                  <a:lnTo>
                    <a:pt x="6198" y="8342"/>
                  </a:lnTo>
                  <a:lnTo>
                    <a:pt x="5089" y="8861"/>
                  </a:lnTo>
                  <a:lnTo>
                    <a:pt x="4809" y="9142"/>
                  </a:lnTo>
                  <a:lnTo>
                    <a:pt x="4461" y="9275"/>
                  </a:lnTo>
                  <a:lnTo>
                    <a:pt x="4044" y="9260"/>
                  </a:lnTo>
                  <a:lnTo>
                    <a:pt x="3595" y="9488"/>
                  </a:lnTo>
                  <a:lnTo>
                    <a:pt x="3112" y="9958"/>
                  </a:lnTo>
                  <a:lnTo>
                    <a:pt x="2708" y="10178"/>
                  </a:lnTo>
                  <a:lnTo>
                    <a:pt x="2049" y="10227"/>
                  </a:lnTo>
                  <a:lnTo>
                    <a:pt x="1704" y="10412"/>
                  </a:lnTo>
                  <a:lnTo>
                    <a:pt x="1318" y="10405"/>
                  </a:lnTo>
                  <a:lnTo>
                    <a:pt x="264" y="9843"/>
                  </a:lnTo>
                  <a:lnTo>
                    <a:pt x="0" y="9514"/>
                  </a:lnTo>
                  <a:lnTo>
                    <a:pt x="933" y="8857"/>
                  </a:lnTo>
                  <a:lnTo>
                    <a:pt x="1609" y="8639"/>
                  </a:lnTo>
                  <a:lnTo>
                    <a:pt x="2636" y="8539"/>
                  </a:lnTo>
                  <a:lnTo>
                    <a:pt x="3644" y="7932"/>
                  </a:lnTo>
                  <a:lnTo>
                    <a:pt x="5720" y="7127"/>
                  </a:lnTo>
                  <a:lnTo>
                    <a:pt x="6364" y="6687"/>
                  </a:lnTo>
                  <a:lnTo>
                    <a:pt x="6778" y="5160"/>
                  </a:lnTo>
                  <a:lnTo>
                    <a:pt x="7250" y="4900"/>
                  </a:lnTo>
                  <a:lnTo>
                    <a:pt x="7503" y="4289"/>
                  </a:lnTo>
                  <a:lnTo>
                    <a:pt x="8653" y="4307"/>
                  </a:lnTo>
                  <a:lnTo>
                    <a:pt x="9181" y="4992"/>
                  </a:lnTo>
                  <a:lnTo>
                    <a:pt x="9458" y="5018"/>
                  </a:lnTo>
                  <a:lnTo>
                    <a:pt x="9509" y="4471"/>
                  </a:lnTo>
                  <a:lnTo>
                    <a:pt x="10099" y="4086"/>
                  </a:lnTo>
                  <a:lnTo>
                    <a:pt x="9759" y="3805"/>
                  </a:lnTo>
                  <a:lnTo>
                    <a:pt x="8696" y="3450"/>
                  </a:lnTo>
                  <a:lnTo>
                    <a:pt x="7907" y="3283"/>
                  </a:lnTo>
                  <a:lnTo>
                    <a:pt x="7393" y="3303"/>
                  </a:lnTo>
                  <a:lnTo>
                    <a:pt x="6975" y="3104"/>
                  </a:lnTo>
                  <a:lnTo>
                    <a:pt x="6652" y="2686"/>
                  </a:lnTo>
                  <a:lnTo>
                    <a:pt x="6505" y="2271"/>
                  </a:lnTo>
                  <a:lnTo>
                    <a:pt x="6533" y="1859"/>
                  </a:lnTo>
                  <a:lnTo>
                    <a:pt x="6795" y="1398"/>
                  </a:lnTo>
                  <a:lnTo>
                    <a:pt x="7291" y="889"/>
                  </a:lnTo>
                  <a:lnTo>
                    <a:pt x="7859" y="600"/>
                  </a:lnTo>
                  <a:lnTo>
                    <a:pt x="9083" y="391"/>
                  </a:lnTo>
                  <a:lnTo>
                    <a:pt x="10168" y="52"/>
                  </a:lnTo>
                  <a:lnTo>
                    <a:pt x="10742" y="0"/>
                  </a:lnTo>
                  <a:lnTo>
                    <a:pt x="11176" y="14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g1542"/>
            <p:cNvSpPr/>
            <p:nvPr/>
          </p:nvSpPr>
          <p:spPr>
            <a:xfrm>
              <a:off x="2451072" y="1662424"/>
              <a:ext cx="3906" cy="2285"/>
            </a:xfrm>
            <a:custGeom>
              <a:avLst/>
              <a:pathLst>
                <a:path w="3906" h="2285">
                  <a:moveTo>
                    <a:pt x="2500" y="1958"/>
                  </a:moveTo>
                  <a:lnTo>
                    <a:pt x="2142" y="2203"/>
                  </a:lnTo>
                  <a:lnTo>
                    <a:pt x="1854" y="2257"/>
                  </a:lnTo>
                  <a:lnTo>
                    <a:pt x="1635" y="2118"/>
                  </a:lnTo>
                  <a:lnTo>
                    <a:pt x="656" y="2285"/>
                  </a:lnTo>
                  <a:lnTo>
                    <a:pt x="465" y="2185"/>
                  </a:lnTo>
                  <a:lnTo>
                    <a:pt x="28" y="1353"/>
                  </a:lnTo>
                  <a:lnTo>
                    <a:pt x="0" y="923"/>
                  </a:lnTo>
                  <a:lnTo>
                    <a:pt x="171" y="584"/>
                  </a:lnTo>
                  <a:lnTo>
                    <a:pt x="610" y="275"/>
                  </a:lnTo>
                  <a:lnTo>
                    <a:pt x="1318" y="0"/>
                  </a:lnTo>
                  <a:lnTo>
                    <a:pt x="2014" y="56"/>
                  </a:lnTo>
                  <a:lnTo>
                    <a:pt x="3229" y="821"/>
                  </a:lnTo>
                  <a:lnTo>
                    <a:pt x="3799" y="1270"/>
                  </a:lnTo>
                  <a:lnTo>
                    <a:pt x="3906" y="1550"/>
                  </a:lnTo>
                  <a:lnTo>
                    <a:pt x="3480" y="181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g1543"/>
            <p:cNvSpPr/>
            <p:nvPr/>
          </p:nvSpPr>
          <p:spPr>
            <a:xfrm>
              <a:off x="2455346" y="1661399"/>
              <a:ext cx="2329" cy="2167"/>
            </a:xfrm>
            <a:custGeom>
              <a:avLst/>
              <a:pathLst>
                <a:path w="2329" h="2167">
                  <a:moveTo>
                    <a:pt x="879" y="2061"/>
                  </a:moveTo>
                  <a:lnTo>
                    <a:pt x="466" y="2167"/>
                  </a:lnTo>
                  <a:lnTo>
                    <a:pt x="366" y="2021"/>
                  </a:lnTo>
                  <a:lnTo>
                    <a:pt x="318" y="1408"/>
                  </a:lnTo>
                  <a:lnTo>
                    <a:pt x="0" y="435"/>
                  </a:lnTo>
                  <a:lnTo>
                    <a:pt x="603" y="81"/>
                  </a:lnTo>
                  <a:lnTo>
                    <a:pt x="979" y="0"/>
                  </a:lnTo>
                  <a:lnTo>
                    <a:pt x="1138" y="148"/>
                  </a:lnTo>
                  <a:lnTo>
                    <a:pt x="1574" y="873"/>
                  </a:lnTo>
                  <a:lnTo>
                    <a:pt x="2009" y="1067"/>
                  </a:lnTo>
                  <a:lnTo>
                    <a:pt x="2329" y="1223"/>
                  </a:lnTo>
                  <a:lnTo>
                    <a:pt x="1765" y="144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g1544"/>
            <p:cNvSpPr/>
            <p:nvPr/>
          </p:nvSpPr>
          <p:spPr>
            <a:xfrm>
              <a:off x="2482154" y="1658470"/>
              <a:ext cx="2518" cy="1603"/>
            </a:xfrm>
            <a:custGeom>
              <a:avLst/>
              <a:pathLst>
                <a:path w="2518" h="1603">
                  <a:moveTo>
                    <a:pt x="2518" y="1299"/>
                  </a:moveTo>
                  <a:lnTo>
                    <a:pt x="1697" y="1603"/>
                  </a:lnTo>
                  <a:lnTo>
                    <a:pt x="827" y="1286"/>
                  </a:lnTo>
                  <a:lnTo>
                    <a:pt x="83" y="699"/>
                  </a:lnTo>
                  <a:lnTo>
                    <a:pt x="0" y="0"/>
                  </a:lnTo>
                  <a:lnTo>
                    <a:pt x="1656" y="452"/>
                  </a:lnTo>
                  <a:lnTo>
                    <a:pt x="2011" y="66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g1545"/>
            <p:cNvSpPr/>
            <p:nvPr/>
          </p:nvSpPr>
          <p:spPr>
            <a:xfrm>
              <a:off x="2485812" y="1651649"/>
              <a:ext cx="1893" cy="1968"/>
            </a:xfrm>
            <a:custGeom>
              <a:avLst/>
              <a:pathLst>
                <a:path w="1893" h="1968">
                  <a:moveTo>
                    <a:pt x="1284" y="1903"/>
                  </a:moveTo>
                  <a:lnTo>
                    <a:pt x="1059" y="1968"/>
                  </a:lnTo>
                  <a:lnTo>
                    <a:pt x="408" y="1541"/>
                  </a:lnTo>
                  <a:lnTo>
                    <a:pt x="171" y="1221"/>
                  </a:lnTo>
                  <a:lnTo>
                    <a:pt x="0" y="724"/>
                  </a:lnTo>
                  <a:lnTo>
                    <a:pt x="1326" y="8"/>
                  </a:lnTo>
                  <a:lnTo>
                    <a:pt x="1601" y="0"/>
                  </a:lnTo>
                  <a:lnTo>
                    <a:pt x="1849" y="401"/>
                  </a:lnTo>
                  <a:lnTo>
                    <a:pt x="1893" y="717"/>
                  </a:lnTo>
                  <a:lnTo>
                    <a:pt x="1526" y="162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g1546"/>
            <p:cNvSpPr/>
            <p:nvPr/>
          </p:nvSpPr>
          <p:spPr>
            <a:xfrm>
              <a:off x="2462443" y="1650710"/>
              <a:ext cx="17225" cy="9017"/>
            </a:xfrm>
            <a:custGeom>
              <a:avLst/>
              <a:pathLst>
                <a:path w="17225" h="9017">
                  <a:moveTo>
                    <a:pt x="13509" y="977"/>
                  </a:moveTo>
                  <a:lnTo>
                    <a:pt x="14427" y="3282"/>
                  </a:lnTo>
                  <a:lnTo>
                    <a:pt x="14825" y="3732"/>
                  </a:lnTo>
                  <a:lnTo>
                    <a:pt x="15415" y="3978"/>
                  </a:lnTo>
                  <a:lnTo>
                    <a:pt x="16242" y="4227"/>
                  </a:lnTo>
                  <a:lnTo>
                    <a:pt x="16735" y="4568"/>
                  </a:lnTo>
                  <a:lnTo>
                    <a:pt x="17168" y="5087"/>
                  </a:lnTo>
                  <a:lnTo>
                    <a:pt x="17225" y="5325"/>
                  </a:lnTo>
                  <a:lnTo>
                    <a:pt x="14625" y="4395"/>
                  </a:lnTo>
                  <a:lnTo>
                    <a:pt x="12990" y="5753"/>
                  </a:lnTo>
                  <a:lnTo>
                    <a:pt x="12497" y="5929"/>
                  </a:lnTo>
                  <a:lnTo>
                    <a:pt x="7858" y="5995"/>
                  </a:lnTo>
                  <a:lnTo>
                    <a:pt x="6931" y="6245"/>
                  </a:lnTo>
                  <a:lnTo>
                    <a:pt x="6332" y="6687"/>
                  </a:lnTo>
                  <a:lnTo>
                    <a:pt x="5272" y="7928"/>
                  </a:lnTo>
                  <a:lnTo>
                    <a:pt x="4734" y="8410"/>
                  </a:lnTo>
                  <a:lnTo>
                    <a:pt x="4167" y="8696"/>
                  </a:lnTo>
                  <a:lnTo>
                    <a:pt x="2962" y="9017"/>
                  </a:lnTo>
                  <a:lnTo>
                    <a:pt x="1515" y="8973"/>
                  </a:lnTo>
                  <a:lnTo>
                    <a:pt x="761" y="8811"/>
                  </a:lnTo>
                  <a:lnTo>
                    <a:pt x="357" y="8221"/>
                  </a:lnTo>
                  <a:lnTo>
                    <a:pt x="0" y="7058"/>
                  </a:lnTo>
                  <a:lnTo>
                    <a:pt x="2" y="6734"/>
                  </a:lnTo>
                  <a:lnTo>
                    <a:pt x="154" y="6179"/>
                  </a:lnTo>
                  <a:lnTo>
                    <a:pt x="1442" y="5410"/>
                  </a:lnTo>
                  <a:lnTo>
                    <a:pt x="1870" y="5005"/>
                  </a:lnTo>
                  <a:lnTo>
                    <a:pt x="3540" y="2370"/>
                  </a:lnTo>
                  <a:lnTo>
                    <a:pt x="4024" y="2008"/>
                  </a:lnTo>
                  <a:lnTo>
                    <a:pt x="4537" y="1919"/>
                  </a:lnTo>
                  <a:lnTo>
                    <a:pt x="5962" y="2103"/>
                  </a:lnTo>
                  <a:lnTo>
                    <a:pt x="7179" y="1334"/>
                  </a:lnTo>
                  <a:lnTo>
                    <a:pt x="9801" y="163"/>
                  </a:lnTo>
                  <a:lnTo>
                    <a:pt x="10376" y="24"/>
                  </a:lnTo>
                  <a:lnTo>
                    <a:pt x="12265" y="0"/>
                  </a:lnTo>
                  <a:lnTo>
                    <a:pt x="12780" y="181"/>
                  </a:lnTo>
                  <a:lnTo>
                    <a:pt x="13179" y="50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g1547"/>
            <p:cNvSpPr/>
            <p:nvPr/>
          </p:nvSpPr>
          <p:spPr>
            <a:xfrm>
              <a:off x="2513929" y="1650599"/>
              <a:ext cx="945" cy="1275"/>
            </a:xfrm>
            <a:custGeom>
              <a:avLst/>
              <a:pathLst>
                <a:path w="945" h="1275">
                  <a:moveTo>
                    <a:pt x="945" y="1204"/>
                  </a:moveTo>
                  <a:lnTo>
                    <a:pt x="637" y="1275"/>
                  </a:lnTo>
                  <a:lnTo>
                    <a:pt x="383" y="1125"/>
                  </a:lnTo>
                  <a:lnTo>
                    <a:pt x="32" y="332"/>
                  </a:lnTo>
                  <a:lnTo>
                    <a:pt x="0" y="0"/>
                  </a:lnTo>
                  <a:lnTo>
                    <a:pt x="676" y="249"/>
                  </a:lnTo>
                  <a:lnTo>
                    <a:pt x="934" y="82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g1548"/>
            <p:cNvSpPr/>
            <p:nvPr/>
          </p:nvSpPr>
          <p:spPr>
            <a:xfrm>
              <a:off x="2512164" y="1648267"/>
              <a:ext cx="1261" cy="2352"/>
            </a:xfrm>
            <a:custGeom>
              <a:avLst/>
              <a:pathLst>
                <a:path w="1261" h="2352">
                  <a:moveTo>
                    <a:pt x="1261" y="1033"/>
                  </a:moveTo>
                  <a:lnTo>
                    <a:pt x="1211" y="2145"/>
                  </a:lnTo>
                  <a:lnTo>
                    <a:pt x="1074" y="2320"/>
                  </a:lnTo>
                  <a:lnTo>
                    <a:pt x="823" y="2023"/>
                  </a:lnTo>
                  <a:lnTo>
                    <a:pt x="291" y="2352"/>
                  </a:lnTo>
                  <a:lnTo>
                    <a:pt x="0" y="2111"/>
                  </a:lnTo>
                  <a:lnTo>
                    <a:pt x="123" y="1724"/>
                  </a:lnTo>
                  <a:lnTo>
                    <a:pt x="83" y="1422"/>
                  </a:lnTo>
                  <a:lnTo>
                    <a:pt x="478" y="1398"/>
                  </a:lnTo>
                  <a:lnTo>
                    <a:pt x="571" y="845"/>
                  </a:lnTo>
                  <a:lnTo>
                    <a:pt x="503" y="612"/>
                  </a:lnTo>
                  <a:lnTo>
                    <a:pt x="697" y="115"/>
                  </a:lnTo>
                  <a:lnTo>
                    <a:pt x="978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g1549"/>
            <p:cNvSpPr/>
            <p:nvPr/>
          </p:nvSpPr>
          <p:spPr>
            <a:xfrm>
              <a:off x="2777571" y="1647736"/>
              <a:ext cx="3435" cy="5249"/>
            </a:xfrm>
            <a:custGeom>
              <a:avLst/>
              <a:pathLst>
                <a:path w="3435" h="5249">
                  <a:moveTo>
                    <a:pt x="2416" y="2570"/>
                  </a:moveTo>
                  <a:lnTo>
                    <a:pt x="3383" y="4388"/>
                  </a:lnTo>
                  <a:lnTo>
                    <a:pt x="3435" y="5026"/>
                  </a:lnTo>
                  <a:lnTo>
                    <a:pt x="2512" y="5249"/>
                  </a:lnTo>
                  <a:lnTo>
                    <a:pt x="1787" y="5158"/>
                  </a:lnTo>
                  <a:lnTo>
                    <a:pt x="1413" y="4948"/>
                  </a:lnTo>
                  <a:lnTo>
                    <a:pt x="1315" y="4652"/>
                  </a:lnTo>
                  <a:lnTo>
                    <a:pt x="1549" y="3732"/>
                  </a:lnTo>
                  <a:lnTo>
                    <a:pt x="1072" y="3192"/>
                  </a:lnTo>
                  <a:lnTo>
                    <a:pt x="521" y="3007"/>
                  </a:lnTo>
                  <a:lnTo>
                    <a:pt x="27" y="3325"/>
                  </a:lnTo>
                  <a:lnTo>
                    <a:pt x="0" y="2418"/>
                  </a:lnTo>
                  <a:lnTo>
                    <a:pt x="370" y="1767"/>
                  </a:lnTo>
                  <a:lnTo>
                    <a:pt x="163" y="882"/>
                  </a:lnTo>
                  <a:lnTo>
                    <a:pt x="157" y="213"/>
                  </a:lnTo>
                  <a:lnTo>
                    <a:pt x="280" y="0"/>
                  </a:lnTo>
                  <a:lnTo>
                    <a:pt x="780" y="19"/>
                  </a:lnTo>
                  <a:lnTo>
                    <a:pt x="1802" y="70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g1550"/>
            <p:cNvSpPr/>
            <p:nvPr/>
          </p:nvSpPr>
          <p:spPr>
            <a:xfrm>
              <a:off x="2506690" y="1647612"/>
              <a:ext cx="3667" cy="4885"/>
            </a:xfrm>
            <a:custGeom>
              <a:avLst/>
              <a:pathLst>
                <a:path w="3667" h="4885">
                  <a:moveTo>
                    <a:pt x="3349" y="2011"/>
                  </a:moveTo>
                  <a:lnTo>
                    <a:pt x="2773" y="2317"/>
                  </a:lnTo>
                  <a:lnTo>
                    <a:pt x="2591" y="2706"/>
                  </a:lnTo>
                  <a:lnTo>
                    <a:pt x="2153" y="2870"/>
                  </a:lnTo>
                  <a:lnTo>
                    <a:pt x="1784" y="3187"/>
                  </a:lnTo>
                  <a:lnTo>
                    <a:pt x="543" y="4620"/>
                  </a:lnTo>
                  <a:lnTo>
                    <a:pt x="0" y="4885"/>
                  </a:lnTo>
                  <a:lnTo>
                    <a:pt x="600" y="3662"/>
                  </a:lnTo>
                  <a:lnTo>
                    <a:pt x="694" y="3273"/>
                  </a:lnTo>
                  <a:lnTo>
                    <a:pt x="706" y="3014"/>
                  </a:lnTo>
                  <a:lnTo>
                    <a:pt x="520" y="2091"/>
                  </a:lnTo>
                  <a:lnTo>
                    <a:pt x="882" y="2131"/>
                  </a:lnTo>
                  <a:lnTo>
                    <a:pt x="1181" y="1940"/>
                  </a:lnTo>
                  <a:lnTo>
                    <a:pt x="1781" y="1122"/>
                  </a:lnTo>
                  <a:lnTo>
                    <a:pt x="2321" y="1049"/>
                  </a:lnTo>
                  <a:lnTo>
                    <a:pt x="2900" y="76"/>
                  </a:lnTo>
                  <a:lnTo>
                    <a:pt x="3213" y="0"/>
                  </a:lnTo>
                  <a:lnTo>
                    <a:pt x="3368" y="131"/>
                  </a:lnTo>
                  <a:lnTo>
                    <a:pt x="3110" y="721"/>
                  </a:lnTo>
                  <a:lnTo>
                    <a:pt x="3667" y="1264"/>
                  </a:lnTo>
                  <a:lnTo>
                    <a:pt x="3528" y="178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g1551"/>
            <p:cNvSpPr/>
            <p:nvPr/>
          </p:nvSpPr>
          <p:spPr>
            <a:xfrm>
              <a:off x="2759987" y="1646876"/>
              <a:ext cx="7914" cy="8948"/>
            </a:xfrm>
            <a:custGeom>
              <a:avLst/>
              <a:pathLst>
                <a:path w="7914" h="8948">
                  <a:moveTo>
                    <a:pt x="5596" y="6015"/>
                  </a:moveTo>
                  <a:lnTo>
                    <a:pt x="5828" y="6203"/>
                  </a:lnTo>
                  <a:lnTo>
                    <a:pt x="6063" y="6071"/>
                  </a:lnTo>
                  <a:lnTo>
                    <a:pt x="6447" y="5574"/>
                  </a:lnTo>
                  <a:lnTo>
                    <a:pt x="7125" y="5672"/>
                  </a:lnTo>
                  <a:lnTo>
                    <a:pt x="7615" y="5839"/>
                  </a:lnTo>
                  <a:lnTo>
                    <a:pt x="7914" y="6043"/>
                  </a:lnTo>
                  <a:lnTo>
                    <a:pt x="7755" y="6768"/>
                  </a:lnTo>
                  <a:lnTo>
                    <a:pt x="7633" y="7944"/>
                  </a:lnTo>
                  <a:lnTo>
                    <a:pt x="7352" y="8361"/>
                  </a:lnTo>
                  <a:lnTo>
                    <a:pt x="7076" y="8948"/>
                  </a:lnTo>
                  <a:lnTo>
                    <a:pt x="6116" y="8600"/>
                  </a:lnTo>
                  <a:lnTo>
                    <a:pt x="5338" y="7853"/>
                  </a:lnTo>
                  <a:lnTo>
                    <a:pt x="4208" y="6567"/>
                  </a:lnTo>
                  <a:lnTo>
                    <a:pt x="3580" y="5640"/>
                  </a:lnTo>
                  <a:lnTo>
                    <a:pt x="3531" y="5248"/>
                  </a:lnTo>
                  <a:lnTo>
                    <a:pt x="3132" y="4964"/>
                  </a:lnTo>
                  <a:lnTo>
                    <a:pt x="2357" y="3365"/>
                  </a:lnTo>
                  <a:lnTo>
                    <a:pt x="1917" y="2100"/>
                  </a:lnTo>
                  <a:lnTo>
                    <a:pt x="1219" y="1955"/>
                  </a:lnTo>
                  <a:lnTo>
                    <a:pt x="339" y="1604"/>
                  </a:lnTo>
                  <a:lnTo>
                    <a:pt x="0" y="911"/>
                  </a:lnTo>
                  <a:lnTo>
                    <a:pt x="234" y="305"/>
                  </a:lnTo>
                  <a:lnTo>
                    <a:pt x="1487" y="0"/>
                  </a:lnTo>
                  <a:lnTo>
                    <a:pt x="3371" y="1562"/>
                  </a:lnTo>
                  <a:lnTo>
                    <a:pt x="3658" y="2224"/>
                  </a:lnTo>
                  <a:lnTo>
                    <a:pt x="4333" y="3000"/>
                  </a:lnTo>
                  <a:lnTo>
                    <a:pt x="4462" y="4082"/>
                  </a:lnTo>
                  <a:lnTo>
                    <a:pt x="4804" y="450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g1552"/>
            <p:cNvSpPr/>
            <p:nvPr/>
          </p:nvSpPr>
          <p:spPr>
            <a:xfrm>
              <a:off x="2503943" y="1646440"/>
              <a:ext cx="1780" cy="1369"/>
            </a:xfrm>
            <a:custGeom>
              <a:avLst/>
              <a:pathLst>
                <a:path w="1780" h="1369">
                  <a:moveTo>
                    <a:pt x="1780" y="269"/>
                  </a:moveTo>
                  <a:lnTo>
                    <a:pt x="1647" y="1369"/>
                  </a:lnTo>
                  <a:lnTo>
                    <a:pt x="347" y="669"/>
                  </a:lnTo>
                  <a:lnTo>
                    <a:pt x="0" y="322"/>
                  </a:lnTo>
                  <a:lnTo>
                    <a:pt x="232" y="64"/>
                  </a:lnTo>
                  <a:lnTo>
                    <a:pt x="1468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g1553"/>
            <p:cNvSpPr/>
            <p:nvPr/>
          </p:nvSpPr>
          <p:spPr>
            <a:xfrm>
              <a:off x="2500830" y="1645775"/>
              <a:ext cx="3442" cy="3618"/>
            </a:xfrm>
            <a:custGeom>
              <a:avLst/>
              <a:pathLst>
                <a:path w="3442" h="3618">
                  <a:moveTo>
                    <a:pt x="1529" y="1253"/>
                  </a:moveTo>
                  <a:lnTo>
                    <a:pt x="1672" y="1260"/>
                  </a:lnTo>
                  <a:lnTo>
                    <a:pt x="1965" y="1153"/>
                  </a:lnTo>
                  <a:lnTo>
                    <a:pt x="2578" y="367"/>
                  </a:lnTo>
                  <a:lnTo>
                    <a:pt x="2778" y="333"/>
                  </a:lnTo>
                  <a:lnTo>
                    <a:pt x="2781" y="575"/>
                  </a:lnTo>
                  <a:lnTo>
                    <a:pt x="2491" y="1353"/>
                  </a:lnTo>
                  <a:lnTo>
                    <a:pt x="2983" y="2391"/>
                  </a:lnTo>
                  <a:lnTo>
                    <a:pt x="3442" y="2890"/>
                  </a:lnTo>
                  <a:lnTo>
                    <a:pt x="3396" y="3065"/>
                  </a:lnTo>
                  <a:lnTo>
                    <a:pt x="2246" y="3425"/>
                  </a:lnTo>
                  <a:lnTo>
                    <a:pt x="1369" y="3166"/>
                  </a:lnTo>
                  <a:lnTo>
                    <a:pt x="907" y="3256"/>
                  </a:lnTo>
                  <a:lnTo>
                    <a:pt x="486" y="3618"/>
                  </a:lnTo>
                  <a:lnTo>
                    <a:pt x="199" y="3217"/>
                  </a:lnTo>
                  <a:lnTo>
                    <a:pt x="0" y="1301"/>
                  </a:lnTo>
                  <a:lnTo>
                    <a:pt x="65" y="965"/>
                  </a:lnTo>
                  <a:lnTo>
                    <a:pt x="542" y="300"/>
                  </a:lnTo>
                  <a:lnTo>
                    <a:pt x="1159" y="0"/>
                  </a:lnTo>
                  <a:lnTo>
                    <a:pt x="1427" y="87"/>
                  </a:lnTo>
                  <a:lnTo>
                    <a:pt x="1649" y="352"/>
                  </a:lnTo>
                  <a:lnTo>
                    <a:pt x="1704" y="63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g1554"/>
            <p:cNvSpPr/>
            <p:nvPr/>
          </p:nvSpPr>
          <p:spPr>
            <a:xfrm>
              <a:off x="2757306" y="1643621"/>
              <a:ext cx="4308" cy="4042"/>
            </a:xfrm>
            <a:custGeom>
              <a:avLst/>
              <a:pathLst>
                <a:path w="4308" h="4042">
                  <a:moveTo>
                    <a:pt x="4087" y="213"/>
                  </a:moveTo>
                  <a:lnTo>
                    <a:pt x="4294" y="606"/>
                  </a:lnTo>
                  <a:lnTo>
                    <a:pt x="4308" y="854"/>
                  </a:lnTo>
                  <a:lnTo>
                    <a:pt x="2938" y="1780"/>
                  </a:lnTo>
                  <a:lnTo>
                    <a:pt x="2914" y="1971"/>
                  </a:lnTo>
                  <a:lnTo>
                    <a:pt x="2592" y="2544"/>
                  </a:lnTo>
                  <a:lnTo>
                    <a:pt x="2305" y="2753"/>
                  </a:lnTo>
                  <a:lnTo>
                    <a:pt x="1795" y="3373"/>
                  </a:lnTo>
                  <a:lnTo>
                    <a:pt x="822" y="4042"/>
                  </a:lnTo>
                  <a:lnTo>
                    <a:pt x="965" y="2032"/>
                  </a:lnTo>
                  <a:lnTo>
                    <a:pt x="0" y="867"/>
                  </a:lnTo>
                  <a:lnTo>
                    <a:pt x="973" y="276"/>
                  </a:lnTo>
                  <a:lnTo>
                    <a:pt x="1612" y="444"/>
                  </a:lnTo>
                  <a:lnTo>
                    <a:pt x="2671" y="512"/>
                  </a:lnTo>
                  <a:lnTo>
                    <a:pt x="3704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g1555"/>
            <p:cNvSpPr/>
            <p:nvPr/>
          </p:nvSpPr>
          <p:spPr>
            <a:xfrm>
              <a:off x="2549166" y="1638527"/>
              <a:ext cx="1640" cy="1879"/>
            </a:xfrm>
            <a:custGeom>
              <a:avLst/>
              <a:pathLst>
                <a:path w="1640" h="1879">
                  <a:moveTo>
                    <a:pt x="1621" y="1438"/>
                  </a:moveTo>
                  <a:lnTo>
                    <a:pt x="1253" y="1879"/>
                  </a:lnTo>
                  <a:lnTo>
                    <a:pt x="536" y="1847"/>
                  </a:lnTo>
                  <a:lnTo>
                    <a:pt x="133" y="1703"/>
                  </a:lnTo>
                  <a:lnTo>
                    <a:pt x="0" y="1318"/>
                  </a:lnTo>
                  <a:lnTo>
                    <a:pt x="1104" y="156"/>
                  </a:lnTo>
                  <a:lnTo>
                    <a:pt x="1356" y="0"/>
                  </a:lnTo>
                  <a:lnTo>
                    <a:pt x="1552" y="44"/>
                  </a:lnTo>
                  <a:lnTo>
                    <a:pt x="1640" y="52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g1556"/>
            <p:cNvSpPr/>
            <p:nvPr/>
          </p:nvSpPr>
          <p:spPr>
            <a:xfrm>
              <a:off x="2775197" y="1638094"/>
              <a:ext cx="8335" cy="11012"/>
            </a:xfrm>
            <a:custGeom>
              <a:avLst/>
              <a:pathLst>
                <a:path w="8335" h="11012">
                  <a:moveTo>
                    <a:pt x="8201" y="6502"/>
                  </a:moveTo>
                  <a:lnTo>
                    <a:pt x="7872" y="8035"/>
                  </a:lnTo>
                  <a:lnTo>
                    <a:pt x="7221" y="9604"/>
                  </a:lnTo>
                  <a:lnTo>
                    <a:pt x="6226" y="10447"/>
                  </a:lnTo>
                  <a:lnTo>
                    <a:pt x="5527" y="10259"/>
                  </a:lnTo>
                  <a:lnTo>
                    <a:pt x="5012" y="9580"/>
                  </a:lnTo>
                  <a:lnTo>
                    <a:pt x="4533" y="9617"/>
                  </a:lnTo>
                  <a:lnTo>
                    <a:pt x="4024" y="9477"/>
                  </a:lnTo>
                  <a:lnTo>
                    <a:pt x="3738" y="8913"/>
                  </a:lnTo>
                  <a:lnTo>
                    <a:pt x="4008" y="8186"/>
                  </a:lnTo>
                  <a:lnTo>
                    <a:pt x="3770" y="7623"/>
                  </a:lnTo>
                  <a:lnTo>
                    <a:pt x="3515" y="8116"/>
                  </a:lnTo>
                  <a:lnTo>
                    <a:pt x="3067" y="8568"/>
                  </a:lnTo>
                  <a:lnTo>
                    <a:pt x="1937" y="9156"/>
                  </a:lnTo>
                  <a:lnTo>
                    <a:pt x="1158" y="10279"/>
                  </a:lnTo>
                  <a:lnTo>
                    <a:pt x="790" y="11012"/>
                  </a:lnTo>
                  <a:lnTo>
                    <a:pt x="332" y="10213"/>
                  </a:lnTo>
                  <a:lnTo>
                    <a:pt x="38" y="8322"/>
                  </a:lnTo>
                  <a:lnTo>
                    <a:pt x="0" y="7519"/>
                  </a:lnTo>
                  <a:lnTo>
                    <a:pt x="819" y="6308"/>
                  </a:lnTo>
                  <a:lnTo>
                    <a:pt x="1878" y="5158"/>
                  </a:lnTo>
                  <a:lnTo>
                    <a:pt x="2092" y="1725"/>
                  </a:lnTo>
                  <a:lnTo>
                    <a:pt x="5457" y="0"/>
                  </a:lnTo>
                  <a:lnTo>
                    <a:pt x="5770" y="89"/>
                  </a:lnTo>
                  <a:lnTo>
                    <a:pt x="6863" y="1377"/>
                  </a:lnTo>
                  <a:lnTo>
                    <a:pt x="8025" y="3176"/>
                  </a:lnTo>
                  <a:lnTo>
                    <a:pt x="8326" y="3986"/>
                  </a:lnTo>
                  <a:lnTo>
                    <a:pt x="8335" y="540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g1557"/>
            <p:cNvSpPr/>
            <p:nvPr/>
          </p:nvSpPr>
          <p:spPr>
            <a:xfrm>
              <a:off x="2757136" y="1632740"/>
              <a:ext cx="16828" cy="22688"/>
            </a:xfrm>
            <a:custGeom>
              <a:avLst/>
              <a:pathLst>
                <a:path w="16828" h="22688">
                  <a:moveTo>
                    <a:pt x="1788" y="0"/>
                  </a:moveTo>
                  <a:lnTo>
                    <a:pt x="3581" y="298"/>
                  </a:lnTo>
                  <a:lnTo>
                    <a:pt x="5224" y="270"/>
                  </a:lnTo>
                  <a:lnTo>
                    <a:pt x="5784" y="845"/>
                  </a:lnTo>
                  <a:lnTo>
                    <a:pt x="6155" y="1451"/>
                  </a:lnTo>
                  <a:lnTo>
                    <a:pt x="6371" y="2022"/>
                  </a:lnTo>
                  <a:lnTo>
                    <a:pt x="6430" y="2557"/>
                  </a:lnTo>
                  <a:lnTo>
                    <a:pt x="6386" y="2935"/>
                  </a:lnTo>
                  <a:lnTo>
                    <a:pt x="6186" y="3339"/>
                  </a:lnTo>
                  <a:lnTo>
                    <a:pt x="6230" y="3475"/>
                  </a:lnTo>
                  <a:lnTo>
                    <a:pt x="9438" y="4800"/>
                  </a:lnTo>
                  <a:lnTo>
                    <a:pt x="10951" y="6195"/>
                  </a:lnTo>
                  <a:lnTo>
                    <a:pt x="11555" y="6928"/>
                  </a:lnTo>
                  <a:lnTo>
                    <a:pt x="11903" y="7547"/>
                  </a:lnTo>
                  <a:lnTo>
                    <a:pt x="12535" y="9096"/>
                  </a:lnTo>
                  <a:lnTo>
                    <a:pt x="13872" y="10894"/>
                  </a:lnTo>
                  <a:lnTo>
                    <a:pt x="14573" y="11442"/>
                  </a:lnTo>
                  <a:lnTo>
                    <a:pt x="14971" y="11975"/>
                  </a:lnTo>
                  <a:lnTo>
                    <a:pt x="14747" y="11995"/>
                  </a:lnTo>
                  <a:lnTo>
                    <a:pt x="13805" y="11600"/>
                  </a:lnTo>
                  <a:lnTo>
                    <a:pt x="11768" y="10394"/>
                  </a:lnTo>
                  <a:lnTo>
                    <a:pt x="11601" y="10443"/>
                  </a:lnTo>
                  <a:lnTo>
                    <a:pt x="11417" y="11095"/>
                  </a:lnTo>
                  <a:lnTo>
                    <a:pt x="11101" y="11668"/>
                  </a:lnTo>
                  <a:lnTo>
                    <a:pt x="10632" y="12079"/>
                  </a:lnTo>
                  <a:lnTo>
                    <a:pt x="11008" y="12202"/>
                  </a:lnTo>
                  <a:lnTo>
                    <a:pt x="12651" y="11943"/>
                  </a:lnTo>
                  <a:lnTo>
                    <a:pt x="14031" y="13119"/>
                  </a:lnTo>
                  <a:lnTo>
                    <a:pt x="14568" y="13329"/>
                  </a:lnTo>
                  <a:lnTo>
                    <a:pt x="15089" y="14173"/>
                  </a:lnTo>
                  <a:lnTo>
                    <a:pt x="15106" y="14497"/>
                  </a:lnTo>
                  <a:lnTo>
                    <a:pt x="14803" y="15122"/>
                  </a:lnTo>
                  <a:lnTo>
                    <a:pt x="14572" y="15376"/>
                  </a:lnTo>
                  <a:lnTo>
                    <a:pt x="14649" y="15548"/>
                  </a:lnTo>
                  <a:lnTo>
                    <a:pt x="15035" y="15638"/>
                  </a:lnTo>
                  <a:lnTo>
                    <a:pt x="16557" y="15462"/>
                  </a:lnTo>
                  <a:lnTo>
                    <a:pt x="16828" y="15769"/>
                  </a:lnTo>
                  <a:lnTo>
                    <a:pt x="16601" y="18207"/>
                  </a:lnTo>
                  <a:lnTo>
                    <a:pt x="16817" y="19104"/>
                  </a:lnTo>
                  <a:lnTo>
                    <a:pt x="16814" y="19512"/>
                  </a:lnTo>
                  <a:lnTo>
                    <a:pt x="16637" y="20054"/>
                  </a:lnTo>
                  <a:lnTo>
                    <a:pt x="16631" y="20511"/>
                  </a:lnTo>
                  <a:lnTo>
                    <a:pt x="16768" y="20981"/>
                  </a:lnTo>
                  <a:lnTo>
                    <a:pt x="16786" y="21401"/>
                  </a:lnTo>
                  <a:lnTo>
                    <a:pt x="16400" y="22496"/>
                  </a:lnTo>
                  <a:lnTo>
                    <a:pt x="15992" y="22680"/>
                  </a:lnTo>
                  <a:lnTo>
                    <a:pt x="15334" y="22688"/>
                  </a:lnTo>
                  <a:lnTo>
                    <a:pt x="14814" y="22377"/>
                  </a:lnTo>
                  <a:lnTo>
                    <a:pt x="14085" y="21435"/>
                  </a:lnTo>
                  <a:lnTo>
                    <a:pt x="13376" y="19973"/>
                  </a:lnTo>
                  <a:lnTo>
                    <a:pt x="13102" y="19763"/>
                  </a:lnTo>
                  <a:lnTo>
                    <a:pt x="12171" y="19544"/>
                  </a:lnTo>
                  <a:lnTo>
                    <a:pt x="12002" y="19371"/>
                  </a:lnTo>
                  <a:lnTo>
                    <a:pt x="11407" y="19340"/>
                  </a:lnTo>
                  <a:lnTo>
                    <a:pt x="10987" y="18738"/>
                  </a:lnTo>
                  <a:lnTo>
                    <a:pt x="11037" y="17949"/>
                  </a:lnTo>
                  <a:lnTo>
                    <a:pt x="10673" y="17144"/>
                  </a:lnTo>
                  <a:lnTo>
                    <a:pt x="10719" y="16783"/>
                  </a:lnTo>
                  <a:lnTo>
                    <a:pt x="10310" y="16631"/>
                  </a:lnTo>
                  <a:lnTo>
                    <a:pt x="9966" y="16858"/>
                  </a:lnTo>
                  <a:lnTo>
                    <a:pt x="10144" y="17647"/>
                  </a:lnTo>
                  <a:lnTo>
                    <a:pt x="9943" y="18259"/>
                  </a:lnTo>
                  <a:lnTo>
                    <a:pt x="9203" y="18002"/>
                  </a:lnTo>
                  <a:lnTo>
                    <a:pt x="7971" y="16050"/>
                  </a:lnTo>
                  <a:lnTo>
                    <a:pt x="6571" y="14481"/>
                  </a:lnTo>
                  <a:lnTo>
                    <a:pt x="6022" y="14109"/>
                  </a:lnTo>
                  <a:lnTo>
                    <a:pt x="6169" y="13654"/>
                  </a:lnTo>
                  <a:lnTo>
                    <a:pt x="6860" y="13413"/>
                  </a:lnTo>
                  <a:lnTo>
                    <a:pt x="7420" y="13432"/>
                  </a:lnTo>
                  <a:lnTo>
                    <a:pt x="7533" y="13161"/>
                  </a:lnTo>
                  <a:lnTo>
                    <a:pt x="6364" y="11647"/>
                  </a:lnTo>
                  <a:lnTo>
                    <a:pt x="6402" y="11218"/>
                  </a:lnTo>
                  <a:lnTo>
                    <a:pt x="6828" y="10454"/>
                  </a:lnTo>
                  <a:lnTo>
                    <a:pt x="6296" y="10134"/>
                  </a:lnTo>
                  <a:lnTo>
                    <a:pt x="4838" y="10374"/>
                  </a:lnTo>
                  <a:lnTo>
                    <a:pt x="4322" y="10214"/>
                  </a:lnTo>
                  <a:lnTo>
                    <a:pt x="3901" y="9601"/>
                  </a:lnTo>
                  <a:lnTo>
                    <a:pt x="3653" y="9069"/>
                  </a:lnTo>
                  <a:lnTo>
                    <a:pt x="2388" y="8972"/>
                  </a:lnTo>
                  <a:lnTo>
                    <a:pt x="1910" y="9038"/>
                  </a:lnTo>
                  <a:lnTo>
                    <a:pt x="1085" y="8235"/>
                  </a:lnTo>
                  <a:lnTo>
                    <a:pt x="709" y="7727"/>
                  </a:lnTo>
                  <a:lnTo>
                    <a:pt x="858" y="7467"/>
                  </a:lnTo>
                  <a:lnTo>
                    <a:pt x="1618" y="7011"/>
                  </a:lnTo>
                  <a:lnTo>
                    <a:pt x="2062" y="7075"/>
                  </a:lnTo>
                  <a:lnTo>
                    <a:pt x="2915" y="7562"/>
                  </a:lnTo>
                  <a:lnTo>
                    <a:pt x="3249" y="7543"/>
                  </a:lnTo>
                  <a:lnTo>
                    <a:pt x="4096" y="6898"/>
                  </a:lnTo>
                  <a:lnTo>
                    <a:pt x="4226" y="6314"/>
                  </a:lnTo>
                  <a:lnTo>
                    <a:pt x="4859" y="5835"/>
                  </a:lnTo>
                  <a:lnTo>
                    <a:pt x="4758" y="5329"/>
                  </a:lnTo>
                  <a:lnTo>
                    <a:pt x="4408" y="4470"/>
                  </a:lnTo>
                  <a:lnTo>
                    <a:pt x="3632" y="4230"/>
                  </a:lnTo>
                  <a:lnTo>
                    <a:pt x="2048" y="4741"/>
                  </a:lnTo>
                  <a:lnTo>
                    <a:pt x="671" y="5529"/>
                  </a:lnTo>
                  <a:lnTo>
                    <a:pt x="119" y="5221"/>
                  </a:lnTo>
                  <a:lnTo>
                    <a:pt x="0" y="4738"/>
                  </a:lnTo>
                  <a:lnTo>
                    <a:pt x="1475" y="3424"/>
                  </a:lnTo>
                  <a:lnTo>
                    <a:pt x="2122" y="2699"/>
                  </a:lnTo>
                  <a:lnTo>
                    <a:pt x="1996" y="2269"/>
                  </a:lnTo>
                  <a:lnTo>
                    <a:pt x="1520" y="1713"/>
                  </a:lnTo>
                  <a:lnTo>
                    <a:pt x="1480" y="32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g1558"/>
            <p:cNvSpPr/>
            <p:nvPr/>
          </p:nvSpPr>
          <p:spPr>
            <a:xfrm>
              <a:off x="2763924" y="1631142"/>
              <a:ext cx="3865" cy="2923"/>
            </a:xfrm>
            <a:custGeom>
              <a:avLst/>
              <a:pathLst>
                <a:path w="3865" h="2923">
                  <a:moveTo>
                    <a:pt x="2438" y="2880"/>
                  </a:moveTo>
                  <a:lnTo>
                    <a:pt x="1955" y="2923"/>
                  </a:lnTo>
                  <a:lnTo>
                    <a:pt x="1383" y="2710"/>
                  </a:lnTo>
                  <a:lnTo>
                    <a:pt x="24" y="1573"/>
                  </a:lnTo>
                  <a:lnTo>
                    <a:pt x="0" y="1240"/>
                  </a:lnTo>
                  <a:lnTo>
                    <a:pt x="194" y="861"/>
                  </a:lnTo>
                  <a:lnTo>
                    <a:pt x="966" y="166"/>
                  </a:lnTo>
                  <a:lnTo>
                    <a:pt x="1282" y="0"/>
                  </a:lnTo>
                  <a:lnTo>
                    <a:pt x="3137" y="73"/>
                  </a:lnTo>
                  <a:lnTo>
                    <a:pt x="3730" y="259"/>
                  </a:lnTo>
                  <a:lnTo>
                    <a:pt x="3865" y="583"/>
                  </a:lnTo>
                  <a:lnTo>
                    <a:pt x="3835" y="913"/>
                  </a:lnTo>
                  <a:lnTo>
                    <a:pt x="3640" y="1247"/>
                  </a:lnTo>
                  <a:lnTo>
                    <a:pt x="3595" y="1596"/>
                  </a:lnTo>
                  <a:lnTo>
                    <a:pt x="3699" y="1960"/>
                  </a:lnTo>
                  <a:lnTo>
                    <a:pt x="3483" y="232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g1559"/>
            <p:cNvSpPr/>
            <p:nvPr/>
          </p:nvSpPr>
          <p:spPr>
            <a:xfrm>
              <a:off x="2767128" y="1630515"/>
              <a:ext cx="5980" cy="7941"/>
            </a:xfrm>
            <a:custGeom>
              <a:avLst/>
              <a:pathLst>
                <a:path w="5980" h="7941">
                  <a:moveTo>
                    <a:pt x="5550" y="5431"/>
                  </a:moveTo>
                  <a:lnTo>
                    <a:pt x="5355" y="7748"/>
                  </a:lnTo>
                  <a:lnTo>
                    <a:pt x="4980" y="7617"/>
                  </a:lnTo>
                  <a:lnTo>
                    <a:pt x="4623" y="7612"/>
                  </a:lnTo>
                  <a:lnTo>
                    <a:pt x="3895" y="7941"/>
                  </a:lnTo>
                  <a:lnTo>
                    <a:pt x="3125" y="7797"/>
                  </a:lnTo>
                  <a:lnTo>
                    <a:pt x="2766" y="7539"/>
                  </a:lnTo>
                  <a:lnTo>
                    <a:pt x="2634" y="7242"/>
                  </a:lnTo>
                  <a:lnTo>
                    <a:pt x="2771" y="6554"/>
                  </a:lnTo>
                  <a:lnTo>
                    <a:pt x="2344" y="6170"/>
                  </a:lnTo>
                  <a:lnTo>
                    <a:pt x="908" y="6030"/>
                  </a:lnTo>
                  <a:lnTo>
                    <a:pt x="369" y="5866"/>
                  </a:lnTo>
                  <a:lnTo>
                    <a:pt x="72" y="5142"/>
                  </a:lnTo>
                  <a:lnTo>
                    <a:pt x="0" y="4192"/>
                  </a:lnTo>
                  <a:lnTo>
                    <a:pt x="225" y="3837"/>
                  </a:lnTo>
                  <a:lnTo>
                    <a:pt x="948" y="3586"/>
                  </a:lnTo>
                  <a:lnTo>
                    <a:pt x="1513" y="2435"/>
                  </a:lnTo>
                  <a:lnTo>
                    <a:pt x="1826" y="2280"/>
                  </a:lnTo>
                  <a:lnTo>
                    <a:pt x="3019" y="0"/>
                  </a:lnTo>
                  <a:lnTo>
                    <a:pt x="3618" y="157"/>
                  </a:lnTo>
                  <a:lnTo>
                    <a:pt x="4668" y="1545"/>
                  </a:lnTo>
                  <a:lnTo>
                    <a:pt x="5980" y="355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g1560"/>
            <p:cNvSpPr/>
            <p:nvPr/>
          </p:nvSpPr>
          <p:spPr>
            <a:xfrm>
              <a:off x="2558251" y="1629095"/>
              <a:ext cx="3143" cy="2627"/>
            </a:xfrm>
            <a:custGeom>
              <a:avLst/>
              <a:pathLst>
                <a:path w="3143" h="2627">
                  <a:moveTo>
                    <a:pt x="892" y="2297"/>
                  </a:moveTo>
                  <a:lnTo>
                    <a:pt x="245" y="2627"/>
                  </a:lnTo>
                  <a:lnTo>
                    <a:pt x="30" y="2514"/>
                  </a:lnTo>
                  <a:lnTo>
                    <a:pt x="0" y="2240"/>
                  </a:lnTo>
                  <a:lnTo>
                    <a:pt x="153" y="1804"/>
                  </a:lnTo>
                  <a:lnTo>
                    <a:pt x="452" y="1372"/>
                  </a:lnTo>
                  <a:lnTo>
                    <a:pt x="1451" y="546"/>
                  </a:lnTo>
                  <a:lnTo>
                    <a:pt x="2456" y="0"/>
                  </a:lnTo>
                  <a:lnTo>
                    <a:pt x="2968" y="32"/>
                  </a:lnTo>
                  <a:lnTo>
                    <a:pt x="3143" y="381"/>
                  </a:lnTo>
                  <a:lnTo>
                    <a:pt x="2516" y="110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g1561"/>
            <p:cNvSpPr/>
            <p:nvPr/>
          </p:nvSpPr>
          <p:spPr>
            <a:xfrm>
              <a:off x="2562461" y="1628981"/>
              <a:ext cx="2174" cy="1339"/>
            </a:xfrm>
            <a:custGeom>
              <a:avLst/>
              <a:pathLst>
                <a:path w="2174" h="1339">
                  <a:moveTo>
                    <a:pt x="1168" y="1308"/>
                  </a:moveTo>
                  <a:lnTo>
                    <a:pt x="703" y="1339"/>
                  </a:lnTo>
                  <a:lnTo>
                    <a:pt x="0" y="972"/>
                  </a:lnTo>
                  <a:lnTo>
                    <a:pt x="93" y="531"/>
                  </a:lnTo>
                  <a:lnTo>
                    <a:pt x="1091" y="0"/>
                  </a:lnTo>
                  <a:lnTo>
                    <a:pt x="2097" y="81"/>
                  </a:lnTo>
                  <a:lnTo>
                    <a:pt x="2174" y="377"/>
                  </a:lnTo>
                  <a:lnTo>
                    <a:pt x="2128" y="710"/>
                  </a:lnTo>
                  <a:lnTo>
                    <a:pt x="2045" y="904"/>
                  </a:lnTo>
                  <a:lnTo>
                    <a:pt x="1724" y="110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g1562"/>
            <p:cNvSpPr/>
            <p:nvPr/>
          </p:nvSpPr>
          <p:spPr>
            <a:xfrm>
              <a:off x="2416442" y="1628614"/>
              <a:ext cx="2761" cy="1291"/>
            </a:xfrm>
            <a:custGeom>
              <a:avLst/>
              <a:pathLst>
                <a:path w="2761" h="1291">
                  <a:moveTo>
                    <a:pt x="103" y="0"/>
                  </a:moveTo>
                  <a:lnTo>
                    <a:pt x="1345" y="277"/>
                  </a:lnTo>
                  <a:lnTo>
                    <a:pt x="2040" y="96"/>
                  </a:lnTo>
                  <a:lnTo>
                    <a:pt x="2653" y="241"/>
                  </a:lnTo>
                  <a:lnTo>
                    <a:pt x="2761" y="572"/>
                  </a:lnTo>
                  <a:lnTo>
                    <a:pt x="1696" y="1291"/>
                  </a:lnTo>
                  <a:lnTo>
                    <a:pt x="1263" y="1246"/>
                  </a:lnTo>
                  <a:lnTo>
                    <a:pt x="0" y="37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g1563"/>
            <p:cNvSpPr/>
            <p:nvPr/>
          </p:nvSpPr>
          <p:spPr>
            <a:xfrm>
              <a:off x="2764772" y="1626386"/>
              <a:ext cx="3595" cy="3957"/>
            </a:xfrm>
            <a:custGeom>
              <a:avLst/>
              <a:pathLst>
                <a:path w="3595" h="3957">
                  <a:moveTo>
                    <a:pt x="1903" y="3753"/>
                  </a:moveTo>
                  <a:lnTo>
                    <a:pt x="1801" y="3957"/>
                  </a:lnTo>
                  <a:lnTo>
                    <a:pt x="599" y="3937"/>
                  </a:lnTo>
                  <a:lnTo>
                    <a:pt x="163" y="3770"/>
                  </a:lnTo>
                  <a:lnTo>
                    <a:pt x="0" y="3173"/>
                  </a:lnTo>
                  <a:lnTo>
                    <a:pt x="111" y="2621"/>
                  </a:lnTo>
                  <a:lnTo>
                    <a:pt x="392" y="2194"/>
                  </a:lnTo>
                  <a:lnTo>
                    <a:pt x="732" y="1372"/>
                  </a:lnTo>
                  <a:lnTo>
                    <a:pt x="998" y="0"/>
                  </a:lnTo>
                  <a:lnTo>
                    <a:pt x="2764" y="1535"/>
                  </a:lnTo>
                  <a:lnTo>
                    <a:pt x="3305" y="2218"/>
                  </a:lnTo>
                  <a:lnTo>
                    <a:pt x="3595" y="3053"/>
                  </a:lnTo>
                  <a:lnTo>
                    <a:pt x="2968" y="3365"/>
                  </a:lnTo>
                  <a:lnTo>
                    <a:pt x="2209" y="351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g1564"/>
            <p:cNvSpPr/>
            <p:nvPr/>
          </p:nvSpPr>
          <p:spPr>
            <a:xfrm>
              <a:off x="2751124" y="1624467"/>
              <a:ext cx="6170" cy="11930"/>
            </a:xfrm>
            <a:custGeom>
              <a:avLst/>
              <a:pathLst>
                <a:path w="6170" h="11930">
                  <a:moveTo>
                    <a:pt x="3794" y="1218"/>
                  </a:moveTo>
                  <a:lnTo>
                    <a:pt x="4407" y="2184"/>
                  </a:lnTo>
                  <a:lnTo>
                    <a:pt x="5295" y="2106"/>
                  </a:lnTo>
                  <a:lnTo>
                    <a:pt x="5794" y="2837"/>
                  </a:lnTo>
                  <a:lnTo>
                    <a:pt x="6170" y="3931"/>
                  </a:lnTo>
                  <a:lnTo>
                    <a:pt x="5897" y="4633"/>
                  </a:lnTo>
                  <a:lnTo>
                    <a:pt x="5502" y="4477"/>
                  </a:lnTo>
                  <a:lnTo>
                    <a:pt x="5064" y="4883"/>
                  </a:lnTo>
                  <a:lnTo>
                    <a:pt x="4796" y="6232"/>
                  </a:lnTo>
                  <a:lnTo>
                    <a:pt x="4921" y="7582"/>
                  </a:lnTo>
                  <a:lnTo>
                    <a:pt x="4787" y="8929"/>
                  </a:lnTo>
                  <a:lnTo>
                    <a:pt x="4277" y="10302"/>
                  </a:lnTo>
                  <a:lnTo>
                    <a:pt x="4171" y="11222"/>
                  </a:lnTo>
                  <a:lnTo>
                    <a:pt x="3971" y="11498"/>
                  </a:lnTo>
                  <a:lnTo>
                    <a:pt x="3752" y="11593"/>
                  </a:lnTo>
                  <a:lnTo>
                    <a:pt x="3468" y="11344"/>
                  </a:lnTo>
                  <a:lnTo>
                    <a:pt x="3057" y="11148"/>
                  </a:lnTo>
                  <a:lnTo>
                    <a:pt x="2537" y="11924"/>
                  </a:lnTo>
                  <a:lnTo>
                    <a:pt x="1901" y="11930"/>
                  </a:lnTo>
                  <a:lnTo>
                    <a:pt x="1377" y="10168"/>
                  </a:lnTo>
                  <a:lnTo>
                    <a:pt x="1846" y="7236"/>
                  </a:lnTo>
                  <a:lnTo>
                    <a:pt x="2897" y="6638"/>
                  </a:lnTo>
                  <a:lnTo>
                    <a:pt x="2271" y="5842"/>
                  </a:lnTo>
                  <a:lnTo>
                    <a:pt x="949" y="4913"/>
                  </a:lnTo>
                  <a:lnTo>
                    <a:pt x="1062" y="4396"/>
                  </a:lnTo>
                  <a:lnTo>
                    <a:pt x="58" y="2905"/>
                  </a:lnTo>
                  <a:lnTo>
                    <a:pt x="0" y="2550"/>
                  </a:lnTo>
                  <a:lnTo>
                    <a:pt x="160" y="1306"/>
                  </a:lnTo>
                  <a:lnTo>
                    <a:pt x="1099" y="197"/>
                  </a:lnTo>
                  <a:lnTo>
                    <a:pt x="2340" y="0"/>
                  </a:lnTo>
                  <a:lnTo>
                    <a:pt x="3205" y="474"/>
                  </a:lnTo>
                  <a:lnTo>
                    <a:pt x="3690" y="88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g1565"/>
            <p:cNvSpPr/>
            <p:nvPr/>
          </p:nvSpPr>
          <p:spPr>
            <a:xfrm>
              <a:off x="2755014" y="1622565"/>
              <a:ext cx="9733" cy="8605"/>
            </a:xfrm>
            <a:custGeom>
              <a:avLst/>
              <a:pathLst>
                <a:path w="9733" h="8605">
                  <a:moveTo>
                    <a:pt x="5801" y="909"/>
                  </a:moveTo>
                  <a:lnTo>
                    <a:pt x="6430" y="1346"/>
                  </a:lnTo>
                  <a:lnTo>
                    <a:pt x="6773" y="888"/>
                  </a:lnTo>
                  <a:lnTo>
                    <a:pt x="7412" y="909"/>
                  </a:lnTo>
                  <a:lnTo>
                    <a:pt x="8596" y="1317"/>
                  </a:lnTo>
                  <a:lnTo>
                    <a:pt x="9301" y="1928"/>
                  </a:lnTo>
                  <a:lnTo>
                    <a:pt x="9700" y="2628"/>
                  </a:lnTo>
                  <a:lnTo>
                    <a:pt x="9733" y="3044"/>
                  </a:lnTo>
                  <a:lnTo>
                    <a:pt x="9613" y="3990"/>
                  </a:lnTo>
                  <a:lnTo>
                    <a:pt x="9701" y="4960"/>
                  </a:lnTo>
                  <a:lnTo>
                    <a:pt x="9652" y="5462"/>
                  </a:lnTo>
                  <a:lnTo>
                    <a:pt x="9494" y="5878"/>
                  </a:lnTo>
                  <a:lnTo>
                    <a:pt x="9227" y="6206"/>
                  </a:lnTo>
                  <a:lnTo>
                    <a:pt x="8936" y="6247"/>
                  </a:lnTo>
                  <a:lnTo>
                    <a:pt x="8014" y="5376"/>
                  </a:lnTo>
                  <a:lnTo>
                    <a:pt x="6957" y="3805"/>
                  </a:lnTo>
                  <a:lnTo>
                    <a:pt x="6154" y="3328"/>
                  </a:lnTo>
                  <a:lnTo>
                    <a:pt x="6121" y="3489"/>
                  </a:lnTo>
                  <a:lnTo>
                    <a:pt x="6342" y="3939"/>
                  </a:lnTo>
                  <a:lnTo>
                    <a:pt x="6998" y="4784"/>
                  </a:lnTo>
                  <a:lnTo>
                    <a:pt x="7116" y="5292"/>
                  </a:lnTo>
                  <a:lnTo>
                    <a:pt x="7577" y="5912"/>
                  </a:lnTo>
                  <a:lnTo>
                    <a:pt x="7784" y="6382"/>
                  </a:lnTo>
                  <a:lnTo>
                    <a:pt x="7901" y="6999"/>
                  </a:lnTo>
                  <a:lnTo>
                    <a:pt x="7897" y="7538"/>
                  </a:lnTo>
                  <a:lnTo>
                    <a:pt x="7770" y="7999"/>
                  </a:lnTo>
                  <a:lnTo>
                    <a:pt x="7555" y="8295"/>
                  </a:lnTo>
                  <a:lnTo>
                    <a:pt x="7254" y="8425"/>
                  </a:lnTo>
                  <a:lnTo>
                    <a:pt x="5645" y="8296"/>
                  </a:lnTo>
                  <a:lnTo>
                    <a:pt x="4685" y="8605"/>
                  </a:lnTo>
                  <a:lnTo>
                    <a:pt x="3563" y="8432"/>
                  </a:lnTo>
                  <a:lnTo>
                    <a:pt x="3293" y="8154"/>
                  </a:lnTo>
                  <a:lnTo>
                    <a:pt x="3123" y="7697"/>
                  </a:lnTo>
                  <a:lnTo>
                    <a:pt x="3038" y="6589"/>
                  </a:lnTo>
                  <a:lnTo>
                    <a:pt x="2755" y="5002"/>
                  </a:lnTo>
                  <a:lnTo>
                    <a:pt x="2823" y="3782"/>
                  </a:lnTo>
                  <a:lnTo>
                    <a:pt x="2099" y="2678"/>
                  </a:lnTo>
                  <a:lnTo>
                    <a:pt x="1479" y="2013"/>
                  </a:lnTo>
                  <a:lnTo>
                    <a:pt x="588" y="1417"/>
                  </a:lnTo>
                  <a:lnTo>
                    <a:pt x="0" y="824"/>
                  </a:lnTo>
                  <a:lnTo>
                    <a:pt x="161" y="352"/>
                  </a:lnTo>
                  <a:lnTo>
                    <a:pt x="1073" y="0"/>
                  </a:lnTo>
                  <a:lnTo>
                    <a:pt x="2570" y="8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g1566"/>
            <p:cNvSpPr/>
            <p:nvPr/>
          </p:nvSpPr>
          <p:spPr>
            <a:xfrm>
              <a:off x="2571520" y="1620942"/>
              <a:ext cx="4416" cy="2575"/>
            </a:xfrm>
            <a:custGeom>
              <a:avLst/>
              <a:pathLst>
                <a:path w="4416" h="2575">
                  <a:moveTo>
                    <a:pt x="3477" y="839"/>
                  </a:moveTo>
                  <a:lnTo>
                    <a:pt x="2274" y="1289"/>
                  </a:lnTo>
                  <a:lnTo>
                    <a:pt x="2060" y="1270"/>
                  </a:lnTo>
                  <a:lnTo>
                    <a:pt x="1317" y="2182"/>
                  </a:lnTo>
                  <a:lnTo>
                    <a:pt x="749" y="2575"/>
                  </a:lnTo>
                  <a:lnTo>
                    <a:pt x="0" y="1857"/>
                  </a:lnTo>
                  <a:lnTo>
                    <a:pt x="191" y="740"/>
                  </a:lnTo>
                  <a:lnTo>
                    <a:pt x="845" y="0"/>
                  </a:lnTo>
                  <a:lnTo>
                    <a:pt x="4154" y="247"/>
                  </a:lnTo>
                  <a:lnTo>
                    <a:pt x="4410" y="454"/>
                  </a:lnTo>
                  <a:lnTo>
                    <a:pt x="4416" y="631"/>
                  </a:lnTo>
                  <a:lnTo>
                    <a:pt x="4173" y="77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g1567"/>
            <p:cNvSpPr/>
            <p:nvPr/>
          </p:nvSpPr>
          <p:spPr>
            <a:xfrm>
              <a:off x="2410572" y="1620151"/>
              <a:ext cx="2558" cy="1464"/>
            </a:xfrm>
            <a:custGeom>
              <a:avLst/>
              <a:pathLst>
                <a:path w="2558" h="1464">
                  <a:moveTo>
                    <a:pt x="2138" y="807"/>
                  </a:moveTo>
                  <a:lnTo>
                    <a:pt x="1160" y="1464"/>
                  </a:lnTo>
                  <a:lnTo>
                    <a:pt x="270" y="1221"/>
                  </a:lnTo>
                  <a:lnTo>
                    <a:pt x="7" y="742"/>
                  </a:lnTo>
                  <a:lnTo>
                    <a:pt x="0" y="540"/>
                  </a:lnTo>
                  <a:lnTo>
                    <a:pt x="2558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g1568"/>
            <p:cNvSpPr/>
            <p:nvPr/>
          </p:nvSpPr>
          <p:spPr>
            <a:xfrm>
              <a:off x="2737575" y="1616070"/>
              <a:ext cx="11468" cy="18386"/>
            </a:xfrm>
            <a:custGeom>
              <a:avLst/>
              <a:pathLst>
                <a:path w="11468" h="18386">
                  <a:moveTo>
                    <a:pt x="8069" y="2551"/>
                  </a:moveTo>
                  <a:lnTo>
                    <a:pt x="8873" y="4082"/>
                  </a:lnTo>
                  <a:lnTo>
                    <a:pt x="9456" y="5269"/>
                  </a:lnTo>
                  <a:lnTo>
                    <a:pt x="9974" y="6697"/>
                  </a:lnTo>
                  <a:lnTo>
                    <a:pt x="10841" y="9653"/>
                  </a:lnTo>
                  <a:lnTo>
                    <a:pt x="11245" y="10771"/>
                  </a:lnTo>
                  <a:lnTo>
                    <a:pt x="11372" y="11382"/>
                  </a:lnTo>
                  <a:lnTo>
                    <a:pt x="11468" y="12984"/>
                  </a:lnTo>
                  <a:lnTo>
                    <a:pt x="11338" y="13329"/>
                  </a:lnTo>
                  <a:lnTo>
                    <a:pt x="11078" y="13645"/>
                  </a:lnTo>
                  <a:lnTo>
                    <a:pt x="11028" y="14103"/>
                  </a:lnTo>
                  <a:lnTo>
                    <a:pt x="11268" y="15325"/>
                  </a:lnTo>
                  <a:lnTo>
                    <a:pt x="11284" y="17182"/>
                  </a:lnTo>
                  <a:lnTo>
                    <a:pt x="11057" y="18228"/>
                  </a:lnTo>
                  <a:lnTo>
                    <a:pt x="10793" y="18386"/>
                  </a:lnTo>
                  <a:lnTo>
                    <a:pt x="10146" y="18043"/>
                  </a:lnTo>
                  <a:lnTo>
                    <a:pt x="9615" y="17478"/>
                  </a:lnTo>
                  <a:lnTo>
                    <a:pt x="9221" y="16889"/>
                  </a:lnTo>
                  <a:lnTo>
                    <a:pt x="8255" y="15029"/>
                  </a:lnTo>
                  <a:lnTo>
                    <a:pt x="7967" y="14163"/>
                  </a:lnTo>
                  <a:lnTo>
                    <a:pt x="7950" y="13539"/>
                  </a:lnTo>
                  <a:lnTo>
                    <a:pt x="8099" y="13086"/>
                  </a:lnTo>
                  <a:lnTo>
                    <a:pt x="8415" y="12804"/>
                  </a:lnTo>
                  <a:lnTo>
                    <a:pt x="8886" y="11929"/>
                  </a:lnTo>
                  <a:lnTo>
                    <a:pt x="8469" y="12098"/>
                  </a:lnTo>
                  <a:lnTo>
                    <a:pt x="7615" y="12193"/>
                  </a:lnTo>
                  <a:lnTo>
                    <a:pt x="6864" y="11598"/>
                  </a:lnTo>
                  <a:lnTo>
                    <a:pt x="6279" y="11283"/>
                  </a:lnTo>
                  <a:lnTo>
                    <a:pt x="6397" y="10210"/>
                  </a:lnTo>
                  <a:lnTo>
                    <a:pt x="6240" y="9906"/>
                  </a:lnTo>
                  <a:lnTo>
                    <a:pt x="5089" y="10238"/>
                  </a:lnTo>
                  <a:lnTo>
                    <a:pt x="4656" y="9937"/>
                  </a:lnTo>
                  <a:lnTo>
                    <a:pt x="4561" y="9534"/>
                  </a:lnTo>
                  <a:lnTo>
                    <a:pt x="4582" y="8932"/>
                  </a:lnTo>
                  <a:lnTo>
                    <a:pt x="4802" y="8404"/>
                  </a:lnTo>
                  <a:lnTo>
                    <a:pt x="5895" y="7072"/>
                  </a:lnTo>
                  <a:lnTo>
                    <a:pt x="5785" y="6826"/>
                  </a:lnTo>
                  <a:lnTo>
                    <a:pt x="5254" y="6771"/>
                  </a:lnTo>
                  <a:lnTo>
                    <a:pt x="4554" y="6315"/>
                  </a:lnTo>
                  <a:lnTo>
                    <a:pt x="4233" y="4825"/>
                  </a:lnTo>
                  <a:lnTo>
                    <a:pt x="3479" y="3974"/>
                  </a:lnTo>
                  <a:lnTo>
                    <a:pt x="3035" y="4052"/>
                  </a:lnTo>
                  <a:lnTo>
                    <a:pt x="2022" y="6457"/>
                  </a:lnTo>
                  <a:lnTo>
                    <a:pt x="1522" y="6982"/>
                  </a:lnTo>
                  <a:lnTo>
                    <a:pt x="98" y="7320"/>
                  </a:lnTo>
                  <a:lnTo>
                    <a:pt x="388" y="6651"/>
                  </a:lnTo>
                  <a:lnTo>
                    <a:pt x="520" y="6053"/>
                  </a:lnTo>
                  <a:lnTo>
                    <a:pt x="15" y="4239"/>
                  </a:lnTo>
                  <a:lnTo>
                    <a:pt x="0" y="3542"/>
                  </a:lnTo>
                  <a:lnTo>
                    <a:pt x="337" y="3027"/>
                  </a:lnTo>
                  <a:lnTo>
                    <a:pt x="1341" y="2814"/>
                  </a:lnTo>
                  <a:lnTo>
                    <a:pt x="1875" y="2510"/>
                  </a:lnTo>
                  <a:lnTo>
                    <a:pt x="2291" y="2013"/>
                  </a:lnTo>
                  <a:lnTo>
                    <a:pt x="2394" y="1529"/>
                  </a:lnTo>
                  <a:lnTo>
                    <a:pt x="3173" y="249"/>
                  </a:lnTo>
                  <a:lnTo>
                    <a:pt x="3539" y="0"/>
                  </a:lnTo>
                  <a:lnTo>
                    <a:pt x="4507" y="17"/>
                  </a:lnTo>
                  <a:lnTo>
                    <a:pt x="6547" y="1432"/>
                  </a:lnTo>
                  <a:lnTo>
                    <a:pt x="7166" y="164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g1569"/>
            <p:cNvSpPr/>
            <p:nvPr/>
          </p:nvSpPr>
          <p:spPr>
            <a:xfrm>
              <a:off x="2570144" y="1609980"/>
              <a:ext cx="2643" cy="2073"/>
            </a:xfrm>
            <a:custGeom>
              <a:avLst/>
              <a:pathLst>
                <a:path w="2643" h="2073">
                  <a:moveTo>
                    <a:pt x="2643" y="1686"/>
                  </a:moveTo>
                  <a:lnTo>
                    <a:pt x="2379" y="2073"/>
                  </a:lnTo>
                  <a:lnTo>
                    <a:pt x="2129" y="1974"/>
                  </a:lnTo>
                  <a:lnTo>
                    <a:pt x="1601" y="1521"/>
                  </a:lnTo>
                  <a:lnTo>
                    <a:pt x="520" y="860"/>
                  </a:lnTo>
                  <a:lnTo>
                    <a:pt x="28" y="406"/>
                  </a:lnTo>
                  <a:lnTo>
                    <a:pt x="0" y="213"/>
                  </a:lnTo>
                  <a:lnTo>
                    <a:pt x="368" y="0"/>
                  </a:lnTo>
                  <a:lnTo>
                    <a:pt x="1637" y="533"/>
                  </a:lnTo>
                  <a:lnTo>
                    <a:pt x="2176" y="102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g1570"/>
            <p:cNvSpPr/>
            <p:nvPr/>
          </p:nvSpPr>
          <p:spPr>
            <a:xfrm>
              <a:off x="2558865" y="1609967"/>
              <a:ext cx="23622" cy="16706"/>
            </a:xfrm>
            <a:custGeom>
              <a:avLst/>
              <a:pathLst>
                <a:path w="23622" h="16706">
                  <a:moveTo>
                    <a:pt x="17163" y="2064"/>
                  </a:moveTo>
                  <a:lnTo>
                    <a:pt x="17231" y="2831"/>
                  </a:lnTo>
                  <a:lnTo>
                    <a:pt x="17616" y="2737"/>
                  </a:lnTo>
                  <a:lnTo>
                    <a:pt x="19072" y="1948"/>
                  </a:lnTo>
                  <a:lnTo>
                    <a:pt x="19831" y="1716"/>
                  </a:lnTo>
                  <a:lnTo>
                    <a:pt x="20819" y="1680"/>
                  </a:lnTo>
                  <a:lnTo>
                    <a:pt x="21603" y="2040"/>
                  </a:lnTo>
                  <a:lnTo>
                    <a:pt x="21762" y="2316"/>
                  </a:lnTo>
                  <a:lnTo>
                    <a:pt x="21694" y="2645"/>
                  </a:lnTo>
                  <a:lnTo>
                    <a:pt x="21067" y="3313"/>
                  </a:lnTo>
                  <a:lnTo>
                    <a:pt x="21093" y="3747"/>
                  </a:lnTo>
                  <a:lnTo>
                    <a:pt x="21766" y="4545"/>
                  </a:lnTo>
                  <a:lnTo>
                    <a:pt x="23422" y="4980"/>
                  </a:lnTo>
                  <a:lnTo>
                    <a:pt x="23622" y="5220"/>
                  </a:lnTo>
                  <a:lnTo>
                    <a:pt x="23614" y="5509"/>
                  </a:lnTo>
                  <a:lnTo>
                    <a:pt x="22474" y="6830"/>
                  </a:lnTo>
                  <a:lnTo>
                    <a:pt x="22056" y="7139"/>
                  </a:lnTo>
                  <a:lnTo>
                    <a:pt x="21760" y="7213"/>
                  </a:lnTo>
                  <a:lnTo>
                    <a:pt x="19690" y="6975"/>
                  </a:lnTo>
                  <a:lnTo>
                    <a:pt x="17796" y="6542"/>
                  </a:lnTo>
                  <a:lnTo>
                    <a:pt x="17030" y="6469"/>
                  </a:lnTo>
                  <a:lnTo>
                    <a:pt x="16759" y="6609"/>
                  </a:lnTo>
                  <a:lnTo>
                    <a:pt x="16222" y="7016"/>
                  </a:lnTo>
                  <a:lnTo>
                    <a:pt x="16607" y="7136"/>
                  </a:lnTo>
                  <a:lnTo>
                    <a:pt x="18267" y="7232"/>
                  </a:lnTo>
                  <a:lnTo>
                    <a:pt x="18852" y="7826"/>
                  </a:lnTo>
                  <a:lnTo>
                    <a:pt x="19107" y="8262"/>
                  </a:lnTo>
                  <a:lnTo>
                    <a:pt x="19235" y="8743"/>
                  </a:lnTo>
                  <a:lnTo>
                    <a:pt x="18904" y="8940"/>
                  </a:lnTo>
                  <a:lnTo>
                    <a:pt x="18194" y="9084"/>
                  </a:lnTo>
                  <a:lnTo>
                    <a:pt x="17343" y="9082"/>
                  </a:lnTo>
                  <a:lnTo>
                    <a:pt x="16290" y="9623"/>
                  </a:lnTo>
                  <a:lnTo>
                    <a:pt x="15710" y="10242"/>
                  </a:lnTo>
                  <a:lnTo>
                    <a:pt x="13603" y="10399"/>
                  </a:lnTo>
                  <a:lnTo>
                    <a:pt x="12001" y="11225"/>
                  </a:lnTo>
                  <a:lnTo>
                    <a:pt x="11434" y="11632"/>
                  </a:lnTo>
                  <a:lnTo>
                    <a:pt x="11237" y="12119"/>
                  </a:lnTo>
                  <a:lnTo>
                    <a:pt x="10633" y="12473"/>
                  </a:lnTo>
                  <a:lnTo>
                    <a:pt x="9268" y="12826"/>
                  </a:lnTo>
                  <a:lnTo>
                    <a:pt x="10082" y="13144"/>
                  </a:lnTo>
                  <a:lnTo>
                    <a:pt x="10209" y="13412"/>
                  </a:lnTo>
                  <a:lnTo>
                    <a:pt x="10225" y="13784"/>
                  </a:lnTo>
                  <a:lnTo>
                    <a:pt x="10112" y="14104"/>
                  </a:lnTo>
                  <a:lnTo>
                    <a:pt x="9034" y="15532"/>
                  </a:lnTo>
                  <a:lnTo>
                    <a:pt x="6996" y="16706"/>
                  </a:lnTo>
                  <a:lnTo>
                    <a:pt x="6479" y="16653"/>
                  </a:lnTo>
                  <a:lnTo>
                    <a:pt x="6257" y="16507"/>
                  </a:lnTo>
                  <a:lnTo>
                    <a:pt x="6075" y="16283"/>
                  </a:lnTo>
                  <a:lnTo>
                    <a:pt x="6067" y="16058"/>
                  </a:lnTo>
                  <a:lnTo>
                    <a:pt x="8590" y="13587"/>
                  </a:lnTo>
                  <a:lnTo>
                    <a:pt x="7876" y="13507"/>
                  </a:lnTo>
                  <a:lnTo>
                    <a:pt x="6744" y="12860"/>
                  </a:lnTo>
                  <a:lnTo>
                    <a:pt x="5945" y="13277"/>
                  </a:lnTo>
                  <a:lnTo>
                    <a:pt x="5763" y="13260"/>
                  </a:lnTo>
                  <a:lnTo>
                    <a:pt x="5976" y="12705"/>
                  </a:lnTo>
                  <a:lnTo>
                    <a:pt x="6497" y="12043"/>
                  </a:lnTo>
                  <a:lnTo>
                    <a:pt x="6406" y="11857"/>
                  </a:lnTo>
                  <a:lnTo>
                    <a:pt x="6120" y="11692"/>
                  </a:lnTo>
                  <a:lnTo>
                    <a:pt x="5462" y="11593"/>
                  </a:lnTo>
                  <a:lnTo>
                    <a:pt x="4432" y="11562"/>
                  </a:lnTo>
                  <a:lnTo>
                    <a:pt x="3669" y="11718"/>
                  </a:lnTo>
                  <a:lnTo>
                    <a:pt x="3173" y="12064"/>
                  </a:lnTo>
                  <a:lnTo>
                    <a:pt x="3132" y="12210"/>
                  </a:lnTo>
                  <a:lnTo>
                    <a:pt x="4188" y="12169"/>
                  </a:lnTo>
                  <a:lnTo>
                    <a:pt x="4475" y="12345"/>
                  </a:lnTo>
                  <a:lnTo>
                    <a:pt x="4759" y="12673"/>
                  </a:lnTo>
                  <a:lnTo>
                    <a:pt x="4932" y="13052"/>
                  </a:lnTo>
                  <a:lnTo>
                    <a:pt x="4994" y="13482"/>
                  </a:lnTo>
                  <a:lnTo>
                    <a:pt x="4772" y="14061"/>
                  </a:lnTo>
                  <a:lnTo>
                    <a:pt x="4269" y="14787"/>
                  </a:lnTo>
                  <a:lnTo>
                    <a:pt x="3531" y="14660"/>
                  </a:lnTo>
                  <a:lnTo>
                    <a:pt x="2019" y="13046"/>
                  </a:lnTo>
                  <a:lnTo>
                    <a:pt x="1351" y="10684"/>
                  </a:lnTo>
                  <a:lnTo>
                    <a:pt x="59" y="8879"/>
                  </a:lnTo>
                  <a:lnTo>
                    <a:pt x="0" y="8448"/>
                  </a:lnTo>
                  <a:lnTo>
                    <a:pt x="369" y="7334"/>
                  </a:lnTo>
                  <a:lnTo>
                    <a:pt x="1673" y="5754"/>
                  </a:lnTo>
                  <a:lnTo>
                    <a:pt x="3076" y="5321"/>
                  </a:lnTo>
                  <a:lnTo>
                    <a:pt x="4075" y="4656"/>
                  </a:lnTo>
                  <a:lnTo>
                    <a:pt x="5041" y="4456"/>
                  </a:lnTo>
                  <a:lnTo>
                    <a:pt x="5639" y="4473"/>
                  </a:lnTo>
                  <a:lnTo>
                    <a:pt x="6455" y="4759"/>
                  </a:lnTo>
                  <a:lnTo>
                    <a:pt x="6785" y="5365"/>
                  </a:lnTo>
                  <a:lnTo>
                    <a:pt x="6588" y="5649"/>
                  </a:lnTo>
                  <a:lnTo>
                    <a:pt x="6663" y="5799"/>
                  </a:lnTo>
                  <a:lnTo>
                    <a:pt x="7236" y="6163"/>
                  </a:lnTo>
                  <a:lnTo>
                    <a:pt x="7855" y="7433"/>
                  </a:lnTo>
                  <a:lnTo>
                    <a:pt x="8579" y="8560"/>
                  </a:lnTo>
                  <a:lnTo>
                    <a:pt x="9059" y="9019"/>
                  </a:lnTo>
                  <a:lnTo>
                    <a:pt x="9692" y="9301"/>
                  </a:lnTo>
                  <a:lnTo>
                    <a:pt x="9037" y="8440"/>
                  </a:lnTo>
                  <a:lnTo>
                    <a:pt x="8651" y="7374"/>
                  </a:lnTo>
                  <a:lnTo>
                    <a:pt x="8456" y="5249"/>
                  </a:lnTo>
                  <a:lnTo>
                    <a:pt x="8269" y="4688"/>
                  </a:lnTo>
                  <a:lnTo>
                    <a:pt x="8635" y="4537"/>
                  </a:lnTo>
                  <a:lnTo>
                    <a:pt x="9669" y="4620"/>
                  </a:lnTo>
                  <a:lnTo>
                    <a:pt x="9641" y="4303"/>
                  </a:lnTo>
                  <a:lnTo>
                    <a:pt x="8549" y="3587"/>
                  </a:lnTo>
                  <a:lnTo>
                    <a:pt x="7878" y="2995"/>
                  </a:lnTo>
                  <a:lnTo>
                    <a:pt x="7626" y="2527"/>
                  </a:lnTo>
                  <a:lnTo>
                    <a:pt x="7642" y="2121"/>
                  </a:lnTo>
                  <a:lnTo>
                    <a:pt x="8237" y="1522"/>
                  </a:lnTo>
                  <a:lnTo>
                    <a:pt x="8575" y="1351"/>
                  </a:lnTo>
                  <a:lnTo>
                    <a:pt x="8923" y="1277"/>
                  </a:lnTo>
                  <a:lnTo>
                    <a:pt x="9618" y="1405"/>
                  </a:lnTo>
                  <a:lnTo>
                    <a:pt x="9929" y="1592"/>
                  </a:lnTo>
                  <a:lnTo>
                    <a:pt x="10819" y="2941"/>
                  </a:lnTo>
                  <a:lnTo>
                    <a:pt x="11237" y="3360"/>
                  </a:lnTo>
                  <a:lnTo>
                    <a:pt x="11582" y="3361"/>
                  </a:lnTo>
                  <a:lnTo>
                    <a:pt x="11903" y="3137"/>
                  </a:lnTo>
                  <a:lnTo>
                    <a:pt x="12199" y="2689"/>
                  </a:lnTo>
                  <a:lnTo>
                    <a:pt x="12505" y="2421"/>
                  </a:lnTo>
                  <a:lnTo>
                    <a:pt x="12820" y="2333"/>
                  </a:lnTo>
                  <a:lnTo>
                    <a:pt x="13811" y="2531"/>
                  </a:lnTo>
                  <a:lnTo>
                    <a:pt x="14141" y="2457"/>
                  </a:lnTo>
                  <a:lnTo>
                    <a:pt x="14303" y="2119"/>
                  </a:lnTo>
                  <a:lnTo>
                    <a:pt x="14297" y="1516"/>
                  </a:lnTo>
                  <a:lnTo>
                    <a:pt x="14541" y="1298"/>
                  </a:lnTo>
                  <a:lnTo>
                    <a:pt x="14601" y="855"/>
                  </a:lnTo>
                  <a:lnTo>
                    <a:pt x="14061" y="200"/>
                  </a:lnTo>
                  <a:lnTo>
                    <a:pt x="14681" y="0"/>
                  </a:lnTo>
                  <a:lnTo>
                    <a:pt x="16735" y="501"/>
                  </a:lnTo>
                  <a:lnTo>
                    <a:pt x="17614" y="104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g1571"/>
            <p:cNvSpPr/>
            <p:nvPr/>
          </p:nvSpPr>
          <p:spPr>
            <a:xfrm>
              <a:off x="2730518" y="1605831"/>
              <a:ext cx="16040" cy="11835"/>
            </a:xfrm>
            <a:custGeom>
              <a:avLst/>
              <a:pathLst>
                <a:path w="16040" h="11835">
                  <a:moveTo>
                    <a:pt x="7930" y="338"/>
                  </a:moveTo>
                  <a:lnTo>
                    <a:pt x="9281" y="1697"/>
                  </a:lnTo>
                  <a:lnTo>
                    <a:pt x="9293" y="2009"/>
                  </a:lnTo>
                  <a:lnTo>
                    <a:pt x="9018" y="2943"/>
                  </a:lnTo>
                  <a:lnTo>
                    <a:pt x="8282" y="3207"/>
                  </a:lnTo>
                  <a:lnTo>
                    <a:pt x="8490" y="3579"/>
                  </a:lnTo>
                  <a:lnTo>
                    <a:pt x="9038" y="3858"/>
                  </a:lnTo>
                  <a:lnTo>
                    <a:pt x="9428" y="3625"/>
                  </a:lnTo>
                  <a:lnTo>
                    <a:pt x="10855" y="2317"/>
                  </a:lnTo>
                  <a:lnTo>
                    <a:pt x="11295" y="2041"/>
                  </a:lnTo>
                  <a:lnTo>
                    <a:pt x="11560" y="2013"/>
                  </a:lnTo>
                  <a:lnTo>
                    <a:pt x="13299" y="2408"/>
                  </a:lnTo>
                  <a:lnTo>
                    <a:pt x="14820" y="3032"/>
                  </a:lnTo>
                  <a:lnTo>
                    <a:pt x="15269" y="3531"/>
                  </a:lnTo>
                  <a:lnTo>
                    <a:pt x="15521" y="4403"/>
                  </a:lnTo>
                  <a:lnTo>
                    <a:pt x="15117" y="6294"/>
                  </a:lnTo>
                  <a:lnTo>
                    <a:pt x="13869" y="6623"/>
                  </a:lnTo>
                  <a:lnTo>
                    <a:pt x="13281" y="6589"/>
                  </a:lnTo>
                  <a:lnTo>
                    <a:pt x="12652" y="6314"/>
                  </a:lnTo>
                  <a:lnTo>
                    <a:pt x="11638" y="6971"/>
                  </a:lnTo>
                  <a:lnTo>
                    <a:pt x="12479" y="7475"/>
                  </a:lnTo>
                  <a:lnTo>
                    <a:pt x="15040" y="7589"/>
                  </a:lnTo>
                  <a:lnTo>
                    <a:pt x="15818" y="8654"/>
                  </a:lnTo>
                  <a:lnTo>
                    <a:pt x="16040" y="9474"/>
                  </a:lnTo>
                  <a:lnTo>
                    <a:pt x="15488" y="10981"/>
                  </a:lnTo>
                  <a:lnTo>
                    <a:pt x="14037" y="10565"/>
                  </a:lnTo>
                  <a:lnTo>
                    <a:pt x="12756" y="9692"/>
                  </a:lnTo>
                  <a:lnTo>
                    <a:pt x="10130" y="8455"/>
                  </a:lnTo>
                  <a:lnTo>
                    <a:pt x="9502" y="8398"/>
                  </a:lnTo>
                  <a:lnTo>
                    <a:pt x="9083" y="8616"/>
                  </a:lnTo>
                  <a:lnTo>
                    <a:pt x="8968" y="9366"/>
                  </a:lnTo>
                  <a:lnTo>
                    <a:pt x="8995" y="10992"/>
                  </a:lnTo>
                  <a:lnTo>
                    <a:pt x="8293" y="11835"/>
                  </a:lnTo>
                  <a:lnTo>
                    <a:pt x="6223" y="11464"/>
                  </a:lnTo>
                  <a:lnTo>
                    <a:pt x="5410" y="10232"/>
                  </a:lnTo>
                  <a:lnTo>
                    <a:pt x="4654" y="8284"/>
                  </a:lnTo>
                  <a:lnTo>
                    <a:pt x="1801" y="5976"/>
                  </a:lnTo>
                  <a:lnTo>
                    <a:pt x="1028" y="5515"/>
                  </a:lnTo>
                  <a:lnTo>
                    <a:pt x="0" y="4133"/>
                  </a:lnTo>
                  <a:lnTo>
                    <a:pt x="411" y="3039"/>
                  </a:lnTo>
                  <a:lnTo>
                    <a:pt x="532" y="2406"/>
                  </a:lnTo>
                  <a:lnTo>
                    <a:pt x="1080" y="2238"/>
                  </a:lnTo>
                  <a:lnTo>
                    <a:pt x="1883" y="1749"/>
                  </a:lnTo>
                  <a:lnTo>
                    <a:pt x="2333" y="692"/>
                  </a:lnTo>
                  <a:lnTo>
                    <a:pt x="3054" y="1548"/>
                  </a:lnTo>
                  <a:lnTo>
                    <a:pt x="4019" y="2371"/>
                  </a:lnTo>
                  <a:lnTo>
                    <a:pt x="4032" y="1598"/>
                  </a:lnTo>
                  <a:lnTo>
                    <a:pt x="4486" y="981"/>
                  </a:lnTo>
                  <a:lnTo>
                    <a:pt x="5432" y="1003"/>
                  </a:lnTo>
                  <a:lnTo>
                    <a:pt x="5876" y="874"/>
                  </a:lnTo>
                  <a:lnTo>
                    <a:pt x="6498" y="297"/>
                  </a:lnTo>
                  <a:lnTo>
                    <a:pt x="7393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g1572"/>
            <p:cNvSpPr/>
            <p:nvPr/>
          </p:nvSpPr>
          <p:spPr>
            <a:xfrm>
              <a:off x="2748560" y="1604938"/>
              <a:ext cx="3300" cy="1791"/>
            </a:xfrm>
            <a:custGeom>
              <a:avLst/>
              <a:pathLst>
                <a:path w="3300" h="1791">
                  <a:moveTo>
                    <a:pt x="3300" y="1445"/>
                  </a:moveTo>
                  <a:lnTo>
                    <a:pt x="3232" y="1791"/>
                  </a:lnTo>
                  <a:lnTo>
                    <a:pt x="1942" y="1757"/>
                  </a:lnTo>
                  <a:lnTo>
                    <a:pt x="639" y="1247"/>
                  </a:lnTo>
                  <a:lnTo>
                    <a:pt x="0" y="580"/>
                  </a:lnTo>
                  <a:lnTo>
                    <a:pt x="128" y="280"/>
                  </a:lnTo>
                  <a:lnTo>
                    <a:pt x="1339" y="0"/>
                  </a:lnTo>
                  <a:lnTo>
                    <a:pt x="2485" y="63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g1573"/>
            <p:cNvSpPr/>
            <p:nvPr/>
          </p:nvSpPr>
          <p:spPr>
            <a:xfrm>
              <a:off x="2745991" y="1604629"/>
              <a:ext cx="10504" cy="18300"/>
            </a:xfrm>
            <a:custGeom>
              <a:avLst/>
              <a:pathLst>
                <a:path w="10504" h="18300">
                  <a:moveTo>
                    <a:pt x="2391" y="2691"/>
                  </a:moveTo>
                  <a:lnTo>
                    <a:pt x="4796" y="3010"/>
                  </a:lnTo>
                  <a:lnTo>
                    <a:pt x="6556" y="2938"/>
                  </a:lnTo>
                  <a:lnTo>
                    <a:pt x="8164" y="5022"/>
                  </a:lnTo>
                  <a:lnTo>
                    <a:pt x="9154" y="6706"/>
                  </a:lnTo>
                  <a:lnTo>
                    <a:pt x="9735" y="7886"/>
                  </a:lnTo>
                  <a:lnTo>
                    <a:pt x="10064" y="9025"/>
                  </a:lnTo>
                  <a:lnTo>
                    <a:pt x="10504" y="10125"/>
                  </a:lnTo>
                  <a:lnTo>
                    <a:pt x="10465" y="10280"/>
                  </a:lnTo>
                  <a:lnTo>
                    <a:pt x="9537" y="9538"/>
                  </a:lnTo>
                  <a:lnTo>
                    <a:pt x="8869" y="8036"/>
                  </a:lnTo>
                  <a:lnTo>
                    <a:pt x="8528" y="7448"/>
                  </a:lnTo>
                  <a:lnTo>
                    <a:pt x="8191" y="7183"/>
                  </a:lnTo>
                  <a:lnTo>
                    <a:pt x="7837" y="6629"/>
                  </a:lnTo>
                  <a:lnTo>
                    <a:pt x="7148" y="5195"/>
                  </a:lnTo>
                  <a:lnTo>
                    <a:pt x="7122" y="4791"/>
                  </a:lnTo>
                  <a:lnTo>
                    <a:pt x="6816" y="4417"/>
                  </a:lnTo>
                  <a:lnTo>
                    <a:pt x="6463" y="4260"/>
                  </a:lnTo>
                  <a:lnTo>
                    <a:pt x="6062" y="4322"/>
                  </a:lnTo>
                  <a:lnTo>
                    <a:pt x="5924" y="4466"/>
                  </a:lnTo>
                  <a:lnTo>
                    <a:pt x="5986" y="5456"/>
                  </a:lnTo>
                  <a:lnTo>
                    <a:pt x="6301" y="6557"/>
                  </a:lnTo>
                  <a:lnTo>
                    <a:pt x="8036" y="8959"/>
                  </a:lnTo>
                  <a:lnTo>
                    <a:pt x="9195" y="10328"/>
                  </a:lnTo>
                  <a:lnTo>
                    <a:pt x="9423" y="10782"/>
                  </a:lnTo>
                  <a:lnTo>
                    <a:pt x="9576" y="12032"/>
                  </a:lnTo>
                  <a:lnTo>
                    <a:pt x="9076" y="12598"/>
                  </a:lnTo>
                  <a:lnTo>
                    <a:pt x="9690" y="13751"/>
                  </a:lnTo>
                  <a:lnTo>
                    <a:pt x="9668" y="13977"/>
                  </a:lnTo>
                  <a:lnTo>
                    <a:pt x="9534" y="14197"/>
                  </a:lnTo>
                  <a:lnTo>
                    <a:pt x="7881" y="14708"/>
                  </a:lnTo>
                  <a:lnTo>
                    <a:pt x="6366" y="16847"/>
                  </a:lnTo>
                  <a:lnTo>
                    <a:pt x="4709" y="18099"/>
                  </a:lnTo>
                  <a:lnTo>
                    <a:pt x="3946" y="18300"/>
                  </a:lnTo>
                  <a:lnTo>
                    <a:pt x="3579" y="18091"/>
                  </a:lnTo>
                  <a:lnTo>
                    <a:pt x="3231" y="17611"/>
                  </a:lnTo>
                  <a:lnTo>
                    <a:pt x="3027" y="16970"/>
                  </a:lnTo>
                  <a:lnTo>
                    <a:pt x="2966" y="16167"/>
                  </a:lnTo>
                  <a:lnTo>
                    <a:pt x="3379" y="15662"/>
                  </a:lnTo>
                  <a:lnTo>
                    <a:pt x="4199" y="13033"/>
                  </a:lnTo>
                  <a:lnTo>
                    <a:pt x="4222" y="12170"/>
                  </a:lnTo>
                  <a:lnTo>
                    <a:pt x="3200" y="10974"/>
                  </a:lnTo>
                  <a:lnTo>
                    <a:pt x="2585" y="9994"/>
                  </a:lnTo>
                  <a:lnTo>
                    <a:pt x="2251" y="8628"/>
                  </a:lnTo>
                  <a:lnTo>
                    <a:pt x="1693" y="5015"/>
                  </a:lnTo>
                  <a:lnTo>
                    <a:pt x="1434" y="3860"/>
                  </a:lnTo>
                  <a:lnTo>
                    <a:pt x="1068" y="2897"/>
                  </a:lnTo>
                  <a:lnTo>
                    <a:pt x="597" y="2127"/>
                  </a:lnTo>
                  <a:lnTo>
                    <a:pt x="240" y="1281"/>
                  </a:lnTo>
                  <a:lnTo>
                    <a:pt x="0" y="358"/>
                  </a:lnTo>
                  <a:lnTo>
                    <a:pt x="90" y="0"/>
                  </a:lnTo>
                  <a:lnTo>
                    <a:pt x="909" y="480"/>
                  </a:lnTo>
                  <a:lnTo>
                    <a:pt x="1891" y="180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g1574"/>
            <p:cNvSpPr/>
            <p:nvPr/>
          </p:nvSpPr>
          <p:spPr>
            <a:xfrm>
              <a:off x="2571456" y="1603291"/>
              <a:ext cx="13311" cy="6372"/>
            </a:xfrm>
            <a:custGeom>
              <a:avLst/>
              <a:pathLst>
                <a:path w="13311" h="6372">
                  <a:moveTo>
                    <a:pt x="9124" y="1260"/>
                  </a:moveTo>
                  <a:lnTo>
                    <a:pt x="9466" y="1373"/>
                  </a:lnTo>
                  <a:lnTo>
                    <a:pt x="9823" y="543"/>
                  </a:lnTo>
                  <a:lnTo>
                    <a:pt x="10076" y="517"/>
                  </a:lnTo>
                  <a:lnTo>
                    <a:pt x="11195" y="1220"/>
                  </a:lnTo>
                  <a:lnTo>
                    <a:pt x="11883" y="1064"/>
                  </a:lnTo>
                  <a:lnTo>
                    <a:pt x="12325" y="1928"/>
                  </a:lnTo>
                  <a:lnTo>
                    <a:pt x="12722" y="2007"/>
                  </a:lnTo>
                  <a:lnTo>
                    <a:pt x="13089" y="1902"/>
                  </a:lnTo>
                  <a:lnTo>
                    <a:pt x="13311" y="1962"/>
                  </a:lnTo>
                  <a:lnTo>
                    <a:pt x="13234" y="2876"/>
                  </a:lnTo>
                  <a:lnTo>
                    <a:pt x="12416" y="3802"/>
                  </a:lnTo>
                  <a:lnTo>
                    <a:pt x="12036" y="4037"/>
                  </a:lnTo>
                  <a:lnTo>
                    <a:pt x="11503" y="3798"/>
                  </a:lnTo>
                  <a:lnTo>
                    <a:pt x="11303" y="3709"/>
                  </a:lnTo>
                  <a:lnTo>
                    <a:pt x="10953" y="3299"/>
                  </a:lnTo>
                  <a:lnTo>
                    <a:pt x="10687" y="2782"/>
                  </a:lnTo>
                  <a:lnTo>
                    <a:pt x="10529" y="2773"/>
                  </a:lnTo>
                  <a:lnTo>
                    <a:pt x="9905" y="3382"/>
                  </a:lnTo>
                  <a:lnTo>
                    <a:pt x="9921" y="3683"/>
                  </a:lnTo>
                  <a:lnTo>
                    <a:pt x="10181" y="4136"/>
                  </a:lnTo>
                  <a:lnTo>
                    <a:pt x="10143" y="4417"/>
                  </a:lnTo>
                  <a:lnTo>
                    <a:pt x="9462" y="4551"/>
                  </a:lnTo>
                  <a:lnTo>
                    <a:pt x="8796" y="4482"/>
                  </a:lnTo>
                  <a:lnTo>
                    <a:pt x="7982" y="4876"/>
                  </a:lnTo>
                  <a:lnTo>
                    <a:pt x="7787" y="4630"/>
                  </a:lnTo>
                  <a:lnTo>
                    <a:pt x="7663" y="3938"/>
                  </a:lnTo>
                  <a:lnTo>
                    <a:pt x="7408" y="4016"/>
                  </a:lnTo>
                  <a:lnTo>
                    <a:pt x="7025" y="4864"/>
                  </a:lnTo>
                  <a:lnTo>
                    <a:pt x="6606" y="5401"/>
                  </a:lnTo>
                  <a:lnTo>
                    <a:pt x="5841" y="5846"/>
                  </a:lnTo>
                  <a:lnTo>
                    <a:pt x="5674" y="6062"/>
                  </a:lnTo>
                  <a:lnTo>
                    <a:pt x="5114" y="6092"/>
                  </a:lnTo>
                  <a:lnTo>
                    <a:pt x="4285" y="6372"/>
                  </a:lnTo>
                  <a:lnTo>
                    <a:pt x="3772" y="6325"/>
                  </a:lnTo>
                  <a:lnTo>
                    <a:pt x="717" y="5404"/>
                  </a:lnTo>
                  <a:lnTo>
                    <a:pt x="0" y="5068"/>
                  </a:lnTo>
                  <a:lnTo>
                    <a:pt x="2512" y="2957"/>
                  </a:lnTo>
                  <a:lnTo>
                    <a:pt x="3833" y="2141"/>
                  </a:lnTo>
                  <a:lnTo>
                    <a:pt x="4597" y="2186"/>
                  </a:lnTo>
                  <a:lnTo>
                    <a:pt x="5362" y="2440"/>
                  </a:lnTo>
                  <a:lnTo>
                    <a:pt x="5766" y="2399"/>
                  </a:lnTo>
                  <a:lnTo>
                    <a:pt x="5796" y="1464"/>
                  </a:lnTo>
                  <a:lnTo>
                    <a:pt x="5084" y="766"/>
                  </a:lnTo>
                  <a:lnTo>
                    <a:pt x="5111" y="476"/>
                  </a:lnTo>
                  <a:lnTo>
                    <a:pt x="6685" y="0"/>
                  </a:lnTo>
                  <a:lnTo>
                    <a:pt x="7275" y="68"/>
                  </a:lnTo>
                  <a:lnTo>
                    <a:pt x="7926" y="312"/>
                  </a:lnTo>
                  <a:lnTo>
                    <a:pt x="8541" y="70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g1575"/>
            <p:cNvSpPr/>
            <p:nvPr/>
          </p:nvSpPr>
          <p:spPr>
            <a:xfrm>
              <a:off x="2578502" y="1600937"/>
              <a:ext cx="2646" cy="1963"/>
            </a:xfrm>
            <a:custGeom>
              <a:avLst/>
              <a:pathLst>
                <a:path w="2646" h="1963">
                  <a:moveTo>
                    <a:pt x="1424" y="1874"/>
                  </a:moveTo>
                  <a:lnTo>
                    <a:pt x="1145" y="1963"/>
                  </a:lnTo>
                  <a:lnTo>
                    <a:pt x="454" y="1536"/>
                  </a:lnTo>
                  <a:lnTo>
                    <a:pt x="0" y="1083"/>
                  </a:lnTo>
                  <a:lnTo>
                    <a:pt x="300" y="738"/>
                  </a:lnTo>
                  <a:lnTo>
                    <a:pt x="1640" y="12"/>
                  </a:lnTo>
                  <a:lnTo>
                    <a:pt x="2281" y="0"/>
                  </a:lnTo>
                  <a:lnTo>
                    <a:pt x="2542" y="115"/>
                  </a:lnTo>
                  <a:lnTo>
                    <a:pt x="2646" y="340"/>
                  </a:lnTo>
                  <a:lnTo>
                    <a:pt x="2595" y="676"/>
                  </a:lnTo>
                  <a:lnTo>
                    <a:pt x="2306" y="109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g1576"/>
            <p:cNvSpPr/>
            <p:nvPr/>
          </p:nvSpPr>
          <p:spPr>
            <a:xfrm>
              <a:off x="2498133" y="1598484"/>
              <a:ext cx="3939" cy="3266"/>
            </a:xfrm>
            <a:custGeom>
              <a:avLst/>
              <a:pathLst>
                <a:path w="3939" h="3266">
                  <a:moveTo>
                    <a:pt x="2010" y="3042"/>
                  </a:moveTo>
                  <a:lnTo>
                    <a:pt x="1316" y="3266"/>
                  </a:lnTo>
                  <a:lnTo>
                    <a:pt x="579" y="3153"/>
                  </a:lnTo>
                  <a:lnTo>
                    <a:pt x="0" y="1771"/>
                  </a:lnTo>
                  <a:lnTo>
                    <a:pt x="443" y="1728"/>
                  </a:lnTo>
                  <a:lnTo>
                    <a:pt x="1374" y="820"/>
                  </a:lnTo>
                  <a:lnTo>
                    <a:pt x="3433" y="83"/>
                  </a:lnTo>
                  <a:lnTo>
                    <a:pt x="3939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g1577"/>
            <p:cNvSpPr/>
            <p:nvPr/>
          </p:nvSpPr>
          <p:spPr>
            <a:xfrm>
              <a:off x="2654406" y="1581468"/>
              <a:ext cx="3574" cy="2824"/>
            </a:xfrm>
            <a:custGeom>
              <a:avLst/>
              <a:pathLst>
                <a:path w="3574" h="2824">
                  <a:moveTo>
                    <a:pt x="453" y="2744"/>
                  </a:moveTo>
                  <a:lnTo>
                    <a:pt x="0" y="2824"/>
                  </a:lnTo>
                  <a:lnTo>
                    <a:pt x="681" y="1910"/>
                  </a:lnTo>
                  <a:lnTo>
                    <a:pt x="1595" y="899"/>
                  </a:lnTo>
                  <a:lnTo>
                    <a:pt x="2456" y="264"/>
                  </a:lnTo>
                  <a:lnTo>
                    <a:pt x="3574" y="0"/>
                  </a:lnTo>
                  <a:lnTo>
                    <a:pt x="3449" y="461"/>
                  </a:lnTo>
                  <a:lnTo>
                    <a:pt x="1990" y="131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g1578"/>
            <p:cNvSpPr/>
            <p:nvPr/>
          </p:nvSpPr>
          <p:spPr>
            <a:xfrm>
              <a:off x="2619796" y="1579565"/>
              <a:ext cx="3383" cy="1631"/>
            </a:xfrm>
            <a:custGeom>
              <a:avLst/>
              <a:pathLst>
                <a:path w="3383" h="1631">
                  <a:moveTo>
                    <a:pt x="2366" y="1204"/>
                  </a:moveTo>
                  <a:lnTo>
                    <a:pt x="1870" y="1631"/>
                  </a:lnTo>
                  <a:lnTo>
                    <a:pt x="0" y="1372"/>
                  </a:lnTo>
                  <a:lnTo>
                    <a:pt x="389" y="531"/>
                  </a:lnTo>
                  <a:lnTo>
                    <a:pt x="1819" y="0"/>
                  </a:lnTo>
                  <a:lnTo>
                    <a:pt x="3383" y="82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g1579"/>
            <p:cNvSpPr/>
            <p:nvPr/>
          </p:nvSpPr>
          <p:spPr>
            <a:xfrm>
              <a:off x="2623575" y="1576616"/>
              <a:ext cx="8652" cy="7870"/>
            </a:xfrm>
            <a:custGeom>
              <a:avLst/>
              <a:pathLst>
                <a:path w="8652" h="7870">
                  <a:moveTo>
                    <a:pt x="1292" y="7669"/>
                  </a:moveTo>
                  <a:lnTo>
                    <a:pt x="247" y="7870"/>
                  </a:lnTo>
                  <a:lnTo>
                    <a:pt x="0" y="7458"/>
                  </a:lnTo>
                  <a:lnTo>
                    <a:pt x="549" y="6431"/>
                  </a:lnTo>
                  <a:lnTo>
                    <a:pt x="987" y="5848"/>
                  </a:lnTo>
                  <a:lnTo>
                    <a:pt x="1313" y="5711"/>
                  </a:lnTo>
                  <a:lnTo>
                    <a:pt x="2514" y="4553"/>
                  </a:lnTo>
                  <a:lnTo>
                    <a:pt x="3847" y="3711"/>
                  </a:lnTo>
                  <a:lnTo>
                    <a:pt x="5070" y="2479"/>
                  </a:lnTo>
                  <a:lnTo>
                    <a:pt x="6312" y="721"/>
                  </a:lnTo>
                  <a:lnTo>
                    <a:pt x="6543" y="67"/>
                  </a:lnTo>
                  <a:lnTo>
                    <a:pt x="7118" y="0"/>
                  </a:lnTo>
                  <a:lnTo>
                    <a:pt x="8066" y="430"/>
                  </a:lnTo>
                  <a:lnTo>
                    <a:pt x="8652" y="1035"/>
                  </a:lnTo>
                  <a:lnTo>
                    <a:pt x="8379" y="1516"/>
                  </a:lnTo>
                  <a:lnTo>
                    <a:pt x="5241" y="4014"/>
                  </a:lnTo>
                  <a:lnTo>
                    <a:pt x="4977" y="4339"/>
                  </a:lnTo>
                  <a:lnTo>
                    <a:pt x="4692" y="5187"/>
                  </a:lnTo>
                  <a:lnTo>
                    <a:pt x="4433" y="5483"/>
                  </a:lnTo>
                  <a:lnTo>
                    <a:pt x="4020" y="5618"/>
                  </a:lnTo>
                  <a:lnTo>
                    <a:pt x="3718" y="5989"/>
                  </a:lnTo>
                  <a:lnTo>
                    <a:pt x="3530" y="6595"/>
                  </a:lnTo>
                  <a:lnTo>
                    <a:pt x="3143" y="6911"/>
                  </a:lnTo>
                  <a:lnTo>
                    <a:pt x="2558" y="6939"/>
                  </a:lnTo>
                  <a:lnTo>
                    <a:pt x="2152" y="7106"/>
                  </a:lnTo>
                  <a:lnTo>
                    <a:pt x="1927" y="741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g1580"/>
            <p:cNvSpPr/>
            <p:nvPr/>
          </p:nvSpPr>
          <p:spPr>
            <a:xfrm>
              <a:off x="2438484" y="1576146"/>
              <a:ext cx="17451" cy="8824"/>
            </a:xfrm>
            <a:custGeom>
              <a:avLst/>
              <a:pathLst>
                <a:path w="17451" h="8824">
                  <a:moveTo>
                    <a:pt x="12308" y="184"/>
                  </a:moveTo>
                  <a:lnTo>
                    <a:pt x="13176" y="876"/>
                  </a:lnTo>
                  <a:lnTo>
                    <a:pt x="13637" y="915"/>
                  </a:lnTo>
                  <a:lnTo>
                    <a:pt x="15094" y="704"/>
                  </a:lnTo>
                  <a:lnTo>
                    <a:pt x="15628" y="853"/>
                  </a:lnTo>
                  <a:lnTo>
                    <a:pt x="16147" y="1151"/>
                  </a:lnTo>
                  <a:lnTo>
                    <a:pt x="16467" y="1607"/>
                  </a:lnTo>
                  <a:lnTo>
                    <a:pt x="16528" y="2408"/>
                  </a:lnTo>
                  <a:lnTo>
                    <a:pt x="16291" y="3123"/>
                  </a:lnTo>
                  <a:lnTo>
                    <a:pt x="16362" y="4131"/>
                  </a:lnTo>
                  <a:lnTo>
                    <a:pt x="16311" y="4567"/>
                  </a:lnTo>
                  <a:lnTo>
                    <a:pt x="17084" y="5138"/>
                  </a:lnTo>
                  <a:lnTo>
                    <a:pt x="17326" y="5913"/>
                  </a:lnTo>
                  <a:lnTo>
                    <a:pt x="17451" y="6745"/>
                  </a:lnTo>
                  <a:lnTo>
                    <a:pt x="15772" y="7023"/>
                  </a:lnTo>
                  <a:lnTo>
                    <a:pt x="14093" y="7067"/>
                  </a:lnTo>
                  <a:lnTo>
                    <a:pt x="12645" y="7631"/>
                  </a:lnTo>
                  <a:lnTo>
                    <a:pt x="12348" y="8047"/>
                  </a:lnTo>
                  <a:lnTo>
                    <a:pt x="12580" y="8666"/>
                  </a:lnTo>
                  <a:lnTo>
                    <a:pt x="12182" y="8824"/>
                  </a:lnTo>
                  <a:lnTo>
                    <a:pt x="11815" y="8688"/>
                  </a:lnTo>
                  <a:lnTo>
                    <a:pt x="11114" y="8116"/>
                  </a:lnTo>
                  <a:lnTo>
                    <a:pt x="10345" y="7843"/>
                  </a:lnTo>
                  <a:lnTo>
                    <a:pt x="7651" y="7422"/>
                  </a:lnTo>
                  <a:lnTo>
                    <a:pt x="4270" y="5758"/>
                  </a:lnTo>
                  <a:lnTo>
                    <a:pt x="2815" y="5414"/>
                  </a:lnTo>
                  <a:lnTo>
                    <a:pt x="1336" y="4199"/>
                  </a:lnTo>
                  <a:lnTo>
                    <a:pt x="0" y="2651"/>
                  </a:lnTo>
                  <a:lnTo>
                    <a:pt x="871" y="2403"/>
                  </a:lnTo>
                  <a:lnTo>
                    <a:pt x="1747" y="2276"/>
                  </a:lnTo>
                  <a:lnTo>
                    <a:pt x="5677" y="2507"/>
                  </a:lnTo>
                  <a:lnTo>
                    <a:pt x="6168" y="1399"/>
                  </a:lnTo>
                  <a:lnTo>
                    <a:pt x="6674" y="1122"/>
                  </a:lnTo>
                  <a:lnTo>
                    <a:pt x="7923" y="809"/>
                  </a:lnTo>
                  <a:lnTo>
                    <a:pt x="9089" y="195"/>
                  </a:lnTo>
                  <a:lnTo>
                    <a:pt x="9612" y="210"/>
                  </a:lnTo>
                  <a:lnTo>
                    <a:pt x="10147" y="446"/>
                  </a:lnTo>
                  <a:lnTo>
                    <a:pt x="11253" y="78"/>
                  </a:lnTo>
                  <a:lnTo>
                    <a:pt x="11839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g1581"/>
            <p:cNvSpPr/>
            <p:nvPr/>
          </p:nvSpPr>
          <p:spPr>
            <a:xfrm>
              <a:off x="2648061" y="1576085"/>
              <a:ext cx="1720" cy="1234"/>
            </a:xfrm>
            <a:custGeom>
              <a:avLst/>
              <a:pathLst>
                <a:path w="1720" h="1234">
                  <a:moveTo>
                    <a:pt x="1568" y="892"/>
                  </a:moveTo>
                  <a:lnTo>
                    <a:pt x="1265" y="1234"/>
                  </a:lnTo>
                  <a:lnTo>
                    <a:pt x="441" y="1112"/>
                  </a:lnTo>
                  <a:lnTo>
                    <a:pt x="0" y="896"/>
                  </a:lnTo>
                  <a:lnTo>
                    <a:pt x="1477" y="0"/>
                  </a:lnTo>
                  <a:lnTo>
                    <a:pt x="1720" y="17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g1582"/>
            <p:cNvSpPr/>
            <p:nvPr/>
          </p:nvSpPr>
          <p:spPr>
            <a:xfrm>
              <a:off x="2634640" y="1574977"/>
              <a:ext cx="5682" cy="2958"/>
            </a:xfrm>
            <a:custGeom>
              <a:avLst/>
              <a:pathLst>
                <a:path w="5682" h="2958">
                  <a:moveTo>
                    <a:pt x="2922" y="431"/>
                  </a:moveTo>
                  <a:lnTo>
                    <a:pt x="3133" y="814"/>
                  </a:lnTo>
                  <a:lnTo>
                    <a:pt x="4951" y="722"/>
                  </a:lnTo>
                  <a:lnTo>
                    <a:pt x="5474" y="790"/>
                  </a:lnTo>
                  <a:lnTo>
                    <a:pt x="5682" y="967"/>
                  </a:lnTo>
                  <a:lnTo>
                    <a:pt x="5436" y="1227"/>
                  </a:lnTo>
                  <a:lnTo>
                    <a:pt x="4735" y="1569"/>
                  </a:lnTo>
                  <a:lnTo>
                    <a:pt x="2683" y="2169"/>
                  </a:lnTo>
                  <a:lnTo>
                    <a:pt x="1017" y="2958"/>
                  </a:lnTo>
                  <a:lnTo>
                    <a:pt x="800" y="2885"/>
                  </a:lnTo>
                  <a:lnTo>
                    <a:pt x="496" y="2021"/>
                  </a:lnTo>
                  <a:lnTo>
                    <a:pt x="187" y="1672"/>
                  </a:lnTo>
                  <a:lnTo>
                    <a:pt x="0" y="1185"/>
                  </a:lnTo>
                  <a:lnTo>
                    <a:pt x="3" y="1004"/>
                  </a:lnTo>
                  <a:lnTo>
                    <a:pt x="308" y="668"/>
                  </a:lnTo>
                  <a:lnTo>
                    <a:pt x="917" y="177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g1583"/>
            <p:cNvSpPr/>
            <p:nvPr/>
          </p:nvSpPr>
          <p:spPr>
            <a:xfrm>
              <a:off x="2623395" y="1574826"/>
              <a:ext cx="2206" cy="4372"/>
            </a:xfrm>
            <a:custGeom>
              <a:avLst/>
              <a:pathLst>
                <a:path w="2206" h="4372">
                  <a:moveTo>
                    <a:pt x="2206" y="570"/>
                  </a:moveTo>
                  <a:lnTo>
                    <a:pt x="2202" y="938"/>
                  </a:lnTo>
                  <a:lnTo>
                    <a:pt x="1905" y="1290"/>
                  </a:lnTo>
                  <a:lnTo>
                    <a:pt x="2190" y="1937"/>
                  </a:lnTo>
                  <a:lnTo>
                    <a:pt x="1697" y="3049"/>
                  </a:lnTo>
                  <a:lnTo>
                    <a:pt x="1507" y="3756"/>
                  </a:lnTo>
                  <a:lnTo>
                    <a:pt x="1244" y="4200"/>
                  </a:lnTo>
                  <a:lnTo>
                    <a:pt x="980" y="4372"/>
                  </a:lnTo>
                  <a:lnTo>
                    <a:pt x="715" y="4271"/>
                  </a:lnTo>
                  <a:lnTo>
                    <a:pt x="660" y="4026"/>
                  </a:lnTo>
                  <a:lnTo>
                    <a:pt x="815" y="3636"/>
                  </a:lnTo>
                  <a:lnTo>
                    <a:pt x="190" y="3649"/>
                  </a:lnTo>
                  <a:lnTo>
                    <a:pt x="0" y="2677"/>
                  </a:lnTo>
                  <a:lnTo>
                    <a:pt x="346" y="2370"/>
                  </a:lnTo>
                  <a:lnTo>
                    <a:pt x="470" y="1954"/>
                  </a:lnTo>
                  <a:lnTo>
                    <a:pt x="509" y="1675"/>
                  </a:lnTo>
                  <a:lnTo>
                    <a:pt x="916" y="439"/>
                  </a:lnTo>
                  <a:lnTo>
                    <a:pt x="1062" y="353"/>
                  </a:lnTo>
                  <a:lnTo>
                    <a:pt x="1109" y="647"/>
                  </a:lnTo>
                  <a:lnTo>
                    <a:pt x="1241" y="734"/>
                  </a:lnTo>
                  <a:lnTo>
                    <a:pt x="1458" y="613"/>
                  </a:lnTo>
                  <a:lnTo>
                    <a:pt x="1783" y="64"/>
                  </a:lnTo>
                  <a:lnTo>
                    <a:pt x="1919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g1584"/>
            <p:cNvSpPr/>
            <p:nvPr/>
          </p:nvSpPr>
          <p:spPr>
            <a:xfrm>
              <a:off x="2583872" y="1574654"/>
              <a:ext cx="1719" cy="2032"/>
            </a:xfrm>
            <a:custGeom>
              <a:avLst/>
              <a:pathLst>
                <a:path w="1719" h="2032">
                  <a:moveTo>
                    <a:pt x="456" y="1981"/>
                  </a:moveTo>
                  <a:lnTo>
                    <a:pt x="0" y="2032"/>
                  </a:lnTo>
                  <a:lnTo>
                    <a:pt x="610" y="1343"/>
                  </a:lnTo>
                  <a:lnTo>
                    <a:pt x="1034" y="0"/>
                  </a:lnTo>
                  <a:lnTo>
                    <a:pt x="1604" y="186"/>
                  </a:lnTo>
                  <a:lnTo>
                    <a:pt x="1719" y="433"/>
                  </a:lnTo>
                  <a:lnTo>
                    <a:pt x="777" y="181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g1585"/>
            <p:cNvSpPr/>
            <p:nvPr/>
          </p:nvSpPr>
          <p:spPr>
            <a:xfrm>
              <a:off x="2385147" y="1573216"/>
              <a:ext cx="7965" cy="4291"/>
            </a:xfrm>
            <a:custGeom>
              <a:avLst/>
              <a:pathLst>
                <a:path w="7965" h="4291">
                  <a:moveTo>
                    <a:pt x="3139" y="2084"/>
                  </a:moveTo>
                  <a:lnTo>
                    <a:pt x="5184" y="3000"/>
                  </a:lnTo>
                  <a:lnTo>
                    <a:pt x="6495" y="2906"/>
                  </a:lnTo>
                  <a:lnTo>
                    <a:pt x="7535" y="3670"/>
                  </a:lnTo>
                  <a:lnTo>
                    <a:pt x="7965" y="4291"/>
                  </a:lnTo>
                  <a:lnTo>
                    <a:pt x="6403" y="3845"/>
                  </a:lnTo>
                  <a:lnTo>
                    <a:pt x="4146" y="3877"/>
                  </a:lnTo>
                  <a:lnTo>
                    <a:pt x="1094" y="2009"/>
                  </a:lnTo>
                  <a:lnTo>
                    <a:pt x="0" y="1584"/>
                  </a:lnTo>
                  <a:lnTo>
                    <a:pt x="249" y="537"/>
                  </a:lnTo>
                  <a:lnTo>
                    <a:pt x="1420" y="0"/>
                  </a:lnTo>
                  <a:lnTo>
                    <a:pt x="2023" y="141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g1586"/>
            <p:cNvSpPr/>
            <p:nvPr/>
          </p:nvSpPr>
          <p:spPr>
            <a:xfrm>
              <a:off x="2621197" y="1568790"/>
              <a:ext cx="1826" cy="1481"/>
            </a:xfrm>
            <a:custGeom>
              <a:avLst/>
              <a:pathLst>
                <a:path w="1826" h="1481">
                  <a:moveTo>
                    <a:pt x="1826" y="1366"/>
                  </a:moveTo>
                  <a:lnTo>
                    <a:pt x="627" y="1481"/>
                  </a:lnTo>
                  <a:lnTo>
                    <a:pt x="78" y="1304"/>
                  </a:lnTo>
                  <a:lnTo>
                    <a:pt x="0" y="1112"/>
                  </a:lnTo>
                  <a:lnTo>
                    <a:pt x="227" y="408"/>
                  </a:lnTo>
                  <a:lnTo>
                    <a:pt x="209" y="111"/>
                  </a:lnTo>
                  <a:lnTo>
                    <a:pt x="814" y="0"/>
                  </a:lnTo>
                  <a:lnTo>
                    <a:pt x="1507" y="334"/>
                  </a:lnTo>
                  <a:lnTo>
                    <a:pt x="1709" y="67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g1587"/>
            <p:cNvSpPr/>
            <p:nvPr/>
          </p:nvSpPr>
          <p:spPr>
            <a:xfrm>
              <a:off x="2397017" y="1529696"/>
              <a:ext cx="29360" cy="10752"/>
            </a:xfrm>
            <a:custGeom>
              <a:avLst/>
              <a:pathLst>
                <a:path w="29360" h="10752">
                  <a:moveTo>
                    <a:pt x="3371" y="1212"/>
                  </a:moveTo>
                  <a:lnTo>
                    <a:pt x="3514" y="1552"/>
                  </a:lnTo>
                  <a:lnTo>
                    <a:pt x="4503" y="1497"/>
                  </a:lnTo>
                  <a:lnTo>
                    <a:pt x="5888" y="1644"/>
                  </a:lnTo>
                  <a:lnTo>
                    <a:pt x="7422" y="1973"/>
                  </a:lnTo>
                  <a:lnTo>
                    <a:pt x="8938" y="1855"/>
                  </a:lnTo>
                  <a:lnTo>
                    <a:pt x="10850" y="811"/>
                  </a:lnTo>
                  <a:lnTo>
                    <a:pt x="11991" y="537"/>
                  </a:lnTo>
                  <a:lnTo>
                    <a:pt x="13140" y="392"/>
                  </a:lnTo>
                  <a:lnTo>
                    <a:pt x="14380" y="647"/>
                  </a:lnTo>
                  <a:lnTo>
                    <a:pt x="15592" y="1200"/>
                  </a:lnTo>
                  <a:lnTo>
                    <a:pt x="16060" y="1526"/>
                  </a:lnTo>
                  <a:lnTo>
                    <a:pt x="16433" y="2097"/>
                  </a:lnTo>
                  <a:lnTo>
                    <a:pt x="16680" y="2786"/>
                  </a:lnTo>
                  <a:lnTo>
                    <a:pt x="17048" y="3281"/>
                  </a:lnTo>
                  <a:lnTo>
                    <a:pt x="19318" y="3891"/>
                  </a:lnTo>
                  <a:lnTo>
                    <a:pt x="20768" y="4134"/>
                  </a:lnTo>
                  <a:lnTo>
                    <a:pt x="21118" y="4469"/>
                  </a:lnTo>
                  <a:lnTo>
                    <a:pt x="21427" y="4930"/>
                  </a:lnTo>
                  <a:lnTo>
                    <a:pt x="22628" y="5281"/>
                  </a:lnTo>
                  <a:lnTo>
                    <a:pt x="23882" y="5153"/>
                  </a:lnTo>
                  <a:lnTo>
                    <a:pt x="24581" y="5278"/>
                  </a:lnTo>
                  <a:lnTo>
                    <a:pt x="26711" y="5295"/>
                  </a:lnTo>
                  <a:lnTo>
                    <a:pt x="29360" y="5808"/>
                  </a:lnTo>
                  <a:lnTo>
                    <a:pt x="28931" y="7158"/>
                  </a:lnTo>
                  <a:lnTo>
                    <a:pt x="28070" y="7751"/>
                  </a:lnTo>
                  <a:lnTo>
                    <a:pt x="25642" y="7561"/>
                  </a:lnTo>
                  <a:lnTo>
                    <a:pt x="23223" y="7753"/>
                  </a:lnTo>
                  <a:lnTo>
                    <a:pt x="22219" y="8448"/>
                  </a:lnTo>
                  <a:lnTo>
                    <a:pt x="21382" y="9328"/>
                  </a:lnTo>
                  <a:lnTo>
                    <a:pt x="21268" y="10185"/>
                  </a:lnTo>
                  <a:lnTo>
                    <a:pt x="20780" y="10578"/>
                  </a:lnTo>
                  <a:lnTo>
                    <a:pt x="20274" y="10752"/>
                  </a:lnTo>
                  <a:lnTo>
                    <a:pt x="19863" y="10278"/>
                  </a:lnTo>
                  <a:lnTo>
                    <a:pt x="19315" y="8832"/>
                  </a:lnTo>
                  <a:lnTo>
                    <a:pt x="18928" y="8433"/>
                  </a:lnTo>
                  <a:lnTo>
                    <a:pt x="18504" y="8182"/>
                  </a:lnTo>
                  <a:lnTo>
                    <a:pt x="17321" y="7725"/>
                  </a:lnTo>
                  <a:lnTo>
                    <a:pt x="16121" y="7436"/>
                  </a:lnTo>
                  <a:lnTo>
                    <a:pt x="15418" y="7401"/>
                  </a:lnTo>
                  <a:lnTo>
                    <a:pt x="14912" y="6900"/>
                  </a:lnTo>
                  <a:lnTo>
                    <a:pt x="14632" y="6175"/>
                  </a:lnTo>
                  <a:lnTo>
                    <a:pt x="14151" y="5800"/>
                  </a:lnTo>
                  <a:lnTo>
                    <a:pt x="13199" y="5268"/>
                  </a:lnTo>
                  <a:lnTo>
                    <a:pt x="12226" y="4849"/>
                  </a:lnTo>
                  <a:lnTo>
                    <a:pt x="9186" y="3941"/>
                  </a:lnTo>
                  <a:lnTo>
                    <a:pt x="8186" y="3822"/>
                  </a:lnTo>
                  <a:lnTo>
                    <a:pt x="7172" y="3920"/>
                  </a:lnTo>
                  <a:lnTo>
                    <a:pt x="6086" y="4334"/>
                  </a:lnTo>
                  <a:lnTo>
                    <a:pt x="5033" y="4949"/>
                  </a:lnTo>
                  <a:lnTo>
                    <a:pt x="3956" y="5408"/>
                  </a:lnTo>
                  <a:lnTo>
                    <a:pt x="2840" y="5509"/>
                  </a:lnTo>
                  <a:lnTo>
                    <a:pt x="1774" y="5241"/>
                  </a:lnTo>
                  <a:lnTo>
                    <a:pt x="771" y="4641"/>
                  </a:lnTo>
                  <a:lnTo>
                    <a:pt x="268" y="4216"/>
                  </a:lnTo>
                  <a:lnTo>
                    <a:pt x="0" y="3483"/>
                  </a:lnTo>
                  <a:lnTo>
                    <a:pt x="13" y="2750"/>
                  </a:lnTo>
                  <a:lnTo>
                    <a:pt x="150" y="2043"/>
                  </a:lnTo>
                  <a:lnTo>
                    <a:pt x="690" y="333"/>
                  </a:lnTo>
                  <a:lnTo>
                    <a:pt x="1635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g1588"/>
            <p:cNvSpPr/>
            <p:nvPr/>
          </p:nvSpPr>
          <p:spPr>
            <a:xfrm>
              <a:off x="2450667" y="1493417"/>
              <a:ext cx="3088" cy="1482"/>
            </a:xfrm>
            <a:custGeom>
              <a:avLst/>
              <a:pathLst>
                <a:path w="3088" h="1482">
                  <a:moveTo>
                    <a:pt x="366" y="1403"/>
                  </a:moveTo>
                  <a:lnTo>
                    <a:pt x="0" y="1482"/>
                  </a:lnTo>
                  <a:lnTo>
                    <a:pt x="20" y="1268"/>
                  </a:lnTo>
                  <a:lnTo>
                    <a:pt x="1098" y="702"/>
                  </a:lnTo>
                  <a:lnTo>
                    <a:pt x="3088" y="0"/>
                  </a:lnTo>
                  <a:lnTo>
                    <a:pt x="3015" y="152"/>
                  </a:lnTo>
                  <a:lnTo>
                    <a:pt x="1952" y="69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g1589"/>
            <p:cNvSpPr/>
            <p:nvPr/>
          </p:nvSpPr>
          <p:spPr>
            <a:xfrm>
              <a:off x="2432316" y="1422567"/>
              <a:ext cx="360213" cy="232064"/>
            </a:xfrm>
            <a:custGeom>
              <a:avLst/>
              <a:pathLst>
                <a:path w="360213" h="232064">
                  <a:moveTo>
                    <a:pt x="256257" y="24504"/>
                  </a:moveTo>
                  <a:lnTo>
                    <a:pt x="256257" y="28580"/>
                  </a:lnTo>
                  <a:lnTo>
                    <a:pt x="256257" y="32656"/>
                  </a:lnTo>
                  <a:lnTo>
                    <a:pt x="256257" y="36731"/>
                  </a:lnTo>
                  <a:lnTo>
                    <a:pt x="256257" y="40807"/>
                  </a:lnTo>
                  <a:lnTo>
                    <a:pt x="256257" y="44883"/>
                  </a:lnTo>
                  <a:lnTo>
                    <a:pt x="256257" y="48958"/>
                  </a:lnTo>
                  <a:lnTo>
                    <a:pt x="256257" y="53034"/>
                  </a:lnTo>
                  <a:lnTo>
                    <a:pt x="256257" y="57110"/>
                  </a:lnTo>
                  <a:lnTo>
                    <a:pt x="256257" y="61185"/>
                  </a:lnTo>
                  <a:lnTo>
                    <a:pt x="256257" y="65260"/>
                  </a:lnTo>
                  <a:lnTo>
                    <a:pt x="256257" y="69336"/>
                  </a:lnTo>
                  <a:lnTo>
                    <a:pt x="256257" y="73412"/>
                  </a:lnTo>
                  <a:lnTo>
                    <a:pt x="256257" y="77487"/>
                  </a:lnTo>
                  <a:lnTo>
                    <a:pt x="256257" y="81563"/>
                  </a:lnTo>
                  <a:lnTo>
                    <a:pt x="256257" y="85639"/>
                  </a:lnTo>
                  <a:lnTo>
                    <a:pt x="256257" y="89714"/>
                  </a:lnTo>
                  <a:lnTo>
                    <a:pt x="256257" y="93790"/>
                  </a:lnTo>
                  <a:lnTo>
                    <a:pt x="256257" y="97866"/>
                  </a:lnTo>
                  <a:lnTo>
                    <a:pt x="256257" y="101942"/>
                  </a:lnTo>
                  <a:lnTo>
                    <a:pt x="256257" y="106017"/>
                  </a:lnTo>
                  <a:lnTo>
                    <a:pt x="256257" y="110093"/>
                  </a:lnTo>
                  <a:lnTo>
                    <a:pt x="256257" y="114168"/>
                  </a:lnTo>
                  <a:lnTo>
                    <a:pt x="256257" y="118244"/>
                  </a:lnTo>
                  <a:lnTo>
                    <a:pt x="256257" y="122319"/>
                  </a:lnTo>
                  <a:lnTo>
                    <a:pt x="256257" y="126395"/>
                  </a:lnTo>
                  <a:lnTo>
                    <a:pt x="256257" y="130471"/>
                  </a:lnTo>
                  <a:lnTo>
                    <a:pt x="256257" y="134546"/>
                  </a:lnTo>
                  <a:lnTo>
                    <a:pt x="256257" y="138622"/>
                  </a:lnTo>
                  <a:lnTo>
                    <a:pt x="256257" y="142698"/>
                  </a:lnTo>
                  <a:lnTo>
                    <a:pt x="256257" y="146773"/>
                  </a:lnTo>
                  <a:lnTo>
                    <a:pt x="256257" y="150849"/>
                  </a:lnTo>
                  <a:lnTo>
                    <a:pt x="256257" y="154925"/>
                  </a:lnTo>
                  <a:lnTo>
                    <a:pt x="258522" y="155498"/>
                  </a:lnTo>
                  <a:lnTo>
                    <a:pt x="260767" y="156067"/>
                  </a:lnTo>
                  <a:lnTo>
                    <a:pt x="261454" y="154932"/>
                  </a:lnTo>
                  <a:lnTo>
                    <a:pt x="263875" y="155800"/>
                  </a:lnTo>
                  <a:lnTo>
                    <a:pt x="265991" y="156558"/>
                  </a:lnTo>
                  <a:lnTo>
                    <a:pt x="267340" y="155585"/>
                  </a:lnTo>
                  <a:lnTo>
                    <a:pt x="268800" y="154533"/>
                  </a:lnTo>
                  <a:lnTo>
                    <a:pt x="270772" y="154458"/>
                  </a:lnTo>
                  <a:lnTo>
                    <a:pt x="272978" y="154374"/>
                  </a:lnTo>
                  <a:lnTo>
                    <a:pt x="274449" y="154318"/>
                  </a:lnTo>
                  <a:lnTo>
                    <a:pt x="274449" y="155215"/>
                  </a:lnTo>
                  <a:lnTo>
                    <a:pt x="273903" y="156703"/>
                  </a:lnTo>
                  <a:lnTo>
                    <a:pt x="273447" y="157946"/>
                  </a:lnTo>
                  <a:lnTo>
                    <a:pt x="274788" y="159206"/>
                  </a:lnTo>
                  <a:lnTo>
                    <a:pt x="276441" y="159869"/>
                  </a:lnTo>
                  <a:lnTo>
                    <a:pt x="277985" y="160489"/>
                  </a:lnTo>
                  <a:lnTo>
                    <a:pt x="278678" y="162205"/>
                  </a:lnTo>
                  <a:lnTo>
                    <a:pt x="280368" y="163528"/>
                  </a:lnTo>
                  <a:lnTo>
                    <a:pt x="281655" y="164536"/>
                  </a:lnTo>
                  <a:lnTo>
                    <a:pt x="282886" y="165501"/>
                  </a:lnTo>
                  <a:lnTo>
                    <a:pt x="284649" y="166882"/>
                  </a:lnTo>
                  <a:lnTo>
                    <a:pt x="285885" y="167849"/>
                  </a:lnTo>
                  <a:lnTo>
                    <a:pt x="287530" y="169139"/>
                  </a:lnTo>
                  <a:lnTo>
                    <a:pt x="288507" y="169904"/>
                  </a:lnTo>
                  <a:lnTo>
                    <a:pt x="288977" y="171394"/>
                  </a:lnTo>
                  <a:lnTo>
                    <a:pt x="289540" y="173183"/>
                  </a:lnTo>
                  <a:lnTo>
                    <a:pt x="289192" y="174240"/>
                  </a:lnTo>
                  <a:lnTo>
                    <a:pt x="289971" y="174411"/>
                  </a:lnTo>
                  <a:lnTo>
                    <a:pt x="291495" y="173225"/>
                  </a:lnTo>
                  <a:lnTo>
                    <a:pt x="292926" y="172489"/>
                  </a:lnTo>
                  <a:lnTo>
                    <a:pt x="294695" y="171580"/>
                  </a:lnTo>
                  <a:lnTo>
                    <a:pt x="295887" y="170967"/>
                  </a:lnTo>
                  <a:lnTo>
                    <a:pt x="298106" y="170937"/>
                  </a:lnTo>
                  <a:lnTo>
                    <a:pt x="299166" y="169156"/>
                  </a:lnTo>
                  <a:lnTo>
                    <a:pt x="299169" y="166657"/>
                  </a:lnTo>
                  <a:lnTo>
                    <a:pt x="300290" y="166699"/>
                  </a:lnTo>
                  <a:lnTo>
                    <a:pt x="300951" y="166361"/>
                  </a:lnTo>
                  <a:lnTo>
                    <a:pt x="301243" y="165627"/>
                  </a:lnTo>
                  <a:lnTo>
                    <a:pt x="300537" y="164624"/>
                  </a:lnTo>
                  <a:lnTo>
                    <a:pt x="302662" y="164156"/>
                  </a:lnTo>
                  <a:lnTo>
                    <a:pt x="304199" y="163818"/>
                  </a:lnTo>
                  <a:lnTo>
                    <a:pt x="306395" y="162896"/>
                  </a:lnTo>
                  <a:lnTo>
                    <a:pt x="308540" y="161996"/>
                  </a:lnTo>
                  <a:lnTo>
                    <a:pt x="309562" y="162693"/>
                  </a:lnTo>
                  <a:lnTo>
                    <a:pt x="310575" y="163366"/>
                  </a:lnTo>
                  <a:lnTo>
                    <a:pt x="312559" y="164989"/>
                  </a:lnTo>
                  <a:lnTo>
                    <a:pt x="312695" y="165379"/>
                  </a:lnTo>
                  <a:lnTo>
                    <a:pt x="312561" y="166141"/>
                  </a:lnTo>
                  <a:lnTo>
                    <a:pt x="312368" y="166903"/>
                  </a:lnTo>
                  <a:lnTo>
                    <a:pt x="313574" y="169039"/>
                  </a:lnTo>
                  <a:lnTo>
                    <a:pt x="313920" y="169278"/>
                  </a:lnTo>
                  <a:lnTo>
                    <a:pt x="314912" y="169573"/>
                  </a:lnTo>
                  <a:lnTo>
                    <a:pt x="316096" y="170281"/>
                  </a:lnTo>
                  <a:lnTo>
                    <a:pt x="316619" y="170894"/>
                  </a:lnTo>
                  <a:lnTo>
                    <a:pt x="318333" y="171870"/>
                  </a:lnTo>
                  <a:lnTo>
                    <a:pt x="318622" y="172276"/>
                  </a:lnTo>
                  <a:lnTo>
                    <a:pt x="318784" y="172932"/>
                  </a:lnTo>
                  <a:lnTo>
                    <a:pt x="319064" y="173496"/>
                  </a:lnTo>
                  <a:lnTo>
                    <a:pt x="319384" y="173901"/>
                  </a:lnTo>
                  <a:lnTo>
                    <a:pt x="319693" y="174476"/>
                  </a:lnTo>
                  <a:lnTo>
                    <a:pt x="320436" y="175154"/>
                  </a:lnTo>
                  <a:lnTo>
                    <a:pt x="321848" y="175912"/>
                  </a:lnTo>
                  <a:lnTo>
                    <a:pt x="322827" y="176437"/>
                  </a:lnTo>
                  <a:lnTo>
                    <a:pt x="324199" y="177174"/>
                  </a:lnTo>
                  <a:lnTo>
                    <a:pt x="325588" y="178679"/>
                  </a:lnTo>
                  <a:lnTo>
                    <a:pt x="326795" y="179986"/>
                  </a:lnTo>
                  <a:lnTo>
                    <a:pt x="328169" y="181277"/>
                  </a:lnTo>
                  <a:lnTo>
                    <a:pt x="327966" y="182307"/>
                  </a:lnTo>
                  <a:lnTo>
                    <a:pt x="329359" y="183900"/>
                  </a:lnTo>
                  <a:lnTo>
                    <a:pt x="330825" y="185924"/>
                  </a:lnTo>
                  <a:lnTo>
                    <a:pt x="331950" y="187720"/>
                  </a:lnTo>
                  <a:lnTo>
                    <a:pt x="332750" y="188724"/>
                  </a:lnTo>
                  <a:lnTo>
                    <a:pt x="333709" y="190178"/>
                  </a:lnTo>
                  <a:lnTo>
                    <a:pt x="334882" y="191958"/>
                  </a:lnTo>
                  <a:lnTo>
                    <a:pt x="336217" y="193983"/>
                  </a:lnTo>
                  <a:lnTo>
                    <a:pt x="337238" y="195283"/>
                  </a:lnTo>
                  <a:lnTo>
                    <a:pt x="338571" y="197102"/>
                  </a:lnTo>
                  <a:lnTo>
                    <a:pt x="339228" y="198187"/>
                  </a:lnTo>
                  <a:lnTo>
                    <a:pt x="338781" y="198928"/>
                  </a:lnTo>
                  <a:lnTo>
                    <a:pt x="338227" y="199848"/>
                  </a:lnTo>
                  <a:lnTo>
                    <a:pt x="339939" y="200284"/>
                  </a:lnTo>
                  <a:lnTo>
                    <a:pt x="341126" y="200585"/>
                  </a:lnTo>
                  <a:lnTo>
                    <a:pt x="340830" y="201606"/>
                  </a:lnTo>
                  <a:lnTo>
                    <a:pt x="340438" y="202953"/>
                  </a:lnTo>
                  <a:lnTo>
                    <a:pt x="341779" y="203485"/>
                  </a:lnTo>
                  <a:lnTo>
                    <a:pt x="342691" y="203846"/>
                  </a:lnTo>
                  <a:lnTo>
                    <a:pt x="342503" y="204553"/>
                  </a:lnTo>
                  <a:lnTo>
                    <a:pt x="343004" y="205352"/>
                  </a:lnTo>
                  <a:lnTo>
                    <a:pt x="343087" y="206675"/>
                  </a:lnTo>
                  <a:lnTo>
                    <a:pt x="344722" y="206590"/>
                  </a:lnTo>
                  <a:lnTo>
                    <a:pt x="345444" y="206551"/>
                  </a:lnTo>
                  <a:lnTo>
                    <a:pt x="346421" y="207138"/>
                  </a:lnTo>
                  <a:lnTo>
                    <a:pt x="347708" y="207913"/>
                  </a:lnTo>
                  <a:lnTo>
                    <a:pt x="348999" y="208638"/>
                  </a:lnTo>
                  <a:lnTo>
                    <a:pt x="350101" y="209257"/>
                  </a:lnTo>
                  <a:lnTo>
                    <a:pt x="351546" y="209623"/>
                  </a:lnTo>
                  <a:lnTo>
                    <a:pt x="353329" y="210150"/>
                  </a:lnTo>
                  <a:lnTo>
                    <a:pt x="354205" y="211226"/>
                  </a:lnTo>
                  <a:lnTo>
                    <a:pt x="355833" y="211688"/>
                  </a:lnTo>
                  <a:lnTo>
                    <a:pt x="356438" y="213195"/>
                  </a:lnTo>
                  <a:lnTo>
                    <a:pt x="358315" y="213749"/>
                  </a:lnTo>
                  <a:lnTo>
                    <a:pt x="359420" y="213380"/>
                  </a:lnTo>
                  <a:lnTo>
                    <a:pt x="359817" y="213994"/>
                  </a:lnTo>
                  <a:lnTo>
                    <a:pt x="360130" y="214702"/>
                  </a:lnTo>
                  <a:lnTo>
                    <a:pt x="360213" y="215594"/>
                  </a:lnTo>
                  <a:lnTo>
                    <a:pt x="360109" y="216463"/>
                  </a:lnTo>
                  <a:lnTo>
                    <a:pt x="359640" y="217191"/>
                  </a:lnTo>
                  <a:lnTo>
                    <a:pt x="359287" y="217975"/>
                  </a:lnTo>
                  <a:lnTo>
                    <a:pt x="359050" y="218818"/>
                  </a:lnTo>
                  <a:lnTo>
                    <a:pt x="358960" y="219723"/>
                  </a:lnTo>
                  <a:lnTo>
                    <a:pt x="359018" y="220692"/>
                  </a:lnTo>
                  <a:lnTo>
                    <a:pt x="359207" y="221537"/>
                  </a:lnTo>
                  <a:lnTo>
                    <a:pt x="359784" y="223101"/>
                  </a:lnTo>
                  <a:lnTo>
                    <a:pt x="359975" y="224059"/>
                  </a:lnTo>
                  <a:lnTo>
                    <a:pt x="360000" y="224697"/>
                  </a:lnTo>
                  <a:lnTo>
                    <a:pt x="358721" y="226941"/>
                  </a:lnTo>
                  <a:lnTo>
                    <a:pt x="358279" y="228011"/>
                  </a:lnTo>
                  <a:lnTo>
                    <a:pt x="358321" y="228491"/>
                  </a:lnTo>
                  <a:lnTo>
                    <a:pt x="357389" y="229606"/>
                  </a:lnTo>
                  <a:lnTo>
                    <a:pt x="355679" y="231165"/>
                  </a:lnTo>
                  <a:lnTo>
                    <a:pt x="354903" y="232064"/>
                  </a:lnTo>
                  <a:lnTo>
                    <a:pt x="354520" y="231768"/>
                  </a:lnTo>
                  <a:lnTo>
                    <a:pt x="352308" y="231535"/>
                  </a:lnTo>
                  <a:lnTo>
                    <a:pt x="351504" y="229544"/>
                  </a:lnTo>
                  <a:lnTo>
                    <a:pt x="351078" y="227998"/>
                  </a:lnTo>
                  <a:lnTo>
                    <a:pt x="350433" y="226653"/>
                  </a:lnTo>
                  <a:lnTo>
                    <a:pt x="350451" y="226347"/>
                  </a:lnTo>
                  <a:lnTo>
                    <a:pt x="351037" y="225449"/>
                  </a:lnTo>
                  <a:lnTo>
                    <a:pt x="353247" y="224710"/>
                  </a:lnTo>
                  <a:lnTo>
                    <a:pt x="353268" y="224416"/>
                  </a:lnTo>
                  <a:lnTo>
                    <a:pt x="352446" y="224220"/>
                  </a:lnTo>
                  <a:lnTo>
                    <a:pt x="352248" y="223898"/>
                  </a:lnTo>
                  <a:lnTo>
                    <a:pt x="352023" y="222442"/>
                  </a:lnTo>
                  <a:lnTo>
                    <a:pt x="352083" y="221165"/>
                  </a:lnTo>
                  <a:lnTo>
                    <a:pt x="352024" y="220318"/>
                  </a:lnTo>
                  <a:lnTo>
                    <a:pt x="351656" y="218586"/>
                  </a:lnTo>
                  <a:lnTo>
                    <a:pt x="351103" y="217527"/>
                  </a:lnTo>
                  <a:lnTo>
                    <a:pt x="349677" y="215460"/>
                  </a:lnTo>
                  <a:lnTo>
                    <a:pt x="349557" y="214939"/>
                  </a:lnTo>
                  <a:lnTo>
                    <a:pt x="350185" y="214285"/>
                  </a:lnTo>
                  <a:lnTo>
                    <a:pt x="350575" y="213675"/>
                  </a:lnTo>
                  <a:lnTo>
                    <a:pt x="348165" y="214735"/>
                  </a:lnTo>
                  <a:lnTo>
                    <a:pt x="344875" y="215849"/>
                  </a:lnTo>
                  <a:lnTo>
                    <a:pt x="343466" y="216626"/>
                  </a:lnTo>
                  <a:lnTo>
                    <a:pt x="343170" y="216937"/>
                  </a:lnTo>
                  <a:lnTo>
                    <a:pt x="343069" y="217200"/>
                  </a:lnTo>
                  <a:lnTo>
                    <a:pt x="343326" y="217933"/>
                  </a:lnTo>
                  <a:lnTo>
                    <a:pt x="343286" y="218168"/>
                  </a:lnTo>
                  <a:lnTo>
                    <a:pt x="342999" y="218601"/>
                  </a:lnTo>
                  <a:lnTo>
                    <a:pt x="342660" y="219825"/>
                  </a:lnTo>
                  <a:lnTo>
                    <a:pt x="341945" y="221122"/>
                  </a:lnTo>
                  <a:lnTo>
                    <a:pt x="341582" y="221389"/>
                  </a:lnTo>
                  <a:lnTo>
                    <a:pt x="340299" y="220904"/>
                  </a:lnTo>
                  <a:lnTo>
                    <a:pt x="339954" y="220489"/>
                  </a:lnTo>
                  <a:lnTo>
                    <a:pt x="339311" y="218795"/>
                  </a:lnTo>
                  <a:lnTo>
                    <a:pt x="339461" y="218343"/>
                  </a:lnTo>
                  <a:lnTo>
                    <a:pt x="339930" y="217963"/>
                  </a:lnTo>
                  <a:lnTo>
                    <a:pt x="340567" y="217142"/>
                  </a:lnTo>
                  <a:lnTo>
                    <a:pt x="341371" y="215879"/>
                  </a:lnTo>
                  <a:lnTo>
                    <a:pt x="342902" y="212671"/>
                  </a:lnTo>
                  <a:lnTo>
                    <a:pt x="343903" y="212655"/>
                  </a:lnTo>
                  <a:lnTo>
                    <a:pt x="345669" y="212020"/>
                  </a:lnTo>
                  <a:lnTo>
                    <a:pt x="342898" y="211701"/>
                  </a:lnTo>
                  <a:lnTo>
                    <a:pt x="342485" y="211533"/>
                  </a:lnTo>
                  <a:lnTo>
                    <a:pt x="342112" y="211096"/>
                  </a:lnTo>
                  <a:lnTo>
                    <a:pt x="341781" y="210389"/>
                  </a:lnTo>
                  <a:lnTo>
                    <a:pt x="341217" y="209602"/>
                  </a:lnTo>
                  <a:lnTo>
                    <a:pt x="340164" y="209327"/>
                  </a:lnTo>
                  <a:lnTo>
                    <a:pt x="339703" y="209037"/>
                  </a:lnTo>
                  <a:lnTo>
                    <a:pt x="339007" y="208082"/>
                  </a:lnTo>
                  <a:lnTo>
                    <a:pt x="338539" y="207653"/>
                  </a:lnTo>
                  <a:lnTo>
                    <a:pt x="338283" y="207122"/>
                  </a:lnTo>
                  <a:lnTo>
                    <a:pt x="338239" y="206491"/>
                  </a:lnTo>
                  <a:lnTo>
                    <a:pt x="338041" y="206174"/>
                  </a:lnTo>
                  <a:lnTo>
                    <a:pt x="337315" y="206059"/>
                  </a:lnTo>
                  <a:lnTo>
                    <a:pt x="336922" y="205842"/>
                  </a:lnTo>
                  <a:lnTo>
                    <a:pt x="336816" y="204214"/>
                  </a:lnTo>
                  <a:lnTo>
                    <a:pt x="335374" y="203795"/>
                  </a:lnTo>
                  <a:lnTo>
                    <a:pt x="334784" y="203435"/>
                  </a:lnTo>
                  <a:lnTo>
                    <a:pt x="333835" y="202418"/>
                  </a:lnTo>
                  <a:lnTo>
                    <a:pt x="333573" y="201924"/>
                  </a:lnTo>
                  <a:lnTo>
                    <a:pt x="333489" y="201511"/>
                  </a:lnTo>
                  <a:lnTo>
                    <a:pt x="333721" y="200388"/>
                  </a:lnTo>
                  <a:lnTo>
                    <a:pt x="333623" y="200177"/>
                  </a:lnTo>
                  <a:lnTo>
                    <a:pt x="332783" y="200294"/>
                  </a:lnTo>
                  <a:lnTo>
                    <a:pt x="327556" y="198555"/>
                  </a:lnTo>
                  <a:lnTo>
                    <a:pt x="327833" y="196257"/>
                  </a:lnTo>
                  <a:lnTo>
                    <a:pt x="326865" y="193227"/>
                  </a:lnTo>
                  <a:lnTo>
                    <a:pt x="325826" y="191997"/>
                  </a:lnTo>
                  <a:lnTo>
                    <a:pt x="326032" y="191520"/>
                  </a:lnTo>
                  <a:lnTo>
                    <a:pt x="326256" y="191267"/>
                  </a:lnTo>
                  <a:lnTo>
                    <a:pt x="326721" y="191261"/>
                  </a:lnTo>
                  <a:lnTo>
                    <a:pt x="328725" y="192153"/>
                  </a:lnTo>
                  <a:lnTo>
                    <a:pt x="330613" y="193213"/>
                  </a:lnTo>
                  <a:lnTo>
                    <a:pt x="330857" y="193058"/>
                  </a:lnTo>
                  <a:lnTo>
                    <a:pt x="327841" y="190815"/>
                  </a:lnTo>
                  <a:lnTo>
                    <a:pt x="327087" y="190144"/>
                  </a:lnTo>
                  <a:lnTo>
                    <a:pt x="326900" y="189338"/>
                  </a:lnTo>
                  <a:lnTo>
                    <a:pt x="326889" y="188907"/>
                  </a:lnTo>
                  <a:lnTo>
                    <a:pt x="327128" y="188680"/>
                  </a:lnTo>
                  <a:lnTo>
                    <a:pt x="329957" y="188882"/>
                  </a:lnTo>
                  <a:lnTo>
                    <a:pt x="330125" y="188714"/>
                  </a:lnTo>
                  <a:lnTo>
                    <a:pt x="327258" y="188059"/>
                  </a:lnTo>
                  <a:lnTo>
                    <a:pt x="326672" y="188062"/>
                  </a:lnTo>
                  <a:lnTo>
                    <a:pt x="326044" y="189003"/>
                  </a:lnTo>
                  <a:lnTo>
                    <a:pt x="325745" y="189226"/>
                  </a:lnTo>
                  <a:lnTo>
                    <a:pt x="325130" y="189181"/>
                  </a:lnTo>
                  <a:lnTo>
                    <a:pt x="324924" y="189036"/>
                  </a:lnTo>
                  <a:lnTo>
                    <a:pt x="324193" y="187895"/>
                  </a:lnTo>
                  <a:lnTo>
                    <a:pt x="323501" y="187102"/>
                  </a:lnTo>
                  <a:lnTo>
                    <a:pt x="322209" y="186001"/>
                  </a:lnTo>
                  <a:lnTo>
                    <a:pt x="321966" y="185218"/>
                  </a:lnTo>
                  <a:lnTo>
                    <a:pt x="321904" y="184064"/>
                  </a:lnTo>
                  <a:lnTo>
                    <a:pt x="322075" y="182974"/>
                  </a:lnTo>
                  <a:lnTo>
                    <a:pt x="323131" y="180482"/>
                  </a:lnTo>
                  <a:lnTo>
                    <a:pt x="323558" y="180052"/>
                  </a:lnTo>
                  <a:lnTo>
                    <a:pt x="323669" y="179781"/>
                  </a:lnTo>
                  <a:lnTo>
                    <a:pt x="323344" y="179822"/>
                  </a:lnTo>
                  <a:lnTo>
                    <a:pt x="323034" y="180058"/>
                  </a:lnTo>
                  <a:lnTo>
                    <a:pt x="322161" y="181215"/>
                  </a:lnTo>
                  <a:lnTo>
                    <a:pt x="321262" y="183112"/>
                  </a:lnTo>
                  <a:lnTo>
                    <a:pt x="320527" y="183759"/>
                  </a:lnTo>
                  <a:lnTo>
                    <a:pt x="320066" y="183602"/>
                  </a:lnTo>
                  <a:lnTo>
                    <a:pt x="319367" y="182829"/>
                  </a:lnTo>
                  <a:lnTo>
                    <a:pt x="317910" y="181887"/>
                  </a:lnTo>
                  <a:lnTo>
                    <a:pt x="316225" y="181642"/>
                  </a:lnTo>
                  <a:lnTo>
                    <a:pt x="315160" y="180678"/>
                  </a:lnTo>
                  <a:lnTo>
                    <a:pt x="313586" y="177994"/>
                  </a:lnTo>
                  <a:lnTo>
                    <a:pt x="313375" y="176656"/>
                  </a:lnTo>
                  <a:lnTo>
                    <a:pt x="313173" y="176329"/>
                  </a:lnTo>
                  <a:lnTo>
                    <a:pt x="312319" y="175895"/>
                  </a:lnTo>
                  <a:lnTo>
                    <a:pt x="311795" y="175252"/>
                  </a:lnTo>
                  <a:lnTo>
                    <a:pt x="310986" y="171992"/>
                  </a:lnTo>
                  <a:lnTo>
                    <a:pt x="309917" y="169726"/>
                  </a:lnTo>
                  <a:lnTo>
                    <a:pt x="309651" y="168529"/>
                  </a:lnTo>
                  <a:lnTo>
                    <a:pt x="309741" y="167341"/>
                  </a:lnTo>
                  <a:lnTo>
                    <a:pt x="309602" y="167210"/>
                  </a:lnTo>
                  <a:lnTo>
                    <a:pt x="309234" y="168136"/>
                  </a:lnTo>
                  <a:lnTo>
                    <a:pt x="309137" y="168618"/>
                  </a:lnTo>
                  <a:lnTo>
                    <a:pt x="308462" y="168755"/>
                  </a:lnTo>
                  <a:lnTo>
                    <a:pt x="309098" y="169692"/>
                  </a:lnTo>
                  <a:lnTo>
                    <a:pt x="309256" y="170160"/>
                  </a:lnTo>
                  <a:lnTo>
                    <a:pt x="308939" y="170121"/>
                  </a:lnTo>
                  <a:lnTo>
                    <a:pt x="308290" y="170239"/>
                  </a:lnTo>
                  <a:lnTo>
                    <a:pt x="309389" y="171839"/>
                  </a:lnTo>
                  <a:lnTo>
                    <a:pt x="309882" y="174321"/>
                  </a:lnTo>
                  <a:lnTo>
                    <a:pt x="310610" y="176160"/>
                  </a:lnTo>
                  <a:lnTo>
                    <a:pt x="311083" y="177650"/>
                  </a:lnTo>
                  <a:lnTo>
                    <a:pt x="311296" y="178782"/>
                  </a:lnTo>
                  <a:lnTo>
                    <a:pt x="311605" y="179864"/>
                  </a:lnTo>
                  <a:lnTo>
                    <a:pt x="312456" y="182254"/>
                  </a:lnTo>
                  <a:lnTo>
                    <a:pt x="312572" y="182729"/>
                  </a:lnTo>
                  <a:lnTo>
                    <a:pt x="312470" y="183118"/>
                  </a:lnTo>
                  <a:lnTo>
                    <a:pt x="312188" y="183579"/>
                  </a:lnTo>
                  <a:lnTo>
                    <a:pt x="311703" y="183753"/>
                  </a:lnTo>
                  <a:lnTo>
                    <a:pt x="310180" y="183439"/>
                  </a:lnTo>
                  <a:lnTo>
                    <a:pt x="309607" y="182847"/>
                  </a:lnTo>
                  <a:lnTo>
                    <a:pt x="308785" y="181762"/>
                  </a:lnTo>
                  <a:lnTo>
                    <a:pt x="307633" y="181261"/>
                  </a:lnTo>
                  <a:lnTo>
                    <a:pt x="304779" y="181509"/>
                  </a:lnTo>
                  <a:lnTo>
                    <a:pt x="304551" y="181426"/>
                  </a:lnTo>
                  <a:lnTo>
                    <a:pt x="304562" y="180539"/>
                  </a:lnTo>
                  <a:lnTo>
                    <a:pt x="304890" y="178959"/>
                  </a:lnTo>
                  <a:lnTo>
                    <a:pt x="304626" y="178323"/>
                  </a:lnTo>
                  <a:lnTo>
                    <a:pt x="303151" y="176002"/>
                  </a:lnTo>
                  <a:lnTo>
                    <a:pt x="303173" y="175548"/>
                  </a:lnTo>
                  <a:lnTo>
                    <a:pt x="305224" y="174484"/>
                  </a:lnTo>
                  <a:lnTo>
                    <a:pt x="304228" y="174402"/>
                  </a:lnTo>
                  <a:lnTo>
                    <a:pt x="303424" y="174818"/>
                  </a:lnTo>
                  <a:lnTo>
                    <a:pt x="303114" y="174550"/>
                  </a:lnTo>
                  <a:lnTo>
                    <a:pt x="302629" y="173062"/>
                  </a:lnTo>
                  <a:lnTo>
                    <a:pt x="302317" y="172508"/>
                  </a:lnTo>
                  <a:lnTo>
                    <a:pt x="302162" y="172389"/>
                  </a:lnTo>
                  <a:lnTo>
                    <a:pt x="302073" y="173802"/>
                  </a:lnTo>
                  <a:lnTo>
                    <a:pt x="302413" y="174546"/>
                  </a:lnTo>
                  <a:lnTo>
                    <a:pt x="302461" y="174977"/>
                  </a:lnTo>
                  <a:lnTo>
                    <a:pt x="302407" y="175576"/>
                  </a:lnTo>
                  <a:lnTo>
                    <a:pt x="302192" y="176006"/>
                  </a:lnTo>
                  <a:lnTo>
                    <a:pt x="301819" y="176266"/>
                  </a:lnTo>
                  <a:lnTo>
                    <a:pt x="301445" y="176331"/>
                  </a:lnTo>
                  <a:lnTo>
                    <a:pt x="300752" y="176032"/>
                  </a:lnTo>
                  <a:lnTo>
                    <a:pt x="299984" y="175469"/>
                  </a:lnTo>
                  <a:lnTo>
                    <a:pt x="299313" y="175203"/>
                  </a:lnTo>
                  <a:lnTo>
                    <a:pt x="299063" y="174978"/>
                  </a:lnTo>
                  <a:lnTo>
                    <a:pt x="298745" y="174356"/>
                  </a:lnTo>
                  <a:lnTo>
                    <a:pt x="298224" y="173884"/>
                  </a:lnTo>
                  <a:lnTo>
                    <a:pt x="295720" y="173286"/>
                  </a:lnTo>
                  <a:lnTo>
                    <a:pt x="294225" y="172579"/>
                  </a:lnTo>
                  <a:lnTo>
                    <a:pt x="294100" y="172765"/>
                  </a:lnTo>
                  <a:lnTo>
                    <a:pt x="294567" y="173521"/>
                  </a:lnTo>
                  <a:lnTo>
                    <a:pt x="294612" y="173968"/>
                  </a:lnTo>
                  <a:lnTo>
                    <a:pt x="294235" y="174104"/>
                  </a:lnTo>
                  <a:lnTo>
                    <a:pt x="293562" y="174821"/>
                  </a:lnTo>
                  <a:lnTo>
                    <a:pt x="293758" y="174920"/>
                  </a:lnTo>
                  <a:lnTo>
                    <a:pt x="294470" y="174684"/>
                  </a:lnTo>
                  <a:lnTo>
                    <a:pt x="295264" y="174712"/>
                  </a:lnTo>
                  <a:lnTo>
                    <a:pt x="296579" y="175150"/>
                  </a:lnTo>
                  <a:lnTo>
                    <a:pt x="297773" y="175720"/>
                  </a:lnTo>
                  <a:lnTo>
                    <a:pt x="298206" y="176040"/>
                  </a:lnTo>
                  <a:lnTo>
                    <a:pt x="298384" y="176514"/>
                  </a:lnTo>
                  <a:lnTo>
                    <a:pt x="298534" y="176683"/>
                  </a:lnTo>
                  <a:lnTo>
                    <a:pt x="299701" y="177236"/>
                  </a:lnTo>
                  <a:lnTo>
                    <a:pt x="299757" y="177526"/>
                  </a:lnTo>
                  <a:lnTo>
                    <a:pt x="299005" y="178393"/>
                  </a:lnTo>
                  <a:lnTo>
                    <a:pt x="300555" y="178298"/>
                  </a:lnTo>
                  <a:lnTo>
                    <a:pt x="301456" y="178608"/>
                  </a:lnTo>
                  <a:lnTo>
                    <a:pt x="302608" y="179946"/>
                  </a:lnTo>
                  <a:lnTo>
                    <a:pt x="303000" y="180693"/>
                  </a:lnTo>
                  <a:lnTo>
                    <a:pt x="303052" y="181650"/>
                  </a:lnTo>
                  <a:lnTo>
                    <a:pt x="302813" y="181928"/>
                  </a:lnTo>
                  <a:lnTo>
                    <a:pt x="302355" y="182121"/>
                  </a:lnTo>
                  <a:lnTo>
                    <a:pt x="299207" y="182433"/>
                  </a:lnTo>
                  <a:lnTo>
                    <a:pt x="298069" y="183588"/>
                  </a:lnTo>
                  <a:lnTo>
                    <a:pt x="297835" y="183605"/>
                  </a:lnTo>
                  <a:lnTo>
                    <a:pt x="296969" y="183292"/>
                  </a:lnTo>
                  <a:lnTo>
                    <a:pt x="295398" y="182371"/>
                  </a:lnTo>
                  <a:lnTo>
                    <a:pt x="293440" y="181496"/>
                  </a:lnTo>
                  <a:lnTo>
                    <a:pt x="288852" y="178780"/>
                  </a:lnTo>
                  <a:lnTo>
                    <a:pt x="288779" y="178278"/>
                  </a:lnTo>
                  <a:lnTo>
                    <a:pt x="288472" y="178022"/>
                  </a:lnTo>
                  <a:lnTo>
                    <a:pt x="287866" y="177804"/>
                  </a:lnTo>
                  <a:lnTo>
                    <a:pt x="287025" y="177146"/>
                  </a:lnTo>
                  <a:lnTo>
                    <a:pt x="285949" y="176051"/>
                  </a:lnTo>
                  <a:lnTo>
                    <a:pt x="285284" y="175196"/>
                  </a:lnTo>
                  <a:lnTo>
                    <a:pt x="285030" y="174580"/>
                  </a:lnTo>
                  <a:lnTo>
                    <a:pt x="284405" y="173877"/>
                  </a:lnTo>
                  <a:lnTo>
                    <a:pt x="282382" y="172407"/>
                  </a:lnTo>
                  <a:lnTo>
                    <a:pt x="281325" y="171842"/>
                  </a:lnTo>
                  <a:lnTo>
                    <a:pt x="280390" y="171524"/>
                  </a:lnTo>
                  <a:lnTo>
                    <a:pt x="279578" y="171455"/>
                  </a:lnTo>
                  <a:lnTo>
                    <a:pt x="279359" y="171259"/>
                  </a:lnTo>
                  <a:lnTo>
                    <a:pt x="279733" y="170937"/>
                  </a:lnTo>
                  <a:lnTo>
                    <a:pt x="279788" y="170746"/>
                  </a:lnTo>
                  <a:lnTo>
                    <a:pt x="277997" y="170444"/>
                  </a:lnTo>
                  <a:lnTo>
                    <a:pt x="276293" y="169756"/>
                  </a:lnTo>
                  <a:lnTo>
                    <a:pt x="271973" y="167821"/>
                  </a:lnTo>
                  <a:lnTo>
                    <a:pt x="269742" y="166610"/>
                  </a:lnTo>
                  <a:lnTo>
                    <a:pt x="268440" y="166031"/>
                  </a:lnTo>
                  <a:lnTo>
                    <a:pt x="267883" y="165705"/>
                  </a:lnTo>
                  <a:lnTo>
                    <a:pt x="267639" y="165441"/>
                  </a:lnTo>
                  <a:lnTo>
                    <a:pt x="267951" y="165165"/>
                  </a:lnTo>
                  <a:lnTo>
                    <a:pt x="268821" y="164875"/>
                  </a:lnTo>
                  <a:lnTo>
                    <a:pt x="269413" y="164548"/>
                  </a:lnTo>
                  <a:lnTo>
                    <a:pt x="270345" y="163323"/>
                  </a:lnTo>
                  <a:lnTo>
                    <a:pt x="270416" y="162930"/>
                  </a:lnTo>
                  <a:lnTo>
                    <a:pt x="269915" y="162039"/>
                  </a:lnTo>
                  <a:lnTo>
                    <a:pt x="269691" y="161228"/>
                  </a:lnTo>
                  <a:lnTo>
                    <a:pt x="269701" y="160779"/>
                  </a:lnTo>
                  <a:lnTo>
                    <a:pt x="269814" y="160335"/>
                  </a:lnTo>
                  <a:lnTo>
                    <a:pt x="269957" y="160043"/>
                  </a:lnTo>
                  <a:lnTo>
                    <a:pt x="270352" y="159760"/>
                  </a:lnTo>
                  <a:lnTo>
                    <a:pt x="270629" y="159618"/>
                  </a:lnTo>
                  <a:lnTo>
                    <a:pt x="270971" y="159714"/>
                  </a:lnTo>
                  <a:lnTo>
                    <a:pt x="272068" y="160828"/>
                  </a:lnTo>
                  <a:lnTo>
                    <a:pt x="272222" y="161233"/>
                  </a:lnTo>
                  <a:lnTo>
                    <a:pt x="272171" y="162757"/>
                  </a:lnTo>
                  <a:lnTo>
                    <a:pt x="272486" y="164539"/>
                  </a:lnTo>
                  <a:lnTo>
                    <a:pt x="272585" y="164407"/>
                  </a:lnTo>
                  <a:lnTo>
                    <a:pt x="272686" y="163818"/>
                  </a:lnTo>
                  <a:lnTo>
                    <a:pt x="272751" y="162693"/>
                  </a:lnTo>
                  <a:lnTo>
                    <a:pt x="272874" y="162152"/>
                  </a:lnTo>
                  <a:lnTo>
                    <a:pt x="273110" y="161625"/>
                  </a:lnTo>
                  <a:lnTo>
                    <a:pt x="273507" y="161346"/>
                  </a:lnTo>
                  <a:lnTo>
                    <a:pt x="274742" y="161508"/>
                  </a:lnTo>
                  <a:lnTo>
                    <a:pt x="275312" y="161414"/>
                  </a:lnTo>
                  <a:lnTo>
                    <a:pt x="272905" y="160608"/>
                  </a:lnTo>
                  <a:lnTo>
                    <a:pt x="271391" y="159099"/>
                  </a:lnTo>
                  <a:lnTo>
                    <a:pt x="271117" y="158941"/>
                  </a:lnTo>
                  <a:lnTo>
                    <a:pt x="270289" y="158874"/>
                  </a:lnTo>
                  <a:lnTo>
                    <a:pt x="269412" y="159483"/>
                  </a:lnTo>
                  <a:lnTo>
                    <a:pt x="267155" y="161473"/>
                  </a:lnTo>
                  <a:lnTo>
                    <a:pt x="266525" y="161823"/>
                  </a:lnTo>
                  <a:lnTo>
                    <a:pt x="263688" y="162925"/>
                  </a:lnTo>
                  <a:lnTo>
                    <a:pt x="261766" y="163147"/>
                  </a:lnTo>
                  <a:lnTo>
                    <a:pt x="259604" y="162973"/>
                  </a:lnTo>
                  <a:lnTo>
                    <a:pt x="257761" y="162615"/>
                  </a:lnTo>
                  <a:lnTo>
                    <a:pt x="253137" y="160873"/>
                  </a:lnTo>
                  <a:lnTo>
                    <a:pt x="252414" y="160468"/>
                  </a:lnTo>
                  <a:lnTo>
                    <a:pt x="253490" y="159391"/>
                  </a:lnTo>
                  <a:lnTo>
                    <a:pt x="253534" y="159054"/>
                  </a:lnTo>
                  <a:lnTo>
                    <a:pt x="253160" y="157957"/>
                  </a:lnTo>
                  <a:lnTo>
                    <a:pt x="252851" y="157644"/>
                  </a:lnTo>
                  <a:lnTo>
                    <a:pt x="252288" y="157594"/>
                  </a:lnTo>
                  <a:lnTo>
                    <a:pt x="252283" y="157920"/>
                  </a:lnTo>
                  <a:lnTo>
                    <a:pt x="252401" y="158522"/>
                  </a:lnTo>
                  <a:lnTo>
                    <a:pt x="252048" y="158841"/>
                  </a:lnTo>
                  <a:lnTo>
                    <a:pt x="251261" y="159185"/>
                  </a:lnTo>
                  <a:lnTo>
                    <a:pt x="249937" y="159532"/>
                  </a:lnTo>
                  <a:lnTo>
                    <a:pt x="245832" y="158646"/>
                  </a:lnTo>
                  <a:lnTo>
                    <a:pt x="241627" y="157912"/>
                  </a:lnTo>
                  <a:lnTo>
                    <a:pt x="237870" y="157760"/>
                  </a:lnTo>
                  <a:lnTo>
                    <a:pt x="232568" y="158345"/>
                  </a:lnTo>
                  <a:lnTo>
                    <a:pt x="229739" y="158932"/>
                  </a:lnTo>
                  <a:lnTo>
                    <a:pt x="228089" y="158990"/>
                  </a:lnTo>
                  <a:lnTo>
                    <a:pt x="226502" y="158883"/>
                  </a:lnTo>
                  <a:lnTo>
                    <a:pt x="226372" y="158473"/>
                  </a:lnTo>
                  <a:lnTo>
                    <a:pt x="227098" y="158233"/>
                  </a:lnTo>
                  <a:lnTo>
                    <a:pt x="227058" y="157936"/>
                  </a:lnTo>
                  <a:lnTo>
                    <a:pt x="226140" y="157010"/>
                  </a:lnTo>
                  <a:lnTo>
                    <a:pt x="224748" y="156448"/>
                  </a:lnTo>
                  <a:lnTo>
                    <a:pt x="222881" y="156250"/>
                  </a:lnTo>
                  <a:lnTo>
                    <a:pt x="221812" y="155979"/>
                  </a:lnTo>
                  <a:lnTo>
                    <a:pt x="221541" y="155636"/>
                  </a:lnTo>
                  <a:lnTo>
                    <a:pt x="220881" y="155309"/>
                  </a:lnTo>
                  <a:lnTo>
                    <a:pt x="219830" y="154997"/>
                  </a:lnTo>
                  <a:lnTo>
                    <a:pt x="219368" y="154438"/>
                  </a:lnTo>
                  <a:lnTo>
                    <a:pt x="219735" y="152708"/>
                  </a:lnTo>
                  <a:lnTo>
                    <a:pt x="220095" y="151670"/>
                  </a:lnTo>
                  <a:lnTo>
                    <a:pt x="220453" y="150958"/>
                  </a:lnTo>
                  <a:lnTo>
                    <a:pt x="221356" y="149780"/>
                  </a:lnTo>
                  <a:lnTo>
                    <a:pt x="221041" y="149867"/>
                  </a:lnTo>
                  <a:lnTo>
                    <a:pt x="219729" y="150731"/>
                  </a:lnTo>
                  <a:lnTo>
                    <a:pt x="218585" y="151623"/>
                  </a:lnTo>
                  <a:lnTo>
                    <a:pt x="217526" y="152785"/>
                  </a:lnTo>
                  <a:lnTo>
                    <a:pt x="216895" y="153319"/>
                  </a:lnTo>
                  <a:lnTo>
                    <a:pt x="216085" y="153810"/>
                  </a:lnTo>
                  <a:lnTo>
                    <a:pt x="214822" y="153693"/>
                  </a:lnTo>
                  <a:lnTo>
                    <a:pt x="213106" y="152965"/>
                  </a:lnTo>
                  <a:lnTo>
                    <a:pt x="211637" y="152591"/>
                  </a:lnTo>
                  <a:lnTo>
                    <a:pt x="210414" y="152567"/>
                  </a:lnTo>
                  <a:lnTo>
                    <a:pt x="209930" y="152443"/>
                  </a:lnTo>
                  <a:lnTo>
                    <a:pt x="210765" y="151794"/>
                  </a:lnTo>
                  <a:lnTo>
                    <a:pt x="211246" y="151273"/>
                  </a:lnTo>
                  <a:lnTo>
                    <a:pt x="211904" y="150437"/>
                  </a:lnTo>
                  <a:lnTo>
                    <a:pt x="212049" y="150030"/>
                  </a:lnTo>
                  <a:lnTo>
                    <a:pt x="207563" y="149897"/>
                  </a:lnTo>
                  <a:lnTo>
                    <a:pt x="207399" y="149456"/>
                  </a:lnTo>
                  <a:lnTo>
                    <a:pt x="207393" y="149132"/>
                  </a:lnTo>
                  <a:lnTo>
                    <a:pt x="207249" y="148864"/>
                  </a:lnTo>
                  <a:lnTo>
                    <a:pt x="206598" y="148664"/>
                  </a:lnTo>
                  <a:lnTo>
                    <a:pt x="205689" y="148817"/>
                  </a:lnTo>
                  <a:lnTo>
                    <a:pt x="204215" y="149338"/>
                  </a:lnTo>
                  <a:lnTo>
                    <a:pt x="203576" y="148942"/>
                  </a:lnTo>
                  <a:lnTo>
                    <a:pt x="203804" y="148720"/>
                  </a:lnTo>
                  <a:lnTo>
                    <a:pt x="204285" y="148557"/>
                  </a:lnTo>
                  <a:lnTo>
                    <a:pt x="205265" y="147803"/>
                  </a:lnTo>
                  <a:lnTo>
                    <a:pt x="203941" y="147412"/>
                  </a:lnTo>
                  <a:lnTo>
                    <a:pt x="203263" y="146964"/>
                  </a:lnTo>
                  <a:lnTo>
                    <a:pt x="202933" y="146597"/>
                  </a:lnTo>
                  <a:lnTo>
                    <a:pt x="202956" y="145269"/>
                  </a:lnTo>
                  <a:lnTo>
                    <a:pt x="203305" y="144418"/>
                  </a:lnTo>
                  <a:lnTo>
                    <a:pt x="206278" y="143593"/>
                  </a:lnTo>
                  <a:lnTo>
                    <a:pt x="205337" y="143270"/>
                  </a:lnTo>
                  <a:lnTo>
                    <a:pt x="203460" y="143381"/>
                  </a:lnTo>
                  <a:lnTo>
                    <a:pt x="202200" y="144083"/>
                  </a:lnTo>
                  <a:lnTo>
                    <a:pt x="200704" y="145096"/>
                  </a:lnTo>
                  <a:lnTo>
                    <a:pt x="199700" y="145474"/>
                  </a:lnTo>
                  <a:lnTo>
                    <a:pt x="199188" y="145218"/>
                  </a:lnTo>
                  <a:lnTo>
                    <a:pt x="198510" y="145129"/>
                  </a:lnTo>
                  <a:lnTo>
                    <a:pt x="197667" y="145209"/>
                  </a:lnTo>
                  <a:lnTo>
                    <a:pt x="197101" y="145468"/>
                  </a:lnTo>
                  <a:lnTo>
                    <a:pt x="196811" y="145907"/>
                  </a:lnTo>
                  <a:lnTo>
                    <a:pt x="196475" y="146204"/>
                  </a:lnTo>
                  <a:lnTo>
                    <a:pt x="196094" y="146357"/>
                  </a:lnTo>
                  <a:lnTo>
                    <a:pt x="195817" y="146308"/>
                  </a:lnTo>
                  <a:lnTo>
                    <a:pt x="195412" y="145858"/>
                  </a:lnTo>
                  <a:lnTo>
                    <a:pt x="194562" y="145579"/>
                  </a:lnTo>
                  <a:lnTo>
                    <a:pt x="194146" y="145235"/>
                  </a:lnTo>
                  <a:lnTo>
                    <a:pt x="193906" y="145451"/>
                  </a:lnTo>
                  <a:lnTo>
                    <a:pt x="193616" y="146099"/>
                  </a:lnTo>
                  <a:lnTo>
                    <a:pt x="193310" y="146426"/>
                  </a:lnTo>
                  <a:lnTo>
                    <a:pt x="191872" y="146763"/>
                  </a:lnTo>
                  <a:lnTo>
                    <a:pt x="191082" y="146700"/>
                  </a:lnTo>
                  <a:lnTo>
                    <a:pt x="190139" y="145886"/>
                  </a:lnTo>
                  <a:lnTo>
                    <a:pt x="190003" y="145603"/>
                  </a:lnTo>
                  <a:lnTo>
                    <a:pt x="190324" y="144899"/>
                  </a:lnTo>
                  <a:lnTo>
                    <a:pt x="192399" y="142111"/>
                  </a:lnTo>
                  <a:lnTo>
                    <a:pt x="192192" y="142126"/>
                  </a:lnTo>
                  <a:lnTo>
                    <a:pt x="191520" y="142565"/>
                  </a:lnTo>
                  <a:lnTo>
                    <a:pt x="190181" y="143679"/>
                  </a:lnTo>
                  <a:lnTo>
                    <a:pt x="189584" y="144011"/>
                  </a:lnTo>
                  <a:lnTo>
                    <a:pt x="188558" y="144053"/>
                  </a:lnTo>
                  <a:lnTo>
                    <a:pt x="188077" y="143933"/>
                  </a:lnTo>
                  <a:lnTo>
                    <a:pt x="187497" y="144024"/>
                  </a:lnTo>
                  <a:lnTo>
                    <a:pt x="186817" y="144322"/>
                  </a:lnTo>
                  <a:lnTo>
                    <a:pt x="186374" y="144649"/>
                  </a:lnTo>
                  <a:lnTo>
                    <a:pt x="186166" y="145004"/>
                  </a:lnTo>
                  <a:lnTo>
                    <a:pt x="186307" y="145065"/>
                  </a:lnTo>
                  <a:lnTo>
                    <a:pt x="187333" y="144659"/>
                  </a:lnTo>
                  <a:lnTo>
                    <a:pt x="187915" y="144550"/>
                  </a:lnTo>
                  <a:lnTo>
                    <a:pt x="188077" y="144747"/>
                  </a:lnTo>
                  <a:lnTo>
                    <a:pt x="187278" y="146006"/>
                  </a:lnTo>
                  <a:lnTo>
                    <a:pt x="186793" y="147207"/>
                  </a:lnTo>
                  <a:lnTo>
                    <a:pt x="186331" y="147509"/>
                  </a:lnTo>
                  <a:lnTo>
                    <a:pt x="185595" y="147459"/>
                  </a:lnTo>
                  <a:lnTo>
                    <a:pt x="184790" y="147577"/>
                  </a:lnTo>
                  <a:lnTo>
                    <a:pt x="184779" y="147913"/>
                  </a:lnTo>
                  <a:lnTo>
                    <a:pt x="186280" y="148874"/>
                  </a:lnTo>
                  <a:lnTo>
                    <a:pt x="186823" y="149010"/>
                  </a:lnTo>
                  <a:lnTo>
                    <a:pt x="187517" y="149353"/>
                  </a:lnTo>
                  <a:lnTo>
                    <a:pt x="187623" y="149693"/>
                  </a:lnTo>
                  <a:lnTo>
                    <a:pt x="187363" y="150614"/>
                  </a:lnTo>
                  <a:lnTo>
                    <a:pt x="187166" y="150976"/>
                  </a:lnTo>
                  <a:lnTo>
                    <a:pt x="186850" y="151164"/>
                  </a:lnTo>
                  <a:lnTo>
                    <a:pt x="185626" y="151133"/>
                  </a:lnTo>
                  <a:lnTo>
                    <a:pt x="185231" y="151228"/>
                  </a:lnTo>
                  <a:lnTo>
                    <a:pt x="184407" y="151807"/>
                  </a:lnTo>
                  <a:lnTo>
                    <a:pt x="183996" y="152285"/>
                  </a:lnTo>
                  <a:lnTo>
                    <a:pt x="184146" y="152328"/>
                  </a:lnTo>
                  <a:lnTo>
                    <a:pt x="184857" y="151932"/>
                  </a:lnTo>
                  <a:lnTo>
                    <a:pt x="185890" y="151720"/>
                  </a:lnTo>
                  <a:lnTo>
                    <a:pt x="187248" y="151691"/>
                  </a:lnTo>
                  <a:lnTo>
                    <a:pt x="188259" y="151481"/>
                  </a:lnTo>
                  <a:lnTo>
                    <a:pt x="188924" y="151090"/>
                  </a:lnTo>
                  <a:lnTo>
                    <a:pt x="189572" y="151201"/>
                  </a:lnTo>
                  <a:lnTo>
                    <a:pt x="190203" y="151813"/>
                  </a:lnTo>
                  <a:lnTo>
                    <a:pt x="190391" y="152349"/>
                  </a:lnTo>
                  <a:lnTo>
                    <a:pt x="190137" y="152810"/>
                  </a:lnTo>
                  <a:lnTo>
                    <a:pt x="189617" y="153138"/>
                  </a:lnTo>
                  <a:lnTo>
                    <a:pt x="188829" y="153335"/>
                  </a:lnTo>
                  <a:lnTo>
                    <a:pt x="188333" y="153630"/>
                  </a:lnTo>
                  <a:lnTo>
                    <a:pt x="188126" y="154022"/>
                  </a:lnTo>
                  <a:lnTo>
                    <a:pt x="188009" y="154605"/>
                  </a:lnTo>
                  <a:lnTo>
                    <a:pt x="187983" y="155379"/>
                  </a:lnTo>
                  <a:lnTo>
                    <a:pt x="188182" y="156772"/>
                  </a:lnTo>
                  <a:lnTo>
                    <a:pt x="188029" y="156961"/>
                  </a:lnTo>
                  <a:lnTo>
                    <a:pt x="187734" y="157064"/>
                  </a:lnTo>
                  <a:lnTo>
                    <a:pt x="187295" y="157083"/>
                  </a:lnTo>
                  <a:lnTo>
                    <a:pt x="186900" y="157410"/>
                  </a:lnTo>
                  <a:lnTo>
                    <a:pt x="185977" y="159264"/>
                  </a:lnTo>
                  <a:lnTo>
                    <a:pt x="185652" y="159465"/>
                  </a:lnTo>
                  <a:lnTo>
                    <a:pt x="185264" y="159266"/>
                  </a:lnTo>
                  <a:lnTo>
                    <a:pt x="184920" y="159288"/>
                  </a:lnTo>
                  <a:lnTo>
                    <a:pt x="184621" y="159530"/>
                  </a:lnTo>
                  <a:lnTo>
                    <a:pt x="183963" y="159714"/>
                  </a:lnTo>
                  <a:lnTo>
                    <a:pt x="182948" y="159841"/>
                  </a:lnTo>
                  <a:lnTo>
                    <a:pt x="182079" y="159793"/>
                  </a:lnTo>
                  <a:lnTo>
                    <a:pt x="180551" y="159391"/>
                  </a:lnTo>
                  <a:lnTo>
                    <a:pt x="179928" y="159109"/>
                  </a:lnTo>
                  <a:lnTo>
                    <a:pt x="179441" y="158645"/>
                  </a:lnTo>
                  <a:lnTo>
                    <a:pt x="178069" y="159136"/>
                  </a:lnTo>
                  <a:lnTo>
                    <a:pt x="177706" y="158922"/>
                  </a:lnTo>
                  <a:lnTo>
                    <a:pt x="176851" y="157637"/>
                  </a:lnTo>
                  <a:lnTo>
                    <a:pt x="176666" y="157714"/>
                  </a:lnTo>
                  <a:lnTo>
                    <a:pt x="176502" y="159098"/>
                  </a:lnTo>
                  <a:lnTo>
                    <a:pt x="176242" y="159583"/>
                  </a:lnTo>
                  <a:lnTo>
                    <a:pt x="175395" y="160586"/>
                  </a:lnTo>
                  <a:lnTo>
                    <a:pt x="174933" y="162314"/>
                  </a:lnTo>
                  <a:lnTo>
                    <a:pt x="174793" y="162364"/>
                  </a:lnTo>
                  <a:lnTo>
                    <a:pt x="174634" y="162116"/>
                  </a:lnTo>
                  <a:lnTo>
                    <a:pt x="174113" y="160572"/>
                  </a:lnTo>
                  <a:lnTo>
                    <a:pt x="173837" y="160234"/>
                  </a:lnTo>
                  <a:lnTo>
                    <a:pt x="173072" y="161123"/>
                  </a:lnTo>
                  <a:lnTo>
                    <a:pt x="172988" y="161446"/>
                  </a:lnTo>
                  <a:lnTo>
                    <a:pt x="173188" y="162594"/>
                  </a:lnTo>
                  <a:lnTo>
                    <a:pt x="173010" y="162767"/>
                  </a:lnTo>
                  <a:lnTo>
                    <a:pt x="171461" y="162149"/>
                  </a:lnTo>
                  <a:lnTo>
                    <a:pt x="170979" y="162223"/>
                  </a:lnTo>
                  <a:lnTo>
                    <a:pt x="171507" y="163115"/>
                  </a:lnTo>
                  <a:lnTo>
                    <a:pt x="171447" y="163436"/>
                  </a:lnTo>
                  <a:lnTo>
                    <a:pt x="169256" y="165158"/>
                  </a:lnTo>
                  <a:lnTo>
                    <a:pt x="168685" y="165097"/>
                  </a:lnTo>
                  <a:lnTo>
                    <a:pt x="168325" y="164925"/>
                  </a:lnTo>
                  <a:lnTo>
                    <a:pt x="167931" y="164952"/>
                  </a:lnTo>
                  <a:lnTo>
                    <a:pt x="166538" y="165594"/>
                  </a:lnTo>
                  <a:lnTo>
                    <a:pt x="166154" y="165566"/>
                  </a:lnTo>
                  <a:lnTo>
                    <a:pt x="165628" y="165185"/>
                  </a:lnTo>
                  <a:lnTo>
                    <a:pt x="165384" y="165202"/>
                  </a:lnTo>
                  <a:lnTo>
                    <a:pt x="165253" y="165597"/>
                  </a:lnTo>
                  <a:lnTo>
                    <a:pt x="165237" y="166370"/>
                  </a:lnTo>
                  <a:lnTo>
                    <a:pt x="164721" y="167105"/>
                  </a:lnTo>
                  <a:lnTo>
                    <a:pt x="163062" y="168292"/>
                  </a:lnTo>
                  <a:lnTo>
                    <a:pt x="162622" y="168838"/>
                  </a:lnTo>
                  <a:lnTo>
                    <a:pt x="162289" y="169585"/>
                  </a:lnTo>
                  <a:lnTo>
                    <a:pt x="162041" y="169657"/>
                  </a:lnTo>
                  <a:lnTo>
                    <a:pt x="161068" y="169177"/>
                  </a:lnTo>
                  <a:lnTo>
                    <a:pt x="159940" y="168865"/>
                  </a:lnTo>
                  <a:lnTo>
                    <a:pt x="159785" y="169020"/>
                  </a:lnTo>
                  <a:lnTo>
                    <a:pt x="160127" y="169477"/>
                  </a:lnTo>
                  <a:lnTo>
                    <a:pt x="160054" y="169756"/>
                  </a:lnTo>
                  <a:lnTo>
                    <a:pt x="159567" y="169861"/>
                  </a:lnTo>
                  <a:lnTo>
                    <a:pt x="158949" y="169820"/>
                  </a:lnTo>
                  <a:lnTo>
                    <a:pt x="158203" y="169634"/>
                  </a:lnTo>
                  <a:lnTo>
                    <a:pt x="157156" y="169844"/>
                  </a:lnTo>
                  <a:lnTo>
                    <a:pt x="155809" y="170448"/>
                  </a:lnTo>
                  <a:lnTo>
                    <a:pt x="154685" y="170431"/>
                  </a:lnTo>
                  <a:lnTo>
                    <a:pt x="153118" y="169437"/>
                  </a:lnTo>
                  <a:lnTo>
                    <a:pt x="152686" y="169363"/>
                  </a:lnTo>
                  <a:lnTo>
                    <a:pt x="152548" y="169084"/>
                  </a:lnTo>
                  <a:lnTo>
                    <a:pt x="152855" y="168280"/>
                  </a:lnTo>
                  <a:lnTo>
                    <a:pt x="153300" y="167672"/>
                  </a:lnTo>
                  <a:lnTo>
                    <a:pt x="153628" y="167392"/>
                  </a:lnTo>
                  <a:lnTo>
                    <a:pt x="155117" y="166613"/>
                  </a:lnTo>
                  <a:lnTo>
                    <a:pt x="156819" y="166327"/>
                  </a:lnTo>
                  <a:lnTo>
                    <a:pt x="157889" y="165859"/>
                  </a:lnTo>
                  <a:lnTo>
                    <a:pt x="159190" y="164892"/>
                  </a:lnTo>
                  <a:lnTo>
                    <a:pt x="159877" y="164166"/>
                  </a:lnTo>
                  <a:lnTo>
                    <a:pt x="161230" y="162295"/>
                  </a:lnTo>
                  <a:lnTo>
                    <a:pt x="161127" y="162150"/>
                  </a:lnTo>
                  <a:lnTo>
                    <a:pt x="160823" y="162050"/>
                  </a:lnTo>
                  <a:lnTo>
                    <a:pt x="157850" y="163823"/>
                  </a:lnTo>
                  <a:lnTo>
                    <a:pt x="157411" y="163989"/>
                  </a:lnTo>
                  <a:lnTo>
                    <a:pt x="156820" y="163976"/>
                  </a:lnTo>
                  <a:lnTo>
                    <a:pt x="154443" y="163297"/>
                  </a:lnTo>
                  <a:lnTo>
                    <a:pt x="153940" y="163005"/>
                  </a:lnTo>
                  <a:lnTo>
                    <a:pt x="153597" y="162152"/>
                  </a:lnTo>
                  <a:lnTo>
                    <a:pt x="154257" y="160212"/>
                  </a:lnTo>
                  <a:lnTo>
                    <a:pt x="154720" y="159275"/>
                  </a:lnTo>
                  <a:lnTo>
                    <a:pt x="155881" y="157829"/>
                  </a:lnTo>
                  <a:lnTo>
                    <a:pt x="157398" y="156286"/>
                  </a:lnTo>
                  <a:lnTo>
                    <a:pt x="157923" y="155284"/>
                  </a:lnTo>
                  <a:lnTo>
                    <a:pt x="158711" y="152606"/>
                  </a:lnTo>
                  <a:lnTo>
                    <a:pt x="158665" y="151391"/>
                  </a:lnTo>
                  <a:lnTo>
                    <a:pt x="158310" y="149909"/>
                  </a:lnTo>
                  <a:lnTo>
                    <a:pt x="158297" y="149029"/>
                  </a:lnTo>
                  <a:lnTo>
                    <a:pt x="158625" y="148750"/>
                  </a:lnTo>
                  <a:lnTo>
                    <a:pt x="162107" y="147379"/>
                  </a:lnTo>
                  <a:lnTo>
                    <a:pt x="163756" y="146353"/>
                  </a:lnTo>
                  <a:lnTo>
                    <a:pt x="166956" y="144835"/>
                  </a:lnTo>
                  <a:lnTo>
                    <a:pt x="167827" y="144848"/>
                  </a:lnTo>
                  <a:lnTo>
                    <a:pt x="168467" y="145371"/>
                  </a:lnTo>
                  <a:lnTo>
                    <a:pt x="169212" y="145789"/>
                  </a:lnTo>
                  <a:lnTo>
                    <a:pt x="170061" y="146101"/>
                  </a:lnTo>
                  <a:lnTo>
                    <a:pt x="171153" y="146069"/>
                  </a:lnTo>
                  <a:lnTo>
                    <a:pt x="172490" y="145691"/>
                  </a:lnTo>
                  <a:lnTo>
                    <a:pt x="174607" y="145834"/>
                  </a:lnTo>
                  <a:lnTo>
                    <a:pt x="178956" y="146832"/>
                  </a:lnTo>
                  <a:lnTo>
                    <a:pt x="179881" y="146888"/>
                  </a:lnTo>
                  <a:lnTo>
                    <a:pt x="179916" y="146761"/>
                  </a:lnTo>
                  <a:lnTo>
                    <a:pt x="179245" y="146061"/>
                  </a:lnTo>
                  <a:lnTo>
                    <a:pt x="176247" y="145656"/>
                  </a:lnTo>
                  <a:lnTo>
                    <a:pt x="174986" y="145250"/>
                  </a:lnTo>
                  <a:lnTo>
                    <a:pt x="171435" y="143467"/>
                  </a:lnTo>
                  <a:lnTo>
                    <a:pt x="170626" y="142778"/>
                  </a:lnTo>
                  <a:lnTo>
                    <a:pt x="170955" y="142455"/>
                  </a:lnTo>
                  <a:lnTo>
                    <a:pt x="171823" y="142190"/>
                  </a:lnTo>
                  <a:lnTo>
                    <a:pt x="172120" y="141932"/>
                  </a:lnTo>
                  <a:lnTo>
                    <a:pt x="172246" y="141486"/>
                  </a:lnTo>
                  <a:lnTo>
                    <a:pt x="172746" y="140875"/>
                  </a:lnTo>
                  <a:lnTo>
                    <a:pt x="173619" y="140097"/>
                  </a:lnTo>
                  <a:lnTo>
                    <a:pt x="174952" y="139344"/>
                  </a:lnTo>
                  <a:lnTo>
                    <a:pt x="177478" y="138227"/>
                  </a:lnTo>
                  <a:lnTo>
                    <a:pt x="176489" y="138180"/>
                  </a:lnTo>
                  <a:lnTo>
                    <a:pt x="174674" y="138385"/>
                  </a:lnTo>
                  <a:lnTo>
                    <a:pt x="174013" y="138599"/>
                  </a:lnTo>
                  <a:lnTo>
                    <a:pt x="172798" y="139399"/>
                  </a:lnTo>
                  <a:lnTo>
                    <a:pt x="172325" y="139962"/>
                  </a:lnTo>
                  <a:lnTo>
                    <a:pt x="171648" y="141060"/>
                  </a:lnTo>
                  <a:lnTo>
                    <a:pt x="171360" y="141268"/>
                  </a:lnTo>
                  <a:lnTo>
                    <a:pt x="170100" y="141428"/>
                  </a:lnTo>
                  <a:lnTo>
                    <a:pt x="166667" y="141539"/>
                  </a:lnTo>
                  <a:lnTo>
                    <a:pt x="166086" y="140977"/>
                  </a:lnTo>
                  <a:lnTo>
                    <a:pt x="165764" y="140885"/>
                  </a:lnTo>
                  <a:lnTo>
                    <a:pt x="165338" y="140964"/>
                  </a:lnTo>
                  <a:lnTo>
                    <a:pt x="162185" y="142399"/>
                  </a:lnTo>
                  <a:lnTo>
                    <a:pt x="161054" y="143132"/>
                  </a:lnTo>
                  <a:lnTo>
                    <a:pt x="160249" y="143967"/>
                  </a:lnTo>
                  <a:lnTo>
                    <a:pt x="159002" y="144579"/>
                  </a:lnTo>
                  <a:lnTo>
                    <a:pt x="157316" y="144968"/>
                  </a:lnTo>
                  <a:lnTo>
                    <a:pt x="156054" y="145448"/>
                  </a:lnTo>
                  <a:lnTo>
                    <a:pt x="154725" y="146409"/>
                  </a:lnTo>
                  <a:lnTo>
                    <a:pt x="154274" y="147146"/>
                  </a:lnTo>
                  <a:lnTo>
                    <a:pt x="154248" y="147492"/>
                  </a:lnTo>
                  <a:lnTo>
                    <a:pt x="154569" y="148583"/>
                  </a:lnTo>
                  <a:lnTo>
                    <a:pt x="154242" y="148788"/>
                  </a:lnTo>
                  <a:lnTo>
                    <a:pt x="153475" y="148873"/>
                  </a:lnTo>
                  <a:lnTo>
                    <a:pt x="152244" y="149597"/>
                  </a:lnTo>
                  <a:lnTo>
                    <a:pt x="149647" y="151746"/>
                  </a:lnTo>
                  <a:lnTo>
                    <a:pt x="149308" y="152526"/>
                  </a:lnTo>
                  <a:lnTo>
                    <a:pt x="149322" y="152794"/>
                  </a:lnTo>
                  <a:lnTo>
                    <a:pt x="149746" y="153402"/>
                  </a:lnTo>
                  <a:lnTo>
                    <a:pt x="149451" y="153797"/>
                  </a:lnTo>
                  <a:lnTo>
                    <a:pt x="148719" y="154421"/>
                  </a:lnTo>
                  <a:lnTo>
                    <a:pt x="147091" y="155410"/>
                  </a:lnTo>
                  <a:lnTo>
                    <a:pt x="146022" y="155787"/>
                  </a:lnTo>
                  <a:lnTo>
                    <a:pt x="145328" y="155806"/>
                  </a:lnTo>
                  <a:lnTo>
                    <a:pt x="144660" y="155665"/>
                  </a:lnTo>
                  <a:lnTo>
                    <a:pt x="143473" y="155027"/>
                  </a:lnTo>
                  <a:lnTo>
                    <a:pt x="142452" y="155078"/>
                  </a:lnTo>
                  <a:lnTo>
                    <a:pt x="143761" y="155759"/>
                  </a:lnTo>
                  <a:lnTo>
                    <a:pt x="145090" y="156637"/>
                  </a:lnTo>
                  <a:lnTo>
                    <a:pt x="145920" y="157365"/>
                  </a:lnTo>
                  <a:lnTo>
                    <a:pt x="146247" y="157944"/>
                  </a:lnTo>
                  <a:lnTo>
                    <a:pt x="146262" y="158539"/>
                  </a:lnTo>
                  <a:lnTo>
                    <a:pt x="145963" y="159151"/>
                  </a:lnTo>
                  <a:lnTo>
                    <a:pt x="145023" y="160216"/>
                  </a:lnTo>
                  <a:lnTo>
                    <a:pt x="144101" y="160534"/>
                  </a:lnTo>
                  <a:lnTo>
                    <a:pt x="141744" y="160855"/>
                  </a:lnTo>
                  <a:lnTo>
                    <a:pt x="140984" y="161109"/>
                  </a:lnTo>
                  <a:lnTo>
                    <a:pt x="140749" y="161306"/>
                  </a:lnTo>
                  <a:lnTo>
                    <a:pt x="142368" y="161755"/>
                  </a:lnTo>
                  <a:lnTo>
                    <a:pt x="142515" y="161986"/>
                  </a:lnTo>
                  <a:lnTo>
                    <a:pt x="142292" y="162878"/>
                  </a:lnTo>
                  <a:lnTo>
                    <a:pt x="141862" y="163169"/>
                  </a:lnTo>
                  <a:lnTo>
                    <a:pt x="140513" y="163702"/>
                  </a:lnTo>
                  <a:lnTo>
                    <a:pt x="139304" y="163856"/>
                  </a:lnTo>
                  <a:lnTo>
                    <a:pt x="139119" y="163754"/>
                  </a:lnTo>
                  <a:lnTo>
                    <a:pt x="139345" y="163053"/>
                  </a:lnTo>
                  <a:lnTo>
                    <a:pt x="139281" y="162881"/>
                  </a:lnTo>
                  <a:lnTo>
                    <a:pt x="138827" y="162737"/>
                  </a:lnTo>
                  <a:lnTo>
                    <a:pt x="138182" y="163004"/>
                  </a:lnTo>
                  <a:lnTo>
                    <a:pt x="136574" y="164036"/>
                  </a:lnTo>
                  <a:lnTo>
                    <a:pt x="136402" y="164206"/>
                  </a:lnTo>
                  <a:lnTo>
                    <a:pt x="136983" y="164482"/>
                  </a:lnTo>
                  <a:lnTo>
                    <a:pt x="136861" y="164713"/>
                  </a:lnTo>
                  <a:lnTo>
                    <a:pt x="135989" y="165455"/>
                  </a:lnTo>
                  <a:lnTo>
                    <a:pt x="135628" y="165949"/>
                  </a:lnTo>
                  <a:lnTo>
                    <a:pt x="135045" y="166453"/>
                  </a:lnTo>
                  <a:lnTo>
                    <a:pt x="132451" y="167993"/>
                  </a:lnTo>
                  <a:lnTo>
                    <a:pt x="132648" y="168368"/>
                  </a:lnTo>
                  <a:lnTo>
                    <a:pt x="131974" y="169711"/>
                  </a:lnTo>
                  <a:lnTo>
                    <a:pt x="131600" y="170890"/>
                  </a:lnTo>
                  <a:lnTo>
                    <a:pt x="132059" y="171388"/>
                  </a:lnTo>
                  <a:lnTo>
                    <a:pt x="134237" y="171972"/>
                  </a:lnTo>
                  <a:lnTo>
                    <a:pt x="135293" y="172113"/>
                  </a:lnTo>
                  <a:lnTo>
                    <a:pt x="136538" y="172521"/>
                  </a:lnTo>
                  <a:lnTo>
                    <a:pt x="138791" y="173619"/>
                  </a:lnTo>
                  <a:lnTo>
                    <a:pt x="139541" y="174336"/>
                  </a:lnTo>
                  <a:lnTo>
                    <a:pt x="139653" y="174674"/>
                  </a:lnTo>
                  <a:lnTo>
                    <a:pt x="139584" y="175043"/>
                  </a:lnTo>
                  <a:lnTo>
                    <a:pt x="139314" y="175540"/>
                  </a:lnTo>
                  <a:lnTo>
                    <a:pt x="138608" y="176480"/>
                  </a:lnTo>
                  <a:lnTo>
                    <a:pt x="136907" y="177876"/>
                  </a:lnTo>
                  <a:lnTo>
                    <a:pt x="136138" y="178272"/>
                  </a:lnTo>
                  <a:lnTo>
                    <a:pt x="134976" y="178582"/>
                  </a:lnTo>
                  <a:lnTo>
                    <a:pt x="134593" y="178809"/>
                  </a:lnTo>
                  <a:lnTo>
                    <a:pt x="133099" y="180132"/>
                  </a:lnTo>
                  <a:lnTo>
                    <a:pt x="132696" y="180847"/>
                  </a:lnTo>
                  <a:lnTo>
                    <a:pt x="132760" y="181468"/>
                  </a:lnTo>
                  <a:lnTo>
                    <a:pt x="132474" y="181906"/>
                  </a:lnTo>
                  <a:lnTo>
                    <a:pt x="130553" y="182763"/>
                  </a:lnTo>
                  <a:lnTo>
                    <a:pt x="130621" y="182915"/>
                  </a:lnTo>
                  <a:lnTo>
                    <a:pt x="131318" y="182980"/>
                  </a:lnTo>
                  <a:lnTo>
                    <a:pt x="131063" y="183736"/>
                  </a:lnTo>
                  <a:lnTo>
                    <a:pt x="130950" y="184784"/>
                  </a:lnTo>
                  <a:lnTo>
                    <a:pt x="130616" y="184961"/>
                  </a:lnTo>
                  <a:lnTo>
                    <a:pt x="129415" y="184953"/>
                  </a:lnTo>
                  <a:lnTo>
                    <a:pt x="127781" y="185477"/>
                  </a:lnTo>
                  <a:lnTo>
                    <a:pt x="127753" y="186232"/>
                  </a:lnTo>
                  <a:lnTo>
                    <a:pt x="123761" y="186784"/>
                  </a:lnTo>
                  <a:lnTo>
                    <a:pt x="122887" y="188217"/>
                  </a:lnTo>
                  <a:lnTo>
                    <a:pt x="122432" y="188656"/>
                  </a:lnTo>
                  <a:lnTo>
                    <a:pt x="120867" y="189698"/>
                  </a:lnTo>
                  <a:lnTo>
                    <a:pt x="119910" y="190118"/>
                  </a:lnTo>
                  <a:lnTo>
                    <a:pt x="118815" y="190371"/>
                  </a:lnTo>
                  <a:lnTo>
                    <a:pt x="118242" y="190724"/>
                  </a:lnTo>
                  <a:lnTo>
                    <a:pt x="118189" y="191177"/>
                  </a:lnTo>
                  <a:lnTo>
                    <a:pt x="117878" y="191568"/>
                  </a:lnTo>
                  <a:lnTo>
                    <a:pt x="116930" y="192216"/>
                  </a:lnTo>
                  <a:lnTo>
                    <a:pt x="116466" y="193031"/>
                  </a:lnTo>
                  <a:lnTo>
                    <a:pt x="116128" y="193159"/>
                  </a:lnTo>
                  <a:lnTo>
                    <a:pt x="114363" y="193355"/>
                  </a:lnTo>
                  <a:lnTo>
                    <a:pt x="114012" y="193612"/>
                  </a:lnTo>
                  <a:lnTo>
                    <a:pt x="113841" y="194713"/>
                  </a:lnTo>
                  <a:lnTo>
                    <a:pt x="113515" y="194748"/>
                  </a:lnTo>
                  <a:lnTo>
                    <a:pt x="112889" y="194492"/>
                  </a:lnTo>
                  <a:lnTo>
                    <a:pt x="112074" y="194690"/>
                  </a:lnTo>
                  <a:lnTo>
                    <a:pt x="110241" y="195935"/>
                  </a:lnTo>
                  <a:lnTo>
                    <a:pt x="109839" y="196383"/>
                  </a:lnTo>
                  <a:lnTo>
                    <a:pt x="109884" y="196622"/>
                  </a:lnTo>
                  <a:lnTo>
                    <a:pt x="110169" y="196860"/>
                  </a:lnTo>
                  <a:lnTo>
                    <a:pt x="110603" y="197600"/>
                  </a:lnTo>
                  <a:lnTo>
                    <a:pt x="110576" y="198099"/>
                  </a:lnTo>
                  <a:lnTo>
                    <a:pt x="109870" y="199489"/>
                  </a:lnTo>
                  <a:lnTo>
                    <a:pt x="109622" y="199703"/>
                  </a:lnTo>
                  <a:lnTo>
                    <a:pt x="108764" y="200048"/>
                  </a:lnTo>
                  <a:lnTo>
                    <a:pt x="108414" y="200817"/>
                  </a:lnTo>
                  <a:lnTo>
                    <a:pt x="107623" y="200732"/>
                  </a:lnTo>
                  <a:lnTo>
                    <a:pt x="106987" y="200878"/>
                  </a:lnTo>
                  <a:lnTo>
                    <a:pt x="106571" y="201390"/>
                  </a:lnTo>
                  <a:lnTo>
                    <a:pt x="106118" y="201686"/>
                  </a:lnTo>
                  <a:lnTo>
                    <a:pt x="105629" y="201764"/>
                  </a:lnTo>
                  <a:lnTo>
                    <a:pt x="105014" y="202170"/>
                  </a:lnTo>
                  <a:lnTo>
                    <a:pt x="104273" y="202906"/>
                  </a:lnTo>
                  <a:lnTo>
                    <a:pt x="103588" y="203375"/>
                  </a:lnTo>
                  <a:lnTo>
                    <a:pt x="102958" y="203577"/>
                  </a:lnTo>
                  <a:lnTo>
                    <a:pt x="102345" y="203627"/>
                  </a:lnTo>
                  <a:lnTo>
                    <a:pt x="101748" y="203524"/>
                  </a:lnTo>
                  <a:lnTo>
                    <a:pt x="101213" y="203609"/>
                  </a:lnTo>
                  <a:lnTo>
                    <a:pt x="100736" y="203880"/>
                  </a:lnTo>
                  <a:lnTo>
                    <a:pt x="100272" y="204307"/>
                  </a:lnTo>
                  <a:lnTo>
                    <a:pt x="99902" y="205514"/>
                  </a:lnTo>
                  <a:lnTo>
                    <a:pt x="99433" y="206054"/>
                  </a:lnTo>
                  <a:lnTo>
                    <a:pt x="99136" y="206149"/>
                  </a:lnTo>
                  <a:lnTo>
                    <a:pt x="98529" y="206069"/>
                  </a:lnTo>
                  <a:lnTo>
                    <a:pt x="97613" y="205815"/>
                  </a:lnTo>
                  <a:lnTo>
                    <a:pt x="96682" y="205904"/>
                  </a:lnTo>
                  <a:lnTo>
                    <a:pt x="95180" y="206645"/>
                  </a:lnTo>
                  <a:lnTo>
                    <a:pt x="94703" y="207204"/>
                  </a:lnTo>
                  <a:lnTo>
                    <a:pt x="95649" y="207328"/>
                  </a:lnTo>
                  <a:lnTo>
                    <a:pt x="96118" y="207488"/>
                  </a:lnTo>
                  <a:lnTo>
                    <a:pt x="96106" y="207645"/>
                  </a:lnTo>
                  <a:lnTo>
                    <a:pt x="95612" y="207796"/>
                  </a:lnTo>
                  <a:lnTo>
                    <a:pt x="94773" y="207785"/>
                  </a:lnTo>
                  <a:lnTo>
                    <a:pt x="94267" y="207916"/>
                  </a:lnTo>
                  <a:lnTo>
                    <a:pt x="93652" y="208234"/>
                  </a:lnTo>
                  <a:lnTo>
                    <a:pt x="92109" y="208578"/>
                  </a:lnTo>
                  <a:lnTo>
                    <a:pt x="91523" y="208825"/>
                  </a:lnTo>
                  <a:lnTo>
                    <a:pt x="90359" y="210225"/>
                  </a:lnTo>
                  <a:lnTo>
                    <a:pt x="90220" y="210542"/>
                  </a:lnTo>
                  <a:lnTo>
                    <a:pt x="90369" y="210613"/>
                  </a:lnTo>
                  <a:lnTo>
                    <a:pt x="91022" y="210465"/>
                  </a:lnTo>
                  <a:lnTo>
                    <a:pt x="91791" y="210698"/>
                  </a:lnTo>
                  <a:lnTo>
                    <a:pt x="92189" y="210994"/>
                  </a:lnTo>
                  <a:lnTo>
                    <a:pt x="92445" y="211359"/>
                  </a:lnTo>
                  <a:lnTo>
                    <a:pt x="92687" y="212063"/>
                  </a:lnTo>
                  <a:lnTo>
                    <a:pt x="92836" y="212167"/>
                  </a:lnTo>
                  <a:lnTo>
                    <a:pt x="91358" y="213349"/>
                  </a:lnTo>
                  <a:lnTo>
                    <a:pt x="90939" y="213851"/>
                  </a:lnTo>
                  <a:lnTo>
                    <a:pt x="90669" y="214037"/>
                  </a:lnTo>
                  <a:lnTo>
                    <a:pt x="90493" y="213893"/>
                  </a:lnTo>
                  <a:lnTo>
                    <a:pt x="90310" y="212577"/>
                  </a:lnTo>
                  <a:lnTo>
                    <a:pt x="90198" y="212353"/>
                  </a:lnTo>
                  <a:lnTo>
                    <a:pt x="89851" y="212330"/>
                  </a:lnTo>
                  <a:lnTo>
                    <a:pt x="89514" y="212746"/>
                  </a:lnTo>
                  <a:lnTo>
                    <a:pt x="88775" y="214302"/>
                  </a:lnTo>
                  <a:lnTo>
                    <a:pt x="87971" y="215086"/>
                  </a:lnTo>
                  <a:lnTo>
                    <a:pt x="81920" y="217097"/>
                  </a:lnTo>
                  <a:lnTo>
                    <a:pt x="81032" y="217554"/>
                  </a:lnTo>
                  <a:lnTo>
                    <a:pt x="80862" y="218412"/>
                  </a:lnTo>
                  <a:lnTo>
                    <a:pt x="80613" y="219155"/>
                  </a:lnTo>
                  <a:lnTo>
                    <a:pt x="80211" y="219747"/>
                  </a:lnTo>
                  <a:lnTo>
                    <a:pt x="79742" y="220121"/>
                  </a:lnTo>
                  <a:lnTo>
                    <a:pt x="79642" y="219855"/>
                  </a:lnTo>
                  <a:lnTo>
                    <a:pt x="79688" y="217765"/>
                  </a:lnTo>
                  <a:lnTo>
                    <a:pt x="79564" y="217349"/>
                  </a:lnTo>
                  <a:lnTo>
                    <a:pt x="78953" y="217083"/>
                  </a:lnTo>
                  <a:lnTo>
                    <a:pt x="78685" y="217120"/>
                  </a:lnTo>
                  <a:lnTo>
                    <a:pt x="78316" y="217237"/>
                  </a:lnTo>
                  <a:lnTo>
                    <a:pt x="77711" y="217689"/>
                  </a:lnTo>
                  <a:lnTo>
                    <a:pt x="77340" y="217802"/>
                  </a:lnTo>
                  <a:lnTo>
                    <a:pt x="76879" y="217765"/>
                  </a:lnTo>
                  <a:lnTo>
                    <a:pt x="76090" y="218210"/>
                  </a:lnTo>
                  <a:lnTo>
                    <a:pt x="74215" y="219638"/>
                  </a:lnTo>
                  <a:lnTo>
                    <a:pt x="72991" y="219993"/>
                  </a:lnTo>
                  <a:lnTo>
                    <a:pt x="72668" y="220290"/>
                  </a:lnTo>
                  <a:lnTo>
                    <a:pt x="72145" y="221071"/>
                  </a:lnTo>
                  <a:lnTo>
                    <a:pt x="71798" y="221357"/>
                  </a:lnTo>
                  <a:lnTo>
                    <a:pt x="71285" y="221383"/>
                  </a:lnTo>
                  <a:lnTo>
                    <a:pt x="70607" y="221147"/>
                  </a:lnTo>
                  <a:lnTo>
                    <a:pt x="70061" y="221314"/>
                  </a:lnTo>
                  <a:lnTo>
                    <a:pt x="69649" y="221883"/>
                  </a:lnTo>
                  <a:lnTo>
                    <a:pt x="69229" y="222107"/>
                  </a:lnTo>
                  <a:lnTo>
                    <a:pt x="68038" y="221688"/>
                  </a:lnTo>
                  <a:lnTo>
                    <a:pt x="67514" y="221974"/>
                  </a:lnTo>
                  <a:lnTo>
                    <a:pt x="66832" y="222709"/>
                  </a:lnTo>
                  <a:lnTo>
                    <a:pt x="66120" y="223193"/>
                  </a:lnTo>
                  <a:lnTo>
                    <a:pt x="65377" y="223428"/>
                  </a:lnTo>
                  <a:lnTo>
                    <a:pt x="63448" y="223673"/>
                  </a:lnTo>
                  <a:lnTo>
                    <a:pt x="62673" y="223516"/>
                  </a:lnTo>
                  <a:lnTo>
                    <a:pt x="62515" y="223303"/>
                  </a:lnTo>
                  <a:lnTo>
                    <a:pt x="62551" y="222367"/>
                  </a:lnTo>
                  <a:lnTo>
                    <a:pt x="62863" y="221692"/>
                  </a:lnTo>
                  <a:lnTo>
                    <a:pt x="63151" y="221374"/>
                  </a:lnTo>
                  <a:lnTo>
                    <a:pt x="63535" y="221093"/>
                  </a:lnTo>
                  <a:lnTo>
                    <a:pt x="64097" y="221060"/>
                  </a:lnTo>
                  <a:lnTo>
                    <a:pt x="65149" y="221270"/>
                  </a:lnTo>
                  <a:lnTo>
                    <a:pt x="65030" y="221044"/>
                  </a:lnTo>
                  <a:lnTo>
                    <a:pt x="64648" y="220776"/>
                  </a:lnTo>
                  <a:lnTo>
                    <a:pt x="63679" y="220313"/>
                  </a:lnTo>
                  <a:lnTo>
                    <a:pt x="62721" y="220076"/>
                  </a:lnTo>
                  <a:lnTo>
                    <a:pt x="62171" y="220226"/>
                  </a:lnTo>
                  <a:lnTo>
                    <a:pt x="61396" y="220583"/>
                  </a:lnTo>
                  <a:lnTo>
                    <a:pt x="60871" y="220994"/>
                  </a:lnTo>
                  <a:lnTo>
                    <a:pt x="60594" y="221460"/>
                  </a:lnTo>
                  <a:lnTo>
                    <a:pt x="60246" y="222984"/>
                  </a:lnTo>
                  <a:lnTo>
                    <a:pt x="60045" y="223396"/>
                  </a:lnTo>
                  <a:lnTo>
                    <a:pt x="57787" y="226081"/>
                  </a:lnTo>
                  <a:lnTo>
                    <a:pt x="56901" y="226909"/>
                  </a:lnTo>
                  <a:lnTo>
                    <a:pt x="56024" y="226847"/>
                  </a:lnTo>
                  <a:lnTo>
                    <a:pt x="55600" y="227159"/>
                  </a:lnTo>
                  <a:lnTo>
                    <a:pt x="55002" y="227830"/>
                  </a:lnTo>
                  <a:lnTo>
                    <a:pt x="54451" y="228151"/>
                  </a:lnTo>
                  <a:lnTo>
                    <a:pt x="53945" y="228122"/>
                  </a:lnTo>
                  <a:lnTo>
                    <a:pt x="53552" y="227994"/>
                  </a:lnTo>
                  <a:lnTo>
                    <a:pt x="53272" y="227768"/>
                  </a:lnTo>
                  <a:lnTo>
                    <a:pt x="53320" y="227557"/>
                  </a:lnTo>
                  <a:lnTo>
                    <a:pt x="53697" y="227361"/>
                  </a:lnTo>
                  <a:lnTo>
                    <a:pt x="53563" y="226823"/>
                  </a:lnTo>
                  <a:lnTo>
                    <a:pt x="52915" y="225944"/>
                  </a:lnTo>
                  <a:lnTo>
                    <a:pt x="52474" y="225466"/>
                  </a:lnTo>
                  <a:lnTo>
                    <a:pt x="51637" y="225411"/>
                  </a:lnTo>
                  <a:lnTo>
                    <a:pt x="51506" y="225811"/>
                  </a:lnTo>
                  <a:lnTo>
                    <a:pt x="51789" y="227855"/>
                  </a:lnTo>
                  <a:lnTo>
                    <a:pt x="51745" y="228316"/>
                  </a:lnTo>
                  <a:lnTo>
                    <a:pt x="51220" y="228899"/>
                  </a:lnTo>
                  <a:lnTo>
                    <a:pt x="49847" y="229549"/>
                  </a:lnTo>
                  <a:lnTo>
                    <a:pt x="49417" y="229486"/>
                  </a:lnTo>
                  <a:lnTo>
                    <a:pt x="48178" y="228203"/>
                  </a:lnTo>
                  <a:lnTo>
                    <a:pt x="47008" y="227949"/>
                  </a:lnTo>
                  <a:lnTo>
                    <a:pt x="46930" y="228367"/>
                  </a:lnTo>
                  <a:lnTo>
                    <a:pt x="47192" y="229219"/>
                  </a:lnTo>
                  <a:lnTo>
                    <a:pt x="46899" y="230016"/>
                  </a:lnTo>
                  <a:lnTo>
                    <a:pt x="46053" y="230757"/>
                  </a:lnTo>
                  <a:lnTo>
                    <a:pt x="45409" y="231117"/>
                  </a:lnTo>
                  <a:lnTo>
                    <a:pt x="44967" y="231095"/>
                  </a:lnTo>
                  <a:lnTo>
                    <a:pt x="44943" y="230576"/>
                  </a:lnTo>
                  <a:lnTo>
                    <a:pt x="45336" y="229559"/>
                  </a:lnTo>
                  <a:lnTo>
                    <a:pt x="45437" y="228713"/>
                  </a:lnTo>
                  <a:lnTo>
                    <a:pt x="45245" y="228035"/>
                  </a:lnTo>
                  <a:lnTo>
                    <a:pt x="45267" y="227515"/>
                  </a:lnTo>
                  <a:lnTo>
                    <a:pt x="45502" y="227152"/>
                  </a:lnTo>
                  <a:lnTo>
                    <a:pt x="47056" y="226147"/>
                  </a:lnTo>
                  <a:lnTo>
                    <a:pt x="47710" y="225996"/>
                  </a:lnTo>
                  <a:lnTo>
                    <a:pt x="48062" y="226245"/>
                  </a:lnTo>
                  <a:lnTo>
                    <a:pt x="48500" y="226288"/>
                  </a:lnTo>
                  <a:lnTo>
                    <a:pt x="49023" y="226124"/>
                  </a:lnTo>
                  <a:lnTo>
                    <a:pt x="49355" y="225803"/>
                  </a:lnTo>
                  <a:lnTo>
                    <a:pt x="49491" y="225322"/>
                  </a:lnTo>
                  <a:lnTo>
                    <a:pt x="50162" y="224708"/>
                  </a:lnTo>
                  <a:lnTo>
                    <a:pt x="51366" y="223959"/>
                  </a:lnTo>
                  <a:lnTo>
                    <a:pt x="52743" y="222575"/>
                  </a:lnTo>
                  <a:lnTo>
                    <a:pt x="54295" y="220557"/>
                  </a:lnTo>
                  <a:lnTo>
                    <a:pt x="56114" y="218817"/>
                  </a:lnTo>
                  <a:lnTo>
                    <a:pt x="58200" y="217356"/>
                  </a:lnTo>
                  <a:lnTo>
                    <a:pt x="60464" y="216198"/>
                  </a:lnTo>
                  <a:lnTo>
                    <a:pt x="65021" y="214605"/>
                  </a:lnTo>
                  <a:lnTo>
                    <a:pt x="65371" y="214702"/>
                  </a:lnTo>
                  <a:lnTo>
                    <a:pt x="64956" y="215218"/>
                  </a:lnTo>
                  <a:lnTo>
                    <a:pt x="65240" y="215541"/>
                  </a:lnTo>
                  <a:lnTo>
                    <a:pt x="65688" y="215583"/>
                  </a:lnTo>
                  <a:lnTo>
                    <a:pt x="67358" y="215327"/>
                  </a:lnTo>
                  <a:lnTo>
                    <a:pt x="68020" y="214992"/>
                  </a:lnTo>
                  <a:lnTo>
                    <a:pt x="68217" y="215315"/>
                  </a:lnTo>
                  <a:lnTo>
                    <a:pt x="67985" y="215722"/>
                  </a:lnTo>
                  <a:lnTo>
                    <a:pt x="66982" y="216135"/>
                  </a:lnTo>
                  <a:lnTo>
                    <a:pt x="67010" y="216478"/>
                  </a:lnTo>
                  <a:lnTo>
                    <a:pt x="68468" y="218086"/>
                  </a:lnTo>
                  <a:lnTo>
                    <a:pt x="68927" y="218329"/>
                  </a:lnTo>
                  <a:lnTo>
                    <a:pt x="69307" y="218299"/>
                  </a:lnTo>
                  <a:lnTo>
                    <a:pt x="69469" y="218091"/>
                  </a:lnTo>
                  <a:lnTo>
                    <a:pt x="69347" y="216931"/>
                  </a:lnTo>
                  <a:lnTo>
                    <a:pt x="69839" y="216711"/>
                  </a:lnTo>
                  <a:lnTo>
                    <a:pt x="70848" y="216657"/>
                  </a:lnTo>
                  <a:lnTo>
                    <a:pt x="71506" y="216808"/>
                  </a:lnTo>
                  <a:lnTo>
                    <a:pt x="71811" y="217165"/>
                  </a:lnTo>
                  <a:lnTo>
                    <a:pt x="72389" y="217460"/>
                  </a:lnTo>
                  <a:lnTo>
                    <a:pt x="73236" y="217695"/>
                  </a:lnTo>
                  <a:lnTo>
                    <a:pt x="73762" y="217623"/>
                  </a:lnTo>
                  <a:lnTo>
                    <a:pt x="73967" y="217245"/>
                  </a:lnTo>
                  <a:lnTo>
                    <a:pt x="73603" y="216794"/>
                  </a:lnTo>
                  <a:lnTo>
                    <a:pt x="71982" y="215804"/>
                  </a:lnTo>
                  <a:lnTo>
                    <a:pt x="71532" y="215391"/>
                  </a:lnTo>
                  <a:lnTo>
                    <a:pt x="71422" y="214816"/>
                  </a:lnTo>
                  <a:lnTo>
                    <a:pt x="71653" y="214079"/>
                  </a:lnTo>
                  <a:lnTo>
                    <a:pt x="72162" y="212986"/>
                  </a:lnTo>
                  <a:lnTo>
                    <a:pt x="72951" y="211536"/>
                  </a:lnTo>
                  <a:lnTo>
                    <a:pt x="73664" y="210523"/>
                  </a:lnTo>
                  <a:lnTo>
                    <a:pt x="75110" y="209376"/>
                  </a:lnTo>
                  <a:lnTo>
                    <a:pt x="76085" y="208808"/>
                  </a:lnTo>
                  <a:lnTo>
                    <a:pt x="78556" y="207070"/>
                  </a:lnTo>
                  <a:lnTo>
                    <a:pt x="83305" y="205300"/>
                  </a:lnTo>
                  <a:lnTo>
                    <a:pt x="84478" y="204163"/>
                  </a:lnTo>
                  <a:lnTo>
                    <a:pt x="86074" y="202908"/>
                  </a:lnTo>
                  <a:lnTo>
                    <a:pt x="86759" y="202599"/>
                  </a:lnTo>
                  <a:lnTo>
                    <a:pt x="86759" y="203084"/>
                  </a:lnTo>
                  <a:lnTo>
                    <a:pt x="86978" y="203517"/>
                  </a:lnTo>
                  <a:lnTo>
                    <a:pt x="88045" y="203805"/>
                  </a:lnTo>
                  <a:lnTo>
                    <a:pt x="88737" y="203905"/>
                  </a:lnTo>
                  <a:lnTo>
                    <a:pt x="89056" y="203817"/>
                  </a:lnTo>
                  <a:lnTo>
                    <a:pt x="89144" y="203356"/>
                  </a:lnTo>
                  <a:lnTo>
                    <a:pt x="89000" y="202522"/>
                  </a:lnTo>
                  <a:lnTo>
                    <a:pt x="88965" y="201734"/>
                  </a:lnTo>
                  <a:lnTo>
                    <a:pt x="89036" y="200993"/>
                  </a:lnTo>
                  <a:lnTo>
                    <a:pt x="89192" y="200406"/>
                  </a:lnTo>
                  <a:lnTo>
                    <a:pt x="89903" y="199365"/>
                  </a:lnTo>
                  <a:lnTo>
                    <a:pt x="90962" y="198179"/>
                  </a:lnTo>
                  <a:lnTo>
                    <a:pt x="92407" y="196801"/>
                  </a:lnTo>
                  <a:lnTo>
                    <a:pt x="93320" y="196176"/>
                  </a:lnTo>
                  <a:lnTo>
                    <a:pt x="94180" y="195845"/>
                  </a:lnTo>
                  <a:lnTo>
                    <a:pt x="95011" y="195245"/>
                  </a:lnTo>
                  <a:lnTo>
                    <a:pt x="96443" y="193823"/>
                  </a:lnTo>
                  <a:lnTo>
                    <a:pt x="96903" y="193590"/>
                  </a:lnTo>
                  <a:lnTo>
                    <a:pt x="97930" y="193311"/>
                  </a:lnTo>
                  <a:lnTo>
                    <a:pt x="98306" y="193434"/>
                  </a:lnTo>
                  <a:lnTo>
                    <a:pt x="98528" y="193791"/>
                  </a:lnTo>
                  <a:lnTo>
                    <a:pt x="98797" y="194013"/>
                  </a:lnTo>
                  <a:lnTo>
                    <a:pt x="99840" y="194213"/>
                  </a:lnTo>
                  <a:lnTo>
                    <a:pt x="100534" y="193895"/>
                  </a:lnTo>
                  <a:lnTo>
                    <a:pt x="100421" y="193728"/>
                  </a:lnTo>
                  <a:lnTo>
                    <a:pt x="99857" y="193621"/>
                  </a:lnTo>
                  <a:lnTo>
                    <a:pt x="99496" y="193415"/>
                  </a:lnTo>
                  <a:lnTo>
                    <a:pt x="99156" y="192567"/>
                  </a:lnTo>
                  <a:lnTo>
                    <a:pt x="98465" y="192056"/>
                  </a:lnTo>
                  <a:lnTo>
                    <a:pt x="98308" y="191479"/>
                  </a:lnTo>
                  <a:lnTo>
                    <a:pt x="98433" y="190580"/>
                  </a:lnTo>
                  <a:lnTo>
                    <a:pt x="99028" y="188470"/>
                  </a:lnTo>
                  <a:lnTo>
                    <a:pt x="99125" y="186299"/>
                  </a:lnTo>
                  <a:lnTo>
                    <a:pt x="99653" y="185056"/>
                  </a:lnTo>
                  <a:lnTo>
                    <a:pt x="100716" y="184607"/>
                  </a:lnTo>
                  <a:lnTo>
                    <a:pt x="103072" y="184300"/>
                  </a:lnTo>
                  <a:lnTo>
                    <a:pt x="101693" y="183737"/>
                  </a:lnTo>
                  <a:lnTo>
                    <a:pt x="101181" y="183733"/>
                  </a:lnTo>
                  <a:lnTo>
                    <a:pt x="100284" y="183469"/>
                  </a:lnTo>
                  <a:lnTo>
                    <a:pt x="99943" y="182116"/>
                  </a:lnTo>
                  <a:lnTo>
                    <a:pt x="99950" y="181131"/>
                  </a:lnTo>
                  <a:lnTo>
                    <a:pt x="100544" y="179992"/>
                  </a:lnTo>
                  <a:lnTo>
                    <a:pt x="102739" y="178069"/>
                  </a:lnTo>
                  <a:lnTo>
                    <a:pt x="105144" y="176738"/>
                  </a:lnTo>
                  <a:lnTo>
                    <a:pt x="104819" y="176628"/>
                  </a:lnTo>
                  <a:lnTo>
                    <a:pt x="104522" y="176232"/>
                  </a:lnTo>
                  <a:lnTo>
                    <a:pt x="105631" y="173567"/>
                  </a:lnTo>
                  <a:lnTo>
                    <a:pt x="106713" y="171187"/>
                  </a:lnTo>
                  <a:lnTo>
                    <a:pt x="105251" y="173215"/>
                  </a:lnTo>
                  <a:lnTo>
                    <a:pt x="103561" y="174767"/>
                  </a:lnTo>
                  <a:lnTo>
                    <a:pt x="98606" y="176568"/>
                  </a:lnTo>
                  <a:lnTo>
                    <a:pt x="95236" y="178079"/>
                  </a:lnTo>
                  <a:lnTo>
                    <a:pt x="93637" y="178440"/>
                  </a:lnTo>
                  <a:lnTo>
                    <a:pt x="92581" y="178056"/>
                  </a:lnTo>
                  <a:lnTo>
                    <a:pt x="91757" y="176608"/>
                  </a:lnTo>
                  <a:lnTo>
                    <a:pt x="91287" y="176092"/>
                  </a:lnTo>
                  <a:lnTo>
                    <a:pt x="90683" y="175148"/>
                  </a:lnTo>
                  <a:lnTo>
                    <a:pt x="90938" y="173920"/>
                  </a:lnTo>
                  <a:lnTo>
                    <a:pt x="91417" y="173070"/>
                  </a:lnTo>
                  <a:lnTo>
                    <a:pt x="92468" y="172930"/>
                  </a:lnTo>
                  <a:lnTo>
                    <a:pt x="93654" y="173340"/>
                  </a:lnTo>
                  <a:lnTo>
                    <a:pt x="94682" y="173375"/>
                  </a:lnTo>
                  <a:lnTo>
                    <a:pt x="93357" y="172537"/>
                  </a:lnTo>
                  <a:lnTo>
                    <a:pt x="91444" y="171807"/>
                  </a:lnTo>
                  <a:lnTo>
                    <a:pt x="90577" y="172044"/>
                  </a:lnTo>
                  <a:lnTo>
                    <a:pt x="89914" y="173230"/>
                  </a:lnTo>
                  <a:lnTo>
                    <a:pt x="89027" y="174045"/>
                  </a:lnTo>
                  <a:lnTo>
                    <a:pt x="88248" y="173756"/>
                  </a:lnTo>
                  <a:lnTo>
                    <a:pt x="87786" y="173425"/>
                  </a:lnTo>
                  <a:lnTo>
                    <a:pt x="88107" y="174419"/>
                  </a:lnTo>
                  <a:lnTo>
                    <a:pt x="87518" y="175934"/>
                  </a:lnTo>
                  <a:lnTo>
                    <a:pt x="87294" y="176983"/>
                  </a:lnTo>
                  <a:lnTo>
                    <a:pt x="88139" y="179751"/>
                  </a:lnTo>
                  <a:lnTo>
                    <a:pt x="87983" y="180857"/>
                  </a:lnTo>
                  <a:lnTo>
                    <a:pt x="86449" y="181366"/>
                  </a:lnTo>
                  <a:lnTo>
                    <a:pt x="85201" y="180456"/>
                  </a:lnTo>
                  <a:lnTo>
                    <a:pt x="82594" y="176948"/>
                  </a:lnTo>
                  <a:lnTo>
                    <a:pt x="81686" y="175948"/>
                  </a:lnTo>
                  <a:lnTo>
                    <a:pt x="79642" y="174300"/>
                  </a:lnTo>
                  <a:lnTo>
                    <a:pt x="78968" y="174535"/>
                  </a:lnTo>
                  <a:lnTo>
                    <a:pt x="78109" y="175348"/>
                  </a:lnTo>
                  <a:lnTo>
                    <a:pt x="77277" y="175573"/>
                  </a:lnTo>
                  <a:lnTo>
                    <a:pt x="75078" y="174373"/>
                  </a:lnTo>
                  <a:lnTo>
                    <a:pt x="74055" y="173457"/>
                  </a:lnTo>
                  <a:lnTo>
                    <a:pt x="73087" y="172346"/>
                  </a:lnTo>
                  <a:lnTo>
                    <a:pt x="71603" y="172958"/>
                  </a:lnTo>
                  <a:lnTo>
                    <a:pt x="70310" y="173687"/>
                  </a:lnTo>
                  <a:lnTo>
                    <a:pt x="68792" y="174850"/>
                  </a:lnTo>
                  <a:lnTo>
                    <a:pt x="67778" y="174840"/>
                  </a:lnTo>
                  <a:lnTo>
                    <a:pt x="65019" y="175836"/>
                  </a:lnTo>
                  <a:lnTo>
                    <a:pt x="64726" y="175857"/>
                  </a:lnTo>
                  <a:lnTo>
                    <a:pt x="64337" y="176395"/>
                  </a:lnTo>
                  <a:lnTo>
                    <a:pt x="63957" y="176635"/>
                  </a:lnTo>
                  <a:lnTo>
                    <a:pt x="63643" y="177670"/>
                  </a:lnTo>
                  <a:lnTo>
                    <a:pt x="59914" y="178472"/>
                  </a:lnTo>
                  <a:lnTo>
                    <a:pt x="56229" y="178022"/>
                  </a:lnTo>
                  <a:lnTo>
                    <a:pt x="57518" y="177454"/>
                  </a:lnTo>
                  <a:lnTo>
                    <a:pt x="58958" y="177006"/>
                  </a:lnTo>
                  <a:lnTo>
                    <a:pt x="60208" y="175929"/>
                  </a:lnTo>
                  <a:lnTo>
                    <a:pt x="59677" y="174491"/>
                  </a:lnTo>
                  <a:lnTo>
                    <a:pt x="59585" y="173758"/>
                  </a:lnTo>
                  <a:lnTo>
                    <a:pt x="59600" y="172831"/>
                  </a:lnTo>
                  <a:lnTo>
                    <a:pt x="60965" y="171531"/>
                  </a:lnTo>
                  <a:lnTo>
                    <a:pt x="59545" y="171533"/>
                  </a:lnTo>
                  <a:lnTo>
                    <a:pt x="58634" y="171999"/>
                  </a:lnTo>
                  <a:lnTo>
                    <a:pt x="57780" y="171022"/>
                  </a:lnTo>
                  <a:lnTo>
                    <a:pt x="57380" y="169099"/>
                  </a:lnTo>
                  <a:lnTo>
                    <a:pt x="58356" y="167963"/>
                  </a:lnTo>
                  <a:lnTo>
                    <a:pt x="58809" y="167087"/>
                  </a:lnTo>
                  <a:lnTo>
                    <a:pt x="59193" y="165884"/>
                  </a:lnTo>
                  <a:lnTo>
                    <a:pt x="59221" y="164850"/>
                  </a:lnTo>
                  <a:lnTo>
                    <a:pt x="58465" y="163100"/>
                  </a:lnTo>
                  <a:lnTo>
                    <a:pt x="56294" y="159391"/>
                  </a:lnTo>
                  <a:lnTo>
                    <a:pt x="55306" y="156625"/>
                  </a:lnTo>
                  <a:lnTo>
                    <a:pt x="53614" y="155151"/>
                  </a:lnTo>
                  <a:lnTo>
                    <a:pt x="54878" y="152740"/>
                  </a:lnTo>
                  <a:lnTo>
                    <a:pt x="56287" y="150543"/>
                  </a:lnTo>
                  <a:lnTo>
                    <a:pt x="58106" y="149561"/>
                  </a:lnTo>
                  <a:lnTo>
                    <a:pt x="57960" y="149413"/>
                  </a:lnTo>
                  <a:lnTo>
                    <a:pt x="56955" y="149420"/>
                  </a:lnTo>
                  <a:lnTo>
                    <a:pt x="56295" y="149550"/>
                  </a:lnTo>
                  <a:lnTo>
                    <a:pt x="55709" y="150265"/>
                  </a:lnTo>
                  <a:lnTo>
                    <a:pt x="55093" y="150810"/>
                  </a:lnTo>
                  <a:lnTo>
                    <a:pt x="53166" y="153607"/>
                  </a:lnTo>
                  <a:lnTo>
                    <a:pt x="51927" y="154970"/>
                  </a:lnTo>
                  <a:lnTo>
                    <a:pt x="51120" y="155361"/>
                  </a:lnTo>
                  <a:lnTo>
                    <a:pt x="52419" y="155890"/>
                  </a:lnTo>
                  <a:lnTo>
                    <a:pt x="52615" y="156335"/>
                  </a:lnTo>
                  <a:lnTo>
                    <a:pt x="52865" y="157347"/>
                  </a:lnTo>
                  <a:lnTo>
                    <a:pt x="52533" y="158577"/>
                  </a:lnTo>
                  <a:lnTo>
                    <a:pt x="52201" y="159255"/>
                  </a:lnTo>
                  <a:lnTo>
                    <a:pt x="50669" y="159201"/>
                  </a:lnTo>
                  <a:lnTo>
                    <a:pt x="49296" y="160190"/>
                  </a:lnTo>
                  <a:lnTo>
                    <a:pt x="46064" y="161266"/>
                  </a:lnTo>
                  <a:lnTo>
                    <a:pt x="41703" y="161881"/>
                  </a:lnTo>
                  <a:lnTo>
                    <a:pt x="39560" y="161807"/>
                  </a:lnTo>
                  <a:lnTo>
                    <a:pt x="37328" y="160552"/>
                  </a:lnTo>
                  <a:lnTo>
                    <a:pt x="37344" y="159825"/>
                  </a:lnTo>
                  <a:lnTo>
                    <a:pt x="37434" y="159193"/>
                  </a:lnTo>
                  <a:lnTo>
                    <a:pt x="34228" y="157030"/>
                  </a:lnTo>
                  <a:lnTo>
                    <a:pt x="32413" y="154875"/>
                  </a:lnTo>
                  <a:lnTo>
                    <a:pt x="31111" y="154827"/>
                  </a:lnTo>
                  <a:lnTo>
                    <a:pt x="29978" y="154252"/>
                  </a:lnTo>
                  <a:lnTo>
                    <a:pt x="28640" y="153358"/>
                  </a:lnTo>
                  <a:lnTo>
                    <a:pt x="28757" y="152637"/>
                  </a:lnTo>
                  <a:lnTo>
                    <a:pt x="28967" y="152130"/>
                  </a:lnTo>
                  <a:lnTo>
                    <a:pt x="28146" y="151775"/>
                  </a:lnTo>
                  <a:lnTo>
                    <a:pt x="27094" y="151809"/>
                  </a:lnTo>
                  <a:lnTo>
                    <a:pt x="25871" y="151563"/>
                  </a:lnTo>
                  <a:lnTo>
                    <a:pt x="29066" y="148790"/>
                  </a:lnTo>
                  <a:lnTo>
                    <a:pt x="30166" y="146934"/>
                  </a:lnTo>
                  <a:lnTo>
                    <a:pt x="31061" y="146670"/>
                  </a:lnTo>
                  <a:lnTo>
                    <a:pt x="32223" y="146956"/>
                  </a:lnTo>
                  <a:lnTo>
                    <a:pt x="33826" y="147688"/>
                  </a:lnTo>
                  <a:lnTo>
                    <a:pt x="35178" y="148011"/>
                  </a:lnTo>
                  <a:lnTo>
                    <a:pt x="35665" y="148354"/>
                  </a:lnTo>
                  <a:lnTo>
                    <a:pt x="36165" y="149005"/>
                  </a:lnTo>
                  <a:lnTo>
                    <a:pt x="35638" y="150093"/>
                  </a:lnTo>
                  <a:lnTo>
                    <a:pt x="35156" y="150857"/>
                  </a:lnTo>
                  <a:lnTo>
                    <a:pt x="35749" y="150650"/>
                  </a:lnTo>
                  <a:lnTo>
                    <a:pt x="37432" y="149467"/>
                  </a:lnTo>
                  <a:lnTo>
                    <a:pt x="38683" y="148427"/>
                  </a:lnTo>
                  <a:lnTo>
                    <a:pt x="39283" y="148536"/>
                  </a:lnTo>
                  <a:lnTo>
                    <a:pt x="39673" y="148719"/>
                  </a:lnTo>
                  <a:lnTo>
                    <a:pt x="40369" y="149791"/>
                  </a:lnTo>
                  <a:lnTo>
                    <a:pt x="41233" y="150883"/>
                  </a:lnTo>
                  <a:lnTo>
                    <a:pt x="43138" y="149843"/>
                  </a:lnTo>
                  <a:lnTo>
                    <a:pt x="44157" y="148548"/>
                  </a:lnTo>
                  <a:lnTo>
                    <a:pt x="43297" y="147980"/>
                  </a:lnTo>
                  <a:lnTo>
                    <a:pt x="42245" y="147644"/>
                  </a:lnTo>
                  <a:lnTo>
                    <a:pt x="39563" y="147203"/>
                  </a:lnTo>
                  <a:lnTo>
                    <a:pt x="40218" y="146832"/>
                  </a:lnTo>
                  <a:lnTo>
                    <a:pt x="41939" y="146873"/>
                  </a:lnTo>
                  <a:lnTo>
                    <a:pt x="42587" y="146518"/>
                  </a:lnTo>
                  <a:lnTo>
                    <a:pt x="41906" y="146026"/>
                  </a:lnTo>
                  <a:lnTo>
                    <a:pt x="41053" y="145587"/>
                  </a:lnTo>
                  <a:lnTo>
                    <a:pt x="38730" y="147052"/>
                  </a:lnTo>
                  <a:lnTo>
                    <a:pt x="34501" y="146978"/>
                  </a:lnTo>
                  <a:lnTo>
                    <a:pt x="31546" y="146123"/>
                  </a:lnTo>
                  <a:lnTo>
                    <a:pt x="28597" y="146271"/>
                  </a:lnTo>
                  <a:lnTo>
                    <a:pt x="28132" y="146101"/>
                  </a:lnTo>
                  <a:lnTo>
                    <a:pt x="27558" y="145643"/>
                  </a:lnTo>
                  <a:lnTo>
                    <a:pt x="29219" y="144556"/>
                  </a:lnTo>
                  <a:lnTo>
                    <a:pt x="30395" y="143954"/>
                  </a:lnTo>
                  <a:lnTo>
                    <a:pt x="30458" y="143605"/>
                  </a:lnTo>
                  <a:lnTo>
                    <a:pt x="29774" y="143562"/>
                  </a:lnTo>
                  <a:lnTo>
                    <a:pt x="28489" y="143851"/>
                  </a:lnTo>
                  <a:lnTo>
                    <a:pt x="27915" y="143349"/>
                  </a:lnTo>
                  <a:lnTo>
                    <a:pt x="28009" y="142480"/>
                  </a:lnTo>
                  <a:lnTo>
                    <a:pt x="27798" y="142558"/>
                  </a:lnTo>
                  <a:lnTo>
                    <a:pt x="27290" y="143033"/>
                  </a:lnTo>
                  <a:lnTo>
                    <a:pt x="26571" y="142798"/>
                  </a:lnTo>
                  <a:lnTo>
                    <a:pt x="25955" y="142407"/>
                  </a:lnTo>
                  <a:lnTo>
                    <a:pt x="26278" y="141989"/>
                  </a:lnTo>
                  <a:lnTo>
                    <a:pt x="26910" y="141416"/>
                  </a:lnTo>
                  <a:lnTo>
                    <a:pt x="26629" y="141331"/>
                  </a:lnTo>
                  <a:lnTo>
                    <a:pt x="26061" y="141453"/>
                  </a:lnTo>
                  <a:lnTo>
                    <a:pt x="25509" y="142203"/>
                  </a:lnTo>
                  <a:lnTo>
                    <a:pt x="25630" y="142811"/>
                  </a:lnTo>
                  <a:lnTo>
                    <a:pt x="25616" y="143682"/>
                  </a:lnTo>
                  <a:lnTo>
                    <a:pt x="24672" y="143841"/>
                  </a:lnTo>
                  <a:lnTo>
                    <a:pt x="23864" y="143737"/>
                  </a:lnTo>
                  <a:lnTo>
                    <a:pt x="23281" y="142860"/>
                  </a:lnTo>
                  <a:lnTo>
                    <a:pt x="22677" y="140981"/>
                  </a:lnTo>
                  <a:lnTo>
                    <a:pt x="21044" y="140482"/>
                  </a:lnTo>
                  <a:lnTo>
                    <a:pt x="20644" y="139532"/>
                  </a:lnTo>
                  <a:lnTo>
                    <a:pt x="21677" y="138314"/>
                  </a:lnTo>
                  <a:lnTo>
                    <a:pt x="21221" y="137685"/>
                  </a:lnTo>
                  <a:lnTo>
                    <a:pt x="20123" y="137481"/>
                  </a:lnTo>
                  <a:lnTo>
                    <a:pt x="18868" y="138096"/>
                  </a:lnTo>
                  <a:lnTo>
                    <a:pt x="18312" y="137550"/>
                  </a:lnTo>
                  <a:lnTo>
                    <a:pt x="18210" y="136949"/>
                  </a:lnTo>
                  <a:lnTo>
                    <a:pt x="18167" y="136087"/>
                  </a:lnTo>
                  <a:lnTo>
                    <a:pt x="18516" y="135996"/>
                  </a:lnTo>
                  <a:lnTo>
                    <a:pt x="18806" y="136167"/>
                  </a:lnTo>
                  <a:lnTo>
                    <a:pt x="21322" y="135688"/>
                  </a:lnTo>
                  <a:lnTo>
                    <a:pt x="21565" y="135455"/>
                  </a:lnTo>
                  <a:lnTo>
                    <a:pt x="19569" y="134727"/>
                  </a:lnTo>
                  <a:lnTo>
                    <a:pt x="19012" y="133963"/>
                  </a:lnTo>
                  <a:lnTo>
                    <a:pt x="19839" y="133529"/>
                  </a:lnTo>
                  <a:lnTo>
                    <a:pt x="21329" y="133493"/>
                  </a:lnTo>
                  <a:lnTo>
                    <a:pt x="23421" y="133040"/>
                  </a:lnTo>
                  <a:lnTo>
                    <a:pt x="22541" y="132229"/>
                  </a:lnTo>
                  <a:lnTo>
                    <a:pt x="22357" y="131783"/>
                  </a:lnTo>
                  <a:lnTo>
                    <a:pt x="22180" y="131053"/>
                  </a:lnTo>
                  <a:lnTo>
                    <a:pt x="22527" y="129816"/>
                  </a:lnTo>
                  <a:lnTo>
                    <a:pt x="24983" y="126978"/>
                  </a:lnTo>
                  <a:lnTo>
                    <a:pt x="27378" y="124612"/>
                  </a:lnTo>
                  <a:lnTo>
                    <a:pt x="28124" y="124065"/>
                  </a:lnTo>
                  <a:lnTo>
                    <a:pt x="29221" y="123771"/>
                  </a:lnTo>
                  <a:lnTo>
                    <a:pt x="30241" y="123997"/>
                  </a:lnTo>
                  <a:lnTo>
                    <a:pt x="31307" y="124505"/>
                  </a:lnTo>
                  <a:lnTo>
                    <a:pt x="31509" y="124288"/>
                  </a:lnTo>
                  <a:lnTo>
                    <a:pt x="31147" y="124081"/>
                  </a:lnTo>
                  <a:lnTo>
                    <a:pt x="30690" y="123112"/>
                  </a:lnTo>
                  <a:lnTo>
                    <a:pt x="32170" y="122733"/>
                  </a:lnTo>
                  <a:lnTo>
                    <a:pt x="33038" y="121639"/>
                  </a:lnTo>
                  <a:lnTo>
                    <a:pt x="33102" y="121322"/>
                  </a:lnTo>
                  <a:lnTo>
                    <a:pt x="32161" y="121777"/>
                  </a:lnTo>
                  <a:lnTo>
                    <a:pt x="31180" y="122524"/>
                  </a:lnTo>
                  <a:lnTo>
                    <a:pt x="30934" y="121773"/>
                  </a:lnTo>
                  <a:lnTo>
                    <a:pt x="30681" y="120045"/>
                  </a:lnTo>
                  <a:lnTo>
                    <a:pt x="31113" y="118411"/>
                  </a:lnTo>
                  <a:lnTo>
                    <a:pt x="31450" y="117679"/>
                  </a:lnTo>
                  <a:lnTo>
                    <a:pt x="32270" y="116983"/>
                  </a:lnTo>
                  <a:lnTo>
                    <a:pt x="34628" y="116705"/>
                  </a:lnTo>
                  <a:lnTo>
                    <a:pt x="35044" y="116844"/>
                  </a:lnTo>
                  <a:lnTo>
                    <a:pt x="35130" y="116515"/>
                  </a:lnTo>
                  <a:lnTo>
                    <a:pt x="33710" y="115488"/>
                  </a:lnTo>
                  <a:lnTo>
                    <a:pt x="34296" y="114685"/>
                  </a:lnTo>
                  <a:lnTo>
                    <a:pt x="34809" y="114269"/>
                  </a:lnTo>
                  <a:lnTo>
                    <a:pt x="37661" y="113618"/>
                  </a:lnTo>
                  <a:lnTo>
                    <a:pt x="39219" y="113821"/>
                  </a:lnTo>
                  <a:lnTo>
                    <a:pt x="41174" y="114579"/>
                  </a:lnTo>
                  <a:lnTo>
                    <a:pt x="42309" y="115523"/>
                  </a:lnTo>
                  <a:lnTo>
                    <a:pt x="42144" y="116007"/>
                  </a:lnTo>
                  <a:lnTo>
                    <a:pt x="41862" y="116288"/>
                  </a:lnTo>
                  <a:lnTo>
                    <a:pt x="41274" y="116602"/>
                  </a:lnTo>
                  <a:lnTo>
                    <a:pt x="41054" y="116846"/>
                  </a:lnTo>
                  <a:lnTo>
                    <a:pt x="41159" y="117040"/>
                  </a:lnTo>
                  <a:lnTo>
                    <a:pt x="41996" y="116477"/>
                  </a:lnTo>
                  <a:lnTo>
                    <a:pt x="43368" y="115792"/>
                  </a:lnTo>
                  <a:lnTo>
                    <a:pt x="44136" y="116090"/>
                  </a:lnTo>
                  <a:lnTo>
                    <a:pt x="44745" y="116630"/>
                  </a:lnTo>
                  <a:lnTo>
                    <a:pt x="45416" y="116621"/>
                  </a:lnTo>
                  <a:lnTo>
                    <a:pt x="47551" y="116157"/>
                  </a:lnTo>
                  <a:lnTo>
                    <a:pt x="48635" y="115665"/>
                  </a:lnTo>
                  <a:lnTo>
                    <a:pt x="49958" y="114387"/>
                  </a:lnTo>
                  <a:lnTo>
                    <a:pt x="51721" y="113561"/>
                  </a:lnTo>
                  <a:lnTo>
                    <a:pt x="54196" y="110956"/>
                  </a:lnTo>
                  <a:lnTo>
                    <a:pt x="54925" y="109887"/>
                  </a:lnTo>
                  <a:lnTo>
                    <a:pt x="55772" y="109723"/>
                  </a:lnTo>
                  <a:lnTo>
                    <a:pt x="56536" y="109818"/>
                  </a:lnTo>
                  <a:lnTo>
                    <a:pt x="57068" y="110695"/>
                  </a:lnTo>
                  <a:lnTo>
                    <a:pt x="57847" y="110951"/>
                  </a:lnTo>
                  <a:lnTo>
                    <a:pt x="62280" y="110739"/>
                  </a:lnTo>
                  <a:lnTo>
                    <a:pt x="64545" y="110337"/>
                  </a:lnTo>
                  <a:lnTo>
                    <a:pt x="66118" y="109487"/>
                  </a:lnTo>
                  <a:lnTo>
                    <a:pt x="67755" y="108055"/>
                  </a:lnTo>
                  <a:lnTo>
                    <a:pt x="68703" y="107096"/>
                  </a:lnTo>
                  <a:lnTo>
                    <a:pt x="69156" y="105846"/>
                  </a:lnTo>
                  <a:lnTo>
                    <a:pt x="68570" y="104229"/>
                  </a:lnTo>
                  <a:lnTo>
                    <a:pt x="67970" y="102886"/>
                  </a:lnTo>
                  <a:lnTo>
                    <a:pt x="67179" y="99816"/>
                  </a:lnTo>
                  <a:lnTo>
                    <a:pt x="64979" y="97789"/>
                  </a:lnTo>
                  <a:lnTo>
                    <a:pt x="63412" y="97185"/>
                  </a:lnTo>
                  <a:lnTo>
                    <a:pt x="62419" y="97270"/>
                  </a:lnTo>
                  <a:lnTo>
                    <a:pt x="63139" y="95979"/>
                  </a:lnTo>
                  <a:lnTo>
                    <a:pt x="65235" y="96118"/>
                  </a:lnTo>
                  <a:lnTo>
                    <a:pt x="66600" y="95866"/>
                  </a:lnTo>
                  <a:lnTo>
                    <a:pt x="67705" y="95244"/>
                  </a:lnTo>
                  <a:lnTo>
                    <a:pt x="68067" y="94772"/>
                  </a:lnTo>
                  <a:lnTo>
                    <a:pt x="68612" y="93809"/>
                  </a:lnTo>
                  <a:lnTo>
                    <a:pt x="68424" y="92782"/>
                  </a:lnTo>
                  <a:lnTo>
                    <a:pt x="68131" y="92224"/>
                  </a:lnTo>
                  <a:lnTo>
                    <a:pt x="67369" y="91611"/>
                  </a:lnTo>
                  <a:lnTo>
                    <a:pt x="66463" y="90712"/>
                  </a:lnTo>
                  <a:lnTo>
                    <a:pt x="65830" y="90413"/>
                  </a:lnTo>
                  <a:lnTo>
                    <a:pt x="65293" y="90433"/>
                  </a:lnTo>
                  <a:lnTo>
                    <a:pt x="62649" y="92234"/>
                  </a:lnTo>
                  <a:lnTo>
                    <a:pt x="61063" y="92267"/>
                  </a:lnTo>
                  <a:lnTo>
                    <a:pt x="59877" y="91936"/>
                  </a:lnTo>
                  <a:lnTo>
                    <a:pt x="58846" y="92962"/>
                  </a:lnTo>
                  <a:lnTo>
                    <a:pt x="55971" y="93863"/>
                  </a:lnTo>
                  <a:lnTo>
                    <a:pt x="54435" y="94773"/>
                  </a:lnTo>
                  <a:lnTo>
                    <a:pt x="51586" y="97033"/>
                  </a:lnTo>
                  <a:lnTo>
                    <a:pt x="50873" y="98055"/>
                  </a:lnTo>
                  <a:lnTo>
                    <a:pt x="49965" y="98101"/>
                  </a:lnTo>
                  <a:lnTo>
                    <a:pt x="49309" y="96118"/>
                  </a:lnTo>
                  <a:lnTo>
                    <a:pt x="46211" y="94227"/>
                  </a:lnTo>
                  <a:lnTo>
                    <a:pt x="45275" y="94870"/>
                  </a:lnTo>
                  <a:lnTo>
                    <a:pt x="45791" y="95464"/>
                  </a:lnTo>
                  <a:lnTo>
                    <a:pt x="46493" y="95887"/>
                  </a:lnTo>
                  <a:lnTo>
                    <a:pt x="47650" y="96072"/>
                  </a:lnTo>
                  <a:lnTo>
                    <a:pt x="47151" y="96645"/>
                  </a:lnTo>
                  <a:lnTo>
                    <a:pt x="46774" y="97409"/>
                  </a:lnTo>
                  <a:lnTo>
                    <a:pt x="45613" y="96693"/>
                  </a:lnTo>
                  <a:lnTo>
                    <a:pt x="43540" y="95652"/>
                  </a:lnTo>
                  <a:lnTo>
                    <a:pt x="41393" y="95116"/>
                  </a:lnTo>
                  <a:lnTo>
                    <a:pt x="35803" y="95176"/>
                  </a:lnTo>
                  <a:lnTo>
                    <a:pt x="32133" y="96243"/>
                  </a:lnTo>
                  <a:lnTo>
                    <a:pt x="31796" y="96022"/>
                  </a:lnTo>
                  <a:lnTo>
                    <a:pt x="31442" y="95933"/>
                  </a:lnTo>
                  <a:lnTo>
                    <a:pt x="30831" y="96188"/>
                  </a:lnTo>
                  <a:lnTo>
                    <a:pt x="30568" y="96621"/>
                  </a:lnTo>
                  <a:lnTo>
                    <a:pt x="30169" y="96896"/>
                  </a:lnTo>
                  <a:lnTo>
                    <a:pt x="29419" y="96993"/>
                  </a:lnTo>
                  <a:lnTo>
                    <a:pt x="27911" y="96832"/>
                  </a:lnTo>
                  <a:lnTo>
                    <a:pt x="24997" y="96168"/>
                  </a:lnTo>
                  <a:lnTo>
                    <a:pt x="18407" y="95192"/>
                  </a:lnTo>
                  <a:lnTo>
                    <a:pt x="16682" y="94593"/>
                  </a:lnTo>
                  <a:lnTo>
                    <a:pt x="15203" y="93166"/>
                  </a:lnTo>
                  <a:lnTo>
                    <a:pt x="15234" y="92196"/>
                  </a:lnTo>
                  <a:lnTo>
                    <a:pt x="15891" y="91787"/>
                  </a:lnTo>
                  <a:lnTo>
                    <a:pt x="15829" y="90398"/>
                  </a:lnTo>
                  <a:lnTo>
                    <a:pt x="14545" y="90029"/>
                  </a:lnTo>
                  <a:lnTo>
                    <a:pt x="11934" y="88033"/>
                  </a:lnTo>
                  <a:lnTo>
                    <a:pt x="10974" y="87182"/>
                  </a:lnTo>
                  <a:lnTo>
                    <a:pt x="11182" y="87088"/>
                  </a:lnTo>
                  <a:lnTo>
                    <a:pt x="11651" y="87319"/>
                  </a:lnTo>
                  <a:lnTo>
                    <a:pt x="12543" y="87491"/>
                  </a:lnTo>
                  <a:lnTo>
                    <a:pt x="14734" y="87215"/>
                  </a:lnTo>
                  <a:lnTo>
                    <a:pt x="15484" y="85923"/>
                  </a:lnTo>
                  <a:lnTo>
                    <a:pt x="17111" y="85554"/>
                  </a:lnTo>
                  <a:lnTo>
                    <a:pt x="18608" y="85736"/>
                  </a:lnTo>
                  <a:lnTo>
                    <a:pt x="18272" y="85386"/>
                  </a:lnTo>
                  <a:lnTo>
                    <a:pt x="17890" y="85111"/>
                  </a:lnTo>
                  <a:lnTo>
                    <a:pt x="13992" y="84453"/>
                  </a:lnTo>
                  <a:lnTo>
                    <a:pt x="13462" y="84655"/>
                  </a:lnTo>
                  <a:lnTo>
                    <a:pt x="6474" y="83485"/>
                  </a:lnTo>
                  <a:lnTo>
                    <a:pt x="956" y="81454"/>
                  </a:lnTo>
                  <a:lnTo>
                    <a:pt x="504" y="81065"/>
                  </a:lnTo>
                  <a:lnTo>
                    <a:pt x="0" y="80199"/>
                  </a:lnTo>
                  <a:lnTo>
                    <a:pt x="744" y="79342"/>
                  </a:lnTo>
                  <a:lnTo>
                    <a:pt x="1492" y="78938"/>
                  </a:lnTo>
                  <a:lnTo>
                    <a:pt x="1526" y="79409"/>
                  </a:lnTo>
                  <a:lnTo>
                    <a:pt x="1646" y="79872"/>
                  </a:lnTo>
                  <a:lnTo>
                    <a:pt x="4809" y="78796"/>
                  </a:lnTo>
                  <a:lnTo>
                    <a:pt x="6462" y="77387"/>
                  </a:lnTo>
                  <a:lnTo>
                    <a:pt x="9594" y="77140"/>
                  </a:lnTo>
                  <a:lnTo>
                    <a:pt x="10323" y="76751"/>
                  </a:lnTo>
                  <a:lnTo>
                    <a:pt x="11295" y="75994"/>
                  </a:lnTo>
                  <a:lnTo>
                    <a:pt x="12684" y="74702"/>
                  </a:lnTo>
                  <a:lnTo>
                    <a:pt x="14647" y="74021"/>
                  </a:lnTo>
                  <a:lnTo>
                    <a:pt x="15985" y="73410"/>
                  </a:lnTo>
                  <a:lnTo>
                    <a:pt x="17727" y="73050"/>
                  </a:lnTo>
                  <a:lnTo>
                    <a:pt x="19214" y="73650"/>
                  </a:lnTo>
                  <a:lnTo>
                    <a:pt x="19673" y="73733"/>
                  </a:lnTo>
                  <a:lnTo>
                    <a:pt x="22371" y="73855"/>
                  </a:lnTo>
                  <a:lnTo>
                    <a:pt x="23258" y="73595"/>
                  </a:lnTo>
                  <a:lnTo>
                    <a:pt x="23636" y="73401"/>
                  </a:lnTo>
                  <a:lnTo>
                    <a:pt x="23918" y="73094"/>
                  </a:lnTo>
                  <a:lnTo>
                    <a:pt x="21269" y="72007"/>
                  </a:lnTo>
                  <a:lnTo>
                    <a:pt x="21537" y="71401"/>
                  </a:lnTo>
                  <a:lnTo>
                    <a:pt x="21875" y="70975"/>
                  </a:lnTo>
                  <a:lnTo>
                    <a:pt x="24966" y="69708"/>
                  </a:lnTo>
                  <a:lnTo>
                    <a:pt x="27342" y="69289"/>
                  </a:lnTo>
                  <a:lnTo>
                    <a:pt x="28613" y="69318"/>
                  </a:lnTo>
                  <a:lnTo>
                    <a:pt x="32301" y="67684"/>
                  </a:lnTo>
                  <a:lnTo>
                    <a:pt x="34322" y="67218"/>
                  </a:lnTo>
                  <a:lnTo>
                    <a:pt x="38128" y="66906"/>
                  </a:lnTo>
                  <a:lnTo>
                    <a:pt x="41255" y="66827"/>
                  </a:lnTo>
                  <a:lnTo>
                    <a:pt x="42101" y="67410"/>
                  </a:lnTo>
                  <a:lnTo>
                    <a:pt x="40422" y="67286"/>
                  </a:lnTo>
                  <a:lnTo>
                    <a:pt x="39682" y="67393"/>
                  </a:lnTo>
                  <a:lnTo>
                    <a:pt x="40209" y="67592"/>
                  </a:lnTo>
                  <a:lnTo>
                    <a:pt x="40803" y="68017"/>
                  </a:lnTo>
                  <a:lnTo>
                    <a:pt x="40631" y="68554"/>
                  </a:lnTo>
                  <a:lnTo>
                    <a:pt x="39598" y="70148"/>
                  </a:lnTo>
                  <a:lnTo>
                    <a:pt x="39682" y="71423"/>
                  </a:lnTo>
                  <a:lnTo>
                    <a:pt x="39010" y="71836"/>
                  </a:lnTo>
                  <a:lnTo>
                    <a:pt x="38360" y="72419"/>
                  </a:lnTo>
                  <a:lnTo>
                    <a:pt x="41561" y="74256"/>
                  </a:lnTo>
                  <a:lnTo>
                    <a:pt x="46518" y="74373"/>
                  </a:lnTo>
                  <a:lnTo>
                    <a:pt x="49214" y="74041"/>
                  </a:lnTo>
                  <a:lnTo>
                    <a:pt x="50772" y="74591"/>
                  </a:lnTo>
                  <a:lnTo>
                    <a:pt x="52048" y="74716"/>
                  </a:lnTo>
                  <a:lnTo>
                    <a:pt x="55573" y="74434"/>
                  </a:lnTo>
                  <a:lnTo>
                    <a:pt x="58228" y="74827"/>
                  </a:lnTo>
                  <a:lnTo>
                    <a:pt x="59338" y="74677"/>
                  </a:lnTo>
                  <a:lnTo>
                    <a:pt x="61793" y="71930"/>
                  </a:lnTo>
                  <a:lnTo>
                    <a:pt x="62753" y="71500"/>
                  </a:lnTo>
                  <a:lnTo>
                    <a:pt x="63797" y="71978"/>
                  </a:lnTo>
                  <a:lnTo>
                    <a:pt x="65159" y="72365"/>
                  </a:lnTo>
                  <a:lnTo>
                    <a:pt x="66028" y="72084"/>
                  </a:lnTo>
                  <a:lnTo>
                    <a:pt x="66737" y="72791"/>
                  </a:lnTo>
                  <a:lnTo>
                    <a:pt x="66403" y="71316"/>
                  </a:lnTo>
                  <a:lnTo>
                    <a:pt x="65923" y="70762"/>
                  </a:lnTo>
                  <a:lnTo>
                    <a:pt x="61910" y="69748"/>
                  </a:lnTo>
                  <a:lnTo>
                    <a:pt x="59226" y="70252"/>
                  </a:lnTo>
                  <a:lnTo>
                    <a:pt x="58387" y="69681"/>
                  </a:lnTo>
                  <a:lnTo>
                    <a:pt x="58664" y="68548"/>
                  </a:lnTo>
                  <a:lnTo>
                    <a:pt x="55792" y="65758"/>
                  </a:lnTo>
                  <a:lnTo>
                    <a:pt x="54595" y="65192"/>
                  </a:lnTo>
                  <a:lnTo>
                    <a:pt x="53178" y="65164"/>
                  </a:lnTo>
                  <a:lnTo>
                    <a:pt x="52457" y="64195"/>
                  </a:lnTo>
                  <a:lnTo>
                    <a:pt x="51854" y="62950"/>
                  </a:lnTo>
                  <a:lnTo>
                    <a:pt x="53075" y="62442"/>
                  </a:lnTo>
                  <a:lnTo>
                    <a:pt x="54179" y="62212"/>
                  </a:lnTo>
                  <a:lnTo>
                    <a:pt x="55202" y="62612"/>
                  </a:lnTo>
                  <a:lnTo>
                    <a:pt x="56357" y="64248"/>
                  </a:lnTo>
                  <a:lnTo>
                    <a:pt x="57434" y="64488"/>
                  </a:lnTo>
                  <a:lnTo>
                    <a:pt x="57120" y="66118"/>
                  </a:lnTo>
                  <a:lnTo>
                    <a:pt x="58456" y="67620"/>
                  </a:lnTo>
                  <a:lnTo>
                    <a:pt x="61470" y="69016"/>
                  </a:lnTo>
                  <a:lnTo>
                    <a:pt x="63883" y="68502"/>
                  </a:lnTo>
                  <a:lnTo>
                    <a:pt x="65587" y="68516"/>
                  </a:lnTo>
                  <a:lnTo>
                    <a:pt x="66606" y="68811"/>
                  </a:lnTo>
                  <a:lnTo>
                    <a:pt x="69100" y="70064"/>
                  </a:lnTo>
                  <a:lnTo>
                    <a:pt x="70367" y="70221"/>
                  </a:lnTo>
                  <a:lnTo>
                    <a:pt x="74330" y="69563"/>
                  </a:lnTo>
                  <a:lnTo>
                    <a:pt x="74371" y="68332"/>
                  </a:lnTo>
                  <a:lnTo>
                    <a:pt x="74038" y="67440"/>
                  </a:lnTo>
                  <a:lnTo>
                    <a:pt x="73108" y="66882"/>
                  </a:lnTo>
                  <a:lnTo>
                    <a:pt x="70431" y="66987"/>
                  </a:lnTo>
                  <a:lnTo>
                    <a:pt x="68348" y="66068"/>
                  </a:lnTo>
                  <a:lnTo>
                    <a:pt x="66574" y="66320"/>
                  </a:lnTo>
                  <a:lnTo>
                    <a:pt x="63295" y="67728"/>
                  </a:lnTo>
                  <a:lnTo>
                    <a:pt x="61652" y="67173"/>
                  </a:lnTo>
                  <a:lnTo>
                    <a:pt x="60619" y="66422"/>
                  </a:lnTo>
                  <a:lnTo>
                    <a:pt x="58956" y="65657"/>
                  </a:lnTo>
                  <a:lnTo>
                    <a:pt x="58747" y="64212"/>
                  </a:lnTo>
                  <a:lnTo>
                    <a:pt x="60143" y="62554"/>
                  </a:lnTo>
                  <a:lnTo>
                    <a:pt x="61175" y="61765"/>
                  </a:lnTo>
                  <a:lnTo>
                    <a:pt x="60250" y="61190"/>
                  </a:lnTo>
                  <a:lnTo>
                    <a:pt x="57928" y="60786"/>
                  </a:lnTo>
                  <a:lnTo>
                    <a:pt x="53896" y="61200"/>
                  </a:lnTo>
                  <a:lnTo>
                    <a:pt x="53707" y="60636"/>
                  </a:lnTo>
                  <a:lnTo>
                    <a:pt x="53727" y="60027"/>
                  </a:lnTo>
                  <a:lnTo>
                    <a:pt x="52084" y="61219"/>
                  </a:lnTo>
                  <a:lnTo>
                    <a:pt x="50397" y="60969"/>
                  </a:lnTo>
                  <a:lnTo>
                    <a:pt x="48123" y="61096"/>
                  </a:lnTo>
                  <a:lnTo>
                    <a:pt x="43108" y="60046"/>
                  </a:lnTo>
                  <a:lnTo>
                    <a:pt x="41323" y="58750"/>
                  </a:lnTo>
                  <a:lnTo>
                    <a:pt x="40573" y="57697"/>
                  </a:lnTo>
                  <a:lnTo>
                    <a:pt x="39221" y="54816"/>
                  </a:lnTo>
                  <a:lnTo>
                    <a:pt x="37494" y="53014"/>
                  </a:lnTo>
                  <a:lnTo>
                    <a:pt x="25566" y="46893"/>
                  </a:lnTo>
                  <a:lnTo>
                    <a:pt x="20140" y="45355"/>
                  </a:lnTo>
                  <a:lnTo>
                    <a:pt x="17525" y="43653"/>
                  </a:lnTo>
                  <a:lnTo>
                    <a:pt x="15887" y="43234"/>
                  </a:lnTo>
                  <a:lnTo>
                    <a:pt x="14322" y="43062"/>
                  </a:lnTo>
                  <a:lnTo>
                    <a:pt x="12318" y="42513"/>
                  </a:lnTo>
                  <a:lnTo>
                    <a:pt x="13666" y="41838"/>
                  </a:lnTo>
                  <a:lnTo>
                    <a:pt x="14593" y="41610"/>
                  </a:lnTo>
                  <a:lnTo>
                    <a:pt x="13628" y="42315"/>
                  </a:lnTo>
                  <a:lnTo>
                    <a:pt x="14361" y="42493"/>
                  </a:lnTo>
                  <a:lnTo>
                    <a:pt x="15528" y="42086"/>
                  </a:lnTo>
                  <a:lnTo>
                    <a:pt x="16157" y="41599"/>
                  </a:lnTo>
                  <a:lnTo>
                    <a:pt x="17080" y="39534"/>
                  </a:lnTo>
                  <a:lnTo>
                    <a:pt x="18035" y="36410"/>
                  </a:lnTo>
                  <a:lnTo>
                    <a:pt x="17779" y="35180"/>
                  </a:lnTo>
                  <a:lnTo>
                    <a:pt x="24398" y="35428"/>
                  </a:lnTo>
                  <a:lnTo>
                    <a:pt x="28802" y="35221"/>
                  </a:lnTo>
                  <a:lnTo>
                    <a:pt x="30262" y="34942"/>
                  </a:lnTo>
                  <a:lnTo>
                    <a:pt x="35818" y="34467"/>
                  </a:lnTo>
                  <a:lnTo>
                    <a:pt x="37258" y="34123"/>
                  </a:lnTo>
                  <a:lnTo>
                    <a:pt x="39928" y="33070"/>
                  </a:lnTo>
                  <a:lnTo>
                    <a:pt x="43072" y="31209"/>
                  </a:lnTo>
                  <a:lnTo>
                    <a:pt x="45769" y="28764"/>
                  </a:lnTo>
                  <a:lnTo>
                    <a:pt x="46199" y="28106"/>
                  </a:lnTo>
                  <a:lnTo>
                    <a:pt x="46369" y="28275"/>
                  </a:lnTo>
                  <a:lnTo>
                    <a:pt x="46612" y="28170"/>
                  </a:lnTo>
                  <a:lnTo>
                    <a:pt x="46900" y="27244"/>
                  </a:lnTo>
                  <a:lnTo>
                    <a:pt x="47255" y="25063"/>
                  </a:lnTo>
                  <a:lnTo>
                    <a:pt x="48593" y="23007"/>
                  </a:lnTo>
                  <a:lnTo>
                    <a:pt x="54286" y="18320"/>
                  </a:lnTo>
                  <a:lnTo>
                    <a:pt x="56927" y="16465"/>
                  </a:lnTo>
                  <a:lnTo>
                    <a:pt x="57809" y="15621"/>
                  </a:lnTo>
                  <a:lnTo>
                    <a:pt x="58727" y="15007"/>
                  </a:lnTo>
                  <a:lnTo>
                    <a:pt x="59373" y="15591"/>
                  </a:lnTo>
                  <a:lnTo>
                    <a:pt x="59683" y="15765"/>
                  </a:lnTo>
                  <a:lnTo>
                    <a:pt x="59861" y="16040"/>
                  </a:lnTo>
                  <a:lnTo>
                    <a:pt x="59318" y="16168"/>
                  </a:lnTo>
                  <a:lnTo>
                    <a:pt x="58433" y="16768"/>
                  </a:lnTo>
                  <a:lnTo>
                    <a:pt x="57199" y="17169"/>
                  </a:lnTo>
                  <a:lnTo>
                    <a:pt x="56902" y="17374"/>
                  </a:lnTo>
                  <a:lnTo>
                    <a:pt x="57625" y="17329"/>
                  </a:lnTo>
                  <a:lnTo>
                    <a:pt x="59794" y="16892"/>
                  </a:lnTo>
                  <a:lnTo>
                    <a:pt x="61016" y="16362"/>
                  </a:lnTo>
                  <a:lnTo>
                    <a:pt x="67096" y="15385"/>
                  </a:lnTo>
                  <a:lnTo>
                    <a:pt x="70395" y="13768"/>
                  </a:lnTo>
                  <a:lnTo>
                    <a:pt x="70523" y="13407"/>
                  </a:lnTo>
                  <a:lnTo>
                    <a:pt x="75414" y="11387"/>
                  </a:lnTo>
                  <a:lnTo>
                    <a:pt x="76091" y="11466"/>
                  </a:lnTo>
                  <a:lnTo>
                    <a:pt x="76871" y="11709"/>
                  </a:lnTo>
                  <a:lnTo>
                    <a:pt x="75515" y="13042"/>
                  </a:lnTo>
                  <a:lnTo>
                    <a:pt x="76469" y="13391"/>
                  </a:lnTo>
                  <a:lnTo>
                    <a:pt x="75623" y="14985"/>
                  </a:lnTo>
                  <a:lnTo>
                    <a:pt x="77397" y="15010"/>
                  </a:lnTo>
                  <a:lnTo>
                    <a:pt x="77793" y="15744"/>
                  </a:lnTo>
                  <a:lnTo>
                    <a:pt x="77892" y="15112"/>
                  </a:lnTo>
                  <a:lnTo>
                    <a:pt x="77870" y="14204"/>
                  </a:lnTo>
                  <a:lnTo>
                    <a:pt x="78011" y="13315"/>
                  </a:lnTo>
                  <a:lnTo>
                    <a:pt x="78272" y="12700"/>
                  </a:lnTo>
                  <a:lnTo>
                    <a:pt x="79518" y="12978"/>
                  </a:lnTo>
                  <a:lnTo>
                    <a:pt x="82324" y="12318"/>
                  </a:lnTo>
                  <a:lnTo>
                    <a:pt x="78923" y="12235"/>
                  </a:lnTo>
                  <a:lnTo>
                    <a:pt x="76883" y="10789"/>
                  </a:lnTo>
                  <a:lnTo>
                    <a:pt x="75750" y="10778"/>
                  </a:lnTo>
                  <a:lnTo>
                    <a:pt x="79541" y="8660"/>
                  </a:lnTo>
                  <a:lnTo>
                    <a:pt x="83007" y="7380"/>
                  </a:lnTo>
                  <a:lnTo>
                    <a:pt x="83790" y="7405"/>
                  </a:lnTo>
                  <a:lnTo>
                    <a:pt x="84169" y="7643"/>
                  </a:lnTo>
                  <a:lnTo>
                    <a:pt x="84250" y="8030"/>
                  </a:lnTo>
                  <a:lnTo>
                    <a:pt x="83502" y="8282"/>
                  </a:lnTo>
                  <a:lnTo>
                    <a:pt x="82768" y="8737"/>
                  </a:lnTo>
                  <a:lnTo>
                    <a:pt x="83105" y="9137"/>
                  </a:lnTo>
                  <a:lnTo>
                    <a:pt x="83607" y="9194"/>
                  </a:lnTo>
                  <a:lnTo>
                    <a:pt x="85273" y="8865"/>
                  </a:lnTo>
                  <a:lnTo>
                    <a:pt x="86018" y="8453"/>
                  </a:lnTo>
                  <a:lnTo>
                    <a:pt x="89569" y="8489"/>
                  </a:lnTo>
                  <a:lnTo>
                    <a:pt x="90611" y="8195"/>
                  </a:lnTo>
                  <a:lnTo>
                    <a:pt x="90861" y="7902"/>
                  </a:lnTo>
                  <a:lnTo>
                    <a:pt x="95458" y="7843"/>
                  </a:lnTo>
                  <a:lnTo>
                    <a:pt x="96301" y="7637"/>
                  </a:lnTo>
                  <a:lnTo>
                    <a:pt x="99175" y="6505"/>
                  </a:lnTo>
                  <a:lnTo>
                    <a:pt x="101832" y="5133"/>
                  </a:lnTo>
                  <a:lnTo>
                    <a:pt x="103057" y="4385"/>
                  </a:lnTo>
                  <a:lnTo>
                    <a:pt x="105157" y="2477"/>
                  </a:lnTo>
                  <a:lnTo>
                    <a:pt x="106955" y="1237"/>
                  </a:lnTo>
                  <a:lnTo>
                    <a:pt x="109917" y="0"/>
                  </a:lnTo>
                  <a:lnTo>
                    <a:pt x="110626" y="153"/>
                  </a:lnTo>
                  <a:lnTo>
                    <a:pt x="109666" y="398"/>
                  </a:lnTo>
                  <a:lnTo>
                    <a:pt x="108999" y="922"/>
                  </a:lnTo>
                  <a:lnTo>
                    <a:pt x="109919" y="1619"/>
                  </a:lnTo>
                  <a:lnTo>
                    <a:pt x="116152" y="3058"/>
                  </a:lnTo>
                  <a:lnTo>
                    <a:pt x="117718" y="3136"/>
                  </a:lnTo>
                  <a:lnTo>
                    <a:pt x="118344" y="3997"/>
                  </a:lnTo>
                  <a:lnTo>
                    <a:pt x="117822" y="4827"/>
                  </a:lnTo>
                  <a:lnTo>
                    <a:pt x="116216" y="5750"/>
                  </a:lnTo>
                  <a:lnTo>
                    <a:pt x="112979" y="6692"/>
                  </a:lnTo>
                  <a:lnTo>
                    <a:pt x="113968" y="7049"/>
                  </a:lnTo>
                  <a:lnTo>
                    <a:pt x="114616" y="7890"/>
                  </a:lnTo>
                  <a:lnTo>
                    <a:pt x="115574" y="7992"/>
                  </a:lnTo>
                  <a:lnTo>
                    <a:pt x="117127" y="7676"/>
                  </a:lnTo>
                  <a:lnTo>
                    <a:pt x="118345" y="7159"/>
                  </a:lnTo>
                  <a:lnTo>
                    <a:pt x="120861" y="5477"/>
                  </a:lnTo>
                  <a:lnTo>
                    <a:pt x="121653" y="4539"/>
                  </a:lnTo>
                  <a:lnTo>
                    <a:pt x="122248" y="4302"/>
                  </a:lnTo>
                  <a:lnTo>
                    <a:pt x="124358" y="4527"/>
                  </a:lnTo>
                  <a:lnTo>
                    <a:pt x="125552" y="5009"/>
                  </a:lnTo>
                  <a:lnTo>
                    <a:pt x="126913" y="5865"/>
                  </a:lnTo>
                  <a:lnTo>
                    <a:pt x="126415" y="6693"/>
                  </a:lnTo>
                  <a:lnTo>
                    <a:pt x="125858" y="7160"/>
                  </a:lnTo>
                  <a:lnTo>
                    <a:pt x="127623" y="7806"/>
                  </a:lnTo>
                  <a:lnTo>
                    <a:pt x="129576" y="7941"/>
                  </a:lnTo>
                  <a:lnTo>
                    <a:pt x="131440" y="8460"/>
                  </a:lnTo>
                  <a:lnTo>
                    <a:pt x="134061" y="7396"/>
                  </a:lnTo>
                  <a:lnTo>
                    <a:pt x="136112" y="7170"/>
                  </a:lnTo>
                  <a:lnTo>
                    <a:pt x="138039" y="7205"/>
                  </a:lnTo>
                  <a:lnTo>
                    <a:pt x="140544" y="6626"/>
                  </a:lnTo>
                  <a:lnTo>
                    <a:pt x="144783" y="7415"/>
                  </a:lnTo>
                  <a:lnTo>
                    <a:pt x="145862" y="7210"/>
                  </a:lnTo>
                  <a:lnTo>
                    <a:pt x="147561" y="7346"/>
                  </a:lnTo>
                  <a:lnTo>
                    <a:pt x="149367" y="7823"/>
                  </a:lnTo>
                  <a:lnTo>
                    <a:pt x="150005" y="8331"/>
                  </a:lnTo>
                  <a:lnTo>
                    <a:pt x="148072" y="9406"/>
                  </a:lnTo>
                  <a:lnTo>
                    <a:pt x="147756" y="10517"/>
                  </a:lnTo>
                  <a:lnTo>
                    <a:pt x="148431" y="10979"/>
                  </a:lnTo>
                  <a:lnTo>
                    <a:pt x="149657" y="11059"/>
                  </a:lnTo>
                  <a:lnTo>
                    <a:pt x="149811" y="11707"/>
                  </a:lnTo>
                  <a:lnTo>
                    <a:pt x="150572" y="11870"/>
                  </a:lnTo>
                  <a:lnTo>
                    <a:pt x="154394" y="11820"/>
                  </a:lnTo>
                  <a:lnTo>
                    <a:pt x="154102" y="12129"/>
                  </a:lnTo>
                  <a:lnTo>
                    <a:pt x="153915" y="12502"/>
                  </a:lnTo>
                  <a:lnTo>
                    <a:pt x="152732" y="13328"/>
                  </a:lnTo>
                  <a:lnTo>
                    <a:pt x="159542" y="13793"/>
                  </a:lnTo>
                  <a:lnTo>
                    <a:pt x="160458" y="13334"/>
                  </a:lnTo>
                  <a:lnTo>
                    <a:pt x="161868" y="13152"/>
                  </a:lnTo>
                  <a:lnTo>
                    <a:pt x="164861" y="12521"/>
                  </a:lnTo>
                  <a:lnTo>
                    <a:pt x="165988" y="12797"/>
                  </a:lnTo>
                  <a:lnTo>
                    <a:pt x="167315" y="13442"/>
                  </a:lnTo>
                  <a:lnTo>
                    <a:pt x="168541" y="13576"/>
                  </a:lnTo>
                  <a:lnTo>
                    <a:pt x="169688" y="13445"/>
                  </a:lnTo>
                  <a:lnTo>
                    <a:pt x="172359" y="12525"/>
                  </a:lnTo>
                  <a:lnTo>
                    <a:pt x="175444" y="12480"/>
                  </a:lnTo>
                  <a:lnTo>
                    <a:pt x="176706" y="12779"/>
                  </a:lnTo>
                  <a:lnTo>
                    <a:pt x="178042" y="12649"/>
                  </a:lnTo>
                  <a:lnTo>
                    <a:pt x="182059" y="13703"/>
                  </a:lnTo>
                  <a:lnTo>
                    <a:pt x="183539" y="13827"/>
                  </a:lnTo>
                  <a:lnTo>
                    <a:pt x="185518" y="15199"/>
                  </a:lnTo>
                  <a:lnTo>
                    <a:pt x="186540" y="15240"/>
                  </a:lnTo>
                  <a:lnTo>
                    <a:pt x="187698" y="14658"/>
                  </a:lnTo>
                  <a:lnTo>
                    <a:pt x="188702" y="14675"/>
                  </a:lnTo>
                  <a:lnTo>
                    <a:pt x="189682" y="15233"/>
                  </a:lnTo>
                  <a:lnTo>
                    <a:pt x="191286" y="15403"/>
                  </a:lnTo>
                  <a:lnTo>
                    <a:pt x="192033" y="16284"/>
                  </a:lnTo>
                  <a:lnTo>
                    <a:pt x="192839" y="16604"/>
                  </a:lnTo>
                  <a:lnTo>
                    <a:pt x="198917" y="17257"/>
                  </a:lnTo>
                  <a:lnTo>
                    <a:pt x="201926" y="16959"/>
                  </a:lnTo>
                  <a:lnTo>
                    <a:pt x="206312" y="17037"/>
                  </a:lnTo>
                  <a:lnTo>
                    <a:pt x="208428" y="17454"/>
                  </a:lnTo>
                  <a:lnTo>
                    <a:pt x="210646" y="17401"/>
                  </a:lnTo>
                  <a:lnTo>
                    <a:pt x="214271" y="18923"/>
                  </a:lnTo>
                  <a:lnTo>
                    <a:pt x="216194" y="19160"/>
                  </a:lnTo>
                  <a:lnTo>
                    <a:pt x="216567" y="19512"/>
                  </a:lnTo>
                  <a:lnTo>
                    <a:pt x="222037" y="19883"/>
                  </a:lnTo>
                  <a:lnTo>
                    <a:pt x="223951" y="19089"/>
                  </a:lnTo>
                  <a:lnTo>
                    <a:pt x="227288" y="18879"/>
                  </a:lnTo>
                  <a:lnTo>
                    <a:pt x="230294" y="18211"/>
                  </a:lnTo>
                  <a:lnTo>
                    <a:pt x="231997" y="18218"/>
                  </a:lnTo>
                  <a:lnTo>
                    <a:pt x="233978" y="18384"/>
                  </a:lnTo>
                  <a:lnTo>
                    <a:pt x="234740" y="18304"/>
                  </a:lnTo>
                  <a:lnTo>
                    <a:pt x="235290" y="18012"/>
                  </a:lnTo>
                  <a:lnTo>
                    <a:pt x="240120" y="19162"/>
                  </a:lnTo>
                  <a:lnTo>
                    <a:pt x="242823" y="20477"/>
                  </a:lnTo>
                  <a:lnTo>
                    <a:pt x="244007" y="21448"/>
                  </a:lnTo>
                  <a:lnTo>
                    <a:pt x="249662" y="22836"/>
                  </a:lnTo>
                  <a:lnTo>
                    <a:pt x="251298" y="23613"/>
                  </a:lnTo>
                  <a:lnTo>
                    <a:pt x="252418" y="24468"/>
                  </a:lnTo>
                  <a:lnTo>
                    <a:pt x="253074" y="24560"/>
                  </a:lnTo>
                  <a:lnTo>
                    <a:pt x="253537" y="24310"/>
                  </a:lnTo>
                  <a:lnTo>
                    <a:pt x="255513" y="2438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g1590"/>
            <p:cNvSpPr/>
            <p:nvPr/>
          </p:nvSpPr>
          <p:spPr>
            <a:xfrm>
              <a:off x="4700613" y="1860703"/>
              <a:ext cx="1144" cy="1229"/>
            </a:xfrm>
            <a:custGeom>
              <a:avLst/>
              <a:pathLst>
                <a:path w="1144" h="1229">
                  <a:moveTo>
                    <a:pt x="1047" y="628"/>
                  </a:moveTo>
                  <a:lnTo>
                    <a:pt x="794" y="1229"/>
                  </a:lnTo>
                  <a:lnTo>
                    <a:pt x="349" y="1086"/>
                  </a:lnTo>
                  <a:lnTo>
                    <a:pt x="0" y="686"/>
                  </a:lnTo>
                  <a:lnTo>
                    <a:pt x="116" y="371"/>
                  </a:lnTo>
                  <a:lnTo>
                    <a:pt x="639" y="200"/>
                  </a:lnTo>
                  <a:lnTo>
                    <a:pt x="911" y="28"/>
                  </a:lnTo>
                  <a:lnTo>
                    <a:pt x="1144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g1591"/>
            <p:cNvSpPr/>
            <p:nvPr/>
          </p:nvSpPr>
          <p:spPr>
            <a:xfrm>
              <a:off x="4693912" y="1858513"/>
              <a:ext cx="2536" cy="3749"/>
            </a:xfrm>
            <a:custGeom>
              <a:avLst/>
              <a:pathLst>
                <a:path w="2536" h="3749">
                  <a:moveTo>
                    <a:pt x="2322" y="3622"/>
                  </a:moveTo>
                  <a:lnTo>
                    <a:pt x="1850" y="3749"/>
                  </a:lnTo>
                  <a:lnTo>
                    <a:pt x="980" y="3729"/>
                  </a:lnTo>
                  <a:lnTo>
                    <a:pt x="483" y="3587"/>
                  </a:lnTo>
                  <a:lnTo>
                    <a:pt x="785" y="2454"/>
                  </a:lnTo>
                  <a:lnTo>
                    <a:pt x="760" y="2195"/>
                  </a:lnTo>
                  <a:lnTo>
                    <a:pt x="509" y="2043"/>
                  </a:lnTo>
                  <a:lnTo>
                    <a:pt x="130" y="1582"/>
                  </a:lnTo>
                  <a:lnTo>
                    <a:pt x="0" y="896"/>
                  </a:lnTo>
                  <a:lnTo>
                    <a:pt x="147" y="265"/>
                  </a:lnTo>
                  <a:lnTo>
                    <a:pt x="424" y="0"/>
                  </a:lnTo>
                  <a:lnTo>
                    <a:pt x="600" y="43"/>
                  </a:lnTo>
                  <a:lnTo>
                    <a:pt x="1132" y="1010"/>
                  </a:lnTo>
                  <a:lnTo>
                    <a:pt x="1604" y="1291"/>
                  </a:lnTo>
                  <a:lnTo>
                    <a:pt x="2536" y="1452"/>
                  </a:lnTo>
                  <a:lnTo>
                    <a:pt x="2068" y="2405"/>
                  </a:lnTo>
                  <a:lnTo>
                    <a:pt x="2412" y="342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g1592"/>
            <p:cNvSpPr/>
            <p:nvPr/>
          </p:nvSpPr>
          <p:spPr>
            <a:xfrm>
              <a:off x="4552142" y="1783152"/>
              <a:ext cx="162359" cy="116927"/>
            </a:xfrm>
            <a:custGeom>
              <a:avLst/>
              <a:pathLst>
                <a:path w="162359" h="116927">
                  <a:moveTo>
                    <a:pt x="141638" y="46121"/>
                  </a:moveTo>
                  <a:lnTo>
                    <a:pt x="141943" y="45872"/>
                  </a:lnTo>
                  <a:lnTo>
                    <a:pt x="142483" y="45619"/>
                  </a:lnTo>
                  <a:lnTo>
                    <a:pt x="143371" y="46102"/>
                  </a:lnTo>
                  <a:lnTo>
                    <a:pt x="144154" y="46710"/>
                  </a:lnTo>
                  <a:lnTo>
                    <a:pt x="144340" y="46991"/>
                  </a:lnTo>
                  <a:lnTo>
                    <a:pt x="144304" y="47317"/>
                  </a:lnTo>
                  <a:lnTo>
                    <a:pt x="142447" y="48504"/>
                  </a:lnTo>
                  <a:lnTo>
                    <a:pt x="141293" y="49060"/>
                  </a:lnTo>
                  <a:lnTo>
                    <a:pt x="140785" y="49160"/>
                  </a:lnTo>
                  <a:lnTo>
                    <a:pt x="140646" y="49316"/>
                  </a:lnTo>
                  <a:lnTo>
                    <a:pt x="140281" y="50668"/>
                  </a:lnTo>
                  <a:lnTo>
                    <a:pt x="139566" y="50911"/>
                  </a:lnTo>
                  <a:lnTo>
                    <a:pt x="138649" y="51326"/>
                  </a:lnTo>
                  <a:lnTo>
                    <a:pt x="138006" y="51949"/>
                  </a:lnTo>
                  <a:lnTo>
                    <a:pt x="136985" y="53424"/>
                  </a:lnTo>
                  <a:lnTo>
                    <a:pt x="134393" y="55567"/>
                  </a:lnTo>
                  <a:lnTo>
                    <a:pt x="134355" y="56006"/>
                  </a:lnTo>
                  <a:lnTo>
                    <a:pt x="134581" y="56362"/>
                  </a:lnTo>
                  <a:lnTo>
                    <a:pt x="135425" y="56608"/>
                  </a:lnTo>
                  <a:lnTo>
                    <a:pt x="136539" y="57267"/>
                  </a:lnTo>
                  <a:lnTo>
                    <a:pt x="137140" y="57782"/>
                  </a:lnTo>
                  <a:lnTo>
                    <a:pt x="138792" y="57116"/>
                  </a:lnTo>
                  <a:lnTo>
                    <a:pt x="139198" y="57263"/>
                  </a:lnTo>
                  <a:lnTo>
                    <a:pt x="139629" y="57951"/>
                  </a:lnTo>
                  <a:lnTo>
                    <a:pt x="140083" y="59876"/>
                  </a:lnTo>
                  <a:lnTo>
                    <a:pt x="140821" y="60400"/>
                  </a:lnTo>
                  <a:lnTo>
                    <a:pt x="141788" y="60804"/>
                  </a:lnTo>
                  <a:lnTo>
                    <a:pt x="142387" y="60935"/>
                  </a:lnTo>
                  <a:lnTo>
                    <a:pt x="143189" y="61408"/>
                  </a:lnTo>
                  <a:lnTo>
                    <a:pt x="144255" y="61585"/>
                  </a:lnTo>
                  <a:lnTo>
                    <a:pt x="144969" y="61410"/>
                  </a:lnTo>
                  <a:lnTo>
                    <a:pt x="145860" y="61816"/>
                  </a:lnTo>
                  <a:lnTo>
                    <a:pt x="146005" y="61640"/>
                  </a:lnTo>
                  <a:lnTo>
                    <a:pt x="146124" y="58769"/>
                  </a:lnTo>
                  <a:lnTo>
                    <a:pt x="146872" y="59249"/>
                  </a:lnTo>
                  <a:lnTo>
                    <a:pt x="147303" y="59241"/>
                  </a:lnTo>
                  <a:lnTo>
                    <a:pt x="147681" y="58889"/>
                  </a:lnTo>
                  <a:lnTo>
                    <a:pt x="147877" y="58412"/>
                  </a:lnTo>
                  <a:lnTo>
                    <a:pt x="148004" y="57464"/>
                  </a:lnTo>
                  <a:lnTo>
                    <a:pt x="147839" y="56518"/>
                  </a:lnTo>
                  <a:lnTo>
                    <a:pt x="148173" y="56087"/>
                  </a:lnTo>
                  <a:lnTo>
                    <a:pt x="148432" y="55989"/>
                  </a:lnTo>
                  <a:lnTo>
                    <a:pt x="148624" y="56103"/>
                  </a:lnTo>
                  <a:lnTo>
                    <a:pt x="148738" y="56346"/>
                  </a:lnTo>
                  <a:lnTo>
                    <a:pt x="148771" y="57205"/>
                  </a:lnTo>
                  <a:lnTo>
                    <a:pt x="149310" y="57567"/>
                  </a:lnTo>
                  <a:lnTo>
                    <a:pt x="149639" y="57775"/>
                  </a:lnTo>
                  <a:lnTo>
                    <a:pt x="149954" y="58502"/>
                  </a:lnTo>
                  <a:lnTo>
                    <a:pt x="150259" y="59194"/>
                  </a:lnTo>
                  <a:lnTo>
                    <a:pt x="150454" y="60817"/>
                  </a:lnTo>
                  <a:lnTo>
                    <a:pt x="151210" y="60928"/>
                  </a:lnTo>
                  <a:lnTo>
                    <a:pt x="152099" y="61239"/>
                  </a:lnTo>
                  <a:lnTo>
                    <a:pt x="152695" y="60935"/>
                  </a:lnTo>
                  <a:lnTo>
                    <a:pt x="153156" y="61114"/>
                  </a:lnTo>
                  <a:lnTo>
                    <a:pt x="153314" y="61885"/>
                  </a:lnTo>
                  <a:lnTo>
                    <a:pt x="153312" y="62605"/>
                  </a:lnTo>
                  <a:lnTo>
                    <a:pt x="153375" y="63176"/>
                  </a:lnTo>
                  <a:lnTo>
                    <a:pt x="153618" y="63338"/>
                  </a:lnTo>
                  <a:lnTo>
                    <a:pt x="154393" y="62980"/>
                  </a:lnTo>
                  <a:lnTo>
                    <a:pt x="155047" y="62931"/>
                  </a:lnTo>
                  <a:lnTo>
                    <a:pt x="155645" y="63273"/>
                  </a:lnTo>
                  <a:lnTo>
                    <a:pt x="156389" y="63793"/>
                  </a:lnTo>
                  <a:lnTo>
                    <a:pt x="157472" y="65158"/>
                  </a:lnTo>
                  <a:lnTo>
                    <a:pt x="157830" y="65352"/>
                  </a:lnTo>
                  <a:lnTo>
                    <a:pt x="159464" y="65460"/>
                  </a:lnTo>
                  <a:lnTo>
                    <a:pt x="159801" y="65736"/>
                  </a:lnTo>
                  <a:lnTo>
                    <a:pt x="160363" y="65735"/>
                  </a:lnTo>
                  <a:lnTo>
                    <a:pt x="160969" y="65488"/>
                  </a:lnTo>
                  <a:lnTo>
                    <a:pt x="162313" y="65929"/>
                  </a:lnTo>
                  <a:lnTo>
                    <a:pt x="162359" y="66178"/>
                  </a:lnTo>
                  <a:lnTo>
                    <a:pt x="162131" y="66522"/>
                  </a:lnTo>
                  <a:lnTo>
                    <a:pt x="158923" y="68414"/>
                  </a:lnTo>
                  <a:lnTo>
                    <a:pt x="158687" y="68995"/>
                  </a:lnTo>
                  <a:lnTo>
                    <a:pt x="158032" y="69735"/>
                  </a:lnTo>
                  <a:lnTo>
                    <a:pt x="157318" y="70156"/>
                  </a:lnTo>
                  <a:lnTo>
                    <a:pt x="156971" y="70171"/>
                  </a:lnTo>
                  <a:lnTo>
                    <a:pt x="155406" y="69422"/>
                  </a:lnTo>
                  <a:lnTo>
                    <a:pt x="155222" y="69603"/>
                  </a:lnTo>
                  <a:lnTo>
                    <a:pt x="155094" y="69905"/>
                  </a:lnTo>
                  <a:lnTo>
                    <a:pt x="155100" y="70236"/>
                  </a:lnTo>
                  <a:lnTo>
                    <a:pt x="155443" y="71026"/>
                  </a:lnTo>
                  <a:lnTo>
                    <a:pt x="155285" y="71524"/>
                  </a:lnTo>
                  <a:lnTo>
                    <a:pt x="154987" y="71883"/>
                  </a:lnTo>
                  <a:lnTo>
                    <a:pt x="154006" y="71568"/>
                  </a:lnTo>
                  <a:lnTo>
                    <a:pt x="153823" y="71367"/>
                  </a:lnTo>
                  <a:lnTo>
                    <a:pt x="153805" y="71147"/>
                  </a:lnTo>
                  <a:lnTo>
                    <a:pt x="153427" y="71147"/>
                  </a:lnTo>
                  <a:lnTo>
                    <a:pt x="152844" y="71367"/>
                  </a:lnTo>
                  <a:lnTo>
                    <a:pt x="151722" y="72733"/>
                  </a:lnTo>
                  <a:lnTo>
                    <a:pt x="151329" y="73447"/>
                  </a:lnTo>
                  <a:lnTo>
                    <a:pt x="151183" y="73878"/>
                  </a:lnTo>
                  <a:lnTo>
                    <a:pt x="150682" y="74124"/>
                  </a:lnTo>
                  <a:lnTo>
                    <a:pt x="150140" y="74217"/>
                  </a:lnTo>
                  <a:lnTo>
                    <a:pt x="149452" y="74862"/>
                  </a:lnTo>
                  <a:lnTo>
                    <a:pt x="148693" y="75360"/>
                  </a:lnTo>
                  <a:lnTo>
                    <a:pt x="148450" y="74994"/>
                  </a:lnTo>
                  <a:lnTo>
                    <a:pt x="148299" y="74584"/>
                  </a:lnTo>
                  <a:lnTo>
                    <a:pt x="148101" y="74457"/>
                  </a:lnTo>
                  <a:lnTo>
                    <a:pt x="147633" y="74553"/>
                  </a:lnTo>
                  <a:lnTo>
                    <a:pt x="147065" y="74570"/>
                  </a:lnTo>
                  <a:lnTo>
                    <a:pt x="146469" y="74110"/>
                  </a:lnTo>
                  <a:lnTo>
                    <a:pt x="145701" y="73647"/>
                  </a:lnTo>
                  <a:lnTo>
                    <a:pt x="145024" y="73483"/>
                  </a:lnTo>
                  <a:lnTo>
                    <a:pt x="143036" y="73702"/>
                  </a:lnTo>
                  <a:lnTo>
                    <a:pt x="142053" y="73930"/>
                  </a:lnTo>
                  <a:lnTo>
                    <a:pt x="141744" y="74153"/>
                  </a:lnTo>
                  <a:lnTo>
                    <a:pt x="141190" y="74213"/>
                  </a:lnTo>
                  <a:lnTo>
                    <a:pt x="138860" y="74679"/>
                  </a:lnTo>
                  <a:lnTo>
                    <a:pt x="138383" y="74498"/>
                  </a:lnTo>
                  <a:lnTo>
                    <a:pt x="138034" y="73759"/>
                  </a:lnTo>
                  <a:lnTo>
                    <a:pt x="137729" y="72959"/>
                  </a:lnTo>
                  <a:lnTo>
                    <a:pt x="137127" y="72668"/>
                  </a:lnTo>
                  <a:lnTo>
                    <a:pt x="136448" y="72445"/>
                  </a:lnTo>
                  <a:lnTo>
                    <a:pt x="136196" y="72127"/>
                  </a:lnTo>
                  <a:lnTo>
                    <a:pt x="136179" y="71738"/>
                  </a:lnTo>
                  <a:lnTo>
                    <a:pt x="136249" y="71358"/>
                  </a:lnTo>
                  <a:lnTo>
                    <a:pt x="136301" y="71160"/>
                  </a:lnTo>
                  <a:lnTo>
                    <a:pt x="137873" y="69635"/>
                  </a:lnTo>
                  <a:lnTo>
                    <a:pt x="139288" y="68263"/>
                  </a:lnTo>
                  <a:lnTo>
                    <a:pt x="139417" y="68153"/>
                  </a:lnTo>
                  <a:lnTo>
                    <a:pt x="139545" y="67892"/>
                  </a:lnTo>
                  <a:lnTo>
                    <a:pt x="139787" y="67418"/>
                  </a:lnTo>
                  <a:lnTo>
                    <a:pt x="139786" y="67169"/>
                  </a:lnTo>
                  <a:lnTo>
                    <a:pt x="138728" y="66626"/>
                  </a:lnTo>
                  <a:lnTo>
                    <a:pt x="138686" y="66374"/>
                  </a:lnTo>
                  <a:lnTo>
                    <a:pt x="138900" y="66116"/>
                  </a:lnTo>
                  <a:lnTo>
                    <a:pt x="138900" y="65774"/>
                  </a:lnTo>
                  <a:lnTo>
                    <a:pt x="138151" y="64772"/>
                  </a:lnTo>
                  <a:lnTo>
                    <a:pt x="136858" y="63210"/>
                  </a:lnTo>
                  <a:lnTo>
                    <a:pt x="136484" y="63048"/>
                  </a:lnTo>
                  <a:lnTo>
                    <a:pt x="136206" y="63152"/>
                  </a:lnTo>
                  <a:lnTo>
                    <a:pt x="135698" y="64664"/>
                  </a:lnTo>
                  <a:lnTo>
                    <a:pt x="135444" y="65048"/>
                  </a:lnTo>
                  <a:lnTo>
                    <a:pt x="133971" y="66042"/>
                  </a:lnTo>
                  <a:lnTo>
                    <a:pt x="132734" y="66725"/>
                  </a:lnTo>
                  <a:lnTo>
                    <a:pt x="130536" y="67941"/>
                  </a:lnTo>
                  <a:lnTo>
                    <a:pt x="129965" y="68322"/>
                  </a:lnTo>
                  <a:lnTo>
                    <a:pt x="129566" y="68252"/>
                  </a:lnTo>
                  <a:lnTo>
                    <a:pt x="129165" y="68014"/>
                  </a:lnTo>
                  <a:lnTo>
                    <a:pt x="127934" y="66786"/>
                  </a:lnTo>
                  <a:lnTo>
                    <a:pt x="127135" y="66366"/>
                  </a:lnTo>
                  <a:lnTo>
                    <a:pt x="126600" y="66782"/>
                  </a:lnTo>
                  <a:lnTo>
                    <a:pt x="126147" y="67388"/>
                  </a:lnTo>
                  <a:lnTo>
                    <a:pt x="126190" y="68631"/>
                  </a:lnTo>
                  <a:lnTo>
                    <a:pt x="125679" y="69289"/>
                  </a:lnTo>
                  <a:lnTo>
                    <a:pt x="125171" y="69583"/>
                  </a:lnTo>
                  <a:lnTo>
                    <a:pt x="126098" y="72919"/>
                  </a:lnTo>
                  <a:lnTo>
                    <a:pt x="126006" y="73348"/>
                  </a:lnTo>
                  <a:lnTo>
                    <a:pt x="125297" y="73466"/>
                  </a:lnTo>
                  <a:lnTo>
                    <a:pt x="125821" y="74722"/>
                  </a:lnTo>
                  <a:lnTo>
                    <a:pt x="125380" y="74869"/>
                  </a:lnTo>
                  <a:lnTo>
                    <a:pt x="124264" y="74574"/>
                  </a:lnTo>
                  <a:lnTo>
                    <a:pt x="122764" y="74380"/>
                  </a:lnTo>
                  <a:lnTo>
                    <a:pt x="119933" y="74937"/>
                  </a:lnTo>
                  <a:lnTo>
                    <a:pt x="119726" y="75155"/>
                  </a:lnTo>
                  <a:lnTo>
                    <a:pt x="119648" y="75431"/>
                  </a:lnTo>
                  <a:lnTo>
                    <a:pt x="119812" y="75683"/>
                  </a:lnTo>
                  <a:lnTo>
                    <a:pt x="121182" y="75712"/>
                  </a:lnTo>
                  <a:lnTo>
                    <a:pt x="122528" y="75584"/>
                  </a:lnTo>
                  <a:lnTo>
                    <a:pt x="122899" y="75817"/>
                  </a:lnTo>
                  <a:lnTo>
                    <a:pt x="122956" y="76231"/>
                  </a:lnTo>
                  <a:lnTo>
                    <a:pt x="122801" y="76490"/>
                  </a:lnTo>
                  <a:lnTo>
                    <a:pt x="122354" y="76534"/>
                  </a:lnTo>
                  <a:lnTo>
                    <a:pt x="121372" y="76783"/>
                  </a:lnTo>
                  <a:lnTo>
                    <a:pt x="121259" y="77046"/>
                  </a:lnTo>
                  <a:lnTo>
                    <a:pt x="121228" y="77299"/>
                  </a:lnTo>
                  <a:lnTo>
                    <a:pt x="121559" y="78032"/>
                  </a:lnTo>
                  <a:lnTo>
                    <a:pt x="121932" y="78499"/>
                  </a:lnTo>
                  <a:lnTo>
                    <a:pt x="121978" y="78776"/>
                  </a:lnTo>
                  <a:lnTo>
                    <a:pt x="121822" y="79006"/>
                  </a:lnTo>
                  <a:lnTo>
                    <a:pt x="121635" y="79099"/>
                  </a:lnTo>
                  <a:lnTo>
                    <a:pt x="121306" y="78753"/>
                  </a:lnTo>
                  <a:lnTo>
                    <a:pt x="121118" y="78821"/>
                  </a:lnTo>
                  <a:lnTo>
                    <a:pt x="121025" y="79133"/>
                  </a:lnTo>
                  <a:lnTo>
                    <a:pt x="120932" y="79500"/>
                  </a:lnTo>
                  <a:lnTo>
                    <a:pt x="120715" y="79769"/>
                  </a:lnTo>
                  <a:lnTo>
                    <a:pt x="120258" y="79629"/>
                  </a:lnTo>
                  <a:lnTo>
                    <a:pt x="119804" y="79733"/>
                  </a:lnTo>
                  <a:lnTo>
                    <a:pt x="119534" y="81066"/>
                  </a:lnTo>
                  <a:lnTo>
                    <a:pt x="119304" y="82577"/>
                  </a:lnTo>
                  <a:lnTo>
                    <a:pt x="118555" y="83583"/>
                  </a:lnTo>
                  <a:lnTo>
                    <a:pt x="118142" y="83947"/>
                  </a:lnTo>
                  <a:lnTo>
                    <a:pt x="117534" y="84057"/>
                  </a:lnTo>
                  <a:lnTo>
                    <a:pt x="116626" y="83933"/>
                  </a:lnTo>
                  <a:lnTo>
                    <a:pt x="116076" y="83786"/>
                  </a:lnTo>
                  <a:lnTo>
                    <a:pt x="114489" y="83564"/>
                  </a:lnTo>
                  <a:lnTo>
                    <a:pt x="112894" y="83151"/>
                  </a:lnTo>
                  <a:lnTo>
                    <a:pt x="111101" y="82766"/>
                  </a:lnTo>
                  <a:lnTo>
                    <a:pt x="109431" y="83655"/>
                  </a:lnTo>
                  <a:lnTo>
                    <a:pt x="108950" y="84198"/>
                  </a:lnTo>
                  <a:lnTo>
                    <a:pt x="108646" y="84704"/>
                  </a:lnTo>
                  <a:lnTo>
                    <a:pt x="108330" y="84939"/>
                  </a:lnTo>
                  <a:lnTo>
                    <a:pt x="107606" y="88056"/>
                  </a:lnTo>
                  <a:lnTo>
                    <a:pt x="107682" y="88411"/>
                  </a:lnTo>
                  <a:lnTo>
                    <a:pt x="108086" y="88690"/>
                  </a:lnTo>
                  <a:lnTo>
                    <a:pt x="110131" y="89337"/>
                  </a:lnTo>
                  <a:lnTo>
                    <a:pt x="110432" y="89605"/>
                  </a:lnTo>
                  <a:lnTo>
                    <a:pt x="110611" y="89910"/>
                  </a:lnTo>
                  <a:lnTo>
                    <a:pt x="110699" y="91315"/>
                  </a:lnTo>
                  <a:lnTo>
                    <a:pt x="110868" y="91508"/>
                  </a:lnTo>
                  <a:lnTo>
                    <a:pt x="111570" y="91681"/>
                  </a:lnTo>
                  <a:lnTo>
                    <a:pt x="112583" y="91670"/>
                  </a:lnTo>
                  <a:lnTo>
                    <a:pt x="113377" y="91532"/>
                  </a:lnTo>
                  <a:lnTo>
                    <a:pt x="114179" y="91662"/>
                  </a:lnTo>
                  <a:lnTo>
                    <a:pt x="114739" y="91963"/>
                  </a:lnTo>
                  <a:lnTo>
                    <a:pt x="115013" y="92442"/>
                  </a:lnTo>
                  <a:lnTo>
                    <a:pt x="115164" y="92959"/>
                  </a:lnTo>
                  <a:lnTo>
                    <a:pt x="114212" y="96046"/>
                  </a:lnTo>
                  <a:lnTo>
                    <a:pt x="114289" y="97167"/>
                  </a:lnTo>
                  <a:lnTo>
                    <a:pt x="114584" y="98776"/>
                  </a:lnTo>
                  <a:lnTo>
                    <a:pt x="115123" y="100037"/>
                  </a:lnTo>
                  <a:lnTo>
                    <a:pt x="116137" y="101273"/>
                  </a:lnTo>
                  <a:lnTo>
                    <a:pt x="116911" y="102064"/>
                  </a:lnTo>
                  <a:lnTo>
                    <a:pt x="117073" y="102437"/>
                  </a:lnTo>
                  <a:lnTo>
                    <a:pt x="117113" y="103016"/>
                  </a:lnTo>
                  <a:lnTo>
                    <a:pt x="116987" y="103752"/>
                  </a:lnTo>
                  <a:lnTo>
                    <a:pt x="116541" y="104922"/>
                  </a:lnTo>
                  <a:lnTo>
                    <a:pt x="115997" y="105943"/>
                  </a:lnTo>
                  <a:lnTo>
                    <a:pt x="115406" y="106379"/>
                  </a:lnTo>
                  <a:lnTo>
                    <a:pt x="114588" y="107676"/>
                  </a:lnTo>
                  <a:lnTo>
                    <a:pt x="113863" y="109273"/>
                  </a:lnTo>
                  <a:lnTo>
                    <a:pt x="112468" y="111369"/>
                  </a:lnTo>
                  <a:lnTo>
                    <a:pt x="112003" y="112536"/>
                  </a:lnTo>
                  <a:lnTo>
                    <a:pt x="111849" y="115912"/>
                  </a:lnTo>
                  <a:lnTo>
                    <a:pt x="111479" y="116927"/>
                  </a:lnTo>
                  <a:lnTo>
                    <a:pt x="111422" y="116542"/>
                  </a:lnTo>
                  <a:lnTo>
                    <a:pt x="110921" y="116159"/>
                  </a:lnTo>
                  <a:lnTo>
                    <a:pt x="110045" y="116225"/>
                  </a:lnTo>
                  <a:lnTo>
                    <a:pt x="109469" y="116042"/>
                  </a:lnTo>
                  <a:lnTo>
                    <a:pt x="109192" y="115610"/>
                  </a:lnTo>
                  <a:lnTo>
                    <a:pt x="108477" y="115730"/>
                  </a:lnTo>
                  <a:lnTo>
                    <a:pt x="107323" y="116406"/>
                  </a:lnTo>
                  <a:lnTo>
                    <a:pt x="106148" y="116048"/>
                  </a:lnTo>
                  <a:lnTo>
                    <a:pt x="104950" y="114659"/>
                  </a:lnTo>
                  <a:lnTo>
                    <a:pt x="102669" y="114150"/>
                  </a:lnTo>
                  <a:lnTo>
                    <a:pt x="99779" y="114468"/>
                  </a:lnTo>
                  <a:lnTo>
                    <a:pt x="99669" y="112931"/>
                  </a:lnTo>
                  <a:lnTo>
                    <a:pt x="99675" y="110972"/>
                  </a:lnTo>
                  <a:lnTo>
                    <a:pt x="99810" y="108369"/>
                  </a:lnTo>
                  <a:lnTo>
                    <a:pt x="100791" y="106329"/>
                  </a:lnTo>
                  <a:lnTo>
                    <a:pt x="100764" y="105941"/>
                  </a:lnTo>
                  <a:lnTo>
                    <a:pt x="100573" y="105566"/>
                  </a:lnTo>
                  <a:lnTo>
                    <a:pt x="100273" y="105230"/>
                  </a:lnTo>
                  <a:lnTo>
                    <a:pt x="98525" y="104671"/>
                  </a:lnTo>
                  <a:lnTo>
                    <a:pt x="98010" y="104374"/>
                  </a:lnTo>
                  <a:lnTo>
                    <a:pt x="97332" y="103734"/>
                  </a:lnTo>
                  <a:lnTo>
                    <a:pt x="96476" y="103056"/>
                  </a:lnTo>
                  <a:lnTo>
                    <a:pt x="95735" y="102589"/>
                  </a:lnTo>
                  <a:lnTo>
                    <a:pt x="94565" y="101974"/>
                  </a:lnTo>
                  <a:lnTo>
                    <a:pt x="93486" y="101632"/>
                  </a:lnTo>
                  <a:lnTo>
                    <a:pt x="92853" y="101893"/>
                  </a:lnTo>
                  <a:lnTo>
                    <a:pt x="92269" y="102224"/>
                  </a:lnTo>
                  <a:lnTo>
                    <a:pt x="91724" y="102232"/>
                  </a:lnTo>
                  <a:lnTo>
                    <a:pt x="91175" y="102053"/>
                  </a:lnTo>
                  <a:lnTo>
                    <a:pt x="89157" y="100515"/>
                  </a:lnTo>
                  <a:lnTo>
                    <a:pt x="86102" y="97857"/>
                  </a:lnTo>
                  <a:lnTo>
                    <a:pt x="83680" y="96002"/>
                  </a:lnTo>
                  <a:lnTo>
                    <a:pt x="82160" y="95115"/>
                  </a:lnTo>
                  <a:lnTo>
                    <a:pt x="81799" y="94830"/>
                  </a:lnTo>
                  <a:lnTo>
                    <a:pt x="80946" y="93996"/>
                  </a:lnTo>
                  <a:lnTo>
                    <a:pt x="78848" y="91750"/>
                  </a:lnTo>
                  <a:lnTo>
                    <a:pt x="77456" y="92080"/>
                  </a:lnTo>
                  <a:lnTo>
                    <a:pt x="75467" y="90619"/>
                  </a:lnTo>
                  <a:lnTo>
                    <a:pt x="73680" y="89194"/>
                  </a:lnTo>
                  <a:lnTo>
                    <a:pt x="73275" y="88809"/>
                  </a:lnTo>
                  <a:lnTo>
                    <a:pt x="71243" y="86173"/>
                  </a:lnTo>
                  <a:lnTo>
                    <a:pt x="69217" y="84466"/>
                  </a:lnTo>
                  <a:lnTo>
                    <a:pt x="67005" y="82602"/>
                  </a:lnTo>
                  <a:lnTo>
                    <a:pt x="65574" y="81435"/>
                  </a:lnTo>
                  <a:lnTo>
                    <a:pt x="63150" y="79459"/>
                  </a:lnTo>
                  <a:lnTo>
                    <a:pt x="61966" y="78265"/>
                  </a:lnTo>
                  <a:lnTo>
                    <a:pt x="61566" y="77825"/>
                  </a:lnTo>
                  <a:lnTo>
                    <a:pt x="61172" y="76980"/>
                  </a:lnTo>
                  <a:lnTo>
                    <a:pt x="60542" y="72853"/>
                  </a:lnTo>
                  <a:lnTo>
                    <a:pt x="59814" y="70965"/>
                  </a:lnTo>
                  <a:lnTo>
                    <a:pt x="58778" y="69936"/>
                  </a:lnTo>
                  <a:lnTo>
                    <a:pt x="57893" y="67955"/>
                  </a:lnTo>
                  <a:lnTo>
                    <a:pt x="57161" y="65019"/>
                  </a:lnTo>
                  <a:lnTo>
                    <a:pt x="56555" y="63110"/>
                  </a:lnTo>
                  <a:lnTo>
                    <a:pt x="56075" y="62230"/>
                  </a:lnTo>
                  <a:lnTo>
                    <a:pt x="55101" y="61258"/>
                  </a:lnTo>
                  <a:lnTo>
                    <a:pt x="53631" y="60192"/>
                  </a:lnTo>
                  <a:lnTo>
                    <a:pt x="52235" y="59687"/>
                  </a:lnTo>
                  <a:lnTo>
                    <a:pt x="51731" y="59707"/>
                  </a:lnTo>
                  <a:lnTo>
                    <a:pt x="51482" y="59839"/>
                  </a:lnTo>
                  <a:lnTo>
                    <a:pt x="51200" y="60020"/>
                  </a:lnTo>
                  <a:lnTo>
                    <a:pt x="50645" y="60816"/>
                  </a:lnTo>
                  <a:lnTo>
                    <a:pt x="49827" y="60898"/>
                  </a:lnTo>
                  <a:lnTo>
                    <a:pt x="49230" y="60879"/>
                  </a:lnTo>
                  <a:lnTo>
                    <a:pt x="48668" y="60596"/>
                  </a:lnTo>
                  <a:lnTo>
                    <a:pt x="46902" y="60343"/>
                  </a:lnTo>
                  <a:lnTo>
                    <a:pt x="46277" y="60069"/>
                  </a:lnTo>
                  <a:lnTo>
                    <a:pt x="45215" y="60110"/>
                  </a:lnTo>
                  <a:lnTo>
                    <a:pt x="42932" y="60522"/>
                  </a:lnTo>
                  <a:lnTo>
                    <a:pt x="42377" y="60446"/>
                  </a:lnTo>
                  <a:lnTo>
                    <a:pt x="39965" y="58670"/>
                  </a:lnTo>
                  <a:lnTo>
                    <a:pt x="38921" y="57966"/>
                  </a:lnTo>
                  <a:lnTo>
                    <a:pt x="38710" y="57577"/>
                  </a:lnTo>
                  <a:lnTo>
                    <a:pt x="38723" y="56895"/>
                  </a:lnTo>
                  <a:lnTo>
                    <a:pt x="39076" y="55933"/>
                  </a:lnTo>
                  <a:lnTo>
                    <a:pt x="39378" y="55250"/>
                  </a:lnTo>
                  <a:lnTo>
                    <a:pt x="39246" y="54541"/>
                  </a:lnTo>
                  <a:lnTo>
                    <a:pt x="38788" y="53766"/>
                  </a:lnTo>
                  <a:lnTo>
                    <a:pt x="38788" y="52942"/>
                  </a:lnTo>
                  <a:lnTo>
                    <a:pt x="39100" y="52481"/>
                  </a:lnTo>
                  <a:lnTo>
                    <a:pt x="39741" y="52626"/>
                  </a:lnTo>
                  <a:lnTo>
                    <a:pt x="39972" y="52335"/>
                  </a:lnTo>
                  <a:lnTo>
                    <a:pt x="39890" y="51899"/>
                  </a:lnTo>
                  <a:lnTo>
                    <a:pt x="39545" y="51583"/>
                  </a:lnTo>
                  <a:lnTo>
                    <a:pt x="39084" y="50881"/>
                  </a:lnTo>
                  <a:lnTo>
                    <a:pt x="37719" y="50225"/>
                  </a:lnTo>
                  <a:lnTo>
                    <a:pt x="37522" y="49959"/>
                  </a:lnTo>
                  <a:lnTo>
                    <a:pt x="37593" y="49653"/>
                  </a:lnTo>
                  <a:lnTo>
                    <a:pt x="37828" y="49327"/>
                  </a:lnTo>
                  <a:lnTo>
                    <a:pt x="37876" y="48640"/>
                  </a:lnTo>
                  <a:lnTo>
                    <a:pt x="37899" y="47752"/>
                  </a:lnTo>
                  <a:lnTo>
                    <a:pt x="38080" y="47292"/>
                  </a:lnTo>
                  <a:lnTo>
                    <a:pt x="38130" y="46928"/>
                  </a:lnTo>
                  <a:lnTo>
                    <a:pt x="37932" y="46636"/>
                  </a:lnTo>
                  <a:lnTo>
                    <a:pt x="37472" y="46297"/>
                  </a:lnTo>
                  <a:lnTo>
                    <a:pt x="36732" y="45472"/>
                  </a:lnTo>
                  <a:lnTo>
                    <a:pt x="35827" y="45383"/>
                  </a:lnTo>
                  <a:lnTo>
                    <a:pt x="32879" y="45412"/>
                  </a:lnTo>
                  <a:lnTo>
                    <a:pt x="31964" y="45080"/>
                  </a:lnTo>
                  <a:lnTo>
                    <a:pt x="31228" y="44622"/>
                  </a:lnTo>
                  <a:lnTo>
                    <a:pt x="30496" y="42871"/>
                  </a:lnTo>
                  <a:lnTo>
                    <a:pt x="30122" y="42456"/>
                  </a:lnTo>
                  <a:lnTo>
                    <a:pt x="29777" y="42284"/>
                  </a:lnTo>
                  <a:lnTo>
                    <a:pt x="28951" y="42223"/>
                  </a:lnTo>
                  <a:lnTo>
                    <a:pt x="27958" y="42054"/>
                  </a:lnTo>
                  <a:lnTo>
                    <a:pt x="27448" y="41758"/>
                  </a:lnTo>
                  <a:lnTo>
                    <a:pt x="26057" y="40158"/>
                  </a:lnTo>
                  <a:lnTo>
                    <a:pt x="24724" y="38731"/>
                  </a:lnTo>
                  <a:lnTo>
                    <a:pt x="24187" y="40078"/>
                  </a:lnTo>
                  <a:lnTo>
                    <a:pt x="23665" y="40344"/>
                  </a:lnTo>
                  <a:lnTo>
                    <a:pt x="22492" y="40220"/>
                  </a:lnTo>
                  <a:lnTo>
                    <a:pt x="21608" y="39992"/>
                  </a:lnTo>
                  <a:lnTo>
                    <a:pt x="21104" y="40296"/>
                  </a:lnTo>
                  <a:lnTo>
                    <a:pt x="20585" y="40829"/>
                  </a:lnTo>
                  <a:lnTo>
                    <a:pt x="20684" y="41179"/>
                  </a:lnTo>
                  <a:lnTo>
                    <a:pt x="21082" y="41550"/>
                  </a:lnTo>
                  <a:lnTo>
                    <a:pt x="21882" y="42235"/>
                  </a:lnTo>
                  <a:lnTo>
                    <a:pt x="23107" y="43917"/>
                  </a:lnTo>
                  <a:lnTo>
                    <a:pt x="23663" y="44845"/>
                  </a:lnTo>
                  <a:lnTo>
                    <a:pt x="23748" y="45170"/>
                  </a:lnTo>
                  <a:lnTo>
                    <a:pt x="23639" y="45414"/>
                  </a:lnTo>
                  <a:lnTo>
                    <a:pt x="23475" y="45519"/>
                  </a:lnTo>
                  <a:lnTo>
                    <a:pt x="23233" y="45515"/>
                  </a:lnTo>
                  <a:lnTo>
                    <a:pt x="22908" y="45510"/>
                  </a:lnTo>
                  <a:lnTo>
                    <a:pt x="22719" y="45231"/>
                  </a:lnTo>
                  <a:lnTo>
                    <a:pt x="22656" y="44753"/>
                  </a:lnTo>
                  <a:lnTo>
                    <a:pt x="22247" y="44025"/>
                  </a:lnTo>
                  <a:lnTo>
                    <a:pt x="21828" y="43608"/>
                  </a:lnTo>
                  <a:lnTo>
                    <a:pt x="21366" y="43345"/>
                  </a:lnTo>
                  <a:lnTo>
                    <a:pt x="20718" y="43151"/>
                  </a:lnTo>
                  <a:lnTo>
                    <a:pt x="19865" y="42803"/>
                  </a:lnTo>
                  <a:lnTo>
                    <a:pt x="19425" y="42788"/>
                  </a:lnTo>
                  <a:lnTo>
                    <a:pt x="18995" y="43190"/>
                  </a:lnTo>
                  <a:lnTo>
                    <a:pt x="18637" y="43731"/>
                  </a:lnTo>
                  <a:lnTo>
                    <a:pt x="18427" y="44914"/>
                  </a:lnTo>
                  <a:lnTo>
                    <a:pt x="17788" y="46367"/>
                  </a:lnTo>
                  <a:lnTo>
                    <a:pt x="17394" y="46941"/>
                  </a:lnTo>
                  <a:lnTo>
                    <a:pt x="16182" y="47291"/>
                  </a:lnTo>
                  <a:lnTo>
                    <a:pt x="13302" y="47409"/>
                  </a:lnTo>
                  <a:lnTo>
                    <a:pt x="12440" y="47863"/>
                  </a:lnTo>
                  <a:lnTo>
                    <a:pt x="11855" y="48411"/>
                  </a:lnTo>
                  <a:lnTo>
                    <a:pt x="10765" y="50187"/>
                  </a:lnTo>
                  <a:lnTo>
                    <a:pt x="10009" y="50777"/>
                  </a:lnTo>
                  <a:lnTo>
                    <a:pt x="9350" y="51590"/>
                  </a:lnTo>
                  <a:lnTo>
                    <a:pt x="9547" y="54201"/>
                  </a:lnTo>
                  <a:lnTo>
                    <a:pt x="9862" y="57253"/>
                  </a:lnTo>
                  <a:lnTo>
                    <a:pt x="10416" y="58098"/>
                  </a:lnTo>
                  <a:lnTo>
                    <a:pt x="10768" y="58352"/>
                  </a:lnTo>
                  <a:lnTo>
                    <a:pt x="10815" y="58651"/>
                  </a:lnTo>
                  <a:lnTo>
                    <a:pt x="10587" y="58916"/>
                  </a:lnTo>
                  <a:lnTo>
                    <a:pt x="10298" y="59251"/>
                  </a:lnTo>
                  <a:lnTo>
                    <a:pt x="9860" y="59862"/>
                  </a:lnTo>
                  <a:lnTo>
                    <a:pt x="9367" y="59839"/>
                  </a:lnTo>
                  <a:lnTo>
                    <a:pt x="8374" y="59686"/>
                  </a:lnTo>
                  <a:lnTo>
                    <a:pt x="7549" y="59520"/>
                  </a:lnTo>
                  <a:lnTo>
                    <a:pt x="4770" y="59344"/>
                  </a:lnTo>
                  <a:lnTo>
                    <a:pt x="2519" y="59202"/>
                  </a:lnTo>
                  <a:lnTo>
                    <a:pt x="16" y="59043"/>
                  </a:lnTo>
                  <a:lnTo>
                    <a:pt x="15" y="55841"/>
                  </a:lnTo>
                  <a:lnTo>
                    <a:pt x="13" y="52639"/>
                  </a:lnTo>
                  <a:lnTo>
                    <a:pt x="12" y="49438"/>
                  </a:lnTo>
                  <a:lnTo>
                    <a:pt x="11" y="46236"/>
                  </a:lnTo>
                  <a:lnTo>
                    <a:pt x="11" y="43034"/>
                  </a:lnTo>
                  <a:lnTo>
                    <a:pt x="10" y="39833"/>
                  </a:lnTo>
                  <a:lnTo>
                    <a:pt x="9" y="36631"/>
                  </a:lnTo>
                  <a:lnTo>
                    <a:pt x="8" y="33429"/>
                  </a:lnTo>
                  <a:lnTo>
                    <a:pt x="7" y="30228"/>
                  </a:lnTo>
                  <a:lnTo>
                    <a:pt x="6" y="27027"/>
                  </a:lnTo>
                  <a:lnTo>
                    <a:pt x="5" y="23825"/>
                  </a:lnTo>
                  <a:lnTo>
                    <a:pt x="4" y="20623"/>
                  </a:lnTo>
                  <a:lnTo>
                    <a:pt x="3" y="17421"/>
                  </a:lnTo>
                  <a:lnTo>
                    <a:pt x="2" y="14220"/>
                  </a:lnTo>
                  <a:lnTo>
                    <a:pt x="0" y="11018"/>
                  </a:lnTo>
                  <a:lnTo>
                    <a:pt x="0" y="7817"/>
                  </a:lnTo>
                  <a:lnTo>
                    <a:pt x="1180" y="7420"/>
                  </a:lnTo>
                  <a:lnTo>
                    <a:pt x="2670" y="6918"/>
                  </a:lnTo>
                  <a:lnTo>
                    <a:pt x="4101" y="6437"/>
                  </a:lnTo>
                  <a:lnTo>
                    <a:pt x="5800" y="5866"/>
                  </a:lnTo>
                  <a:lnTo>
                    <a:pt x="7722" y="5220"/>
                  </a:lnTo>
                  <a:lnTo>
                    <a:pt x="9360" y="4669"/>
                  </a:lnTo>
                  <a:lnTo>
                    <a:pt x="11315" y="4012"/>
                  </a:lnTo>
                  <a:lnTo>
                    <a:pt x="12806" y="3510"/>
                  </a:lnTo>
                  <a:lnTo>
                    <a:pt x="14206" y="3039"/>
                  </a:lnTo>
                  <a:lnTo>
                    <a:pt x="15998" y="2481"/>
                  </a:lnTo>
                  <a:lnTo>
                    <a:pt x="18782" y="1613"/>
                  </a:lnTo>
                  <a:lnTo>
                    <a:pt x="20336" y="1129"/>
                  </a:lnTo>
                  <a:lnTo>
                    <a:pt x="21905" y="640"/>
                  </a:lnTo>
                  <a:lnTo>
                    <a:pt x="23403" y="173"/>
                  </a:lnTo>
                  <a:lnTo>
                    <a:pt x="24404" y="0"/>
                  </a:lnTo>
                  <a:lnTo>
                    <a:pt x="25480" y="666"/>
                  </a:lnTo>
                  <a:lnTo>
                    <a:pt x="26786" y="1584"/>
                  </a:lnTo>
                  <a:lnTo>
                    <a:pt x="28093" y="2502"/>
                  </a:lnTo>
                  <a:lnTo>
                    <a:pt x="29401" y="3419"/>
                  </a:lnTo>
                  <a:lnTo>
                    <a:pt x="30707" y="4336"/>
                  </a:lnTo>
                  <a:lnTo>
                    <a:pt x="32014" y="5254"/>
                  </a:lnTo>
                  <a:lnTo>
                    <a:pt x="33322" y="6172"/>
                  </a:lnTo>
                  <a:lnTo>
                    <a:pt x="34628" y="7089"/>
                  </a:lnTo>
                  <a:lnTo>
                    <a:pt x="35935" y="8007"/>
                  </a:lnTo>
                  <a:lnTo>
                    <a:pt x="37242" y="8923"/>
                  </a:lnTo>
                  <a:lnTo>
                    <a:pt x="38549" y="9841"/>
                  </a:lnTo>
                  <a:lnTo>
                    <a:pt x="39856" y="10759"/>
                  </a:lnTo>
                  <a:lnTo>
                    <a:pt x="41163" y="11676"/>
                  </a:lnTo>
                  <a:lnTo>
                    <a:pt x="42470" y="12593"/>
                  </a:lnTo>
                  <a:lnTo>
                    <a:pt x="43777" y="13512"/>
                  </a:lnTo>
                  <a:lnTo>
                    <a:pt x="45084" y="14429"/>
                  </a:lnTo>
                  <a:lnTo>
                    <a:pt x="46391" y="15346"/>
                  </a:lnTo>
                  <a:lnTo>
                    <a:pt x="47608" y="16201"/>
                  </a:lnTo>
                  <a:lnTo>
                    <a:pt x="48152" y="16834"/>
                  </a:lnTo>
                  <a:lnTo>
                    <a:pt x="48452" y="18231"/>
                  </a:lnTo>
                  <a:lnTo>
                    <a:pt x="49054" y="19342"/>
                  </a:lnTo>
                  <a:lnTo>
                    <a:pt x="50102" y="20546"/>
                  </a:lnTo>
                  <a:lnTo>
                    <a:pt x="51177" y="21778"/>
                  </a:lnTo>
                  <a:lnTo>
                    <a:pt x="52509" y="23406"/>
                  </a:lnTo>
                  <a:lnTo>
                    <a:pt x="53434" y="24536"/>
                  </a:lnTo>
                  <a:lnTo>
                    <a:pt x="54376" y="25689"/>
                  </a:lnTo>
                  <a:lnTo>
                    <a:pt x="55931" y="27590"/>
                  </a:lnTo>
                  <a:lnTo>
                    <a:pt x="56902" y="28777"/>
                  </a:lnTo>
                  <a:lnTo>
                    <a:pt x="57675" y="28816"/>
                  </a:lnTo>
                  <a:lnTo>
                    <a:pt x="59245" y="28534"/>
                  </a:lnTo>
                  <a:lnTo>
                    <a:pt x="61340" y="28157"/>
                  </a:lnTo>
                  <a:lnTo>
                    <a:pt x="62997" y="27858"/>
                  </a:lnTo>
                  <a:lnTo>
                    <a:pt x="65000" y="27497"/>
                  </a:lnTo>
                  <a:lnTo>
                    <a:pt x="66906" y="27154"/>
                  </a:lnTo>
                  <a:lnTo>
                    <a:pt x="68414" y="26883"/>
                  </a:lnTo>
                  <a:lnTo>
                    <a:pt x="70664" y="27088"/>
                  </a:lnTo>
                  <a:lnTo>
                    <a:pt x="72886" y="27292"/>
                  </a:lnTo>
                  <a:lnTo>
                    <a:pt x="74479" y="27438"/>
                  </a:lnTo>
                  <a:lnTo>
                    <a:pt x="76042" y="27582"/>
                  </a:lnTo>
                  <a:lnTo>
                    <a:pt x="77891" y="27751"/>
                  </a:lnTo>
                  <a:lnTo>
                    <a:pt x="78926" y="27846"/>
                  </a:lnTo>
                  <a:lnTo>
                    <a:pt x="80109" y="27954"/>
                  </a:lnTo>
                  <a:lnTo>
                    <a:pt x="80609" y="27668"/>
                  </a:lnTo>
                  <a:lnTo>
                    <a:pt x="81631" y="27085"/>
                  </a:lnTo>
                  <a:lnTo>
                    <a:pt x="82596" y="26534"/>
                  </a:lnTo>
                  <a:lnTo>
                    <a:pt x="83596" y="25962"/>
                  </a:lnTo>
                  <a:lnTo>
                    <a:pt x="84482" y="25673"/>
                  </a:lnTo>
                  <a:lnTo>
                    <a:pt x="85406" y="26588"/>
                  </a:lnTo>
                  <a:lnTo>
                    <a:pt x="86180" y="27640"/>
                  </a:lnTo>
                  <a:lnTo>
                    <a:pt x="86994" y="28749"/>
                  </a:lnTo>
                  <a:lnTo>
                    <a:pt x="87936" y="29818"/>
                  </a:lnTo>
                  <a:lnTo>
                    <a:pt x="88844" y="30453"/>
                  </a:lnTo>
                  <a:lnTo>
                    <a:pt x="90071" y="31310"/>
                  </a:lnTo>
                  <a:lnTo>
                    <a:pt x="90776" y="32780"/>
                  </a:lnTo>
                  <a:lnTo>
                    <a:pt x="91718" y="34740"/>
                  </a:lnTo>
                  <a:lnTo>
                    <a:pt x="92337" y="36030"/>
                  </a:lnTo>
                  <a:lnTo>
                    <a:pt x="92974" y="37358"/>
                  </a:lnTo>
                  <a:lnTo>
                    <a:pt x="93902" y="36834"/>
                  </a:lnTo>
                  <a:lnTo>
                    <a:pt x="94891" y="36275"/>
                  </a:lnTo>
                  <a:lnTo>
                    <a:pt x="95786" y="35770"/>
                  </a:lnTo>
                  <a:lnTo>
                    <a:pt x="95678" y="37407"/>
                  </a:lnTo>
                  <a:lnTo>
                    <a:pt x="95580" y="38896"/>
                  </a:lnTo>
                  <a:lnTo>
                    <a:pt x="95431" y="41148"/>
                  </a:lnTo>
                  <a:lnTo>
                    <a:pt x="95309" y="42995"/>
                  </a:lnTo>
                  <a:lnTo>
                    <a:pt x="94984" y="45199"/>
                  </a:lnTo>
                  <a:lnTo>
                    <a:pt x="94962" y="46877"/>
                  </a:lnTo>
                  <a:lnTo>
                    <a:pt x="94944" y="48351"/>
                  </a:lnTo>
                  <a:lnTo>
                    <a:pt x="94928" y="49521"/>
                  </a:lnTo>
                  <a:lnTo>
                    <a:pt x="96665" y="49574"/>
                  </a:lnTo>
                  <a:lnTo>
                    <a:pt x="97948" y="49613"/>
                  </a:lnTo>
                  <a:lnTo>
                    <a:pt x="99555" y="49661"/>
                  </a:lnTo>
                  <a:lnTo>
                    <a:pt x="99710" y="51132"/>
                  </a:lnTo>
                  <a:lnTo>
                    <a:pt x="99927" y="53198"/>
                  </a:lnTo>
                  <a:lnTo>
                    <a:pt x="100254" y="55071"/>
                  </a:lnTo>
                  <a:lnTo>
                    <a:pt x="100530" y="56642"/>
                  </a:lnTo>
                  <a:lnTo>
                    <a:pt x="100943" y="58675"/>
                  </a:lnTo>
                  <a:lnTo>
                    <a:pt x="101164" y="59761"/>
                  </a:lnTo>
                  <a:lnTo>
                    <a:pt x="101552" y="61038"/>
                  </a:lnTo>
                  <a:lnTo>
                    <a:pt x="101931" y="61346"/>
                  </a:lnTo>
                  <a:lnTo>
                    <a:pt x="102541" y="61551"/>
                  </a:lnTo>
                  <a:lnTo>
                    <a:pt x="104664" y="61399"/>
                  </a:lnTo>
                  <a:lnTo>
                    <a:pt x="106427" y="61273"/>
                  </a:lnTo>
                  <a:lnTo>
                    <a:pt x="107814" y="61173"/>
                  </a:lnTo>
                  <a:lnTo>
                    <a:pt x="109294" y="61066"/>
                  </a:lnTo>
                  <a:lnTo>
                    <a:pt x="111253" y="60925"/>
                  </a:lnTo>
                  <a:lnTo>
                    <a:pt x="111915" y="61251"/>
                  </a:lnTo>
                  <a:lnTo>
                    <a:pt x="112489" y="61023"/>
                  </a:lnTo>
                  <a:lnTo>
                    <a:pt x="113151" y="60795"/>
                  </a:lnTo>
                  <a:lnTo>
                    <a:pt x="113678" y="61724"/>
                  </a:lnTo>
                  <a:lnTo>
                    <a:pt x="113946" y="62195"/>
                  </a:lnTo>
                  <a:lnTo>
                    <a:pt x="114321" y="62683"/>
                  </a:lnTo>
                  <a:lnTo>
                    <a:pt x="114829" y="63138"/>
                  </a:lnTo>
                  <a:lnTo>
                    <a:pt x="114614" y="64092"/>
                  </a:lnTo>
                  <a:lnTo>
                    <a:pt x="114299" y="65482"/>
                  </a:lnTo>
                  <a:lnTo>
                    <a:pt x="114210" y="66197"/>
                  </a:lnTo>
                  <a:lnTo>
                    <a:pt x="114822" y="66968"/>
                  </a:lnTo>
                  <a:lnTo>
                    <a:pt x="115275" y="67418"/>
                  </a:lnTo>
                  <a:lnTo>
                    <a:pt x="116521" y="68334"/>
                  </a:lnTo>
                  <a:lnTo>
                    <a:pt x="117686" y="68845"/>
                  </a:lnTo>
                  <a:lnTo>
                    <a:pt x="118449" y="68996"/>
                  </a:lnTo>
                  <a:lnTo>
                    <a:pt x="119177" y="68800"/>
                  </a:lnTo>
                  <a:lnTo>
                    <a:pt x="119442" y="68280"/>
                  </a:lnTo>
                  <a:lnTo>
                    <a:pt x="119376" y="67564"/>
                  </a:lnTo>
                  <a:lnTo>
                    <a:pt x="119025" y="66813"/>
                  </a:lnTo>
                  <a:lnTo>
                    <a:pt x="119050" y="65918"/>
                  </a:lnTo>
                  <a:lnTo>
                    <a:pt x="119285" y="65263"/>
                  </a:lnTo>
                  <a:lnTo>
                    <a:pt x="120030" y="64074"/>
                  </a:lnTo>
                  <a:lnTo>
                    <a:pt x="120733" y="62953"/>
                  </a:lnTo>
                  <a:lnTo>
                    <a:pt x="121812" y="61810"/>
                  </a:lnTo>
                  <a:lnTo>
                    <a:pt x="123096" y="60678"/>
                  </a:lnTo>
                  <a:lnTo>
                    <a:pt x="123631" y="59853"/>
                  </a:lnTo>
                  <a:lnTo>
                    <a:pt x="123834" y="58419"/>
                  </a:lnTo>
                  <a:lnTo>
                    <a:pt x="124673" y="57606"/>
                  </a:lnTo>
                  <a:lnTo>
                    <a:pt x="125579" y="57118"/>
                  </a:lnTo>
                  <a:lnTo>
                    <a:pt x="126705" y="56695"/>
                  </a:lnTo>
                  <a:lnTo>
                    <a:pt x="127014" y="55979"/>
                  </a:lnTo>
                  <a:lnTo>
                    <a:pt x="128567" y="54763"/>
                  </a:lnTo>
                  <a:lnTo>
                    <a:pt x="129501" y="54163"/>
                  </a:lnTo>
                  <a:lnTo>
                    <a:pt x="130676" y="53811"/>
                  </a:lnTo>
                  <a:lnTo>
                    <a:pt x="132302" y="53020"/>
                  </a:lnTo>
                  <a:lnTo>
                    <a:pt x="133585" y="52093"/>
                  </a:lnTo>
                  <a:lnTo>
                    <a:pt x="134818" y="50343"/>
                  </a:lnTo>
                  <a:lnTo>
                    <a:pt x="135793" y="49199"/>
                  </a:lnTo>
                  <a:lnTo>
                    <a:pt x="136617" y="48494"/>
                  </a:lnTo>
                  <a:lnTo>
                    <a:pt x="137308" y="48470"/>
                  </a:lnTo>
                  <a:lnTo>
                    <a:pt x="137791" y="49039"/>
                  </a:lnTo>
                  <a:lnTo>
                    <a:pt x="138209" y="49087"/>
                  </a:lnTo>
                  <a:lnTo>
                    <a:pt x="138483" y="48826"/>
                  </a:lnTo>
                  <a:lnTo>
                    <a:pt x="138949" y="48090"/>
                  </a:lnTo>
                  <a:lnTo>
                    <a:pt x="139447" y="47237"/>
                  </a:lnTo>
                  <a:lnTo>
                    <a:pt x="139914" y="46881"/>
                  </a:lnTo>
                  <a:lnTo>
                    <a:pt x="140820" y="4669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g1593"/>
            <p:cNvSpPr/>
            <p:nvPr/>
          </p:nvSpPr>
          <p:spPr>
            <a:xfrm>
              <a:off x="4690027" y="1846344"/>
              <a:ext cx="970" cy="1260"/>
            </a:xfrm>
            <a:custGeom>
              <a:avLst/>
              <a:pathLst>
                <a:path w="970" h="1260">
                  <a:moveTo>
                    <a:pt x="970" y="1229"/>
                  </a:moveTo>
                  <a:lnTo>
                    <a:pt x="938" y="892"/>
                  </a:lnTo>
                  <a:lnTo>
                    <a:pt x="646" y="322"/>
                  </a:lnTo>
                  <a:lnTo>
                    <a:pt x="208" y="0"/>
                  </a:lnTo>
                  <a:lnTo>
                    <a:pt x="0" y="138"/>
                  </a:lnTo>
                  <a:lnTo>
                    <a:pt x="177" y="599"/>
                  </a:lnTo>
                  <a:lnTo>
                    <a:pt x="688" y="126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g1594"/>
            <p:cNvSpPr/>
            <p:nvPr/>
          </p:nvSpPr>
          <p:spPr>
            <a:xfrm>
              <a:off x="-2147483648" y="-2147483648"/>
              <a:ext cx="-2147483648" cy="-2147483648"/>
            </a:xfrm>
            <a:custGeom>
              <a:avLst/>
              <a:pathLst>
                <a:path w="-2147483648" h="-2147483648">
                  <a:moveTo>
                    <a:pt x="-2147483648" y="-2147483648"/>
                  </a:move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g1595"/>
            <p:cNvSpPr/>
            <p:nvPr/>
          </p:nvSpPr>
          <p:spPr>
            <a:xfrm>
              <a:off x="3442276" y="2240973"/>
              <a:ext cx="184" cy="176"/>
            </a:xfrm>
            <a:custGeom>
              <a:avLst/>
              <a:pathLst>
                <a:path w="184" h="176">
                  <a:moveTo>
                    <a:pt x="0" y="176"/>
                  </a:moveTo>
                  <a:lnTo>
                    <a:pt x="184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g1596"/>
            <p:cNvSpPr/>
            <p:nvPr/>
          </p:nvSpPr>
          <p:spPr>
            <a:xfrm>
              <a:off x="3442838" y="2236627"/>
              <a:ext cx="787" cy="704"/>
            </a:xfrm>
            <a:custGeom>
              <a:avLst/>
              <a:pathLst>
                <a:path w="787" h="704">
                  <a:moveTo>
                    <a:pt x="479" y="678"/>
                  </a:moveTo>
                  <a:lnTo>
                    <a:pt x="0" y="640"/>
                  </a:lnTo>
                  <a:lnTo>
                    <a:pt x="140" y="704"/>
                  </a:lnTo>
                  <a:lnTo>
                    <a:pt x="343" y="244"/>
                  </a:lnTo>
                  <a:lnTo>
                    <a:pt x="606" y="0"/>
                  </a:lnTo>
                  <a:lnTo>
                    <a:pt x="787" y="69"/>
                  </a:lnTo>
                  <a:lnTo>
                    <a:pt x="651" y="25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g1597"/>
            <p:cNvSpPr/>
            <p:nvPr/>
          </p:nvSpPr>
          <p:spPr>
            <a:xfrm>
              <a:off x="3442835" y="2232227"/>
              <a:ext cx="1450" cy="3019"/>
            </a:xfrm>
            <a:custGeom>
              <a:avLst/>
              <a:pathLst>
                <a:path w="1450" h="3019">
                  <a:moveTo>
                    <a:pt x="972" y="2798"/>
                  </a:moveTo>
                  <a:lnTo>
                    <a:pt x="694" y="3019"/>
                  </a:lnTo>
                  <a:lnTo>
                    <a:pt x="0" y="2080"/>
                  </a:lnTo>
                  <a:lnTo>
                    <a:pt x="83" y="990"/>
                  </a:lnTo>
                  <a:lnTo>
                    <a:pt x="503" y="391"/>
                  </a:lnTo>
                  <a:lnTo>
                    <a:pt x="900" y="38"/>
                  </a:lnTo>
                  <a:lnTo>
                    <a:pt x="1308" y="0"/>
                  </a:lnTo>
                  <a:lnTo>
                    <a:pt x="1450" y="902"/>
                  </a:lnTo>
                  <a:lnTo>
                    <a:pt x="1350" y="217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g1598"/>
            <p:cNvSpPr/>
            <p:nvPr/>
          </p:nvSpPr>
          <p:spPr>
            <a:xfrm>
              <a:off x="3444803" y="2292041"/>
              <a:ext cx="2081" cy="3114"/>
            </a:xfrm>
            <a:custGeom>
              <a:avLst/>
              <a:pathLst>
                <a:path w="2081" h="3114">
                  <a:moveTo>
                    <a:pt x="674" y="2831"/>
                  </a:moveTo>
                  <a:lnTo>
                    <a:pt x="87" y="3114"/>
                  </a:lnTo>
                  <a:lnTo>
                    <a:pt x="0" y="1715"/>
                  </a:lnTo>
                  <a:lnTo>
                    <a:pt x="176" y="1338"/>
                  </a:lnTo>
                  <a:lnTo>
                    <a:pt x="1177" y="213"/>
                  </a:lnTo>
                  <a:lnTo>
                    <a:pt x="1451" y="0"/>
                  </a:lnTo>
                  <a:lnTo>
                    <a:pt x="1651" y="236"/>
                  </a:lnTo>
                  <a:lnTo>
                    <a:pt x="1601" y="535"/>
                  </a:lnTo>
                  <a:lnTo>
                    <a:pt x="2081" y="1040"/>
                  </a:lnTo>
                  <a:lnTo>
                    <a:pt x="1965" y="1683"/>
                  </a:lnTo>
                  <a:lnTo>
                    <a:pt x="1445" y="238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g1599"/>
            <p:cNvSpPr/>
            <p:nvPr/>
          </p:nvSpPr>
          <p:spPr>
            <a:xfrm>
              <a:off x="3446012" y="2289976"/>
              <a:ext cx="1944" cy="1573"/>
            </a:xfrm>
            <a:custGeom>
              <a:avLst/>
              <a:pathLst>
                <a:path w="1944" h="1573">
                  <a:moveTo>
                    <a:pt x="1137" y="1115"/>
                  </a:moveTo>
                  <a:lnTo>
                    <a:pt x="0" y="1573"/>
                  </a:lnTo>
                  <a:lnTo>
                    <a:pt x="18" y="1200"/>
                  </a:lnTo>
                  <a:lnTo>
                    <a:pt x="322" y="553"/>
                  </a:lnTo>
                  <a:lnTo>
                    <a:pt x="913" y="370"/>
                  </a:lnTo>
                  <a:lnTo>
                    <a:pt x="1135" y="149"/>
                  </a:lnTo>
                  <a:lnTo>
                    <a:pt x="1511" y="0"/>
                  </a:lnTo>
                  <a:lnTo>
                    <a:pt x="1726" y="26"/>
                  </a:lnTo>
                  <a:lnTo>
                    <a:pt x="1944" y="209"/>
                  </a:lnTo>
                  <a:lnTo>
                    <a:pt x="1428" y="57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g1600"/>
            <p:cNvSpPr/>
            <p:nvPr/>
          </p:nvSpPr>
          <p:spPr>
            <a:xfrm>
              <a:off x="3403692" y="2265491"/>
              <a:ext cx="1912" cy="1253"/>
            </a:xfrm>
            <a:custGeom>
              <a:avLst/>
              <a:pathLst>
                <a:path w="1912" h="1253">
                  <a:moveTo>
                    <a:pt x="1912" y="939"/>
                  </a:moveTo>
                  <a:lnTo>
                    <a:pt x="1402" y="1253"/>
                  </a:lnTo>
                  <a:lnTo>
                    <a:pt x="467" y="939"/>
                  </a:lnTo>
                  <a:lnTo>
                    <a:pt x="0" y="501"/>
                  </a:lnTo>
                  <a:lnTo>
                    <a:pt x="297" y="0"/>
                  </a:lnTo>
                  <a:lnTo>
                    <a:pt x="1062" y="0"/>
                  </a:lnTo>
                  <a:lnTo>
                    <a:pt x="1779" y="60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g1601"/>
            <p:cNvSpPr/>
            <p:nvPr/>
          </p:nvSpPr>
          <p:spPr>
            <a:xfrm>
              <a:off x="3413269" y="2262793"/>
              <a:ext cx="5535" cy="3989"/>
            </a:xfrm>
            <a:custGeom>
              <a:avLst/>
              <a:pathLst>
                <a:path w="5535" h="3989">
                  <a:moveTo>
                    <a:pt x="5231" y="505"/>
                  </a:moveTo>
                  <a:lnTo>
                    <a:pt x="5535" y="2327"/>
                  </a:lnTo>
                  <a:lnTo>
                    <a:pt x="5442" y="2669"/>
                  </a:lnTo>
                  <a:lnTo>
                    <a:pt x="4585" y="3901"/>
                  </a:lnTo>
                  <a:lnTo>
                    <a:pt x="3867" y="3989"/>
                  </a:lnTo>
                  <a:lnTo>
                    <a:pt x="3289" y="3945"/>
                  </a:lnTo>
                  <a:lnTo>
                    <a:pt x="2849" y="3707"/>
                  </a:lnTo>
                  <a:lnTo>
                    <a:pt x="2284" y="2907"/>
                  </a:lnTo>
                  <a:lnTo>
                    <a:pt x="1735" y="3147"/>
                  </a:lnTo>
                  <a:lnTo>
                    <a:pt x="376" y="2869"/>
                  </a:lnTo>
                  <a:lnTo>
                    <a:pt x="0" y="2589"/>
                  </a:lnTo>
                  <a:lnTo>
                    <a:pt x="508" y="1608"/>
                  </a:lnTo>
                  <a:lnTo>
                    <a:pt x="1443" y="1212"/>
                  </a:lnTo>
                  <a:lnTo>
                    <a:pt x="1784" y="1131"/>
                  </a:lnTo>
                  <a:lnTo>
                    <a:pt x="2058" y="1733"/>
                  </a:lnTo>
                  <a:lnTo>
                    <a:pt x="2739" y="2253"/>
                  </a:lnTo>
                  <a:lnTo>
                    <a:pt x="3538" y="2306"/>
                  </a:lnTo>
                  <a:lnTo>
                    <a:pt x="3737" y="1377"/>
                  </a:lnTo>
                  <a:lnTo>
                    <a:pt x="4817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g1602"/>
            <p:cNvSpPr/>
            <p:nvPr/>
          </p:nvSpPr>
          <p:spPr>
            <a:xfrm>
              <a:off x="3328464" y="2248697"/>
              <a:ext cx="128073" cy="160259"/>
            </a:xfrm>
            <a:custGeom>
              <a:avLst/>
              <a:pathLst>
                <a:path w="128073" h="160259">
                  <a:moveTo>
                    <a:pt x="126289" y="50610"/>
                  </a:moveTo>
                  <a:lnTo>
                    <a:pt x="128047" y="54005"/>
                  </a:lnTo>
                  <a:lnTo>
                    <a:pt x="128073" y="54379"/>
                  </a:lnTo>
                  <a:lnTo>
                    <a:pt x="127882" y="54803"/>
                  </a:lnTo>
                  <a:lnTo>
                    <a:pt x="126787" y="55600"/>
                  </a:lnTo>
                  <a:lnTo>
                    <a:pt x="126542" y="56012"/>
                  </a:lnTo>
                  <a:lnTo>
                    <a:pt x="126148" y="57525"/>
                  </a:lnTo>
                  <a:lnTo>
                    <a:pt x="124769" y="58355"/>
                  </a:lnTo>
                  <a:lnTo>
                    <a:pt x="123816" y="59396"/>
                  </a:lnTo>
                  <a:lnTo>
                    <a:pt x="123174" y="60308"/>
                  </a:lnTo>
                  <a:lnTo>
                    <a:pt x="122854" y="60676"/>
                  </a:lnTo>
                  <a:lnTo>
                    <a:pt x="121595" y="60878"/>
                  </a:lnTo>
                  <a:lnTo>
                    <a:pt x="121191" y="61452"/>
                  </a:lnTo>
                  <a:lnTo>
                    <a:pt x="120683" y="63177"/>
                  </a:lnTo>
                  <a:lnTo>
                    <a:pt x="120310" y="63898"/>
                  </a:lnTo>
                  <a:lnTo>
                    <a:pt x="119656" y="64745"/>
                  </a:lnTo>
                  <a:lnTo>
                    <a:pt x="119650" y="65264"/>
                  </a:lnTo>
                  <a:lnTo>
                    <a:pt x="120554" y="67152"/>
                  </a:lnTo>
                  <a:lnTo>
                    <a:pt x="120716" y="67745"/>
                  </a:lnTo>
                  <a:lnTo>
                    <a:pt x="120436" y="68641"/>
                  </a:lnTo>
                  <a:lnTo>
                    <a:pt x="120463" y="69276"/>
                  </a:lnTo>
                  <a:lnTo>
                    <a:pt x="120937" y="70041"/>
                  </a:lnTo>
                  <a:lnTo>
                    <a:pt x="121505" y="70216"/>
                  </a:lnTo>
                  <a:lnTo>
                    <a:pt x="122056" y="69897"/>
                  </a:lnTo>
                  <a:lnTo>
                    <a:pt x="122742" y="69925"/>
                  </a:lnTo>
                  <a:lnTo>
                    <a:pt x="123190" y="70128"/>
                  </a:lnTo>
                  <a:lnTo>
                    <a:pt x="123375" y="70351"/>
                  </a:lnTo>
                  <a:lnTo>
                    <a:pt x="123408" y="70936"/>
                  </a:lnTo>
                  <a:lnTo>
                    <a:pt x="123123" y="72180"/>
                  </a:lnTo>
                  <a:lnTo>
                    <a:pt x="122717" y="72982"/>
                  </a:lnTo>
                  <a:lnTo>
                    <a:pt x="120910" y="74213"/>
                  </a:lnTo>
                  <a:lnTo>
                    <a:pt x="120106" y="74926"/>
                  </a:lnTo>
                  <a:lnTo>
                    <a:pt x="119662" y="75452"/>
                  </a:lnTo>
                  <a:lnTo>
                    <a:pt x="118689" y="75170"/>
                  </a:lnTo>
                  <a:lnTo>
                    <a:pt x="118192" y="75192"/>
                  </a:lnTo>
                  <a:lnTo>
                    <a:pt x="117811" y="75598"/>
                  </a:lnTo>
                  <a:lnTo>
                    <a:pt x="117580" y="75947"/>
                  </a:lnTo>
                  <a:lnTo>
                    <a:pt x="116927" y="76033"/>
                  </a:lnTo>
                  <a:lnTo>
                    <a:pt x="116002" y="76246"/>
                  </a:lnTo>
                  <a:lnTo>
                    <a:pt x="115616" y="76481"/>
                  </a:lnTo>
                  <a:lnTo>
                    <a:pt x="115317" y="77089"/>
                  </a:lnTo>
                  <a:lnTo>
                    <a:pt x="115067" y="77961"/>
                  </a:lnTo>
                  <a:lnTo>
                    <a:pt x="115276" y="79007"/>
                  </a:lnTo>
                  <a:lnTo>
                    <a:pt x="115565" y="79940"/>
                  </a:lnTo>
                  <a:lnTo>
                    <a:pt x="115553" y="80796"/>
                  </a:lnTo>
                  <a:lnTo>
                    <a:pt x="115776" y="83179"/>
                  </a:lnTo>
                  <a:lnTo>
                    <a:pt x="115485" y="83735"/>
                  </a:lnTo>
                  <a:lnTo>
                    <a:pt x="114866" y="84366"/>
                  </a:lnTo>
                  <a:lnTo>
                    <a:pt x="114126" y="85477"/>
                  </a:lnTo>
                  <a:lnTo>
                    <a:pt x="113296" y="87022"/>
                  </a:lnTo>
                  <a:lnTo>
                    <a:pt x="113429" y="87465"/>
                  </a:lnTo>
                  <a:lnTo>
                    <a:pt x="115412" y="90712"/>
                  </a:lnTo>
                  <a:lnTo>
                    <a:pt x="117429" y="94015"/>
                  </a:lnTo>
                  <a:lnTo>
                    <a:pt x="119433" y="97298"/>
                  </a:lnTo>
                  <a:lnTo>
                    <a:pt x="119719" y="97444"/>
                  </a:lnTo>
                  <a:lnTo>
                    <a:pt x="120097" y="97823"/>
                  </a:lnTo>
                  <a:lnTo>
                    <a:pt x="120447" y="98972"/>
                  </a:lnTo>
                  <a:lnTo>
                    <a:pt x="120736" y="100191"/>
                  </a:lnTo>
                  <a:lnTo>
                    <a:pt x="120742" y="100822"/>
                  </a:lnTo>
                  <a:lnTo>
                    <a:pt x="120517" y="101615"/>
                  </a:lnTo>
                  <a:lnTo>
                    <a:pt x="120029" y="102527"/>
                  </a:lnTo>
                  <a:lnTo>
                    <a:pt x="119437" y="103266"/>
                  </a:lnTo>
                  <a:lnTo>
                    <a:pt x="118570" y="103893"/>
                  </a:lnTo>
                  <a:lnTo>
                    <a:pt x="117881" y="104484"/>
                  </a:lnTo>
                  <a:lnTo>
                    <a:pt x="117312" y="106048"/>
                  </a:lnTo>
                  <a:lnTo>
                    <a:pt x="116967" y="106598"/>
                  </a:lnTo>
                  <a:lnTo>
                    <a:pt x="116651" y="106820"/>
                  </a:lnTo>
                  <a:lnTo>
                    <a:pt x="116025" y="107024"/>
                  </a:lnTo>
                  <a:lnTo>
                    <a:pt x="115012" y="106977"/>
                  </a:lnTo>
                  <a:lnTo>
                    <a:pt x="114344" y="106854"/>
                  </a:lnTo>
                  <a:lnTo>
                    <a:pt x="113517" y="108024"/>
                  </a:lnTo>
                  <a:lnTo>
                    <a:pt x="112458" y="108453"/>
                  </a:lnTo>
                  <a:lnTo>
                    <a:pt x="111750" y="110049"/>
                  </a:lnTo>
                  <a:lnTo>
                    <a:pt x="109228" y="111316"/>
                  </a:lnTo>
                  <a:lnTo>
                    <a:pt x="106761" y="112302"/>
                  </a:lnTo>
                  <a:lnTo>
                    <a:pt x="106084" y="112691"/>
                  </a:lnTo>
                  <a:lnTo>
                    <a:pt x="103648" y="111877"/>
                  </a:lnTo>
                  <a:lnTo>
                    <a:pt x="103062" y="112131"/>
                  </a:lnTo>
                  <a:lnTo>
                    <a:pt x="102387" y="112887"/>
                  </a:lnTo>
                  <a:lnTo>
                    <a:pt x="101764" y="113474"/>
                  </a:lnTo>
                  <a:lnTo>
                    <a:pt x="101238" y="113511"/>
                  </a:lnTo>
                  <a:lnTo>
                    <a:pt x="100796" y="113814"/>
                  </a:lnTo>
                  <a:lnTo>
                    <a:pt x="100533" y="114896"/>
                  </a:lnTo>
                  <a:lnTo>
                    <a:pt x="100299" y="118625"/>
                  </a:lnTo>
                  <a:lnTo>
                    <a:pt x="99425" y="119734"/>
                  </a:lnTo>
                  <a:lnTo>
                    <a:pt x="98369" y="119727"/>
                  </a:lnTo>
                  <a:lnTo>
                    <a:pt x="97644" y="118437"/>
                  </a:lnTo>
                  <a:lnTo>
                    <a:pt x="96783" y="117461"/>
                  </a:lnTo>
                  <a:lnTo>
                    <a:pt x="95284" y="115148"/>
                  </a:lnTo>
                  <a:lnTo>
                    <a:pt x="94868" y="114846"/>
                  </a:lnTo>
                  <a:lnTo>
                    <a:pt x="94479" y="114860"/>
                  </a:lnTo>
                  <a:lnTo>
                    <a:pt x="93088" y="115546"/>
                  </a:lnTo>
                  <a:lnTo>
                    <a:pt x="92428" y="115249"/>
                  </a:lnTo>
                  <a:lnTo>
                    <a:pt x="91895" y="114889"/>
                  </a:lnTo>
                  <a:lnTo>
                    <a:pt x="91005" y="115004"/>
                  </a:lnTo>
                  <a:lnTo>
                    <a:pt x="89419" y="115031"/>
                  </a:lnTo>
                  <a:lnTo>
                    <a:pt x="88408" y="115052"/>
                  </a:lnTo>
                  <a:lnTo>
                    <a:pt x="87917" y="114420"/>
                  </a:lnTo>
                  <a:lnTo>
                    <a:pt x="87460" y="113129"/>
                  </a:lnTo>
                  <a:lnTo>
                    <a:pt x="87152" y="112667"/>
                  </a:lnTo>
                  <a:lnTo>
                    <a:pt x="86790" y="112294"/>
                  </a:lnTo>
                  <a:lnTo>
                    <a:pt x="86193" y="112106"/>
                  </a:lnTo>
                  <a:lnTo>
                    <a:pt x="83639" y="112111"/>
                  </a:lnTo>
                  <a:lnTo>
                    <a:pt x="83159" y="112112"/>
                  </a:lnTo>
                  <a:lnTo>
                    <a:pt x="82806" y="111864"/>
                  </a:lnTo>
                  <a:lnTo>
                    <a:pt x="82315" y="110756"/>
                  </a:lnTo>
                  <a:lnTo>
                    <a:pt x="81778" y="110236"/>
                  </a:lnTo>
                  <a:lnTo>
                    <a:pt x="81150" y="110214"/>
                  </a:lnTo>
                  <a:lnTo>
                    <a:pt x="80874" y="110824"/>
                  </a:lnTo>
                  <a:lnTo>
                    <a:pt x="81964" y="112818"/>
                  </a:lnTo>
                  <a:lnTo>
                    <a:pt x="82282" y="113899"/>
                  </a:lnTo>
                  <a:lnTo>
                    <a:pt x="83238" y="115461"/>
                  </a:lnTo>
                  <a:lnTo>
                    <a:pt x="86007" y="118768"/>
                  </a:lnTo>
                  <a:lnTo>
                    <a:pt x="86520" y="119818"/>
                  </a:lnTo>
                  <a:lnTo>
                    <a:pt x="86463" y="121160"/>
                  </a:lnTo>
                  <a:lnTo>
                    <a:pt x="86447" y="123213"/>
                  </a:lnTo>
                  <a:lnTo>
                    <a:pt x="86541" y="125157"/>
                  </a:lnTo>
                  <a:lnTo>
                    <a:pt x="87253" y="127943"/>
                  </a:lnTo>
                  <a:lnTo>
                    <a:pt x="88254" y="130780"/>
                  </a:lnTo>
                  <a:lnTo>
                    <a:pt x="88526" y="132588"/>
                  </a:lnTo>
                  <a:lnTo>
                    <a:pt x="88340" y="133924"/>
                  </a:lnTo>
                  <a:lnTo>
                    <a:pt x="88149" y="134635"/>
                  </a:lnTo>
                  <a:lnTo>
                    <a:pt x="88171" y="134952"/>
                  </a:lnTo>
                  <a:lnTo>
                    <a:pt x="88376" y="135238"/>
                  </a:lnTo>
                  <a:lnTo>
                    <a:pt x="89329" y="135649"/>
                  </a:lnTo>
                  <a:lnTo>
                    <a:pt x="91331" y="135905"/>
                  </a:lnTo>
                  <a:lnTo>
                    <a:pt x="92541" y="135907"/>
                  </a:lnTo>
                  <a:lnTo>
                    <a:pt x="94389" y="136214"/>
                  </a:lnTo>
                  <a:lnTo>
                    <a:pt x="94526" y="137211"/>
                  </a:lnTo>
                  <a:lnTo>
                    <a:pt x="94345" y="138856"/>
                  </a:lnTo>
                  <a:lnTo>
                    <a:pt x="93980" y="139790"/>
                  </a:lnTo>
                  <a:lnTo>
                    <a:pt x="93683" y="140062"/>
                  </a:lnTo>
                  <a:lnTo>
                    <a:pt x="92677" y="140279"/>
                  </a:lnTo>
                  <a:lnTo>
                    <a:pt x="91619" y="141288"/>
                  </a:lnTo>
                  <a:lnTo>
                    <a:pt x="90083" y="142284"/>
                  </a:lnTo>
                  <a:lnTo>
                    <a:pt x="89206" y="142420"/>
                  </a:lnTo>
                  <a:lnTo>
                    <a:pt x="88841" y="142615"/>
                  </a:lnTo>
                  <a:lnTo>
                    <a:pt x="88531" y="142913"/>
                  </a:lnTo>
                  <a:lnTo>
                    <a:pt x="88276" y="143292"/>
                  </a:lnTo>
                  <a:lnTo>
                    <a:pt x="87977" y="145160"/>
                  </a:lnTo>
                  <a:lnTo>
                    <a:pt x="87525" y="147269"/>
                  </a:lnTo>
                  <a:lnTo>
                    <a:pt x="86672" y="148522"/>
                  </a:lnTo>
                  <a:lnTo>
                    <a:pt x="85733" y="149557"/>
                  </a:lnTo>
                  <a:lnTo>
                    <a:pt x="84779" y="149674"/>
                  </a:lnTo>
                  <a:lnTo>
                    <a:pt x="84013" y="149592"/>
                  </a:lnTo>
                  <a:lnTo>
                    <a:pt x="83632" y="149896"/>
                  </a:lnTo>
                  <a:lnTo>
                    <a:pt x="83083" y="150748"/>
                  </a:lnTo>
                  <a:lnTo>
                    <a:pt x="82297" y="151809"/>
                  </a:lnTo>
                  <a:lnTo>
                    <a:pt x="81690" y="152374"/>
                  </a:lnTo>
                  <a:lnTo>
                    <a:pt x="80873" y="152321"/>
                  </a:lnTo>
                  <a:lnTo>
                    <a:pt x="80001" y="152843"/>
                  </a:lnTo>
                  <a:lnTo>
                    <a:pt x="78899" y="153697"/>
                  </a:lnTo>
                  <a:lnTo>
                    <a:pt x="78169" y="154399"/>
                  </a:lnTo>
                  <a:lnTo>
                    <a:pt x="77546" y="155597"/>
                  </a:lnTo>
                  <a:lnTo>
                    <a:pt x="76653" y="156857"/>
                  </a:lnTo>
                  <a:lnTo>
                    <a:pt x="75737" y="157739"/>
                  </a:lnTo>
                  <a:lnTo>
                    <a:pt x="75298" y="158830"/>
                  </a:lnTo>
                  <a:lnTo>
                    <a:pt x="74672" y="160213"/>
                  </a:lnTo>
                  <a:lnTo>
                    <a:pt x="73890" y="160259"/>
                  </a:lnTo>
                  <a:lnTo>
                    <a:pt x="73827" y="159429"/>
                  </a:lnTo>
                  <a:lnTo>
                    <a:pt x="74203" y="158091"/>
                  </a:lnTo>
                  <a:lnTo>
                    <a:pt x="73796" y="156938"/>
                  </a:lnTo>
                  <a:lnTo>
                    <a:pt x="73051" y="156321"/>
                  </a:lnTo>
                  <a:lnTo>
                    <a:pt x="72704" y="156138"/>
                  </a:lnTo>
                  <a:lnTo>
                    <a:pt x="72357" y="156214"/>
                  </a:lnTo>
                  <a:lnTo>
                    <a:pt x="71475" y="156782"/>
                  </a:lnTo>
                  <a:lnTo>
                    <a:pt x="70391" y="157816"/>
                  </a:lnTo>
                  <a:lnTo>
                    <a:pt x="69724" y="158561"/>
                  </a:lnTo>
                  <a:lnTo>
                    <a:pt x="69122" y="158901"/>
                  </a:lnTo>
                  <a:lnTo>
                    <a:pt x="67881" y="159209"/>
                  </a:lnTo>
                  <a:lnTo>
                    <a:pt x="66836" y="159367"/>
                  </a:lnTo>
                  <a:lnTo>
                    <a:pt x="66406" y="159154"/>
                  </a:lnTo>
                  <a:lnTo>
                    <a:pt x="65629" y="158394"/>
                  </a:lnTo>
                  <a:lnTo>
                    <a:pt x="63833" y="156017"/>
                  </a:lnTo>
                  <a:lnTo>
                    <a:pt x="61402" y="152796"/>
                  </a:lnTo>
                  <a:lnTo>
                    <a:pt x="61218" y="151864"/>
                  </a:lnTo>
                  <a:lnTo>
                    <a:pt x="61322" y="150910"/>
                  </a:lnTo>
                  <a:lnTo>
                    <a:pt x="60881" y="149519"/>
                  </a:lnTo>
                  <a:lnTo>
                    <a:pt x="60623" y="148038"/>
                  </a:lnTo>
                  <a:lnTo>
                    <a:pt x="60404" y="147528"/>
                  </a:lnTo>
                  <a:lnTo>
                    <a:pt x="60341" y="146420"/>
                  </a:lnTo>
                  <a:lnTo>
                    <a:pt x="59814" y="144425"/>
                  </a:lnTo>
                  <a:lnTo>
                    <a:pt x="59382" y="142792"/>
                  </a:lnTo>
                  <a:lnTo>
                    <a:pt x="58985" y="141961"/>
                  </a:lnTo>
                  <a:lnTo>
                    <a:pt x="59152" y="141254"/>
                  </a:lnTo>
                  <a:lnTo>
                    <a:pt x="58985" y="140547"/>
                  </a:lnTo>
                  <a:lnTo>
                    <a:pt x="58663" y="139971"/>
                  </a:lnTo>
                  <a:lnTo>
                    <a:pt x="58193" y="138117"/>
                  </a:lnTo>
                  <a:lnTo>
                    <a:pt x="58359" y="137318"/>
                  </a:lnTo>
                  <a:lnTo>
                    <a:pt x="58234" y="136518"/>
                  </a:lnTo>
                  <a:lnTo>
                    <a:pt x="57838" y="135970"/>
                  </a:lnTo>
                  <a:lnTo>
                    <a:pt x="57275" y="135380"/>
                  </a:lnTo>
                  <a:lnTo>
                    <a:pt x="56524" y="134150"/>
                  </a:lnTo>
                  <a:lnTo>
                    <a:pt x="55627" y="132982"/>
                  </a:lnTo>
                  <a:lnTo>
                    <a:pt x="55168" y="132520"/>
                  </a:lnTo>
                  <a:lnTo>
                    <a:pt x="54855" y="132336"/>
                  </a:lnTo>
                  <a:lnTo>
                    <a:pt x="54584" y="131229"/>
                  </a:lnTo>
                  <a:lnTo>
                    <a:pt x="54376" y="130890"/>
                  </a:lnTo>
                  <a:lnTo>
                    <a:pt x="53916" y="130798"/>
                  </a:lnTo>
                  <a:lnTo>
                    <a:pt x="52978" y="130337"/>
                  </a:lnTo>
                  <a:lnTo>
                    <a:pt x="52101" y="130890"/>
                  </a:lnTo>
                  <a:lnTo>
                    <a:pt x="52081" y="130029"/>
                  </a:lnTo>
                  <a:lnTo>
                    <a:pt x="52331" y="129506"/>
                  </a:lnTo>
                  <a:lnTo>
                    <a:pt x="55358" y="125400"/>
                  </a:lnTo>
                  <a:lnTo>
                    <a:pt x="56883" y="123511"/>
                  </a:lnTo>
                  <a:lnTo>
                    <a:pt x="57047" y="123233"/>
                  </a:lnTo>
                  <a:lnTo>
                    <a:pt x="57181" y="122795"/>
                  </a:lnTo>
                  <a:lnTo>
                    <a:pt x="57285" y="122211"/>
                  </a:lnTo>
                  <a:lnTo>
                    <a:pt x="56939" y="121543"/>
                  </a:lnTo>
                  <a:lnTo>
                    <a:pt x="55511" y="118372"/>
                  </a:lnTo>
                  <a:lnTo>
                    <a:pt x="55015" y="117776"/>
                  </a:lnTo>
                  <a:lnTo>
                    <a:pt x="54528" y="117288"/>
                  </a:lnTo>
                  <a:lnTo>
                    <a:pt x="53970" y="115957"/>
                  </a:lnTo>
                  <a:lnTo>
                    <a:pt x="53301" y="112857"/>
                  </a:lnTo>
                  <a:lnTo>
                    <a:pt x="52819" y="111299"/>
                  </a:lnTo>
                  <a:lnTo>
                    <a:pt x="52673" y="110104"/>
                  </a:lnTo>
                  <a:lnTo>
                    <a:pt x="52704" y="108753"/>
                  </a:lnTo>
                  <a:lnTo>
                    <a:pt x="52525" y="107716"/>
                  </a:lnTo>
                  <a:lnTo>
                    <a:pt x="52137" y="106994"/>
                  </a:lnTo>
                  <a:lnTo>
                    <a:pt x="52137" y="104782"/>
                  </a:lnTo>
                  <a:lnTo>
                    <a:pt x="52525" y="101081"/>
                  </a:lnTo>
                  <a:lnTo>
                    <a:pt x="52621" y="98267"/>
                  </a:lnTo>
                  <a:lnTo>
                    <a:pt x="52425" y="96343"/>
                  </a:lnTo>
                  <a:lnTo>
                    <a:pt x="52770" y="94878"/>
                  </a:lnTo>
                  <a:lnTo>
                    <a:pt x="53657" y="93874"/>
                  </a:lnTo>
                  <a:lnTo>
                    <a:pt x="54152" y="92322"/>
                  </a:lnTo>
                  <a:lnTo>
                    <a:pt x="54256" y="90221"/>
                  </a:lnTo>
                  <a:lnTo>
                    <a:pt x="54787" y="88496"/>
                  </a:lnTo>
                  <a:lnTo>
                    <a:pt x="55746" y="87144"/>
                  </a:lnTo>
                  <a:lnTo>
                    <a:pt x="56072" y="85812"/>
                  </a:lnTo>
                  <a:lnTo>
                    <a:pt x="55767" y="84497"/>
                  </a:lnTo>
                  <a:lnTo>
                    <a:pt x="55669" y="83653"/>
                  </a:lnTo>
                  <a:lnTo>
                    <a:pt x="54855" y="82795"/>
                  </a:lnTo>
                  <a:lnTo>
                    <a:pt x="53350" y="82193"/>
                  </a:lnTo>
                  <a:lnTo>
                    <a:pt x="52100" y="82124"/>
                  </a:lnTo>
                  <a:lnTo>
                    <a:pt x="51347" y="82793"/>
                  </a:lnTo>
                  <a:lnTo>
                    <a:pt x="49415" y="83413"/>
                  </a:lnTo>
                  <a:lnTo>
                    <a:pt x="46305" y="83984"/>
                  </a:lnTo>
                  <a:lnTo>
                    <a:pt x="43801" y="83981"/>
                  </a:lnTo>
                  <a:lnTo>
                    <a:pt x="41901" y="83403"/>
                  </a:lnTo>
                  <a:lnTo>
                    <a:pt x="40457" y="83596"/>
                  </a:lnTo>
                  <a:lnTo>
                    <a:pt x="39467" y="84559"/>
                  </a:lnTo>
                  <a:lnTo>
                    <a:pt x="38770" y="84777"/>
                  </a:lnTo>
                  <a:lnTo>
                    <a:pt x="38367" y="84249"/>
                  </a:lnTo>
                  <a:lnTo>
                    <a:pt x="37929" y="84104"/>
                  </a:lnTo>
                  <a:lnTo>
                    <a:pt x="37266" y="84439"/>
                  </a:lnTo>
                  <a:lnTo>
                    <a:pt x="37152" y="84286"/>
                  </a:lnTo>
                  <a:lnTo>
                    <a:pt x="35680" y="81684"/>
                  </a:lnTo>
                  <a:lnTo>
                    <a:pt x="34316" y="79272"/>
                  </a:lnTo>
                  <a:lnTo>
                    <a:pt x="32753" y="76401"/>
                  </a:lnTo>
                  <a:lnTo>
                    <a:pt x="30948" y="73086"/>
                  </a:lnTo>
                  <a:lnTo>
                    <a:pt x="30624" y="72867"/>
                  </a:lnTo>
                  <a:lnTo>
                    <a:pt x="30067" y="72889"/>
                  </a:lnTo>
                  <a:lnTo>
                    <a:pt x="29329" y="72946"/>
                  </a:lnTo>
                  <a:lnTo>
                    <a:pt x="28181" y="72602"/>
                  </a:lnTo>
                  <a:lnTo>
                    <a:pt x="27394" y="72121"/>
                  </a:lnTo>
                  <a:lnTo>
                    <a:pt x="26780" y="71655"/>
                  </a:lnTo>
                  <a:lnTo>
                    <a:pt x="25649" y="71066"/>
                  </a:lnTo>
                  <a:lnTo>
                    <a:pt x="24873" y="70964"/>
                  </a:lnTo>
                  <a:lnTo>
                    <a:pt x="24177" y="71138"/>
                  </a:lnTo>
                  <a:lnTo>
                    <a:pt x="22260" y="72298"/>
                  </a:lnTo>
                  <a:lnTo>
                    <a:pt x="21169" y="72405"/>
                  </a:lnTo>
                  <a:lnTo>
                    <a:pt x="20325" y="72426"/>
                  </a:lnTo>
                  <a:lnTo>
                    <a:pt x="18061" y="71852"/>
                  </a:lnTo>
                  <a:lnTo>
                    <a:pt x="16512" y="71761"/>
                  </a:lnTo>
                  <a:lnTo>
                    <a:pt x="14710" y="72139"/>
                  </a:lnTo>
                  <a:lnTo>
                    <a:pt x="13940" y="72355"/>
                  </a:lnTo>
                  <a:lnTo>
                    <a:pt x="12862" y="71765"/>
                  </a:lnTo>
                  <a:lnTo>
                    <a:pt x="12128" y="70869"/>
                  </a:lnTo>
                  <a:lnTo>
                    <a:pt x="11443" y="68737"/>
                  </a:lnTo>
                  <a:lnTo>
                    <a:pt x="10960" y="67056"/>
                  </a:lnTo>
                  <a:lnTo>
                    <a:pt x="10121" y="66717"/>
                  </a:lnTo>
                  <a:lnTo>
                    <a:pt x="9191" y="66430"/>
                  </a:lnTo>
                  <a:lnTo>
                    <a:pt x="8734" y="65875"/>
                  </a:lnTo>
                  <a:lnTo>
                    <a:pt x="8460" y="64908"/>
                  </a:lnTo>
                  <a:lnTo>
                    <a:pt x="8394" y="63667"/>
                  </a:lnTo>
                  <a:lnTo>
                    <a:pt x="8489" y="61648"/>
                  </a:lnTo>
                  <a:lnTo>
                    <a:pt x="8577" y="60924"/>
                  </a:lnTo>
                  <a:lnTo>
                    <a:pt x="8705" y="58745"/>
                  </a:lnTo>
                  <a:lnTo>
                    <a:pt x="9219" y="57607"/>
                  </a:lnTo>
                  <a:lnTo>
                    <a:pt x="9542" y="57054"/>
                  </a:lnTo>
                  <a:lnTo>
                    <a:pt x="9480" y="56141"/>
                  </a:lnTo>
                  <a:lnTo>
                    <a:pt x="9232" y="54268"/>
                  </a:lnTo>
                  <a:lnTo>
                    <a:pt x="8984" y="52944"/>
                  </a:lnTo>
                  <a:lnTo>
                    <a:pt x="7951" y="51442"/>
                  </a:lnTo>
                  <a:lnTo>
                    <a:pt x="6629" y="49519"/>
                  </a:lnTo>
                  <a:lnTo>
                    <a:pt x="6061" y="46440"/>
                  </a:lnTo>
                  <a:lnTo>
                    <a:pt x="5390" y="42804"/>
                  </a:lnTo>
                  <a:lnTo>
                    <a:pt x="4863" y="42439"/>
                  </a:lnTo>
                  <a:lnTo>
                    <a:pt x="4368" y="42622"/>
                  </a:lnTo>
                  <a:lnTo>
                    <a:pt x="3841" y="42439"/>
                  </a:lnTo>
                  <a:lnTo>
                    <a:pt x="3376" y="40978"/>
                  </a:lnTo>
                  <a:lnTo>
                    <a:pt x="2912" y="40704"/>
                  </a:lnTo>
                  <a:lnTo>
                    <a:pt x="2171" y="41217"/>
                  </a:lnTo>
                  <a:lnTo>
                    <a:pt x="1637" y="41616"/>
                  </a:lnTo>
                  <a:lnTo>
                    <a:pt x="279" y="41982"/>
                  </a:lnTo>
                  <a:lnTo>
                    <a:pt x="0" y="41616"/>
                  </a:lnTo>
                  <a:lnTo>
                    <a:pt x="93" y="41160"/>
                  </a:lnTo>
                  <a:lnTo>
                    <a:pt x="667" y="39833"/>
                  </a:lnTo>
                  <a:lnTo>
                    <a:pt x="1342" y="38137"/>
                  </a:lnTo>
                  <a:lnTo>
                    <a:pt x="2128" y="36588"/>
                  </a:lnTo>
                  <a:lnTo>
                    <a:pt x="2858" y="35004"/>
                  </a:lnTo>
                  <a:lnTo>
                    <a:pt x="3402" y="33317"/>
                  </a:lnTo>
                  <a:lnTo>
                    <a:pt x="3773" y="29962"/>
                  </a:lnTo>
                  <a:lnTo>
                    <a:pt x="4028" y="27646"/>
                  </a:lnTo>
                  <a:lnTo>
                    <a:pt x="4700" y="23524"/>
                  </a:lnTo>
                  <a:lnTo>
                    <a:pt x="5932" y="20233"/>
                  </a:lnTo>
                  <a:lnTo>
                    <a:pt x="6396" y="18718"/>
                  </a:lnTo>
                  <a:lnTo>
                    <a:pt x="7511" y="16747"/>
                  </a:lnTo>
                  <a:lnTo>
                    <a:pt x="8024" y="15677"/>
                  </a:lnTo>
                  <a:lnTo>
                    <a:pt x="8705" y="14835"/>
                  </a:lnTo>
                  <a:lnTo>
                    <a:pt x="10574" y="13689"/>
                  </a:lnTo>
                  <a:lnTo>
                    <a:pt x="12809" y="8032"/>
                  </a:lnTo>
                  <a:lnTo>
                    <a:pt x="13321" y="7133"/>
                  </a:lnTo>
                  <a:lnTo>
                    <a:pt x="15579" y="6290"/>
                  </a:lnTo>
                  <a:lnTo>
                    <a:pt x="17314" y="5632"/>
                  </a:lnTo>
                  <a:lnTo>
                    <a:pt x="18600" y="4942"/>
                  </a:lnTo>
                  <a:lnTo>
                    <a:pt x="19022" y="4576"/>
                  </a:lnTo>
                  <a:lnTo>
                    <a:pt x="19361" y="4407"/>
                  </a:lnTo>
                  <a:lnTo>
                    <a:pt x="19080" y="5062"/>
                  </a:lnTo>
                  <a:lnTo>
                    <a:pt x="18464" y="5895"/>
                  </a:lnTo>
                  <a:lnTo>
                    <a:pt x="17765" y="6403"/>
                  </a:lnTo>
                  <a:lnTo>
                    <a:pt x="14168" y="7678"/>
                  </a:lnTo>
                  <a:lnTo>
                    <a:pt x="13800" y="7949"/>
                  </a:lnTo>
                  <a:lnTo>
                    <a:pt x="13332" y="8479"/>
                  </a:lnTo>
                  <a:lnTo>
                    <a:pt x="13330" y="9694"/>
                  </a:lnTo>
                  <a:lnTo>
                    <a:pt x="13427" y="10648"/>
                  </a:lnTo>
                  <a:lnTo>
                    <a:pt x="14485" y="13774"/>
                  </a:lnTo>
                  <a:lnTo>
                    <a:pt x="14898" y="14545"/>
                  </a:lnTo>
                  <a:lnTo>
                    <a:pt x="16316" y="16240"/>
                  </a:lnTo>
                  <a:lnTo>
                    <a:pt x="15993" y="16474"/>
                  </a:lnTo>
                  <a:lnTo>
                    <a:pt x="15471" y="16503"/>
                  </a:lnTo>
                  <a:lnTo>
                    <a:pt x="15854" y="18723"/>
                  </a:lnTo>
                  <a:lnTo>
                    <a:pt x="16724" y="20247"/>
                  </a:lnTo>
                  <a:lnTo>
                    <a:pt x="16763" y="21207"/>
                  </a:lnTo>
                  <a:lnTo>
                    <a:pt x="16096" y="24187"/>
                  </a:lnTo>
                  <a:lnTo>
                    <a:pt x="14879" y="25969"/>
                  </a:lnTo>
                  <a:lnTo>
                    <a:pt x="14015" y="28044"/>
                  </a:lnTo>
                  <a:lnTo>
                    <a:pt x="13344" y="28869"/>
                  </a:lnTo>
                  <a:lnTo>
                    <a:pt x="11857" y="32949"/>
                  </a:lnTo>
                  <a:lnTo>
                    <a:pt x="12989" y="35377"/>
                  </a:lnTo>
                  <a:lnTo>
                    <a:pt x="13150" y="36608"/>
                  </a:lnTo>
                  <a:lnTo>
                    <a:pt x="14126" y="38360"/>
                  </a:lnTo>
                  <a:lnTo>
                    <a:pt x="14764" y="38934"/>
                  </a:lnTo>
                  <a:lnTo>
                    <a:pt x="15189" y="39641"/>
                  </a:lnTo>
                  <a:lnTo>
                    <a:pt x="14994" y="40837"/>
                  </a:lnTo>
                  <a:lnTo>
                    <a:pt x="15383" y="42457"/>
                  </a:lnTo>
                  <a:lnTo>
                    <a:pt x="15889" y="43313"/>
                  </a:lnTo>
                  <a:lnTo>
                    <a:pt x="16525" y="43655"/>
                  </a:lnTo>
                  <a:lnTo>
                    <a:pt x="17309" y="43651"/>
                  </a:lnTo>
                  <a:lnTo>
                    <a:pt x="19567" y="42572"/>
                  </a:lnTo>
                  <a:lnTo>
                    <a:pt x="20102" y="42086"/>
                  </a:lnTo>
                  <a:lnTo>
                    <a:pt x="20443" y="41221"/>
                  </a:lnTo>
                  <a:lnTo>
                    <a:pt x="21574" y="39467"/>
                  </a:lnTo>
                  <a:lnTo>
                    <a:pt x="21644" y="37200"/>
                  </a:lnTo>
                  <a:lnTo>
                    <a:pt x="21887" y="34480"/>
                  </a:lnTo>
                  <a:lnTo>
                    <a:pt x="21612" y="32703"/>
                  </a:lnTo>
                  <a:lnTo>
                    <a:pt x="20425" y="30173"/>
                  </a:lnTo>
                  <a:lnTo>
                    <a:pt x="19905" y="28373"/>
                  </a:lnTo>
                  <a:lnTo>
                    <a:pt x="18728" y="26697"/>
                  </a:lnTo>
                  <a:lnTo>
                    <a:pt x="18007" y="23831"/>
                  </a:lnTo>
                  <a:lnTo>
                    <a:pt x="17710" y="22939"/>
                  </a:lnTo>
                  <a:lnTo>
                    <a:pt x="17486" y="21703"/>
                  </a:lnTo>
                  <a:lnTo>
                    <a:pt x="17233" y="19515"/>
                  </a:lnTo>
                  <a:lnTo>
                    <a:pt x="18023" y="18721"/>
                  </a:lnTo>
                  <a:lnTo>
                    <a:pt x="17944" y="16928"/>
                  </a:lnTo>
                  <a:lnTo>
                    <a:pt x="19885" y="16435"/>
                  </a:lnTo>
                  <a:lnTo>
                    <a:pt x="24084" y="13521"/>
                  </a:lnTo>
                  <a:lnTo>
                    <a:pt x="26685" y="12783"/>
                  </a:lnTo>
                  <a:lnTo>
                    <a:pt x="29647" y="11226"/>
                  </a:lnTo>
                  <a:lnTo>
                    <a:pt x="30333" y="10458"/>
                  </a:lnTo>
                  <a:lnTo>
                    <a:pt x="30928" y="9179"/>
                  </a:lnTo>
                  <a:lnTo>
                    <a:pt x="31387" y="9032"/>
                  </a:lnTo>
                  <a:lnTo>
                    <a:pt x="32931" y="10231"/>
                  </a:lnTo>
                  <a:lnTo>
                    <a:pt x="33693" y="9814"/>
                  </a:lnTo>
                  <a:lnTo>
                    <a:pt x="33995" y="8878"/>
                  </a:lnTo>
                  <a:lnTo>
                    <a:pt x="33575" y="7054"/>
                  </a:lnTo>
                  <a:lnTo>
                    <a:pt x="32689" y="7054"/>
                  </a:lnTo>
                  <a:lnTo>
                    <a:pt x="30025" y="7716"/>
                  </a:lnTo>
                  <a:lnTo>
                    <a:pt x="29764" y="6932"/>
                  </a:lnTo>
                  <a:lnTo>
                    <a:pt x="29765" y="6245"/>
                  </a:lnTo>
                  <a:lnTo>
                    <a:pt x="29136" y="4070"/>
                  </a:lnTo>
                  <a:lnTo>
                    <a:pt x="29528" y="2432"/>
                  </a:lnTo>
                  <a:lnTo>
                    <a:pt x="29928" y="1108"/>
                  </a:lnTo>
                  <a:lnTo>
                    <a:pt x="30692" y="575"/>
                  </a:lnTo>
                  <a:lnTo>
                    <a:pt x="31809" y="0"/>
                  </a:lnTo>
                  <a:lnTo>
                    <a:pt x="32657" y="882"/>
                  </a:lnTo>
                  <a:lnTo>
                    <a:pt x="33170" y="1725"/>
                  </a:lnTo>
                  <a:lnTo>
                    <a:pt x="33449" y="2542"/>
                  </a:lnTo>
                  <a:lnTo>
                    <a:pt x="33639" y="4756"/>
                  </a:lnTo>
                  <a:lnTo>
                    <a:pt x="34094" y="6999"/>
                  </a:lnTo>
                  <a:lnTo>
                    <a:pt x="34572" y="8559"/>
                  </a:lnTo>
                  <a:lnTo>
                    <a:pt x="35332" y="9734"/>
                  </a:lnTo>
                  <a:lnTo>
                    <a:pt x="35916" y="9657"/>
                  </a:lnTo>
                  <a:lnTo>
                    <a:pt x="36334" y="9461"/>
                  </a:lnTo>
                  <a:lnTo>
                    <a:pt x="39107" y="9197"/>
                  </a:lnTo>
                  <a:lnTo>
                    <a:pt x="40791" y="9998"/>
                  </a:lnTo>
                  <a:lnTo>
                    <a:pt x="42935" y="10407"/>
                  </a:lnTo>
                  <a:lnTo>
                    <a:pt x="44938" y="12113"/>
                  </a:lnTo>
                  <a:lnTo>
                    <a:pt x="46997" y="14183"/>
                  </a:lnTo>
                  <a:lnTo>
                    <a:pt x="47522" y="15692"/>
                  </a:lnTo>
                  <a:lnTo>
                    <a:pt x="47695" y="17135"/>
                  </a:lnTo>
                  <a:lnTo>
                    <a:pt x="48194" y="18102"/>
                  </a:lnTo>
                  <a:lnTo>
                    <a:pt x="47696" y="19096"/>
                  </a:lnTo>
                  <a:lnTo>
                    <a:pt x="47965" y="20761"/>
                  </a:lnTo>
                  <a:lnTo>
                    <a:pt x="48554" y="22438"/>
                  </a:lnTo>
                  <a:lnTo>
                    <a:pt x="49444" y="23504"/>
                  </a:lnTo>
                  <a:lnTo>
                    <a:pt x="51983" y="23792"/>
                  </a:lnTo>
                  <a:lnTo>
                    <a:pt x="54729" y="23071"/>
                  </a:lnTo>
                  <a:lnTo>
                    <a:pt x="58968" y="22420"/>
                  </a:lnTo>
                  <a:lnTo>
                    <a:pt x="60332" y="21859"/>
                  </a:lnTo>
                  <a:lnTo>
                    <a:pt x="67351" y="21558"/>
                  </a:lnTo>
                  <a:lnTo>
                    <a:pt x="68688" y="22362"/>
                  </a:lnTo>
                  <a:lnTo>
                    <a:pt x="68818" y="23164"/>
                  </a:lnTo>
                  <a:lnTo>
                    <a:pt x="68834" y="23780"/>
                  </a:lnTo>
                  <a:lnTo>
                    <a:pt x="71092" y="26781"/>
                  </a:lnTo>
                  <a:lnTo>
                    <a:pt x="72946" y="27190"/>
                  </a:lnTo>
                  <a:lnTo>
                    <a:pt x="74521" y="28153"/>
                  </a:lnTo>
                  <a:lnTo>
                    <a:pt x="76148" y="28670"/>
                  </a:lnTo>
                  <a:lnTo>
                    <a:pt x="77929" y="29399"/>
                  </a:lnTo>
                  <a:lnTo>
                    <a:pt x="78930" y="29307"/>
                  </a:lnTo>
                  <a:lnTo>
                    <a:pt x="79680" y="29051"/>
                  </a:lnTo>
                  <a:lnTo>
                    <a:pt x="80565" y="29008"/>
                  </a:lnTo>
                  <a:lnTo>
                    <a:pt x="86830" y="23991"/>
                  </a:lnTo>
                  <a:lnTo>
                    <a:pt x="90185" y="24120"/>
                  </a:lnTo>
                  <a:lnTo>
                    <a:pt x="90702" y="23794"/>
                  </a:lnTo>
                  <a:lnTo>
                    <a:pt x="91148" y="23355"/>
                  </a:lnTo>
                  <a:lnTo>
                    <a:pt x="89910" y="22591"/>
                  </a:lnTo>
                  <a:lnTo>
                    <a:pt x="87117" y="22297"/>
                  </a:lnTo>
                  <a:lnTo>
                    <a:pt x="86270" y="22809"/>
                  </a:lnTo>
                  <a:lnTo>
                    <a:pt x="85790" y="21517"/>
                  </a:lnTo>
                  <a:lnTo>
                    <a:pt x="86701" y="21552"/>
                  </a:lnTo>
                  <a:lnTo>
                    <a:pt x="89809" y="21118"/>
                  </a:lnTo>
                  <a:lnTo>
                    <a:pt x="93372" y="21404"/>
                  </a:lnTo>
                  <a:lnTo>
                    <a:pt x="96276" y="20485"/>
                  </a:lnTo>
                  <a:lnTo>
                    <a:pt x="97736" y="20332"/>
                  </a:lnTo>
                  <a:lnTo>
                    <a:pt x="98576" y="20514"/>
                  </a:lnTo>
                  <a:lnTo>
                    <a:pt x="100888" y="19918"/>
                  </a:lnTo>
                  <a:lnTo>
                    <a:pt x="105241" y="20619"/>
                  </a:lnTo>
                  <a:lnTo>
                    <a:pt x="108673" y="20041"/>
                  </a:lnTo>
                  <a:lnTo>
                    <a:pt x="108277" y="20872"/>
                  </a:lnTo>
                  <a:lnTo>
                    <a:pt x="107150" y="21375"/>
                  </a:lnTo>
                  <a:lnTo>
                    <a:pt x="105329" y="21534"/>
                  </a:lnTo>
                  <a:lnTo>
                    <a:pt x="103938" y="22749"/>
                  </a:lnTo>
                  <a:lnTo>
                    <a:pt x="100971" y="22524"/>
                  </a:lnTo>
                  <a:lnTo>
                    <a:pt x="98890" y="22963"/>
                  </a:lnTo>
                  <a:lnTo>
                    <a:pt x="99558" y="23302"/>
                  </a:lnTo>
                  <a:lnTo>
                    <a:pt x="99557" y="24547"/>
                  </a:lnTo>
                  <a:lnTo>
                    <a:pt x="99842" y="24799"/>
                  </a:lnTo>
                  <a:lnTo>
                    <a:pt x="100142" y="24808"/>
                  </a:lnTo>
                  <a:lnTo>
                    <a:pt x="100851" y="25731"/>
                  </a:lnTo>
                  <a:lnTo>
                    <a:pt x="101044" y="26334"/>
                  </a:lnTo>
                  <a:lnTo>
                    <a:pt x="101273" y="27606"/>
                  </a:lnTo>
                  <a:lnTo>
                    <a:pt x="100961" y="28980"/>
                  </a:lnTo>
                  <a:lnTo>
                    <a:pt x="100527" y="29593"/>
                  </a:lnTo>
                  <a:lnTo>
                    <a:pt x="101372" y="29391"/>
                  </a:lnTo>
                  <a:lnTo>
                    <a:pt x="101852" y="28745"/>
                  </a:lnTo>
                  <a:lnTo>
                    <a:pt x="101782" y="28097"/>
                  </a:lnTo>
                  <a:lnTo>
                    <a:pt x="101852" y="27346"/>
                  </a:lnTo>
                  <a:lnTo>
                    <a:pt x="102326" y="27581"/>
                  </a:lnTo>
                  <a:lnTo>
                    <a:pt x="102659" y="27920"/>
                  </a:lnTo>
                  <a:lnTo>
                    <a:pt x="103740" y="31514"/>
                  </a:lnTo>
                  <a:lnTo>
                    <a:pt x="104502" y="33402"/>
                  </a:lnTo>
                  <a:lnTo>
                    <a:pt x="104697" y="33331"/>
                  </a:lnTo>
                  <a:lnTo>
                    <a:pt x="104878" y="33264"/>
                  </a:lnTo>
                  <a:lnTo>
                    <a:pt x="105104" y="32902"/>
                  </a:lnTo>
                  <a:lnTo>
                    <a:pt x="105441" y="32014"/>
                  </a:lnTo>
                  <a:lnTo>
                    <a:pt x="105731" y="32577"/>
                  </a:lnTo>
                  <a:lnTo>
                    <a:pt x="105906" y="32793"/>
                  </a:lnTo>
                  <a:lnTo>
                    <a:pt x="106082" y="32862"/>
                  </a:lnTo>
                  <a:lnTo>
                    <a:pt x="105922" y="32057"/>
                  </a:lnTo>
                  <a:lnTo>
                    <a:pt x="106138" y="31026"/>
                  </a:lnTo>
                  <a:lnTo>
                    <a:pt x="106064" y="30666"/>
                  </a:lnTo>
                  <a:lnTo>
                    <a:pt x="106401" y="30587"/>
                  </a:lnTo>
                  <a:lnTo>
                    <a:pt x="106804" y="30724"/>
                  </a:lnTo>
                  <a:lnTo>
                    <a:pt x="107377" y="31008"/>
                  </a:lnTo>
                  <a:lnTo>
                    <a:pt x="108398" y="32191"/>
                  </a:lnTo>
                  <a:lnTo>
                    <a:pt x="109073" y="33416"/>
                  </a:lnTo>
                  <a:lnTo>
                    <a:pt x="109130" y="34100"/>
                  </a:lnTo>
                  <a:lnTo>
                    <a:pt x="109374" y="34484"/>
                  </a:lnTo>
                  <a:lnTo>
                    <a:pt x="109816" y="34888"/>
                  </a:lnTo>
                  <a:lnTo>
                    <a:pt x="110031" y="35520"/>
                  </a:lnTo>
                  <a:lnTo>
                    <a:pt x="110071" y="34526"/>
                  </a:lnTo>
                  <a:lnTo>
                    <a:pt x="109811" y="33801"/>
                  </a:lnTo>
                  <a:lnTo>
                    <a:pt x="109748" y="32973"/>
                  </a:lnTo>
                  <a:lnTo>
                    <a:pt x="111077" y="32936"/>
                  </a:lnTo>
                  <a:lnTo>
                    <a:pt x="111423" y="31847"/>
                  </a:lnTo>
                  <a:lnTo>
                    <a:pt x="112147" y="32503"/>
                  </a:lnTo>
                  <a:lnTo>
                    <a:pt x="114067" y="35494"/>
                  </a:lnTo>
                  <a:lnTo>
                    <a:pt x="114776" y="35989"/>
                  </a:lnTo>
                  <a:lnTo>
                    <a:pt x="116867" y="36563"/>
                  </a:lnTo>
                  <a:lnTo>
                    <a:pt x="118185" y="38001"/>
                  </a:lnTo>
                  <a:lnTo>
                    <a:pt x="118957" y="39293"/>
                  </a:lnTo>
                  <a:lnTo>
                    <a:pt x="118498" y="40647"/>
                  </a:lnTo>
                  <a:lnTo>
                    <a:pt x="117268" y="41323"/>
                  </a:lnTo>
                  <a:lnTo>
                    <a:pt x="116775" y="42168"/>
                  </a:lnTo>
                  <a:lnTo>
                    <a:pt x="116492" y="42998"/>
                  </a:lnTo>
                  <a:lnTo>
                    <a:pt x="116487" y="43832"/>
                  </a:lnTo>
                  <a:lnTo>
                    <a:pt x="116114" y="44802"/>
                  </a:lnTo>
                  <a:lnTo>
                    <a:pt x="116059" y="45143"/>
                  </a:lnTo>
                  <a:lnTo>
                    <a:pt x="115836" y="46509"/>
                  </a:lnTo>
                  <a:lnTo>
                    <a:pt x="115330" y="48154"/>
                  </a:lnTo>
                  <a:lnTo>
                    <a:pt x="114655" y="49899"/>
                  </a:lnTo>
                  <a:lnTo>
                    <a:pt x="111140" y="49939"/>
                  </a:lnTo>
                  <a:lnTo>
                    <a:pt x="112009" y="50655"/>
                  </a:lnTo>
                  <a:lnTo>
                    <a:pt x="112807" y="51177"/>
                  </a:lnTo>
                  <a:lnTo>
                    <a:pt x="114118" y="52548"/>
                  </a:lnTo>
                  <a:lnTo>
                    <a:pt x="115161" y="51471"/>
                  </a:lnTo>
                  <a:lnTo>
                    <a:pt x="116653" y="51394"/>
                  </a:lnTo>
                  <a:lnTo>
                    <a:pt x="118269" y="50199"/>
                  </a:lnTo>
                  <a:lnTo>
                    <a:pt x="118877" y="50013"/>
                  </a:lnTo>
                  <a:lnTo>
                    <a:pt x="121899" y="50639"/>
                  </a:lnTo>
                  <a:lnTo>
                    <a:pt x="122628" y="49760"/>
                  </a:lnTo>
                  <a:lnTo>
                    <a:pt x="123236" y="49502"/>
                  </a:lnTo>
                  <a:lnTo>
                    <a:pt x="124870" y="4966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g1603"/>
            <p:cNvSpPr/>
            <p:nvPr/>
          </p:nvSpPr>
          <p:spPr>
            <a:xfrm>
              <a:off x="3410499" y="2161266"/>
              <a:ext cx="1418" cy="657"/>
            </a:xfrm>
            <a:custGeom>
              <a:avLst/>
              <a:pathLst>
                <a:path w="1418" h="657">
                  <a:moveTo>
                    <a:pt x="959" y="606"/>
                  </a:moveTo>
                  <a:lnTo>
                    <a:pt x="220" y="657"/>
                  </a:lnTo>
                  <a:lnTo>
                    <a:pt x="0" y="482"/>
                  </a:lnTo>
                  <a:lnTo>
                    <a:pt x="417" y="52"/>
                  </a:lnTo>
                  <a:lnTo>
                    <a:pt x="1191" y="0"/>
                  </a:lnTo>
                  <a:lnTo>
                    <a:pt x="1418" y="11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g1604"/>
            <p:cNvSpPr/>
            <p:nvPr/>
          </p:nvSpPr>
          <p:spPr>
            <a:xfrm>
              <a:off x="3412877" y="2160273"/>
              <a:ext cx="1126" cy="837"/>
            </a:xfrm>
            <a:custGeom>
              <a:avLst/>
              <a:pathLst>
                <a:path w="1126" h="837">
                  <a:moveTo>
                    <a:pt x="459" y="737"/>
                  </a:moveTo>
                  <a:lnTo>
                    <a:pt x="213" y="837"/>
                  </a:lnTo>
                  <a:lnTo>
                    <a:pt x="53" y="815"/>
                  </a:lnTo>
                  <a:lnTo>
                    <a:pt x="0" y="614"/>
                  </a:lnTo>
                  <a:lnTo>
                    <a:pt x="167" y="61"/>
                  </a:lnTo>
                  <a:lnTo>
                    <a:pt x="1126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g1605"/>
            <p:cNvSpPr/>
            <p:nvPr/>
          </p:nvSpPr>
          <p:spPr>
            <a:xfrm>
              <a:off x="3413183" y="2156992"/>
              <a:ext cx="1221" cy="627"/>
            </a:xfrm>
            <a:custGeom>
              <a:avLst/>
              <a:pathLst>
                <a:path w="1221" h="627">
                  <a:moveTo>
                    <a:pt x="1168" y="168"/>
                  </a:moveTo>
                  <a:lnTo>
                    <a:pt x="1221" y="627"/>
                  </a:lnTo>
                  <a:lnTo>
                    <a:pt x="680" y="306"/>
                  </a:lnTo>
                  <a:lnTo>
                    <a:pt x="265" y="279"/>
                  </a:lnTo>
                  <a:lnTo>
                    <a:pt x="94" y="196"/>
                  </a:lnTo>
                  <a:lnTo>
                    <a:pt x="0" y="21"/>
                  </a:lnTo>
                  <a:lnTo>
                    <a:pt x="835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g1606"/>
            <p:cNvSpPr/>
            <p:nvPr/>
          </p:nvSpPr>
          <p:spPr>
            <a:xfrm>
              <a:off x="3408664" y="2170359"/>
              <a:ext cx="2920" cy="1291"/>
            </a:xfrm>
            <a:custGeom>
              <a:avLst/>
              <a:pathLst>
                <a:path w="2920" h="1291">
                  <a:moveTo>
                    <a:pt x="1168" y="0"/>
                  </a:moveTo>
                  <a:lnTo>
                    <a:pt x="1960" y="615"/>
                  </a:lnTo>
                  <a:lnTo>
                    <a:pt x="2920" y="615"/>
                  </a:lnTo>
                  <a:lnTo>
                    <a:pt x="1918" y="1230"/>
                  </a:lnTo>
                  <a:lnTo>
                    <a:pt x="0" y="1291"/>
                  </a:lnTo>
                  <a:lnTo>
                    <a:pt x="41" y="30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g1607"/>
            <p:cNvSpPr/>
            <p:nvPr/>
          </p:nvSpPr>
          <p:spPr>
            <a:xfrm>
              <a:off x="3409623" y="2162303"/>
              <a:ext cx="1209" cy="614"/>
            </a:xfrm>
            <a:custGeom>
              <a:avLst/>
              <a:pathLst>
                <a:path w="1209" h="614">
                  <a:moveTo>
                    <a:pt x="1209" y="245"/>
                  </a:moveTo>
                  <a:lnTo>
                    <a:pt x="583" y="614"/>
                  </a:lnTo>
                  <a:lnTo>
                    <a:pt x="161" y="563"/>
                  </a:lnTo>
                  <a:lnTo>
                    <a:pt x="0" y="430"/>
                  </a:lnTo>
                  <a:lnTo>
                    <a:pt x="333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g1608"/>
            <p:cNvSpPr/>
            <p:nvPr/>
          </p:nvSpPr>
          <p:spPr>
            <a:xfrm>
              <a:off x="3407391" y="2162118"/>
              <a:ext cx="1689" cy="891"/>
            </a:xfrm>
            <a:custGeom>
              <a:avLst/>
              <a:pathLst>
                <a:path w="1689" h="891">
                  <a:moveTo>
                    <a:pt x="1689" y="768"/>
                  </a:moveTo>
                  <a:lnTo>
                    <a:pt x="980" y="891"/>
                  </a:lnTo>
                  <a:lnTo>
                    <a:pt x="0" y="245"/>
                  </a:lnTo>
                  <a:lnTo>
                    <a:pt x="771" y="0"/>
                  </a:lnTo>
                  <a:lnTo>
                    <a:pt x="1272" y="15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g1609"/>
            <p:cNvSpPr/>
            <p:nvPr/>
          </p:nvSpPr>
          <p:spPr>
            <a:xfrm>
              <a:off x="5030786" y="2296281"/>
              <a:ext cx="857" cy="1197"/>
            </a:xfrm>
            <a:custGeom>
              <a:avLst/>
              <a:pathLst>
                <a:path w="857" h="1197">
                  <a:moveTo>
                    <a:pt x="468" y="1165"/>
                  </a:moveTo>
                  <a:lnTo>
                    <a:pt x="201" y="1197"/>
                  </a:lnTo>
                  <a:lnTo>
                    <a:pt x="0" y="912"/>
                  </a:lnTo>
                  <a:lnTo>
                    <a:pt x="857" y="0"/>
                  </a:lnTo>
                  <a:lnTo>
                    <a:pt x="771" y="604"/>
                  </a:lnTo>
                  <a:lnTo>
                    <a:pt x="800" y="90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g1610"/>
            <p:cNvSpPr/>
            <p:nvPr/>
          </p:nvSpPr>
          <p:spPr>
            <a:xfrm>
              <a:off x="5005067" y="2273099"/>
              <a:ext cx="2209" cy="5567"/>
            </a:xfrm>
            <a:custGeom>
              <a:avLst/>
              <a:pathLst>
                <a:path w="2209" h="5567">
                  <a:moveTo>
                    <a:pt x="2028" y="523"/>
                  </a:moveTo>
                  <a:lnTo>
                    <a:pt x="2209" y="1217"/>
                  </a:lnTo>
                  <a:lnTo>
                    <a:pt x="2140" y="2838"/>
                  </a:lnTo>
                  <a:lnTo>
                    <a:pt x="1772" y="4430"/>
                  </a:lnTo>
                  <a:lnTo>
                    <a:pt x="1881" y="5123"/>
                  </a:lnTo>
                  <a:lnTo>
                    <a:pt x="1598" y="5567"/>
                  </a:lnTo>
                  <a:lnTo>
                    <a:pt x="971" y="2586"/>
                  </a:lnTo>
                  <a:lnTo>
                    <a:pt x="174" y="1296"/>
                  </a:lnTo>
                  <a:lnTo>
                    <a:pt x="0" y="798"/>
                  </a:lnTo>
                  <a:lnTo>
                    <a:pt x="462" y="834"/>
                  </a:lnTo>
                  <a:lnTo>
                    <a:pt x="1289" y="19"/>
                  </a:lnTo>
                  <a:lnTo>
                    <a:pt x="1686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g1611"/>
            <p:cNvSpPr/>
            <p:nvPr/>
          </p:nvSpPr>
          <p:spPr>
            <a:xfrm>
              <a:off x="5035610" y="2272850"/>
              <a:ext cx="1106" cy="1528"/>
            </a:xfrm>
            <a:custGeom>
              <a:avLst/>
              <a:pathLst>
                <a:path w="1106" h="1528">
                  <a:moveTo>
                    <a:pt x="849" y="683"/>
                  </a:moveTo>
                  <a:lnTo>
                    <a:pt x="55" y="1528"/>
                  </a:lnTo>
                  <a:lnTo>
                    <a:pt x="0" y="818"/>
                  </a:lnTo>
                  <a:lnTo>
                    <a:pt x="690" y="360"/>
                  </a:lnTo>
                  <a:lnTo>
                    <a:pt x="933" y="0"/>
                  </a:lnTo>
                  <a:lnTo>
                    <a:pt x="1106" y="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g1612"/>
            <p:cNvSpPr/>
            <p:nvPr/>
          </p:nvSpPr>
          <p:spPr>
            <a:xfrm>
              <a:off x="5034028" y="2127502"/>
              <a:ext cx="1455" cy="1729"/>
            </a:xfrm>
            <a:custGeom>
              <a:avLst/>
              <a:pathLst>
                <a:path w="1455" h="1729">
                  <a:moveTo>
                    <a:pt x="1141" y="1674"/>
                  </a:moveTo>
                  <a:lnTo>
                    <a:pt x="751" y="1729"/>
                  </a:lnTo>
                  <a:lnTo>
                    <a:pt x="0" y="597"/>
                  </a:lnTo>
                  <a:lnTo>
                    <a:pt x="404" y="0"/>
                  </a:lnTo>
                  <a:lnTo>
                    <a:pt x="1259" y="421"/>
                  </a:lnTo>
                  <a:lnTo>
                    <a:pt x="1455" y="694"/>
                  </a:lnTo>
                  <a:lnTo>
                    <a:pt x="1450" y="938"/>
                  </a:lnTo>
                  <a:lnTo>
                    <a:pt x="1245" y="147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g1613"/>
            <p:cNvSpPr/>
            <p:nvPr/>
          </p:nvSpPr>
          <p:spPr>
            <a:xfrm>
              <a:off x="5032692" y="2126652"/>
              <a:ext cx="910" cy="1834"/>
            </a:xfrm>
            <a:custGeom>
              <a:avLst/>
              <a:pathLst>
                <a:path w="910" h="1834">
                  <a:moveTo>
                    <a:pt x="910" y="1565"/>
                  </a:moveTo>
                  <a:lnTo>
                    <a:pt x="801" y="1834"/>
                  </a:lnTo>
                  <a:lnTo>
                    <a:pt x="318" y="1174"/>
                  </a:lnTo>
                  <a:lnTo>
                    <a:pt x="0" y="888"/>
                  </a:lnTo>
                  <a:lnTo>
                    <a:pt x="244" y="0"/>
                  </a:lnTo>
                  <a:lnTo>
                    <a:pt x="810" y="97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g1614"/>
            <p:cNvSpPr/>
            <p:nvPr/>
          </p:nvSpPr>
          <p:spPr>
            <a:xfrm>
              <a:off x="5038650" y="2125172"/>
              <a:ext cx="1438" cy="1861"/>
            </a:xfrm>
            <a:custGeom>
              <a:avLst/>
              <a:pathLst>
                <a:path w="1438" h="1861">
                  <a:moveTo>
                    <a:pt x="1154" y="1498"/>
                  </a:moveTo>
                  <a:lnTo>
                    <a:pt x="627" y="1861"/>
                  </a:lnTo>
                  <a:lnTo>
                    <a:pt x="0" y="1821"/>
                  </a:lnTo>
                  <a:lnTo>
                    <a:pt x="751" y="1139"/>
                  </a:lnTo>
                  <a:lnTo>
                    <a:pt x="1132" y="295"/>
                  </a:lnTo>
                  <a:lnTo>
                    <a:pt x="1438" y="0"/>
                  </a:lnTo>
                  <a:lnTo>
                    <a:pt x="1436" y="73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g1615"/>
            <p:cNvSpPr/>
            <p:nvPr/>
          </p:nvSpPr>
          <p:spPr>
            <a:xfrm>
              <a:off x="5038691" y="2121896"/>
              <a:ext cx="1884" cy="2472"/>
            </a:xfrm>
            <a:custGeom>
              <a:avLst/>
              <a:pathLst>
                <a:path w="1884" h="2472">
                  <a:moveTo>
                    <a:pt x="1884" y="727"/>
                  </a:moveTo>
                  <a:lnTo>
                    <a:pt x="521" y="2472"/>
                  </a:lnTo>
                  <a:lnTo>
                    <a:pt x="0" y="2444"/>
                  </a:lnTo>
                  <a:lnTo>
                    <a:pt x="463" y="469"/>
                  </a:lnTo>
                  <a:lnTo>
                    <a:pt x="688" y="0"/>
                  </a:lnTo>
                  <a:lnTo>
                    <a:pt x="1505" y="67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g1616"/>
            <p:cNvSpPr/>
            <p:nvPr/>
          </p:nvSpPr>
          <p:spPr>
            <a:xfrm>
              <a:off x="4988775" y="2092936"/>
              <a:ext cx="69229" cy="205898"/>
            </a:xfrm>
            <a:custGeom>
              <a:avLst/>
              <a:pathLst>
                <a:path w="69229" h="205898">
                  <a:moveTo>
                    <a:pt x="55300" y="25625"/>
                  </a:moveTo>
                  <a:lnTo>
                    <a:pt x="54856" y="25751"/>
                  </a:lnTo>
                  <a:lnTo>
                    <a:pt x="53752" y="25777"/>
                  </a:lnTo>
                  <a:lnTo>
                    <a:pt x="52789" y="27049"/>
                  </a:lnTo>
                  <a:lnTo>
                    <a:pt x="52122" y="27577"/>
                  </a:lnTo>
                  <a:lnTo>
                    <a:pt x="51083" y="28021"/>
                  </a:lnTo>
                  <a:lnTo>
                    <a:pt x="49976" y="28738"/>
                  </a:lnTo>
                  <a:lnTo>
                    <a:pt x="49657" y="30002"/>
                  </a:lnTo>
                  <a:lnTo>
                    <a:pt x="49630" y="30918"/>
                  </a:lnTo>
                  <a:lnTo>
                    <a:pt x="49450" y="31941"/>
                  </a:lnTo>
                  <a:lnTo>
                    <a:pt x="47656" y="33425"/>
                  </a:lnTo>
                  <a:lnTo>
                    <a:pt x="47155" y="33274"/>
                  </a:lnTo>
                  <a:lnTo>
                    <a:pt x="46809" y="32720"/>
                  </a:lnTo>
                  <a:lnTo>
                    <a:pt x="46280" y="32833"/>
                  </a:lnTo>
                  <a:lnTo>
                    <a:pt x="45922" y="33109"/>
                  </a:lnTo>
                  <a:lnTo>
                    <a:pt x="45496" y="33072"/>
                  </a:lnTo>
                  <a:lnTo>
                    <a:pt x="45021" y="33408"/>
                  </a:lnTo>
                  <a:lnTo>
                    <a:pt x="44401" y="33303"/>
                  </a:lnTo>
                  <a:lnTo>
                    <a:pt x="43830" y="32834"/>
                  </a:lnTo>
                  <a:lnTo>
                    <a:pt x="43498" y="32712"/>
                  </a:lnTo>
                  <a:lnTo>
                    <a:pt x="43102" y="32706"/>
                  </a:lnTo>
                  <a:lnTo>
                    <a:pt x="43028" y="33261"/>
                  </a:lnTo>
                  <a:lnTo>
                    <a:pt x="43613" y="35414"/>
                  </a:lnTo>
                  <a:lnTo>
                    <a:pt x="43765" y="36406"/>
                  </a:lnTo>
                  <a:lnTo>
                    <a:pt x="41848" y="39314"/>
                  </a:lnTo>
                  <a:lnTo>
                    <a:pt x="42057" y="41188"/>
                  </a:lnTo>
                  <a:lnTo>
                    <a:pt x="41537" y="42629"/>
                  </a:lnTo>
                  <a:lnTo>
                    <a:pt x="40379" y="43786"/>
                  </a:lnTo>
                  <a:lnTo>
                    <a:pt x="38205" y="46769"/>
                  </a:lnTo>
                  <a:lnTo>
                    <a:pt x="37226" y="46835"/>
                  </a:lnTo>
                  <a:lnTo>
                    <a:pt x="36486" y="47508"/>
                  </a:lnTo>
                  <a:lnTo>
                    <a:pt x="34877" y="52412"/>
                  </a:lnTo>
                  <a:lnTo>
                    <a:pt x="34859" y="54092"/>
                  </a:lnTo>
                  <a:lnTo>
                    <a:pt x="34606" y="55322"/>
                  </a:lnTo>
                  <a:lnTo>
                    <a:pt x="34661" y="56503"/>
                  </a:lnTo>
                  <a:lnTo>
                    <a:pt x="33954" y="58824"/>
                  </a:lnTo>
                  <a:lnTo>
                    <a:pt x="33222" y="59809"/>
                  </a:lnTo>
                  <a:lnTo>
                    <a:pt x="33059" y="61076"/>
                  </a:lnTo>
                  <a:lnTo>
                    <a:pt x="34102" y="63684"/>
                  </a:lnTo>
                  <a:lnTo>
                    <a:pt x="34217" y="64145"/>
                  </a:lnTo>
                  <a:lnTo>
                    <a:pt x="34822" y="65546"/>
                  </a:lnTo>
                  <a:lnTo>
                    <a:pt x="35116" y="66545"/>
                  </a:lnTo>
                  <a:lnTo>
                    <a:pt x="35580" y="67545"/>
                  </a:lnTo>
                  <a:lnTo>
                    <a:pt x="37258" y="70141"/>
                  </a:lnTo>
                  <a:lnTo>
                    <a:pt x="38004" y="70935"/>
                  </a:lnTo>
                  <a:lnTo>
                    <a:pt x="38903" y="71476"/>
                  </a:lnTo>
                  <a:lnTo>
                    <a:pt x="40534" y="73812"/>
                  </a:lnTo>
                  <a:lnTo>
                    <a:pt x="41358" y="75301"/>
                  </a:lnTo>
                  <a:lnTo>
                    <a:pt x="40983" y="76316"/>
                  </a:lnTo>
                  <a:lnTo>
                    <a:pt x="41168" y="78465"/>
                  </a:lnTo>
                  <a:lnTo>
                    <a:pt x="40004" y="77831"/>
                  </a:lnTo>
                  <a:lnTo>
                    <a:pt x="40142" y="78084"/>
                  </a:lnTo>
                  <a:lnTo>
                    <a:pt x="41526" y="79257"/>
                  </a:lnTo>
                  <a:lnTo>
                    <a:pt x="43598" y="83380"/>
                  </a:lnTo>
                  <a:lnTo>
                    <a:pt x="45399" y="85414"/>
                  </a:lnTo>
                  <a:lnTo>
                    <a:pt x="47232" y="87727"/>
                  </a:lnTo>
                  <a:lnTo>
                    <a:pt x="47804" y="89925"/>
                  </a:lnTo>
                  <a:lnTo>
                    <a:pt x="49457" y="91379"/>
                  </a:lnTo>
                  <a:lnTo>
                    <a:pt x="51295" y="93487"/>
                  </a:lnTo>
                  <a:lnTo>
                    <a:pt x="51214" y="93960"/>
                  </a:lnTo>
                  <a:lnTo>
                    <a:pt x="51712" y="94526"/>
                  </a:lnTo>
                  <a:lnTo>
                    <a:pt x="52949" y="95645"/>
                  </a:lnTo>
                  <a:lnTo>
                    <a:pt x="53696" y="96828"/>
                  </a:lnTo>
                  <a:lnTo>
                    <a:pt x="53986" y="97952"/>
                  </a:lnTo>
                  <a:lnTo>
                    <a:pt x="54443" y="98131"/>
                  </a:lnTo>
                  <a:lnTo>
                    <a:pt x="54956" y="97855"/>
                  </a:lnTo>
                  <a:lnTo>
                    <a:pt x="55471" y="97748"/>
                  </a:lnTo>
                  <a:lnTo>
                    <a:pt x="55837" y="97831"/>
                  </a:lnTo>
                  <a:lnTo>
                    <a:pt x="56391" y="99064"/>
                  </a:lnTo>
                  <a:lnTo>
                    <a:pt x="57164" y="100167"/>
                  </a:lnTo>
                  <a:lnTo>
                    <a:pt x="57536" y="101180"/>
                  </a:lnTo>
                  <a:lnTo>
                    <a:pt x="57837" y="101044"/>
                  </a:lnTo>
                  <a:lnTo>
                    <a:pt x="58088" y="101197"/>
                  </a:lnTo>
                  <a:lnTo>
                    <a:pt x="58151" y="102044"/>
                  </a:lnTo>
                  <a:lnTo>
                    <a:pt x="58265" y="102602"/>
                  </a:lnTo>
                  <a:lnTo>
                    <a:pt x="59299" y="104229"/>
                  </a:lnTo>
                  <a:lnTo>
                    <a:pt x="59792" y="105760"/>
                  </a:lnTo>
                  <a:lnTo>
                    <a:pt x="61025" y="108242"/>
                  </a:lnTo>
                  <a:lnTo>
                    <a:pt x="61937" y="109652"/>
                  </a:lnTo>
                  <a:lnTo>
                    <a:pt x="62586" y="110447"/>
                  </a:lnTo>
                  <a:lnTo>
                    <a:pt x="63329" y="111126"/>
                  </a:lnTo>
                  <a:lnTo>
                    <a:pt x="64057" y="113880"/>
                  </a:lnTo>
                  <a:lnTo>
                    <a:pt x="64451" y="116377"/>
                  </a:lnTo>
                  <a:lnTo>
                    <a:pt x="65232" y="119148"/>
                  </a:lnTo>
                  <a:lnTo>
                    <a:pt x="65822" y="120356"/>
                  </a:lnTo>
                  <a:lnTo>
                    <a:pt x="65843" y="122638"/>
                  </a:lnTo>
                  <a:lnTo>
                    <a:pt x="66318" y="124988"/>
                  </a:lnTo>
                  <a:lnTo>
                    <a:pt x="66830" y="126573"/>
                  </a:lnTo>
                  <a:lnTo>
                    <a:pt x="66981" y="128193"/>
                  </a:lnTo>
                  <a:lnTo>
                    <a:pt x="67138" y="128997"/>
                  </a:lnTo>
                  <a:lnTo>
                    <a:pt x="67334" y="129600"/>
                  </a:lnTo>
                  <a:lnTo>
                    <a:pt x="67889" y="132348"/>
                  </a:lnTo>
                  <a:lnTo>
                    <a:pt x="67745" y="133623"/>
                  </a:lnTo>
                  <a:lnTo>
                    <a:pt x="67357" y="132372"/>
                  </a:lnTo>
                  <a:lnTo>
                    <a:pt x="67404" y="136057"/>
                  </a:lnTo>
                  <a:lnTo>
                    <a:pt x="67745" y="138006"/>
                  </a:lnTo>
                  <a:lnTo>
                    <a:pt x="67592" y="140397"/>
                  </a:lnTo>
                  <a:lnTo>
                    <a:pt x="67948" y="141236"/>
                  </a:lnTo>
                  <a:lnTo>
                    <a:pt x="68584" y="143938"/>
                  </a:lnTo>
                  <a:lnTo>
                    <a:pt x="69030" y="144908"/>
                  </a:lnTo>
                  <a:lnTo>
                    <a:pt x="68993" y="148212"/>
                  </a:lnTo>
                  <a:lnTo>
                    <a:pt x="69229" y="149878"/>
                  </a:lnTo>
                  <a:lnTo>
                    <a:pt x="68628" y="148886"/>
                  </a:lnTo>
                  <a:lnTo>
                    <a:pt x="68194" y="147754"/>
                  </a:lnTo>
                  <a:lnTo>
                    <a:pt x="67612" y="148352"/>
                  </a:lnTo>
                  <a:lnTo>
                    <a:pt x="67091" y="149234"/>
                  </a:lnTo>
                  <a:lnTo>
                    <a:pt x="67902" y="152785"/>
                  </a:lnTo>
                  <a:lnTo>
                    <a:pt x="66976" y="152448"/>
                  </a:lnTo>
                  <a:lnTo>
                    <a:pt x="67060" y="157224"/>
                  </a:lnTo>
                  <a:lnTo>
                    <a:pt x="67444" y="158341"/>
                  </a:lnTo>
                  <a:lnTo>
                    <a:pt x="67472" y="158875"/>
                  </a:lnTo>
                  <a:lnTo>
                    <a:pt x="67359" y="159515"/>
                  </a:lnTo>
                  <a:lnTo>
                    <a:pt x="67103" y="158815"/>
                  </a:lnTo>
                  <a:lnTo>
                    <a:pt x="67049" y="158095"/>
                  </a:lnTo>
                  <a:lnTo>
                    <a:pt x="66903" y="158255"/>
                  </a:lnTo>
                  <a:lnTo>
                    <a:pt x="66911" y="158625"/>
                  </a:lnTo>
                  <a:lnTo>
                    <a:pt x="66602" y="159468"/>
                  </a:lnTo>
                  <a:lnTo>
                    <a:pt x="66510" y="160513"/>
                  </a:lnTo>
                  <a:lnTo>
                    <a:pt x="66842" y="161401"/>
                  </a:lnTo>
                  <a:lnTo>
                    <a:pt x="66899" y="162079"/>
                  </a:lnTo>
                  <a:lnTo>
                    <a:pt x="66659" y="162917"/>
                  </a:lnTo>
                  <a:lnTo>
                    <a:pt x="66273" y="163805"/>
                  </a:lnTo>
                  <a:lnTo>
                    <a:pt x="65395" y="163922"/>
                  </a:lnTo>
                  <a:lnTo>
                    <a:pt x="65194" y="165656"/>
                  </a:lnTo>
                  <a:lnTo>
                    <a:pt x="64894" y="167497"/>
                  </a:lnTo>
                  <a:lnTo>
                    <a:pt x="63324" y="167789"/>
                  </a:lnTo>
                  <a:lnTo>
                    <a:pt x="62184" y="169410"/>
                  </a:lnTo>
                  <a:lnTo>
                    <a:pt x="60774" y="170014"/>
                  </a:lnTo>
                  <a:lnTo>
                    <a:pt x="59519" y="171621"/>
                  </a:lnTo>
                  <a:lnTo>
                    <a:pt x="58129" y="173106"/>
                  </a:lnTo>
                  <a:lnTo>
                    <a:pt x="57225" y="173303"/>
                  </a:lnTo>
                  <a:lnTo>
                    <a:pt x="56457" y="173622"/>
                  </a:lnTo>
                  <a:lnTo>
                    <a:pt x="55572" y="176089"/>
                  </a:lnTo>
                  <a:lnTo>
                    <a:pt x="54093" y="176372"/>
                  </a:lnTo>
                  <a:lnTo>
                    <a:pt x="51438" y="178389"/>
                  </a:lnTo>
                  <a:lnTo>
                    <a:pt x="50547" y="179361"/>
                  </a:lnTo>
                  <a:lnTo>
                    <a:pt x="49735" y="179740"/>
                  </a:lnTo>
                  <a:lnTo>
                    <a:pt x="48572" y="180580"/>
                  </a:lnTo>
                  <a:lnTo>
                    <a:pt x="48322" y="180281"/>
                  </a:lnTo>
                  <a:lnTo>
                    <a:pt x="47935" y="179559"/>
                  </a:lnTo>
                  <a:lnTo>
                    <a:pt x="46928" y="179186"/>
                  </a:lnTo>
                  <a:lnTo>
                    <a:pt x="46436" y="178378"/>
                  </a:lnTo>
                  <a:lnTo>
                    <a:pt x="46294" y="177336"/>
                  </a:lnTo>
                  <a:lnTo>
                    <a:pt x="46161" y="176924"/>
                  </a:lnTo>
                  <a:lnTo>
                    <a:pt x="45944" y="177513"/>
                  </a:lnTo>
                  <a:lnTo>
                    <a:pt x="45777" y="179990"/>
                  </a:lnTo>
                  <a:lnTo>
                    <a:pt x="45601" y="180553"/>
                  </a:lnTo>
                  <a:lnTo>
                    <a:pt x="45171" y="180798"/>
                  </a:lnTo>
                  <a:lnTo>
                    <a:pt x="44326" y="180093"/>
                  </a:lnTo>
                  <a:lnTo>
                    <a:pt x="43518" y="178666"/>
                  </a:lnTo>
                  <a:lnTo>
                    <a:pt x="42369" y="179652"/>
                  </a:lnTo>
                  <a:lnTo>
                    <a:pt x="42721" y="179773"/>
                  </a:lnTo>
                  <a:lnTo>
                    <a:pt x="43245" y="179692"/>
                  </a:lnTo>
                  <a:lnTo>
                    <a:pt x="43649" y="179939"/>
                  </a:lnTo>
                  <a:lnTo>
                    <a:pt x="43993" y="180891"/>
                  </a:lnTo>
                  <a:lnTo>
                    <a:pt x="43981" y="181409"/>
                  </a:lnTo>
                  <a:lnTo>
                    <a:pt x="43803" y="182011"/>
                  </a:lnTo>
                  <a:lnTo>
                    <a:pt x="42726" y="182107"/>
                  </a:lnTo>
                  <a:lnTo>
                    <a:pt x="41289" y="181895"/>
                  </a:lnTo>
                  <a:lnTo>
                    <a:pt x="41027" y="181976"/>
                  </a:lnTo>
                  <a:lnTo>
                    <a:pt x="42337" y="182905"/>
                  </a:lnTo>
                  <a:lnTo>
                    <a:pt x="43534" y="183441"/>
                  </a:lnTo>
                  <a:lnTo>
                    <a:pt x="44066" y="184028"/>
                  </a:lnTo>
                  <a:lnTo>
                    <a:pt x="44066" y="184513"/>
                  </a:lnTo>
                  <a:lnTo>
                    <a:pt x="43394" y="185297"/>
                  </a:lnTo>
                  <a:lnTo>
                    <a:pt x="42873" y="186257"/>
                  </a:lnTo>
                  <a:lnTo>
                    <a:pt x="42863" y="186852"/>
                  </a:lnTo>
                  <a:lnTo>
                    <a:pt x="42851" y="187517"/>
                  </a:lnTo>
                  <a:lnTo>
                    <a:pt x="42272" y="188092"/>
                  </a:lnTo>
                  <a:lnTo>
                    <a:pt x="41910" y="187977"/>
                  </a:lnTo>
                  <a:lnTo>
                    <a:pt x="40886" y="186979"/>
                  </a:lnTo>
                  <a:lnTo>
                    <a:pt x="37928" y="183045"/>
                  </a:lnTo>
                  <a:lnTo>
                    <a:pt x="38374" y="184155"/>
                  </a:lnTo>
                  <a:lnTo>
                    <a:pt x="41438" y="188630"/>
                  </a:lnTo>
                  <a:lnTo>
                    <a:pt x="41976" y="190103"/>
                  </a:lnTo>
                  <a:lnTo>
                    <a:pt x="42053" y="191143"/>
                  </a:lnTo>
                  <a:lnTo>
                    <a:pt x="41738" y="191666"/>
                  </a:lnTo>
                  <a:lnTo>
                    <a:pt x="41217" y="192282"/>
                  </a:lnTo>
                  <a:lnTo>
                    <a:pt x="40213" y="192328"/>
                  </a:lnTo>
                  <a:lnTo>
                    <a:pt x="38567" y="190664"/>
                  </a:lnTo>
                  <a:lnTo>
                    <a:pt x="35934" y="186671"/>
                  </a:lnTo>
                  <a:lnTo>
                    <a:pt x="35038" y="186127"/>
                  </a:lnTo>
                  <a:lnTo>
                    <a:pt x="37701" y="190690"/>
                  </a:lnTo>
                  <a:lnTo>
                    <a:pt x="38137" y="191798"/>
                  </a:lnTo>
                  <a:lnTo>
                    <a:pt x="38587" y="193078"/>
                  </a:lnTo>
                  <a:lnTo>
                    <a:pt x="38459" y="193839"/>
                  </a:lnTo>
                  <a:lnTo>
                    <a:pt x="38230" y="194551"/>
                  </a:lnTo>
                  <a:lnTo>
                    <a:pt x="31916" y="198785"/>
                  </a:lnTo>
                  <a:lnTo>
                    <a:pt x="30973" y="200609"/>
                  </a:lnTo>
                  <a:lnTo>
                    <a:pt x="30225" y="202859"/>
                  </a:lnTo>
                  <a:lnTo>
                    <a:pt x="28985" y="204111"/>
                  </a:lnTo>
                  <a:lnTo>
                    <a:pt x="28258" y="205257"/>
                  </a:lnTo>
                  <a:lnTo>
                    <a:pt x="26153" y="205898"/>
                  </a:lnTo>
                  <a:lnTo>
                    <a:pt x="25004" y="205697"/>
                  </a:lnTo>
                  <a:lnTo>
                    <a:pt x="26195" y="203619"/>
                  </a:lnTo>
                  <a:lnTo>
                    <a:pt x="25460" y="202849"/>
                  </a:lnTo>
                  <a:lnTo>
                    <a:pt x="25423" y="197498"/>
                  </a:lnTo>
                  <a:lnTo>
                    <a:pt x="25712" y="191630"/>
                  </a:lnTo>
                  <a:lnTo>
                    <a:pt x="26261" y="188700"/>
                  </a:lnTo>
                  <a:lnTo>
                    <a:pt x="27054" y="187969"/>
                  </a:lnTo>
                  <a:lnTo>
                    <a:pt x="28052" y="187518"/>
                  </a:lnTo>
                  <a:lnTo>
                    <a:pt x="28074" y="186900"/>
                  </a:lnTo>
                  <a:lnTo>
                    <a:pt x="27975" y="186197"/>
                  </a:lnTo>
                  <a:lnTo>
                    <a:pt x="27440" y="185196"/>
                  </a:lnTo>
                  <a:lnTo>
                    <a:pt x="26853" y="184734"/>
                  </a:lnTo>
                  <a:lnTo>
                    <a:pt x="25977" y="184536"/>
                  </a:lnTo>
                  <a:lnTo>
                    <a:pt x="25302" y="183309"/>
                  </a:lnTo>
                  <a:lnTo>
                    <a:pt x="24789" y="183360"/>
                  </a:lnTo>
                  <a:lnTo>
                    <a:pt x="23992" y="183767"/>
                  </a:lnTo>
                  <a:lnTo>
                    <a:pt x="23512" y="183240"/>
                  </a:lnTo>
                  <a:lnTo>
                    <a:pt x="23336" y="182414"/>
                  </a:lnTo>
                  <a:lnTo>
                    <a:pt x="22598" y="181395"/>
                  </a:lnTo>
                  <a:lnTo>
                    <a:pt x="21749" y="180401"/>
                  </a:lnTo>
                  <a:lnTo>
                    <a:pt x="22134" y="180246"/>
                  </a:lnTo>
                  <a:lnTo>
                    <a:pt x="22579" y="179674"/>
                  </a:lnTo>
                  <a:lnTo>
                    <a:pt x="23054" y="178940"/>
                  </a:lnTo>
                  <a:lnTo>
                    <a:pt x="24240" y="178839"/>
                  </a:lnTo>
                  <a:lnTo>
                    <a:pt x="25430" y="178873"/>
                  </a:lnTo>
                  <a:lnTo>
                    <a:pt x="25763" y="178682"/>
                  </a:lnTo>
                  <a:lnTo>
                    <a:pt x="26242" y="177904"/>
                  </a:lnTo>
                  <a:lnTo>
                    <a:pt x="27024" y="176905"/>
                  </a:lnTo>
                  <a:lnTo>
                    <a:pt x="27615" y="176350"/>
                  </a:lnTo>
                  <a:lnTo>
                    <a:pt x="27755" y="175902"/>
                  </a:lnTo>
                  <a:lnTo>
                    <a:pt x="27518" y="174848"/>
                  </a:lnTo>
                  <a:lnTo>
                    <a:pt x="27387" y="173767"/>
                  </a:lnTo>
                  <a:lnTo>
                    <a:pt x="27609" y="173425"/>
                  </a:lnTo>
                  <a:lnTo>
                    <a:pt x="28685" y="173618"/>
                  </a:lnTo>
                  <a:lnTo>
                    <a:pt x="29866" y="174121"/>
                  </a:lnTo>
                  <a:lnTo>
                    <a:pt x="30153" y="174349"/>
                  </a:lnTo>
                  <a:lnTo>
                    <a:pt x="30833" y="173025"/>
                  </a:lnTo>
                  <a:lnTo>
                    <a:pt x="31015" y="172864"/>
                  </a:lnTo>
                  <a:lnTo>
                    <a:pt x="31459" y="172867"/>
                  </a:lnTo>
                  <a:lnTo>
                    <a:pt x="32631" y="172623"/>
                  </a:lnTo>
                  <a:lnTo>
                    <a:pt x="33778" y="172272"/>
                  </a:lnTo>
                  <a:lnTo>
                    <a:pt x="34320" y="172329"/>
                  </a:lnTo>
                  <a:lnTo>
                    <a:pt x="34847" y="173220"/>
                  </a:lnTo>
                  <a:lnTo>
                    <a:pt x="35249" y="174092"/>
                  </a:lnTo>
                  <a:lnTo>
                    <a:pt x="35456" y="174163"/>
                  </a:lnTo>
                  <a:lnTo>
                    <a:pt x="36052" y="173791"/>
                  </a:lnTo>
                  <a:lnTo>
                    <a:pt x="36544" y="174256"/>
                  </a:lnTo>
                  <a:lnTo>
                    <a:pt x="37572" y="175017"/>
                  </a:lnTo>
                  <a:lnTo>
                    <a:pt x="38188" y="175049"/>
                  </a:lnTo>
                  <a:lnTo>
                    <a:pt x="37882" y="173277"/>
                  </a:lnTo>
                  <a:lnTo>
                    <a:pt x="38226" y="172017"/>
                  </a:lnTo>
                  <a:lnTo>
                    <a:pt x="38160" y="171671"/>
                  </a:lnTo>
                  <a:lnTo>
                    <a:pt x="37578" y="171092"/>
                  </a:lnTo>
                  <a:lnTo>
                    <a:pt x="35611" y="168774"/>
                  </a:lnTo>
                  <a:lnTo>
                    <a:pt x="35275" y="168084"/>
                  </a:lnTo>
                  <a:lnTo>
                    <a:pt x="35321" y="166995"/>
                  </a:lnTo>
                  <a:lnTo>
                    <a:pt x="35256" y="165396"/>
                  </a:lnTo>
                  <a:lnTo>
                    <a:pt x="35079" y="164390"/>
                  </a:lnTo>
                  <a:lnTo>
                    <a:pt x="35109" y="163802"/>
                  </a:lnTo>
                  <a:lnTo>
                    <a:pt x="35232" y="163332"/>
                  </a:lnTo>
                  <a:lnTo>
                    <a:pt x="35595" y="163145"/>
                  </a:lnTo>
                  <a:lnTo>
                    <a:pt x="35942" y="163082"/>
                  </a:lnTo>
                  <a:lnTo>
                    <a:pt x="36223" y="162670"/>
                  </a:lnTo>
                  <a:lnTo>
                    <a:pt x="36694" y="161616"/>
                  </a:lnTo>
                  <a:lnTo>
                    <a:pt x="37611" y="161710"/>
                  </a:lnTo>
                  <a:lnTo>
                    <a:pt x="38900" y="162309"/>
                  </a:lnTo>
                  <a:lnTo>
                    <a:pt x="39852" y="162679"/>
                  </a:lnTo>
                  <a:lnTo>
                    <a:pt x="40414" y="162607"/>
                  </a:lnTo>
                  <a:lnTo>
                    <a:pt x="40540" y="162456"/>
                  </a:lnTo>
                  <a:lnTo>
                    <a:pt x="40523" y="161890"/>
                  </a:lnTo>
                  <a:lnTo>
                    <a:pt x="40590" y="159473"/>
                  </a:lnTo>
                  <a:lnTo>
                    <a:pt x="40553" y="158960"/>
                  </a:lnTo>
                  <a:lnTo>
                    <a:pt x="41364" y="158722"/>
                  </a:lnTo>
                  <a:lnTo>
                    <a:pt x="42606" y="158671"/>
                  </a:lnTo>
                  <a:lnTo>
                    <a:pt x="43260" y="158530"/>
                  </a:lnTo>
                  <a:lnTo>
                    <a:pt x="43871" y="157511"/>
                  </a:lnTo>
                  <a:lnTo>
                    <a:pt x="45442" y="157160"/>
                  </a:lnTo>
                  <a:lnTo>
                    <a:pt x="46577" y="155788"/>
                  </a:lnTo>
                  <a:lnTo>
                    <a:pt x="47602" y="154377"/>
                  </a:lnTo>
                  <a:lnTo>
                    <a:pt x="48105" y="154001"/>
                  </a:lnTo>
                  <a:lnTo>
                    <a:pt x="48744" y="153756"/>
                  </a:lnTo>
                  <a:lnTo>
                    <a:pt x="49221" y="153791"/>
                  </a:lnTo>
                  <a:lnTo>
                    <a:pt x="49819" y="154608"/>
                  </a:lnTo>
                  <a:lnTo>
                    <a:pt x="50317" y="154117"/>
                  </a:lnTo>
                  <a:lnTo>
                    <a:pt x="50889" y="153156"/>
                  </a:lnTo>
                  <a:lnTo>
                    <a:pt x="51189" y="152219"/>
                  </a:lnTo>
                  <a:lnTo>
                    <a:pt x="51353" y="150709"/>
                  </a:lnTo>
                  <a:lnTo>
                    <a:pt x="51240" y="148395"/>
                  </a:lnTo>
                  <a:lnTo>
                    <a:pt x="50937" y="146584"/>
                  </a:lnTo>
                  <a:lnTo>
                    <a:pt x="50654" y="145226"/>
                  </a:lnTo>
                  <a:lnTo>
                    <a:pt x="50595" y="143870"/>
                  </a:lnTo>
                  <a:lnTo>
                    <a:pt x="51259" y="141149"/>
                  </a:lnTo>
                  <a:lnTo>
                    <a:pt x="51826" y="138187"/>
                  </a:lnTo>
                  <a:lnTo>
                    <a:pt x="51717" y="137017"/>
                  </a:lnTo>
                  <a:lnTo>
                    <a:pt x="51099" y="135169"/>
                  </a:lnTo>
                  <a:lnTo>
                    <a:pt x="50472" y="132917"/>
                  </a:lnTo>
                  <a:lnTo>
                    <a:pt x="49782" y="130443"/>
                  </a:lnTo>
                  <a:lnTo>
                    <a:pt x="49524" y="130074"/>
                  </a:lnTo>
                  <a:lnTo>
                    <a:pt x="49339" y="129384"/>
                  </a:lnTo>
                  <a:lnTo>
                    <a:pt x="49234" y="128579"/>
                  </a:lnTo>
                  <a:lnTo>
                    <a:pt x="49507" y="126051"/>
                  </a:lnTo>
                  <a:lnTo>
                    <a:pt x="49546" y="125203"/>
                  </a:lnTo>
                  <a:lnTo>
                    <a:pt x="50340" y="124052"/>
                  </a:lnTo>
                  <a:lnTo>
                    <a:pt x="50764" y="122733"/>
                  </a:lnTo>
                  <a:lnTo>
                    <a:pt x="51162" y="121280"/>
                  </a:lnTo>
                  <a:lnTo>
                    <a:pt x="51012" y="120511"/>
                  </a:lnTo>
                  <a:lnTo>
                    <a:pt x="50959" y="118945"/>
                  </a:lnTo>
                  <a:lnTo>
                    <a:pt x="51060" y="118185"/>
                  </a:lnTo>
                  <a:lnTo>
                    <a:pt x="50873" y="117570"/>
                  </a:lnTo>
                  <a:lnTo>
                    <a:pt x="50643" y="116678"/>
                  </a:lnTo>
                  <a:lnTo>
                    <a:pt x="50793" y="116099"/>
                  </a:lnTo>
                  <a:lnTo>
                    <a:pt x="51351" y="115602"/>
                  </a:lnTo>
                  <a:lnTo>
                    <a:pt x="51676" y="114745"/>
                  </a:lnTo>
                  <a:lnTo>
                    <a:pt x="52093" y="113750"/>
                  </a:lnTo>
                  <a:lnTo>
                    <a:pt x="52277" y="112838"/>
                  </a:lnTo>
                  <a:lnTo>
                    <a:pt x="51979" y="112076"/>
                  </a:lnTo>
                  <a:lnTo>
                    <a:pt x="51436" y="110936"/>
                  </a:lnTo>
                  <a:lnTo>
                    <a:pt x="50446" y="109900"/>
                  </a:lnTo>
                  <a:lnTo>
                    <a:pt x="49303" y="108580"/>
                  </a:lnTo>
                  <a:lnTo>
                    <a:pt x="48741" y="107768"/>
                  </a:lnTo>
                  <a:lnTo>
                    <a:pt x="48299" y="106940"/>
                  </a:lnTo>
                  <a:lnTo>
                    <a:pt x="47891" y="105975"/>
                  </a:lnTo>
                  <a:lnTo>
                    <a:pt x="47668" y="105205"/>
                  </a:lnTo>
                  <a:lnTo>
                    <a:pt x="47885" y="104701"/>
                  </a:lnTo>
                  <a:lnTo>
                    <a:pt x="49510" y="103541"/>
                  </a:lnTo>
                  <a:lnTo>
                    <a:pt x="49806" y="103124"/>
                  </a:lnTo>
                  <a:lnTo>
                    <a:pt x="49978" y="102480"/>
                  </a:lnTo>
                  <a:lnTo>
                    <a:pt x="49848" y="101850"/>
                  </a:lnTo>
                  <a:lnTo>
                    <a:pt x="49410" y="101510"/>
                  </a:lnTo>
                  <a:lnTo>
                    <a:pt x="48903" y="101278"/>
                  </a:lnTo>
                  <a:lnTo>
                    <a:pt x="48154" y="100548"/>
                  </a:lnTo>
                  <a:lnTo>
                    <a:pt x="46757" y="98547"/>
                  </a:lnTo>
                  <a:lnTo>
                    <a:pt x="46116" y="98100"/>
                  </a:lnTo>
                  <a:lnTo>
                    <a:pt x="45442" y="97524"/>
                  </a:lnTo>
                  <a:lnTo>
                    <a:pt x="45083" y="96919"/>
                  </a:lnTo>
                  <a:lnTo>
                    <a:pt x="44689" y="95258"/>
                  </a:lnTo>
                  <a:lnTo>
                    <a:pt x="44512" y="95109"/>
                  </a:lnTo>
                  <a:lnTo>
                    <a:pt x="44126" y="95611"/>
                  </a:lnTo>
                  <a:lnTo>
                    <a:pt x="43634" y="96138"/>
                  </a:lnTo>
                  <a:lnTo>
                    <a:pt x="43223" y="96048"/>
                  </a:lnTo>
                  <a:lnTo>
                    <a:pt x="42847" y="95579"/>
                  </a:lnTo>
                  <a:lnTo>
                    <a:pt x="42668" y="94947"/>
                  </a:lnTo>
                  <a:lnTo>
                    <a:pt x="42253" y="94080"/>
                  </a:lnTo>
                  <a:lnTo>
                    <a:pt x="41804" y="93373"/>
                  </a:lnTo>
                  <a:lnTo>
                    <a:pt x="41686" y="90998"/>
                  </a:lnTo>
                  <a:lnTo>
                    <a:pt x="41613" y="90223"/>
                  </a:lnTo>
                  <a:lnTo>
                    <a:pt x="41389" y="89142"/>
                  </a:lnTo>
                  <a:lnTo>
                    <a:pt x="41039" y="88755"/>
                  </a:lnTo>
                  <a:lnTo>
                    <a:pt x="40667" y="88466"/>
                  </a:lnTo>
                  <a:lnTo>
                    <a:pt x="39791" y="86497"/>
                  </a:lnTo>
                  <a:lnTo>
                    <a:pt x="39187" y="85478"/>
                  </a:lnTo>
                  <a:lnTo>
                    <a:pt x="36696" y="82709"/>
                  </a:lnTo>
                  <a:lnTo>
                    <a:pt x="36387" y="82267"/>
                  </a:lnTo>
                  <a:lnTo>
                    <a:pt x="35717" y="81128"/>
                  </a:lnTo>
                  <a:lnTo>
                    <a:pt x="34551" y="79513"/>
                  </a:lnTo>
                  <a:lnTo>
                    <a:pt x="33717" y="78210"/>
                  </a:lnTo>
                  <a:lnTo>
                    <a:pt x="33110" y="76863"/>
                  </a:lnTo>
                  <a:lnTo>
                    <a:pt x="32831" y="75694"/>
                  </a:lnTo>
                  <a:lnTo>
                    <a:pt x="32744" y="74781"/>
                  </a:lnTo>
                  <a:lnTo>
                    <a:pt x="32082" y="73474"/>
                  </a:lnTo>
                  <a:lnTo>
                    <a:pt x="31511" y="72402"/>
                  </a:lnTo>
                  <a:lnTo>
                    <a:pt x="30961" y="72054"/>
                  </a:lnTo>
                  <a:lnTo>
                    <a:pt x="30331" y="71909"/>
                  </a:lnTo>
                  <a:lnTo>
                    <a:pt x="29761" y="71271"/>
                  </a:lnTo>
                  <a:lnTo>
                    <a:pt x="28721" y="69829"/>
                  </a:lnTo>
                  <a:lnTo>
                    <a:pt x="28260" y="68901"/>
                  </a:lnTo>
                  <a:lnTo>
                    <a:pt x="27988" y="68276"/>
                  </a:lnTo>
                  <a:lnTo>
                    <a:pt x="27999" y="67632"/>
                  </a:lnTo>
                  <a:lnTo>
                    <a:pt x="28250" y="66561"/>
                  </a:lnTo>
                  <a:lnTo>
                    <a:pt x="28552" y="65951"/>
                  </a:lnTo>
                  <a:lnTo>
                    <a:pt x="28562" y="65474"/>
                  </a:lnTo>
                  <a:lnTo>
                    <a:pt x="28265" y="65085"/>
                  </a:lnTo>
                  <a:lnTo>
                    <a:pt x="27112" y="64395"/>
                  </a:lnTo>
                  <a:lnTo>
                    <a:pt x="24494" y="63348"/>
                  </a:lnTo>
                  <a:lnTo>
                    <a:pt x="23518" y="62550"/>
                  </a:lnTo>
                  <a:lnTo>
                    <a:pt x="22616" y="61525"/>
                  </a:lnTo>
                  <a:lnTo>
                    <a:pt x="21933" y="60831"/>
                  </a:lnTo>
                  <a:lnTo>
                    <a:pt x="18743" y="57878"/>
                  </a:lnTo>
                  <a:lnTo>
                    <a:pt x="17775" y="57385"/>
                  </a:lnTo>
                  <a:lnTo>
                    <a:pt x="16943" y="56861"/>
                  </a:lnTo>
                  <a:lnTo>
                    <a:pt x="16690" y="56352"/>
                  </a:lnTo>
                  <a:lnTo>
                    <a:pt x="16735" y="55864"/>
                  </a:lnTo>
                  <a:lnTo>
                    <a:pt x="17072" y="55500"/>
                  </a:lnTo>
                  <a:lnTo>
                    <a:pt x="17976" y="54742"/>
                  </a:lnTo>
                  <a:lnTo>
                    <a:pt x="18310" y="53875"/>
                  </a:lnTo>
                  <a:lnTo>
                    <a:pt x="18203" y="52737"/>
                  </a:lnTo>
                  <a:lnTo>
                    <a:pt x="17843" y="51589"/>
                  </a:lnTo>
                  <a:lnTo>
                    <a:pt x="18018" y="51189"/>
                  </a:lnTo>
                  <a:lnTo>
                    <a:pt x="18310" y="51144"/>
                  </a:lnTo>
                  <a:lnTo>
                    <a:pt x="18918" y="51109"/>
                  </a:lnTo>
                  <a:lnTo>
                    <a:pt x="20174" y="51045"/>
                  </a:lnTo>
                  <a:lnTo>
                    <a:pt x="22884" y="52090"/>
                  </a:lnTo>
                  <a:lnTo>
                    <a:pt x="23277" y="51976"/>
                  </a:lnTo>
                  <a:lnTo>
                    <a:pt x="24746" y="50079"/>
                  </a:lnTo>
                  <a:lnTo>
                    <a:pt x="25301" y="48944"/>
                  </a:lnTo>
                  <a:lnTo>
                    <a:pt x="25427" y="47997"/>
                  </a:lnTo>
                  <a:lnTo>
                    <a:pt x="25717" y="47395"/>
                  </a:lnTo>
                  <a:lnTo>
                    <a:pt x="26494" y="46405"/>
                  </a:lnTo>
                  <a:lnTo>
                    <a:pt x="26506" y="45503"/>
                  </a:lnTo>
                  <a:lnTo>
                    <a:pt x="26123" y="44300"/>
                  </a:lnTo>
                  <a:lnTo>
                    <a:pt x="25737" y="43835"/>
                  </a:lnTo>
                  <a:lnTo>
                    <a:pt x="25404" y="43634"/>
                  </a:lnTo>
                  <a:lnTo>
                    <a:pt x="24326" y="43794"/>
                  </a:lnTo>
                  <a:lnTo>
                    <a:pt x="24120" y="43524"/>
                  </a:lnTo>
                  <a:lnTo>
                    <a:pt x="23978" y="42627"/>
                  </a:lnTo>
                  <a:lnTo>
                    <a:pt x="23926" y="42076"/>
                  </a:lnTo>
                  <a:lnTo>
                    <a:pt x="23570" y="41435"/>
                  </a:lnTo>
                  <a:lnTo>
                    <a:pt x="22410" y="40888"/>
                  </a:lnTo>
                  <a:lnTo>
                    <a:pt x="21426" y="40734"/>
                  </a:lnTo>
                  <a:lnTo>
                    <a:pt x="21195" y="40501"/>
                  </a:lnTo>
                  <a:lnTo>
                    <a:pt x="21574" y="39883"/>
                  </a:lnTo>
                  <a:lnTo>
                    <a:pt x="22243" y="39271"/>
                  </a:lnTo>
                  <a:lnTo>
                    <a:pt x="22755" y="38919"/>
                  </a:lnTo>
                  <a:lnTo>
                    <a:pt x="23157" y="38286"/>
                  </a:lnTo>
                  <a:lnTo>
                    <a:pt x="23233" y="37638"/>
                  </a:lnTo>
                  <a:lnTo>
                    <a:pt x="22733" y="37062"/>
                  </a:lnTo>
                  <a:lnTo>
                    <a:pt x="22081" y="36424"/>
                  </a:lnTo>
                  <a:lnTo>
                    <a:pt x="21023" y="35206"/>
                  </a:lnTo>
                  <a:lnTo>
                    <a:pt x="19563" y="33910"/>
                  </a:lnTo>
                  <a:lnTo>
                    <a:pt x="18674" y="33470"/>
                  </a:lnTo>
                  <a:lnTo>
                    <a:pt x="18208" y="33530"/>
                  </a:lnTo>
                  <a:lnTo>
                    <a:pt x="16599" y="34643"/>
                  </a:lnTo>
                  <a:lnTo>
                    <a:pt x="15734" y="35367"/>
                  </a:lnTo>
                  <a:lnTo>
                    <a:pt x="15014" y="36658"/>
                  </a:lnTo>
                  <a:lnTo>
                    <a:pt x="14263" y="36936"/>
                  </a:lnTo>
                  <a:lnTo>
                    <a:pt x="13502" y="36367"/>
                  </a:lnTo>
                  <a:lnTo>
                    <a:pt x="12640" y="35781"/>
                  </a:lnTo>
                  <a:lnTo>
                    <a:pt x="10248" y="34933"/>
                  </a:lnTo>
                  <a:lnTo>
                    <a:pt x="9243" y="34222"/>
                  </a:lnTo>
                  <a:lnTo>
                    <a:pt x="7155" y="29885"/>
                  </a:lnTo>
                  <a:lnTo>
                    <a:pt x="6847" y="29001"/>
                  </a:lnTo>
                  <a:lnTo>
                    <a:pt x="7046" y="28003"/>
                  </a:lnTo>
                  <a:lnTo>
                    <a:pt x="7190" y="26574"/>
                  </a:lnTo>
                  <a:lnTo>
                    <a:pt x="7399" y="25648"/>
                  </a:lnTo>
                  <a:lnTo>
                    <a:pt x="7769" y="24763"/>
                  </a:lnTo>
                  <a:lnTo>
                    <a:pt x="7868" y="23976"/>
                  </a:lnTo>
                  <a:lnTo>
                    <a:pt x="7778" y="23207"/>
                  </a:lnTo>
                  <a:lnTo>
                    <a:pt x="7476" y="22766"/>
                  </a:lnTo>
                  <a:lnTo>
                    <a:pt x="7083" y="22636"/>
                  </a:lnTo>
                  <a:lnTo>
                    <a:pt x="6790" y="22462"/>
                  </a:lnTo>
                  <a:lnTo>
                    <a:pt x="6513" y="21449"/>
                  </a:lnTo>
                  <a:lnTo>
                    <a:pt x="6346" y="21581"/>
                  </a:lnTo>
                  <a:lnTo>
                    <a:pt x="6089" y="22812"/>
                  </a:lnTo>
                  <a:lnTo>
                    <a:pt x="5781" y="23255"/>
                  </a:lnTo>
                  <a:lnTo>
                    <a:pt x="5372" y="23475"/>
                  </a:lnTo>
                  <a:lnTo>
                    <a:pt x="5057" y="23281"/>
                  </a:lnTo>
                  <a:lnTo>
                    <a:pt x="4856" y="22787"/>
                  </a:lnTo>
                  <a:lnTo>
                    <a:pt x="4766" y="21952"/>
                  </a:lnTo>
                  <a:lnTo>
                    <a:pt x="4562" y="20830"/>
                  </a:lnTo>
                  <a:lnTo>
                    <a:pt x="4305" y="20097"/>
                  </a:lnTo>
                  <a:lnTo>
                    <a:pt x="3406" y="19352"/>
                  </a:lnTo>
                  <a:lnTo>
                    <a:pt x="2982" y="18384"/>
                  </a:lnTo>
                  <a:lnTo>
                    <a:pt x="1645" y="16277"/>
                  </a:lnTo>
                  <a:lnTo>
                    <a:pt x="525" y="14801"/>
                  </a:lnTo>
                  <a:lnTo>
                    <a:pt x="0" y="13473"/>
                  </a:lnTo>
                  <a:lnTo>
                    <a:pt x="459" y="12979"/>
                  </a:lnTo>
                  <a:lnTo>
                    <a:pt x="1036" y="12262"/>
                  </a:lnTo>
                  <a:lnTo>
                    <a:pt x="1653" y="11147"/>
                  </a:lnTo>
                  <a:lnTo>
                    <a:pt x="2349" y="9743"/>
                  </a:lnTo>
                  <a:lnTo>
                    <a:pt x="2639" y="8887"/>
                  </a:lnTo>
                  <a:lnTo>
                    <a:pt x="2842" y="8541"/>
                  </a:lnTo>
                  <a:lnTo>
                    <a:pt x="3249" y="8289"/>
                  </a:lnTo>
                  <a:lnTo>
                    <a:pt x="3687" y="8427"/>
                  </a:lnTo>
                  <a:lnTo>
                    <a:pt x="4456" y="8993"/>
                  </a:lnTo>
                  <a:lnTo>
                    <a:pt x="5615" y="9717"/>
                  </a:lnTo>
                  <a:lnTo>
                    <a:pt x="6647" y="10573"/>
                  </a:lnTo>
                  <a:lnTo>
                    <a:pt x="7065" y="11434"/>
                  </a:lnTo>
                  <a:lnTo>
                    <a:pt x="7641" y="12260"/>
                  </a:lnTo>
                  <a:lnTo>
                    <a:pt x="8084" y="12510"/>
                  </a:lnTo>
                  <a:lnTo>
                    <a:pt x="8305" y="12444"/>
                  </a:lnTo>
                  <a:lnTo>
                    <a:pt x="8973" y="11823"/>
                  </a:lnTo>
                  <a:lnTo>
                    <a:pt x="9544" y="11199"/>
                  </a:lnTo>
                  <a:lnTo>
                    <a:pt x="9556" y="10492"/>
                  </a:lnTo>
                  <a:lnTo>
                    <a:pt x="10084" y="9856"/>
                  </a:lnTo>
                  <a:lnTo>
                    <a:pt x="10774" y="8810"/>
                  </a:lnTo>
                  <a:lnTo>
                    <a:pt x="11098" y="8101"/>
                  </a:lnTo>
                  <a:lnTo>
                    <a:pt x="11345" y="8026"/>
                  </a:lnTo>
                  <a:lnTo>
                    <a:pt x="11623" y="8236"/>
                  </a:lnTo>
                  <a:lnTo>
                    <a:pt x="12711" y="10430"/>
                  </a:lnTo>
                  <a:lnTo>
                    <a:pt x="12918" y="10561"/>
                  </a:lnTo>
                  <a:lnTo>
                    <a:pt x="13225" y="10232"/>
                  </a:lnTo>
                  <a:lnTo>
                    <a:pt x="13654" y="8519"/>
                  </a:lnTo>
                  <a:lnTo>
                    <a:pt x="14122" y="7855"/>
                  </a:lnTo>
                  <a:lnTo>
                    <a:pt x="14284" y="8022"/>
                  </a:lnTo>
                  <a:lnTo>
                    <a:pt x="16912" y="11255"/>
                  </a:lnTo>
                  <a:lnTo>
                    <a:pt x="17162" y="11229"/>
                  </a:lnTo>
                  <a:lnTo>
                    <a:pt x="17445" y="11084"/>
                  </a:lnTo>
                  <a:lnTo>
                    <a:pt x="17629" y="10587"/>
                  </a:lnTo>
                  <a:lnTo>
                    <a:pt x="17836" y="9468"/>
                  </a:lnTo>
                  <a:lnTo>
                    <a:pt x="18225" y="8269"/>
                  </a:lnTo>
                  <a:lnTo>
                    <a:pt x="19069" y="7602"/>
                  </a:lnTo>
                  <a:lnTo>
                    <a:pt x="19726" y="7473"/>
                  </a:lnTo>
                  <a:lnTo>
                    <a:pt x="19970" y="8043"/>
                  </a:lnTo>
                  <a:lnTo>
                    <a:pt x="20538" y="8831"/>
                  </a:lnTo>
                  <a:lnTo>
                    <a:pt x="21233" y="8942"/>
                  </a:lnTo>
                  <a:lnTo>
                    <a:pt x="22700" y="7547"/>
                  </a:lnTo>
                  <a:lnTo>
                    <a:pt x="23179" y="7325"/>
                  </a:lnTo>
                  <a:lnTo>
                    <a:pt x="23692" y="7350"/>
                  </a:lnTo>
                  <a:lnTo>
                    <a:pt x="24218" y="7294"/>
                  </a:lnTo>
                  <a:lnTo>
                    <a:pt x="24717" y="6760"/>
                  </a:lnTo>
                  <a:lnTo>
                    <a:pt x="25243" y="6054"/>
                  </a:lnTo>
                  <a:lnTo>
                    <a:pt x="25424" y="4664"/>
                  </a:lnTo>
                  <a:lnTo>
                    <a:pt x="25535" y="3417"/>
                  </a:lnTo>
                  <a:lnTo>
                    <a:pt x="25897" y="2912"/>
                  </a:lnTo>
                  <a:lnTo>
                    <a:pt x="26326" y="2575"/>
                  </a:lnTo>
                  <a:lnTo>
                    <a:pt x="27136" y="2104"/>
                  </a:lnTo>
                  <a:lnTo>
                    <a:pt x="28965" y="894"/>
                  </a:lnTo>
                  <a:lnTo>
                    <a:pt x="29435" y="322"/>
                  </a:lnTo>
                  <a:lnTo>
                    <a:pt x="29782" y="0"/>
                  </a:lnTo>
                  <a:lnTo>
                    <a:pt x="30492" y="523"/>
                  </a:lnTo>
                  <a:lnTo>
                    <a:pt x="31340" y="1532"/>
                  </a:lnTo>
                  <a:lnTo>
                    <a:pt x="31855" y="2292"/>
                  </a:lnTo>
                  <a:lnTo>
                    <a:pt x="32199" y="3113"/>
                  </a:lnTo>
                  <a:lnTo>
                    <a:pt x="32362" y="3801"/>
                  </a:lnTo>
                  <a:lnTo>
                    <a:pt x="33716" y="4397"/>
                  </a:lnTo>
                  <a:lnTo>
                    <a:pt x="34578" y="5242"/>
                  </a:lnTo>
                  <a:lnTo>
                    <a:pt x="35151" y="5891"/>
                  </a:lnTo>
                  <a:lnTo>
                    <a:pt x="35716" y="5861"/>
                  </a:lnTo>
                  <a:lnTo>
                    <a:pt x="36280" y="5687"/>
                  </a:lnTo>
                  <a:lnTo>
                    <a:pt x="36646" y="5167"/>
                  </a:lnTo>
                  <a:lnTo>
                    <a:pt x="37285" y="5156"/>
                  </a:lnTo>
                  <a:lnTo>
                    <a:pt x="38041" y="5232"/>
                  </a:lnTo>
                  <a:lnTo>
                    <a:pt x="38378" y="5440"/>
                  </a:lnTo>
                  <a:lnTo>
                    <a:pt x="38997" y="6636"/>
                  </a:lnTo>
                  <a:lnTo>
                    <a:pt x="39277" y="6802"/>
                  </a:lnTo>
                  <a:lnTo>
                    <a:pt x="39836" y="6719"/>
                  </a:lnTo>
                  <a:lnTo>
                    <a:pt x="40903" y="6294"/>
                  </a:lnTo>
                  <a:lnTo>
                    <a:pt x="41763" y="6093"/>
                  </a:lnTo>
                  <a:lnTo>
                    <a:pt x="42541" y="6568"/>
                  </a:lnTo>
                  <a:lnTo>
                    <a:pt x="44019" y="7898"/>
                  </a:lnTo>
                  <a:lnTo>
                    <a:pt x="43603" y="8846"/>
                  </a:lnTo>
                  <a:lnTo>
                    <a:pt x="43274" y="9867"/>
                  </a:lnTo>
                  <a:lnTo>
                    <a:pt x="42627" y="10588"/>
                  </a:lnTo>
                  <a:lnTo>
                    <a:pt x="42147" y="10767"/>
                  </a:lnTo>
                  <a:lnTo>
                    <a:pt x="41844" y="11769"/>
                  </a:lnTo>
                  <a:lnTo>
                    <a:pt x="41711" y="13247"/>
                  </a:lnTo>
                  <a:lnTo>
                    <a:pt x="41875" y="13996"/>
                  </a:lnTo>
                  <a:lnTo>
                    <a:pt x="42249" y="14236"/>
                  </a:lnTo>
                  <a:lnTo>
                    <a:pt x="42659" y="14737"/>
                  </a:lnTo>
                  <a:lnTo>
                    <a:pt x="42826" y="15395"/>
                  </a:lnTo>
                  <a:lnTo>
                    <a:pt x="42882" y="16859"/>
                  </a:lnTo>
                  <a:lnTo>
                    <a:pt x="42860" y="18508"/>
                  </a:lnTo>
                  <a:lnTo>
                    <a:pt x="42915" y="19057"/>
                  </a:lnTo>
                  <a:lnTo>
                    <a:pt x="43237" y="18955"/>
                  </a:lnTo>
                  <a:lnTo>
                    <a:pt x="43539" y="18758"/>
                  </a:lnTo>
                  <a:lnTo>
                    <a:pt x="44150" y="19014"/>
                  </a:lnTo>
                  <a:lnTo>
                    <a:pt x="44911" y="19442"/>
                  </a:lnTo>
                  <a:lnTo>
                    <a:pt x="45390" y="19877"/>
                  </a:lnTo>
                  <a:lnTo>
                    <a:pt x="45823" y="19823"/>
                  </a:lnTo>
                  <a:lnTo>
                    <a:pt x="46159" y="20249"/>
                  </a:lnTo>
                  <a:lnTo>
                    <a:pt x="46285" y="21066"/>
                  </a:lnTo>
                  <a:lnTo>
                    <a:pt x="46681" y="21633"/>
                  </a:lnTo>
                  <a:lnTo>
                    <a:pt x="47787" y="22708"/>
                  </a:lnTo>
                  <a:lnTo>
                    <a:pt x="48672" y="22798"/>
                  </a:lnTo>
                  <a:lnTo>
                    <a:pt x="49420" y="24218"/>
                  </a:lnTo>
                  <a:lnTo>
                    <a:pt x="50199" y="23752"/>
                  </a:lnTo>
                  <a:lnTo>
                    <a:pt x="50558" y="24365"/>
                  </a:lnTo>
                  <a:lnTo>
                    <a:pt x="52162" y="24147"/>
                  </a:lnTo>
                  <a:lnTo>
                    <a:pt x="53281" y="23574"/>
                  </a:lnTo>
                  <a:lnTo>
                    <a:pt x="53686" y="23712"/>
                  </a:lnTo>
                  <a:lnTo>
                    <a:pt x="54692" y="2489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g1617"/>
            <p:cNvSpPr/>
            <p:nvPr/>
          </p:nvSpPr>
          <p:spPr>
            <a:xfrm>
              <a:off x="5628421" y="2699529"/>
              <a:ext cx="1502" cy="1353"/>
            </a:xfrm>
            <a:custGeom>
              <a:avLst/>
              <a:pathLst>
                <a:path w="1502" h="1353">
                  <a:moveTo>
                    <a:pt x="1502" y="584"/>
                  </a:moveTo>
                  <a:lnTo>
                    <a:pt x="1169" y="1353"/>
                  </a:lnTo>
                  <a:lnTo>
                    <a:pt x="657" y="1344"/>
                  </a:lnTo>
                  <a:lnTo>
                    <a:pt x="0" y="800"/>
                  </a:lnTo>
                  <a:lnTo>
                    <a:pt x="124" y="119"/>
                  </a:lnTo>
                  <a:lnTo>
                    <a:pt x="870" y="0"/>
                  </a:lnTo>
                  <a:lnTo>
                    <a:pt x="1086" y="4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g1618"/>
            <p:cNvSpPr/>
            <p:nvPr/>
          </p:nvSpPr>
          <p:spPr>
            <a:xfrm>
              <a:off x="5623501" y="2688050"/>
              <a:ext cx="2590" cy="4561"/>
            </a:xfrm>
            <a:custGeom>
              <a:avLst/>
              <a:pathLst>
                <a:path w="2590" h="4561">
                  <a:moveTo>
                    <a:pt x="2590" y="3045"/>
                  </a:moveTo>
                  <a:lnTo>
                    <a:pt x="2090" y="4561"/>
                  </a:lnTo>
                  <a:lnTo>
                    <a:pt x="1227" y="4208"/>
                  </a:lnTo>
                  <a:lnTo>
                    <a:pt x="420" y="3113"/>
                  </a:lnTo>
                  <a:lnTo>
                    <a:pt x="0" y="2156"/>
                  </a:lnTo>
                  <a:lnTo>
                    <a:pt x="283" y="320"/>
                  </a:lnTo>
                  <a:lnTo>
                    <a:pt x="696" y="0"/>
                  </a:lnTo>
                  <a:lnTo>
                    <a:pt x="1128" y="104"/>
                  </a:lnTo>
                  <a:lnTo>
                    <a:pt x="1348" y="189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g1619"/>
            <p:cNvSpPr/>
            <p:nvPr/>
          </p:nvSpPr>
          <p:spPr>
            <a:xfrm>
              <a:off x="5621319" y="2678227"/>
              <a:ext cx="3287" cy="5175"/>
            </a:xfrm>
            <a:custGeom>
              <a:avLst/>
              <a:pathLst>
                <a:path w="3287" h="5175">
                  <a:moveTo>
                    <a:pt x="3287" y="4501"/>
                  </a:moveTo>
                  <a:lnTo>
                    <a:pt x="2851" y="5175"/>
                  </a:lnTo>
                  <a:lnTo>
                    <a:pt x="2470" y="5102"/>
                  </a:lnTo>
                  <a:lnTo>
                    <a:pt x="0" y="3540"/>
                  </a:lnTo>
                  <a:lnTo>
                    <a:pt x="103" y="2897"/>
                  </a:lnTo>
                  <a:lnTo>
                    <a:pt x="1" y="1257"/>
                  </a:lnTo>
                  <a:lnTo>
                    <a:pt x="273" y="366"/>
                  </a:lnTo>
                  <a:lnTo>
                    <a:pt x="955" y="0"/>
                  </a:lnTo>
                  <a:lnTo>
                    <a:pt x="1484" y="189"/>
                  </a:lnTo>
                  <a:lnTo>
                    <a:pt x="1808" y="1501"/>
                  </a:lnTo>
                  <a:lnTo>
                    <a:pt x="2543" y="2034"/>
                  </a:lnTo>
                  <a:lnTo>
                    <a:pt x="2027" y="2485"/>
                  </a:lnTo>
                  <a:lnTo>
                    <a:pt x="2926" y="347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g1620"/>
            <p:cNvSpPr/>
            <p:nvPr/>
          </p:nvSpPr>
          <p:spPr>
            <a:xfrm>
              <a:off x="5613479" y="2663229"/>
              <a:ext cx="4037" cy="3696"/>
            </a:xfrm>
            <a:custGeom>
              <a:avLst/>
              <a:pathLst>
                <a:path w="4037" h="3696">
                  <a:moveTo>
                    <a:pt x="2720" y="0"/>
                  </a:moveTo>
                  <a:lnTo>
                    <a:pt x="3663" y="1987"/>
                  </a:lnTo>
                  <a:lnTo>
                    <a:pt x="4037" y="2143"/>
                  </a:lnTo>
                  <a:lnTo>
                    <a:pt x="3466" y="3568"/>
                  </a:lnTo>
                  <a:lnTo>
                    <a:pt x="2282" y="3696"/>
                  </a:lnTo>
                  <a:lnTo>
                    <a:pt x="884" y="3327"/>
                  </a:lnTo>
                  <a:lnTo>
                    <a:pt x="1396" y="2838"/>
                  </a:lnTo>
                  <a:lnTo>
                    <a:pt x="1131" y="2285"/>
                  </a:lnTo>
                  <a:lnTo>
                    <a:pt x="709" y="2173"/>
                  </a:lnTo>
                  <a:lnTo>
                    <a:pt x="225" y="2438"/>
                  </a:lnTo>
                  <a:lnTo>
                    <a:pt x="0" y="2348"/>
                  </a:lnTo>
                  <a:lnTo>
                    <a:pt x="309" y="1431"/>
                  </a:lnTo>
                  <a:lnTo>
                    <a:pt x="1087" y="140"/>
                  </a:lnTo>
                  <a:lnTo>
                    <a:pt x="1317" y="38"/>
                  </a:lnTo>
                  <a:lnTo>
                    <a:pt x="1526" y="24"/>
                  </a:lnTo>
                  <a:lnTo>
                    <a:pt x="1729" y="13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g1621"/>
            <p:cNvSpPr/>
            <p:nvPr/>
          </p:nvSpPr>
          <p:spPr>
            <a:xfrm>
              <a:off x="5613158" y="2650002"/>
              <a:ext cx="3332" cy="3364"/>
            </a:xfrm>
            <a:custGeom>
              <a:avLst/>
              <a:pathLst>
                <a:path w="3332" h="3364">
                  <a:moveTo>
                    <a:pt x="3050" y="2579"/>
                  </a:moveTo>
                  <a:lnTo>
                    <a:pt x="3332" y="2786"/>
                  </a:lnTo>
                  <a:lnTo>
                    <a:pt x="3177" y="3364"/>
                  </a:lnTo>
                  <a:lnTo>
                    <a:pt x="1877" y="2705"/>
                  </a:lnTo>
                  <a:lnTo>
                    <a:pt x="832" y="2961"/>
                  </a:lnTo>
                  <a:lnTo>
                    <a:pt x="540" y="2931"/>
                  </a:lnTo>
                  <a:lnTo>
                    <a:pt x="229" y="2397"/>
                  </a:lnTo>
                  <a:lnTo>
                    <a:pt x="0" y="1341"/>
                  </a:lnTo>
                  <a:lnTo>
                    <a:pt x="104" y="600"/>
                  </a:lnTo>
                  <a:lnTo>
                    <a:pt x="544" y="84"/>
                  </a:lnTo>
                  <a:lnTo>
                    <a:pt x="708" y="0"/>
                  </a:lnTo>
                  <a:lnTo>
                    <a:pt x="1035" y="638"/>
                  </a:lnTo>
                  <a:lnTo>
                    <a:pt x="1335" y="1073"/>
                  </a:lnTo>
                  <a:lnTo>
                    <a:pt x="1625" y="1259"/>
                  </a:lnTo>
                  <a:lnTo>
                    <a:pt x="2286" y="230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g1622"/>
            <p:cNvSpPr/>
            <p:nvPr/>
          </p:nvSpPr>
          <p:spPr>
            <a:xfrm>
              <a:off x="5611311" y="2642857"/>
              <a:ext cx="3490" cy="3698"/>
            </a:xfrm>
            <a:custGeom>
              <a:avLst/>
              <a:pathLst>
                <a:path w="3490" h="3698">
                  <a:moveTo>
                    <a:pt x="3478" y="3555"/>
                  </a:moveTo>
                  <a:lnTo>
                    <a:pt x="2397" y="3698"/>
                  </a:lnTo>
                  <a:lnTo>
                    <a:pt x="876" y="3263"/>
                  </a:lnTo>
                  <a:lnTo>
                    <a:pt x="265" y="2658"/>
                  </a:lnTo>
                  <a:lnTo>
                    <a:pt x="0" y="2051"/>
                  </a:lnTo>
                  <a:lnTo>
                    <a:pt x="525" y="1601"/>
                  </a:lnTo>
                  <a:lnTo>
                    <a:pt x="1279" y="1389"/>
                  </a:lnTo>
                  <a:lnTo>
                    <a:pt x="2221" y="0"/>
                  </a:lnTo>
                  <a:lnTo>
                    <a:pt x="2548" y="532"/>
                  </a:lnTo>
                  <a:lnTo>
                    <a:pt x="2899" y="2088"/>
                  </a:lnTo>
                  <a:lnTo>
                    <a:pt x="3279" y="2556"/>
                  </a:lnTo>
                  <a:lnTo>
                    <a:pt x="3490" y="302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g1623"/>
            <p:cNvSpPr/>
            <p:nvPr/>
          </p:nvSpPr>
          <p:spPr>
            <a:xfrm>
              <a:off x="5603954" y="2640000"/>
              <a:ext cx="6482" cy="9729"/>
            </a:xfrm>
            <a:custGeom>
              <a:avLst/>
              <a:pathLst>
                <a:path w="6482" h="9729">
                  <a:moveTo>
                    <a:pt x="2469" y="3056"/>
                  </a:moveTo>
                  <a:lnTo>
                    <a:pt x="2905" y="3358"/>
                  </a:lnTo>
                  <a:lnTo>
                    <a:pt x="3143" y="3358"/>
                  </a:lnTo>
                  <a:lnTo>
                    <a:pt x="3285" y="4037"/>
                  </a:lnTo>
                  <a:lnTo>
                    <a:pt x="4640" y="5391"/>
                  </a:lnTo>
                  <a:lnTo>
                    <a:pt x="5013" y="5353"/>
                  </a:lnTo>
                  <a:lnTo>
                    <a:pt x="5326" y="6094"/>
                  </a:lnTo>
                  <a:lnTo>
                    <a:pt x="5908" y="6468"/>
                  </a:lnTo>
                  <a:lnTo>
                    <a:pt x="6065" y="7223"/>
                  </a:lnTo>
                  <a:lnTo>
                    <a:pt x="6482" y="7991"/>
                  </a:lnTo>
                  <a:lnTo>
                    <a:pt x="5755" y="8921"/>
                  </a:lnTo>
                  <a:lnTo>
                    <a:pt x="4351" y="8673"/>
                  </a:lnTo>
                  <a:lnTo>
                    <a:pt x="3546" y="9729"/>
                  </a:lnTo>
                  <a:lnTo>
                    <a:pt x="2817" y="9459"/>
                  </a:lnTo>
                  <a:lnTo>
                    <a:pt x="2693" y="8905"/>
                  </a:lnTo>
                  <a:lnTo>
                    <a:pt x="2794" y="8720"/>
                  </a:lnTo>
                  <a:lnTo>
                    <a:pt x="2360" y="7306"/>
                  </a:lnTo>
                  <a:lnTo>
                    <a:pt x="2164" y="5146"/>
                  </a:lnTo>
                  <a:lnTo>
                    <a:pt x="1871" y="3873"/>
                  </a:lnTo>
                  <a:lnTo>
                    <a:pt x="1553" y="3330"/>
                  </a:lnTo>
                  <a:lnTo>
                    <a:pt x="895" y="3805"/>
                  </a:lnTo>
                  <a:lnTo>
                    <a:pt x="630" y="3884"/>
                  </a:lnTo>
                  <a:lnTo>
                    <a:pt x="0" y="2841"/>
                  </a:lnTo>
                  <a:lnTo>
                    <a:pt x="298" y="721"/>
                  </a:lnTo>
                  <a:lnTo>
                    <a:pt x="454" y="115"/>
                  </a:lnTo>
                  <a:lnTo>
                    <a:pt x="967" y="0"/>
                  </a:lnTo>
                  <a:lnTo>
                    <a:pt x="1743" y="55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g1624"/>
            <p:cNvSpPr/>
            <p:nvPr/>
          </p:nvSpPr>
          <p:spPr>
            <a:xfrm>
              <a:off x="5603418" y="2636454"/>
              <a:ext cx="1321" cy="1778"/>
            </a:xfrm>
            <a:custGeom>
              <a:avLst/>
              <a:pathLst>
                <a:path w="1321" h="1778">
                  <a:moveTo>
                    <a:pt x="1175" y="1416"/>
                  </a:moveTo>
                  <a:lnTo>
                    <a:pt x="1003" y="1778"/>
                  </a:lnTo>
                  <a:lnTo>
                    <a:pt x="0" y="874"/>
                  </a:lnTo>
                  <a:lnTo>
                    <a:pt x="230" y="0"/>
                  </a:lnTo>
                  <a:lnTo>
                    <a:pt x="1321" y="31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g1625"/>
            <p:cNvSpPr/>
            <p:nvPr/>
          </p:nvSpPr>
          <p:spPr>
            <a:xfrm>
              <a:off x="5613145" y="2634212"/>
              <a:ext cx="1371" cy="7111"/>
            </a:xfrm>
            <a:custGeom>
              <a:avLst/>
              <a:pathLst>
                <a:path w="1371" h="7111">
                  <a:moveTo>
                    <a:pt x="851" y="7093"/>
                  </a:moveTo>
                  <a:lnTo>
                    <a:pt x="693" y="7111"/>
                  </a:lnTo>
                  <a:lnTo>
                    <a:pt x="533" y="6469"/>
                  </a:lnTo>
                  <a:lnTo>
                    <a:pt x="0" y="3055"/>
                  </a:lnTo>
                  <a:lnTo>
                    <a:pt x="351" y="0"/>
                  </a:lnTo>
                  <a:lnTo>
                    <a:pt x="573" y="647"/>
                  </a:lnTo>
                  <a:lnTo>
                    <a:pt x="1371" y="6004"/>
                  </a:lnTo>
                  <a:lnTo>
                    <a:pt x="1263" y="6881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g1626"/>
            <p:cNvSpPr/>
            <p:nvPr/>
          </p:nvSpPr>
          <p:spPr>
            <a:xfrm>
              <a:off x="5608900" y="2631721"/>
              <a:ext cx="3106" cy="2770"/>
            </a:xfrm>
            <a:custGeom>
              <a:avLst/>
              <a:pathLst>
                <a:path w="3106" h="2770">
                  <a:moveTo>
                    <a:pt x="2243" y="2130"/>
                  </a:moveTo>
                  <a:lnTo>
                    <a:pt x="1608" y="2770"/>
                  </a:lnTo>
                  <a:lnTo>
                    <a:pt x="435" y="2709"/>
                  </a:lnTo>
                  <a:lnTo>
                    <a:pt x="0" y="2348"/>
                  </a:lnTo>
                  <a:lnTo>
                    <a:pt x="1438" y="401"/>
                  </a:lnTo>
                  <a:lnTo>
                    <a:pt x="3106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g1627"/>
            <p:cNvSpPr/>
            <p:nvPr/>
          </p:nvSpPr>
          <p:spPr>
            <a:xfrm>
              <a:off x="5612968" y="2627581"/>
              <a:ext cx="803" cy="5637"/>
            </a:xfrm>
            <a:custGeom>
              <a:avLst/>
              <a:pathLst>
                <a:path w="803" h="5637">
                  <a:moveTo>
                    <a:pt x="803" y="4774"/>
                  </a:moveTo>
                  <a:lnTo>
                    <a:pt x="640" y="5637"/>
                  </a:lnTo>
                  <a:lnTo>
                    <a:pt x="248" y="4637"/>
                  </a:lnTo>
                  <a:lnTo>
                    <a:pt x="0" y="420"/>
                  </a:lnTo>
                  <a:lnTo>
                    <a:pt x="101" y="29"/>
                  </a:lnTo>
                  <a:lnTo>
                    <a:pt x="305" y="0"/>
                  </a:lnTo>
                  <a:lnTo>
                    <a:pt x="782" y="293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g1628"/>
            <p:cNvSpPr/>
            <p:nvPr/>
          </p:nvSpPr>
          <p:spPr>
            <a:xfrm>
              <a:off x="5598038" y="2622701"/>
              <a:ext cx="6383" cy="13924"/>
            </a:xfrm>
            <a:custGeom>
              <a:avLst/>
              <a:pathLst>
                <a:path w="6383" h="13924">
                  <a:moveTo>
                    <a:pt x="2078" y="2654"/>
                  </a:moveTo>
                  <a:lnTo>
                    <a:pt x="2687" y="7265"/>
                  </a:lnTo>
                  <a:lnTo>
                    <a:pt x="3397" y="7255"/>
                  </a:lnTo>
                  <a:lnTo>
                    <a:pt x="3759" y="7010"/>
                  </a:lnTo>
                  <a:lnTo>
                    <a:pt x="4176" y="5930"/>
                  </a:lnTo>
                  <a:lnTo>
                    <a:pt x="4363" y="4233"/>
                  </a:lnTo>
                  <a:lnTo>
                    <a:pt x="4735" y="3990"/>
                  </a:lnTo>
                  <a:lnTo>
                    <a:pt x="5198" y="4172"/>
                  </a:lnTo>
                  <a:lnTo>
                    <a:pt x="4997" y="4712"/>
                  </a:lnTo>
                  <a:lnTo>
                    <a:pt x="5132" y="6070"/>
                  </a:lnTo>
                  <a:lnTo>
                    <a:pt x="5490" y="6821"/>
                  </a:lnTo>
                  <a:lnTo>
                    <a:pt x="5729" y="6957"/>
                  </a:lnTo>
                  <a:lnTo>
                    <a:pt x="6205" y="10505"/>
                  </a:lnTo>
                  <a:lnTo>
                    <a:pt x="6383" y="11249"/>
                  </a:lnTo>
                  <a:lnTo>
                    <a:pt x="6372" y="11844"/>
                  </a:lnTo>
                  <a:lnTo>
                    <a:pt x="5372" y="13171"/>
                  </a:lnTo>
                  <a:lnTo>
                    <a:pt x="3884" y="13131"/>
                  </a:lnTo>
                  <a:lnTo>
                    <a:pt x="2835" y="13924"/>
                  </a:lnTo>
                  <a:lnTo>
                    <a:pt x="2197" y="13872"/>
                  </a:lnTo>
                  <a:lnTo>
                    <a:pt x="2203" y="12975"/>
                  </a:lnTo>
                  <a:lnTo>
                    <a:pt x="1635" y="12261"/>
                  </a:lnTo>
                  <a:lnTo>
                    <a:pt x="993" y="10733"/>
                  </a:lnTo>
                  <a:lnTo>
                    <a:pt x="1151" y="8020"/>
                  </a:lnTo>
                  <a:lnTo>
                    <a:pt x="11" y="2978"/>
                  </a:lnTo>
                  <a:lnTo>
                    <a:pt x="0" y="1718"/>
                  </a:lnTo>
                  <a:lnTo>
                    <a:pt x="390" y="73"/>
                  </a:lnTo>
                  <a:lnTo>
                    <a:pt x="773" y="0"/>
                  </a:lnTo>
                  <a:lnTo>
                    <a:pt x="1291" y="1374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g1629"/>
            <p:cNvSpPr/>
            <p:nvPr/>
          </p:nvSpPr>
          <p:spPr>
            <a:xfrm>
              <a:off x="5606339" y="2615806"/>
              <a:ext cx="1848" cy="2363"/>
            </a:xfrm>
            <a:custGeom>
              <a:avLst/>
              <a:pathLst>
                <a:path w="1848" h="2363">
                  <a:moveTo>
                    <a:pt x="1715" y="1656"/>
                  </a:moveTo>
                  <a:lnTo>
                    <a:pt x="1322" y="2363"/>
                  </a:lnTo>
                  <a:lnTo>
                    <a:pt x="253" y="2130"/>
                  </a:lnTo>
                  <a:lnTo>
                    <a:pt x="0" y="1943"/>
                  </a:lnTo>
                  <a:lnTo>
                    <a:pt x="68" y="770"/>
                  </a:lnTo>
                  <a:lnTo>
                    <a:pt x="336" y="366"/>
                  </a:lnTo>
                  <a:lnTo>
                    <a:pt x="973" y="0"/>
                  </a:lnTo>
                  <a:lnTo>
                    <a:pt x="1848" y="58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g1630"/>
            <p:cNvSpPr/>
            <p:nvPr/>
          </p:nvSpPr>
          <p:spPr>
            <a:xfrm>
              <a:off x="5606228" y="2609771"/>
              <a:ext cx="1529" cy="2895"/>
            </a:xfrm>
            <a:custGeom>
              <a:avLst/>
              <a:pathLst>
                <a:path w="1529" h="2895">
                  <a:moveTo>
                    <a:pt x="918" y="2758"/>
                  </a:moveTo>
                  <a:lnTo>
                    <a:pt x="779" y="2895"/>
                  </a:lnTo>
                  <a:lnTo>
                    <a:pt x="560" y="2788"/>
                  </a:lnTo>
                  <a:lnTo>
                    <a:pt x="0" y="1100"/>
                  </a:lnTo>
                  <a:lnTo>
                    <a:pt x="142" y="538"/>
                  </a:lnTo>
                  <a:lnTo>
                    <a:pt x="844" y="0"/>
                  </a:lnTo>
                  <a:lnTo>
                    <a:pt x="1470" y="937"/>
                  </a:lnTo>
                  <a:lnTo>
                    <a:pt x="1529" y="1457"/>
                  </a:lnTo>
                  <a:lnTo>
                    <a:pt x="1525" y="1900"/>
                  </a:lnTo>
                  <a:lnTo>
                    <a:pt x="1429" y="2282"/>
                  </a:lnTo>
                  <a:lnTo>
                    <a:pt x="1010" y="244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g1631"/>
            <p:cNvSpPr/>
            <p:nvPr/>
          </p:nvSpPr>
          <p:spPr>
            <a:xfrm>
              <a:off x="2336705" y="2617054"/>
              <a:ext cx="1426" cy="1300"/>
            </a:xfrm>
            <a:custGeom>
              <a:avLst/>
              <a:pathLst>
                <a:path w="1426" h="1300">
                  <a:moveTo>
                    <a:pt x="1397" y="1209"/>
                  </a:moveTo>
                  <a:lnTo>
                    <a:pt x="861" y="1300"/>
                  </a:lnTo>
                  <a:lnTo>
                    <a:pt x="338" y="1119"/>
                  </a:lnTo>
                  <a:lnTo>
                    <a:pt x="0" y="332"/>
                  </a:lnTo>
                  <a:lnTo>
                    <a:pt x="154" y="0"/>
                  </a:lnTo>
                  <a:lnTo>
                    <a:pt x="493" y="152"/>
                  </a:lnTo>
                  <a:lnTo>
                    <a:pt x="845" y="732"/>
                  </a:lnTo>
                  <a:lnTo>
                    <a:pt x="1426" y="99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pg1632"/>
            <p:cNvSpPr/>
            <p:nvPr/>
          </p:nvSpPr>
          <p:spPr>
            <a:xfrm>
              <a:off x="2355617" y="2602967"/>
              <a:ext cx="636" cy="1663"/>
            </a:xfrm>
            <a:custGeom>
              <a:avLst/>
              <a:pathLst>
                <a:path w="636" h="1663">
                  <a:moveTo>
                    <a:pt x="328" y="1550"/>
                  </a:moveTo>
                  <a:lnTo>
                    <a:pt x="174" y="1663"/>
                  </a:lnTo>
                  <a:lnTo>
                    <a:pt x="0" y="1115"/>
                  </a:lnTo>
                  <a:lnTo>
                    <a:pt x="228" y="291"/>
                  </a:lnTo>
                  <a:lnTo>
                    <a:pt x="448" y="0"/>
                  </a:lnTo>
                  <a:lnTo>
                    <a:pt x="636" y="64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" name="pg1633"/>
            <p:cNvSpPr/>
            <p:nvPr/>
          </p:nvSpPr>
          <p:spPr>
            <a:xfrm>
              <a:off x="2394874" y="2611133"/>
              <a:ext cx="5641" cy="3349"/>
            </a:xfrm>
            <a:custGeom>
              <a:avLst/>
              <a:pathLst>
                <a:path w="5641" h="3349">
                  <a:moveTo>
                    <a:pt x="5598" y="3338"/>
                  </a:moveTo>
                  <a:lnTo>
                    <a:pt x="3005" y="3349"/>
                  </a:lnTo>
                  <a:lnTo>
                    <a:pt x="1723" y="2718"/>
                  </a:lnTo>
                  <a:lnTo>
                    <a:pt x="1267" y="2713"/>
                  </a:lnTo>
                  <a:lnTo>
                    <a:pt x="168" y="1390"/>
                  </a:lnTo>
                  <a:lnTo>
                    <a:pt x="0" y="697"/>
                  </a:lnTo>
                  <a:lnTo>
                    <a:pt x="577" y="241"/>
                  </a:lnTo>
                  <a:lnTo>
                    <a:pt x="1776" y="0"/>
                  </a:lnTo>
                  <a:lnTo>
                    <a:pt x="4181" y="1005"/>
                  </a:lnTo>
                  <a:lnTo>
                    <a:pt x="4545" y="1896"/>
                  </a:lnTo>
                  <a:lnTo>
                    <a:pt x="5099" y="1991"/>
                  </a:lnTo>
                  <a:lnTo>
                    <a:pt x="5530" y="2378"/>
                  </a:lnTo>
                  <a:lnTo>
                    <a:pt x="5641" y="300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" name="pg1634"/>
            <p:cNvSpPr/>
            <p:nvPr/>
          </p:nvSpPr>
          <p:spPr>
            <a:xfrm>
              <a:off x="2387943" y="2606364"/>
              <a:ext cx="5692" cy="4729"/>
            </a:xfrm>
            <a:custGeom>
              <a:avLst/>
              <a:pathLst>
                <a:path w="5692" h="4729">
                  <a:moveTo>
                    <a:pt x="4210" y="0"/>
                  </a:moveTo>
                  <a:lnTo>
                    <a:pt x="5269" y="1315"/>
                  </a:lnTo>
                  <a:lnTo>
                    <a:pt x="5692" y="3060"/>
                  </a:lnTo>
                  <a:lnTo>
                    <a:pt x="5237" y="4729"/>
                  </a:lnTo>
                  <a:lnTo>
                    <a:pt x="4235" y="4316"/>
                  </a:lnTo>
                  <a:lnTo>
                    <a:pt x="2781" y="4672"/>
                  </a:lnTo>
                  <a:lnTo>
                    <a:pt x="2297" y="4553"/>
                  </a:lnTo>
                  <a:lnTo>
                    <a:pt x="1132" y="2504"/>
                  </a:lnTo>
                  <a:lnTo>
                    <a:pt x="325" y="1582"/>
                  </a:lnTo>
                  <a:lnTo>
                    <a:pt x="0" y="719"/>
                  </a:lnTo>
                  <a:lnTo>
                    <a:pt x="1030" y="817"/>
                  </a:lnTo>
                  <a:lnTo>
                    <a:pt x="2531" y="245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" name="pg1635"/>
            <p:cNvSpPr/>
            <p:nvPr/>
          </p:nvSpPr>
          <p:spPr>
            <a:xfrm>
              <a:off x="4526978" y="2241195"/>
              <a:ext cx="11308" cy="5534"/>
            </a:xfrm>
            <a:custGeom>
              <a:avLst/>
              <a:pathLst>
                <a:path w="11308" h="5534">
                  <a:moveTo>
                    <a:pt x="4232" y="1101"/>
                  </a:moveTo>
                  <a:lnTo>
                    <a:pt x="4815" y="1268"/>
                  </a:lnTo>
                  <a:lnTo>
                    <a:pt x="5702" y="785"/>
                  </a:lnTo>
                  <a:lnTo>
                    <a:pt x="8245" y="721"/>
                  </a:lnTo>
                  <a:lnTo>
                    <a:pt x="11308" y="2273"/>
                  </a:lnTo>
                  <a:lnTo>
                    <a:pt x="10730" y="2682"/>
                  </a:lnTo>
                  <a:lnTo>
                    <a:pt x="10387" y="3242"/>
                  </a:lnTo>
                  <a:lnTo>
                    <a:pt x="9039" y="3753"/>
                  </a:lnTo>
                  <a:lnTo>
                    <a:pt x="7697" y="4953"/>
                  </a:lnTo>
                  <a:lnTo>
                    <a:pt x="3812" y="5534"/>
                  </a:lnTo>
                  <a:lnTo>
                    <a:pt x="2672" y="5209"/>
                  </a:lnTo>
                  <a:lnTo>
                    <a:pt x="1736" y="4050"/>
                  </a:lnTo>
                  <a:lnTo>
                    <a:pt x="0" y="2547"/>
                  </a:lnTo>
                  <a:lnTo>
                    <a:pt x="687" y="1588"/>
                  </a:lnTo>
                  <a:lnTo>
                    <a:pt x="833" y="1149"/>
                  </a:lnTo>
                  <a:lnTo>
                    <a:pt x="1089" y="728"/>
                  </a:lnTo>
                  <a:lnTo>
                    <a:pt x="2073" y="0"/>
                  </a:lnTo>
                  <a:lnTo>
                    <a:pt x="3052" y="11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" name="pg1636"/>
            <p:cNvSpPr/>
            <p:nvPr/>
          </p:nvSpPr>
          <p:spPr>
            <a:xfrm>
              <a:off x="4426446" y="2226545"/>
              <a:ext cx="987" cy="1289"/>
            </a:xfrm>
            <a:custGeom>
              <a:avLst/>
              <a:pathLst>
                <a:path w="987" h="1289">
                  <a:moveTo>
                    <a:pt x="625" y="862"/>
                  </a:moveTo>
                  <a:lnTo>
                    <a:pt x="0" y="1289"/>
                  </a:lnTo>
                  <a:lnTo>
                    <a:pt x="427" y="183"/>
                  </a:lnTo>
                  <a:lnTo>
                    <a:pt x="987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" name="pg1637"/>
            <p:cNvSpPr/>
            <p:nvPr/>
          </p:nvSpPr>
          <p:spPr>
            <a:xfrm>
              <a:off x="4426487" y="2222341"/>
              <a:ext cx="986" cy="1635"/>
            </a:xfrm>
            <a:custGeom>
              <a:avLst/>
              <a:pathLst>
                <a:path w="986" h="1635">
                  <a:moveTo>
                    <a:pt x="883" y="1338"/>
                  </a:moveTo>
                  <a:lnTo>
                    <a:pt x="758" y="1635"/>
                  </a:lnTo>
                  <a:lnTo>
                    <a:pt x="586" y="1570"/>
                  </a:lnTo>
                  <a:lnTo>
                    <a:pt x="0" y="830"/>
                  </a:lnTo>
                  <a:lnTo>
                    <a:pt x="643" y="0"/>
                  </a:lnTo>
                  <a:lnTo>
                    <a:pt x="986" y="77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" name="pg1638"/>
            <p:cNvSpPr/>
            <p:nvPr/>
          </p:nvSpPr>
          <p:spPr>
            <a:xfrm>
              <a:off x="4425115" y="2203302"/>
              <a:ext cx="714" cy="2110"/>
            </a:xfrm>
            <a:custGeom>
              <a:avLst/>
              <a:pathLst>
                <a:path w="714" h="2110">
                  <a:moveTo>
                    <a:pt x="389" y="1800"/>
                  </a:moveTo>
                  <a:lnTo>
                    <a:pt x="91" y="2110"/>
                  </a:lnTo>
                  <a:lnTo>
                    <a:pt x="0" y="1568"/>
                  </a:lnTo>
                  <a:lnTo>
                    <a:pt x="195" y="351"/>
                  </a:lnTo>
                  <a:lnTo>
                    <a:pt x="504" y="0"/>
                  </a:lnTo>
                  <a:lnTo>
                    <a:pt x="714" y="900"/>
                  </a:lnTo>
                  <a:lnTo>
                    <a:pt x="581" y="139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" name="pg1639"/>
            <p:cNvSpPr/>
            <p:nvPr/>
          </p:nvSpPr>
          <p:spPr>
            <a:xfrm>
              <a:off x="4426144" y="2153597"/>
              <a:ext cx="98655" cy="89105"/>
            </a:xfrm>
            <a:custGeom>
              <a:avLst/>
              <a:pathLst>
                <a:path w="98655" h="89105">
                  <a:moveTo>
                    <a:pt x="98655" y="32746"/>
                  </a:moveTo>
                  <a:lnTo>
                    <a:pt x="93885" y="35229"/>
                  </a:lnTo>
                  <a:lnTo>
                    <a:pt x="92627" y="36332"/>
                  </a:lnTo>
                  <a:lnTo>
                    <a:pt x="91485" y="37695"/>
                  </a:lnTo>
                  <a:lnTo>
                    <a:pt x="90629" y="39399"/>
                  </a:lnTo>
                  <a:lnTo>
                    <a:pt x="90030" y="42391"/>
                  </a:lnTo>
                  <a:lnTo>
                    <a:pt x="90485" y="45129"/>
                  </a:lnTo>
                  <a:lnTo>
                    <a:pt x="90442" y="46594"/>
                  </a:lnTo>
                  <a:lnTo>
                    <a:pt x="89210" y="47565"/>
                  </a:lnTo>
                  <a:lnTo>
                    <a:pt x="88061" y="48265"/>
                  </a:lnTo>
                  <a:lnTo>
                    <a:pt x="86783" y="49331"/>
                  </a:lnTo>
                  <a:lnTo>
                    <a:pt x="86006" y="49598"/>
                  </a:lnTo>
                  <a:lnTo>
                    <a:pt x="85371" y="50450"/>
                  </a:lnTo>
                  <a:lnTo>
                    <a:pt x="84635" y="51039"/>
                  </a:lnTo>
                  <a:lnTo>
                    <a:pt x="81974" y="52581"/>
                  </a:lnTo>
                  <a:lnTo>
                    <a:pt x="79066" y="53774"/>
                  </a:lnTo>
                  <a:lnTo>
                    <a:pt x="74449" y="55205"/>
                  </a:lnTo>
                  <a:lnTo>
                    <a:pt x="72666" y="56753"/>
                  </a:lnTo>
                  <a:lnTo>
                    <a:pt x="71041" y="57815"/>
                  </a:lnTo>
                  <a:lnTo>
                    <a:pt x="68576" y="58135"/>
                  </a:lnTo>
                  <a:lnTo>
                    <a:pt x="65192" y="59609"/>
                  </a:lnTo>
                  <a:lnTo>
                    <a:pt x="63312" y="60789"/>
                  </a:lnTo>
                  <a:lnTo>
                    <a:pt x="60975" y="62710"/>
                  </a:lnTo>
                  <a:lnTo>
                    <a:pt x="60456" y="63319"/>
                  </a:lnTo>
                  <a:lnTo>
                    <a:pt x="60046" y="64733"/>
                  </a:lnTo>
                  <a:lnTo>
                    <a:pt x="59327" y="65954"/>
                  </a:lnTo>
                  <a:lnTo>
                    <a:pt x="57920" y="67957"/>
                  </a:lnTo>
                  <a:lnTo>
                    <a:pt x="56864" y="68986"/>
                  </a:lnTo>
                  <a:lnTo>
                    <a:pt x="56158" y="69040"/>
                  </a:lnTo>
                  <a:lnTo>
                    <a:pt x="54789" y="69603"/>
                  </a:lnTo>
                  <a:lnTo>
                    <a:pt x="53169" y="69718"/>
                  </a:lnTo>
                  <a:lnTo>
                    <a:pt x="50446" y="69014"/>
                  </a:lnTo>
                  <a:lnTo>
                    <a:pt x="49746" y="69506"/>
                  </a:lnTo>
                  <a:lnTo>
                    <a:pt x="49170" y="70286"/>
                  </a:lnTo>
                  <a:lnTo>
                    <a:pt x="47073" y="71659"/>
                  </a:lnTo>
                  <a:lnTo>
                    <a:pt x="44937" y="74405"/>
                  </a:lnTo>
                  <a:lnTo>
                    <a:pt x="43375" y="75133"/>
                  </a:lnTo>
                  <a:lnTo>
                    <a:pt x="40850" y="75997"/>
                  </a:lnTo>
                  <a:lnTo>
                    <a:pt x="39083" y="77139"/>
                  </a:lnTo>
                  <a:lnTo>
                    <a:pt x="37896" y="77598"/>
                  </a:lnTo>
                  <a:lnTo>
                    <a:pt x="36368" y="77837"/>
                  </a:lnTo>
                  <a:lnTo>
                    <a:pt x="33541" y="77721"/>
                  </a:lnTo>
                  <a:lnTo>
                    <a:pt x="30860" y="78134"/>
                  </a:lnTo>
                  <a:lnTo>
                    <a:pt x="28377" y="78909"/>
                  </a:lnTo>
                  <a:lnTo>
                    <a:pt x="27210" y="80376"/>
                  </a:lnTo>
                  <a:lnTo>
                    <a:pt x="25882" y="82698"/>
                  </a:lnTo>
                  <a:lnTo>
                    <a:pt x="23709" y="83657"/>
                  </a:lnTo>
                  <a:lnTo>
                    <a:pt x="23197" y="84490"/>
                  </a:lnTo>
                  <a:lnTo>
                    <a:pt x="22524" y="86201"/>
                  </a:lnTo>
                  <a:lnTo>
                    <a:pt x="21116" y="86643"/>
                  </a:lnTo>
                  <a:lnTo>
                    <a:pt x="19843" y="86928"/>
                  </a:lnTo>
                  <a:lnTo>
                    <a:pt x="18542" y="86182"/>
                  </a:lnTo>
                  <a:lnTo>
                    <a:pt x="16089" y="88248"/>
                  </a:lnTo>
                  <a:lnTo>
                    <a:pt x="15161" y="88590"/>
                  </a:lnTo>
                  <a:lnTo>
                    <a:pt x="13753" y="88673"/>
                  </a:lnTo>
                  <a:lnTo>
                    <a:pt x="12753" y="89105"/>
                  </a:lnTo>
                  <a:lnTo>
                    <a:pt x="12033" y="88982"/>
                  </a:lnTo>
                  <a:lnTo>
                    <a:pt x="11140" y="88174"/>
                  </a:lnTo>
                  <a:lnTo>
                    <a:pt x="9239" y="87197"/>
                  </a:lnTo>
                  <a:lnTo>
                    <a:pt x="7850" y="87834"/>
                  </a:lnTo>
                  <a:lnTo>
                    <a:pt x="7734" y="85878"/>
                  </a:lnTo>
                  <a:lnTo>
                    <a:pt x="5431" y="79908"/>
                  </a:lnTo>
                  <a:lnTo>
                    <a:pt x="5911" y="74709"/>
                  </a:lnTo>
                  <a:lnTo>
                    <a:pt x="5909" y="73974"/>
                  </a:lnTo>
                  <a:lnTo>
                    <a:pt x="5451" y="71653"/>
                  </a:lnTo>
                  <a:lnTo>
                    <a:pt x="4079" y="69532"/>
                  </a:lnTo>
                  <a:lnTo>
                    <a:pt x="4120" y="66844"/>
                  </a:lnTo>
                  <a:lnTo>
                    <a:pt x="3661" y="64921"/>
                  </a:lnTo>
                  <a:lnTo>
                    <a:pt x="3296" y="62947"/>
                  </a:lnTo>
                  <a:lnTo>
                    <a:pt x="3414" y="62421"/>
                  </a:lnTo>
                  <a:lnTo>
                    <a:pt x="3436" y="61946"/>
                  </a:lnTo>
                  <a:lnTo>
                    <a:pt x="2735" y="58901"/>
                  </a:lnTo>
                  <a:lnTo>
                    <a:pt x="2501" y="58284"/>
                  </a:lnTo>
                  <a:lnTo>
                    <a:pt x="2414" y="57647"/>
                  </a:lnTo>
                  <a:lnTo>
                    <a:pt x="2644" y="57159"/>
                  </a:lnTo>
                  <a:lnTo>
                    <a:pt x="2635" y="56594"/>
                  </a:lnTo>
                  <a:lnTo>
                    <a:pt x="2263" y="55660"/>
                  </a:lnTo>
                  <a:lnTo>
                    <a:pt x="1871" y="53883"/>
                  </a:lnTo>
                  <a:lnTo>
                    <a:pt x="0" y="52490"/>
                  </a:lnTo>
                  <a:lnTo>
                    <a:pt x="378" y="51186"/>
                  </a:lnTo>
                  <a:lnTo>
                    <a:pt x="743" y="51643"/>
                  </a:lnTo>
                  <a:lnTo>
                    <a:pt x="1236" y="52031"/>
                  </a:lnTo>
                  <a:lnTo>
                    <a:pt x="1335" y="51186"/>
                  </a:lnTo>
                  <a:lnTo>
                    <a:pt x="1344" y="50554"/>
                  </a:lnTo>
                  <a:lnTo>
                    <a:pt x="561" y="46606"/>
                  </a:lnTo>
                  <a:lnTo>
                    <a:pt x="1720" y="41343"/>
                  </a:lnTo>
                  <a:lnTo>
                    <a:pt x="1338" y="36604"/>
                  </a:lnTo>
                  <a:lnTo>
                    <a:pt x="3108" y="34689"/>
                  </a:lnTo>
                  <a:lnTo>
                    <a:pt x="3555" y="34113"/>
                  </a:lnTo>
                  <a:lnTo>
                    <a:pt x="3812" y="33607"/>
                  </a:lnTo>
                  <a:lnTo>
                    <a:pt x="4228" y="32526"/>
                  </a:lnTo>
                  <a:lnTo>
                    <a:pt x="4798" y="32174"/>
                  </a:lnTo>
                  <a:lnTo>
                    <a:pt x="5000" y="31036"/>
                  </a:lnTo>
                  <a:lnTo>
                    <a:pt x="4982" y="30466"/>
                  </a:lnTo>
                  <a:lnTo>
                    <a:pt x="4614" y="29979"/>
                  </a:lnTo>
                  <a:lnTo>
                    <a:pt x="4339" y="28651"/>
                  </a:lnTo>
                  <a:lnTo>
                    <a:pt x="4431" y="26970"/>
                  </a:lnTo>
                  <a:lnTo>
                    <a:pt x="4523" y="26266"/>
                  </a:lnTo>
                  <a:lnTo>
                    <a:pt x="4712" y="24982"/>
                  </a:lnTo>
                  <a:lnTo>
                    <a:pt x="5331" y="24504"/>
                  </a:lnTo>
                  <a:lnTo>
                    <a:pt x="5478" y="24125"/>
                  </a:lnTo>
                  <a:lnTo>
                    <a:pt x="5000" y="23312"/>
                  </a:lnTo>
                  <a:lnTo>
                    <a:pt x="5043" y="22829"/>
                  </a:lnTo>
                  <a:lnTo>
                    <a:pt x="6095" y="21470"/>
                  </a:lnTo>
                  <a:lnTo>
                    <a:pt x="6511" y="21062"/>
                  </a:lnTo>
                  <a:lnTo>
                    <a:pt x="7191" y="20641"/>
                  </a:lnTo>
                  <a:lnTo>
                    <a:pt x="7723" y="20646"/>
                  </a:lnTo>
                  <a:lnTo>
                    <a:pt x="8339" y="20885"/>
                  </a:lnTo>
                  <a:lnTo>
                    <a:pt x="8887" y="21266"/>
                  </a:lnTo>
                  <a:lnTo>
                    <a:pt x="9419" y="21957"/>
                  </a:lnTo>
                  <a:lnTo>
                    <a:pt x="9982" y="22743"/>
                  </a:lnTo>
                  <a:lnTo>
                    <a:pt x="10846" y="23041"/>
                  </a:lnTo>
                  <a:lnTo>
                    <a:pt x="11434" y="22965"/>
                  </a:lnTo>
                  <a:lnTo>
                    <a:pt x="11912" y="23312"/>
                  </a:lnTo>
                  <a:lnTo>
                    <a:pt x="12316" y="23122"/>
                  </a:lnTo>
                  <a:lnTo>
                    <a:pt x="12775" y="22716"/>
                  </a:lnTo>
                  <a:lnTo>
                    <a:pt x="13511" y="22743"/>
                  </a:lnTo>
                  <a:lnTo>
                    <a:pt x="14173" y="22283"/>
                  </a:lnTo>
                  <a:lnTo>
                    <a:pt x="16053" y="22062"/>
                  </a:lnTo>
                  <a:lnTo>
                    <a:pt x="17868" y="22202"/>
                  </a:lnTo>
                  <a:lnTo>
                    <a:pt x="19763" y="21820"/>
                  </a:lnTo>
                  <a:lnTo>
                    <a:pt x="21652" y="21850"/>
                  </a:lnTo>
                  <a:lnTo>
                    <a:pt x="23559" y="21880"/>
                  </a:lnTo>
                  <a:lnTo>
                    <a:pt x="23982" y="21936"/>
                  </a:lnTo>
                  <a:lnTo>
                    <a:pt x="24397" y="22176"/>
                  </a:lnTo>
                  <a:lnTo>
                    <a:pt x="26005" y="23381"/>
                  </a:lnTo>
                  <a:lnTo>
                    <a:pt x="27223" y="23628"/>
                  </a:lnTo>
                  <a:lnTo>
                    <a:pt x="29674" y="23958"/>
                  </a:lnTo>
                  <a:lnTo>
                    <a:pt x="32289" y="24310"/>
                  </a:lnTo>
                  <a:lnTo>
                    <a:pt x="34555" y="24615"/>
                  </a:lnTo>
                  <a:lnTo>
                    <a:pt x="36477" y="24331"/>
                  </a:lnTo>
                  <a:lnTo>
                    <a:pt x="38072" y="24096"/>
                  </a:lnTo>
                  <a:lnTo>
                    <a:pt x="38503" y="24137"/>
                  </a:lnTo>
                  <a:lnTo>
                    <a:pt x="38985" y="24883"/>
                  </a:lnTo>
                  <a:lnTo>
                    <a:pt x="39945" y="26740"/>
                  </a:lnTo>
                  <a:lnTo>
                    <a:pt x="40850" y="28491"/>
                  </a:lnTo>
                  <a:lnTo>
                    <a:pt x="42438" y="28585"/>
                  </a:lnTo>
                  <a:lnTo>
                    <a:pt x="43457" y="27926"/>
                  </a:lnTo>
                  <a:lnTo>
                    <a:pt x="44577" y="26999"/>
                  </a:lnTo>
                  <a:lnTo>
                    <a:pt x="45260" y="26281"/>
                  </a:lnTo>
                  <a:lnTo>
                    <a:pt x="46051" y="23432"/>
                  </a:lnTo>
                  <a:lnTo>
                    <a:pt x="46563" y="21588"/>
                  </a:lnTo>
                  <a:lnTo>
                    <a:pt x="47738" y="19517"/>
                  </a:lnTo>
                  <a:lnTo>
                    <a:pt x="48723" y="17784"/>
                  </a:lnTo>
                  <a:lnTo>
                    <a:pt x="50025" y="15486"/>
                  </a:lnTo>
                  <a:lnTo>
                    <a:pt x="50746" y="14215"/>
                  </a:lnTo>
                  <a:lnTo>
                    <a:pt x="52170" y="11705"/>
                  </a:lnTo>
                  <a:lnTo>
                    <a:pt x="53529" y="10727"/>
                  </a:lnTo>
                  <a:lnTo>
                    <a:pt x="56151" y="8839"/>
                  </a:lnTo>
                  <a:lnTo>
                    <a:pt x="58723" y="6986"/>
                  </a:lnTo>
                  <a:lnTo>
                    <a:pt x="60399" y="5779"/>
                  </a:lnTo>
                  <a:lnTo>
                    <a:pt x="61822" y="5227"/>
                  </a:lnTo>
                  <a:lnTo>
                    <a:pt x="64213" y="4753"/>
                  </a:lnTo>
                  <a:lnTo>
                    <a:pt x="67022" y="4195"/>
                  </a:lnTo>
                  <a:lnTo>
                    <a:pt x="69831" y="3638"/>
                  </a:lnTo>
                  <a:lnTo>
                    <a:pt x="72824" y="3045"/>
                  </a:lnTo>
                  <a:lnTo>
                    <a:pt x="76163" y="2383"/>
                  </a:lnTo>
                  <a:lnTo>
                    <a:pt x="78450" y="1928"/>
                  </a:lnTo>
                  <a:lnTo>
                    <a:pt x="81368" y="1349"/>
                  </a:lnTo>
                  <a:lnTo>
                    <a:pt x="83795" y="868"/>
                  </a:lnTo>
                  <a:lnTo>
                    <a:pt x="85952" y="440"/>
                  </a:lnTo>
                  <a:lnTo>
                    <a:pt x="88173" y="0"/>
                  </a:lnTo>
                  <a:lnTo>
                    <a:pt x="88591" y="1392"/>
                  </a:lnTo>
                  <a:lnTo>
                    <a:pt x="89011" y="2786"/>
                  </a:lnTo>
                  <a:lnTo>
                    <a:pt x="89429" y="4179"/>
                  </a:lnTo>
                  <a:lnTo>
                    <a:pt x="89848" y="5573"/>
                  </a:lnTo>
                  <a:lnTo>
                    <a:pt x="90267" y="6966"/>
                  </a:lnTo>
                  <a:lnTo>
                    <a:pt x="90686" y="8359"/>
                  </a:lnTo>
                  <a:lnTo>
                    <a:pt x="91104" y="9752"/>
                  </a:lnTo>
                  <a:lnTo>
                    <a:pt x="91523" y="11145"/>
                  </a:lnTo>
                  <a:lnTo>
                    <a:pt x="91942" y="12538"/>
                  </a:lnTo>
                  <a:lnTo>
                    <a:pt x="92361" y="13931"/>
                  </a:lnTo>
                  <a:lnTo>
                    <a:pt x="92779" y="15324"/>
                  </a:lnTo>
                  <a:lnTo>
                    <a:pt x="93199" y="16718"/>
                  </a:lnTo>
                  <a:lnTo>
                    <a:pt x="93617" y="18111"/>
                  </a:lnTo>
                  <a:lnTo>
                    <a:pt x="94036" y="19504"/>
                  </a:lnTo>
                  <a:lnTo>
                    <a:pt x="94455" y="20897"/>
                  </a:lnTo>
                  <a:lnTo>
                    <a:pt x="94874" y="22291"/>
                  </a:lnTo>
                  <a:lnTo>
                    <a:pt x="95283" y="23652"/>
                  </a:lnTo>
                  <a:lnTo>
                    <a:pt x="95958" y="24105"/>
                  </a:lnTo>
                  <a:lnTo>
                    <a:pt x="96359" y="25391"/>
                  </a:lnTo>
                  <a:lnTo>
                    <a:pt x="96934" y="27230"/>
                  </a:lnTo>
                  <a:lnTo>
                    <a:pt x="97508" y="29068"/>
                  </a:lnTo>
                  <a:lnTo>
                    <a:pt x="98081" y="3090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" name="pg1640"/>
            <p:cNvSpPr/>
            <p:nvPr/>
          </p:nvSpPr>
          <p:spPr>
            <a:xfrm>
              <a:off x="4378199" y="3071648"/>
              <a:ext cx="2816" cy="1936"/>
            </a:xfrm>
            <a:custGeom>
              <a:avLst/>
              <a:pathLst>
                <a:path w="2816" h="1936">
                  <a:moveTo>
                    <a:pt x="2525" y="1676"/>
                  </a:moveTo>
                  <a:lnTo>
                    <a:pt x="2118" y="1936"/>
                  </a:lnTo>
                  <a:lnTo>
                    <a:pt x="206" y="1708"/>
                  </a:lnTo>
                  <a:lnTo>
                    <a:pt x="0" y="1171"/>
                  </a:lnTo>
                  <a:lnTo>
                    <a:pt x="564" y="347"/>
                  </a:lnTo>
                  <a:lnTo>
                    <a:pt x="897" y="0"/>
                  </a:lnTo>
                  <a:lnTo>
                    <a:pt x="1887" y="187"/>
                  </a:lnTo>
                  <a:lnTo>
                    <a:pt x="2675" y="856"/>
                  </a:lnTo>
                  <a:lnTo>
                    <a:pt x="2816" y="108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" name="pg1641"/>
            <p:cNvSpPr/>
            <p:nvPr/>
          </p:nvSpPr>
          <p:spPr>
            <a:xfrm>
              <a:off x="4178174" y="2727446"/>
              <a:ext cx="155522" cy="176293"/>
            </a:xfrm>
            <a:custGeom>
              <a:avLst/>
              <a:pathLst>
                <a:path w="155522" h="176293">
                  <a:moveTo>
                    <a:pt x="140401" y="3567"/>
                  </a:moveTo>
                  <a:lnTo>
                    <a:pt x="140451" y="4301"/>
                  </a:lnTo>
                  <a:lnTo>
                    <a:pt x="140517" y="4635"/>
                  </a:lnTo>
                  <a:lnTo>
                    <a:pt x="140970" y="6573"/>
                  </a:lnTo>
                  <a:lnTo>
                    <a:pt x="141645" y="9467"/>
                  </a:lnTo>
                  <a:lnTo>
                    <a:pt x="142093" y="12140"/>
                  </a:lnTo>
                  <a:lnTo>
                    <a:pt x="142708" y="15805"/>
                  </a:lnTo>
                  <a:lnTo>
                    <a:pt x="142689" y="17846"/>
                  </a:lnTo>
                  <a:lnTo>
                    <a:pt x="142839" y="18634"/>
                  </a:lnTo>
                  <a:lnTo>
                    <a:pt x="143393" y="19619"/>
                  </a:lnTo>
                  <a:lnTo>
                    <a:pt x="144069" y="21311"/>
                  </a:lnTo>
                  <a:lnTo>
                    <a:pt x="144300" y="22271"/>
                  </a:lnTo>
                  <a:lnTo>
                    <a:pt x="144527" y="22989"/>
                  </a:lnTo>
                  <a:lnTo>
                    <a:pt x="145242" y="24351"/>
                  </a:lnTo>
                  <a:lnTo>
                    <a:pt x="145798" y="26416"/>
                  </a:lnTo>
                  <a:lnTo>
                    <a:pt x="146268" y="29150"/>
                  </a:lnTo>
                  <a:lnTo>
                    <a:pt x="146671" y="30461"/>
                  </a:lnTo>
                  <a:lnTo>
                    <a:pt x="146822" y="31106"/>
                  </a:lnTo>
                  <a:lnTo>
                    <a:pt x="147004" y="32280"/>
                  </a:lnTo>
                  <a:lnTo>
                    <a:pt x="146979" y="34758"/>
                  </a:lnTo>
                  <a:lnTo>
                    <a:pt x="146990" y="37627"/>
                  </a:lnTo>
                  <a:lnTo>
                    <a:pt x="147003" y="40832"/>
                  </a:lnTo>
                  <a:lnTo>
                    <a:pt x="147015" y="43478"/>
                  </a:lnTo>
                  <a:lnTo>
                    <a:pt x="146943" y="44817"/>
                  </a:lnTo>
                  <a:lnTo>
                    <a:pt x="146992" y="48617"/>
                  </a:lnTo>
                  <a:lnTo>
                    <a:pt x="146384" y="50597"/>
                  </a:lnTo>
                  <a:lnTo>
                    <a:pt x="146460" y="52151"/>
                  </a:lnTo>
                  <a:lnTo>
                    <a:pt x="146648" y="53159"/>
                  </a:lnTo>
                  <a:lnTo>
                    <a:pt x="146397" y="53315"/>
                  </a:lnTo>
                  <a:lnTo>
                    <a:pt x="145922" y="53494"/>
                  </a:lnTo>
                  <a:lnTo>
                    <a:pt x="143736" y="51899"/>
                  </a:lnTo>
                  <a:lnTo>
                    <a:pt x="141605" y="50216"/>
                  </a:lnTo>
                  <a:lnTo>
                    <a:pt x="141297" y="50166"/>
                  </a:lnTo>
                  <a:lnTo>
                    <a:pt x="140848" y="50341"/>
                  </a:lnTo>
                  <a:lnTo>
                    <a:pt x="139639" y="51566"/>
                  </a:lnTo>
                  <a:lnTo>
                    <a:pt x="138511" y="53481"/>
                  </a:lnTo>
                  <a:lnTo>
                    <a:pt x="137992" y="55114"/>
                  </a:lnTo>
                  <a:lnTo>
                    <a:pt x="137159" y="56802"/>
                  </a:lnTo>
                  <a:lnTo>
                    <a:pt x="135817" y="59518"/>
                  </a:lnTo>
                  <a:lnTo>
                    <a:pt x="135682" y="60103"/>
                  </a:lnTo>
                  <a:lnTo>
                    <a:pt x="135667" y="62310"/>
                  </a:lnTo>
                  <a:lnTo>
                    <a:pt x="135732" y="64410"/>
                  </a:lnTo>
                  <a:lnTo>
                    <a:pt x="135849" y="64703"/>
                  </a:lnTo>
                  <a:lnTo>
                    <a:pt x="136573" y="64803"/>
                  </a:lnTo>
                  <a:lnTo>
                    <a:pt x="137092" y="66524"/>
                  </a:lnTo>
                  <a:lnTo>
                    <a:pt x="138277" y="69265"/>
                  </a:lnTo>
                  <a:lnTo>
                    <a:pt x="140270" y="71023"/>
                  </a:lnTo>
                  <a:lnTo>
                    <a:pt x="142119" y="71820"/>
                  </a:lnTo>
                  <a:lnTo>
                    <a:pt x="144703" y="72022"/>
                  </a:lnTo>
                  <a:lnTo>
                    <a:pt x="146745" y="71965"/>
                  </a:lnTo>
                  <a:lnTo>
                    <a:pt x="146628" y="70120"/>
                  </a:lnTo>
                  <a:lnTo>
                    <a:pt x="146828" y="67150"/>
                  </a:lnTo>
                  <a:lnTo>
                    <a:pt x="147088" y="65153"/>
                  </a:lnTo>
                  <a:lnTo>
                    <a:pt x="147373" y="65064"/>
                  </a:lnTo>
                  <a:lnTo>
                    <a:pt x="147911" y="65255"/>
                  </a:lnTo>
                  <a:lnTo>
                    <a:pt x="148206" y="65459"/>
                  </a:lnTo>
                  <a:lnTo>
                    <a:pt x="149027" y="65376"/>
                  </a:lnTo>
                  <a:lnTo>
                    <a:pt x="150483" y="65768"/>
                  </a:lnTo>
                  <a:lnTo>
                    <a:pt x="151658" y="65725"/>
                  </a:lnTo>
                  <a:lnTo>
                    <a:pt x="152708" y="65687"/>
                  </a:lnTo>
                  <a:lnTo>
                    <a:pt x="154485" y="65620"/>
                  </a:lnTo>
                  <a:lnTo>
                    <a:pt x="155522" y="65597"/>
                  </a:lnTo>
                  <a:lnTo>
                    <a:pt x="155171" y="68817"/>
                  </a:lnTo>
                  <a:lnTo>
                    <a:pt x="153816" y="73858"/>
                  </a:lnTo>
                  <a:lnTo>
                    <a:pt x="153354" y="76169"/>
                  </a:lnTo>
                  <a:lnTo>
                    <a:pt x="152197" y="84432"/>
                  </a:lnTo>
                  <a:lnTo>
                    <a:pt x="150688" y="88596"/>
                  </a:lnTo>
                  <a:lnTo>
                    <a:pt x="149841" y="90315"/>
                  </a:lnTo>
                  <a:lnTo>
                    <a:pt x="147396" y="93356"/>
                  </a:lnTo>
                  <a:lnTo>
                    <a:pt x="146716" y="93973"/>
                  </a:lnTo>
                  <a:lnTo>
                    <a:pt x="146112" y="94368"/>
                  </a:lnTo>
                  <a:lnTo>
                    <a:pt x="145040" y="94717"/>
                  </a:lnTo>
                  <a:lnTo>
                    <a:pt x="140848" y="100868"/>
                  </a:lnTo>
                  <a:lnTo>
                    <a:pt x="139285" y="103835"/>
                  </a:lnTo>
                  <a:lnTo>
                    <a:pt x="137898" y="108160"/>
                  </a:lnTo>
                  <a:lnTo>
                    <a:pt x="136520" y="110534"/>
                  </a:lnTo>
                  <a:lnTo>
                    <a:pt x="134494" y="115598"/>
                  </a:lnTo>
                  <a:lnTo>
                    <a:pt x="132685" y="119509"/>
                  </a:lnTo>
                  <a:lnTo>
                    <a:pt x="130948" y="123073"/>
                  </a:lnTo>
                  <a:lnTo>
                    <a:pt x="127944" y="127982"/>
                  </a:lnTo>
                  <a:lnTo>
                    <a:pt x="126611" y="129401"/>
                  </a:lnTo>
                  <a:lnTo>
                    <a:pt x="125711" y="130051"/>
                  </a:lnTo>
                  <a:lnTo>
                    <a:pt x="123324" y="132901"/>
                  </a:lnTo>
                  <a:lnTo>
                    <a:pt x="119965" y="137481"/>
                  </a:lnTo>
                  <a:lnTo>
                    <a:pt x="117393" y="141542"/>
                  </a:lnTo>
                  <a:lnTo>
                    <a:pt x="113547" y="146150"/>
                  </a:lnTo>
                  <a:lnTo>
                    <a:pt x="111320" y="148167"/>
                  </a:lnTo>
                  <a:lnTo>
                    <a:pt x="107976" y="152138"/>
                  </a:lnTo>
                  <a:lnTo>
                    <a:pt x="107044" y="152725"/>
                  </a:lnTo>
                  <a:lnTo>
                    <a:pt x="103276" y="156415"/>
                  </a:lnTo>
                  <a:lnTo>
                    <a:pt x="100567" y="158655"/>
                  </a:lnTo>
                  <a:lnTo>
                    <a:pt x="96179" y="161253"/>
                  </a:lnTo>
                  <a:lnTo>
                    <a:pt x="94437" y="161980"/>
                  </a:lnTo>
                  <a:lnTo>
                    <a:pt x="90274" y="161307"/>
                  </a:lnTo>
                  <a:lnTo>
                    <a:pt x="88537" y="161667"/>
                  </a:lnTo>
                  <a:lnTo>
                    <a:pt x="87085" y="163236"/>
                  </a:lnTo>
                  <a:lnTo>
                    <a:pt x="86950" y="165489"/>
                  </a:lnTo>
                  <a:lnTo>
                    <a:pt x="86345" y="165827"/>
                  </a:lnTo>
                  <a:lnTo>
                    <a:pt x="85428" y="165726"/>
                  </a:lnTo>
                  <a:lnTo>
                    <a:pt x="82518" y="164786"/>
                  </a:lnTo>
                  <a:lnTo>
                    <a:pt x="80940" y="164966"/>
                  </a:lnTo>
                  <a:lnTo>
                    <a:pt x="80019" y="166167"/>
                  </a:lnTo>
                  <a:lnTo>
                    <a:pt x="79277" y="167690"/>
                  </a:lnTo>
                  <a:lnTo>
                    <a:pt x="77086" y="167768"/>
                  </a:lnTo>
                  <a:lnTo>
                    <a:pt x="73183" y="166192"/>
                  </a:lnTo>
                  <a:lnTo>
                    <a:pt x="68593" y="165233"/>
                  </a:lnTo>
                  <a:lnTo>
                    <a:pt x="67531" y="165127"/>
                  </a:lnTo>
                  <a:lnTo>
                    <a:pt x="65306" y="166295"/>
                  </a:lnTo>
                  <a:lnTo>
                    <a:pt x="64528" y="166465"/>
                  </a:lnTo>
                  <a:lnTo>
                    <a:pt x="61287" y="166215"/>
                  </a:lnTo>
                  <a:lnTo>
                    <a:pt x="59489" y="165477"/>
                  </a:lnTo>
                  <a:lnTo>
                    <a:pt x="57770" y="165474"/>
                  </a:lnTo>
                  <a:lnTo>
                    <a:pt x="56451" y="166084"/>
                  </a:lnTo>
                  <a:lnTo>
                    <a:pt x="54853" y="166298"/>
                  </a:lnTo>
                  <a:lnTo>
                    <a:pt x="50534" y="170531"/>
                  </a:lnTo>
                  <a:lnTo>
                    <a:pt x="48303" y="170537"/>
                  </a:lnTo>
                  <a:lnTo>
                    <a:pt x="46379" y="171027"/>
                  </a:lnTo>
                  <a:lnTo>
                    <a:pt x="45424" y="171011"/>
                  </a:lnTo>
                  <a:lnTo>
                    <a:pt x="43638" y="170420"/>
                  </a:lnTo>
                  <a:lnTo>
                    <a:pt x="42973" y="170459"/>
                  </a:lnTo>
                  <a:lnTo>
                    <a:pt x="41957" y="170725"/>
                  </a:lnTo>
                  <a:lnTo>
                    <a:pt x="40939" y="171470"/>
                  </a:lnTo>
                  <a:lnTo>
                    <a:pt x="38622" y="171793"/>
                  </a:lnTo>
                  <a:lnTo>
                    <a:pt x="37721" y="172427"/>
                  </a:lnTo>
                  <a:lnTo>
                    <a:pt x="33803" y="176293"/>
                  </a:lnTo>
                  <a:lnTo>
                    <a:pt x="32911" y="176139"/>
                  </a:lnTo>
                  <a:lnTo>
                    <a:pt x="32189" y="175887"/>
                  </a:lnTo>
                  <a:lnTo>
                    <a:pt x="30155" y="175841"/>
                  </a:lnTo>
                  <a:lnTo>
                    <a:pt x="27852" y="173781"/>
                  </a:lnTo>
                  <a:lnTo>
                    <a:pt x="26969" y="173912"/>
                  </a:lnTo>
                  <a:lnTo>
                    <a:pt x="27206" y="173295"/>
                  </a:lnTo>
                  <a:lnTo>
                    <a:pt x="27277" y="172201"/>
                  </a:lnTo>
                  <a:lnTo>
                    <a:pt x="26791" y="171429"/>
                  </a:lnTo>
                  <a:lnTo>
                    <a:pt x="26462" y="171084"/>
                  </a:lnTo>
                  <a:lnTo>
                    <a:pt x="25558" y="171148"/>
                  </a:lnTo>
                  <a:lnTo>
                    <a:pt x="25078" y="170217"/>
                  </a:lnTo>
                  <a:lnTo>
                    <a:pt x="23695" y="170128"/>
                  </a:lnTo>
                  <a:lnTo>
                    <a:pt x="23216" y="170364"/>
                  </a:lnTo>
                  <a:lnTo>
                    <a:pt x="22552" y="170412"/>
                  </a:lnTo>
                  <a:lnTo>
                    <a:pt x="22493" y="169469"/>
                  </a:lnTo>
                  <a:lnTo>
                    <a:pt x="22546" y="168875"/>
                  </a:lnTo>
                  <a:lnTo>
                    <a:pt x="22505" y="167962"/>
                  </a:lnTo>
                  <a:lnTo>
                    <a:pt x="22339" y="166843"/>
                  </a:lnTo>
                  <a:lnTo>
                    <a:pt x="21803" y="166486"/>
                  </a:lnTo>
                  <a:lnTo>
                    <a:pt x="21392" y="166336"/>
                  </a:lnTo>
                  <a:lnTo>
                    <a:pt x="20412" y="166412"/>
                  </a:lnTo>
                  <a:lnTo>
                    <a:pt x="19738" y="166532"/>
                  </a:lnTo>
                  <a:lnTo>
                    <a:pt x="19421" y="166858"/>
                  </a:lnTo>
                  <a:lnTo>
                    <a:pt x="19059" y="167678"/>
                  </a:lnTo>
                  <a:lnTo>
                    <a:pt x="19054" y="170172"/>
                  </a:lnTo>
                  <a:lnTo>
                    <a:pt x="18569" y="169457"/>
                  </a:lnTo>
                  <a:lnTo>
                    <a:pt x="18018" y="167962"/>
                  </a:lnTo>
                  <a:lnTo>
                    <a:pt x="17841" y="166369"/>
                  </a:lnTo>
                  <a:lnTo>
                    <a:pt x="18040" y="164484"/>
                  </a:lnTo>
                  <a:lnTo>
                    <a:pt x="19086" y="163769"/>
                  </a:lnTo>
                  <a:lnTo>
                    <a:pt x="19005" y="162495"/>
                  </a:lnTo>
                  <a:lnTo>
                    <a:pt x="18783" y="161390"/>
                  </a:lnTo>
                  <a:lnTo>
                    <a:pt x="17615" y="158561"/>
                  </a:lnTo>
                  <a:lnTo>
                    <a:pt x="17158" y="157267"/>
                  </a:lnTo>
                  <a:lnTo>
                    <a:pt x="16166" y="156390"/>
                  </a:lnTo>
                  <a:lnTo>
                    <a:pt x="15395" y="154277"/>
                  </a:lnTo>
                  <a:lnTo>
                    <a:pt x="14617" y="153511"/>
                  </a:lnTo>
                  <a:lnTo>
                    <a:pt x="14293" y="152033"/>
                  </a:lnTo>
                  <a:lnTo>
                    <a:pt x="13535" y="150849"/>
                  </a:lnTo>
                  <a:lnTo>
                    <a:pt x="13278" y="148979"/>
                  </a:lnTo>
                  <a:lnTo>
                    <a:pt x="13696" y="147906"/>
                  </a:lnTo>
                  <a:lnTo>
                    <a:pt x="14358" y="147321"/>
                  </a:lnTo>
                  <a:lnTo>
                    <a:pt x="15032" y="148249"/>
                  </a:lnTo>
                  <a:lnTo>
                    <a:pt x="15869" y="147887"/>
                  </a:lnTo>
                  <a:lnTo>
                    <a:pt x="17060" y="146534"/>
                  </a:lnTo>
                  <a:lnTo>
                    <a:pt x="17764" y="144481"/>
                  </a:lnTo>
                  <a:lnTo>
                    <a:pt x="17808" y="141197"/>
                  </a:lnTo>
                  <a:lnTo>
                    <a:pt x="17627" y="139146"/>
                  </a:lnTo>
                  <a:lnTo>
                    <a:pt x="16682" y="133846"/>
                  </a:lnTo>
                  <a:lnTo>
                    <a:pt x="16235" y="132628"/>
                  </a:lnTo>
                  <a:lnTo>
                    <a:pt x="14106" y="128835"/>
                  </a:lnTo>
                  <a:lnTo>
                    <a:pt x="11635" y="123756"/>
                  </a:lnTo>
                  <a:lnTo>
                    <a:pt x="8510" y="115746"/>
                  </a:lnTo>
                  <a:lnTo>
                    <a:pt x="7015" y="110934"/>
                  </a:lnTo>
                  <a:lnTo>
                    <a:pt x="4753" y="101221"/>
                  </a:lnTo>
                  <a:lnTo>
                    <a:pt x="2761" y="95725"/>
                  </a:lnTo>
                  <a:lnTo>
                    <a:pt x="314" y="90594"/>
                  </a:lnTo>
                  <a:lnTo>
                    <a:pt x="0" y="90260"/>
                  </a:lnTo>
                  <a:lnTo>
                    <a:pt x="374" y="89636"/>
                  </a:lnTo>
                  <a:lnTo>
                    <a:pt x="1689" y="88451"/>
                  </a:lnTo>
                  <a:lnTo>
                    <a:pt x="2288" y="88131"/>
                  </a:lnTo>
                  <a:lnTo>
                    <a:pt x="2606" y="88278"/>
                  </a:lnTo>
                  <a:lnTo>
                    <a:pt x="2915" y="87953"/>
                  </a:lnTo>
                  <a:lnTo>
                    <a:pt x="3216" y="87152"/>
                  </a:lnTo>
                  <a:lnTo>
                    <a:pt x="3282" y="86400"/>
                  </a:lnTo>
                  <a:lnTo>
                    <a:pt x="3430" y="85336"/>
                  </a:lnTo>
                  <a:lnTo>
                    <a:pt x="3724" y="84700"/>
                  </a:lnTo>
                  <a:lnTo>
                    <a:pt x="4046" y="83431"/>
                  </a:lnTo>
                  <a:lnTo>
                    <a:pt x="4595" y="82618"/>
                  </a:lnTo>
                  <a:lnTo>
                    <a:pt x="5758" y="82079"/>
                  </a:lnTo>
                  <a:lnTo>
                    <a:pt x="6640" y="82793"/>
                  </a:lnTo>
                  <a:lnTo>
                    <a:pt x="7009" y="83495"/>
                  </a:lnTo>
                  <a:lnTo>
                    <a:pt x="7162" y="84420"/>
                  </a:lnTo>
                  <a:lnTo>
                    <a:pt x="7552" y="84866"/>
                  </a:lnTo>
                  <a:lnTo>
                    <a:pt x="8178" y="84835"/>
                  </a:lnTo>
                  <a:lnTo>
                    <a:pt x="8620" y="85404"/>
                  </a:lnTo>
                  <a:lnTo>
                    <a:pt x="8875" y="86573"/>
                  </a:lnTo>
                  <a:lnTo>
                    <a:pt x="8824" y="87420"/>
                  </a:lnTo>
                  <a:lnTo>
                    <a:pt x="8467" y="87946"/>
                  </a:lnTo>
                  <a:lnTo>
                    <a:pt x="8517" y="88637"/>
                  </a:lnTo>
                  <a:lnTo>
                    <a:pt x="8972" y="89495"/>
                  </a:lnTo>
                  <a:lnTo>
                    <a:pt x="9159" y="90309"/>
                  </a:lnTo>
                  <a:lnTo>
                    <a:pt x="9464" y="91384"/>
                  </a:lnTo>
                  <a:lnTo>
                    <a:pt x="11061" y="92011"/>
                  </a:lnTo>
                  <a:lnTo>
                    <a:pt x="11842" y="92363"/>
                  </a:lnTo>
                  <a:lnTo>
                    <a:pt x="13188" y="92483"/>
                  </a:lnTo>
                  <a:lnTo>
                    <a:pt x="14460" y="92963"/>
                  </a:lnTo>
                  <a:lnTo>
                    <a:pt x="15659" y="93804"/>
                  </a:lnTo>
                  <a:lnTo>
                    <a:pt x="17628" y="94007"/>
                  </a:lnTo>
                  <a:lnTo>
                    <a:pt x="20367" y="93576"/>
                  </a:lnTo>
                  <a:lnTo>
                    <a:pt x="22622" y="93769"/>
                  </a:lnTo>
                  <a:lnTo>
                    <a:pt x="24394" y="94589"/>
                  </a:lnTo>
                  <a:lnTo>
                    <a:pt x="25678" y="94740"/>
                  </a:lnTo>
                  <a:lnTo>
                    <a:pt x="26473" y="94223"/>
                  </a:lnTo>
                  <a:lnTo>
                    <a:pt x="26818" y="93473"/>
                  </a:lnTo>
                  <a:lnTo>
                    <a:pt x="26712" y="92494"/>
                  </a:lnTo>
                  <a:lnTo>
                    <a:pt x="27106" y="91874"/>
                  </a:lnTo>
                  <a:lnTo>
                    <a:pt x="28000" y="91611"/>
                  </a:lnTo>
                  <a:lnTo>
                    <a:pt x="28716" y="90875"/>
                  </a:lnTo>
                  <a:lnTo>
                    <a:pt x="29255" y="89661"/>
                  </a:lnTo>
                  <a:lnTo>
                    <a:pt x="30500" y="88675"/>
                  </a:lnTo>
                  <a:lnTo>
                    <a:pt x="32453" y="87915"/>
                  </a:lnTo>
                  <a:lnTo>
                    <a:pt x="33424" y="87941"/>
                  </a:lnTo>
                  <a:lnTo>
                    <a:pt x="33424" y="85975"/>
                  </a:lnTo>
                  <a:lnTo>
                    <a:pt x="33424" y="79771"/>
                  </a:lnTo>
                  <a:lnTo>
                    <a:pt x="33424" y="73566"/>
                  </a:lnTo>
                  <a:lnTo>
                    <a:pt x="33424" y="67363"/>
                  </a:lnTo>
                  <a:lnTo>
                    <a:pt x="33424" y="61159"/>
                  </a:lnTo>
                  <a:lnTo>
                    <a:pt x="33424" y="54955"/>
                  </a:lnTo>
                  <a:lnTo>
                    <a:pt x="33424" y="48752"/>
                  </a:lnTo>
                  <a:lnTo>
                    <a:pt x="33424" y="42547"/>
                  </a:lnTo>
                  <a:lnTo>
                    <a:pt x="33424" y="36689"/>
                  </a:lnTo>
                  <a:lnTo>
                    <a:pt x="33879" y="37111"/>
                  </a:lnTo>
                  <a:lnTo>
                    <a:pt x="36874" y="40220"/>
                  </a:lnTo>
                  <a:lnTo>
                    <a:pt x="37683" y="41854"/>
                  </a:lnTo>
                  <a:lnTo>
                    <a:pt x="38085" y="42889"/>
                  </a:lnTo>
                  <a:lnTo>
                    <a:pt x="39373" y="46654"/>
                  </a:lnTo>
                  <a:lnTo>
                    <a:pt x="40333" y="50029"/>
                  </a:lnTo>
                  <a:lnTo>
                    <a:pt x="41112" y="52574"/>
                  </a:lnTo>
                  <a:lnTo>
                    <a:pt x="41172" y="53737"/>
                  </a:lnTo>
                  <a:lnTo>
                    <a:pt x="41282" y="54874"/>
                  </a:lnTo>
                  <a:lnTo>
                    <a:pt x="41391" y="55433"/>
                  </a:lnTo>
                  <a:lnTo>
                    <a:pt x="41319" y="56051"/>
                  </a:lnTo>
                  <a:lnTo>
                    <a:pt x="40771" y="57435"/>
                  </a:lnTo>
                  <a:lnTo>
                    <a:pt x="40211" y="58495"/>
                  </a:lnTo>
                  <a:lnTo>
                    <a:pt x="39538" y="59941"/>
                  </a:lnTo>
                  <a:lnTo>
                    <a:pt x="39473" y="61852"/>
                  </a:lnTo>
                  <a:lnTo>
                    <a:pt x="39677" y="64103"/>
                  </a:lnTo>
                  <a:lnTo>
                    <a:pt x="40090" y="65222"/>
                  </a:lnTo>
                  <a:lnTo>
                    <a:pt x="40608" y="65590"/>
                  </a:lnTo>
                  <a:lnTo>
                    <a:pt x="41848" y="65031"/>
                  </a:lnTo>
                  <a:lnTo>
                    <a:pt x="42633" y="65203"/>
                  </a:lnTo>
                  <a:lnTo>
                    <a:pt x="43741" y="65631"/>
                  </a:lnTo>
                  <a:lnTo>
                    <a:pt x="47374" y="65367"/>
                  </a:lnTo>
                  <a:lnTo>
                    <a:pt x="47813" y="65504"/>
                  </a:lnTo>
                  <a:lnTo>
                    <a:pt x="49184" y="65665"/>
                  </a:lnTo>
                  <a:lnTo>
                    <a:pt x="49642" y="65480"/>
                  </a:lnTo>
                  <a:lnTo>
                    <a:pt x="50052" y="65004"/>
                  </a:lnTo>
                  <a:lnTo>
                    <a:pt x="50527" y="63654"/>
                  </a:lnTo>
                  <a:lnTo>
                    <a:pt x="50952" y="63212"/>
                  </a:lnTo>
                  <a:lnTo>
                    <a:pt x="51722" y="62983"/>
                  </a:lnTo>
                  <a:lnTo>
                    <a:pt x="52634" y="62619"/>
                  </a:lnTo>
                  <a:lnTo>
                    <a:pt x="53390" y="61843"/>
                  </a:lnTo>
                  <a:lnTo>
                    <a:pt x="54589" y="59174"/>
                  </a:lnTo>
                  <a:lnTo>
                    <a:pt x="56985" y="56806"/>
                  </a:lnTo>
                  <a:lnTo>
                    <a:pt x="57721" y="56239"/>
                  </a:lnTo>
                  <a:lnTo>
                    <a:pt x="58184" y="55602"/>
                  </a:lnTo>
                  <a:lnTo>
                    <a:pt x="58587" y="54744"/>
                  </a:lnTo>
                  <a:lnTo>
                    <a:pt x="59427" y="51761"/>
                  </a:lnTo>
                  <a:lnTo>
                    <a:pt x="60062" y="49275"/>
                  </a:lnTo>
                  <a:lnTo>
                    <a:pt x="60278" y="48103"/>
                  </a:lnTo>
                  <a:lnTo>
                    <a:pt x="60844" y="46190"/>
                  </a:lnTo>
                  <a:lnTo>
                    <a:pt x="61530" y="44968"/>
                  </a:lnTo>
                  <a:lnTo>
                    <a:pt x="62200" y="44324"/>
                  </a:lnTo>
                  <a:lnTo>
                    <a:pt x="62535" y="44159"/>
                  </a:lnTo>
                  <a:lnTo>
                    <a:pt x="63398" y="43829"/>
                  </a:lnTo>
                  <a:lnTo>
                    <a:pt x="64508" y="43521"/>
                  </a:lnTo>
                  <a:lnTo>
                    <a:pt x="65674" y="43867"/>
                  </a:lnTo>
                  <a:lnTo>
                    <a:pt x="66925" y="44607"/>
                  </a:lnTo>
                  <a:lnTo>
                    <a:pt x="68336" y="45856"/>
                  </a:lnTo>
                  <a:lnTo>
                    <a:pt x="69781" y="47399"/>
                  </a:lnTo>
                  <a:lnTo>
                    <a:pt x="70446" y="48184"/>
                  </a:lnTo>
                  <a:lnTo>
                    <a:pt x="71163" y="48535"/>
                  </a:lnTo>
                  <a:lnTo>
                    <a:pt x="72440" y="48658"/>
                  </a:lnTo>
                  <a:lnTo>
                    <a:pt x="73277" y="48630"/>
                  </a:lnTo>
                  <a:lnTo>
                    <a:pt x="74579" y="50164"/>
                  </a:lnTo>
                  <a:lnTo>
                    <a:pt x="75238" y="50261"/>
                  </a:lnTo>
                  <a:lnTo>
                    <a:pt x="76711" y="50725"/>
                  </a:lnTo>
                  <a:lnTo>
                    <a:pt x="78530" y="51203"/>
                  </a:lnTo>
                  <a:lnTo>
                    <a:pt x="79675" y="51149"/>
                  </a:lnTo>
                  <a:lnTo>
                    <a:pt x="80902" y="50319"/>
                  </a:lnTo>
                  <a:lnTo>
                    <a:pt x="81787" y="50284"/>
                  </a:lnTo>
                  <a:lnTo>
                    <a:pt x="82931" y="50351"/>
                  </a:lnTo>
                  <a:lnTo>
                    <a:pt x="84188" y="50123"/>
                  </a:lnTo>
                  <a:lnTo>
                    <a:pt x="85110" y="49768"/>
                  </a:lnTo>
                  <a:lnTo>
                    <a:pt x="85815" y="49047"/>
                  </a:lnTo>
                  <a:lnTo>
                    <a:pt x="86436" y="48259"/>
                  </a:lnTo>
                  <a:lnTo>
                    <a:pt x="87149" y="45910"/>
                  </a:lnTo>
                  <a:lnTo>
                    <a:pt x="87560" y="44020"/>
                  </a:lnTo>
                  <a:lnTo>
                    <a:pt x="88197" y="41846"/>
                  </a:lnTo>
                  <a:lnTo>
                    <a:pt x="88977" y="38900"/>
                  </a:lnTo>
                  <a:lnTo>
                    <a:pt x="89255" y="36846"/>
                  </a:lnTo>
                  <a:lnTo>
                    <a:pt x="89542" y="36280"/>
                  </a:lnTo>
                  <a:lnTo>
                    <a:pt x="90675" y="35652"/>
                  </a:lnTo>
                  <a:lnTo>
                    <a:pt x="91611" y="35221"/>
                  </a:lnTo>
                  <a:lnTo>
                    <a:pt x="94131" y="34413"/>
                  </a:lnTo>
                  <a:lnTo>
                    <a:pt x="94647" y="33982"/>
                  </a:lnTo>
                  <a:lnTo>
                    <a:pt x="95118" y="33014"/>
                  </a:lnTo>
                  <a:lnTo>
                    <a:pt x="96218" y="31371"/>
                  </a:lnTo>
                  <a:lnTo>
                    <a:pt x="97574" y="30000"/>
                  </a:lnTo>
                  <a:lnTo>
                    <a:pt x="98274" y="29214"/>
                  </a:lnTo>
                  <a:lnTo>
                    <a:pt x="99556" y="22556"/>
                  </a:lnTo>
                  <a:lnTo>
                    <a:pt x="99711" y="21734"/>
                  </a:lnTo>
                  <a:lnTo>
                    <a:pt x="100643" y="19968"/>
                  </a:lnTo>
                  <a:lnTo>
                    <a:pt x="101219" y="19221"/>
                  </a:lnTo>
                  <a:lnTo>
                    <a:pt x="101590" y="19208"/>
                  </a:lnTo>
                  <a:lnTo>
                    <a:pt x="102116" y="18742"/>
                  </a:lnTo>
                  <a:lnTo>
                    <a:pt x="102799" y="17824"/>
                  </a:lnTo>
                  <a:lnTo>
                    <a:pt x="103611" y="17257"/>
                  </a:lnTo>
                  <a:lnTo>
                    <a:pt x="104553" y="17045"/>
                  </a:lnTo>
                  <a:lnTo>
                    <a:pt x="105162" y="16435"/>
                  </a:lnTo>
                  <a:lnTo>
                    <a:pt x="105441" y="15431"/>
                  </a:lnTo>
                  <a:lnTo>
                    <a:pt x="105925" y="14943"/>
                  </a:lnTo>
                  <a:lnTo>
                    <a:pt x="106616" y="14970"/>
                  </a:lnTo>
                  <a:lnTo>
                    <a:pt x="107008" y="14652"/>
                  </a:lnTo>
                  <a:lnTo>
                    <a:pt x="107105" y="13984"/>
                  </a:lnTo>
                  <a:lnTo>
                    <a:pt x="107522" y="13413"/>
                  </a:lnTo>
                  <a:lnTo>
                    <a:pt x="108259" y="12938"/>
                  </a:lnTo>
                  <a:lnTo>
                    <a:pt x="108645" y="12376"/>
                  </a:lnTo>
                  <a:lnTo>
                    <a:pt x="108681" y="11726"/>
                  </a:lnTo>
                  <a:lnTo>
                    <a:pt x="109559" y="10146"/>
                  </a:lnTo>
                  <a:lnTo>
                    <a:pt x="111283" y="7634"/>
                  </a:lnTo>
                  <a:lnTo>
                    <a:pt x="112906" y="6235"/>
                  </a:lnTo>
                  <a:lnTo>
                    <a:pt x="114431" y="5950"/>
                  </a:lnTo>
                  <a:lnTo>
                    <a:pt x="115875" y="5427"/>
                  </a:lnTo>
                  <a:lnTo>
                    <a:pt x="117241" y="4666"/>
                  </a:lnTo>
                  <a:lnTo>
                    <a:pt x="118243" y="3470"/>
                  </a:lnTo>
                  <a:lnTo>
                    <a:pt x="118883" y="1842"/>
                  </a:lnTo>
                  <a:lnTo>
                    <a:pt x="119985" y="934"/>
                  </a:lnTo>
                  <a:lnTo>
                    <a:pt x="122327" y="648"/>
                  </a:lnTo>
                  <a:lnTo>
                    <a:pt x="125029" y="0"/>
                  </a:lnTo>
                  <a:lnTo>
                    <a:pt x="127293" y="528"/>
                  </a:lnTo>
                  <a:lnTo>
                    <a:pt x="130018" y="2019"/>
                  </a:lnTo>
                  <a:lnTo>
                    <a:pt x="132570" y="2548"/>
                  </a:lnTo>
                  <a:lnTo>
                    <a:pt x="134949" y="2113"/>
                  </a:lnTo>
                  <a:lnTo>
                    <a:pt x="136884" y="2014"/>
                  </a:lnTo>
                  <a:lnTo>
                    <a:pt x="138372" y="2252"/>
                  </a:lnTo>
                  <a:lnTo>
                    <a:pt x="139544" y="277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" name="pg1642"/>
            <p:cNvSpPr/>
            <p:nvPr/>
          </p:nvSpPr>
          <p:spPr>
            <a:xfrm>
              <a:off x="4278499" y="2817207"/>
              <a:ext cx="22128" cy="28740"/>
            </a:xfrm>
            <a:custGeom>
              <a:avLst/>
              <a:pathLst>
                <a:path w="22128" h="28740">
                  <a:moveTo>
                    <a:pt x="15942" y="21203"/>
                  </a:moveTo>
                  <a:lnTo>
                    <a:pt x="17496" y="20318"/>
                  </a:lnTo>
                  <a:lnTo>
                    <a:pt x="18198" y="19773"/>
                  </a:lnTo>
                  <a:lnTo>
                    <a:pt x="18706" y="19329"/>
                  </a:lnTo>
                  <a:lnTo>
                    <a:pt x="19359" y="18652"/>
                  </a:lnTo>
                  <a:lnTo>
                    <a:pt x="19585" y="17008"/>
                  </a:lnTo>
                  <a:lnTo>
                    <a:pt x="19777" y="15610"/>
                  </a:lnTo>
                  <a:lnTo>
                    <a:pt x="20277" y="14923"/>
                  </a:lnTo>
                  <a:lnTo>
                    <a:pt x="20789" y="14465"/>
                  </a:lnTo>
                  <a:lnTo>
                    <a:pt x="21209" y="13740"/>
                  </a:lnTo>
                  <a:lnTo>
                    <a:pt x="21732" y="11998"/>
                  </a:lnTo>
                  <a:lnTo>
                    <a:pt x="22090" y="10293"/>
                  </a:lnTo>
                  <a:lnTo>
                    <a:pt x="22128" y="9596"/>
                  </a:lnTo>
                  <a:lnTo>
                    <a:pt x="21940" y="8880"/>
                  </a:lnTo>
                  <a:lnTo>
                    <a:pt x="21610" y="8116"/>
                  </a:lnTo>
                  <a:lnTo>
                    <a:pt x="21283" y="7087"/>
                  </a:lnTo>
                  <a:lnTo>
                    <a:pt x="20889" y="6926"/>
                  </a:lnTo>
                  <a:lnTo>
                    <a:pt x="20116" y="6348"/>
                  </a:lnTo>
                  <a:lnTo>
                    <a:pt x="18980" y="5188"/>
                  </a:lnTo>
                  <a:lnTo>
                    <a:pt x="17994" y="4180"/>
                  </a:lnTo>
                  <a:lnTo>
                    <a:pt x="17071" y="2710"/>
                  </a:lnTo>
                  <a:lnTo>
                    <a:pt x="16693" y="2470"/>
                  </a:lnTo>
                  <a:lnTo>
                    <a:pt x="15799" y="1477"/>
                  </a:lnTo>
                  <a:lnTo>
                    <a:pt x="15415" y="907"/>
                  </a:lnTo>
                  <a:lnTo>
                    <a:pt x="15145" y="224"/>
                  </a:lnTo>
                  <a:lnTo>
                    <a:pt x="14891" y="0"/>
                  </a:lnTo>
                  <a:lnTo>
                    <a:pt x="14490" y="173"/>
                  </a:lnTo>
                  <a:lnTo>
                    <a:pt x="13435" y="475"/>
                  </a:lnTo>
                  <a:lnTo>
                    <a:pt x="11171" y="1667"/>
                  </a:lnTo>
                  <a:lnTo>
                    <a:pt x="9769" y="2765"/>
                  </a:lnTo>
                  <a:lnTo>
                    <a:pt x="8591" y="4067"/>
                  </a:lnTo>
                  <a:lnTo>
                    <a:pt x="7366" y="4565"/>
                  </a:lnTo>
                  <a:lnTo>
                    <a:pt x="6469" y="4997"/>
                  </a:lnTo>
                  <a:lnTo>
                    <a:pt x="5758" y="6489"/>
                  </a:lnTo>
                  <a:lnTo>
                    <a:pt x="5094" y="7876"/>
                  </a:lnTo>
                  <a:lnTo>
                    <a:pt x="4497" y="9127"/>
                  </a:lnTo>
                  <a:lnTo>
                    <a:pt x="4155" y="9691"/>
                  </a:lnTo>
                  <a:lnTo>
                    <a:pt x="3843" y="10056"/>
                  </a:lnTo>
                  <a:lnTo>
                    <a:pt x="3530" y="10855"/>
                  </a:lnTo>
                  <a:lnTo>
                    <a:pt x="2886" y="12183"/>
                  </a:lnTo>
                  <a:lnTo>
                    <a:pt x="2296" y="13077"/>
                  </a:lnTo>
                  <a:lnTo>
                    <a:pt x="1472" y="13563"/>
                  </a:lnTo>
                  <a:lnTo>
                    <a:pt x="411" y="14193"/>
                  </a:lnTo>
                  <a:lnTo>
                    <a:pt x="48" y="14559"/>
                  </a:lnTo>
                  <a:lnTo>
                    <a:pt x="0" y="15096"/>
                  </a:lnTo>
                  <a:lnTo>
                    <a:pt x="378" y="16346"/>
                  </a:lnTo>
                  <a:lnTo>
                    <a:pt x="744" y="17553"/>
                  </a:lnTo>
                  <a:lnTo>
                    <a:pt x="1341" y="18963"/>
                  </a:lnTo>
                  <a:lnTo>
                    <a:pt x="1778" y="19995"/>
                  </a:lnTo>
                  <a:lnTo>
                    <a:pt x="2468" y="21255"/>
                  </a:lnTo>
                  <a:lnTo>
                    <a:pt x="2872" y="21993"/>
                  </a:lnTo>
                  <a:lnTo>
                    <a:pt x="2818" y="23231"/>
                  </a:lnTo>
                  <a:lnTo>
                    <a:pt x="2954" y="23675"/>
                  </a:lnTo>
                  <a:lnTo>
                    <a:pt x="3185" y="24188"/>
                  </a:lnTo>
                  <a:lnTo>
                    <a:pt x="3375" y="24318"/>
                  </a:lnTo>
                  <a:lnTo>
                    <a:pt x="3592" y="24502"/>
                  </a:lnTo>
                  <a:lnTo>
                    <a:pt x="4164" y="24858"/>
                  </a:lnTo>
                  <a:lnTo>
                    <a:pt x="4302" y="25095"/>
                  </a:lnTo>
                  <a:lnTo>
                    <a:pt x="4704" y="25517"/>
                  </a:lnTo>
                  <a:lnTo>
                    <a:pt x="5088" y="26287"/>
                  </a:lnTo>
                  <a:lnTo>
                    <a:pt x="5816" y="27345"/>
                  </a:lnTo>
                  <a:lnTo>
                    <a:pt x="6635" y="28150"/>
                  </a:lnTo>
                  <a:lnTo>
                    <a:pt x="8042" y="28482"/>
                  </a:lnTo>
                  <a:lnTo>
                    <a:pt x="9142" y="28740"/>
                  </a:lnTo>
                  <a:lnTo>
                    <a:pt x="9508" y="28583"/>
                  </a:lnTo>
                  <a:lnTo>
                    <a:pt x="9883" y="27935"/>
                  </a:lnTo>
                  <a:lnTo>
                    <a:pt x="10188" y="27105"/>
                  </a:lnTo>
                  <a:lnTo>
                    <a:pt x="10286" y="26056"/>
                  </a:lnTo>
                  <a:lnTo>
                    <a:pt x="10637" y="25498"/>
                  </a:lnTo>
                  <a:lnTo>
                    <a:pt x="11955" y="22828"/>
                  </a:lnTo>
                  <a:lnTo>
                    <a:pt x="12680" y="21839"/>
                  </a:lnTo>
                  <a:lnTo>
                    <a:pt x="13125" y="21769"/>
                  </a:lnTo>
                  <a:lnTo>
                    <a:pt x="13697" y="21579"/>
                  </a:lnTo>
                  <a:lnTo>
                    <a:pt x="14426" y="21497"/>
                  </a:lnTo>
                  <a:lnTo>
                    <a:pt x="15091" y="21547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" name="pg1643"/>
            <p:cNvSpPr/>
            <p:nvPr/>
          </p:nvSpPr>
          <p:spPr>
            <a:xfrm>
              <a:off x="4230505" y="2532837"/>
              <a:ext cx="110526" cy="137356"/>
            </a:xfrm>
            <a:custGeom>
              <a:avLst/>
              <a:pathLst>
                <a:path w="110526" h="137356">
                  <a:moveTo>
                    <a:pt x="103510" y="16929"/>
                  </a:moveTo>
                  <a:lnTo>
                    <a:pt x="103543" y="17300"/>
                  </a:lnTo>
                  <a:lnTo>
                    <a:pt x="103805" y="18000"/>
                  </a:lnTo>
                  <a:lnTo>
                    <a:pt x="104078" y="18504"/>
                  </a:lnTo>
                  <a:lnTo>
                    <a:pt x="104099" y="19247"/>
                  </a:lnTo>
                  <a:lnTo>
                    <a:pt x="104230" y="19934"/>
                  </a:lnTo>
                  <a:lnTo>
                    <a:pt x="104625" y="20104"/>
                  </a:lnTo>
                  <a:lnTo>
                    <a:pt x="104953" y="20148"/>
                  </a:lnTo>
                  <a:lnTo>
                    <a:pt x="105256" y="19652"/>
                  </a:lnTo>
                  <a:lnTo>
                    <a:pt x="105669" y="19664"/>
                  </a:lnTo>
                  <a:lnTo>
                    <a:pt x="106119" y="19980"/>
                  </a:lnTo>
                  <a:lnTo>
                    <a:pt x="106280" y="20773"/>
                  </a:lnTo>
                  <a:lnTo>
                    <a:pt x="106633" y="21841"/>
                  </a:lnTo>
                  <a:lnTo>
                    <a:pt x="107205" y="22569"/>
                  </a:lnTo>
                  <a:lnTo>
                    <a:pt x="107588" y="23272"/>
                  </a:lnTo>
                  <a:lnTo>
                    <a:pt x="107457" y="24553"/>
                  </a:lnTo>
                  <a:lnTo>
                    <a:pt x="107215" y="25724"/>
                  </a:lnTo>
                  <a:lnTo>
                    <a:pt x="107991" y="26880"/>
                  </a:lnTo>
                  <a:lnTo>
                    <a:pt x="108999" y="27980"/>
                  </a:lnTo>
                  <a:lnTo>
                    <a:pt x="109272" y="28467"/>
                  </a:lnTo>
                  <a:lnTo>
                    <a:pt x="109354" y="30098"/>
                  </a:lnTo>
                  <a:lnTo>
                    <a:pt x="109506" y="30652"/>
                  </a:lnTo>
                  <a:lnTo>
                    <a:pt x="110192" y="32009"/>
                  </a:lnTo>
                  <a:lnTo>
                    <a:pt x="110526" y="32909"/>
                  </a:lnTo>
                  <a:lnTo>
                    <a:pt x="110503" y="33431"/>
                  </a:lnTo>
                  <a:lnTo>
                    <a:pt x="108665" y="36117"/>
                  </a:lnTo>
                  <a:lnTo>
                    <a:pt x="108082" y="36377"/>
                  </a:lnTo>
                  <a:lnTo>
                    <a:pt x="107531" y="36530"/>
                  </a:lnTo>
                  <a:lnTo>
                    <a:pt x="107038" y="37083"/>
                  </a:lnTo>
                  <a:lnTo>
                    <a:pt x="106740" y="37655"/>
                  </a:lnTo>
                  <a:lnTo>
                    <a:pt x="106848" y="37957"/>
                  </a:lnTo>
                  <a:lnTo>
                    <a:pt x="107042" y="38879"/>
                  </a:lnTo>
                  <a:lnTo>
                    <a:pt x="107472" y="40330"/>
                  </a:lnTo>
                  <a:lnTo>
                    <a:pt x="107861" y="41345"/>
                  </a:lnTo>
                  <a:lnTo>
                    <a:pt x="107537" y="42617"/>
                  </a:lnTo>
                  <a:lnTo>
                    <a:pt x="106807" y="44776"/>
                  </a:lnTo>
                  <a:lnTo>
                    <a:pt x="106470" y="44968"/>
                  </a:lnTo>
                  <a:lnTo>
                    <a:pt x="106410" y="46602"/>
                  </a:lnTo>
                  <a:lnTo>
                    <a:pt x="106633" y="47199"/>
                  </a:lnTo>
                  <a:lnTo>
                    <a:pt x="106995" y="47666"/>
                  </a:lnTo>
                  <a:lnTo>
                    <a:pt x="107143" y="48778"/>
                  </a:lnTo>
                  <a:lnTo>
                    <a:pt x="107154" y="50300"/>
                  </a:lnTo>
                  <a:lnTo>
                    <a:pt x="107115" y="51530"/>
                  </a:lnTo>
                  <a:lnTo>
                    <a:pt x="106655" y="54660"/>
                  </a:lnTo>
                  <a:lnTo>
                    <a:pt x="107486" y="57390"/>
                  </a:lnTo>
                  <a:lnTo>
                    <a:pt x="107769" y="57688"/>
                  </a:lnTo>
                  <a:lnTo>
                    <a:pt x="108917" y="57707"/>
                  </a:lnTo>
                  <a:lnTo>
                    <a:pt x="109115" y="57940"/>
                  </a:lnTo>
                  <a:lnTo>
                    <a:pt x="108839" y="58717"/>
                  </a:lnTo>
                  <a:lnTo>
                    <a:pt x="108342" y="59512"/>
                  </a:lnTo>
                  <a:lnTo>
                    <a:pt x="108033" y="59922"/>
                  </a:lnTo>
                  <a:lnTo>
                    <a:pt x="106571" y="60853"/>
                  </a:lnTo>
                  <a:lnTo>
                    <a:pt x="104472" y="61884"/>
                  </a:lnTo>
                  <a:lnTo>
                    <a:pt x="104033" y="62873"/>
                  </a:lnTo>
                  <a:lnTo>
                    <a:pt x="103753" y="64310"/>
                  </a:lnTo>
                  <a:lnTo>
                    <a:pt x="103989" y="65151"/>
                  </a:lnTo>
                  <a:lnTo>
                    <a:pt x="104268" y="65638"/>
                  </a:lnTo>
                  <a:lnTo>
                    <a:pt x="104177" y="66891"/>
                  </a:lnTo>
                  <a:lnTo>
                    <a:pt x="103994" y="68213"/>
                  </a:lnTo>
                  <a:lnTo>
                    <a:pt x="104056" y="69254"/>
                  </a:lnTo>
                  <a:lnTo>
                    <a:pt x="103961" y="70176"/>
                  </a:lnTo>
                  <a:lnTo>
                    <a:pt x="103687" y="70628"/>
                  </a:lnTo>
                  <a:lnTo>
                    <a:pt x="103319" y="72018"/>
                  </a:lnTo>
                  <a:lnTo>
                    <a:pt x="102866" y="73412"/>
                  </a:lnTo>
                  <a:lnTo>
                    <a:pt x="102509" y="74050"/>
                  </a:lnTo>
                  <a:lnTo>
                    <a:pt x="101982" y="74713"/>
                  </a:lnTo>
                  <a:lnTo>
                    <a:pt x="101150" y="75273"/>
                  </a:lnTo>
                  <a:lnTo>
                    <a:pt x="101165" y="75551"/>
                  </a:lnTo>
                  <a:lnTo>
                    <a:pt x="102109" y="76195"/>
                  </a:lnTo>
                  <a:lnTo>
                    <a:pt x="102352" y="76641"/>
                  </a:lnTo>
                  <a:lnTo>
                    <a:pt x="102439" y="76944"/>
                  </a:lnTo>
                  <a:lnTo>
                    <a:pt x="102237" y="77240"/>
                  </a:lnTo>
                  <a:lnTo>
                    <a:pt x="102046" y="77653"/>
                  </a:lnTo>
                  <a:lnTo>
                    <a:pt x="102480" y="78079"/>
                  </a:lnTo>
                  <a:lnTo>
                    <a:pt x="103011" y="78439"/>
                  </a:lnTo>
                  <a:lnTo>
                    <a:pt x="103514" y="79366"/>
                  </a:lnTo>
                  <a:lnTo>
                    <a:pt x="103961" y="80663"/>
                  </a:lnTo>
                  <a:lnTo>
                    <a:pt x="104090" y="81117"/>
                  </a:lnTo>
                  <a:lnTo>
                    <a:pt x="104193" y="81295"/>
                  </a:lnTo>
                  <a:lnTo>
                    <a:pt x="104356" y="81317"/>
                  </a:lnTo>
                  <a:lnTo>
                    <a:pt x="104669" y="81126"/>
                  </a:lnTo>
                  <a:lnTo>
                    <a:pt x="105248" y="80416"/>
                  </a:lnTo>
                  <a:lnTo>
                    <a:pt x="105669" y="80162"/>
                  </a:lnTo>
                  <a:lnTo>
                    <a:pt x="106177" y="81172"/>
                  </a:lnTo>
                  <a:lnTo>
                    <a:pt x="104146" y="82171"/>
                  </a:lnTo>
                  <a:lnTo>
                    <a:pt x="103081" y="82694"/>
                  </a:lnTo>
                  <a:lnTo>
                    <a:pt x="100041" y="84188"/>
                  </a:lnTo>
                  <a:lnTo>
                    <a:pt x="97389" y="85492"/>
                  </a:lnTo>
                  <a:lnTo>
                    <a:pt x="96698" y="85739"/>
                  </a:lnTo>
                  <a:lnTo>
                    <a:pt x="95323" y="86377"/>
                  </a:lnTo>
                  <a:lnTo>
                    <a:pt x="94638" y="86766"/>
                  </a:lnTo>
                  <a:lnTo>
                    <a:pt x="92242" y="87905"/>
                  </a:lnTo>
                  <a:lnTo>
                    <a:pt x="91241" y="88472"/>
                  </a:lnTo>
                  <a:lnTo>
                    <a:pt x="90435" y="89036"/>
                  </a:lnTo>
                  <a:lnTo>
                    <a:pt x="88454" y="89880"/>
                  </a:lnTo>
                  <a:lnTo>
                    <a:pt x="86584" y="90674"/>
                  </a:lnTo>
                  <a:lnTo>
                    <a:pt x="84543" y="91493"/>
                  </a:lnTo>
                  <a:lnTo>
                    <a:pt x="82256" y="92411"/>
                  </a:lnTo>
                  <a:lnTo>
                    <a:pt x="80973" y="93072"/>
                  </a:lnTo>
                  <a:lnTo>
                    <a:pt x="80106" y="93644"/>
                  </a:lnTo>
                  <a:lnTo>
                    <a:pt x="78079" y="94799"/>
                  </a:lnTo>
                  <a:lnTo>
                    <a:pt x="77984" y="95081"/>
                  </a:lnTo>
                  <a:lnTo>
                    <a:pt x="78014" y="95867"/>
                  </a:lnTo>
                  <a:lnTo>
                    <a:pt x="78271" y="97489"/>
                  </a:lnTo>
                  <a:lnTo>
                    <a:pt x="78777" y="98963"/>
                  </a:lnTo>
                  <a:lnTo>
                    <a:pt x="79202" y="99811"/>
                  </a:lnTo>
                  <a:lnTo>
                    <a:pt x="79479" y="101989"/>
                  </a:lnTo>
                  <a:lnTo>
                    <a:pt x="79633" y="103903"/>
                  </a:lnTo>
                  <a:lnTo>
                    <a:pt x="78257" y="103908"/>
                  </a:lnTo>
                  <a:lnTo>
                    <a:pt x="75837" y="103917"/>
                  </a:lnTo>
                  <a:lnTo>
                    <a:pt x="73327" y="103925"/>
                  </a:lnTo>
                  <a:lnTo>
                    <a:pt x="71035" y="104652"/>
                  </a:lnTo>
                  <a:lnTo>
                    <a:pt x="69148" y="105764"/>
                  </a:lnTo>
                  <a:lnTo>
                    <a:pt x="66903" y="107503"/>
                  </a:lnTo>
                  <a:lnTo>
                    <a:pt x="66170" y="108185"/>
                  </a:lnTo>
                  <a:lnTo>
                    <a:pt x="65602" y="108711"/>
                  </a:lnTo>
                  <a:lnTo>
                    <a:pt x="65248" y="109385"/>
                  </a:lnTo>
                  <a:lnTo>
                    <a:pt x="65069" y="110866"/>
                  </a:lnTo>
                  <a:lnTo>
                    <a:pt x="65069" y="113152"/>
                  </a:lnTo>
                  <a:lnTo>
                    <a:pt x="64842" y="114797"/>
                  </a:lnTo>
                  <a:lnTo>
                    <a:pt x="64160" y="116301"/>
                  </a:lnTo>
                  <a:lnTo>
                    <a:pt x="60746" y="118126"/>
                  </a:lnTo>
                  <a:lnTo>
                    <a:pt x="58513" y="119618"/>
                  </a:lnTo>
                  <a:lnTo>
                    <a:pt x="56323" y="121381"/>
                  </a:lnTo>
                  <a:lnTo>
                    <a:pt x="54661" y="123671"/>
                  </a:lnTo>
                  <a:lnTo>
                    <a:pt x="53527" y="126485"/>
                  </a:lnTo>
                  <a:lnTo>
                    <a:pt x="51646" y="129969"/>
                  </a:lnTo>
                  <a:lnTo>
                    <a:pt x="49733" y="132988"/>
                  </a:lnTo>
                  <a:lnTo>
                    <a:pt x="47700" y="136197"/>
                  </a:lnTo>
                  <a:lnTo>
                    <a:pt x="45421" y="137356"/>
                  </a:lnTo>
                  <a:lnTo>
                    <a:pt x="43506" y="137092"/>
                  </a:lnTo>
                  <a:lnTo>
                    <a:pt x="41197" y="135791"/>
                  </a:lnTo>
                  <a:lnTo>
                    <a:pt x="39363" y="135546"/>
                  </a:lnTo>
                  <a:lnTo>
                    <a:pt x="38003" y="136356"/>
                  </a:lnTo>
                  <a:lnTo>
                    <a:pt x="36749" y="136107"/>
                  </a:lnTo>
                  <a:lnTo>
                    <a:pt x="35598" y="134799"/>
                  </a:lnTo>
                  <a:lnTo>
                    <a:pt x="34633" y="134324"/>
                  </a:lnTo>
                  <a:lnTo>
                    <a:pt x="33852" y="134678"/>
                  </a:lnTo>
                  <a:lnTo>
                    <a:pt x="32855" y="134617"/>
                  </a:lnTo>
                  <a:lnTo>
                    <a:pt x="31030" y="133898"/>
                  </a:lnTo>
                  <a:lnTo>
                    <a:pt x="29454" y="131678"/>
                  </a:lnTo>
                  <a:lnTo>
                    <a:pt x="28598" y="130759"/>
                  </a:lnTo>
                  <a:lnTo>
                    <a:pt x="27942" y="130409"/>
                  </a:lnTo>
                  <a:lnTo>
                    <a:pt x="26055" y="130051"/>
                  </a:lnTo>
                  <a:lnTo>
                    <a:pt x="21721" y="129539"/>
                  </a:lnTo>
                  <a:lnTo>
                    <a:pt x="21270" y="129658"/>
                  </a:lnTo>
                  <a:lnTo>
                    <a:pt x="19470" y="130095"/>
                  </a:lnTo>
                  <a:lnTo>
                    <a:pt x="17221" y="130642"/>
                  </a:lnTo>
                  <a:lnTo>
                    <a:pt x="15288" y="131190"/>
                  </a:lnTo>
                  <a:lnTo>
                    <a:pt x="13261" y="131765"/>
                  </a:lnTo>
                  <a:lnTo>
                    <a:pt x="11378" y="129446"/>
                  </a:lnTo>
                  <a:lnTo>
                    <a:pt x="9242" y="126815"/>
                  </a:lnTo>
                  <a:lnTo>
                    <a:pt x="7030" y="123880"/>
                  </a:lnTo>
                  <a:lnTo>
                    <a:pt x="5365" y="121578"/>
                  </a:lnTo>
                  <a:lnTo>
                    <a:pt x="4546" y="120251"/>
                  </a:lnTo>
                  <a:lnTo>
                    <a:pt x="3085" y="118499"/>
                  </a:lnTo>
                  <a:lnTo>
                    <a:pt x="2034" y="117642"/>
                  </a:lnTo>
                  <a:lnTo>
                    <a:pt x="1625" y="117211"/>
                  </a:lnTo>
                  <a:lnTo>
                    <a:pt x="580" y="112547"/>
                  </a:lnTo>
                  <a:lnTo>
                    <a:pt x="8" y="108262"/>
                  </a:lnTo>
                  <a:lnTo>
                    <a:pt x="8" y="105034"/>
                  </a:lnTo>
                  <a:lnTo>
                    <a:pt x="7" y="100558"/>
                  </a:lnTo>
                  <a:lnTo>
                    <a:pt x="6" y="96082"/>
                  </a:lnTo>
                  <a:lnTo>
                    <a:pt x="5" y="91606"/>
                  </a:lnTo>
                  <a:lnTo>
                    <a:pt x="4" y="87130"/>
                  </a:lnTo>
                  <a:lnTo>
                    <a:pt x="3" y="82654"/>
                  </a:lnTo>
                  <a:lnTo>
                    <a:pt x="1" y="78178"/>
                  </a:lnTo>
                  <a:lnTo>
                    <a:pt x="1" y="73701"/>
                  </a:lnTo>
                  <a:lnTo>
                    <a:pt x="0" y="69225"/>
                  </a:lnTo>
                  <a:lnTo>
                    <a:pt x="0" y="67051"/>
                  </a:lnTo>
                  <a:lnTo>
                    <a:pt x="2182" y="67051"/>
                  </a:lnTo>
                  <a:lnTo>
                    <a:pt x="4655" y="67051"/>
                  </a:lnTo>
                  <a:lnTo>
                    <a:pt x="7241" y="67051"/>
                  </a:lnTo>
                  <a:lnTo>
                    <a:pt x="10053" y="67051"/>
                  </a:lnTo>
                  <a:lnTo>
                    <a:pt x="12864" y="67051"/>
                  </a:lnTo>
                  <a:lnTo>
                    <a:pt x="15675" y="67051"/>
                  </a:lnTo>
                  <a:lnTo>
                    <a:pt x="17637" y="67051"/>
                  </a:lnTo>
                  <a:lnTo>
                    <a:pt x="18151" y="67013"/>
                  </a:lnTo>
                  <a:lnTo>
                    <a:pt x="18771" y="66877"/>
                  </a:lnTo>
                  <a:lnTo>
                    <a:pt x="18819" y="66437"/>
                  </a:lnTo>
                  <a:lnTo>
                    <a:pt x="18008" y="64235"/>
                  </a:lnTo>
                  <a:lnTo>
                    <a:pt x="18047" y="63457"/>
                  </a:lnTo>
                  <a:lnTo>
                    <a:pt x="18263" y="61963"/>
                  </a:lnTo>
                  <a:lnTo>
                    <a:pt x="18598" y="60674"/>
                  </a:lnTo>
                  <a:lnTo>
                    <a:pt x="19038" y="58978"/>
                  </a:lnTo>
                  <a:lnTo>
                    <a:pt x="19087" y="57981"/>
                  </a:lnTo>
                  <a:lnTo>
                    <a:pt x="18732" y="54733"/>
                  </a:lnTo>
                  <a:lnTo>
                    <a:pt x="18764" y="52921"/>
                  </a:lnTo>
                  <a:lnTo>
                    <a:pt x="18869" y="51039"/>
                  </a:lnTo>
                  <a:lnTo>
                    <a:pt x="18968" y="49254"/>
                  </a:lnTo>
                  <a:lnTo>
                    <a:pt x="18846" y="48011"/>
                  </a:lnTo>
                  <a:lnTo>
                    <a:pt x="18996" y="47332"/>
                  </a:lnTo>
                  <a:lnTo>
                    <a:pt x="19259" y="46363"/>
                  </a:lnTo>
                  <a:lnTo>
                    <a:pt x="19398" y="45267"/>
                  </a:lnTo>
                  <a:lnTo>
                    <a:pt x="19562" y="44796"/>
                  </a:lnTo>
                  <a:lnTo>
                    <a:pt x="19512" y="44360"/>
                  </a:lnTo>
                  <a:lnTo>
                    <a:pt x="19363" y="43544"/>
                  </a:lnTo>
                  <a:lnTo>
                    <a:pt x="19216" y="41719"/>
                  </a:lnTo>
                  <a:lnTo>
                    <a:pt x="19010" y="39182"/>
                  </a:lnTo>
                  <a:lnTo>
                    <a:pt x="18804" y="37354"/>
                  </a:lnTo>
                  <a:lnTo>
                    <a:pt x="19147" y="37456"/>
                  </a:lnTo>
                  <a:lnTo>
                    <a:pt x="19863" y="37629"/>
                  </a:lnTo>
                  <a:lnTo>
                    <a:pt x="20210" y="38524"/>
                  </a:lnTo>
                  <a:lnTo>
                    <a:pt x="20412" y="39504"/>
                  </a:lnTo>
                  <a:lnTo>
                    <a:pt x="20892" y="39560"/>
                  </a:lnTo>
                  <a:lnTo>
                    <a:pt x="22147" y="40143"/>
                  </a:lnTo>
                  <a:lnTo>
                    <a:pt x="22581" y="40954"/>
                  </a:lnTo>
                  <a:lnTo>
                    <a:pt x="22870" y="42701"/>
                  </a:lnTo>
                  <a:lnTo>
                    <a:pt x="22696" y="43596"/>
                  </a:lnTo>
                  <a:lnTo>
                    <a:pt x="22292" y="44321"/>
                  </a:lnTo>
                  <a:lnTo>
                    <a:pt x="22696" y="44960"/>
                  </a:lnTo>
                  <a:lnTo>
                    <a:pt x="23535" y="45386"/>
                  </a:lnTo>
                  <a:lnTo>
                    <a:pt x="24027" y="45258"/>
                  </a:lnTo>
                  <a:lnTo>
                    <a:pt x="25443" y="44065"/>
                  </a:lnTo>
                  <a:lnTo>
                    <a:pt x="26009" y="43854"/>
                  </a:lnTo>
                  <a:lnTo>
                    <a:pt x="26749" y="43622"/>
                  </a:lnTo>
                  <a:lnTo>
                    <a:pt x="27416" y="43314"/>
                  </a:lnTo>
                  <a:lnTo>
                    <a:pt x="29300" y="42769"/>
                  </a:lnTo>
                  <a:lnTo>
                    <a:pt x="30330" y="42531"/>
                  </a:lnTo>
                  <a:lnTo>
                    <a:pt x="30909" y="42105"/>
                  </a:lnTo>
                  <a:lnTo>
                    <a:pt x="31313" y="42105"/>
                  </a:lnTo>
                  <a:lnTo>
                    <a:pt x="31603" y="42447"/>
                  </a:lnTo>
                  <a:lnTo>
                    <a:pt x="31342" y="43682"/>
                  </a:lnTo>
                  <a:lnTo>
                    <a:pt x="31255" y="44791"/>
                  </a:lnTo>
                  <a:lnTo>
                    <a:pt x="31616" y="46862"/>
                  </a:lnTo>
                  <a:lnTo>
                    <a:pt x="31887" y="47832"/>
                  </a:lnTo>
                  <a:lnTo>
                    <a:pt x="32492" y="48536"/>
                  </a:lnTo>
                  <a:lnTo>
                    <a:pt x="32933" y="48903"/>
                  </a:lnTo>
                  <a:lnTo>
                    <a:pt x="33425" y="49651"/>
                  </a:lnTo>
                  <a:lnTo>
                    <a:pt x="34436" y="49521"/>
                  </a:lnTo>
                  <a:lnTo>
                    <a:pt x="36669" y="50581"/>
                  </a:lnTo>
                  <a:lnTo>
                    <a:pt x="37348" y="51071"/>
                  </a:lnTo>
                  <a:lnTo>
                    <a:pt x="38288" y="51558"/>
                  </a:lnTo>
                  <a:lnTo>
                    <a:pt x="38954" y="51740"/>
                  </a:lnTo>
                  <a:lnTo>
                    <a:pt x="41256" y="52112"/>
                  </a:lnTo>
                  <a:lnTo>
                    <a:pt x="42107" y="52363"/>
                  </a:lnTo>
                  <a:lnTo>
                    <a:pt x="43685" y="52700"/>
                  </a:lnTo>
                  <a:lnTo>
                    <a:pt x="44946" y="52755"/>
                  </a:lnTo>
                  <a:lnTo>
                    <a:pt x="45838" y="52605"/>
                  </a:lnTo>
                  <a:lnTo>
                    <a:pt x="46466" y="52303"/>
                  </a:lnTo>
                  <a:lnTo>
                    <a:pt x="46849" y="51965"/>
                  </a:lnTo>
                  <a:lnTo>
                    <a:pt x="47026" y="51679"/>
                  </a:lnTo>
                  <a:lnTo>
                    <a:pt x="47284" y="50644"/>
                  </a:lnTo>
                  <a:lnTo>
                    <a:pt x="47755" y="48400"/>
                  </a:lnTo>
                  <a:lnTo>
                    <a:pt x="47939" y="47733"/>
                  </a:lnTo>
                  <a:lnTo>
                    <a:pt x="48406" y="47424"/>
                  </a:lnTo>
                  <a:lnTo>
                    <a:pt x="49009" y="47221"/>
                  </a:lnTo>
                  <a:lnTo>
                    <a:pt x="49361" y="47582"/>
                  </a:lnTo>
                  <a:lnTo>
                    <a:pt x="49756" y="50070"/>
                  </a:lnTo>
                  <a:lnTo>
                    <a:pt x="51511" y="52316"/>
                  </a:lnTo>
                  <a:lnTo>
                    <a:pt x="52111" y="54201"/>
                  </a:lnTo>
                  <a:lnTo>
                    <a:pt x="52549" y="55814"/>
                  </a:lnTo>
                  <a:lnTo>
                    <a:pt x="52932" y="56257"/>
                  </a:lnTo>
                  <a:lnTo>
                    <a:pt x="53599" y="56811"/>
                  </a:lnTo>
                  <a:lnTo>
                    <a:pt x="54663" y="57007"/>
                  </a:lnTo>
                  <a:lnTo>
                    <a:pt x="55615" y="57063"/>
                  </a:lnTo>
                  <a:lnTo>
                    <a:pt x="57615" y="58225"/>
                  </a:lnTo>
                  <a:lnTo>
                    <a:pt x="59209" y="59151"/>
                  </a:lnTo>
                  <a:lnTo>
                    <a:pt x="60348" y="59813"/>
                  </a:lnTo>
                  <a:lnTo>
                    <a:pt x="60870" y="60316"/>
                  </a:lnTo>
                  <a:lnTo>
                    <a:pt x="61235" y="61144"/>
                  </a:lnTo>
                  <a:lnTo>
                    <a:pt x="61452" y="61784"/>
                  </a:lnTo>
                  <a:lnTo>
                    <a:pt x="61801" y="63442"/>
                  </a:lnTo>
                  <a:lnTo>
                    <a:pt x="62176" y="64752"/>
                  </a:lnTo>
                  <a:lnTo>
                    <a:pt x="62786" y="65003"/>
                  </a:lnTo>
                  <a:lnTo>
                    <a:pt x="63331" y="65104"/>
                  </a:lnTo>
                  <a:lnTo>
                    <a:pt x="63871" y="65999"/>
                  </a:lnTo>
                  <a:lnTo>
                    <a:pt x="64278" y="66786"/>
                  </a:lnTo>
                  <a:lnTo>
                    <a:pt x="65089" y="68704"/>
                  </a:lnTo>
                  <a:lnTo>
                    <a:pt x="65684" y="70032"/>
                  </a:lnTo>
                  <a:lnTo>
                    <a:pt x="65879" y="71322"/>
                  </a:lnTo>
                  <a:lnTo>
                    <a:pt x="66560" y="72183"/>
                  </a:lnTo>
                  <a:lnTo>
                    <a:pt x="67481" y="72549"/>
                  </a:lnTo>
                  <a:lnTo>
                    <a:pt x="68334" y="72594"/>
                  </a:lnTo>
                  <a:lnTo>
                    <a:pt x="68825" y="72210"/>
                  </a:lnTo>
                  <a:lnTo>
                    <a:pt x="70037" y="71541"/>
                  </a:lnTo>
                  <a:lnTo>
                    <a:pt x="70980" y="70775"/>
                  </a:lnTo>
                  <a:lnTo>
                    <a:pt x="71668" y="70510"/>
                  </a:lnTo>
                  <a:lnTo>
                    <a:pt x="72074" y="70672"/>
                  </a:lnTo>
                  <a:lnTo>
                    <a:pt x="72388" y="71202"/>
                  </a:lnTo>
                  <a:lnTo>
                    <a:pt x="72552" y="72240"/>
                  </a:lnTo>
                  <a:lnTo>
                    <a:pt x="72591" y="72817"/>
                  </a:lnTo>
                  <a:lnTo>
                    <a:pt x="73262" y="73368"/>
                  </a:lnTo>
                  <a:lnTo>
                    <a:pt x="73759" y="73148"/>
                  </a:lnTo>
                  <a:lnTo>
                    <a:pt x="73949" y="72516"/>
                  </a:lnTo>
                  <a:lnTo>
                    <a:pt x="73960" y="72195"/>
                  </a:lnTo>
                  <a:lnTo>
                    <a:pt x="73958" y="69374"/>
                  </a:lnTo>
                  <a:lnTo>
                    <a:pt x="73956" y="66928"/>
                  </a:lnTo>
                  <a:lnTo>
                    <a:pt x="73954" y="64626"/>
                  </a:lnTo>
                  <a:lnTo>
                    <a:pt x="73952" y="61820"/>
                  </a:lnTo>
                  <a:lnTo>
                    <a:pt x="73951" y="59375"/>
                  </a:lnTo>
                  <a:lnTo>
                    <a:pt x="73949" y="57360"/>
                  </a:lnTo>
                  <a:lnTo>
                    <a:pt x="73947" y="55258"/>
                  </a:lnTo>
                  <a:lnTo>
                    <a:pt x="73517" y="55378"/>
                  </a:lnTo>
                  <a:lnTo>
                    <a:pt x="72972" y="55856"/>
                  </a:lnTo>
                  <a:lnTo>
                    <a:pt x="71721" y="55914"/>
                  </a:lnTo>
                  <a:lnTo>
                    <a:pt x="71233" y="56273"/>
                  </a:lnTo>
                  <a:lnTo>
                    <a:pt x="71079" y="56813"/>
                  </a:lnTo>
                  <a:lnTo>
                    <a:pt x="71176" y="57520"/>
                  </a:lnTo>
                  <a:lnTo>
                    <a:pt x="71201" y="58476"/>
                  </a:lnTo>
                  <a:lnTo>
                    <a:pt x="71018" y="58927"/>
                  </a:lnTo>
                  <a:lnTo>
                    <a:pt x="70470" y="59105"/>
                  </a:lnTo>
                  <a:lnTo>
                    <a:pt x="69677" y="58736"/>
                  </a:lnTo>
                  <a:lnTo>
                    <a:pt x="68234" y="58254"/>
                  </a:lnTo>
                  <a:lnTo>
                    <a:pt x="67034" y="57955"/>
                  </a:lnTo>
                  <a:lnTo>
                    <a:pt x="66173" y="56686"/>
                  </a:lnTo>
                  <a:lnTo>
                    <a:pt x="65006" y="54771"/>
                  </a:lnTo>
                  <a:lnTo>
                    <a:pt x="64243" y="53805"/>
                  </a:lnTo>
                  <a:lnTo>
                    <a:pt x="62400" y="51808"/>
                  </a:lnTo>
                  <a:lnTo>
                    <a:pt x="62088" y="51405"/>
                  </a:lnTo>
                  <a:lnTo>
                    <a:pt x="61529" y="50469"/>
                  </a:lnTo>
                  <a:lnTo>
                    <a:pt x="61049" y="48882"/>
                  </a:lnTo>
                  <a:lnTo>
                    <a:pt x="60815" y="47830"/>
                  </a:lnTo>
                  <a:lnTo>
                    <a:pt x="60591" y="47046"/>
                  </a:lnTo>
                  <a:lnTo>
                    <a:pt x="60344" y="45879"/>
                  </a:lnTo>
                  <a:lnTo>
                    <a:pt x="60788" y="44085"/>
                  </a:lnTo>
                  <a:lnTo>
                    <a:pt x="61413" y="40670"/>
                  </a:lnTo>
                  <a:lnTo>
                    <a:pt x="61864" y="38210"/>
                  </a:lnTo>
                  <a:lnTo>
                    <a:pt x="62113" y="36385"/>
                  </a:lnTo>
                  <a:lnTo>
                    <a:pt x="63008" y="34529"/>
                  </a:lnTo>
                  <a:lnTo>
                    <a:pt x="63071" y="32868"/>
                  </a:lnTo>
                  <a:lnTo>
                    <a:pt x="62711" y="30737"/>
                  </a:lnTo>
                  <a:lnTo>
                    <a:pt x="62803" y="29560"/>
                  </a:lnTo>
                  <a:lnTo>
                    <a:pt x="62863" y="26573"/>
                  </a:lnTo>
                  <a:lnTo>
                    <a:pt x="62914" y="24061"/>
                  </a:lnTo>
                  <a:lnTo>
                    <a:pt x="62925" y="22841"/>
                  </a:lnTo>
                  <a:lnTo>
                    <a:pt x="62680" y="20714"/>
                  </a:lnTo>
                  <a:lnTo>
                    <a:pt x="62078" y="18361"/>
                  </a:lnTo>
                  <a:lnTo>
                    <a:pt x="60750" y="15082"/>
                  </a:lnTo>
                  <a:lnTo>
                    <a:pt x="60755" y="14382"/>
                  </a:lnTo>
                  <a:lnTo>
                    <a:pt x="61546" y="13610"/>
                  </a:lnTo>
                  <a:lnTo>
                    <a:pt x="62797" y="12254"/>
                  </a:lnTo>
                  <a:lnTo>
                    <a:pt x="63409" y="11451"/>
                  </a:lnTo>
                  <a:lnTo>
                    <a:pt x="64143" y="10306"/>
                  </a:lnTo>
                  <a:lnTo>
                    <a:pt x="64472" y="9726"/>
                  </a:lnTo>
                  <a:lnTo>
                    <a:pt x="65190" y="8259"/>
                  </a:lnTo>
                  <a:lnTo>
                    <a:pt x="65647" y="7070"/>
                  </a:lnTo>
                  <a:lnTo>
                    <a:pt x="65805" y="5531"/>
                  </a:lnTo>
                  <a:lnTo>
                    <a:pt x="65461" y="4069"/>
                  </a:lnTo>
                  <a:lnTo>
                    <a:pt x="66162" y="3783"/>
                  </a:lnTo>
                  <a:lnTo>
                    <a:pt x="68465" y="3266"/>
                  </a:lnTo>
                  <a:lnTo>
                    <a:pt x="71002" y="2695"/>
                  </a:lnTo>
                  <a:lnTo>
                    <a:pt x="73674" y="2093"/>
                  </a:lnTo>
                  <a:lnTo>
                    <a:pt x="76371" y="1487"/>
                  </a:lnTo>
                  <a:lnTo>
                    <a:pt x="78984" y="900"/>
                  </a:lnTo>
                  <a:lnTo>
                    <a:pt x="81353" y="367"/>
                  </a:lnTo>
                  <a:lnTo>
                    <a:pt x="82992" y="0"/>
                  </a:lnTo>
                  <a:lnTo>
                    <a:pt x="83234" y="1006"/>
                  </a:lnTo>
                  <a:lnTo>
                    <a:pt x="83744" y="2676"/>
                  </a:lnTo>
                  <a:lnTo>
                    <a:pt x="84324" y="3906"/>
                  </a:lnTo>
                  <a:lnTo>
                    <a:pt x="85047" y="4983"/>
                  </a:lnTo>
                  <a:lnTo>
                    <a:pt x="85662" y="5635"/>
                  </a:lnTo>
                  <a:lnTo>
                    <a:pt x="86069" y="5833"/>
                  </a:lnTo>
                  <a:lnTo>
                    <a:pt x="88663" y="5765"/>
                  </a:lnTo>
                  <a:lnTo>
                    <a:pt x="89596" y="6419"/>
                  </a:lnTo>
                  <a:lnTo>
                    <a:pt x="90407" y="7247"/>
                  </a:lnTo>
                  <a:lnTo>
                    <a:pt x="90609" y="8533"/>
                  </a:lnTo>
                  <a:lnTo>
                    <a:pt x="91144" y="9339"/>
                  </a:lnTo>
                  <a:lnTo>
                    <a:pt x="91719" y="9974"/>
                  </a:lnTo>
                  <a:lnTo>
                    <a:pt x="91969" y="10052"/>
                  </a:lnTo>
                  <a:lnTo>
                    <a:pt x="92392" y="9896"/>
                  </a:lnTo>
                  <a:lnTo>
                    <a:pt x="93086" y="9883"/>
                  </a:lnTo>
                  <a:lnTo>
                    <a:pt x="93730" y="10158"/>
                  </a:lnTo>
                  <a:lnTo>
                    <a:pt x="94037" y="10440"/>
                  </a:lnTo>
                  <a:lnTo>
                    <a:pt x="94068" y="11517"/>
                  </a:lnTo>
                  <a:lnTo>
                    <a:pt x="94264" y="12000"/>
                  </a:lnTo>
                  <a:lnTo>
                    <a:pt x="95142" y="12186"/>
                  </a:lnTo>
                  <a:lnTo>
                    <a:pt x="96035" y="12269"/>
                  </a:lnTo>
                  <a:lnTo>
                    <a:pt x="96897" y="12998"/>
                  </a:lnTo>
                  <a:lnTo>
                    <a:pt x="97828" y="13127"/>
                  </a:lnTo>
                  <a:lnTo>
                    <a:pt x="98906" y="13427"/>
                  </a:lnTo>
                  <a:lnTo>
                    <a:pt x="99416" y="14213"/>
                  </a:lnTo>
                  <a:lnTo>
                    <a:pt x="100563" y="15019"/>
                  </a:lnTo>
                  <a:lnTo>
                    <a:pt x="101966" y="15741"/>
                  </a:lnTo>
                  <a:lnTo>
                    <a:pt x="102974" y="16559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" name="pg1644"/>
            <p:cNvSpPr/>
            <p:nvPr/>
          </p:nvSpPr>
          <p:spPr>
            <a:xfrm>
              <a:off x="4261207" y="2636740"/>
              <a:ext cx="73630" cy="94273"/>
            </a:xfrm>
            <a:custGeom>
              <a:avLst/>
              <a:pathLst>
                <a:path w="73630" h="94273">
                  <a:moveTo>
                    <a:pt x="57369" y="94273"/>
                  </a:moveTo>
                  <a:lnTo>
                    <a:pt x="56511" y="93476"/>
                  </a:lnTo>
                  <a:lnTo>
                    <a:pt x="55340" y="92959"/>
                  </a:lnTo>
                  <a:lnTo>
                    <a:pt x="53851" y="92720"/>
                  </a:lnTo>
                  <a:lnTo>
                    <a:pt x="51917" y="92820"/>
                  </a:lnTo>
                  <a:lnTo>
                    <a:pt x="49538" y="93254"/>
                  </a:lnTo>
                  <a:lnTo>
                    <a:pt x="46986" y="92726"/>
                  </a:lnTo>
                  <a:lnTo>
                    <a:pt x="44260" y="91234"/>
                  </a:lnTo>
                  <a:lnTo>
                    <a:pt x="41997" y="90706"/>
                  </a:lnTo>
                  <a:lnTo>
                    <a:pt x="39175" y="91370"/>
                  </a:lnTo>
                  <a:lnTo>
                    <a:pt x="38706" y="90865"/>
                  </a:lnTo>
                  <a:lnTo>
                    <a:pt x="37967" y="89774"/>
                  </a:lnTo>
                  <a:lnTo>
                    <a:pt x="36734" y="89582"/>
                  </a:lnTo>
                  <a:lnTo>
                    <a:pt x="36400" y="89327"/>
                  </a:lnTo>
                  <a:lnTo>
                    <a:pt x="36124" y="88921"/>
                  </a:lnTo>
                  <a:lnTo>
                    <a:pt x="35944" y="88404"/>
                  </a:lnTo>
                  <a:lnTo>
                    <a:pt x="35873" y="87828"/>
                  </a:lnTo>
                  <a:lnTo>
                    <a:pt x="36076" y="86034"/>
                  </a:lnTo>
                  <a:lnTo>
                    <a:pt x="35965" y="85832"/>
                  </a:lnTo>
                  <a:lnTo>
                    <a:pt x="35635" y="85617"/>
                  </a:lnTo>
                  <a:lnTo>
                    <a:pt x="34960" y="85402"/>
                  </a:lnTo>
                  <a:lnTo>
                    <a:pt x="33337" y="84587"/>
                  </a:lnTo>
                  <a:lnTo>
                    <a:pt x="31296" y="83801"/>
                  </a:lnTo>
                  <a:lnTo>
                    <a:pt x="27981" y="82938"/>
                  </a:lnTo>
                  <a:lnTo>
                    <a:pt x="26694" y="82710"/>
                  </a:lnTo>
                  <a:lnTo>
                    <a:pt x="26395" y="82447"/>
                  </a:lnTo>
                  <a:lnTo>
                    <a:pt x="26022" y="81785"/>
                  </a:lnTo>
                  <a:lnTo>
                    <a:pt x="25387" y="79726"/>
                  </a:lnTo>
                  <a:lnTo>
                    <a:pt x="24788" y="78365"/>
                  </a:lnTo>
                  <a:lnTo>
                    <a:pt x="23362" y="76266"/>
                  </a:lnTo>
                  <a:lnTo>
                    <a:pt x="23135" y="75614"/>
                  </a:lnTo>
                  <a:lnTo>
                    <a:pt x="23206" y="73948"/>
                  </a:lnTo>
                  <a:lnTo>
                    <a:pt x="23312" y="72602"/>
                  </a:lnTo>
                  <a:lnTo>
                    <a:pt x="23465" y="71459"/>
                  </a:lnTo>
                  <a:lnTo>
                    <a:pt x="23396" y="70390"/>
                  </a:lnTo>
                  <a:lnTo>
                    <a:pt x="23375" y="69062"/>
                  </a:lnTo>
                  <a:lnTo>
                    <a:pt x="23421" y="68171"/>
                  </a:lnTo>
                  <a:lnTo>
                    <a:pt x="23228" y="67786"/>
                  </a:lnTo>
                  <a:lnTo>
                    <a:pt x="22711" y="67515"/>
                  </a:lnTo>
                  <a:lnTo>
                    <a:pt x="21238" y="67392"/>
                  </a:lnTo>
                  <a:lnTo>
                    <a:pt x="19458" y="67446"/>
                  </a:lnTo>
                  <a:lnTo>
                    <a:pt x="19400" y="66095"/>
                  </a:lnTo>
                  <a:lnTo>
                    <a:pt x="19231" y="64006"/>
                  </a:lnTo>
                  <a:lnTo>
                    <a:pt x="18897" y="62803"/>
                  </a:lnTo>
                  <a:lnTo>
                    <a:pt x="18488" y="62178"/>
                  </a:lnTo>
                  <a:lnTo>
                    <a:pt x="17670" y="61525"/>
                  </a:lnTo>
                  <a:lnTo>
                    <a:pt x="16014" y="60632"/>
                  </a:lnTo>
                  <a:lnTo>
                    <a:pt x="13757" y="59274"/>
                  </a:lnTo>
                  <a:lnTo>
                    <a:pt x="11831" y="57263"/>
                  </a:lnTo>
                  <a:lnTo>
                    <a:pt x="9621" y="54763"/>
                  </a:lnTo>
                  <a:lnTo>
                    <a:pt x="8931" y="54330"/>
                  </a:lnTo>
                  <a:lnTo>
                    <a:pt x="8116" y="51981"/>
                  </a:lnTo>
                  <a:lnTo>
                    <a:pt x="6874" y="47962"/>
                  </a:lnTo>
                  <a:lnTo>
                    <a:pt x="6955" y="46621"/>
                  </a:lnTo>
                  <a:lnTo>
                    <a:pt x="6767" y="45966"/>
                  </a:lnTo>
                  <a:lnTo>
                    <a:pt x="5561" y="43991"/>
                  </a:lnTo>
                  <a:lnTo>
                    <a:pt x="5294" y="42966"/>
                  </a:lnTo>
                  <a:lnTo>
                    <a:pt x="5082" y="41929"/>
                  </a:lnTo>
                  <a:lnTo>
                    <a:pt x="3162" y="39036"/>
                  </a:lnTo>
                  <a:lnTo>
                    <a:pt x="2509" y="37773"/>
                  </a:lnTo>
                  <a:lnTo>
                    <a:pt x="2012" y="36151"/>
                  </a:lnTo>
                  <a:lnTo>
                    <a:pt x="1517" y="34854"/>
                  </a:lnTo>
                  <a:lnTo>
                    <a:pt x="1099" y="34331"/>
                  </a:lnTo>
                  <a:lnTo>
                    <a:pt x="552" y="33449"/>
                  </a:lnTo>
                  <a:lnTo>
                    <a:pt x="172" y="32442"/>
                  </a:lnTo>
                  <a:lnTo>
                    <a:pt x="0" y="31691"/>
                  </a:lnTo>
                  <a:lnTo>
                    <a:pt x="142" y="30685"/>
                  </a:lnTo>
                  <a:lnTo>
                    <a:pt x="328" y="29994"/>
                  </a:lnTo>
                  <a:lnTo>
                    <a:pt x="2154" y="30713"/>
                  </a:lnTo>
                  <a:lnTo>
                    <a:pt x="3151" y="30775"/>
                  </a:lnTo>
                  <a:lnTo>
                    <a:pt x="3932" y="30421"/>
                  </a:lnTo>
                  <a:lnTo>
                    <a:pt x="4896" y="30896"/>
                  </a:lnTo>
                  <a:lnTo>
                    <a:pt x="6047" y="32204"/>
                  </a:lnTo>
                  <a:lnTo>
                    <a:pt x="7302" y="32453"/>
                  </a:lnTo>
                  <a:lnTo>
                    <a:pt x="8661" y="31642"/>
                  </a:lnTo>
                  <a:lnTo>
                    <a:pt x="10495" y="31888"/>
                  </a:lnTo>
                  <a:lnTo>
                    <a:pt x="12805" y="33188"/>
                  </a:lnTo>
                  <a:lnTo>
                    <a:pt x="14719" y="33453"/>
                  </a:lnTo>
                  <a:lnTo>
                    <a:pt x="16998" y="32293"/>
                  </a:lnTo>
                  <a:lnTo>
                    <a:pt x="19032" y="29084"/>
                  </a:lnTo>
                  <a:lnTo>
                    <a:pt x="20944" y="26066"/>
                  </a:lnTo>
                  <a:lnTo>
                    <a:pt x="22826" y="22582"/>
                  </a:lnTo>
                  <a:lnTo>
                    <a:pt x="23959" y="19768"/>
                  </a:lnTo>
                  <a:lnTo>
                    <a:pt x="25621" y="17478"/>
                  </a:lnTo>
                  <a:lnTo>
                    <a:pt x="27812" y="15714"/>
                  </a:lnTo>
                  <a:lnTo>
                    <a:pt x="30045" y="14223"/>
                  </a:lnTo>
                  <a:lnTo>
                    <a:pt x="33458" y="12400"/>
                  </a:lnTo>
                  <a:lnTo>
                    <a:pt x="34141" y="10894"/>
                  </a:lnTo>
                  <a:lnTo>
                    <a:pt x="34368" y="9248"/>
                  </a:lnTo>
                  <a:lnTo>
                    <a:pt x="34368" y="6963"/>
                  </a:lnTo>
                  <a:lnTo>
                    <a:pt x="34546" y="5482"/>
                  </a:lnTo>
                  <a:lnTo>
                    <a:pt x="34901" y="4808"/>
                  </a:lnTo>
                  <a:lnTo>
                    <a:pt x="35468" y="4282"/>
                  </a:lnTo>
                  <a:lnTo>
                    <a:pt x="36202" y="3600"/>
                  </a:lnTo>
                  <a:lnTo>
                    <a:pt x="38447" y="1860"/>
                  </a:lnTo>
                  <a:lnTo>
                    <a:pt x="40334" y="749"/>
                  </a:lnTo>
                  <a:lnTo>
                    <a:pt x="42626" y="21"/>
                  </a:lnTo>
                  <a:lnTo>
                    <a:pt x="45136" y="13"/>
                  </a:lnTo>
                  <a:lnTo>
                    <a:pt x="47556" y="5"/>
                  </a:lnTo>
                  <a:lnTo>
                    <a:pt x="48931" y="0"/>
                  </a:lnTo>
                  <a:lnTo>
                    <a:pt x="48951" y="2199"/>
                  </a:lnTo>
                  <a:lnTo>
                    <a:pt x="49057" y="4674"/>
                  </a:lnTo>
                  <a:lnTo>
                    <a:pt x="49326" y="4913"/>
                  </a:lnTo>
                  <a:lnTo>
                    <a:pt x="51146" y="4967"/>
                  </a:lnTo>
                  <a:lnTo>
                    <a:pt x="54066" y="5141"/>
                  </a:lnTo>
                  <a:lnTo>
                    <a:pt x="56880" y="5308"/>
                  </a:lnTo>
                  <a:lnTo>
                    <a:pt x="58677" y="7103"/>
                  </a:lnTo>
                  <a:lnTo>
                    <a:pt x="59279" y="7484"/>
                  </a:lnTo>
                  <a:lnTo>
                    <a:pt x="61150" y="7965"/>
                  </a:lnTo>
                  <a:lnTo>
                    <a:pt x="63537" y="10959"/>
                  </a:lnTo>
                  <a:lnTo>
                    <a:pt x="66407" y="11237"/>
                  </a:lnTo>
                  <a:lnTo>
                    <a:pt x="68382" y="12171"/>
                  </a:lnTo>
                  <a:lnTo>
                    <a:pt x="70121" y="13200"/>
                  </a:lnTo>
                  <a:lnTo>
                    <a:pt x="71124" y="14430"/>
                  </a:lnTo>
                  <a:lnTo>
                    <a:pt x="71771" y="14709"/>
                  </a:lnTo>
                  <a:lnTo>
                    <a:pt x="72648" y="14800"/>
                  </a:lnTo>
                  <a:lnTo>
                    <a:pt x="73075" y="14913"/>
                  </a:lnTo>
                  <a:lnTo>
                    <a:pt x="72979" y="15801"/>
                  </a:lnTo>
                  <a:lnTo>
                    <a:pt x="72396" y="17302"/>
                  </a:lnTo>
                  <a:lnTo>
                    <a:pt x="72473" y="19453"/>
                  </a:lnTo>
                  <a:lnTo>
                    <a:pt x="73276" y="22435"/>
                  </a:lnTo>
                  <a:lnTo>
                    <a:pt x="73384" y="25028"/>
                  </a:lnTo>
                  <a:lnTo>
                    <a:pt x="73138" y="29602"/>
                  </a:lnTo>
                  <a:lnTo>
                    <a:pt x="73146" y="34030"/>
                  </a:lnTo>
                  <a:lnTo>
                    <a:pt x="73232" y="35612"/>
                  </a:lnTo>
                  <a:lnTo>
                    <a:pt x="73363" y="36660"/>
                  </a:lnTo>
                  <a:lnTo>
                    <a:pt x="73532" y="37234"/>
                  </a:lnTo>
                  <a:lnTo>
                    <a:pt x="73501" y="37889"/>
                  </a:lnTo>
                  <a:lnTo>
                    <a:pt x="73022" y="39746"/>
                  </a:lnTo>
                  <a:lnTo>
                    <a:pt x="72636" y="41701"/>
                  </a:lnTo>
                  <a:lnTo>
                    <a:pt x="72623" y="42485"/>
                  </a:lnTo>
                  <a:lnTo>
                    <a:pt x="72474" y="43035"/>
                  </a:lnTo>
                  <a:lnTo>
                    <a:pt x="72190" y="43525"/>
                  </a:lnTo>
                  <a:lnTo>
                    <a:pt x="70936" y="44428"/>
                  </a:lnTo>
                  <a:lnTo>
                    <a:pt x="70721" y="44987"/>
                  </a:lnTo>
                  <a:lnTo>
                    <a:pt x="70725" y="45998"/>
                  </a:lnTo>
                  <a:lnTo>
                    <a:pt x="70884" y="46847"/>
                  </a:lnTo>
                  <a:lnTo>
                    <a:pt x="71355" y="47161"/>
                  </a:lnTo>
                  <a:lnTo>
                    <a:pt x="71922" y="47642"/>
                  </a:lnTo>
                  <a:lnTo>
                    <a:pt x="72146" y="48278"/>
                  </a:lnTo>
                  <a:lnTo>
                    <a:pt x="72147" y="48948"/>
                  </a:lnTo>
                  <a:lnTo>
                    <a:pt x="71967" y="50189"/>
                  </a:lnTo>
                  <a:lnTo>
                    <a:pt x="71463" y="52244"/>
                  </a:lnTo>
                  <a:lnTo>
                    <a:pt x="71965" y="54607"/>
                  </a:lnTo>
                  <a:lnTo>
                    <a:pt x="72530" y="56140"/>
                  </a:lnTo>
                  <a:lnTo>
                    <a:pt x="73308" y="57916"/>
                  </a:lnTo>
                  <a:lnTo>
                    <a:pt x="73630" y="59010"/>
                  </a:lnTo>
                  <a:lnTo>
                    <a:pt x="73613" y="59796"/>
                  </a:lnTo>
                  <a:lnTo>
                    <a:pt x="73498" y="60558"/>
                  </a:lnTo>
                  <a:lnTo>
                    <a:pt x="72333" y="63799"/>
                  </a:lnTo>
                  <a:lnTo>
                    <a:pt x="71493" y="65812"/>
                  </a:lnTo>
                  <a:lnTo>
                    <a:pt x="70469" y="67968"/>
                  </a:lnTo>
                  <a:lnTo>
                    <a:pt x="69113" y="69321"/>
                  </a:lnTo>
                  <a:lnTo>
                    <a:pt x="68764" y="69972"/>
                  </a:lnTo>
                  <a:lnTo>
                    <a:pt x="68624" y="70714"/>
                  </a:lnTo>
                  <a:lnTo>
                    <a:pt x="68673" y="72331"/>
                  </a:lnTo>
                  <a:lnTo>
                    <a:pt x="68611" y="74021"/>
                  </a:lnTo>
                  <a:lnTo>
                    <a:pt x="67451" y="76622"/>
                  </a:lnTo>
                  <a:lnTo>
                    <a:pt x="68172" y="78861"/>
                  </a:lnTo>
                  <a:lnTo>
                    <a:pt x="68007" y="79067"/>
                  </a:lnTo>
                  <a:lnTo>
                    <a:pt x="67617" y="79388"/>
                  </a:lnTo>
                  <a:lnTo>
                    <a:pt x="65948" y="81907"/>
                  </a:lnTo>
                  <a:lnTo>
                    <a:pt x="64260" y="84454"/>
                  </a:lnTo>
                  <a:lnTo>
                    <a:pt x="63027" y="86316"/>
                  </a:lnTo>
                  <a:lnTo>
                    <a:pt x="61624" y="88434"/>
                  </a:lnTo>
                  <a:lnTo>
                    <a:pt x="60052" y="90806"/>
                  </a:lnTo>
                  <a:lnTo>
                    <a:pt x="58708" y="92833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" name="pg1645"/>
            <p:cNvSpPr/>
            <p:nvPr/>
          </p:nvSpPr>
          <p:spPr>
            <a:xfrm>
              <a:off x="4070004" y="1678413"/>
              <a:ext cx="8098" cy="11336"/>
            </a:xfrm>
            <a:custGeom>
              <a:avLst/>
              <a:pathLst>
                <a:path w="8098" h="11336">
                  <a:moveTo>
                    <a:pt x="7389" y="8884"/>
                  </a:moveTo>
                  <a:lnTo>
                    <a:pt x="8098" y="8080"/>
                  </a:lnTo>
                  <a:lnTo>
                    <a:pt x="8071" y="6995"/>
                  </a:lnTo>
                  <a:lnTo>
                    <a:pt x="7770" y="6352"/>
                  </a:lnTo>
                  <a:lnTo>
                    <a:pt x="6048" y="6068"/>
                  </a:lnTo>
                  <a:lnTo>
                    <a:pt x="5724" y="5665"/>
                  </a:lnTo>
                  <a:lnTo>
                    <a:pt x="5667" y="5304"/>
                  </a:lnTo>
                  <a:lnTo>
                    <a:pt x="5713" y="4282"/>
                  </a:lnTo>
                  <a:lnTo>
                    <a:pt x="5782" y="3945"/>
                  </a:lnTo>
                  <a:lnTo>
                    <a:pt x="6177" y="3450"/>
                  </a:lnTo>
                  <a:lnTo>
                    <a:pt x="6081" y="2974"/>
                  </a:lnTo>
                  <a:lnTo>
                    <a:pt x="5044" y="3055"/>
                  </a:lnTo>
                  <a:lnTo>
                    <a:pt x="4171" y="2894"/>
                  </a:lnTo>
                  <a:lnTo>
                    <a:pt x="3844" y="2653"/>
                  </a:lnTo>
                  <a:lnTo>
                    <a:pt x="3775" y="2260"/>
                  </a:lnTo>
                  <a:lnTo>
                    <a:pt x="3634" y="317"/>
                  </a:lnTo>
                  <a:lnTo>
                    <a:pt x="3436" y="0"/>
                  </a:lnTo>
                  <a:lnTo>
                    <a:pt x="2411" y="522"/>
                  </a:lnTo>
                  <a:lnTo>
                    <a:pt x="1308" y="1366"/>
                  </a:lnTo>
                  <a:lnTo>
                    <a:pt x="510" y="1970"/>
                  </a:lnTo>
                  <a:lnTo>
                    <a:pt x="756" y="2489"/>
                  </a:lnTo>
                  <a:lnTo>
                    <a:pt x="979" y="3190"/>
                  </a:lnTo>
                  <a:lnTo>
                    <a:pt x="1426" y="3890"/>
                  </a:lnTo>
                  <a:lnTo>
                    <a:pt x="2208" y="4663"/>
                  </a:lnTo>
                  <a:lnTo>
                    <a:pt x="2153" y="5507"/>
                  </a:lnTo>
                  <a:lnTo>
                    <a:pt x="1172" y="6110"/>
                  </a:lnTo>
                  <a:lnTo>
                    <a:pt x="490" y="6150"/>
                  </a:lnTo>
                  <a:lnTo>
                    <a:pt x="434" y="6961"/>
                  </a:lnTo>
                  <a:lnTo>
                    <a:pt x="527" y="7591"/>
                  </a:lnTo>
                  <a:lnTo>
                    <a:pt x="520" y="8554"/>
                  </a:lnTo>
                  <a:lnTo>
                    <a:pt x="456" y="8842"/>
                  </a:lnTo>
                  <a:lnTo>
                    <a:pt x="209" y="9207"/>
                  </a:lnTo>
                  <a:lnTo>
                    <a:pt x="0" y="9768"/>
                  </a:lnTo>
                  <a:lnTo>
                    <a:pt x="244" y="10050"/>
                  </a:lnTo>
                  <a:lnTo>
                    <a:pt x="2856" y="10784"/>
                  </a:lnTo>
                  <a:lnTo>
                    <a:pt x="4553" y="11336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" name="pg1646"/>
            <p:cNvSpPr/>
            <p:nvPr/>
          </p:nvSpPr>
          <p:spPr>
            <a:xfrm>
              <a:off x="4071466" y="1685067"/>
              <a:ext cx="6297" cy="4044"/>
            </a:xfrm>
            <a:custGeom>
              <a:avLst/>
              <a:pathLst>
                <a:path w="6297" h="4044">
                  <a:moveTo>
                    <a:pt x="3127" y="3985"/>
                  </a:moveTo>
                  <a:lnTo>
                    <a:pt x="2420" y="4044"/>
                  </a:lnTo>
                  <a:lnTo>
                    <a:pt x="698" y="3540"/>
                  </a:lnTo>
                  <a:lnTo>
                    <a:pt x="145" y="3197"/>
                  </a:lnTo>
                  <a:lnTo>
                    <a:pt x="0" y="2912"/>
                  </a:lnTo>
                  <a:lnTo>
                    <a:pt x="1971" y="1356"/>
                  </a:lnTo>
                  <a:lnTo>
                    <a:pt x="3507" y="416"/>
                  </a:lnTo>
                  <a:lnTo>
                    <a:pt x="4631" y="0"/>
                  </a:lnTo>
                  <a:lnTo>
                    <a:pt x="5364" y="74"/>
                  </a:lnTo>
                  <a:lnTo>
                    <a:pt x="5949" y="320"/>
                  </a:lnTo>
                  <a:lnTo>
                    <a:pt x="6252" y="727"/>
                  </a:lnTo>
                  <a:lnTo>
                    <a:pt x="6297" y="1190"/>
                  </a:lnTo>
                  <a:lnTo>
                    <a:pt x="5982" y="1699"/>
                  </a:lnTo>
                  <a:lnTo>
                    <a:pt x="5415" y="2212"/>
                  </a:lnTo>
                  <a:lnTo>
                    <a:pt x="4276" y="2952"/>
                  </a:lnTo>
                  <a:lnTo>
                    <a:pt x="3590" y="367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" name="pg1647"/>
            <p:cNvSpPr/>
            <p:nvPr/>
          </p:nvSpPr>
          <p:spPr>
            <a:xfrm>
              <a:off x="-2147483648" y="-2147483648"/>
              <a:ext cx="-2147483648" cy="-2147483648"/>
            </a:xfrm>
            <a:custGeom>
              <a:avLst/>
              <a:pathLst>
                <a:path w="-2147483648" h="-2147483648">
                  <a:moveTo>
                    <a:pt x="-2147483648" y="-2147483648"/>
                  </a:move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3550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" name="rc1648"/>
            <p:cNvSpPr/>
            <p:nvPr/>
          </p:nvSpPr>
          <p:spPr>
            <a:xfrm>
              <a:off x="2144469" y="1134801"/>
              <a:ext cx="3853366" cy="2589716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" name="tx1649"/>
            <p:cNvSpPr/>
            <p:nvPr/>
          </p:nvSpPr>
          <p:spPr>
            <a:xfrm>
              <a:off x="1788134" y="3043206"/>
              <a:ext cx="293705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-50</a:t>
              </a:r>
            </a:p>
          </p:txBody>
        </p:sp>
        <p:sp>
          <p:nvSpPr>
            <p:cNvPr id="1650" name="tx1650"/>
            <p:cNvSpPr/>
            <p:nvPr/>
          </p:nvSpPr>
          <p:spPr>
            <a:xfrm>
              <a:off x="1968819" y="2345812"/>
              <a:ext cx="113019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651" name="tx1651"/>
            <p:cNvSpPr/>
            <p:nvPr/>
          </p:nvSpPr>
          <p:spPr>
            <a:xfrm>
              <a:off x="1855799" y="1648418"/>
              <a:ext cx="226039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652" name="pl1652"/>
            <p:cNvSpPr/>
            <p:nvPr/>
          </p:nvSpPr>
          <p:spPr>
            <a:xfrm>
              <a:off x="2109675" y="311594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" name="pl1653"/>
            <p:cNvSpPr/>
            <p:nvPr/>
          </p:nvSpPr>
          <p:spPr>
            <a:xfrm>
              <a:off x="2109675" y="241855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" name="pl1654"/>
            <p:cNvSpPr/>
            <p:nvPr/>
          </p:nvSpPr>
          <p:spPr>
            <a:xfrm>
              <a:off x="2109675" y="172115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" name="pl1655"/>
            <p:cNvSpPr/>
            <p:nvPr/>
          </p:nvSpPr>
          <p:spPr>
            <a:xfrm>
              <a:off x="3076487" y="372451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" name="pl1656"/>
            <p:cNvSpPr/>
            <p:nvPr/>
          </p:nvSpPr>
          <p:spPr>
            <a:xfrm>
              <a:off x="4022567" y="372451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" name="pl1657"/>
            <p:cNvSpPr/>
            <p:nvPr/>
          </p:nvSpPr>
          <p:spPr>
            <a:xfrm>
              <a:off x="4968648" y="372451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" name="pl1658"/>
            <p:cNvSpPr/>
            <p:nvPr/>
          </p:nvSpPr>
          <p:spPr>
            <a:xfrm>
              <a:off x="5914728" y="372451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" name="tx1659"/>
            <p:cNvSpPr/>
            <p:nvPr/>
          </p:nvSpPr>
          <p:spPr>
            <a:xfrm>
              <a:off x="2873124" y="3787147"/>
              <a:ext cx="406725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-100</a:t>
              </a:r>
            </a:p>
          </p:txBody>
        </p:sp>
        <p:sp>
          <p:nvSpPr>
            <p:cNvPr id="1660" name="tx1660"/>
            <p:cNvSpPr/>
            <p:nvPr/>
          </p:nvSpPr>
          <p:spPr>
            <a:xfrm>
              <a:off x="3966057" y="3787147"/>
              <a:ext cx="113019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661" name="tx1661"/>
            <p:cNvSpPr/>
            <p:nvPr/>
          </p:nvSpPr>
          <p:spPr>
            <a:xfrm>
              <a:off x="4799118" y="3787147"/>
              <a:ext cx="339059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662" name="tx1662"/>
            <p:cNvSpPr/>
            <p:nvPr/>
          </p:nvSpPr>
          <p:spPr>
            <a:xfrm>
              <a:off x="5745198" y="3787147"/>
              <a:ext cx="339059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663" name="tx1663"/>
            <p:cNvSpPr/>
            <p:nvPr/>
          </p:nvSpPr>
          <p:spPr>
            <a:xfrm>
              <a:off x="3580348" y="4012442"/>
              <a:ext cx="981608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1664" name="tx1664"/>
            <p:cNvSpPr/>
            <p:nvPr/>
          </p:nvSpPr>
          <p:spPr>
            <a:xfrm rot="-5400000">
              <a:off x="1242733" y="2356919"/>
              <a:ext cx="790041" cy="1454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9</cp:revision>
  <dcterms:created xsi:type="dcterms:W3CDTF">2015-07-14T21:05:00Z</dcterms:created>
  <dcterms:modified xsi:type="dcterms:W3CDTF">2025-11-12T10:03:34Z</dcterms:modified>
</cp:coreProperties>
</file>